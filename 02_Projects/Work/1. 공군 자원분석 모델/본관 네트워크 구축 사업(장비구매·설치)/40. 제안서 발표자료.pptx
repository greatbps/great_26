
<file path=[Content_Types].xml><?xml version="1.0" encoding="utf-8"?>
<Types xmlns="http://schemas.openxmlformats.org/package/2006/content-types">
  <Default Extension="png" ContentType="image/png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wdp" ContentType="image/vnd.ms-photo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69"/>
  </p:notesMasterIdLst>
  <p:sldIdLst>
    <p:sldId id="261" r:id="rId2"/>
    <p:sldId id="533" r:id="rId3"/>
    <p:sldId id="479" r:id="rId4"/>
    <p:sldId id="486" r:id="rId5"/>
    <p:sldId id="556" r:id="rId6"/>
    <p:sldId id="485" r:id="rId7"/>
    <p:sldId id="481" r:id="rId8"/>
    <p:sldId id="482" r:id="rId9"/>
    <p:sldId id="480" r:id="rId10"/>
    <p:sldId id="558" r:id="rId11"/>
    <p:sldId id="487" r:id="rId12"/>
    <p:sldId id="409" r:id="rId13"/>
    <p:sldId id="539" r:id="rId14"/>
    <p:sldId id="540" r:id="rId15"/>
    <p:sldId id="543" r:id="rId16"/>
    <p:sldId id="417" r:id="rId17"/>
    <p:sldId id="489" r:id="rId18"/>
    <p:sldId id="419" r:id="rId19"/>
    <p:sldId id="420" r:id="rId20"/>
    <p:sldId id="423" r:id="rId21"/>
    <p:sldId id="541" r:id="rId22"/>
    <p:sldId id="427" r:id="rId23"/>
    <p:sldId id="500" r:id="rId24"/>
    <p:sldId id="554" r:id="rId25"/>
    <p:sldId id="555" r:id="rId26"/>
    <p:sldId id="546" r:id="rId27"/>
    <p:sldId id="559" r:id="rId28"/>
    <p:sldId id="263" r:id="rId29"/>
    <p:sldId id="502" r:id="rId30"/>
    <p:sldId id="534" r:id="rId31"/>
    <p:sldId id="557" r:id="rId32"/>
    <p:sldId id="503" r:id="rId33"/>
    <p:sldId id="507" r:id="rId34"/>
    <p:sldId id="542" r:id="rId35"/>
    <p:sldId id="551" r:id="rId36"/>
    <p:sldId id="512" r:id="rId37"/>
    <p:sldId id="447" r:id="rId38"/>
    <p:sldId id="506" r:id="rId39"/>
    <p:sldId id="516" r:id="rId40"/>
    <p:sldId id="449" r:id="rId41"/>
    <p:sldId id="451" r:id="rId42"/>
    <p:sldId id="552" r:id="rId43"/>
    <p:sldId id="474" r:id="rId44"/>
    <p:sldId id="475" r:id="rId45"/>
    <p:sldId id="452" r:id="rId46"/>
    <p:sldId id="467" r:id="rId47"/>
    <p:sldId id="531" r:id="rId48"/>
    <p:sldId id="453" r:id="rId49"/>
    <p:sldId id="454" r:id="rId50"/>
    <p:sldId id="459" r:id="rId51"/>
    <p:sldId id="529" r:id="rId52"/>
    <p:sldId id="456" r:id="rId53"/>
    <p:sldId id="458" r:id="rId54"/>
    <p:sldId id="460" r:id="rId55"/>
    <p:sldId id="465" r:id="rId56"/>
    <p:sldId id="466" r:id="rId57"/>
    <p:sldId id="462" r:id="rId58"/>
    <p:sldId id="520" r:id="rId59"/>
    <p:sldId id="521" r:id="rId60"/>
    <p:sldId id="522" r:id="rId61"/>
    <p:sldId id="537" r:id="rId62"/>
    <p:sldId id="525" r:id="rId63"/>
    <p:sldId id="526" r:id="rId64"/>
    <p:sldId id="527" r:id="rId65"/>
    <p:sldId id="545" r:id="rId66"/>
    <p:sldId id="548" r:id="rId67"/>
    <p:sldId id="550" r:id="rId68"/>
  </p:sldIdLst>
  <p:sldSz cx="10693400" cy="7561263"/>
  <p:notesSz cx="6797675" cy="9926638"/>
  <p:defaultTextStyle>
    <a:defPPr>
      <a:defRPr lang="ko-KR"/>
    </a:defPPr>
    <a:lvl1pPr marL="0" algn="l" defTabSz="964875" rtl="0" eaLnBrk="1" latinLnBrk="1" hangingPunct="1">
      <a:defRPr sz="1900" kern="1200">
        <a:solidFill>
          <a:schemeClr val="tx1"/>
        </a:solidFill>
        <a:latin typeface="+mn-lt"/>
        <a:ea typeface="+mn-ea"/>
        <a:cs typeface="+mn-cs"/>
      </a:defRPr>
    </a:lvl1pPr>
    <a:lvl2pPr marL="482437" algn="l" defTabSz="964875" rtl="0" eaLnBrk="1" latinLnBrk="1" hangingPunct="1">
      <a:defRPr sz="1900" kern="1200">
        <a:solidFill>
          <a:schemeClr val="tx1"/>
        </a:solidFill>
        <a:latin typeface="+mn-lt"/>
        <a:ea typeface="+mn-ea"/>
        <a:cs typeface="+mn-cs"/>
      </a:defRPr>
    </a:lvl2pPr>
    <a:lvl3pPr marL="964875" algn="l" defTabSz="964875" rtl="0" eaLnBrk="1" latinLnBrk="1" hangingPunct="1">
      <a:defRPr sz="1900" kern="1200">
        <a:solidFill>
          <a:schemeClr val="tx1"/>
        </a:solidFill>
        <a:latin typeface="+mn-lt"/>
        <a:ea typeface="+mn-ea"/>
        <a:cs typeface="+mn-cs"/>
      </a:defRPr>
    </a:lvl3pPr>
    <a:lvl4pPr marL="1447312" algn="l" defTabSz="964875" rtl="0" eaLnBrk="1" latinLnBrk="1" hangingPunct="1">
      <a:defRPr sz="1900" kern="1200">
        <a:solidFill>
          <a:schemeClr val="tx1"/>
        </a:solidFill>
        <a:latin typeface="+mn-lt"/>
        <a:ea typeface="+mn-ea"/>
        <a:cs typeface="+mn-cs"/>
      </a:defRPr>
    </a:lvl4pPr>
    <a:lvl5pPr marL="1929750" algn="l" defTabSz="964875" rtl="0" eaLnBrk="1" latinLnBrk="1" hangingPunct="1">
      <a:defRPr sz="1900" kern="1200">
        <a:solidFill>
          <a:schemeClr val="tx1"/>
        </a:solidFill>
        <a:latin typeface="+mn-lt"/>
        <a:ea typeface="+mn-ea"/>
        <a:cs typeface="+mn-cs"/>
      </a:defRPr>
    </a:lvl5pPr>
    <a:lvl6pPr marL="2412187" algn="l" defTabSz="964875" rtl="0" eaLnBrk="1" latinLnBrk="1" hangingPunct="1">
      <a:defRPr sz="1900" kern="1200">
        <a:solidFill>
          <a:schemeClr val="tx1"/>
        </a:solidFill>
        <a:latin typeface="+mn-lt"/>
        <a:ea typeface="+mn-ea"/>
        <a:cs typeface="+mn-cs"/>
      </a:defRPr>
    </a:lvl6pPr>
    <a:lvl7pPr marL="2894625" algn="l" defTabSz="964875" rtl="0" eaLnBrk="1" latinLnBrk="1" hangingPunct="1">
      <a:defRPr sz="1900" kern="1200">
        <a:solidFill>
          <a:schemeClr val="tx1"/>
        </a:solidFill>
        <a:latin typeface="+mn-lt"/>
        <a:ea typeface="+mn-ea"/>
        <a:cs typeface="+mn-cs"/>
      </a:defRPr>
    </a:lvl7pPr>
    <a:lvl8pPr marL="3377062" algn="l" defTabSz="964875" rtl="0" eaLnBrk="1" latinLnBrk="1" hangingPunct="1">
      <a:defRPr sz="1900" kern="1200">
        <a:solidFill>
          <a:schemeClr val="tx1"/>
        </a:solidFill>
        <a:latin typeface="+mn-lt"/>
        <a:ea typeface="+mn-ea"/>
        <a:cs typeface="+mn-cs"/>
      </a:defRPr>
    </a:lvl8pPr>
    <a:lvl9pPr marL="3859500" algn="l" defTabSz="964875" rtl="0" eaLnBrk="1" latinLnBrk="1" hangingPunct="1">
      <a:defRPr sz="19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36" userDrawn="1">
          <p15:clr>
            <a:srgbClr val="A4A3A4"/>
          </p15:clr>
        </p15:guide>
        <p15:guide id="2" pos="3120" userDrawn="1">
          <p15:clr>
            <a:srgbClr val="A4A3A4"/>
          </p15:clr>
        </p15:guide>
        <p15:guide id="3" orient="horz" pos="4042" userDrawn="1">
          <p15:clr>
            <a:srgbClr val="A4A3A4"/>
          </p15:clr>
        </p15:guide>
        <p15:guide id="4" pos="6136" userDrawn="1">
          <p15:clr>
            <a:srgbClr val="A4A3A4"/>
          </p15:clr>
        </p15:guide>
        <p15:guide id="5" pos="81" userDrawn="1">
          <p15:clr>
            <a:srgbClr val="A4A3A4"/>
          </p15:clr>
        </p15:guide>
        <p15:guide id="6" orient="horz" pos="499" userDrawn="1">
          <p15:clr>
            <a:srgbClr val="A4A3A4"/>
          </p15:clr>
        </p15:guide>
        <p15:guide id="7" orient="horz" pos="4456">
          <p15:clr>
            <a:srgbClr val="A4A3A4"/>
          </p15:clr>
        </p15:guide>
        <p15:guide id="8" pos="3369">
          <p15:clr>
            <a:srgbClr val="A4A3A4"/>
          </p15:clr>
        </p15:guide>
        <p15:guide id="9" pos="6623">
          <p15:clr>
            <a:srgbClr val="A4A3A4"/>
          </p15:clr>
        </p15:guide>
        <p15:guide id="11" pos="203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B91C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B344D84-9AFB-497E-A393-DC336BA19D2E}" styleName="보통 스타일 3 - 강조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8034E78-7F5D-4C2E-B375-FC64B27BC917}" styleName="어두운 스타일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 horzBarState="maximized">
    <p:restoredLeft sz="14185" autoAdjust="0"/>
    <p:restoredTop sz="80250" autoAdjust="0"/>
  </p:normalViewPr>
  <p:slideViewPr>
    <p:cSldViewPr snapToGrid="0" snapToObjects="1" showGuides="1">
      <p:cViewPr varScale="1">
        <p:scale>
          <a:sx n="105" d="100"/>
          <a:sy n="105" d="100"/>
        </p:scale>
        <p:origin x="1950" y="102"/>
      </p:cViewPr>
      <p:guideLst>
        <p:guide orient="horz" pos="436"/>
        <p:guide pos="3120"/>
        <p:guide orient="horz" pos="4042"/>
        <p:guide pos="6136"/>
        <p:guide pos="81"/>
        <p:guide orient="horz" pos="499"/>
        <p:guide orient="horz" pos="4456"/>
        <p:guide pos="3369"/>
        <p:guide pos="6623"/>
        <p:guide pos="2030"/>
      </p:guideLst>
    </p:cSldViewPr>
  </p:slideViewPr>
  <p:notesTextViewPr>
    <p:cViewPr>
      <p:scale>
        <a:sx n="125" d="100"/>
        <a:sy n="125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" Type="http://schemas.openxmlformats.org/officeDocument/2006/relationships/slide" Target="slides/slide6.xml"/><Relationship Id="rId71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E8E188-123C-453E-A5B5-75284D6549DD}" type="datetimeFigureOut">
              <a:rPr lang="ko-KR" altLang="en-US" smtClean="0"/>
              <a:t>2016-01-12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030288" y="1241425"/>
            <a:ext cx="4737100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B881E72-741C-43CE-8FF8-843ED7068EB0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19833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64875" rtl="0" eaLnBrk="1" latinLnBrk="1" hangingPunct="1">
      <a:defRPr sz="1300" kern="1200">
        <a:solidFill>
          <a:schemeClr val="tx1"/>
        </a:solidFill>
        <a:latin typeface="+mn-lt"/>
        <a:ea typeface="+mn-ea"/>
        <a:cs typeface="+mn-cs"/>
      </a:defRPr>
    </a:lvl1pPr>
    <a:lvl2pPr marL="482437" algn="l" defTabSz="964875" rtl="0" eaLnBrk="1" latinLnBrk="1" hangingPunct="1">
      <a:defRPr sz="1300" kern="1200">
        <a:solidFill>
          <a:schemeClr val="tx1"/>
        </a:solidFill>
        <a:latin typeface="+mn-lt"/>
        <a:ea typeface="+mn-ea"/>
        <a:cs typeface="+mn-cs"/>
      </a:defRPr>
    </a:lvl2pPr>
    <a:lvl3pPr marL="964875" algn="l" defTabSz="964875" rtl="0" eaLnBrk="1" latinLnBrk="1" hangingPunct="1">
      <a:defRPr sz="1300" kern="1200">
        <a:solidFill>
          <a:schemeClr val="tx1"/>
        </a:solidFill>
        <a:latin typeface="+mn-lt"/>
        <a:ea typeface="+mn-ea"/>
        <a:cs typeface="+mn-cs"/>
      </a:defRPr>
    </a:lvl3pPr>
    <a:lvl4pPr marL="1447312" algn="l" defTabSz="964875" rtl="0" eaLnBrk="1" latinLnBrk="1" hangingPunct="1">
      <a:defRPr sz="1300" kern="1200">
        <a:solidFill>
          <a:schemeClr val="tx1"/>
        </a:solidFill>
        <a:latin typeface="+mn-lt"/>
        <a:ea typeface="+mn-ea"/>
        <a:cs typeface="+mn-cs"/>
      </a:defRPr>
    </a:lvl4pPr>
    <a:lvl5pPr marL="1929750" algn="l" defTabSz="964875" rtl="0" eaLnBrk="1" latinLnBrk="1" hangingPunct="1">
      <a:defRPr sz="1300" kern="1200">
        <a:solidFill>
          <a:schemeClr val="tx1"/>
        </a:solidFill>
        <a:latin typeface="+mn-lt"/>
        <a:ea typeface="+mn-ea"/>
        <a:cs typeface="+mn-cs"/>
      </a:defRPr>
    </a:lvl5pPr>
    <a:lvl6pPr marL="2412187" algn="l" defTabSz="964875" rtl="0" eaLnBrk="1" latinLnBrk="1" hangingPunct="1">
      <a:defRPr sz="1300" kern="1200">
        <a:solidFill>
          <a:schemeClr val="tx1"/>
        </a:solidFill>
        <a:latin typeface="+mn-lt"/>
        <a:ea typeface="+mn-ea"/>
        <a:cs typeface="+mn-cs"/>
      </a:defRPr>
    </a:lvl6pPr>
    <a:lvl7pPr marL="2894625" algn="l" defTabSz="964875" rtl="0" eaLnBrk="1" latinLnBrk="1" hangingPunct="1">
      <a:defRPr sz="1300" kern="1200">
        <a:solidFill>
          <a:schemeClr val="tx1"/>
        </a:solidFill>
        <a:latin typeface="+mn-lt"/>
        <a:ea typeface="+mn-ea"/>
        <a:cs typeface="+mn-cs"/>
      </a:defRPr>
    </a:lvl7pPr>
    <a:lvl8pPr marL="3377062" algn="l" defTabSz="964875" rtl="0" eaLnBrk="1" latinLnBrk="1" hangingPunct="1">
      <a:defRPr sz="1300" kern="1200">
        <a:solidFill>
          <a:schemeClr val="tx1"/>
        </a:solidFill>
        <a:latin typeface="+mn-lt"/>
        <a:ea typeface="+mn-ea"/>
        <a:cs typeface="+mn-cs"/>
      </a:defRPr>
    </a:lvl8pPr>
    <a:lvl9pPr marL="3859500" algn="l" defTabSz="964875" rtl="0" eaLnBrk="1" latinLnBrk="1" hangingPunct="1">
      <a:defRPr sz="13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1030288" y="1241425"/>
            <a:ext cx="4737100" cy="3349625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B881E72-741C-43CE-8FF8-843ED7068EB0}" type="slidenum">
              <a:rPr lang="ko-KR" altLang="en-US" smtClean="0"/>
              <a:t>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0644220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1030288" y="1241425"/>
            <a:ext cx="4737100" cy="3349625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smtClean="0"/>
              <a:t>본 사업은 별관 리모델링에 따라 소요되는 네트워크 장비</a:t>
            </a:r>
            <a:r>
              <a:rPr lang="en-US" altLang="ko-KR" dirty="0" smtClean="0"/>
              <a:t>, </a:t>
            </a:r>
            <a:r>
              <a:rPr lang="ko-KR" altLang="en-US" dirty="0" smtClean="0"/>
              <a:t>영상장비 등 </a:t>
            </a:r>
            <a:r>
              <a:rPr lang="en-US" altLang="ko-KR" dirty="0" smtClean="0"/>
              <a:t>12</a:t>
            </a:r>
            <a:r>
              <a:rPr lang="ko-KR" altLang="en-US" dirty="0" smtClean="0"/>
              <a:t>종 </a:t>
            </a:r>
            <a:r>
              <a:rPr lang="en-US" altLang="ko-KR" dirty="0" smtClean="0"/>
              <a:t>141</a:t>
            </a:r>
            <a:r>
              <a:rPr lang="ko-KR" altLang="en-US" dirty="0" smtClean="0"/>
              <a:t>식을 구축하는 사업으로</a:t>
            </a:r>
            <a:endParaRPr lang="en-US" altLang="ko-KR" dirty="0" smtClean="0"/>
          </a:p>
          <a:p>
            <a:r>
              <a:rPr lang="ko-KR" altLang="en-US" dirty="0" smtClean="0"/>
              <a:t>안정적 구축을 통해 이전하는 입주기관에게 무 중단 업무를 제공하기 위한 사업입니다</a:t>
            </a:r>
            <a:r>
              <a:rPr lang="en-US" altLang="ko-KR" dirty="0" smtClean="0"/>
              <a:t>.</a:t>
            </a:r>
          </a:p>
          <a:p>
            <a:r>
              <a:rPr lang="ko-KR" altLang="en-US" dirty="0" smtClean="0"/>
              <a:t>이를 성공적으로 수행하기 위해서는 군 체계</a:t>
            </a:r>
            <a:r>
              <a:rPr lang="en-US" altLang="ko-KR" dirty="0" smtClean="0"/>
              <a:t>, </a:t>
            </a:r>
            <a:r>
              <a:rPr lang="ko-KR" altLang="en-US" dirty="0" smtClean="0"/>
              <a:t>업무에 대한 정확한 이해</a:t>
            </a:r>
            <a:endParaRPr lang="en-US" altLang="ko-KR" dirty="0" smtClean="0"/>
          </a:p>
          <a:p>
            <a:r>
              <a:rPr lang="ko-KR" altLang="en-US" dirty="0" smtClean="0"/>
              <a:t>관련 장비를 안정적으로 구축할 수 있는 역량</a:t>
            </a:r>
            <a:endParaRPr lang="en-US" altLang="ko-KR" dirty="0" smtClean="0"/>
          </a:p>
          <a:p>
            <a:r>
              <a:rPr lang="ko-KR" altLang="en-US" dirty="0" smtClean="0"/>
              <a:t>이를 뒷받침 해줄 전문 인력이 필요합니다</a:t>
            </a:r>
            <a:r>
              <a:rPr lang="en-US" altLang="ko-KR" dirty="0" smtClean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B881E72-741C-43CE-8FF8-843ED7068EB0}" type="slidenum">
              <a:rPr lang="ko-KR" altLang="en-US" smtClean="0"/>
              <a:t>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9410991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1030288" y="1241425"/>
            <a:ext cx="4737100" cy="3349625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smtClean="0"/>
              <a:t>제안사는 네트워크 구축</a:t>
            </a:r>
            <a:r>
              <a:rPr lang="en-US" altLang="ko-KR" dirty="0" smtClean="0"/>
              <a:t>,</a:t>
            </a:r>
            <a:r>
              <a:rPr lang="en-US" altLang="ko-KR" baseline="0" dirty="0" smtClean="0"/>
              <a:t> </a:t>
            </a:r>
            <a:r>
              <a:rPr lang="ko-KR" altLang="en-US" baseline="0" dirty="0" smtClean="0"/>
              <a:t>유지보수 전문기업으로 </a:t>
            </a:r>
            <a:endParaRPr lang="en-US" altLang="ko-KR" baseline="0" dirty="0" smtClean="0"/>
          </a:p>
          <a:p>
            <a:r>
              <a:rPr lang="ko-KR" altLang="en-US" baseline="0" dirty="0" smtClean="0"/>
              <a:t>정부통합전산센터 등 다수의 대규모 네트워크 사업 수행 경험을 통해</a:t>
            </a:r>
            <a:endParaRPr lang="en-US" altLang="ko-KR" baseline="0" dirty="0" smtClean="0"/>
          </a:p>
          <a:p>
            <a:r>
              <a:rPr lang="ko-KR" altLang="en-US" baseline="0" dirty="0" smtClean="0"/>
              <a:t>구축</a:t>
            </a:r>
            <a:r>
              <a:rPr lang="en-US" altLang="ko-KR" baseline="0" dirty="0" smtClean="0"/>
              <a:t>, </a:t>
            </a:r>
            <a:r>
              <a:rPr lang="ko-KR" altLang="en-US" baseline="0" dirty="0" smtClean="0"/>
              <a:t>시험</a:t>
            </a:r>
            <a:r>
              <a:rPr lang="en-US" altLang="ko-KR" baseline="0" dirty="0" smtClean="0"/>
              <a:t>, </a:t>
            </a:r>
            <a:r>
              <a:rPr lang="ko-KR" altLang="en-US" baseline="0" dirty="0" smtClean="0"/>
              <a:t>유지보수 수행 경험을 축적 하였습니다</a:t>
            </a:r>
            <a:r>
              <a:rPr lang="en-US" altLang="ko-KR" baseline="0" dirty="0" smtClean="0"/>
              <a:t>.</a:t>
            </a:r>
          </a:p>
          <a:p>
            <a:r>
              <a:rPr lang="ko-KR" altLang="en-US" baseline="0" dirty="0" smtClean="0"/>
              <a:t>이러한 고객과 함께한 노하우를 활용하여 본 사업을 수행하겠습니다</a:t>
            </a:r>
            <a:r>
              <a:rPr lang="en-US" altLang="ko-KR" baseline="0" dirty="0" smtClean="0"/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B881E72-741C-43CE-8FF8-843ED7068EB0}" type="slidenum">
              <a:rPr lang="ko-KR" altLang="en-US" smtClean="0"/>
              <a:t>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514082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1030288" y="1241425"/>
            <a:ext cx="4737100" cy="3349625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smtClean="0"/>
              <a:t>제안사는 국내 네트워크 장비 공급의 </a:t>
            </a:r>
            <a:r>
              <a:rPr lang="en-US" altLang="ko-KR" dirty="0" smtClean="0"/>
              <a:t>90% </a:t>
            </a:r>
            <a:r>
              <a:rPr lang="ko-KR" altLang="en-US" dirty="0" smtClean="0"/>
              <a:t>이상을 점유하는 주요 벤더 들과</a:t>
            </a:r>
            <a:endParaRPr lang="en-US" altLang="ko-KR" dirty="0" smtClean="0"/>
          </a:p>
          <a:p>
            <a:r>
              <a:rPr lang="ko-KR" altLang="en-US" dirty="0" smtClean="0"/>
              <a:t>파트너 계약을 체결하여 기술력을 인정 받았습니다</a:t>
            </a:r>
            <a:r>
              <a:rPr lang="en-US" altLang="ko-KR" dirty="0" smtClean="0"/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B881E72-741C-43CE-8FF8-843ED7068EB0}" type="slidenum">
              <a:rPr lang="ko-KR" altLang="en-US" smtClean="0"/>
              <a:t>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891706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ko-KR" altLang="en-US" dirty="0" smtClean="0"/>
              <a:t>본 사업은 네트워크 분야 약 </a:t>
            </a:r>
            <a:r>
              <a:rPr lang="en-US" altLang="ko-KR" dirty="0" smtClean="0"/>
              <a:t>60%, </a:t>
            </a:r>
            <a:r>
              <a:rPr lang="ko-KR" altLang="en-US" dirty="0" smtClean="0"/>
              <a:t>영상 분야</a:t>
            </a:r>
            <a:r>
              <a:rPr lang="ko-KR" altLang="en-US" baseline="0" dirty="0" smtClean="0"/>
              <a:t> 및 시스템 분야가 약 </a:t>
            </a:r>
            <a:r>
              <a:rPr lang="en-US" altLang="ko-KR" baseline="0" dirty="0" smtClean="0"/>
              <a:t>40%</a:t>
            </a:r>
            <a:r>
              <a:rPr lang="ko-KR" altLang="en-US" baseline="0" dirty="0" smtClean="0"/>
              <a:t>로</a:t>
            </a:r>
            <a:endParaRPr lang="en-US" altLang="ko-KR" baseline="0" dirty="0" smtClean="0"/>
          </a:p>
          <a:p>
            <a:pPr>
              <a:lnSpc>
                <a:spcPct val="150000"/>
              </a:lnSpc>
            </a:pPr>
            <a:r>
              <a:rPr lang="ko-KR" altLang="en-US" baseline="0" dirty="0" smtClean="0"/>
              <a:t>네트워크 뿐만 아니라 영상 장비 및 시스템에 대한 이해가 필요합니다</a:t>
            </a:r>
            <a:r>
              <a:rPr lang="en-US" altLang="ko-KR" baseline="0" dirty="0" smtClean="0"/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baseline="0" dirty="0" smtClean="0"/>
              <a:t>제안사는 사업의 전문성 강화를 위해 영상장비 구축 전문 업체인 송림기술</a:t>
            </a:r>
            <a:r>
              <a:rPr lang="en-US" altLang="ko-KR" baseline="0" dirty="0" smtClean="0"/>
              <a:t>, </a:t>
            </a:r>
          </a:p>
          <a:p>
            <a:pPr>
              <a:lnSpc>
                <a:spcPct val="150000"/>
              </a:lnSpc>
            </a:pPr>
            <a:r>
              <a:rPr lang="ko-KR" altLang="en-US" baseline="0" dirty="0" smtClean="0"/>
              <a:t>시스템 전문업체인 지에프티와 컨소시엄을 구성하고</a:t>
            </a:r>
            <a:endParaRPr lang="en-US" altLang="ko-KR" baseline="0" dirty="0" smtClean="0"/>
          </a:p>
          <a:p>
            <a:pPr>
              <a:lnSpc>
                <a:spcPct val="150000"/>
              </a:lnSpc>
            </a:pPr>
            <a:r>
              <a:rPr lang="ko-KR" altLang="en-US" baseline="0" dirty="0" err="1" smtClean="0"/>
              <a:t>아이센트등</a:t>
            </a:r>
            <a:r>
              <a:rPr lang="ko-KR" altLang="en-US" baseline="0" dirty="0" smtClean="0"/>
              <a:t> 장비 공급자와 협력을 통한 사업의 전문성을 강화하겠습니다</a:t>
            </a:r>
            <a:r>
              <a:rPr lang="en-US" altLang="ko-KR" baseline="0" dirty="0" smtClean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B881E72-741C-43CE-8FF8-843ED7068EB0}" type="slidenum">
              <a:rPr lang="ko-KR" altLang="en-US" smtClean="0"/>
              <a:t>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2861301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1030288" y="1241425"/>
            <a:ext cx="4737100" cy="3349625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smtClean="0"/>
              <a:t>이러한 관계를 통해 제안사는 미래의 업무를 준비하는 앞으로의 국방네트워크 인프라를 구축하겠습니다</a:t>
            </a:r>
            <a:r>
              <a:rPr lang="en-US" altLang="ko-KR" dirty="0" smtClean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B881E72-741C-43CE-8FF8-843ED7068EB0}" type="slidenum">
              <a:rPr lang="ko-KR" altLang="en-US" smtClean="0"/>
              <a:t>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882772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smtClean="0"/>
              <a:t>발표 순서는</a:t>
            </a:r>
            <a:r>
              <a:rPr lang="en-US" altLang="ko-KR" dirty="0" smtClean="0"/>
              <a:t> </a:t>
            </a:r>
          </a:p>
          <a:p>
            <a:r>
              <a:rPr lang="ko-KR" altLang="en-US" dirty="0" smtClean="0"/>
              <a:t>사업의 이해</a:t>
            </a:r>
            <a:r>
              <a:rPr lang="en-US" altLang="ko-KR" dirty="0" smtClean="0"/>
              <a:t>, </a:t>
            </a:r>
            <a:r>
              <a:rPr lang="ko-KR" altLang="en-US" dirty="0" smtClean="0"/>
              <a:t>추진전략</a:t>
            </a:r>
            <a:r>
              <a:rPr lang="en-US" altLang="ko-KR" dirty="0" smtClean="0"/>
              <a:t>, </a:t>
            </a:r>
            <a:r>
              <a:rPr lang="ko-KR" altLang="en-US" dirty="0" smtClean="0"/>
              <a:t>기술전략</a:t>
            </a:r>
            <a:r>
              <a:rPr lang="en-US" altLang="ko-KR" dirty="0" smtClean="0"/>
              <a:t>, </a:t>
            </a:r>
            <a:r>
              <a:rPr lang="ko-KR" altLang="en-US" dirty="0" smtClean="0"/>
              <a:t>관리전략 순으로 </a:t>
            </a:r>
            <a:r>
              <a:rPr lang="ko-KR" altLang="en-US" dirty="0" err="1" smtClean="0"/>
              <a:t>말씀드리도록</a:t>
            </a:r>
            <a:r>
              <a:rPr lang="ko-KR" altLang="en-US" dirty="0" smtClean="0"/>
              <a:t> 하겠습니다</a:t>
            </a:r>
            <a:r>
              <a:rPr lang="en-US" altLang="ko-KR" dirty="0" smtClean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B881E72-741C-43CE-8FF8-843ED7068EB0}" type="slidenum">
              <a:rPr lang="ko-KR" altLang="en-US" smtClean="0"/>
              <a:t>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4107508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1030288" y="1241425"/>
            <a:ext cx="4737100" cy="3349625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smtClean="0"/>
              <a:t>사업의 이해에서는 사업 배경</a:t>
            </a:r>
            <a:r>
              <a:rPr lang="en-US" altLang="ko-KR" dirty="0" smtClean="0"/>
              <a:t>, </a:t>
            </a:r>
            <a:r>
              <a:rPr lang="ko-KR" altLang="en-US" dirty="0" smtClean="0"/>
              <a:t>사업 범위에 대해 말씀 드리도록 하겠습니다</a:t>
            </a:r>
            <a:r>
              <a:rPr lang="en-US" altLang="ko-KR" dirty="0" smtClean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B881E72-741C-43CE-8FF8-843ED7068EB0}" type="slidenum">
              <a:rPr lang="ko-KR" altLang="en-US" smtClean="0"/>
              <a:t>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4196750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smtClean="0"/>
              <a:t>본 사업의 추진배경은 </a:t>
            </a:r>
            <a:endParaRPr lang="en-US" altLang="ko-KR" dirty="0" smtClean="0"/>
          </a:p>
          <a:p>
            <a:r>
              <a:rPr lang="ko-KR" altLang="en-US" dirty="0" smtClean="0"/>
              <a:t>국방부 예하기관 이전을 위해 리모델링 된 건물에 </a:t>
            </a:r>
            <a:endParaRPr lang="en-US" altLang="ko-KR" dirty="0" smtClean="0"/>
          </a:p>
          <a:p>
            <a:r>
              <a:rPr lang="ko-KR" altLang="en-US" dirty="0" smtClean="0"/>
              <a:t>네트워크 인프라와 관제를 위한 영상 장비를 구축하는 사업으로</a:t>
            </a:r>
            <a:endParaRPr lang="en-US" altLang="ko-KR" dirty="0" smtClean="0"/>
          </a:p>
          <a:p>
            <a:r>
              <a:rPr lang="ko-KR" altLang="en-US" dirty="0" smtClean="0"/>
              <a:t>안전하고 빠른 업무환경 제공과 </a:t>
            </a:r>
            <a:endParaRPr lang="en-US" altLang="ko-KR" dirty="0" smtClean="0"/>
          </a:p>
          <a:p>
            <a:r>
              <a:rPr lang="ko-KR" altLang="en-US" dirty="0" smtClean="0"/>
              <a:t>안정적 업무 이관 지원이 중요합니다</a:t>
            </a:r>
            <a:r>
              <a:rPr lang="en-US" altLang="ko-KR" dirty="0" smtClean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B881E72-741C-43CE-8FF8-843ED7068EB0}" type="slidenum">
              <a:rPr lang="ko-KR" altLang="en-US" smtClean="0"/>
              <a:t>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2118986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1030288" y="1241425"/>
            <a:ext cx="4737100" cy="3349625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smtClean="0"/>
              <a:t>제안사는 장비 구축에서 끝나지 않고</a:t>
            </a:r>
            <a:endParaRPr lang="en-US" altLang="ko-KR" dirty="0" smtClean="0"/>
          </a:p>
          <a:p>
            <a:r>
              <a:rPr lang="ko-KR" altLang="en-US" dirty="0" smtClean="0"/>
              <a:t>구축 후 이전</a:t>
            </a:r>
            <a:r>
              <a:rPr lang="en-US" altLang="ko-KR" dirty="0" smtClean="0"/>
              <a:t>,</a:t>
            </a:r>
            <a:r>
              <a:rPr lang="en-US" altLang="ko-KR" baseline="0" dirty="0" smtClean="0"/>
              <a:t> </a:t>
            </a:r>
            <a:r>
              <a:rPr lang="ko-KR" altLang="en-US" dirty="0" smtClean="0"/>
              <a:t>안정화 지원까지를 본 사업 범위로 생각하여</a:t>
            </a:r>
            <a:endParaRPr lang="en-US" altLang="ko-KR" dirty="0" smtClean="0"/>
          </a:p>
          <a:p>
            <a:r>
              <a:rPr lang="en-US" altLang="ko-KR" dirty="0" smtClean="0"/>
              <a:t>3</a:t>
            </a:r>
            <a:r>
              <a:rPr lang="ko-KR" altLang="en-US" dirty="0" smtClean="0"/>
              <a:t>개월이 아닌 </a:t>
            </a:r>
            <a:r>
              <a:rPr lang="en-US" altLang="ko-KR" dirty="0" smtClean="0"/>
              <a:t>8</a:t>
            </a:r>
            <a:r>
              <a:rPr lang="ko-KR" altLang="en-US" dirty="0" smtClean="0"/>
              <a:t>개월을 사업 기간으로 정하여 </a:t>
            </a:r>
            <a:endParaRPr lang="en-US" altLang="ko-KR" dirty="0" smtClean="0"/>
          </a:p>
          <a:p>
            <a:r>
              <a:rPr lang="ko-KR" altLang="en-US" dirty="0" smtClean="0"/>
              <a:t>본 사업에 임하겠습니다</a:t>
            </a:r>
            <a:r>
              <a:rPr lang="en-US" altLang="ko-KR" dirty="0" smtClean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B881E72-741C-43CE-8FF8-843ED7068EB0}" type="slidenum">
              <a:rPr lang="ko-KR" altLang="en-US" smtClean="0"/>
              <a:t>10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9586365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1030288" y="1241425"/>
            <a:ext cx="4737100" cy="3349625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smtClean="0"/>
              <a:t>본 사업은 국방부 예하기관 이전에 대비하여</a:t>
            </a:r>
            <a:endParaRPr lang="en-US" altLang="ko-KR" dirty="0" smtClean="0"/>
          </a:p>
          <a:p>
            <a:r>
              <a:rPr lang="ko-KR" altLang="en-US" dirty="0" smtClean="0"/>
              <a:t>네트워크 장비 </a:t>
            </a:r>
            <a:r>
              <a:rPr lang="en-US" altLang="ko-KR" dirty="0" smtClean="0"/>
              <a:t>106</a:t>
            </a:r>
            <a:r>
              <a:rPr lang="ko-KR" altLang="en-US" dirty="0" smtClean="0"/>
              <a:t>대</a:t>
            </a:r>
            <a:r>
              <a:rPr lang="en-US" altLang="ko-KR" dirty="0" smtClean="0"/>
              <a:t>, </a:t>
            </a:r>
            <a:r>
              <a:rPr lang="ko-KR" altLang="en-US" dirty="0" smtClean="0"/>
              <a:t>영상장비 </a:t>
            </a:r>
            <a:r>
              <a:rPr lang="en-US" altLang="ko-KR" dirty="0" smtClean="0"/>
              <a:t>28</a:t>
            </a:r>
            <a:r>
              <a:rPr lang="ko-KR" altLang="en-US" dirty="0" smtClean="0"/>
              <a:t>식</a:t>
            </a:r>
            <a:r>
              <a:rPr lang="en-US" altLang="ko-KR" dirty="0" smtClean="0"/>
              <a:t>, </a:t>
            </a:r>
            <a:r>
              <a:rPr lang="ko-KR" altLang="en-US" dirty="0" smtClean="0"/>
              <a:t>기타장비 </a:t>
            </a:r>
            <a:r>
              <a:rPr lang="en-US" altLang="ko-KR" dirty="0" smtClean="0"/>
              <a:t>7</a:t>
            </a:r>
            <a:r>
              <a:rPr lang="ko-KR" altLang="en-US" dirty="0" smtClean="0"/>
              <a:t>식을 </a:t>
            </a:r>
            <a:r>
              <a:rPr lang="en-US" altLang="ko-KR" dirty="0" smtClean="0"/>
              <a:t>A, B, C </a:t>
            </a:r>
            <a:r>
              <a:rPr lang="ko-KR" altLang="en-US" dirty="0" smtClean="0"/>
              <a:t>건물에 구축하는 사업입니다</a:t>
            </a:r>
            <a:r>
              <a:rPr lang="en-US" altLang="ko-KR" dirty="0" smtClean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B881E72-741C-43CE-8FF8-843ED7068EB0}" type="slidenum">
              <a:rPr lang="ko-KR" altLang="en-US" smtClean="0"/>
              <a:pPr/>
              <a:t>11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987236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1030288" y="1241425"/>
            <a:ext cx="4737100" cy="3349625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smtClean="0"/>
              <a:t>현황분석 입니다</a:t>
            </a:r>
            <a:r>
              <a:rPr lang="en-US" altLang="ko-KR" dirty="0" smtClean="0"/>
              <a:t>.</a:t>
            </a:r>
          </a:p>
          <a:p>
            <a:endParaRPr lang="en-US" altLang="ko-KR" dirty="0" smtClean="0"/>
          </a:p>
          <a:p>
            <a:r>
              <a:rPr lang="ko-KR" altLang="en-US" dirty="0" smtClean="0"/>
              <a:t>국방부 내부는 국방부 신관</a:t>
            </a:r>
            <a:r>
              <a:rPr lang="en-US" altLang="ko-KR" dirty="0" smtClean="0"/>
              <a:t>, </a:t>
            </a:r>
            <a:r>
              <a:rPr lang="ko-KR" altLang="en-US" dirty="0" smtClean="0"/>
              <a:t>합참 등 </a:t>
            </a:r>
            <a:r>
              <a:rPr lang="en-US" altLang="ko-KR" dirty="0" smtClean="0"/>
              <a:t>8</a:t>
            </a:r>
            <a:r>
              <a:rPr lang="ko-KR" altLang="en-US" dirty="0" smtClean="0"/>
              <a:t>개 건물이 있으며</a:t>
            </a:r>
            <a:endParaRPr lang="en-US" altLang="ko-KR" dirty="0" smtClean="0"/>
          </a:p>
          <a:p>
            <a:endParaRPr lang="en-US" altLang="ko-KR" dirty="0" smtClean="0"/>
          </a:p>
          <a:p>
            <a:r>
              <a:rPr lang="ko-KR" altLang="en-US" dirty="0" smtClean="0"/>
              <a:t>본 사업은 </a:t>
            </a:r>
            <a:r>
              <a:rPr lang="en-US" altLang="ko-KR" dirty="0" smtClean="0"/>
              <a:t>a</a:t>
            </a:r>
            <a:r>
              <a:rPr lang="ko-KR" altLang="en-US" dirty="0" smtClean="0"/>
              <a:t>건물 네트워크 구축과</a:t>
            </a:r>
            <a:endParaRPr lang="en-US" altLang="ko-KR" dirty="0" smtClean="0"/>
          </a:p>
          <a:p>
            <a:r>
              <a:rPr lang="ko-KR" altLang="en-US" dirty="0" err="1" smtClean="0"/>
              <a:t>국전원</a:t>
            </a:r>
            <a:r>
              <a:rPr lang="ko-KR" altLang="en-US" dirty="0" smtClean="0"/>
              <a:t> 관제실 이전에 따른 영상장비 설치하며</a:t>
            </a:r>
            <a:endParaRPr lang="en-US" altLang="ko-KR" dirty="0" smtClean="0"/>
          </a:p>
          <a:p>
            <a:r>
              <a:rPr lang="en-US" altLang="ko-KR" dirty="0" smtClean="0"/>
              <a:t>C</a:t>
            </a:r>
            <a:r>
              <a:rPr lang="ko-KR" altLang="en-US" dirty="0" smtClean="0"/>
              <a:t>건물과 </a:t>
            </a:r>
            <a:r>
              <a:rPr lang="ko-KR" altLang="en-US" dirty="0" err="1" smtClean="0"/>
              <a:t>네트워크을</a:t>
            </a:r>
            <a:r>
              <a:rPr lang="ko-KR" altLang="en-US" dirty="0" smtClean="0"/>
              <a:t> 연동하여</a:t>
            </a:r>
            <a:endParaRPr lang="en-US" altLang="ko-KR" dirty="0" smtClean="0"/>
          </a:p>
          <a:p>
            <a:r>
              <a:rPr lang="ko-KR" altLang="en-US" dirty="0" smtClean="0"/>
              <a:t>국방부 영내의 </a:t>
            </a:r>
            <a:r>
              <a:rPr lang="ko-KR" altLang="en-US" dirty="0" err="1" smtClean="0"/>
              <a:t>모든기관</a:t>
            </a:r>
            <a:r>
              <a:rPr lang="ko-KR" altLang="en-US" dirty="0" smtClean="0"/>
              <a:t> 건물네트워크 인프라를 </a:t>
            </a:r>
            <a:endParaRPr lang="en-US" altLang="ko-KR" dirty="0" smtClean="0"/>
          </a:p>
          <a:p>
            <a:r>
              <a:rPr lang="ko-KR" altLang="en-US" dirty="0" smtClean="0"/>
              <a:t>연동하는 사업입니다</a:t>
            </a:r>
            <a:r>
              <a:rPr lang="en-US" altLang="ko-KR" dirty="0" smtClean="0"/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B881E72-741C-43CE-8FF8-843ED7068EB0}" type="slidenum">
              <a:rPr lang="ko-KR" altLang="en-US" smtClean="0"/>
              <a:pPr/>
              <a:t>12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020530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1030288" y="1241425"/>
            <a:ext cx="4737100" cy="3349625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smtClean="0"/>
              <a:t>군은 </a:t>
            </a:r>
            <a:r>
              <a:rPr lang="en-US" altLang="ko-KR" dirty="0" smtClean="0"/>
              <a:t>C4I</a:t>
            </a:r>
            <a:r>
              <a:rPr lang="en-US" altLang="ko-KR" baseline="0" dirty="0" smtClean="0"/>
              <a:t> </a:t>
            </a:r>
            <a:r>
              <a:rPr lang="ko-KR" altLang="en-US" baseline="0" dirty="0" smtClean="0"/>
              <a:t>체계</a:t>
            </a:r>
            <a:r>
              <a:rPr lang="en-US" altLang="ko-KR" baseline="0" dirty="0" smtClean="0"/>
              <a:t>, </a:t>
            </a:r>
            <a:r>
              <a:rPr lang="ko-KR" altLang="en-US" baseline="0" dirty="0" smtClean="0"/>
              <a:t>무선망 체계 등 총 </a:t>
            </a:r>
            <a:r>
              <a:rPr lang="en-US" altLang="ko-KR" baseline="0" dirty="0" smtClean="0"/>
              <a:t>15</a:t>
            </a:r>
            <a:r>
              <a:rPr lang="ko-KR" altLang="en-US" baseline="0" dirty="0" smtClean="0"/>
              <a:t>개의 체계를 운영 중에 있으며</a:t>
            </a:r>
            <a:endParaRPr lang="en-US" altLang="ko-KR" baseline="0" dirty="0" smtClean="0"/>
          </a:p>
          <a:p>
            <a:r>
              <a:rPr lang="ko-KR" altLang="en-US" baseline="0" dirty="0" smtClean="0"/>
              <a:t>본 사업은 이중 인터넷 체계</a:t>
            </a:r>
            <a:r>
              <a:rPr lang="en-US" altLang="ko-KR" baseline="0" dirty="0" smtClean="0"/>
              <a:t>, </a:t>
            </a:r>
            <a:r>
              <a:rPr lang="ko-KR" altLang="en-US" baseline="0" dirty="0" smtClean="0"/>
              <a:t>인트라넷 체계 구축을 목표로 하고 있습니다</a:t>
            </a:r>
            <a:r>
              <a:rPr lang="en-US" altLang="ko-KR" baseline="0" dirty="0" smtClean="0"/>
              <a:t>.</a:t>
            </a:r>
          </a:p>
          <a:p>
            <a:r>
              <a:rPr lang="ko-KR" altLang="en-US" baseline="0" dirty="0" smtClean="0"/>
              <a:t>제안사는 구축 이후에도 이러한 체계와의 연동이 발생 시 성실히 지원 할 것을 약속합니다</a:t>
            </a:r>
            <a:r>
              <a:rPr lang="en-US" altLang="ko-KR" baseline="0" dirty="0" smtClean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B881E72-741C-43CE-8FF8-843ED7068EB0}" type="slidenum">
              <a:rPr lang="ko-KR" altLang="en-US" smtClean="0"/>
              <a:t>13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4582312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smtClean="0"/>
              <a:t>추진 전략에서는 총 </a:t>
            </a:r>
            <a:r>
              <a:rPr lang="en-US" altLang="ko-KR" dirty="0" smtClean="0"/>
              <a:t>5</a:t>
            </a:r>
            <a:r>
              <a:rPr lang="ko-KR" altLang="en-US" dirty="0" smtClean="0"/>
              <a:t>개의 전략을 말씀 드리도록 하겠습니다</a:t>
            </a:r>
            <a:r>
              <a:rPr lang="en-US" altLang="ko-KR" dirty="0" smtClean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B881E72-741C-43CE-8FF8-843ED7068EB0}" type="slidenum">
              <a:rPr lang="ko-KR" altLang="en-US" smtClean="0"/>
              <a:t>14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9379385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1030288" y="1241425"/>
            <a:ext cx="4737100" cy="3349625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ko-KR" altLang="en-US" dirty="0" smtClean="0"/>
              <a:t>제안사는 </a:t>
            </a:r>
            <a:endParaRPr lang="en-US" altLang="ko-KR" dirty="0" smtClean="0"/>
          </a:p>
          <a:p>
            <a:r>
              <a:rPr lang="ko-KR" altLang="en-US" dirty="0" smtClean="0"/>
              <a:t>확장된 일정관리를 통한 업무 연속성 확보</a:t>
            </a:r>
            <a:r>
              <a:rPr lang="en-US" altLang="ko-KR" dirty="0" smtClean="0"/>
              <a:t>, </a:t>
            </a:r>
          </a:p>
          <a:p>
            <a:r>
              <a:rPr lang="ko-KR" altLang="en-US" dirty="0" smtClean="0"/>
              <a:t>짧은 기간 내 안정적 구축을 위한 최적의 엔지니어 투입</a:t>
            </a:r>
            <a:endParaRPr lang="en-US" altLang="ko-KR" dirty="0" smtClean="0"/>
          </a:p>
          <a:p>
            <a:r>
              <a:rPr lang="ko-KR" altLang="en-US" dirty="0" smtClean="0"/>
              <a:t>군 사업 이해를 위한</a:t>
            </a:r>
            <a:r>
              <a:rPr lang="en-US" altLang="ko-KR" dirty="0" smtClean="0"/>
              <a:t> </a:t>
            </a:r>
            <a:r>
              <a:rPr lang="ko-KR" altLang="en-US" dirty="0" smtClean="0"/>
              <a:t>전문 인력 투입</a:t>
            </a:r>
            <a:endParaRPr lang="en-US" altLang="ko-KR" dirty="0" smtClean="0"/>
          </a:p>
          <a:p>
            <a:r>
              <a:rPr lang="ko-KR" altLang="en-US" dirty="0" smtClean="0"/>
              <a:t>기존 정보보호 체계 연동 및 보안성 점검을 통한 보안성 확보</a:t>
            </a:r>
            <a:endParaRPr lang="en-US" altLang="ko-KR" dirty="0" smtClean="0"/>
          </a:p>
          <a:p>
            <a:r>
              <a:rPr lang="ko-KR" altLang="en-US" dirty="0" smtClean="0"/>
              <a:t>신기술 적용을 통한</a:t>
            </a:r>
            <a:r>
              <a:rPr lang="en-US" altLang="ko-KR" dirty="0" smtClean="0"/>
              <a:t> </a:t>
            </a:r>
            <a:r>
              <a:rPr lang="ko-KR" altLang="en-US" dirty="0" smtClean="0"/>
              <a:t>확장성</a:t>
            </a:r>
            <a:r>
              <a:rPr lang="en-US" altLang="ko-KR" dirty="0" smtClean="0"/>
              <a:t>, </a:t>
            </a:r>
            <a:r>
              <a:rPr lang="ko-KR" altLang="en-US" dirty="0" smtClean="0"/>
              <a:t>안정성 확보를 위한</a:t>
            </a:r>
            <a:endParaRPr lang="en-US" altLang="ko-KR" dirty="0" smtClean="0"/>
          </a:p>
          <a:p>
            <a:r>
              <a:rPr lang="en-US" altLang="ko-KR" dirty="0" smtClean="0"/>
              <a:t>5</a:t>
            </a:r>
            <a:r>
              <a:rPr lang="ko-KR" altLang="en-US" dirty="0" smtClean="0"/>
              <a:t>가지 전략을 수립하였습니다</a:t>
            </a:r>
            <a:r>
              <a:rPr lang="en-US" altLang="ko-KR" dirty="0" smtClean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739FBB5-35F4-4161-A014-39F57E4C0B87}" type="slidenum">
              <a:rPr lang="ko-KR" altLang="en-US" smtClean="0"/>
              <a:pPr/>
              <a:t>15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7862887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1030288" y="1241425"/>
            <a:ext cx="4737100" cy="3349625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smtClean="0"/>
              <a:t>본 사업은</a:t>
            </a:r>
            <a:endParaRPr lang="en-US" altLang="ko-KR" dirty="0" smtClean="0"/>
          </a:p>
          <a:p>
            <a:r>
              <a:rPr lang="ko-KR" altLang="en-US" dirty="0" smtClean="0"/>
              <a:t>구축 후 다수 기관 수용을 위해 </a:t>
            </a:r>
          </a:p>
          <a:p>
            <a:r>
              <a:rPr lang="ko-KR" altLang="en-US" dirty="0" smtClean="0"/>
              <a:t>일정 관리 조정 및 별도 대응 조직이 필요 합니다</a:t>
            </a:r>
            <a:r>
              <a:rPr lang="en-US" altLang="ko-KR" dirty="0" smtClean="0"/>
              <a:t>.</a:t>
            </a:r>
          </a:p>
          <a:p>
            <a:r>
              <a:rPr lang="ko-KR" altLang="en-US" dirty="0" smtClean="0"/>
              <a:t>이를 위해 제안사는 구축 뿐만 아니라 구축 후 지원 업무도 사업 수행 기간에 포함하여</a:t>
            </a:r>
            <a:endParaRPr lang="en-US" altLang="ko-KR" dirty="0" smtClean="0"/>
          </a:p>
          <a:p>
            <a:r>
              <a:rPr lang="ko-KR" altLang="en-US" dirty="0" smtClean="0"/>
              <a:t>기관 이전 지원 및 안정화 지원에 만전을 기하도록 하겠습니다</a:t>
            </a:r>
            <a:r>
              <a:rPr lang="en-US" altLang="ko-KR" dirty="0" smtClean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B881E72-741C-43CE-8FF8-843ED7068EB0}" type="slidenum">
              <a:rPr lang="ko-KR" altLang="en-US" smtClean="0"/>
              <a:pPr/>
              <a:t>16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5256509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1030288" y="1241425"/>
            <a:ext cx="4737100" cy="3349625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smtClean="0"/>
              <a:t>본 사업은</a:t>
            </a:r>
            <a:endParaRPr lang="en-US" altLang="ko-KR" dirty="0" smtClean="0"/>
          </a:p>
          <a:p>
            <a:r>
              <a:rPr lang="en-US" altLang="ko-KR" dirty="0" smtClean="0"/>
              <a:t>3</a:t>
            </a:r>
            <a:r>
              <a:rPr lang="ko-KR" altLang="en-US" dirty="0" smtClean="0"/>
              <a:t>개월의 짧은 기간 내에 검수</a:t>
            </a:r>
            <a:r>
              <a:rPr lang="en-US" altLang="ko-KR" dirty="0" smtClean="0"/>
              <a:t>, </a:t>
            </a:r>
            <a:r>
              <a:rPr lang="ko-KR" altLang="en-US" dirty="0" smtClean="0"/>
              <a:t>시험 검증</a:t>
            </a:r>
            <a:r>
              <a:rPr lang="en-US" altLang="ko-KR" dirty="0" smtClean="0"/>
              <a:t>, </a:t>
            </a:r>
            <a:r>
              <a:rPr lang="ko-KR" altLang="en-US" dirty="0" smtClean="0"/>
              <a:t>구축</a:t>
            </a:r>
            <a:r>
              <a:rPr lang="en-US" altLang="ko-KR" dirty="0" smtClean="0"/>
              <a:t>, </a:t>
            </a:r>
            <a:r>
              <a:rPr lang="ko-KR" altLang="en-US" dirty="0" smtClean="0"/>
              <a:t>통합 시험을 완료해야 하는 </a:t>
            </a:r>
            <a:endParaRPr lang="en-US" altLang="ko-KR" dirty="0" smtClean="0"/>
          </a:p>
          <a:p>
            <a:r>
              <a:rPr lang="ko-KR" altLang="en-US" dirty="0" smtClean="0"/>
              <a:t>매우 시간이 촉박한 사업으로</a:t>
            </a:r>
            <a:endParaRPr lang="en-US" altLang="ko-KR" dirty="0" smtClean="0"/>
          </a:p>
          <a:p>
            <a:r>
              <a:rPr lang="ko-KR" altLang="en-US" dirty="0" smtClean="0"/>
              <a:t>제안사는 짧은 기간 내 완벽한 사업 수행을 위해</a:t>
            </a:r>
            <a:endParaRPr lang="en-US" altLang="ko-KR" dirty="0" smtClean="0"/>
          </a:p>
          <a:p>
            <a:r>
              <a:rPr lang="ko-KR" altLang="en-US" dirty="0" smtClean="0"/>
              <a:t>최적의 전문가를 투입하고</a:t>
            </a:r>
            <a:endParaRPr lang="en-US" altLang="ko-KR" dirty="0" smtClean="0"/>
          </a:p>
          <a:p>
            <a:r>
              <a:rPr lang="ko-KR" altLang="en-US" dirty="0" smtClean="0"/>
              <a:t>사전 준비에 만전을 기하도록 하겠습니다</a:t>
            </a:r>
            <a:r>
              <a:rPr lang="en-US" altLang="ko-KR" dirty="0" smtClean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B881E72-741C-43CE-8FF8-843ED7068EB0}" type="slidenum">
              <a:rPr lang="ko-KR" altLang="en-US" smtClean="0"/>
              <a:pPr/>
              <a:t>17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9060912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1030288" y="1241425"/>
            <a:ext cx="4737100" cy="3349625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smtClean="0"/>
              <a:t>국 방부 내부 연동</a:t>
            </a:r>
            <a:r>
              <a:rPr lang="en-US" altLang="ko-KR" dirty="0" smtClean="0"/>
              <a:t>, </a:t>
            </a:r>
            <a:r>
              <a:rPr lang="ko-KR" altLang="en-US" dirty="0" smtClean="0"/>
              <a:t>군 업무 협조 등</a:t>
            </a:r>
            <a:endParaRPr lang="en-US" altLang="ko-KR" dirty="0" smtClean="0"/>
          </a:p>
          <a:p>
            <a:r>
              <a:rPr lang="ko-KR" altLang="en-US" dirty="0" smtClean="0"/>
              <a:t>본 사업을 안정적으로 수행하기 위해서는 군사</a:t>
            </a:r>
            <a:r>
              <a:rPr lang="ko-KR" altLang="en-US" baseline="0" dirty="0" smtClean="0"/>
              <a:t> 전문가가 반드시 필요합니다</a:t>
            </a:r>
            <a:r>
              <a:rPr lang="en-US" altLang="ko-KR" baseline="0" dirty="0" smtClean="0"/>
              <a:t>.</a:t>
            </a:r>
          </a:p>
          <a:p>
            <a:r>
              <a:rPr lang="ko-KR" altLang="en-US" baseline="0" dirty="0" smtClean="0"/>
              <a:t>제안사는 </a:t>
            </a:r>
            <a:r>
              <a:rPr lang="en-US" altLang="ko-KR" baseline="0" dirty="0" smtClean="0"/>
              <a:t>20</a:t>
            </a:r>
            <a:r>
              <a:rPr lang="ko-KR" altLang="en-US" baseline="0" dirty="0" smtClean="0"/>
              <a:t>년 이상 군 네트워크</a:t>
            </a:r>
            <a:r>
              <a:rPr lang="en-US" altLang="ko-KR" baseline="0" dirty="0" smtClean="0"/>
              <a:t> </a:t>
            </a:r>
            <a:r>
              <a:rPr lang="ko-KR" altLang="en-US" baseline="0" dirty="0" smtClean="0"/>
              <a:t>구축 경험이 있는 군사 전문가를</a:t>
            </a:r>
            <a:endParaRPr lang="en-US" altLang="ko-KR" baseline="0" dirty="0" smtClean="0"/>
          </a:p>
          <a:p>
            <a:r>
              <a:rPr lang="ko-KR" altLang="en-US" baseline="0" dirty="0" smtClean="0"/>
              <a:t>투입하여 본 사업의 완성도를 높이도록 하겠습니다</a:t>
            </a:r>
            <a:r>
              <a:rPr lang="en-US" altLang="ko-KR" baseline="0" dirty="0" smtClean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B881E72-741C-43CE-8FF8-843ED7068EB0}" type="slidenum">
              <a:rPr lang="ko-KR" altLang="en-US" smtClean="0"/>
              <a:pPr/>
              <a:t>18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2564888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1030288" y="1241425"/>
            <a:ext cx="4737100" cy="3349625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smtClean="0"/>
              <a:t>제안사는 보안성 향상을 위해</a:t>
            </a:r>
            <a:endParaRPr lang="en-US" altLang="ko-KR" dirty="0" smtClean="0"/>
          </a:p>
          <a:p>
            <a:r>
              <a:rPr lang="ko-KR" altLang="en-US" dirty="0" smtClean="0"/>
              <a:t>기존 정보보호 체계와의 완벽한 연동 방안 수립</a:t>
            </a:r>
            <a:r>
              <a:rPr lang="en-US" altLang="ko-KR" dirty="0" smtClean="0"/>
              <a:t>,</a:t>
            </a:r>
            <a:r>
              <a:rPr lang="ko-KR" altLang="en-US" dirty="0" smtClean="0"/>
              <a:t> </a:t>
            </a:r>
          </a:p>
          <a:p>
            <a:r>
              <a:rPr lang="ko-KR" altLang="en-US" dirty="0" smtClean="0"/>
              <a:t>도입 장비에 대한 철저한 보안성 검증을 수행 하겠습니다</a:t>
            </a:r>
            <a:r>
              <a:rPr lang="en-US" altLang="ko-KR" dirty="0" smtClean="0"/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B881E72-741C-43CE-8FF8-843ED7068EB0}" type="slidenum">
              <a:rPr lang="ko-KR" altLang="en-US" smtClean="0"/>
              <a:pPr/>
              <a:t>19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5207703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1030288" y="1241425"/>
            <a:ext cx="4737100" cy="3349625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smtClean="0"/>
              <a:t>지속적으로 변화하는 환경에 능동적으로 대응하기 위해 </a:t>
            </a:r>
            <a:endParaRPr lang="en-US" altLang="ko-KR" dirty="0" smtClean="0"/>
          </a:p>
          <a:p>
            <a:r>
              <a:rPr lang="ko-KR" altLang="en-US" dirty="0" smtClean="0"/>
              <a:t>네트워크 구성 시</a:t>
            </a:r>
            <a:endParaRPr lang="en-US" altLang="ko-KR" dirty="0" smtClean="0"/>
          </a:p>
          <a:p>
            <a:r>
              <a:rPr lang="en-US" altLang="ko-KR" dirty="0" smtClean="0"/>
              <a:t>VRF, vPC </a:t>
            </a:r>
            <a:r>
              <a:rPr lang="ko-KR" altLang="en-US" dirty="0" smtClean="0"/>
              <a:t>등의 가상화 적용을 통해 가용성</a:t>
            </a:r>
            <a:r>
              <a:rPr lang="en-US" altLang="ko-KR" dirty="0" smtClean="0"/>
              <a:t>,</a:t>
            </a:r>
            <a:r>
              <a:rPr lang="en-US" altLang="ko-KR" baseline="0" dirty="0" smtClean="0"/>
              <a:t> </a:t>
            </a:r>
            <a:r>
              <a:rPr lang="ko-KR" altLang="en-US" baseline="0" dirty="0" smtClean="0"/>
              <a:t>보안성 등</a:t>
            </a:r>
            <a:endParaRPr lang="en-US" altLang="ko-KR" baseline="0" dirty="0" smtClean="0"/>
          </a:p>
          <a:p>
            <a:r>
              <a:rPr lang="ko-KR" altLang="en-US" baseline="0" dirty="0" smtClean="0"/>
              <a:t>네트워크의 안정성 및 확장성을</a:t>
            </a:r>
            <a:r>
              <a:rPr lang="en-US" altLang="ko-KR" baseline="0" dirty="0" smtClean="0"/>
              <a:t> </a:t>
            </a:r>
            <a:r>
              <a:rPr lang="ko-KR" altLang="en-US" baseline="0" dirty="0" smtClean="0"/>
              <a:t>보장하도록 하겠습니다</a:t>
            </a:r>
            <a:r>
              <a:rPr lang="en-US" altLang="ko-KR" baseline="0" dirty="0" smtClean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B881E72-741C-43CE-8FF8-843ED7068EB0}" type="slidenum">
              <a:rPr lang="ko-KR" altLang="en-US" smtClean="0"/>
              <a:pPr/>
              <a:t>20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7916586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smtClean="0"/>
              <a:t>기술 전략에서는 목표구성</a:t>
            </a:r>
            <a:r>
              <a:rPr lang="en-US" altLang="ko-KR" dirty="0" smtClean="0"/>
              <a:t>, </a:t>
            </a:r>
            <a:r>
              <a:rPr lang="ko-KR" altLang="en-US" dirty="0" smtClean="0"/>
              <a:t>네트워크 구축 방안 등에 대해 말씀 드리도록 하겠습니다</a:t>
            </a:r>
            <a:r>
              <a:rPr lang="en-US" altLang="ko-KR" dirty="0" smtClean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B881E72-741C-43CE-8FF8-843ED7068EB0}" type="slidenum">
              <a:rPr lang="ko-KR" altLang="en-US" smtClean="0"/>
              <a:t>21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1165691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smtClean="0"/>
              <a:t>목표 구성입니다</a:t>
            </a:r>
            <a:r>
              <a:rPr lang="en-US" altLang="ko-KR" dirty="0" smtClean="0"/>
              <a:t>.</a:t>
            </a:r>
          </a:p>
          <a:p>
            <a:r>
              <a:rPr lang="ko-KR" altLang="en-US" dirty="0" smtClean="0"/>
              <a:t>제안사는 네트워크 설계 시 단순화</a:t>
            </a:r>
            <a:r>
              <a:rPr lang="en-US" altLang="ko-KR" dirty="0" smtClean="0"/>
              <a:t>, </a:t>
            </a:r>
            <a:r>
              <a:rPr lang="ko-KR" altLang="en-US" dirty="0" smtClean="0"/>
              <a:t>가상화</a:t>
            </a:r>
            <a:r>
              <a:rPr lang="en-US" altLang="ko-KR" dirty="0" smtClean="0"/>
              <a:t>, </a:t>
            </a:r>
            <a:r>
              <a:rPr lang="ko-KR" altLang="en-US" dirty="0" smtClean="0"/>
              <a:t>안정화</a:t>
            </a:r>
            <a:r>
              <a:rPr lang="en-US" altLang="ko-KR" dirty="0" smtClean="0"/>
              <a:t>, </a:t>
            </a:r>
            <a:r>
              <a:rPr lang="ko-KR" altLang="en-US" dirty="0" smtClean="0"/>
              <a:t>유연성</a:t>
            </a:r>
            <a:r>
              <a:rPr lang="en-US" altLang="ko-KR" dirty="0" smtClean="0"/>
              <a:t>, </a:t>
            </a:r>
            <a:r>
              <a:rPr lang="ko-KR" altLang="en-US" dirty="0" smtClean="0"/>
              <a:t>보안성을 목표로 하였습니다</a:t>
            </a:r>
            <a:r>
              <a:rPr lang="en-US" altLang="ko-KR" dirty="0" smtClean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B881E72-741C-43CE-8FF8-843ED7068EB0}" type="slidenum">
              <a:rPr lang="ko-KR" altLang="en-US" smtClean="0"/>
              <a:t>22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5563555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1030288" y="1241425"/>
            <a:ext cx="4737100" cy="3349625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smtClean="0"/>
              <a:t>이러한 설계를 통한 구축으로</a:t>
            </a:r>
            <a:endParaRPr lang="en-US" altLang="ko-KR" dirty="0" smtClean="0"/>
          </a:p>
          <a:p>
            <a:r>
              <a:rPr lang="ko-KR" altLang="en-US" dirty="0" smtClean="0"/>
              <a:t>보다 쉽고</a:t>
            </a:r>
            <a:r>
              <a:rPr lang="en-US" altLang="ko-KR" dirty="0" smtClean="0"/>
              <a:t>, </a:t>
            </a:r>
            <a:r>
              <a:rPr lang="ko-KR" altLang="en-US" dirty="0" smtClean="0"/>
              <a:t>보다 빠른 안전하고 유연한 네트워크를 구축하겠습니다</a:t>
            </a:r>
            <a:r>
              <a:rPr lang="en-US" altLang="ko-KR" dirty="0" smtClean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B881E72-741C-43CE-8FF8-843ED7068EB0}" type="slidenum">
              <a:rPr lang="ko-KR" altLang="en-US" smtClean="0"/>
              <a:t>23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5586502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smtClean="0"/>
              <a:t>전체 목표 구성입니다</a:t>
            </a:r>
            <a:r>
              <a:rPr lang="en-US" altLang="ko-KR" dirty="0" smtClean="0"/>
              <a:t>.</a:t>
            </a:r>
          </a:p>
          <a:p>
            <a:r>
              <a:rPr lang="ko-KR" altLang="en-US" dirty="0" smtClean="0"/>
              <a:t>리모델링에 따른 이전 기관의 안정적 업무 수행을 위한 네트워크 장비 구축</a:t>
            </a:r>
            <a:endParaRPr lang="en-US" altLang="ko-KR" dirty="0" smtClean="0"/>
          </a:p>
          <a:p>
            <a:r>
              <a:rPr lang="ko-KR" altLang="en-US" dirty="0" smtClean="0"/>
              <a:t>관제실 이전에 따른 영상장비 구축을 위한 최적의 구성</a:t>
            </a:r>
            <a:r>
              <a:rPr lang="en-US" altLang="ko-KR" dirty="0" smtClean="0"/>
              <a:t>, </a:t>
            </a:r>
          </a:p>
          <a:p>
            <a:r>
              <a:rPr lang="ko-KR" altLang="en-US" dirty="0" smtClean="0"/>
              <a:t>기 운영 체계와의 완벽한 연동이 보장되는 검증된 시스템을 도입하도록 하겠습니다</a:t>
            </a:r>
            <a:r>
              <a:rPr lang="en-US" altLang="ko-KR" dirty="0" smtClean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B881E72-741C-43CE-8FF8-843ED7068EB0}" type="slidenum">
              <a:rPr lang="ko-KR" altLang="en-US" smtClean="0"/>
              <a:t>24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7445499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smtClean="0"/>
              <a:t>네트워크 구축 방안 입니다</a:t>
            </a:r>
            <a:r>
              <a:rPr lang="en-US" altLang="ko-KR" dirty="0" smtClean="0"/>
              <a:t>.</a:t>
            </a:r>
          </a:p>
          <a:p>
            <a:r>
              <a:rPr lang="ko-KR" altLang="en-US" dirty="0" smtClean="0"/>
              <a:t>백본 스위치</a:t>
            </a:r>
            <a:r>
              <a:rPr lang="en-US" altLang="ko-KR" dirty="0" smtClean="0"/>
              <a:t>, </a:t>
            </a:r>
            <a:r>
              <a:rPr lang="ko-KR" altLang="en-US" dirty="0" smtClean="0"/>
              <a:t>워크 그룹 스위치를 단기간 내에 안정적으로 구축하기 위해 </a:t>
            </a:r>
            <a:endParaRPr lang="en-US" altLang="ko-KR" dirty="0" smtClean="0"/>
          </a:p>
          <a:p>
            <a:r>
              <a:rPr lang="ko-KR" altLang="en-US" dirty="0" smtClean="0"/>
              <a:t>라우팅 방안</a:t>
            </a:r>
            <a:r>
              <a:rPr lang="en-US" altLang="ko-KR" dirty="0" smtClean="0"/>
              <a:t>, IP</a:t>
            </a:r>
            <a:r>
              <a:rPr lang="ko-KR" altLang="en-US" dirty="0" smtClean="0"/>
              <a:t>주소 설계</a:t>
            </a:r>
            <a:r>
              <a:rPr lang="en-US" altLang="ko-KR" dirty="0" smtClean="0"/>
              <a:t>, </a:t>
            </a:r>
            <a:r>
              <a:rPr lang="ko-KR" altLang="en-US" dirty="0" smtClean="0"/>
              <a:t>케이블 연결 방안 등</a:t>
            </a:r>
            <a:endParaRPr lang="en-US" altLang="ko-KR" dirty="0" smtClean="0"/>
          </a:p>
          <a:p>
            <a:r>
              <a:rPr lang="ko-KR" altLang="en-US" dirty="0" smtClean="0"/>
              <a:t>사전 준비에 만전을 기하여</a:t>
            </a:r>
            <a:endParaRPr lang="en-US" altLang="ko-KR" dirty="0" smtClean="0"/>
          </a:p>
          <a:p>
            <a:r>
              <a:rPr lang="ko-KR" altLang="en-US" dirty="0" smtClean="0"/>
              <a:t>기간 내 완벽 구축하도록 하겠습니다</a:t>
            </a:r>
            <a:r>
              <a:rPr lang="en-US" altLang="ko-KR" dirty="0" smtClean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B881E72-741C-43CE-8FF8-843ED7068EB0}" type="slidenum">
              <a:rPr lang="ko-KR" altLang="en-US" smtClean="0"/>
              <a:t>25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0534977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smtClean="0"/>
              <a:t>군은 기본 적으로 업무망</a:t>
            </a:r>
            <a:r>
              <a:rPr lang="en-US" altLang="ko-KR" dirty="0" smtClean="0"/>
              <a:t>,</a:t>
            </a:r>
            <a:r>
              <a:rPr lang="ko-KR" altLang="en-US" dirty="0" smtClean="0"/>
              <a:t> 인터넷망에 대해 랙 단위</a:t>
            </a:r>
            <a:r>
              <a:rPr lang="en-US" altLang="ko-KR" dirty="0" smtClean="0"/>
              <a:t>,</a:t>
            </a:r>
            <a:r>
              <a:rPr lang="en-US" altLang="ko-KR" baseline="0" dirty="0" smtClean="0"/>
              <a:t> </a:t>
            </a:r>
            <a:r>
              <a:rPr lang="ko-KR" altLang="en-US" baseline="0" dirty="0" smtClean="0"/>
              <a:t>장비 단위의 물리적 분리를 원칙으로 합니다</a:t>
            </a:r>
            <a:r>
              <a:rPr lang="en-US" altLang="ko-KR" baseline="0" dirty="0" smtClean="0"/>
              <a:t>.</a:t>
            </a:r>
          </a:p>
          <a:p>
            <a:r>
              <a:rPr lang="ko-KR" altLang="en-US" dirty="0" smtClean="0"/>
              <a:t>제안사는 이에 맞추어 랙 단위</a:t>
            </a:r>
            <a:r>
              <a:rPr lang="en-US" altLang="ko-KR" dirty="0" smtClean="0"/>
              <a:t>, </a:t>
            </a:r>
            <a:r>
              <a:rPr lang="ko-KR" altLang="en-US" dirty="0" smtClean="0"/>
              <a:t>장비 단위의 물리적 분리 구축을 제안합니다</a:t>
            </a:r>
            <a:r>
              <a:rPr lang="en-US" altLang="ko-KR" dirty="0" smtClean="0"/>
              <a:t>.</a:t>
            </a:r>
          </a:p>
          <a:p>
            <a:r>
              <a:rPr lang="ko-KR" altLang="en-US" dirty="0" smtClean="0"/>
              <a:t>인터넷 망 구축은 기존 건물에서 사용 중인 시스코 사의 </a:t>
            </a:r>
            <a:r>
              <a:rPr lang="en-US" altLang="ko-KR" dirty="0" smtClean="0"/>
              <a:t>2900 </a:t>
            </a:r>
            <a:r>
              <a:rPr lang="ko-KR" altLang="en-US" dirty="0" smtClean="0"/>
              <a:t>시리즈 장비를 재활용하여 구축하겠습니다</a:t>
            </a:r>
            <a:r>
              <a:rPr lang="en-US" altLang="ko-KR" dirty="0" smtClean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B881E72-741C-43CE-8FF8-843ED7068EB0}" type="slidenum">
              <a:rPr lang="ko-KR" altLang="en-US" smtClean="0"/>
              <a:t>26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6441516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1030288" y="1241425"/>
            <a:ext cx="4737100" cy="3349625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smtClean="0"/>
              <a:t>장애에 대한 안정성 확보를 위해 </a:t>
            </a:r>
            <a:endParaRPr lang="en-US" altLang="ko-KR" dirty="0" smtClean="0"/>
          </a:p>
          <a:p>
            <a:r>
              <a:rPr lang="ko-KR" altLang="en-US" dirty="0" smtClean="0"/>
              <a:t>게이트웨이를 이중화하여 장애 시 빠른 자동 절체를 지원하고</a:t>
            </a:r>
            <a:endParaRPr lang="en-US" altLang="ko-KR" dirty="0" smtClean="0"/>
          </a:p>
          <a:p>
            <a:r>
              <a:rPr lang="ko-KR" altLang="en-US" dirty="0" smtClean="0"/>
              <a:t>장비 가상화를 통해 </a:t>
            </a:r>
            <a:r>
              <a:rPr lang="ko-KR" altLang="en-US" dirty="0" err="1" smtClean="0"/>
              <a:t>루핑</a:t>
            </a:r>
            <a:r>
              <a:rPr lang="ko-KR" altLang="en-US" dirty="0" smtClean="0"/>
              <a:t> 없는 구성으로 장애 발생 원인을 사전 차단하겠습니다</a:t>
            </a:r>
            <a:r>
              <a:rPr lang="en-US" altLang="ko-KR" dirty="0" smtClean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B881E72-741C-43CE-8FF8-843ED7068EB0}" type="slidenum">
              <a:rPr lang="ko-KR" altLang="en-US" smtClean="0"/>
              <a:t>27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8614612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1030288" y="1241425"/>
            <a:ext cx="4737100" cy="3349625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smtClean="0"/>
              <a:t>제안 장비는</a:t>
            </a:r>
            <a:endParaRPr lang="en-US" altLang="ko-KR" dirty="0" smtClean="0"/>
          </a:p>
          <a:p>
            <a:r>
              <a:rPr lang="ko-KR" altLang="en-US" dirty="0" smtClean="0"/>
              <a:t>시스코 사의 확장성</a:t>
            </a:r>
            <a:r>
              <a:rPr lang="en-US" altLang="ko-KR" dirty="0" smtClean="0"/>
              <a:t>, </a:t>
            </a:r>
            <a:r>
              <a:rPr lang="ko-KR" altLang="en-US" dirty="0" smtClean="0"/>
              <a:t>성능</a:t>
            </a:r>
            <a:r>
              <a:rPr lang="en-US" altLang="ko-KR" dirty="0" smtClean="0"/>
              <a:t>, </a:t>
            </a:r>
            <a:r>
              <a:rPr lang="ko-KR" altLang="en-US" dirty="0" smtClean="0"/>
              <a:t>안정성이 보장되는 최신의 장비로</a:t>
            </a:r>
            <a:endParaRPr lang="en-US" altLang="ko-KR" dirty="0" smtClean="0"/>
          </a:p>
          <a:p>
            <a:r>
              <a:rPr lang="ko-KR" altLang="en-US" dirty="0" smtClean="0"/>
              <a:t>백본 장비는 향후 확장성을 고려하여 </a:t>
            </a:r>
            <a:r>
              <a:rPr lang="en-US" altLang="ko-KR" dirty="0" smtClean="0"/>
              <a:t>100G</a:t>
            </a:r>
            <a:r>
              <a:rPr lang="ko-KR" altLang="en-US" dirty="0" smtClean="0"/>
              <a:t>를 지원하는 </a:t>
            </a:r>
            <a:endParaRPr lang="en-US" altLang="ko-KR" dirty="0" smtClean="0"/>
          </a:p>
          <a:p>
            <a:r>
              <a:rPr lang="en-US" altLang="ko-KR" dirty="0" smtClean="0"/>
              <a:t>30 </a:t>
            </a:r>
            <a:r>
              <a:rPr lang="ko-KR" altLang="en-US" dirty="0" smtClean="0"/>
              <a:t>테라 장비를 제안 합니다</a:t>
            </a:r>
            <a:r>
              <a:rPr lang="en-US" altLang="ko-KR" dirty="0" smtClean="0"/>
              <a:t>.</a:t>
            </a:r>
          </a:p>
          <a:p>
            <a:r>
              <a:rPr lang="ko-KR" altLang="en-US" dirty="0" smtClean="0"/>
              <a:t>백본 장비와 워크그룹 스위치는 재활용 장비와 동일 벤더의 장비로 혼용 사용에도</a:t>
            </a:r>
            <a:endParaRPr lang="en-US" altLang="ko-KR" dirty="0" smtClean="0"/>
          </a:p>
          <a:p>
            <a:r>
              <a:rPr lang="ko-KR" altLang="en-US" dirty="0" smtClean="0"/>
              <a:t>완벽한 호환성을 보장합니다</a:t>
            </a:r>
            <a:r>
              <a:rPr lang="en-US" altLang="ko-KR" dirty="0" smtClean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B881E72-741C-43CE-8FF8-843ED7068EB0}" type="slidenum">
              <a:rPr lang="ko-KR" altLang="en-US" smtClean="0"/>
              <a:t>28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3879801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1030288" y="1241425"/>
            <a:ext cx="4737100" cy="3349625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smtClean="0"/>
              <a:t>현재 국방부 네트워크는 모든 장비가 시스코사의 장비로</a:t>
            </a:r>
            <a:endParaRPr lang="en-US" altLang="ko-KR" dirty="0" smtClean="0"/>
          </a:p>
          <a:p>
            <a:r>
              <a:rPr lang="ko-KR" altLang="en-US" dirty="0" smtClean="0"/>
              <a:t>제안사는 부품 공동활용을 통한 비용 절감</a:t>
            </a:r>
            <a:r>
              <a:rPr lang="en-US" altLang="ko-KR" dirty="0" smtClean="0"/>
              <a:t>, </a:t>
            </a:r>
          </a:p>
          <a:p>
            <a:r>
              <a:rPr lang="ko-KR" altLang="en-US" dirty="0" smtClean="0"/>
              <a:t>유지보수 공동 수행에 따른 효율성 향상을 위해</a:t>
            </a:r>
            <a:endParaRPr lang="en-US" altLang="ko-KR" dirty="0" smtClean="0"/>
          </a:p>
          <a:p>
            <a:r>
              <a:rPr lang="ko-KR" altLang="en-US" dirty="0" smtClean="0"/>
              <a:t>기존 국방부 네트워크에서 사용 중인 장비와 동일 벤더의</a:t>
            </a:r>
            <a:endParaRPr lang="en-US" altLang="ko-KR" dirty="0" smtClean="0"/>
          </a:p>
          <a:p>
            <a:r>
              <a:rPr lang="ko-KR" altLang="en-US" dirty="0" smtClean="0"/>
              <a:t>장비를 제안합니다</a:t>
            </a:r>
            <a:r>
              <a:rPr lang="en-US" altLang="ko-KR" dirty="0" smtClean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B881E72-741C-43CE-8FF8-843ED7068EB0}" type="slidenum">
              <a:rPr lang="ko-KR" altLang="en-US" smtClean="0"/>
              <a:t>29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8663313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1030288" y="1241425"/>
            <a:ext cx="4737100" cy="3349625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smtClean="0"/>
              <a:t>제안 장비는 성능</a:t>
            </a:r>
            <a:r>
              <a:rPr lang="en-US" altLang="ko-KR" dirty="0" smtClean="0"/>
              <a:t>, </a:t>
            </a:r>
            <a:r>
              <a:rPr lang="ko-KR" altLang="en-US" dirty="0" smtClean="0"/>
              <a:t>확장성 등 모든 기능을 요구규격 대비 </a:t>
            </a:r>
            <a:r>
              <a:rPr lang="en-US" altLang="ko-KR" dirty="0" smtClean="0"/>
              <a:t>100% </a:t>
            </a:r>
            <a:r>
              <a:rPr lang="ko-KR" altLang="en-US" dirty="0" smtClean="0"/>
              <a:t>이상 만족합니다</a:t>
            </a:r>
            <a:r>
              <a:rPr lang="en-US" altLang="ko-KR" dirty="0" smtClean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B881E72-741C-43CE-8FF8-843ED7068EB0}" type="slidenum">
              <a:rPr lang="ko-KR" altLang="en-US" smtClean="0"/>
              <a:t>30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54995407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1030288" y="1241425"/>
            <a:ext cx="4737100" cy="3349625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smtClean="0"/>
              <a:t>영상 시스템은 안정성</a:t>
            </a:r>
            <a:r>
              <a:rPr lang="en-US" altLang="ko-KR" dirty="0" smtClean="0"/>
              <a:t>, </a:t>
            </a:r>
            <a:r>
              <a:rPr lang="ko-KR" altLang="en-US" dirty="0" smtClean="0"/>
              <a:t>신뢰성</a:t>
            </a:r>
            <a:r>
              <a:rPr lang="en-US" altLang="ko-KR" dirty="0" smtClean="0"/>
              <a:t>, </a:t>
            </a:r>
            <a:r>
              <a:rPr lang="ko-KR" altLang="en-US" dirty="0" smtClean="0"/>
              <a:t>전력 효율성 등</a:t>
            </a:r>
            <a:endParaRPr lang="en-US" altLang="ko-KR" dirty="0" smtClean="0"/>
          </a:p>
          <a:p>
            <a:r>
              <a:rPr lang="ko-KR" altLang="en-US" dirty="0" smtClean="0"/>
              <a:t>다수의 국방 사업에서 검증이 완료된 시스템을 제안합니다</a:t>
            </a:r>
            <a:r>
              <a:rPr lang="en-US" altLang="ko-KR" dirty="0" smtClean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B881E72-741C-43CE-8FF8-843ED7068EB0}" type="slidenum">
              <a:rPr lang="ko-KR" altLang="en-US" smtClean="0"/>
              <a:t>31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93414987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1030288" y="1241425"/>
            <a:ext cx="4737100" cy="3349625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 smtClean="0"/>
              <a:t>IP</a:t>
            </a:r>
            <a:r>
              <a:rPr lang="ko-KR" altLang="en-US" dirty="0" smtClean="0"/>
              <a:t>관리 체계는 기존에 사용 중인 장비와 동일 장비로 완벽한 호환성과 안정성을 보장합니다</a:t>
            </a:r>
            <a:r>
              <a:rPr lang="en-US" altLang="ko-KR" dirty="0" smtClean="0"/>
              <a:t>.</a:t>
            </a:r>
          </a:p>
          <a:p>
            <a:r>
              <a:rPr lang="ko-KR" altLang="en-US" dirty="0" smtClean="0"/>
              <a:t>문자전송 체계는 다수의 군 기관</a:t>
            </a:r>
            <a:r>
              <a:rPr lang="en-US" altLang="ko-KR" dirty="0" smtClean="0"/>
              <a:t>,</a:t>
            </a:r>
            <a:r>
              <a:rPr lang="ko-KR" altLang="en-US" dirty="0" smtClean="0"/>
              <a:t> 공공 기관에서 검증이 완료된 시스템을 제안합니다</a:t>
            </a:r>
            <a:r>
              <a:rPr lang="en-US" altLang="ko-KR" dirty="0" smtClean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B881E72-741C-43CE-8FF8-843ED7068EB0}" type="slidenum">
              <a:rPr lang="ko-KR" altLang="en-US" smtClean="0"/>
              <a:t>32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41299298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1030288" y="1241425"/>
            <a:ext cx="4737100" cy="3349625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smtClean="0"/>
              <a:t>제안사는 내부 구성에 대한 이해를 바탕으로</a:t>
            </a:r>
            <a:endParaRPr lang="en-US" altLang="ko-KR" dirty="0" smtClean="0"/>
          </a:p>
          <a:p>
            <a:r>
              <a:rPr lang="ko-KR" altLang="en-US" dirty="0" smtClean="0"/>
              <a:t>착수</a:t>
            </a:r>
            <a:r>
              <a:rPr lang="en-US" altLang="ko-KR" dirty="0" smtClean="0"/>
              <a:t>, </a:t>
            </a:r>
            <a:r>
              <a:rPr lang="ko-KR" altLang="en-US" dirty="0" smtClean="0"/>
              <a:t>분석 부터</a:t>
            </a:r>
            <a:r>
              <a:rPr lang="en-US" altLang="ko-KR" baseline="0" dirty="0" smtClean="0"/>
              <a:t> </a:t>
            </a:r>
            <a:r>
              <a:rPr lang="ko-KR" altLang="en-US" baseline="0" dirty="0" smtClean="0"/>
              <a:t>안정화</a:t>
            </a:r>
            <a:r>
              <a:rPr lang="en-US" altLang="ko-KR" baseline="0" dirty="0" smtClean="0"/>
              <a:t>, </a:t>
            </a:r>
            <a:r>
              <a:rPr lang="ko-KR" altLang="en-US" baseline="0" dirty="0" smtClean="0"/>
              <a:t>이전 지원 까지 모든 단계를 소홀함이 없이 </a:t>
            </a:r>
            <a:endParaRPr lang="en-US" altLang="ko-KR" baseline="0" dirty="0" smtClean="0"/>
          </a:p>
          <a:p>
            <a:r>
              <a:rPr lang="ko-KR" altLang="en-US" baseline="0" dirty="0" smtClean="0"/>
              <a:t>완벽히 수행 하겠습니다</a:t>
            </a:r>
            <a:r>
              <a:rPr lang="en-US" altLang="ko-KR" baseline="0" dirty="0" smtClean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B881E72-741C-43CE-8FF8-843ED7068EB0}" type="slidenum">
              <a:rPr lang="ko-KR" altLang="en-US" smtClean="0"/>
              <a:t>33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24333614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1030288" y="1241425"/>
            <a:ext cx="4737100" cy="3349625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smtClean="0"/>
              <a:t>관리 전략에서는 조직 구성</a:t>
            </a:r>
            <a:r>
              <a:rPr lang="en-US" altLang="ko-KR" dirty="0" smtClean="0"/>
              <a:t>, </a:t>
            </a:r>
            <a:r>
              <a:rPr lang="ko-KR" altLang="en-US" dirty="0" smtClean="0"/>
              <a:t>사업관리 등 </a:t>
            </a:r>
            <a:r>
              <a:rPr lang="en-US" altLang="ko-KR" dirty="0" smtClean="0"/>
              <a:t>6</a:t>
            </a:r>
            <a:r>
              <a:rPr lang="ko-KR" altLang="en-US" dirty="0" smtClean="0"/>
              <a:t>개 항목에 대해 말씀 드리도록 하겠습니다</a:t>
            </a:r>
            <a:r>
              <a:rPr lang="en-US" altLang="ko-KR" dirty="0" smtClean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B881E72-741C-43CE-8FF8-843ED7068EB0}" type="slidenum">
              <a:rPr lang="ko-KR" altLang="en-US" smtClean="0">
                <a:solidFill>
                  <a:prstClr val="black"/>
                </a:solidFill>
              </a:rPr>
              <a:pPr/>
              <a:t>34</a:t>
            </a:fld>
            <a:endParaRPr lang="ko-KR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62857320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smtClean="0"/>
              <a:t>조직 구성 입니다</a:t>
            </a:r>
            <a:r>
              <a:rPr lang="en-US" altLang="ko-KR" dirty="0" smtClean="0"/>
              <a:t>.</a:t>
            </a:r>
          </a:p>
          <a:p>
            <a:r>
              <a:rPr lang="ko-KR" altLang="en-US" dirty="0" smtClean="0"/>
              <a:t>조직은 저 </a:t>
            </a:r>
            <a:r>
              <a:rPr lang="en-US" altLang="ko-KR" dirty="0" smtClean="0"/>
              <a:t>PM</a:t>
            </a:r>
            <a:r>
              <a:rPr lang="ko-KR" altLang="en-US" dirty="0" smtClean="0"/>
              <a:t>을 포함하여 </a:t>
            </a:r>
            <a:r>
              <a:rPr lang="en-US" altLang="ko-KR" dirty="0" smtClean="0"/>
              <a:t>27</a:t>
            </a:r>
            <a:r>
              <a:rPr lang="ko-KR" altLang="en-US" dirty="0" smtClean="0"/>
              <a:t>명 </a:t>
            </a:r>
            <a:r>
              <a:rPr lang="en-US" altLang="ko-KR" dirty="0" smtClean="0"/>
              <a:t>65.5 </a:t>
            </a:r>
            <a:r>
              <a:rPr lang="ko-KR" altLang="en-US" dirty="0" err="1" smtClean="0"/>
              <a:t>멘먼스를</a:t>
            </a:r>
            <a:r>
              <a:rPr lang="ko-KR" altLang="en-US" dirty="0" smtClean="0"/>
              <a:t> 투입하도록 하겠습니다</a:t>
            </a:r>
            <a:r>
              <a:rPr lang="en-US" altLang="ko-KR" dirty="0" smtClean="0"/>
              <a:t>.</a:t>
            </a:r>
          </a:p>
          <a:p>
            <a:r>
              <a:rPr lang="ko-KR" altLang="en-US" dirty="0" smtClean="0"/>
              <a:t>제안 조직은 네트워크 구축 팀</a:t>
            </a:r>
            <a:r>
              <a:rPr lang="en-US" altLang="ko-KR" dirty="0" smtClean="0"/>
              <a:t>, </a:t>
            </a:r>
            <a:r>
              <a:rPr lang="ko-KR" altLang="en-US" dirty="0" smtClean="0"/>
              <a:t>영상장비</a:t>
            </a:r>
            <a:r>
              <a:rPr lang="en-US" altLang="ko-KR" baseline="0" dirty="0" smtClean="0"/>
              <a:t> </a:t>
            </a:r>
            <a:r>
              <a:rPr lang="ko-KR" altLang="en-US" baseline="0" dirty="0" smtClean="0"/>
              <a:t>구축팀</a:t>
            </a:r>
            <a:r>
              <a:rPr lang="en-US" altLang="ko-KR" baseline="0" dirty="0" smtClean="0"/>
              <a:t>, </a:t>
            </a:r>
            <a:r>
              <a:rPr lang="ko-KR" altLang="en-US" baseline="0" dirty="0" smtClean="0"/>
              <a:t>시험</a:t>
            </a:r>
            <a:r>
              <a:rPr lang="en-US" altLang="ko-KR" baseline="0" dirty="0" smtClean="0"/>
              <a:t>/</a:t>
            </a:r>
            <a:r>
              <a:rPr lang="ko-KR" altLang="en-US" baseline="0" dirty="0" smtClean="0"/>
              <a:t>보안 검증 팀</a:t>
            </a:r>
            <a:r>
              <a:rPr lang="en-US" altLang="ko-KR" baseline="0" dirty="0" smtClean="0"/>
              <a:t>, </a:t>
            </a:r>
            <a:r>
              <a:rPr lang="ko-KR" altLang="en-US" baseline="0" dirty="0" smtClean="0"/>
              <a:t>안정화 이전 지원팀 등 </a:t>
            </a:r>
            <a:r>
              <a:rPr lang="en-US" altLang="ko-KR" baseline="0" dirty="0" smtClean="0"/>
              <a:t>4</a:t>
            </a:r>
            <a:r>
              <a:rPr lang="ko-KR" altLang="en-US" baseline="0" dirty="0" smtClean="0"/>
              <a:t>개의 팀으로 구성합니다</a:t>
            </a:r>
            <a:r>
              <a:rPr lang="en-US" altLang="ko-KR" baseline="0" dirty="0" smtClean="0"/>
              <a:t>.</a:t>
            </a:r>
          </a:p>
          <a:p>
            <a:r>
              <a:rPr lang="ko-KR" altLang="en-US" baseline="0" dirty="0" smtClean="0"/>
              <a:t>구축 팀 중 일부 인력은 안정화</a:t>
            </a:r>
            <a:r>
              <a:rPr lang="en-US" altLang="ko-KR" baseline="0" dirty="0" smtClean="0"/>
              <a:t>, </a:t>
            </a:r>
            <a:r>
              <a:rPr lang="ko-KR" altLang="en-US" baseline="0" dirty="0" smtClean="0"/>
              <a:t>이전 지원을 위해 추가 상주하도록 하겠습니다</a:t>
            </a:r>
            <a:r>
              <a:rPr lang="en-US" altLang="ko-KR" baseline="0" dirty="0" smtClean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B881E72-741C-43CE-8FF8-843ED7068EB0}" type="slidenum">
              <a:rPr lang="ko-KR" altLang="en-US" smtClean="0"/>
              <a:t>35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4798956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1030288" y="1241425"/>
            <a:ext cx="4737100" cy="3349625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smtClean="0"/>
              <a:t>각 분야의 </a:t>
            </a:r>
            <a:r>
              <a:rPr lang="en-US" altLang="ko-KR" dirty="0" smtClean="0"/>
              <a:t>PL</a:t>
            </a:r>
            <a:r>
              <a:rPr lang="ko-KR" altLang="en-US" dirty="0" smtClean="0"/>
              <a:t>은 </a:t>
            </a:r>
            <a:r>
              <a:rPr lang="en-US" altLang="ko-KR" dirty="0" smtClean="0"/>
              <a:t>15</a:t>
            </a:r>
            <a:r>
              <a:rPr lang="ko-KR" altLang="en-US" dirty="0" smtClean="0"/>
              <a:t>년에서 </a:t>
            </a:r>
            <a:r>
              <a:rPr lang="en-US" altLang="ko-KR" dirty="0" smtClean="0"/>
              <a:t>30</a:t>
            </a:r>
            <a:r>
              <a:rPr lang="ko-KR" altLang="en-US" dirty="0" smtClean="0"/>
              <a:t>년 간 해당 분야에서 실력을 인정 받은 최적의 인력입니다</a:t>
            </a:r>
            <a:r>
              <a:rPr lang="en-US" altLang="ko-KR" dirty="0" smtClean="0"/>
              <a:t>.</a:t>
            </a:r>
          </a:p>
          <a:p>
            <a:r>
              <a:rPr lang="ko-KR" altLang="en-US" dirty="0" smtClean="0"/>
              <a:t>제안사는 이러한 경험</a:t>
            </a:r>
            <a:r>
              <a:rPr lang="en-US" altLang="ko-KR" dirty="0" smtClean="0"/>
              <a:t>, </a:t>
            </a:r>
            <a:r>
              <a:rPr lang="ko-KR" altLang="en-US" dirty="0" smtClean="0"/>
              <a:t>실력</a:t>
            </a:r>
            <a:r>
              <a:rPr lang="en-US" altLang="ko-KR" dirty="0" smtClean="0"/>
              <a:t>, </a:t>
            </a:r>
            <a:r>
              <a:rPr lang="ko-KR" altLang="en-US" dirty="0" smtClean="0"/>
              <a:t>책임감 있는 인력 투입을 통해</a:t>
            </a:r>
            <a:endParaRPr lang="en-US" altLang="ko-KR" dirty="0" smtClean="0"/>
          </a:p>
          <a:p>
            <a:r>
              <a:rPr lang="ko-KR" altLang="en-US" dirty="0" smtClean="0"/>
              <a:t>최고 품질의 구축 서비스를 제공하도록 하겠습니다</a:t>
            </a:r>
            <a:r>
              <a:rPr lang="en-US" altLang="ko-KR" dirty="0" smtClean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B881E72-741C-43CE-8FF8-843ED7068EB0}" type="slidenum">
              <a:rPr lang="ko-KR" altLang="en-US" smtClean="0"/>
              <a:t>36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24071783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766763" y="744538"/>
            <a:ext cx="5264150" cy="3722687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43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ko-KR" altLang="en-US" dirty="0" smtClean="0"/>
              <a:t>사업 관리 입니다</a:t>
            </a:r>
            <a:r>
              <a:rPr lang="en-US" altLang="ko-KR" dirty="0" smtClean="0"/>
              <a:t>.</a:t>
            </a:r>
          </a:p>
          <a:p>
            <a:r>
              <a:rPr lang="ko-KR" altLang="en-US" dirty="0" smtClean="0"/>
              <a:t>본 사업의 성공을 위해 일정</a:t>
            </a:r>
            <a:r>
              <a:rPr lang="en-US" altLang="ko-KR" dirty="0" smtClean="0"/>
              <a:t>, </a:t>
            </a:r>
            <a:r>
              <a:rPr lang="ko-KR" altLang="en-US" dirty="0" smtClean="0"/>
              <a:t>자원</a:t>
            </a:r>
            <a:r>
              <a:rPr lang="en-US" altLang="ko-KR" dirty="0" smtClean="0"/>
              <a:t>, </a:t>
            </a:r>
            <a:r>
              <a:rPr lang="ko-KR" altLang="en-US" dirty="0" smtClean="0"/>
              <a:t>위험</a:t>
            </a:r>
            <a:r>
              <a:rPr lang="en-US" altLang="ko-KR" dirty="0" smtClean="0"/>
              <a:t> </a:t>
            </a:r>
            <a:r>
              <a:rPr lang="ko-KR" altLang="en-US" dirty="0" smtClean="0"/>
              <a:t>관리 등 </a:t>
            </a:r>
            <a:r>
              <a:rPr lang="en-US" altLang="ko-KR" dirty="0" smtClean="0"/>
              <a:t>8</a:t>
            </a:r>
            <a:r>
              <a:rPr lang="ko-KR" altLang="en-US" dirty="0" smtClean="0"/>
              <a:t>대 요소에 대해 철저히 관리하도록 하겠습니다</a:t>
            </a:r>
            <a:r>
              <a:rPr lang="en-US" altLang="ko-KR" dirty="0" smtClean="0"/>
              <a:t>.</a:t>
            </a:r>
          </a:p>
          <a:p>
            <a:r>
              <a:rPr lang="ko-KR" altLang="en-US" dirty="0" smtClean="0"/>
              <a:t>특히 사전 위험요소 파악을 통한 리스크 최소화로 짧은 프로젝트 기간 내 발생 할 수 있는 위험 요소를 </a:t>
            </a:r>
            <a:endParaRPr lang="en-US" altLang="ko-KR" dirty="0" smtClean="0"/>
          </a:p>
          <a:p>
            <a:r>
              <a:rPr lang="ko-KR" altLang="en-US" dirty="0" smtClean="0"/>
              <a:t>제거하여 사업 시작 부터 종료 까지 최고 품질의 사업관리를 수행하겠습니다</a:t>
            </a:r>
            <a:r>
              <a:rPr lang="en-US" altLang="ko-KR" dirty="0" smtClean="0"/>
              <a:t>.</a:t>
            </a:r>
            <a:endParaRPr lang="ko-KR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164663714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766763" y="744538"/>
            <a:ext cx="5264150" cy="3722687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4275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lnSpc>
                <a:spcPct val="130000"/>
              </a:lnSpc>
            </a:pPr>
            <a:r>
              <a:rPr lang="ko-KR" altLang="en-US" sz="1400" dirty="0" smtClean="0"/>
              <a:t>시험평가 추진 계획 입니다</a:t>
            </a:r>
            <a:r>
              <a:rPr lang="en-US" altLang="ko-KR" sz="1400" dirty="0" smtClean="0"/>
              <a:t>. </a:t>
            </a:r>
          </a:p>
          <a:p>
            <a:pPr>
              <a:lnSpc>
                <a:spcPct val="130000"/>
              </a:lnSpc>
            </a:pPr>
            <a:r>
              <a:rPr lang="ko-KR" altLang="en-US" sz="1400" dirty="0" smtClean="0"/>
              <a:t>사업적인 면과 시스템 측면을 동시에 고려하여 </a:t>
            </a:r>
            <a:endParaRPr lang="en-US" altLang="ko-KR" sz="1400" dirty="0" smtClean="0"/>
          </a:p>
          <a:p>
            <a:pPr>
              <a:lnSpc>
                <a:spcPct val="130000"/>
              </a:lnSpc>
            </a:pPr>
            <a:r>
              <a:rPr lang="ko-KR" altLang="en-US" sz="1400" dirty="0" smtClean="0"/>
              <a:t>장비 도입 시 수량 및 요구 규격을 확인하고</a:t>
            </a:r>
            <a:endParaRPr lang="en-US" altLang="ko-KR" sz="1400" dirty="0" smtClean="0"/>
          </a:p>
          <a:p>
            <a:pPr>
              <a:lnSpc>
                <a:spcPct val="130000"/>
              </a:lnSpc>
            </a:pPr>
            <a:r>
              <a:rPr lang="ko-KR" altLang="en-US" sz="1400" dirty="0" smtClean="0"/>
              <a:t>체계 설치시 장비 성능</a:t>
            </a:r>
            <a:r>
              <a:rPr lang="en-US" altLang="ko-KR" sz="1400" dirty="0" smtClean="0"/>
              <a:t>, </a:t>
            </a:r>
            <a:r>
              <a:rPr lang="ko-KR" altLang="en-US" sz="1400" dirty="0" smtClean="0"/>
              <a:t>기존체계 연동 및 호환 시험을 실시하며</a:t>
            </a:r>
            <a:endParaRPr lang="en-US" altLang="ko-KR" sz="1400" dirty="0" smtClean="0"/>
          </a:p>
          <a:p>
            <a:pPr>
              <a:lnSpc>
                <a:spcPct val="130000"/>
              </a:lnSpc>
            </a:pPr>
            <a:r>
              <a:rPr lang="ko-KR" altLang="en-US" sz="1400" dirty="0" smtClean="0"/>
              <a:t>운용 시 안정성 충족 여부를 평가하여 안정성 및 신뢰성을 확보하겠습니다</a:t>
            </a:r>
            <a:r>
              <a:rPr lang="en-US" altLang="ko-KR" sz="1400" dirty="0" smtClean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58132287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766763" y="744538"/>
            <a:ext cx="5264150" cy="3722687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4275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lnSpc>
                <a:spcPct val="130000"/>
              </a:lnSpc>
            </a:pPr>
            <a:r>
              <a:rPr lang="ko-KR" altLang="en-US" sz="1400" dirty="0" smtClean="0"/>
              <a:t>사업 수행 전</a:t>
            </a:r>
            <a:r>
              <a:rPr lang="en-US" altLang="ko-KR" sz="1400" dirty="0" smtClean="0"/>
              <a:t>, </a:t>
            </a:r>
            <a:r>
              <a:rPr lang="ko-KR" altLang="en-US" sz="1400" dirty="0" smtClean="0"/>
              <a:t>수행 중</a:t>
            </a:r>
            <a:r>
              <a:rPr lang="en-US" altLang="ko-KR" sz="1400" dirty="0" smtClean="0"/>
              <a:t>, </a:t>
            </a:r>
            <a:r>
              <a:rPr lang="ko-KR" altLang="en-US" sz="1400" dirty="0" smtClean="0"/>
              <a:t>수행 후 불시 보안 점검 등</a:t>
            </a:r>
            <a:endParaRPr lang="en-US" altLang="ko-KR" sz="1400" dirty="0" smtClean="0"/>
          </a:p>
          <a:p>
            <a:pPr>
              <a:lnSpc>
                <a:spcPct val="130000"/>
              </a:lnSpc>
            </a:pPr>
            <a:r>
              <a:rPr lang="ko-KR" altLang="en-US" sz="1400" dirty="0" smtClean="0"/>
              <a:t>철저한 보안 관리로 군 정보자산의 외부 유출을 철저히 차단하겠습니다</a:t>
            </a:r>
            <a:r>
              <a:rPr lang="en-US" altLang="ko-KR" sz="1400" dirty="0" smtClean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40934886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766763" y="744538"/>
            <a:ext cx="5264150" cy="3722687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2467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lnSpc>
                <a:spcPct val="130000"/>
              </a:lnSpc>
            </a:pPr>
            <a:r>
              <a:rPr lang="ko-KR" altLang="en-US" sz="1400" dirty="0" smtClean="0"/>
              <a:t>교육지원 입니다</a:t>
            </a:r>
            <a:r>
              <a:rPr lang="en-US" altLang="ko-KR" sz="1400" dirty="0" smtClean="0"/>
              <a:t>.</a:t>
            </a:r>
          </a:p>
          <a:p>
            <a:pPr>
              <a:lnSpc>
                <a:spcPct val="130000"/>
              </a:lnSpc>
            </a:pPr>
            <a:r>
              <a:rPr lang="ko-KR" altLang="en-US" sz="1400" dirty="0" smtClean="0"/>
              <a:t>교육지원은</a:t>
            </a:r>
            <a:r>
              <a:rPr lang="en-US" altLang="ko-KR" sz="1400" baseline="0" dirty="0" smtClean="0"/>
              <a:t> </a:t>
            </a:r>
            <a:r>
              <a:rPr lang="ko-KR" altLang="en-US" sz="1400" dirty="0" smtClean="0"/>
              <a:t>체계담당자 및 운용자가 본 사업 대상 장비의 원활한 운영과 정비가 가능하도록 </a:t>
            </a:r>
            <a:endParaRPr lang="en-US" altLang="ko-KR" sz="1400" dirty="0" smtClean="0"/>
          </a:p>
          <a:p>
            <a:pPr>
              <a:lnSpc>
                <a:spcPct val="130000"/>
              </a:lnSpc>
            </a:pPr>
            <a:r>
              <a:rPr lang="ko-KR" altLang="en-US" sz="1400" dirty="0" smtClean="0"/>
              <a:t>체계 설치 후 맞춤형 현장 교육 및 집체 교육을 실시하겠습니다</a:t>
            </a:r>
            <a:r>
              <a:rPr lang="en-US" altLang="ko-KR" sz="1400" dirty="0" smtClean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60095777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766763" y="744538"/>
            <a:ext cx="5264150" cy="3722687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9395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ko-KR" altLang="en-US" dirty="0" smtClean="0"/>
              <a:t>추진 일정 입니다</a:t>
            </a:r>
            <a:r>
              <a:rPr lang="en-US" altLang="ko-KR" dirty="0" smtClean="0"/>
              <a:t>.</a:t>
            </a:r>
          </a:p>
          <a:p>
            <a:r>
              <a:rPr lang="ko-KR" altLang="en-US" dirty="0" smtClean="0"/>
              <a:t>제안사는 본 사업기간 </a:t>
            </a:r>
            <a:r>
              <a:rPr lang="en-US" altLang="ko-KR" dirty="0" smtClean="0"/>
              <a:t>3</a:t>
            </a:r>
            <a:r>
              <a:rPr lang="ko-KR" altLang="en-US" dirty="0" smtClean="0"/>
              <a:t>개월</a:t>
            </a:r>
            <a:r>
              <a:rPr lang="en-US" altLang="ko-KR" dirty="0" smtClean="0"/>
              <a:t>, </a:t>
            </a:r>
            <a:r>
              <a:rPr lang="ko-KR" altLang="en-US" dirty="0" smtClean="0"/>
              <a:t>안정화 및 이전 지원 기간 </a:t>
            </a:r>
            <a:r>
              <a:rPr lang="en-US" altLang="ko-KR" dirty="0" smtClean="0"/>
              <a:t>5</a:t>
            </a:r>
            <a:r>
              <a:rPr lang="ko-KR" altLang="en-US" dirty="0" smtClean="0"/>
              <a:t>개월 </a:t>
            </a:r>
            <a:endParaRPr lang="en-US" altLang="ko-KR" dirty="0" smtClean="0"/>
          </a:p>
          <a:p>
            <a:r>
              <a:rPr lang="ko-KR" altLang="en-US" dirty="0" smtClean="0"/>
              <a:t>총 </a:t>
            </a:r>
            <a:r>
              <a:rPr lang="en-US" altLang="ko-KR" dirty="0" smtClean="0"/>
              <a:t>8</a:t>
            </a:r>
            <a:r>
              <a:rPr lang="ko-KR" altLang="en-US" dirty="0" smtClean="0"/>
              <a:t>개월을 사업 수행 기간으로 하겠습니다</a:t>
            </a:r>
            <a:r>
              <a:rPr lang="en-US" altLang="ko-KR" dirty="0" smtClean="0"/>
              <a:t>.</a:t>
            </a:r>
          </a:p>
          <a:p>
            <a:r>
              <a:rPr lang="ko-KR" altLang="en-US" dirty="0" smtClean="0"/>
              <a:t>이를 통해 구축 후 이전</a:t>
            </a:r>
            <a:r>
              <a:rPr lang="en-US" altLang="ko-KR" dirty="0" smtClean="0"/>
              <a:t>, </a:t>
            </a:r>
            <a:r>
              <a:rPr lang="ko-KR" altLang="en-US" dirty="0" smtClean="0"/>
              <a:t>안정화</a:t>
            </a:r>
            <a:r>
              <a:rPr lang="ko-KR" altLang="en-US" baseline="0" dirty="0" smtClean="0"/>
              <a:t> 시에도 본 사업 기간과</a:t>
            </a:r>
            <a:endParaRPr lang="en-US" altLang="ko-KR" baseline="0" dirty="0" smtClean="0"/>
          </a:p>
          <a:p>
            <a:r>
              <a:rPr lang="ko-KR" altLang="en-US" baseline="0" dirty="0" smtClean="0"/>
              <a:t>동일한 사업관리</a:t>
            </a:r>
            <a:r>
              <a:rPr lang="en-US" altLang="ko-KR" baseline="0" dirty="0" smtClean="0"/>
              <a:t>, </a:t>
            </a:r>
            <a:r>
              <a:rPr lang="ko-KR" altLang="en-US" baseline="0" dirty="0" smtClean="0"/>
              <a:t>업무 수행 지원을 수행하겠습니다</a:t>
            </a:r>
            <a:r>
              <a:rPr lang="en-US" altLang="ko-KR" baseline="0" dirty="0" smtClean="0"/>
              <a:t>.</a:t>
            </a:r>
            <a:endParaRPr lang="ko-KR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190884515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1030288" y="1241425"/>
            <a:ext cx="4737100" cy="3349625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smtClean="0"/>
              <a:t>투입 인력도 본 사업 기간</a:t>
            </a:r>
            <a:r>
              <a:rPr lang="en-US" altLang="ko-KR" dirty="0" smtClean="0"/>
              <a:t>, </a:t>
            </a:r>
            <a:r>
              <a:rPr lang="ko-KR" altLang="en-US" dirty="0" smtClean="0"/>
              <a:t>안정화 기간</a:t>
            </a:r>
            <a:r>
              <a:rPr lang="en-US" altLang="ko-KR" dirty="0" smtClean="0"/>
              <a:t>, </a:t>
            </a:r>
            <a:r>
              <a:rPr lang="ko-KR" altLang="en-US" dirty="0" smtClean="0"/>
              <a:t>이전 지원 기간으로 분리하여 기간 별 업무 특성에 맞는 최적의 인력을 투입하겠습니다</a:t>
            </a:r>
            <a:r>
              <a:rPr lang="en-US" altLang="ko-KR" dirty="0" smtClean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B881E72-741C-43CE-8FF8-843ED7068EB0}" type="slidenum">
              <a:rPr lang="ko-KR" altLang="en-US" smtClean="0"/>
              <a:t>42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99985335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smtClean="0"/>
              <a:t>본 사업은 군 내부에 다수의 시스템을 단기간에 구축하고</a:t>
            </a:r>
            <a:endParaRPr lang="en-US" altLang="ko-KR" dirty="0" smtClean="0"/>
          </a:p>
          <a:p>
            <a:r>
              <a:rPr lang="ko-KR" altLang="en-US" dirty="0" smtClean="0"/>
              <a:t>구축 완료 후 이전 업무를 지원하는 사업으로</a:t>
            </a:r>
            <a:endParaRPr lang="en-US" altLang="ko-KR" dirty="0" smtClean="0"/>
          </a:p>
          <a:p>
            <a:r>
              <a:rPr lang="ko-KR" altLang="en-US" dirty="0" smtClean="0"/>
              <a:t>이전하는 기관이 중단 없이 업무를 수행할 수 있는 최적의 사업자를 선정하는 사업입니다</a:t>
            </a:r>
            <a:r>
              <a:rPr lang="en-US" altLang="ko-KR" dirty="0" smtClean="0"/>
              <a:t>.</a:t>
            </a:r>
          </a:p>
          <a:p>
            <a:r>
              <a:rPr lang="ko-KR" altLang="en-US" dirty="0" smtClean="0"/>
              <a:t>제안사는 이에 필요한</a:t>
            </a:r>
            <a:endParaRPr lang="en-US" altLang="ko-KR" dirty="0" smtClean="0"/>
          </a:p>
          <a:p>
            <a:r>
              <a:rPr lang="ko-KR" altLang="en-US" dirty="0" smtClean="0"/>
              <a:t>군 체계</a:t>
            </a:r>
            <a:r>
              <a:rPr lang="en-US" altLang="ko-KR" dirty="0" smtClean="0"/>
              <a:t>, </a:t>
            </a:r>
            <a:r>
              <a:rPr lang="ko-KR" altLang="en-US" dirty="0" smtClean="0"/>
              <a:t>업무에 대한 이해</a:t>
            </a:r>
            <a:endParaRPr lang="en-US" altLang="ko-KR" dirty="0" smtClean="0"/>
          </a:p>
          <a:p>
            <a:r>
              <a:rPr lang="ko-KR" altLang="en-US" dirty="0" smtClean="0"/>
              <a:t>다양한 네트워크 구축 및 이전 지원 경험</a:t>
            </a:r>
            <a:endParaRPr lang="en-US" altLang="ko-KR" dirty="0" smtClean="0"/>
          </a:p>
          <a:p>
            <a:r>
              <a:rPr lang="ko-KR" altLang="en-US" dirty="0" smtClean="0"/>
              <a:t>최적화된 전문 인력을 보유한 </a:t>
            </a:r>
            <a:endParaRPr lang="en-US" altLang="ko-KR" dirty="0" smtClean="0"/>
          </a:p>
          <a:p>
            <a:r>
              <a:rPr lang="ko-KR" altLang="en-US" dirty="0" smtClean="0"/>
              <a:t>최적의 사업자라고 확신합니다</a:t>
            </a:r>
            <a:r>
              <a:rPr lang="en-US" altLang="ko-KR" dirty="0" smtClean="0"/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B881E72-741C-43CE-8FF8-843ED7068EB0}" type="slidenum">
              <a:rPr lang="ko-KR" altLang="en-US" smtClean="0"/>
              <a:t>43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62551202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smtClean="0"/>
              <a:t>제안사는 </a:t>
            </a:r>
            <a:endParaRPr lang="en-US" altLang="ko-KR" dirty="0" smtClean="0"/>
          </a:p>
          <a:p>
            <a:r>
              <a:rPr lang="ko-KR" altLang="en-US" dirty="0" smtClean="0"/>
              <a:t>다양한 장비에 대한 안정적 구축에 만족하지 않고</a:t>
            </a:r>
            <a:r>
              <a:rPr lang="en-US" altLang="ko-KR" dirty="0" smtClean="0"/>
              <a:t>,</a:t>
            </a:r>
          </a:p>
          <a:p>
            <a:r>
              <a:rPr lang="ko-KR" altLang="en-US" dirty="0" smtClean="0"/>
              <a:t>미래의 안정적 서비스 제공을 위한 환경 개선을 위해</a:t>
            </a:r>
            <a:r>
              <a:rPr lang="en-US" altLang="ko-KR" dirty="0" smtClean="0"/>
              <a:t>, </a:t>
            </a:r>
          </a:p>
          <a:p>
            <a:r>
              <a:rPr lang="ko-KR" altLang="en-US" dirty="0" smtClean="0"/>
              <a:t>앞으로의 국방부의 업무 환경 개선을 위해 노력하겠습니다</a:t>
            </a:r>
            <a:r>
              <a:rPr lang="en-US" altLang="ko-KR" dirty="0" smtClean="0"/>
              <a:t>.</a:t>
            </a:r>
          </a:p>
          <a:p>
            <a:endParaRPr lang="en-US" altLang="ko-KR" dirty="0" smtClean="0"/>
          </a:p>
          <a:p>
            <a:r>
              <a:rPr lang="ko-KR" altLang="en-US" dirty="0" smtClean="0"/>
              <a:t>감사합니다</a:t>
            </a:r>
            <a:r>
              <a:rPr lang="en-US" altLang="ko-KR" dirty="0" smtClean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B881E72-741C-43CE-8FF8-843ED7068EB0}" type="slidenum">
              <a:rPr lang="ko-KR" altLang="en-US" smtClean="0"/>
              <a:t>44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05474733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1030288" y="1241425"/>
            <a:ext cx="4737100" cy="3349625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B881E72-741C-43CE-8FF8-843ED7068EB0}" type="slidenum">
              <a:rPr lang="ko-KR" altLang="en-US" smtClean="0"/>
              <a:pPr/>
              <a:t>50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09382588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1030288" y="1241425"/>
            <a:ext cx="4737100" cy="3349625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B881E72-741C-43CE-8FF8-843ED7068EB0}" type="slidenum">
              <a:rPr lang="ko-KR" altLang="en-US" smtClean="0"/>
              <a:pPr/>
              <a:t>53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79575500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1030288" y="1241425"/>
            <a:ext cx="4737100" cy="3349625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B881E72-741C-43CE-8FF8-843ED7068EB0}" type="slidenum">
              <a:rPr lang="ko-KR" altLang="en-US" smtClean="0"/>
              <a:pPr/>
              <a:t>54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9370418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1030288" y="1241425"/>
            <a:ext cx="4737100" cy="3349625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B881E72-741C-43CE-8FF8-843ED7068EB0}" type="slidenum">
              <a:rPr lang="ko-KR" altLang="en-US" smtClean="0"/>
              <a:pPr/>
              <a:t>55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21507490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1030288" y="1241425"/>
            <a:ext cx="4737100" cy="3349625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B881E72-741C-43CE-8FF8-843ED7068EB0}" type="slidenum">
              <a:rPr lang="ko-KR" altLang="en-US" smtClean="0"/>
              <a:pPr/>
              <a:t>56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96612914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1030288" y="1241425"/>
            <a:ext cx="4737100" cy="3349625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B881E72-741C-43CE-8FF8-843ED7068EB0}" type="slidenum">
              <a:rPr lang="ko-KR" altLang="en-US" smtClean="0"/>
              <a:pPr/>
              <a:t>57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04836704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1030288" y="1241425"/>
            <a:ext cx="4737100" cy="3349625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B881E72-741C-43CE-8FF8-843ED7068EB0}" type="slidenum">
              <a:rPr lang="ko-KR" altLang="en-US" smtClean="0"/>
              <a:pPr/>
              <a:t>58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43966616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1030288" y="1241425"/>
            <a:ext cx="4737100" cy="3349625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B881E72-741C-43CE-8FF8-843ED7068EB0}" type="slidenum">
              <a:rPr lang="ko-KR" altLang="en-US" smtClean="0"/>
              <a:pPr/>
              <a:t>59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41197982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1030288" y="1241425"/>
            <a:ext cx="4737100" cy="3349625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B881E72-741C-43CE-8FF8-843ED7068EB0}" type="slidenum">
              <a:rPr lang="ko-KR" altLang="en-US" smtClean="0"/>
              <a:pPr/>
              <a:t>60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2689328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1030288" y="1241425"/>
            <a:ext cx="4737100" cy="3349625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B881E72-741C-43CE-8FF8-843ED7068EB0}" type="slidenum">
              <a:rPr lang="ko-KR" altLang="en-US" smtClean="0"/>
              <a:pPr/>
              <a:t>61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09281028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1030288" y="1241425"/>
            <a:ext cx="4737100" cy="3349625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B881E72-741C-43CE-8FF8-843ED7068EB0}" type="slidenum">
              <a:rPr lang="ko-KR" altLang="en-US" smtClean="0"/>
              <a:pPr/>
              <a:t>62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3658818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1030288" y="1241425"/>
            <a:ext cx="4737100" cy="3349625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B881E72-741C-43CE-8FF8-843ED7068EB0}" type="slidenum">
              <a:rPr lang="ko-KR" altLang="en-US" smtClean="0"/>
              <a:pPr/>
              <a:t>63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15399245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1030288" y="1241425"/>
            <a:ext cx="4737100" cy="3349625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B881E72-741C-43CE-8FF8-843ED7068EB0}" type="slidenum">
              <a:rPr lang="ko-KR" altLang="en-US" smtClean="0"/>
              <a:pPr/>
              <a:t>64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4200395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1030288" y="1241425"/>
            <a:ext cx="4737100" cy="3349625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B881E72-741C-43CE-8FF8-843ED7068EB0}" type="slidenum">
              <a:rPr lang="ko-KR" altLang="en-US" smtClean="0"/>
              <a:pPr/>
              <a:t>65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72356237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1030288" y="1241425"/>
            <a:ext cx="4737100" cy="3349625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B881E72-741C-43CE-8FF8-843ED7068EB0}" type="slidenum">
              <a:rPr lang="ko-KR" altLang="en-US" smtClean="0"/>
              <a:pPr/>
              <a:t>66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98715039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1030288" y="1241425"/>
            <a:ext cx="4737100" cy="3349625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B881E72-741C-43CE-8FF8-843ED7068EB0}" type="slidenum">
              <a:rPr lang="ko-KR" altLang="en-US" smtClean="0"/>
              <a:pPr/>
              <a:t>67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484039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jpe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6.png"/><Relationship Id="rId7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7.png"/><Relationship Id="rId5" Type="http://schemas.openxmlformats.org/officeDocument/2006/relationships/image" Target="../media/image3.png"/><Relationship Id="rId4" Type="http://schemas.microsoft.com/office/2007/relationships/hdphoto" Target="../media/hdphoto1.wdp"/><Relationship Id="rId9" Type="http://schemas.openxmlformats.org/officeDocument/2006/relationships/image" Target="../media/image5.jpe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jpe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jpe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jpe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/>
          <p:cNvSpPr/>
          <p:nvPr userDrawn="1"/>
        </p:nvSpPr>
        <p:spPr>
          <a:xfrm>
            <a:off x="0" y="7235621"/>
            <a:ext cx="10690630" cy="325647"/>
          </a:xfrm>
          <a:prstGeom prst="rect">
            <a:avLst/>
          </a:prstGeom>
          <a:solidFill>
            <a:schemeClr val="bg2">
              <a:lumMod val="50000"/>
            </a:schemeClr>
          </a:solidFill>
          <a:effectLst/>
        </p:spPr>
        <p:txBody>
          <a:bodyPr wrap="square" lIns="101081" tIns="50540" rIns="101081" bIns="50540" anchor="ctr">
            <a:noAutofit/>
          </a:bodyPr>
          <a:lstStyle/>
          <a:p>
            <a:pPr algn="ctr" defTabSz="1010797" latinLnBrk="0">
              <a:lnSpc>
                <a:spcPct val="110000"/>
              </a:lnSpc>
            </a:pPr>
            <a:endParaRPr lang="ko-KR" altLang="en-US" sz="1700" dirty="0">
              <a:gradFill>
                <a:gsLst>
                  <a:gs pos="0">
                    <a:prstClr val="white"/>
                  </a:gs>
                  <a:gs pos="100000">
                    <a:prstClr val="white"/>
                  </a:gs>
                </a:gsLst>
                <a:lin ang="5400000" scaled="0"/>
              </a:gradFill>
              <a:ea typeface="Yoon 윤고딕 550_TT" panose="02090603020101020101" pitchFamily="18" charset="-127"/>
            </a:endParaRPr>
          </a:p>
        </p:txBody>
      </p:sp>
      <p:sp>
        <p:nvSpPr>
          <p:cNvPr id="11" name="Rectangle 7"/>
          <p:cNvSpPr/>
          <p:nvPr userDrawn="1"/>
        </p:nvSpPr>
        <p:spPr>
          <a:xfrm>
            <a:off x="18" y="7162313"/>
            <a:ext cx="10690616" cy="70572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233092" y="7122221"/>
            <a:ext cx="4230001" cy="402567"/>
          </a:xfrm>
        </p:spPr>
        <p:txBody>
          <a:bodyPr/>
          <a:lstStyle/>
          <a:p>
            <a:endParaRPr lang="ko-KR" altLang="en-US" dirty="0"/>
          </a:p>
        </p:txBody>
      </p:sp>
      <p:sp>
        <p:nvSpPr>
          <p:cNvPr id="1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39878" y="7223963"/>
            <a:ext cx="1150756" cy="300819"/>
          </a:xfrm>
        </p:spPr>
        <p:txBody>
          <a:bodyPr vert="horz" lIns="96487" tIns="48244" rIns="96487" bIns="48244" rtlCol="0" anchor="ctr"/>
          <a:lstStyle>
            <a:lvl1pPr>
              <a:defRPr lang="en-US" altLang="ko-KR" smtClean="0">
                <a:solidFill>
                  <a:schemeClr val="bg1"/>
                </a:solidFill>
              </a:defRPr>
            </a:lvl1pPr>
          </a:lstStyle>
          <a:p>
            <a:pPr algn="r"/>
            <a:fld id="{612950A8-589B-41D9-9D3B-91079D4BB6D3}" type="slidenum">
              <a:rPr lang="en-US" altLang="ko-KR" smtClean="0"/>
              <a:pPr algn="r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910000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9517970" y="7122221"/>
            <a:ext cx="1150756" cy="402567"/>
          </a:xfrm>
        </p:spPr>
        <p:txBody>
          <a:bodyPr vert="horz" lIns="96487" tIns="48244" rIns="96487" bIns="48244" rtlCol="0" anchor="ctr"/>
          <a:lstStyle>
            <a:lvl1pPr>
              <a:defRPr lang="en-US" altLang="ko-KR" smtClean="0"/>
            </a:lvl1pPr>
          </a:lstStyle>
          <a:p>
            <a:pPr algn="r"/>
            <a:fld id="{612950A8-589B-41D9-9D3B-91079D4BB6D3}" type="slidenum">
              <a:rPr lang="en-US" altLang="ko-KR" smtClean="0"/>
              <a:pPr algn="r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486214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직사각형 38"/>
          <p:cNvSpPr/>
          <p:nvPr userDrawn="1"/>
        </p:nvSpPr>
        <p:spPr>
          <a:xfrm>
            <a:off x="0" y="7262621"/>
            <a:ext cx="10693400" cy="298642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dirty="0"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10" name="Slide Number Placeholder 5"/>
          <p:cNvSpPr txBox="1">
            <a:spLocks/>
          </p:cNvSpPr>
          <p:nvPr userDrawn="1"/>
        </p:nvSpPr>
        <p:spPr>
          <a:xfrm>
            <a:off x="4742048" y="7203502"/>
            <a:ext cx="1150756" cy="402567"/>
          </a:xfrm>
          <a:prstGeom prst="rect">
            <a:avLst/>
          </a:prstGeom>
        </p:spPr>
        <p:txBody>
          <a:bodyPr vert="horz" lIns="95293" tIns="47648" rIns="95293" bIns="47648" rtlCol="0" anchor="ctr"/>
          <a:lstStyle>
            <a:defPPr>
              <a:defRPr lang="ko-KR"/>
            </a:defPPr>
            <a:lvl1pPr marL="0" algn="l" defTabSz="995690" rtl="0" eaLnBrk="1" latinLnBrk="1" hangingPunct="1">
              <a:defRPr lang="ko-KR" altLang="en-US" sz="1100" kern="1200" smtClean="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97845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5690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93535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91380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89225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87070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84916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82761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612950A8-589B-41D9-9D3B-91079D4BB6D3}" type="slidenum">
              <a:rPr lang="en-US" altLang="ko-KR" sz="900" smtClean="0">
                <a:solidFill>
                  <a:schemeClr val="tx1">
                    <a:lumMod val="75000"/>
                    <a:lumOff val="25000"/>
                  </a:schemeClr>
                </a:solidFill>
                <a:latin typeface="Rix고딕 M" panose="02020603020101020101" pitchFamily="18" charset="-127"/>
                <a:ea typeface="Rix고딕 M" panose="02020603020101020101" pitchFamily="18" charset="-127"/>
              </a:rPr>
              <a:pPr algn="ctr"/>
              <a:t>‹#›</a:t>
            </a:fld>
            <a:endParaRPr lang="en-US" altLang="ko-KR" sz="900" dirty="0">
              <a:solidFill>
                <a:schemeClr val="tx1">
                  <a:lumMod val="75000"/>
                  <a:lumOff val="25000"/>
                </a:schemeClr>
              </a:solidFill>
              <a:latin typeface="Rix고딕 M" panose="02020603020101020101" pitchFamily="18" charset="-127"/>
              <a:ea typeface="Rix고딕 M" panose="02020603020101020101" pitchFamily="18" charset="-127"/>
            </a:endParaRPr>
          </a:p>
        </p:txBody>
      </p:sp>
      <p:grpSp>
        <p:nvGrpSpPr>
          <p:cNvPr id="3" name="그룹 2"/>
          <p:cNvGrpSpPr/>
          <p:nvPr userDrawn="1"/>
        </p:nvGrpSpPr>
        <p:grpSpPr>
          <a:xfrm>
            <a:off x="0" y="168474"/>
            <a:ext cx="1191634" cy="650866"/>
            <a:chOff x="0" y="193874"/>
            <a:chExt cx="1191634" cy="650866"/>
          </a:xfrm>
        </p:grpSpPr>
        <p:grpSp>
          <p:nvGrpSpPr>
            <p:cNvPr id="2" name="그룹 1"/>
            <p:cNvGrpSpPr/>
            <p:nvPr userDrawn="1"/>
          </p:nvGrpSpPr>
          <p:grpSpPr>
            <a:xfrm>
              <a:off x="0" y="193874"/>
              <a:ext cx="1191634" cy="650866"/>
              <a:chOff x="-101600" y="193874"/>
              <a:chExt cx="1191634" cy="650866"/>
            </a:xfrm>
          </p:grpSpPr>
          <p:pic>
            <p:nvPicPr>
              <p:cNvPr id="7170" name="Picture 2" descr="G:\work\다원아이씨티\국방전산정보원\표지-09.png"/>
              <p:cNvPicPr>
                <a:picLocks noChangeAspect="1" noChangeArrowheads="1"/>
              </p:cNvPicPr>
              <p:nvPr userDrawn="1"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54375"/>
              <a:stretch/>
            </p:blipFill>
            <p:spPr bwMode="auto">
              <a:xfrm>
                <a:off x="-101600" y="193874"/>
                <a:ext cx="935062" cy="65086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7171" name="Picture 3" descr="G:\work\다원아이씨티\국방전산정보원\표지-05.png"/>
              <p:cNvPicPr>
                <a:picLocks noChangeAspect="1" noChangeArrowheads="1"/>
              </p:cNvPicPr>
              <p:nvPr userDrawn="1"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95362" y="370151"/>
                <a:ext cx="294672" cy="33402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38" name="TextBox 37"/>
            <p:cNvSpPr txBox="1"/>
            <p:nvPr userDrawn="1"/>
          </p:nvSpPr>
          <p:spPr>
            <a:xfrm>
              <a:off x="438253" y="209198"/>
              <a:ext cx="352747" cy="634836"/>
            </a:xfrm>
            <a:prstGeom prst="rect">
              <a:avLst/>
            </a:prstGeom>
            <a:noFill/>
          </p:spPr>
          <p:txBody>
            <a:bodyPr wrap="none" lIns="95293" tIns="47648" rIns="95293" bIns="47648" rtlCol="0">
              <a:spAutoFit/>
            </a:bodyPr>
            <a:lstStyle/>
            <a:p>
              <a:pPr algn="ctr"/>
              <a:r>
                <a:rPr lang="en-US" altLang="ko-KR" sz="3500" b="1" dirty="0">
                  <a:solidFill>
                    <a:schemeClr val="bg1"/>
                  </a:solidFill>
                  <a:latin typeface="-윤명조330" panose="02030504000101010101" pitchFamily="18" charset="-127"/>
                  <a:ea typeface="-윤명조330" panose="02030504000101010101" pitchFamily="18" charset="-127"/>
                </a:rPr>
                <a:t>I</a:t>
              </a:r>
              <a:endParaRPr lang="ko-KR" altLang="en-US" sz="3500" b="1" dirty="0">
                <a:solidFill>
                  <a:schemeClr val="bg1"/>
                </a:solidFill>
                <a:latin typeface="-윤명조330" panose="02030504000101010101" pitchFamily="18" charset="-127"/>
                <a:ea typeface="-윤명조330" panose="02030504000101010101" pitchFamily="18" charset="-127"/>
              </a:endParaRPr>
            </a:p>
          </p:txBody>
        </p:sp>
      </p:grpSp>
      <p:pic>
        <p:nvPicPr>
          <p:cNvPr id="7173" name="Picture 5" descr="G:\work\다원아이씨티\국방전산정보원\이미지들-04.png"/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111" y="7281203"/>
            <a:ext cx="920929" cy="2506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그림 11"/>
          <p:cNvPicPr preferRelativeResize="0">
            <a:picLocks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51156" y="7324263"/>
            <a:ext cx="1059746" cy="198000"/>
          </a:xfrm>
          <a:prstGeom prst="rect">
            <a:avLst/>
          </a:prstGeom>
        </p:spPr>
      </p:pic>
      <p:pic>
        <p:nvPicPr>
          <p:cNvPr id="1026" name="Picture 2" descr="C:\Users\CCS\Desktop\선진강군.jpg"/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72627" y="251790"/>
            <a:ext cx="1438275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769569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직사각형 17"/>
          <p:cNvSpPr/>
          <p:nvPr userDrawn="1"/>
        </p:nvSpPr>
        <p:spPr>
          <a:xfrm>
            <a:off x="546795" y="321227"/>
            <a:ext cx="1857782" cy="388963"/>
          </a:xfrm>
          <a:prstGeom prst="rect">
            <a:avLst/>
          </a:prstGeom>
          <a:solidFill>
            <a:srgbClr val="1B91C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 smtClean="0">
              <a:solidFill>
                <a:schemeClr val="tx1"/>
              </a:solidFill>
            </a:endParaRPr>
          </a:p>
        </p:txBody>
      </p:sp>
      <p:sp>
        <p:nvSpPr>
          <p:cNvPr id="2" name="직사각형 1"/>
          <p:cNvSpPr/>
          <p:nvPr userDrawn="1"/>
        </p:nvSpPr>
        <p:spPr>
          <a:xfrm>
            <a:off x="0" y="1358899"/>
            <a:ext cx="10693401" cy="5903721"/>
          </a:xfrm>
          <a:prstGeom prst="rect">
            <a:avLst/>
          </a:prstGeom>
          <a:pattFill prst="dotGrid">
            <a:fgClr>
              <a:schemeClr val="bg1">
                <a:lumMod val="85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 smtClean="0">
              <a:solidFill>
                <a:schemeClr val="tx1"/>
              </a:solidFill>
            </a:endParaRPr>
          </a:p>
        </p:txBody>
      </p:sp>
      <p:grpSp>
        <p:nvGrpSpPr>
          <p:cNvPr id="30" name="그룹 29"/>
          <p:cNvGrpSpPr/>
          <p:nvPr userDrawn="1"/>
        </p:nvGrpSpPr>
        <p:grpSpPr>
          <a:xfrm>
            <a:off x="0" y="168474"/>
            <a:ext cx="1191634" cy="650866"/>
            <a:chOff x="0" y="193874"/>
            <a:chExt cx="1191634" cy="650866"/>
          </a:xfrm>
        </p:grpSpPr>
        <p:grpSp>
          <p:nvGrpSpPr>
            <p:cNvPr id="31" name="그룹 30"/>
            <p:cNvGrpSpPr/>
            <p:nvPr userDrawn="1"/>
          </p:nvGrpSpPr>
          <p:grpSpPr>
            <a:xfrm>
              <a:off x="0" y="193874"/>
              <a:ext cx="1191634" cy="650866"/>
              <a:chOff x="-101600" y="193874"/>
              <a:chExt cx="1191634" cy="650866"/>
            </a:xfrm>
          </p:grpSpPr>
          <p:pic>
            <p:nvPicPr>
              <p:cNvPr id="33" name="Picture 2" descr="G:\work\다원아이씨티\국방전산정보원\표지-09.png"/>
              <p:cNvPicPr>
                <a:picLocks noChangeAspect="1" noChangeArrowheads="1"/>
              </p:cNvPicPr>
              <p:nvPr userDrawn="1"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54375"/>
              <a:stretch/>
            </p:blipFill>
            <p:spPr bwMode="auto">
              <a:xfrm>
                <a:off x="-101600" y="193874"/>
                <a:ext cx="935062" cy="65086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34" name="Picture 3" descr="G:\work\다원아이씨티\국방전산정보원\표지-05.png"/>
              <p:cNvPicPr>
                <a:picLocks noChangeAspect="1" noChangeArrowheads="1"/>
              </p:cNvPicPr>
              <p:nvPr userDrawn="1"/>
            </p:nvPicPr>
            <p:blipFill>
              <a:blip r:embed="rId3" cstate="print"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brightnessContrast bright="10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95362" y="370151"/>
                <a:ext cx="294672" cy="33402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32" name="TextBox 31"/>
            <p:cNvSpPr txBox="1"/>
            <p:nvPr userDrawn="1"/>
          </p:nvSpPr>
          <p:spPr>
            <a:xfrm>
              <a:off x="297990" y="209198"/>
              <a:ext cx="633274" cy="634836"/>
            </a:xfrm>
            <a:prstGeom prst="rect">
              <a:avLst/>
            </a:prstGeom>
            <a:noFill/>
          </p:spPr>
          <p:txBody>
            <a:bodyPr wrap="none" lIns="95293" tIns="47648" rIns="95293" bIns="47648" rtlCol="0">
              <a:spAutoFit/>
            </a:bodyPr>
            <a:lstStyle/>
            <a:p>
              <a:pPr algn="ctr"/>
              <a:r>
                <a:rPr lang="en-US" altLang="ko-KR" sz="3500" b="1" dirty="0" smtClean="0">
                  <a:solidFill>
                    <a:schemeClr val="bg1"/>
                  </a:solidFill>
                  <a:latin typeface="-윤명조330" panose="02030504000101010101" pitchFamily="18" charset="-127"/>
                  <a:ea typeface="-윤명조330" panose="02030504000101010101" pitchFamily="18" charset="-127"/>
                </a:rPr>
                <a:t>Ⅱ</a:t>
              </a:r>
              <a:endParaRPr lang="ko-KR" altLang="en-US" sz="3500" b="1" dirty="0">
                <a:solidFill>
                  <a:schemeClr val="bg1"/>
                </a:solidFill>
                <a:latin typeface="-윤명조330" panose="02030504000101010101" pitchFamily="18" charset="-127"/>
                <a:ea typeface="-윤명조330" panose="02030504000101010101" pitchFamily="18" charset="-127"/>
              </a:endParaRPr>
            </a:p>
          </p:txBody>
        </p:sp>
      </p:grpSp>
      <p:sp>
        <p:nvSpPr>
          <p:cNvPr id="35" name="직사각형 34"/>
          <p:cNvSpPr/>
          <p:nvPr userDrawn="1"/>
        </p:nvSpPr>
        <p:spPr>
          <a:xfrm>
            <a:off x="0" y="7262621"/>
            <a:ext cx="10693400" cy="298642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dirty="0"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36" name="Slide Number Placeholder 5"/>
          <p:cNvSpPr txBox="1">
            <a:spLocks/>
          </p:cNvSpPr>
          <p:nvPr userDrawn="1"/>
        </p:nvSpPr>
        <p:spPr>
          <a:xfrm>
            <a:off x="4742048" y="7203502"/>
            <a:ext cx="1150756" cy="402567"/>
          </a:xfrm>
          <a:prstGeom prst="rect">
            <a:avLst/>
          </a:prstGeom>
        </p:spPr>
        <p:txBody>
          <a:bodyPr vert="horz" lIns="95293" tIns="47648" rIns="95293" bIns="47648" rtlCol="0" anchor="ctr"/>
          <a:lstStyle>
            <a:defPPr>
              <a:defRPr lang="ko-KR"/>
            </a:defPPr>
            <a:lvl1pPr marL="0" algn="l" defTabSz="995690" rtl="0" eaLnBrk="1" latinLnBrk="1" hangingPunct="1">
              <a:defRPr lang="ko-KR" altLang="en-US" sz="1100" kern="1200" smtClean="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97845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5690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93535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91380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89225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87070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84916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82761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612950A8-589B-41D9-9D3B-91079D4BB6D3}" type="slidenum">
              <a:rPr lang="en-US" altLang="ko-KR" sz="900" smtClean="0">
                <a:solidFill>
                  <a:schemeClr val="tx1">
                    <a:lumMod val="75000"/>
                    <a:lumOff val="25000"/>
                  </a:schemeClr>
                </a:solidFill>
                <a:latin typeface="Rix고딕 M" panose="02020603020101020101" pitchFamily="18" charset="-127"/>
                <a:ea typeface="Rix고딕 M" panose="02020603020101020101" pitchFamily="18" charset="-127"/>
              </a:rPr>
              <a:pPr algn="ctr"/>
              <a:t>‹#›</a:t>
            </a:fld>
            <a:endParaRPr lang="en-US" altLang="ko-KR" sz="900" dirty="0">
              <a:solidFill>
                <a:schemeClr val="tx1">
                  <a:lumMod val="75000"/>
                  <a:lumOff val="25000"/>
                </a:schemeClr>
              </a:solidFill>
              <a:latin typeface="Rix고딕 M" panose="02020603020101020101" pitchFamily="18" charset="-127"/>
              <a:ea typeface="Rix고딕 M" panose="02020603020101020101" pitchFamily="18" charset="-127"/>
            </a:endParaRPr>
          </a:p>
        </p:txBody>
      </p:sp>
      <p:pic>
        <p:nvPicPr>
          <p:cNvPr id="39" name="Picture 5" descr="G:\work\다원아이씨티\국방전산정보원\이미지들-04.png"/>
          <p:cNvPicPr>
            <a:picLocks noChangeAspect="1" noChangeArrowheads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111" y="7281203"/>
            <a:ext cx="920929" cy="2506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0" name="직사각형 39"/>
          <p:cNvSpPr/>
          <p:nvPr userDrawn="1"/>
        </p:nvSpPr>
        <p:spPr>
          <a:xfrm>
            <a:off x="1" y="1004069"/>
            <a:ext cx="10693400" cy="86437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497845" lvl="1" defTabSz="995690"/>
            <a:endParaRPr lang="ko-KR" altLang="en-US" sz="2000" dirty="0">
              <a:solidFill>
                <a:schemeClr val="lt1"/>
              </a:solidFill>
            </a:endParaRPr>
          </a:p>
        </p:txBody>
      </p:sp>
      <p:grpSp>
        <p:nvGrpSpPr>
          <p:cNvPr id="41" name="그룹 40"/>
          <p:cNvGrpSpPr/>
          <p:nvPr userDrawn="1"/>
        </p:nvGrpSpPr>
        <p:grpSpPr>
          <a:xfrm>
            <a:off x="7799110" y="672999"/>
            <a:ext cx="2711792" cy="1223066"/>
            <a:chOff x="7799110" y="672999"/>
            <a:chExt cx="2711792" cy="1223066"/>
          </a:xfrm>
        </p:grpSpPr>
        <p:sp>
          <p:nvSpPr>
            <p:cNvPr id="42" name="TextBox 41"/>
            <p:cNvSpPr txBox="1"/>
            <p:nvPr/>
          </p:nvSpPr>
          <p:spPr>
            <a:xfrm>
              <a:off x="7799110" y="1470400"/>
              <a:ext cx="1935259" cy="2769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ko-KR"/>
              </a:defPPr>
              <a:lvl1pPr algn="ctr">
                <a:defRPr sz="2000" b="1">
                  <a:ln w="22225">
                    <a:solidFill>
                      <a:schemeClr val="accent2"/>
                    </a:solidFill>
                    <a:prstDash val="solid"/>
                  </a:ln>
                  <a:solidFill>
                    <a:schemeClr val="accent2">
                      <a:lumMod val="40000"/>
                      <a:lumOff val="60000"/>
                    </a:schemeClr>
                  </a:solidFill>
                  <a:latin typeface="+mn-ea"/>
                </a:defRPr>
              </a:lvl1pPr>
            </a:lstStyle>
            <a:p>
              <a:pPr algn="r" defTabSz="767222" latinLnBrk="0"/>
              <a:r>
                <a:rPr lang="ko-KR" altLang="en-US" sz="1000" spc="-50" dirty="0">
                  <a:ln>
                    <a:solidFill>
                      <a:prstClr val="white">
                        <a:alpha val="10000"/>
                      </a:prstClr>
                    </a:solidFill>
                  </a:ln>
                  <a:solidFill>
                    <a:schemeClr val="bg1">
                      <a:lumMod val="65000"/>
                    </a:schemeClr>
                  </a:solidFill>
                  <a:latin typeface="Rix모던고딕 L" panose="02020603020101020101" pitchFamily="18" charset="-127"/>
                  <a:ea typeface="Rix모던고딕 L" panose="02020603020101020101" pitchFamily="18" charset="-127"/>
                </a:rPr>
                <a:t> </a:t>
              </a:r>
              <a:r>
                <a:rPr lang="ko-KR" altLang="en-US" sz="1000" spc="-50" dirty="0" smtClean="0">
                  <a:ln>
                    <a:solidFill>
                      <a:prstClr val="white">
                        <a:alpha val="10000"/>
                      </a:prstClr>
                    </a:solidFill>
                  </a:ln>
                  <a:solidFill>
                    <a:schemeClr val="bg1">
                      <a:lumMod val="65000"/>
                    </a:schemeClr>
                  </a:solidFill>
                  <a:latin typeface="Rix모던고딕 L" panose="02020603020101020101" pitchFamily="18" charset="-127"/>
                  <a:ea typeface="Rix모던고딕 L" panose="02020603020101020101" pitchFamily="18" charset="-127"/>
                </a:rPr>
                <a:t>다원아이씨티의 </a:t>
              </a:r>
              <a:r>
                <a:rPr lang="ko-KR" altLang="en-US" sz="1800" spc="-150" dirty="0" smtClean="0">
                  <a:ln>
                    <a:solidFill>
                      <a:prstClr val="white">
                        <a:alpha val="10000"/>
                      </a:prstClr>
                    </a:solidFill>
                  </a:ln>
                  <a:solidFill>
                    <a:schemeClr val="bg1">
                      <a:lumMod val="65000"/>
                    </a:schemeClr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</a:rPr>
                <a:t>수행 전략</a:t>
              </a:r>
              <a:endParaRPr lang="en-US" altLang="ko-KR" sz="1800" spc="-150" dirty="0">
                <a:ln>
                  <a:solidFill>
                    <a:prstClr val="white">
                      <a:alpha val="10000"/>
                    </a:prstClr>
                  </a:solidFill>
                </a:ln>
                <a:solidFill>
                  <a:schemeClr val="bg1">
                    <a:lumMod val="65000"/>
                  </a:schemeClr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endParaRPr>
            </a:p>
          </p:txBody>
        </p:sp>
        <p:sp>
          <p:nvSpPr>
            <p:cNvPr id="43" name="직사각형 42"/>
            <p:cNvSpPr/>
            <p:nvPr/>
          </p:nvSpPr>
          <p:spPr>
            <a:xfrm>
              <a:off x="9657210" y="1029193"/>
              <a:ext cx="853692" cy="866872"/>
            </a:xfrm>
            <a:prstGeom prst="rect">
              <a:avLst/>
            </a:prstGeom>
            <a:noFill/>
          </p:spPr>
          <p:txBody>
            <a:bodyPr wrap="none" lIns="96487" tIns="48244" rIns="96487" bIns="48244">
              <a:spAutoFit/>
            </a:bodyPr>
            <a:lstStyle/>
            <a:p>
              <a:pPr algn="ctr"/>
              <a:r>
                <a:rPr lang="en-US" altLang="ko-KR" sz="5000" b="1" spc="-500" dirty="0">
                  <a:ln w="9525">
                    <a:noFill/>
                    <a:prstDash val="solid"/>
                  </a:ln>
                  <a:pattFill prst="dkDnDiag">
                    <a:fgClr>
                      <a:srgbClr val="C00000"/>
                    </a:fgClr>
                    <a:bgClr>
                      <a:schemeClr val="accent6">
                        <a:lumMod val="50000"/>
                      </a:schemeClr>
                    </a:bgClr>
                  </a:pattFill>
                  <a:latin typeface="Rix모던고딕 EB" panose="02020603020101020101" pitchFamily="18" charset="-127"/>
                  <a:ea typeface="Rix모던고딕 EB" panose="02020603020101020101" pitchFamily="18" charset="-127"/>
                </a:rPr>
                <a:t>5S</a:t>
              </a:r>
            </a:p>
          </p:txBody>
        </p:sp>
        <p:pic>
          <p:nvPicPr>
            <p:cNvPr id="44" name="그림 14"/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166486" y="672999"/>
              <a:ext cx="901750" cy="8654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20" name="모서리가 둥근 직사각형 19"/>
          <p:cNvSpPr/>
          <p:nvPr userDrawn="1"/>
        </p:nvSpPr>
        <p:spPr bwMode="auto">
          <a:xfrm>
            <a:off x="2218792" y="257607"/>
            <a:ext cx="2880726" cy="515307"/>
          </a:xfrm>
          <a:prstGeom prst="roundRect">
            <a:avLst>
              <a:gd name="adj" fmla="val 20214"/>
            </a:avLst>
          </a:prstGeom>
          <a:gradFill flip="none" rotWithShape="1">
            <a:gsLst>
              <a:gs pos="0">
                <a:schemeClr val="tx2">
                  <a:lumMod val="50000"/>
                </a:schemeClr>
              </a:gs>
              <a:gs pos="26000">
                <a:schemeClr val="tx2">
                  <a:lumMod val="75000"/>
                </a:schemeClr>
              </a:gs>
              <a:gs pos="85000">
                <a:schemeClr val="bg1">
                  <a:alpha val="0"/>
                </a:schemeClr>
              </a:gs>
            </a:gsLst>
            <a:lin ang="0" scaled="1"/>
            <a:tileRect/>
          </a:gradFill>
          <a:ln w="15875" cap="flat" cmpd="sng" algn="ctr">
            <a:noFill/>
            <a:prstDash val="sysDash"/>
            <a:round/>
            <a:headEnd type="none" w="med" len="med"/>
            <a:tailEnd type="none" w="med" len="med"/>
          </a:ln>
          <a:effectLst/>
          <a:extLst/>
        </p:spPr>
        <p:txBody>
          <a:bodyPr rtlCol="0" anchor="ctr"/>
          <a:lstStyle/>
          <a:p>
            <a:pPr algn="ctr"/>
            <a:endParaRPr lang="en-US" altLang="ko-KR" sz="1600" dirty="0">
              <a:solidFill>
                <a:prstClr val="black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21" name="Picture 2" descr="G:\work\아이티센시스템즈\경찰청공조조회유지보수\icon&amp;dia\A4마스터-31.png"/>
          <p:cNvPicPr>
            <a:picLocks noChangeAspect="1" noChangeArrowheads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5684" y="370478"/>
            <a:ext cx="242317" cy="2595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그림 2"/>
          <p:cNvPicPr preferRelativeResize="0">
            <a:picLocks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51156" y="7324263"/>
            <a:ext cx="1059746" cy="198000"/>
          </a:xfrm>
          <a:prstGeom prst="rect">
            <a:avLst/>
          </a:prstGeom>
        </p:spPr>
      </p:pic>
      <p:pic>
        <p:nvPicPr>
          <p:cNvPr id="23" name="Picture 2" descr="C:\Users\CCS\Desktop\선진강군.jpg"/>
          <p:cNvPicPr>
            <a:picLocks noChangeAspect="1" noChangeArrowheads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72627" y="251790"/>
            <a:ext cx="1438275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46034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2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 userDrawn="1"/>
        </p:nvSpPr>
        <p:spPr>
          <a:xfrm>
            <a:off x="0" y="1042416"/>
            <a:ext cx="10693401" cy="6220205"/>
          </a:xfrm>
          <a:prstGeom prst="rect">
            <a:avLst/>
          </a:prstGeom>
          <a:pattFill prst="dotGrid">
            <a:fgClr>
              <a:schemeClr val="bg1">
                <a:lumMod val="85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 smtClean="0">
              <a:solidFill>
                <a:schemeClr val="tx1"/>
              </a:solidFill>
            </a:endParaRPr>
          </a:p>
        </p:txBody>
      </p:sp>
      <p:grpSp>
        <p:nvGrpSpPr>
          <p:cNvPr id="30" name="그룹 29"/>
          <p:cNvGrpSpPr/>
          <p:nvPr userDrawn="1"/>
        </p:nvGrpSpPr>
        <p:grpSpPr>
          <a:xfrm>
            <a:off x="0" y="168474"/>
            <a:ext cx="1191634" cy="650866"/>
            <a:chOff x="0" y="193874"/>
            <a:chExt cx="1191634" cy="650866"/>
          </a:xfrm>
        </p:grpSpPr>
        <p:grpSp>
          <p:nvGrpSpPr>
            <p:cNvPr id="31" name="그룹 30"/>
            <p:cNvGrpSpPr/>
            <p:nvPr userDrawn="1"/>
          </p:nvGrpSpPr>
          <p:grpSpPr>
            <a:xfrm>
              <a:off x="0" y="193874"/>
              <a:ext cx="1191634" cy="650866"/>
              <a:chOff x="-101600" y="193874"/>
              <a:chExt cx="1191634" cy="650866"/>
            </a:xfrm>
          </p:grpSpPr>
          <p:pic>
            <p:nvPicPr>
              <p:cNvPr id="33" name="Picture 2" descr="G:\work\다원아이씨티\국방전산정보원\표지-09.png"/>
              <p:cNvPicPr>
                <a:picLocks noChangeAspect="1" noChangeArrowheads="1"/>
              </p:cNvPicPr>
              <p:nvPr userDrawn="1"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54375"/>
              <a:stretch/>
            </p:blipFill>
            <p:spPr bwMode="auto">
              <a:xfrm>
                <a:off x="-101600" y="193874"/>
                <a:ext cx="935062" cy="65086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34" name="Picture 3" descr="G:\work\다원아이씨티\국방전산정보원\표지-05.png"/>
              <p:cNvPicPr>
                <a:picLocks noChangeAspect="1" noChangeArrowheads="1"/>
              </p:cNvPicPr>
              <p:nvPr userDrawn="1"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95362" y="370151"/>
                <a:ext cx="294672" cy="33402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32" name="TextBox 31"/>
            <p:cNvSpPr txBox="1"/>
            <p:nvPr userDrawn="1"/>
          </p:nvSpPr>
          <p:spPr>
            <a:xfrm>
              <a:off x="297990" y="209198"/>
              <a:ext cx="633274" cy="634836"/>
            </a:xfrm>
            <a:prstGeom prst="rect">
              <a:avLst/>
            </a:prstGeom>
            <a:noFill/>
          </p:spPr>
          <p:txBody>
            <a:bodyPr wrap="none" lIns="95293" tIns="47648" rIns="95293" bIns="47648" rtlCol="0">
              <a:spAutoFit/>
            </a:bodyPr>
            <a:lstStyle/>
            <a:p>
              <a:pPr algn="ctr"/>
              <a:r>
                <a:rPr lang="en-US" altLang="ko-KR" sz="3500" b="1" dirty="0" smtClean="0">
                  <a:solidFill>
                    <a:schemeClr val="bg1"/>
                  </a:solidFill>
                  <a:latin typeface="-윤명조330" panose="02030504000101010101" pitchFamily="18" charset="-127"/>
                  <a:ea typeface="-윤명조330" panose="02030504000101010101" pitchFamily="18" charset="-127"/>
                </a:rPr>
                <a:t>Ⅱ</a:t>
              </a:r>
              <a:endParaRPr lang="ko-KR" altLang="en-US" sz="3500" b="1" dirty="0">
                <a:solidFill>
                  <a:schemeClr val="bg1"/>
                </a:solidFill>
                <a:latin typeface="-윤명조330" panose="02030504000101010101" pitchFamily="18" charset="-127"/>
                <a:ea typeface="-윤명조330" panose="02030504000101010101" pitchFamily="18" charset="-127"/>
              </a:endParaRPr>
            </a:p>
          </p:txBody>
        </p:sp>
      </p:grpSp>
      <p:sp>
        <p:nvSpPr>
          <p:cNvPr id="35" name="직사각형 34"/>
          <p:cNvSpPr/>
          <p:nvPr userDrawn="1"/>
        </p:nvSpPr>
        <p:spPr>
          <a:xfrm>
            <a:off x="0" y="7262621"/>
            <a:ext cx="10693400" cy="298642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dirty="0"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36" name="Slide Number Placeholder 5"/>
          <p:cNvSpPr txBox="1">
            <a:spLocks/>
          </p:cNvSpPr>
          <p:nvPr userDrawn="1"/>
        </p:nvSpPr>
        <p:spPr>
          <a:xfrm>
            <a:off x="4742048" y="7203502"/>
            <a:ext cx="1150756" cy="402567"/>
          </a:xfrm>
          <a:prstGeom prst="rect">
            <a:avLst/>
          </a:prstGeom>
        </p:spPr>
        <p:txBody>
          <a:bodyPr vert="horz" lIns="95293" tIns="47648" rIns="95293" bIns="47648" rtlCol="0" anchor="ctr"/>
          <a:lstStyle>
            <a:defPPr>
              <a:defRPr lang="ko-KR"/>
            </a:defPPr>
            <a:lvl1pPr marL="0" algn="l" defTabSz="995690" rtl="0" eaLnBrk="1" latinLnBrk="1" hangingPunct="1">
              <a:defRPr lang="ko-KR" altLang="en-US" sz="1100" kern="1200" smtClean="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97845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5690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93535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91380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89225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87070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84916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82761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612950A8-589B-41D9-9D3B-91079D4BB6D3}" type="slidenum">
              <a:rPr lang="en-US" altLang="ko-KR" sz="900" smtClean="0">
                <a:solidFill>
                  <a:schemeClr val="tx1">
                    <a:lumMod val="75000"/>
                    <a:lumOff val="25000"/>
                  </a:schemeClr>
                </a:solidFill>
                <a:latin typeface="Rix고딕 M" panose="02020603020101020101" pitchFamily="18" charset="-127"/>
                <a:ea typeface="Rix고딕 M" panose="02020603020101020101" pitchFamily="18" charset="-127"/>
              </a:rPr>
              <a:pPr algn="ctr"/>
              <a:t>‹#›</a:t>
            </a:fld>
            <a:endParaRPr lang="en-US" altLang="ko-KR" sz="900" dirty="0">
              <a:solidFill>
                <a:schemeClr val="tx1">
                  <a:lumMod val="75000"/>
                  <a:lumOff val="25000"/>
                </a:schemeClr>
              </a:solidFill>
              <a:latin typeface="Rix고딕 M" panose="02020603020101020101" pitchFamily="18" charset="-127"/>
              <a:ea typeface="Rix고딕 M" panose="02020603020101020101" pitchFamily="18" charset="-127"/>
            </a:endParaRPr>
          </a:p>
        </p:txBody>
      </p:sp>
      <p:pic>
        <p:nvPicPr>
          <p:cNvPr id="39" name="Picture 5" descr="G:\work\다원아이씨티\국방전산정보원\이미지들-04.png"/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111" y="7281203"/>
            <a:ext cx="920929" cy="2506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그림 12"/>
          <p:cNvPicPr preferRelativeResize="0">
            <a:picLocks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51156" y="7324263"/>
            <a:ext cx="1059746" cy="198000"/>
          </a:xfrm>
          <a:prstGeom prst="rect">
            <a:avLst/>
          </a:prstGeom>
        </p:spPr>
      </p:pic>
      <p:pic>
        <p:nvPicPr>
          <p:cNvPr id="14" name="Picture 2" descr="C:\Users\CCS\Desktop\선진강군.jpg"/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72627" y="251790"/>
            <a:ext cx="1438275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85893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2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직사각형 29"/>
          <p:cNvSpPr/>
          <p:nvPr userDrawn="1"/>
        </p:nvSpPr>
        <p:spPr>
          <a:xfrm>
            <a:off x="0" y="7262621"/>
            <a:ext cx="10693400" cy="298642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dirty="0"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31" name="Slide Number Placeholder 5"/>
          <p:cNvSpPr txBox="1">
            <a:spLocks/>
          </p:cNvSpPr>
          <p:nvPr userDrawn="1"/>
        </p:nvSpPr>
        <p:spPr>
          <a:xfrm>
            <a:off x="4742048" y="7203502"/>
            <a:ext cx="1150756" cy="402567"/>
          </a:xfrm>
          <a:prstGeom prst="rect">
            <a:avLst/>
          </a:prstGeom>
        </p:spPr>
        <p:txBody>
          <a:bodyPr vert="horz" lIns="95293" tIns="47648" rIns="95293" bIns="47648" rtlCol="0" anchor="ctr"/>
          <a:lstStyle>
            <a:defPPr>
              <a:defRPr lang="ko-KR"/>
            </a:defPPr>
            <a:lvl1pPr marL="0" algn="l" defTabSz="995690" rtl="0" eaLnBrk="1" latinLnBrk="1" hangingPunct="1">
              <a:defRPr lang="ko-KR" altLang="en-US" sz="1100" kern="1200" smtClean="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97845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5690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93535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91380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89225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87070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84916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82761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612950A8-589B-41D9-9D3B-91079D4BB6D3}" type="slidenum">
              <a:rPr lang="en-US" altLang="ko-KR" sz="900" smtClean="0">
                <a:solidFill>
                  <a:schemeClr val="tx1">
                    <a:lumMod val="75000"/>
                    <a:lumOff val="25000"/>
                  </a:schemeClr>
                </a:solidFill>
                <a:latin typeface="Rix고딕 M" panose="02020603020101020101" pitchFamily="18" charset="-127"/>
                <a:ea typeface="Rix고딕 M" panose="02020603020101020101" pitchFamily="18" charset="-127"/>
              </a:rPr>
              <a:pPr algn="ctr"/>
              <a:t>‹#›</a:t>
            </a:fld>
            <a:endParaRPr lang="en-US" altLang="ko-KR" sz="900" dirty="0">
              <a:solidFill>
                <a:schemeClr val="tx1">
                  <a:lumMod val="75000"/>
                  <a:lumOff val="25000"/>
                </a:schemeClr>
              </a:solidFill>
              <a:latin typeface="Rix고딕 M" panose="02020603020101020101" pitchFamily="18" charset="-127"/>
              <a:ea typeface="Rix고딕 M" panose="02020603020101020101" pitchFamily="18" charset="-127"/>
            </a:endParaRPr>
          </a:p>
        </p:txBody>
      </p:sp>
      <p:grpSp>
        <p:nvGrpSpPr>
          <p:cNvPr id="33" name="그룹 32"/>
          <p:cNvGrpSpPr/>
          <p:nvPr userDrawn="1"/>
        </p:nvGrpSpPr>
        <p:grpSpPr>
          <a:xfrm>
            <a:off x="0" y="168474"/>
            <a:ext cx="1191634" cy="650866"/>
            <a:chOff x="0" y="193874"/>
            <a:chExt cx="1191634" cy="650866"/>
          </a:xfrm>
        </p:grpSpPr>
        <p:grpSp>
          <p:nvGrpSpPr>
            <p:cNvPr id="34" name="그룹 33"/>
            <p:cNvGrpSpPr/>
            <p:nvPr userDrawn="1"/>
          </p:nvGrpSpPr>
          <p:grpSpPr>
            <a:xfrm>
              <a:off x="0" y="193874"/>
              <a:ext cx="1191634" cy="650866"/>
              <a:chOff x="-101600" y="193874"/>
              <a:chExt cx="1191634" cy="650866"/>
            </a:xfrm>
          </p:grpSpPr>
          <p:pic>
            <p:nvPicPr>
              <p:cNvPr id="36" name="Picture 2" descr="G:\work\다원아이씨티\국방전산정보원\표지-09.png"/>
              <p:cNvPicPr>
                <a:picLocks noChangeAspect="1" noChangeArrowheads="1"/>
              </p:cNvPicPr>
              <p:nvPr userDrawn="1"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54375"/>
              <a:stretch/>
            </p:blipFill>
            <p:spPr bwMode="auto">
              <a:xfrm>
                <a:off x="-101600" y="193874"/>
                <a:ext cx="935062" cy="65086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37" name="Picture 3" descr="G:\work\다원아이씨티\국방전산정보원\표지-05.png"/>
              <p:cNvPicPr>
                <a:picLocks noChangeAspect="1" noChangeArrowheads="1"/>
              </p:cNvPicPr>
              <p:nvPr userDrawn="1"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95362" y="370151"/>
                <a:ext cx="294672" cy="33402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35" name="TextBox 34"/>
            <p:cNvSpPr txBox="1"/>
            <p:nvPr userDrawn="1"/>
          </p:nvSpPr>
          <p:spPr>
            <a:xfrm>
              <a:off x="297990" y="209198"/>
              <a:ext cx="633274" cy="634836"/>
            </a:xfrm>
            <a:prstGeom prst="rect">
              <a:avLst/>
            </a:prstGeom>
            <a:noFill/>
          </p:spPr>
          <p:txBody>
            <a:bodyPr wrap="none" lIns="95293" tIns="47648" rIns="95293" bIns="47648" rtlCol="0">
              <a:spAutoFit/>
            </a:bodyPr>
            <a:lstStyle/>
            <a:p>
              <a:pPr algn="ctr"/>
              <a:r>
                <a:rPr lang="en-US" altLang="ko-KR" sz="3500" b="1" dirty="0" smtClean="0">
                  <a:solidFill>
                    <a:schemeClr val="bg1"/>
                  </a:solidFill>
                  <a:latin typeface="-윤명조330" panose="02030504000101010101" pitchFamily="18" charset="-127"/>
                  <a:ea typeface="-윤명조330" panose="02030504000101010101" pitchFamily="18" charset="-127"/>
                </a:rPr>
                <a:t>Ⅲ</a:t>
              </a:r>
              <a:endParaRPr lang="ko-KR" altLang="en-US" sz="3500" b="1" dirty="0">
                <a:solidFill>
                  <a:schemeClr val="bg1"/>
                </a:solidFill>
                <a:latin typeface="-윤명조330" panose="02030504000101010101" pitchFamily="18" charset="-127"/>
                <a:ea typeface="-윤명조330" panose="02030504000101010101" pitchFamily="18" charset="-127"/>
              </a:endParaRPr>
            </a:p>
          </p:txBody>
        </p:sp>
      </p:grpSp>
      <p:pic>
        <p:nvPicPr>
          <p:cNvPr id="39" name="Picture 5" descr="G:\work\다원아이씨티\국방전산정보원\이미지들-04.png"/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111" y="7281203"/>
            <a:ext cx="920929" cy="2506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그림 11"/>
          <p:cNvPicPr preferRelativeResize="0">
            <a:picLocks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51156" y="7324263"/>
            <a:ext cx="1059746" cy="198000"/>
          </a:xfrm>
          <a:prstGeom prst="rect">
            <a:avLst/>
          </a:prstGeom>
        </p:spPr>
      </p:pic>
      <p:pic>
        <p:nvPicPr>
          <p:cNvPr id="13" name="Picture 2" descr="C:\Users\CCS\Desktop\선진강군.jpg"/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72627" y="251790"/>
            <a:ext cx="1438275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567861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2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직사각형 29"/>
          <p:cNvSpPr/>
          <p:nvPr userDrawn="1"/>
        </p:nvSpPr>
        <p:spPr>
          <a:xfrm>
            <a:off x="0" y="7262621"/>
            <a:ext cx="10693400" cy="298642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dirty="0"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31" name="Slide Number Placeholder 5"/>
          <p:cNvSpPr txBox="1">
            <a:spLocks/>
          </p:cNvSpPr>
          <p:nvPr userDrawn="1"/>
        </p:nvSpPr>
        <p:spPr>
          <a:xfrm>
            <a:off x="4742048" y="7203502"/>
            <a:ext cx="1150756" cy="402567"/>
          </a:xfrm>
          <a:prstGeom prst="rect">
            <a:avLst/>
          </a:prstGeom>
        </p:spPr>
        <p:txBody>
          <a:bodyPr vert="horz" lIns="95293" tIns="47648" rIns="95293" bIns="47648" rtlCol="0" anchor="ctr"/>
          <a:lstStyle>
            <a:defPPr>
              <a:defRPr lang="ko-KR"/>
            </a:defPPr>
            <a:lvl1pPr marL="0" algn="l" defTabSz="995690" rtl="0" eaLnBrk="1" latinLnBrk="1" hangingPunct="1">
              <a:defRPr lang="ko-KR" altLang="en-US" sz="1100" kern="1200" smtClean="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97845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5690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93535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91380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89225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87070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84916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82761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612950A8-589B-41D9-9D3B-91079D4BB6D3}" type="slidenum">
              <a:rPr lang="en-US" altLang="ko-KR" sz="900" smtClean="0">
                <a:solidFill>
                  <a:schemeClr val="tx1">
                    <a:lumMod val="75000"/>
                    <a:lumOff val="25000"/>
                  </a:schemeClr>
                </a:solidFill>
                <a:latin typeface="Rix고딕 M" panose="02020603020101020101" pitchFamily="18" charset="-127"/>
                <a:ea typeface="Rix고딕 M" panose="02020603020101020101" pitchFamily="18" charset="-127"/>
              </a:rPr>
              <a:pPr algn="ctr"/>
              <a:t>‹#›</a:t>
            </a:fld>
            <a:endParaRPr lang="en-US" altLang="ko-KR" sz="900" dirty="0">
              <a:solidFill>
                <a:schemeClr val="tx1">
                  <a:lumMod val="75000"/>
                  <a:lumOff val="25000"/>
                </a:schemeClr>
              </a:solidFill>
              <a:latin typeface="Rix고딕 M" panose="02020603020101020101" pitchFamily="18" charset="-127"/>
              <a:ea typeface="Rix고딕 M" panose="02020603020101020101" pitchFamily="18" charset="-127"/>
            </a:endParaRPr>
          </a:p>
        </p:txBody>
      </p:sp>
      <p:grpSp>
        <p:nvGrpSpPr>
          <p:cNvPr id="33" name="그룹 32"/>
          <p:cNvGrpSpPr/>
          <p:nvPr userDrawn="1"/>
        </p:nvGrpSpPr>
        <p:grpSpPr>
          <a:xfrm>
            <a:off x="0" y="168474"/>
            <a:ext cx="1191634" cy="650866"/>
            <a:chOff x="0" y="193874"/>
            <a:chExt cx="1191634" cy="650866"/>
          </a:xfrm>
        </p:grpSpPr>
        <p:grpSp>
          <p:nvGrpSpPr>
            <p:cNvPr id="34" name="그룹 33"/>
            <p:cNvGrpSpPr/>
            <p:nvPr userDrawn="1"/>
          </p:nvGrpSpPr>
          <p:grpSpPr>
            <a:xfrm>
              <a:off x="0" y="193874"/>
              <a:ext cx="1191634" cy="650866"/>
              <a:chOff x="-101600" y="193874"/>
              <a:chExt cx="1191634" cy="650866"/>
            </a:xfrm>
          </p:grpSpPr>
          <p:pic>
            <p:nvPicPr>
              <p:cNvPr id="36" name="Picture 2" descr="G:\work\다원아이씨티\국방전산정보원\표지-09.png"/>
              <p:cNvPicPr>
                <a:picLocks noChangeAspect="1" noChangeArrowheads="1"/>
              </p:cNvPicPr>
              <p:nvPr userDrawn="1"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54375"/>
              <a:stretch/>
            </p:blipFill>
            <p:spPr bwMode="auto">
              <a:xfrm>
                <a:off x="-101600" y="193874"/>
                <a:ext cx="935062" cy="65086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37" name="Picture 3" descr="G:\work\다원아이씨티\국방전산정보원\표지-05.png"/>
              <p:cNvPicPr>
                <a:picLocks noChangeAspect="1" noChangeArrowheads="1"/>
              </p:cNvPicPr>
              <p:nvPr userDrawn="1"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95362" y="370151"/>
                <a:ext cx="294672" cy="33402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35" name="TextBox 34"/>
            <p:cNvSpPr txBox="1"/>
            <p:nvPr userDrawn="1"/>
          </p:nvSpPr>
          <p:spPr>
            <a:xfrm>
              <a:off x="297990" y="209198"/>
              <a:ext cx="633274" cy="634836"/>
            </a:xfrm>
            <a:prstGeom prst="rect">
              <a:avLst/>
            </a:prstGeom>
            <a:noFill/>
          </p:spPr>
          <p:txBody>
            <a:bodyPr wrap="none" lIns="95293" tIns="47648" rIns="95293" bIns="47648" rtlCol="0">
              <a:spAutoFit/>
            </a:bodyPr>
            <a:lstStyle/>
            <a:p>
              <a:pPr algn="ctr"/>
              <a:r>
                <a:rPr lang="en-US" altLang="ko-KR" sz="3500" b="1" dirty="0" smtClean="0">
                  <a:solidFill>
                    <a:schemeClr val="bg1"/>
                  </a:solidFill>
                  <a:latin typeface="-윤명조330" panose="02030504000101010101" pitchFamily="18" charset="-127"/>
                  <a:ea typeface="-윤명조330" panose="02030504000101010101" pitchFamily="18" charset="-127"/>
                </a:rPr>
                <a:t>Ⅳ</a:t>
              </a:r>
              <a:endParaRPr lang="ko-KR" altLang="en-US" sz="3500" b="1" dirty="0">
                <a:solidFill>
                  <a:schemeClr val="bg1"/>
                </a:solidFill>
                <a:latin typeface="-윤명조330" panose="02030504000101010101" pitchFamily="18" charset="-127"/>
                <a:ea typeface="-윤명조330" panose="02030504000101010101" pitchFamily="18" charset="-127"/>
              </a:endParaRPr>
            </a:p>
          </p:txBody>
        </p:sp>
      </p:grpSp>
      <p:pic>
        <p:nvPicPr>
          <p:cNvPr id="39" name="Picture 5" descr="G:\work\다원아이씨티\국방전산정보원\이미지들-04.png"/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111" y="7281203"/>
            <a:ext cx="920929" cy="2506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그림 11"/>
          <p:cNvPicPr preferRelativeResize="0">
            <a:picLocks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51156" y="7324263"/>
            <a:ext cx="1059746" cy="198000"/>
          </a:xfrm>
          <a:prstGeom prst="rect">
            <a:avLst/>
          </a:prstGeom>
        </p:spPr>
      </p:pic>
      <p:pic>
        <p:nvPicPr>
          <p:cNvPr id="13" name="Picture 2" descr="C:\Users\CCS\Desktop\선진강군.jpg"/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72627" y="251790"/>
            <a:ext cx="1438275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101588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44337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/>
          <p:cNvSpPr/>
          <p:nvPr userDrawn="1"/>
        </p:nvSpPr>
        <p:spPr>
          <a:xfrm>
            <a:off x="0" y="7262621"/>
            <a:ext cx="10693400" cy="298642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dirty="0"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7" name="Slide Number Placeholder 5"/>
          <p:cNvSpPr txBox="1">
            <a:spLocks/>
          </p:cNvSpPr>
          <p:nvPr userDrawn="1"/>
        </p:nvSpPr>
        <p:spPr>
          <a:xfrm>
            <a:off x="4742048" y="7203502"/>
            <a:ext cx="1150756" cy="402567"/>
          </a:xfrm>
          <a:prstGeom prst="rect">
            <a:avLst/>
          </a:prstGeom>
        </p:spPr>
        <p:txBody>
          <a:bodyPr vert="horz" lIns="95293" tIns="47648" rIns="95293" bIns="47648" rtlCol="0" anchor="ctr"/>
          <a:lstStyle>
            <a:defPPr>
              <a:defRPr lang="ko-KR"/>
            </a:defPPr>
            <a:lvl1pPr marL="0" algn="l" defTabSz="995690" rtl="0" eaLnBrk="1" latinLnBrk="1" hangingPunct="1">
              <a:defRPr lang="ko-KR" altLang="en-US" sz="1100" kern="1200" smtClean="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97845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5690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93535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91380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89225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87070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84916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82761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612950A8-589B-41D9-9D3B-91079D4BB6D3}" type="slidenum">
              <a:rPr lang="en-US" altLang="ko-KR" sz="900" smtClean="0">
                <a:solidFill>
                  <a:schemeClr val="tx1">
                    <a:lumMod val="75000"/>
                    <a:lumOff val="25000"/>
                  </a:schemeClr>
                </a:solidFill>
                <a:latin typeface="Rix고딕 M" panose="02020603020101020101" pitchFamily="18" charset="-127"/>
                <a:ea typeface="Rix고딕 M" panose="02020603020101020101" pitchFamily="18" charset="-127"/>
              </a:rPr>
              <a:pPr algn="ctr"/>
              <a:t>‹#›</a:t>
            </a:fld>
            <a:endParaRPr lang="en-US" altLang="ko-KR" sz="900" dirty="0">
              <a:solidFill>
                <a:schemeClr val="tx1">
                  <a:lumMod val="75000"/>
                  <a:lumOff val="25000"/>
                </a:schemeClr>
              </a:solidFill>
              <a:latin typeface="Rix고딕 M" panose="02020603020101020101" pitchFamily="18" charset="-127"/>
              <a:ea typeface="Rix고딕 M" panose="02020603020101020101" pitchFamily="18" charset="-127"/>
            </a:endParaRPr>
          </a:p>
        </p:txBody>
      </p:sp>
      <p:pic>
        <p:nvPicPr>
          <p:cNvPr id="9" name="Picture 5" descr="G:\work\다원아이씨티\국방전산정보원\이미지들-04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111" y="7281203"/>
            <a:ext cx="920929" cy="2506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그림 9"/>
          <p:cNvPicPr preferRelativeResize="0">
            <a:picLocks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51156" y="7324263"/>
            <a:ext cx="1059746" cy="19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51723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62407" y="315998"/>
            <a:ext cx="8822055" cy="1599527"/>
          </a:xfrm>
          <a:prstGeom prst="rect">
            <a:avLst/>
          </a:prstGeom>
        </p:spPr>
        <p:txBody>
          <a:bodyPr vert="horz" lIns="96487" tIns="48244" rIns="96487" bIns="48244" rtlCol="0" anchor="b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2405" y="2035007"/>
            <a:ext cx="8822056" cy="4435941"/>
          </a:xfrm>
          <a:prstGeom prst="rect">
            <a:avLst/>
          </a:prstGeom>
        </p:spPr>
        <p:txBody>
          <a:bodyPr vert="horz" lIns="0" tIns="48244" rIns="0" bIns="48244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62410" y="7122221"/>
            <a:ext cx="2168388" cy="402567"/>
          </a:xfrm>
          <a:prstGeom prst="rect">
            <a:avLst/>
          </a:prstGeom>
        </p:spPr>
        <p:txBody>
          <a:bodyPr vert="horz" lIns="96487" tIns="48244" rIns="96487" bIns="48244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33092" y="7122221"/>
            <a:ext cx="4230001" cy="402567"/>
          </a:xfrm>
          <a:prstGeom prst="rect">
            <a:avLst/>
          </a:prstGeom>
        </p:spPr>
        <p:txBody>
          <a:bodyPr vert="horz" lIns="96487" tIns="48244" rIns="96487" bIns="48244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542648" y="7122221"/>
            <a:ext cx="1150756" cy="402567"/>
          </a:xfrm>
          <a:prstGeom prst="rect">
            <a:avLst/>
          </a:prstGeom>
        </p:spPr>
        <p:txBody>
          <a:bodyPr vert="horz" lIns="96487" tIns="48244" rIns="96487" bIns="48244" rtlCol="0" anchor="ctr"/>
          <a:lstStyle>
            <a:lvl1pPr>
              <a:defRPr lang="ko-KR" altLang="en-US" sz="1100" smtClean="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pPr algn="r"/>
            <a:fld id="{612950A8-589B-41D9-9D3B-91079D4BB6D3}" type="slidenum">
              <a:rPr lang="en-US" altLang="ko-KR" smtClean="0"/>
              <a:pPr algn="r"/>
              <a:t>‹#›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6752112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  <p:sldLayoutId id="2147483702" r:id="rId2"/>
    <p:sldLayoutId id="2147483708" r:id="rId3"/>
    <p:sldLayoutId id="2147483709" r:id="rId4"/>
    <p:sldLayoutId id="2147483729" r:id="rId5"/>
    <p:sldLayoutId id="2147483727" r:id="rId6"/>
    <p:sldLayoutId id="2147483728" r:id="rId7"/>
    <p:sldLayoutId id="2147483712" r:id="rId8"/>
    <p:sldLayoutId id="2147483730" r:id="rId9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  <p:hf hdr="0" ftr="0" dt="0"/>
  <p:txStyles>
    <p:titleStyle>
      <a:lvl1pPr algn="l" defTabSz="964870" rtl="0" eaLnBrk="1" latinLnBrk="1" hangingPunct="1">
        <a:lnSpc>
          <a:spcPct val="85000"/>
        </a:lnSpc>
        <a:spcBef>
          <a:spcPct val="0"/>
        </a:spcBef>
        <a:buNone/>
        <a:defRPr sz="5100" kern="1200" spc="-53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6486" indent="-96486" algn="l" defTabSz="964870" rtl="0" eaLnBrk="1" latinLnBrk="1" hangingPunct="1">
        <a:lnSpc>
          <a:spcPct val="90000"/>
        </a:lnSpc>
        <a:spcBef>
          <a:spcPts val="1266"/>
        </a:spcBef>
        <a:spcAft>
          <a:spcPts val="211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405245" indent="-192974" algn="l" defTabSz="964870" rtl="0" eaLnBrk="1" latinLnBrk="1" hangingPunct="1">
        <a:lnSpc>
          <a:spcPct val="90000"/>
        </a:lnSpc>
        <a:spcBef>
          <a:spcPts val="211"/>
        </a:spcBef>
        <a:spcAft>
          <a:spcPts val="422"/>
        </a:spcAft>
        <a:buClr>
          <a:schemeClr val="accent1"/>
        </a:buClr>
        <a:buFont typeface="Calibri" pitchFamily="34" charset="0"/>
        <a:buChar char="◦"/>
        <a:defRPr sz="1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98218" indent="-192974" algn="l" defTabSz="964870" rtl="0" eaLnBrk="1" latinLnBrk="1" hangingPunct="1">
        <a:lnSpc>
          <a:spcPct val="90000"/>
        </a:lnSpc>
        <a:spcBef>
          <a:spcPts val="211"/>
        </a:spcBef>
        <a:spcAft>
          <a:spcPts val="422"/>
        </a:spcAft>
        <a:buClr>
          <a:schemeClr val="accent1"/>
        </a:buClr>
        <a:buFont typeface="Calibri" pitchFamily="34" charset="0"/>
        <a:buChar char="◦"/>
        <a:defRPr sz="15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91193" indent="-192974" algn="l" defTabSz="964870" rtl="0" eaLnBrk="1" latinLnBrk="1" hangingPunct="1">
        <a:lnSpc>
          <a:spcPct val="90000"/>
        </a:lnSpc>
        <a:spcBef>
          <a:spcPts val="211"/>
        </a:spcBef>
        <a:spcAft>
          <a:spcPts val="422"/>
        </a:spcAft>
        <a:buClr>
          <a:schemeClr val="accent1"/>
        </a:buClr>
        <a:buFont typeface="Calibri" pitchFamily="34" charset="0"/>
        <a:buChar char="◦"/>
        <a:defRPr sz="15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84166" indent="-192974" algn="l" defTabSz="964870" rtl="0" eaLnBrk="1" latinLnBrk="1" hangingPunct="1">
        <a:lnSpc>
          <a:spcPct val="90000"/>
        </a:lnSpc>
        <a:spcBef>
          <a:spcPts val="211"/>
        </a:spcBef>
        <a:spcAft>
          <a:spcPts val="422"/>
        </a:spcAft>
        <a:buClr>
          <a:schemeClr val="accent1"/>
        </a:buClr>
        <a:buFont typeface="Calibri" pitchFamily="34" charset="0"/>
        <a:buChar char="◦"/>
        <a:defRPr sz="15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60714" indent="-241218" algn="l" defTabSz="964870" rtl="0" eaLnBrk="1" latinLnBrk="1" hangingPunct="1">
        <a:lnSpc>
          <a:spcPct val="90000"/>
        </a:lnSpc>
        <a:spcBef>
          <a:spcPts val="211"/>
        </a:spcBef>
        <a:spcAft>
          <a:spcPts val="422"/>
        </a:spcAft>
        <a:buClr>
          <a:schemeClr val="accent1"/>
        </a:buClr>
        <a:buFont typeface="Calibri" pitchFamily="34" charset="0"/>
        <a:buChar char="◦"/>
        <a:defRPr sz="15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71752" indent="-241218" algn="l" defTabSz="964870" rtl="0" eaLnBrk="1" latinLnBrk="1" hangingPunct="1">
        <a:lnSpc>
          <a:spcPct val="90000"/>
        </a:lnSpc>
        <a:spcBef>
          <a:spcPts val="211"/>
        </a:spcBef>
        <a:spcAft>
          <a:spcPts val="422"/>
        </a:spcAft>
        <a:buClr>
          <a:schemeClr val="accent1"/>
        </a:buClr>
        <a:buFont typeface="Calibri" pitchFamily="34" charset="0"/>
        <a:buChar char="◦"/>
        <a:defRPr sz="15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82791" indent="-241218" algn="l" defTabSz="964870" rtl="0" eaLnBrk="1" latinLnBrk="1" hangingPunct="1">
        <a:lnSpc>
          <a:spcPct val="90000"/>
        </a:lnSpc>
        <a:spcBef>
          <a:spcPts val="211"/>
        </a:spcBef>
        <a:spcAft>
          <a:spcPts val="422"/>
        </a:spcAft>
        <a:buClr>
          <a:schemeClr val="accent1"/>
        </a:buClr>
        <a:buFont typeface="Calibri" pitchFamily="34" charset="0"/>
        <a:buChar char="◦"/>
        <a:defRPr sz="15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93829" indent="-241218" algn="l" defTabSz="964870" rtl="0" eaLnBrk="1" latinLnBrk="1" hangingPunct="1">
        <a:lnSpc>
          <a:spcPct val="90000"/>
        </a:lnSpc>
        <a:spcBef>
          <a:spcPts val="211"/>
        </a:spcBef>
        <a:spcAft>
          <a:spcPts val="422"/>
        </a:spcAft>
        <a:buClr>
          <a:schemeClr val="accent1"/>
        </a:buClr>
        <a:buFont typeface="Calibri" pitchFamily="34" charset="0"/>
        <a:buChar char="◦"/>
        <a:defRPr sz="15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64870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1pPr>
      <a:lvl2pPr marL="482434" algn="l" defTabSz="964870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964870" algn="l" defTabSz="964870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3pPr>
      <a:lvl4pPr marL="1447304" algn="l" defTabSz="964870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929738" algn="l" defTabSz="964870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412173" algn="l" defTabSz="964870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894608" algn="l" defTabSz="964870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377042" algn="l" defTabSz="964870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859477" algn="l" defTabSz="964870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12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gif"/><Relationship Id="rId4" Type="http://schemas.openxmlformats.org/officeDocument/2006/relationships/image" Target="../media/image11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jpeg"/><Relationship Id="rId5" Type="http://schemas.openxmlformats.org/officeDocument/2006/relationships/image" Target="../media/image16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13" Type="http://schemas.openxmlformats.org/officeDocument/2006/relationships/image" Target="../media/image31.pn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12" Type="http://schemas.openxmlformats.org/officeDocument/2006/relationships/image" Target="../media/image3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11" Type="http://schemas.openxmlformats.org/officeDocument/2006/relationships/image" Target="../media/image29.png"/><Relationship Id="rId5" Type="http://schemas.openxmlformats.org/officeDocument/2006/relationships/image" Target="../media/image23.jpeg"/><Relationship Id="rId10" Type="http://schemas.openxmlformats.org/officeDocument/2006/relationships/image" Target="../media/image28.png"/><Relationship Id="rId4" Type="http://schemas.openxmlformats.org/officeDocument/2006/relationships/image" Target="../media/image22.png"/><Relationship Id="rId9" Type="http://schemas.openxmlformats.org/officeDocument/2006/relationships/image" Target="../media/image27.jpe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gif"/><Relationship Id="rId3" Type="http://schemas.openxmlformats.org/officeDocument/2006/relationships/image" Target="../media/image32.jpeg"/><Relationship Id="rId7" Type="http://schemas.openxmlformats.org/officeDocument/2006/relationships/image" Target="../media/image36.png"/><Relationship Id="rId12" Type="http://schemas.microsoft.com/office/2007/relationships/hdphoto" Target="../media/hdphoto2.wdp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png"/><Relationship Id="rId11" Type="http://schemas.openxmlformats.org/officeDocument/2006/relationships/image" Target="../media/image40.png"/><Relationship Id="rId5" Type="http://schemas.openxmlformats.org/officeDocument/2006/relationships/image" Target="../media/image34.jpeg"/><Relationship Id="rId10" Type="http://schemas.openxmlformats.org/officeDocument/2006/relationships/image" Target="../media/image39.png"/><Relationship Id="rId4" Type="http://schemas.openxmlformats.org/officeDocument/2006/relationships/image" Target="../media/image33.gif"/><Relationship Id="rId9" Type="http://schemas.openxmlformats.org/officeDocument/2006/relationships/image" Target="../media/image38.png"/></Relationships>
</file>

<file path=ppt/slides/_rels/slide6.xml.rels><?xml version="1.0" encoding="UTF-8" standalone="yes"?>
<Relationships xmlns="http://schemas.openxmlformats.org/package/2006/relationships"><Relationship Id="rId8" Type="http://schemas.microsoft.com/office/2007/relationships/hdphoto" Target="../media/hdphoto3.wdp"/><Relationship Id="rId13" Type="http://schemas.openxmlformats.org/officeDocument/2006/relationships/image" Target="../media/image50.png"/><Relationship Id="rId3" Type="http://schemas.openxmlformats.org/officeDocument/2006/relationships/image" Target="../media/image41.jpg"/><Relationship Id="rId7" Type="http://schemas.openxmlformats.org/officeDocument/2006/relationships/image" Target="../media/image45.png"/><Relationship Id="rId12" Type="http://schemas.openxmlformats.org/officeDocument/2006/relationships/image" Target="../media/image4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4.png"/><Relationship Id="rId11" Type="http://schemas.openxmlformats.org/officeDocument/2006/relationships/image" Target="../media/image48.png"/><Relationship Id="rId5" Type="http://schemas.openxmlformats.org/officeDocument/2006/relationships/image" Target="../media/image43.png"/><Relationship Id="rId15" Type="http://schemas.openxmlformats.org/officeDocument/2006/relationships/image" Target="../media/image52.png"/><Relationship Id="rId10" Type="http://schemas.openxmlformats.org/officeDocument/2006/relationships/image" Target="../media/image47.png"/><Relationship Id="rId4" Type="http://schemas.openxmlformats.org/officeDocument/2006/relationships/image" Target="../media/image42.png"/><Relationship Id="rId9" Type="http://schemas.openxmlformats.org/officeDocument/2006/relationships/image" Target="../media/image46.png"/><Relationship Id="rId14" Type="http://schemas.openxmlformats.org/officeDocument/2006/relationships/image" Target="../media/image5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jpeg"/><Relationship Id="rId7" Type="http://schemas.openxmlformats.org/officeDocument/2006/relationships/image" Target="../media/image5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5.png"/><Relationship Id="rId5" Type="http://schemas.microsoft.com/office/2007/relationships/hdphoto" Target="../media/hdphoto4.wdp"/><Relationship Id="rId4" Type="http://schemas.openxmlformats.org/officeDocument/2006/relationships/image" Target="../media/image54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png"/><Relationship Id="rId3" Type="http://schemas.openxmlformats.org/officeDocument/2006/relationships/image" Target="../media/image53.jpeg"/><Relationship Id="rId7" Type="http://schemas.microsoft.com/office/2007/relationships/hdphoto" Target="../media/hdphoto6.wdp"/><Relationship Id="rId12" Type="http://schemas.openxmlformats.org/officeDocument/2006/relationships/image" Target="../media/image5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8.png"/><Relationship Id="rId11" Type="http://schemas.microsoft.com/office/2007/relationships/hdphoto" Target="../media/hdphoto8.wdp"/><Relationship Id="rId5" Type="http://schemas.microsoft.com/office/2007/relationships/hdphoto" Target="../media/hdphoto5.wdp"/><Relationship Id="rId10" Type="http://schemas.openxmlformats.org/officeDocument/2006/relationships/image" Target="../media/image60.png"/><Relationship Id="rId4" Type="http://schemas.openxmlformats.org/officeDocument/2006/relationships/image" Target="../media/image57.png"/><Relationship Id="rId9" Type="http://schemas.microsoft.com/office/2007/relationships/hdphoto" Target="../media/hdphoto7.wdp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6.png"/><Relationship Id="rId3" Type="http://schemas.openxmlformats.org/officeDocument/2006/relationships/image" Target="../media/image61.png"/><Relationship Id="rId7" Type="http://schemas.openxmlformats.org/officeDocument/2006/relationships/image" Target="../media/image6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4.png"/><Relationship Id="rId5" Type="http://schemas.openxmlformats.org/officeDocument/2006/relationships/image" Target="../media/image63.png"/><Relationship Id="rId4" Type="http://schemas.openxmlformats.org/officeDocument/2006/relationships/image" Target="../media/image6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8.png"/></Relationships>
</file>

<file path=ppt/slides/_rels/slide11.xml.rels><?xml version="1.0" encoding="UTF-8" standalone="yes"?>
<Relationships xmlns="http://schemas.openxmlformats.org/package/2006/relationships"><Relationship Id="rId8" Type="http://schemas.microsoft.com/office/2007/relationships/hdphoto" Target="../media/hdphoto9.wdp"/><Relationship Id="rId3" Type="http://schemas.openxmlformats.org/officeDocument/2006/relationships/image" Target="../media/image67.jpeg"/><Relationship Id="rId7" Type="http://schemas.openxmlformats.org/officeDocument/2006/relationships/image" Target="../media/image7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1.png"/><Relationship Id="rId5" Type="http://schemas.openxmlformats.org/officeDocument/2006/relationships/image" Target="../media/image70.png"/><Relationship Id="rId4" Type="http://schemas.openxmlformats.org/officeDocument/2006/relationships/image" Target="../media/image69.png"/><Relationship Id="rId9" Type="http://schemas.openxmlformats.org/officeDocument/2006/relationships/image" Target="../media/image7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76.png"/><Relationship Id="rId4" Type="http://schemas.openxmlformats.org/officeDocument/2006/relationships/image" Target="../media/image7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7" Type="http://schemas.openxmlformats.org/officeDocument/2006/relationships/image" Target="../media/image8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0.png"/><Relationship Id="rId5" Type="http://schemas.openxmlformats.org/officeDocument/2006/relationships/image" Target="../media/image79.png"/><Relationship Id="rId4" Type="http://schemas.openxmlformats.org/officeDocument/2006/relationships/image" Target="../media/image78.png"/></Relationships>
</file>

<file path=ppt/slides/_rels/slide14.xml.rels><?xml version="1.0" encoding="UTF-8" standalone="yes"?>
<Relationships xmlns="http://schemas.openxmlformats.org/package/2006/relationships"><Relationship Id="rId8" Type="http://schemas.microsoft.com/office/2007/relationships/hdphoto" Target="../media/hdphoto10.wdp"/><Relationship Id="rId3" Type="http://schemas.openxmlformats.org/officeDocument/2006/relationships/image" Target="../media/image53.jpeg"/><Relationship Id="rId7" Type="http://schemas.openxmlformats.org/officeDocument/2006/relationships/image" Target="../media/image82.png"/><Relationship Id="rId12" Type="http://schemas.microsoft.com/office/2007/relationships/hdphoto" Target="../media/hdphoto12.wdp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microsoft.com/office/2007/relationships/hdphoto" Target="../media/hdphoto6.wdp"/><Relationship Id="rId11" Type="http://schemas.openxmlformats.org/officeDocument/2006/relationships/image" Target="../media/image84.png"/><Relationship Id="rId5" Type="http://schemas.openxmlformats.org/officeDocument/2006/relationships/image" Target="../media/image58.png"/><Relationship Id="rId10" Type="http://schemas.microsoft.com/office/2007/relationships/hdphoto" Target="../media/hdphoto11.wdp"/><Relationship Id="rId4" Type="http://schemas.openxmlformats.org/officeDocument/2006/relationships/image" Target="../media/image67.jpeg"/><Relationship Id="rId9" Type="http://schemas.openxmlformats.org/officeDocument/2006/relationships/image" Target="../media/image8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7.png"/><Relationship Id="rId4" Type="http://schemas.openxmlformats.org/officeDocument/2006/relationships/image" Target="../media/image86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3.png"/><Relationship Id="rId3" Type="http://schemas.openxmlformats.org/officeDocument/2006/relationships/image" Target="../media/image88.png"/><Relationship Id="rId7" Type="http://schemas.openxmlformats.org/officeDocument/2006/relationships/image" Target="../media/image9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91.png"/><Relationship Id="rId5" Type="http://schemas.openxmlformats.org/officeDocument/2006/relationships/image" Target="../media/image90.png"/><Relationship Id="rId4" Type="http://schemas.openxmlformats.org/officeDocument/2006/relationships/image" Target="../media/image8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4.png"/><Relationship Id="rId7" Type="http://schemas.openxmlformats.org/officeDocument/2006/relationships/image" Target="../media/image8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97.png"/><Relationship Id="rId5" Type="http://schemas.openxmlformats.org/officeDocument/2006/relationships/image" Target="../media/image96.png"/><Relationship Id="rId4" Type="http://schemas.openxmlformats.org/officeDocument/2006/relationships/image" Target="../media/image9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3.png"/><Relationship Id="rId13" Type="http://schemas.openxmlformats.org/officeDocument/2006/relationships/image" Target="../media/image107.png"/><Relationship Id="rId18" Type="http://schemas.openxmlformats.org/officeDocument/2006/relationships/image" Target="../media/image112.png"/><Relationship Id="rId3" Type="http://schemas.openxmlformats.org/officeDocument/2006/relationships/image" Target="../media/image98.png"/><Relationship Id="rId7" Type="http://schemas.openxmlformats.org/officeDocument/2006/relationships/image" Target="../media/image102.png"/><Relationship Id="rId12" Type="http://schemas.openxmlformats.org/officeDocument/2006/relationships/image" Target="../media/image106.png"/><Relationship Id="rId17" Type="http://schemas.openxmlformats.org/officeDocument/2006/relationships/image" Target="../media/image111.png"/><Relationship Id="rId2" Type="http://schemas.openxmlformats.org/officeDocument/2006/relationships/notesSlide" Target="../notesSlides/notesSlide19.xml"/><Relationship Id="rId16" Type="http://schemas.openxmlformats.org/officeDocument/2006/relationships/image" Target="../media/image110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01.png"/><Relationship Id="rId11" Type="http://schemas.microsoft.com/office/2007/relationships/hdphoto" Target="../media/hdphoto13.wdp"/><Relationship Id="rId5" Type="http://schemas.openxmlformats.org/officeDocument/2006/relationships/image" Target="../media/image100.png"/><Relationship Id="rId15" Type="http://schemas.openxmlformats.org/officeDocument/2006/relationships/image" Target="../media/image109.png"/><Relationship Id="rId10" Type="http://schemas.openxmlformats.org/officeDocument/2006/relationships/image" Target="../media/image105.png"/><Relationship Id="rId19" Type="http://schemas.openxmlformats.org/officeDocument/2006/relationships/image" Target="../media/image89.png"/><Relationship Id="rId4" Type="http://schemas.openxmlformats.org/officeDocument/2006/relationships/image" Target="../media/image99.png"/><Relationship Id="rId9" Type="http://schemas.openxmlformats.org/officeDocument/2006/relationships/image" Target="../media/image104.wmf"/><Relationship Id="rId14" Type="http://schemas.openxmlformats.org/officeDocument/2006/relationships/image" Target="../media/image108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8.png"/><Relationship Id="rId3" Type="http://schemas.openxmlformats.org/officeDocument/2006/relationships/image" Target="../media/image113.png"/><Relationship Id="rId7" Type="http://schemas.openxmlformats.org/officeDocument/2006/relationships/image" Target="../media/image11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16.png"/><Relationship Id="rId11" Type="http://schemas.openxmlformats.org/officeDocument/2006/relationships/image" Target="../media/image89.png"/><Relationship Id="rId5" Type="http://schemas.openxmlformats.org/officeDocument/2006/relationships/image" Target="../media/image115.png"/><Relationship Id="rId10" Type="http://schemas.openxmlformats.org/officeDocument/2006/relationships/image" Target="../media/image120.png"/><Relationship Id="rId4" Type="http://schemas.openxmlformats.org/officeDocument/2006/relationships/image" Target="../media/image114.png"/><Relationship Id="rId9" Type="http://schemas.openxmlformats.org/officeDocument/2006/relationships/image" Target="../media/image119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3.png"/><Relationship Id="rId3" Type="http://schemas.openxmlformats.org/officeDocument/2006/relationships/image" Target="../media/image53.jpeg"/><Relationship Id="rId7" Type="http://schemas.microsoft.com/office/2007/relationships/hdphoto" Target="../media/hdphoto7.wdp"/><Relationship Id="rId12" Type="http://schemas.openxmlformats.org/officeDocument/2006/relationships/image" Target="../media/image5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9.png"/><Relationship Id="rId11" Type="http://schemas.microsoft.com/office/2007/relationships/hdphoto" Target="../media/hdphoto14.wdp"/><Relationship Id="rId5" Type="http://schemas.microsoft.com/office/2007/relationships/hdphoto" Target="../media/hdphoto5.wdp"/><Relationship Id="rId10" Type="http://schemas.openxmlformats.org/officeDocument/2006/relationships/image" Target="../media/image121.png"/><Relationship Id="rId4" Type="http://schemas.openxmlformats.org/officeDocument/2006/relationships/image" Target="../media/image57.png"/><Relationship Id="rId9" Type="http://schemas.microsoft.com/office/2007/relationships/hdphoto" Target="../media/hdphoto11.wdp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24.png"/><Relationship Id="rId4" Type="http://schemas.openxmlformats.org/officeDocument/2006/relationships/image" Target="../media/image123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0.png"/><Relationship Id="rId3" Type="http://schemas.openxmlformats.org/officeDocument/2006/relationships/image" Target="../media/image125.png"/><Relationship Id="rId7" Type="http://schemas.openxmlformats.org/officeDocument/2006/relationships/image" Target="../media/image129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8.png"/><Relationship Id="rId5" Type="http://schemas.openxmlformats.org/officeDocument/2006/relationships/image" Target="../media/image127.png"/><Relationship Id="rId4" Type="http://schemas.openxmlformats.org/officeDocument/2006/relationships/image" Target="../media/image126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6.png"/><Relationship Id="rId13" Type="http://schemas.openxmlformats.org/officeDocument/2006/relationships/image" Target="../media/image141.png"/><Relationship Id="rId18" Type="http://schemas.openxmlformats.org/officeDocument/2006/relationships/image" Target="../media/image146.png"/><Relationship Id="rId3" Type="http://schemas.openxmlformats.org/officeDocument/2006/relationships/image" Target="../media/image131.png"/><Relationship Id="rId21" Type="http://schemas.openxmlformats.org/officeDocument/2006/relationships/image" Target="../media/image149.png"/><Relationship Id="rId7" Type="http://schemas.openxmlformats.org/officeDocument/2006/relationships/image" Target="../media/image135.png"/><Relationship Id="rId12" Type="http://schemas.openxmlformats.org/officeDocument/2006/relationships/image" Target="../media/image140.png"/><Relationship Id="rId17" Type="http://schemas.openxmlformats.org/officeDocument/2006/relationships/image" Target="../media/image145.png"/><Relationship Id="rId2" Type="http://schemas.openxmlformats.org/officeDocument/2006/relationships/notesSlide" Target="../notesSlides/notesSlide24.xml"/><Relationship Id="rId16" Type="http://schemas.openxmlformats.org/officeDocument/2006/relationships/image" Target="../media/image144.png"/><Relationship Id="rId20" Type="http://schemas.openxmlformats.org/officeDocument/2006/relationships/image" Target="../media/image148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34.png"/><Relationship Id="rId11" Type="http://schemas.openxmlformats.org/officeDocument/2006/relationships/image" Target="../media/image139.png"/><Relationship Id="rId5" Type="http://schemas.openxmlformats.org/officeDocument/2006/relationships/image" Target="../media/image133.png"/><Relationship Id="rId15" Type="http://schemas.openxmlformats.org/officeDocument/2006/relationships/image" Target="../media/image143.png"/><Relationship Id="rId10" Type="http://schemas.openxmlformats.org/officeDocument/2006/relationships/image" Target="../media/image138.png"/><Relationship Id="rId19" Type="http://schemas.openxmlformats.org/officeDocument/2006/relationships/image" Target="../media/image147.png"/><Relationship Id="rId4" Type="http://schemas.openxmlformats.org/officeDocument/2006/relationships/image" Target="../media/image132.png"/><Relationship Id="rId9" Type="http://schemas.openxmlformats.org/officeDocument/2006/relationships/image" Target="../media/image137.png"/><Relationship Id="rId14" Type="http://schemas.openxmlformats.org/officeDocument/2006/relationships/image" Target="../media/image142.png"/><Relationship Id="rId22" Type="http://schemas.openxmlformats.org/officeDocument/2006/relationships/image" Target="../media/image150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0.png"/><Relationship Id="rId13" Type="http://schemas.openxmlformats.org/officeDocument/2006/relationships/image" Target="../media/image158.png"/><Relationship Id="rId3" Type="http://schemas.openxmlformats.org/officeDocument/2006/relationships/image" Target="../media/image151.png"/><Relationship Id="rId7" Type="http://schemas.openxmlformats.org/officeDocument/2006/relationships/image" Target="../media/image138.png"/><Relationship Id="rId12" Type="http://schemas.openxmlformats.org/officeDocument/2006/relationships/image" Target="../media/image157.png"/><Relationship Id="rId17" Type="http://schemas.openxmlformats.org/officeDocument/2006/relationships/image" Target="../media/image162.png"/><Relationship Id="rId2" Type="http://schemas.openxmlformats.org/officeDocument/2006/relationships/notesSlide" Target="../notesSlides/notesSlide25.xml"/><Relationship Id="rId16" Type="http://schemas.openxmlformats.org/officeDocument/2006/relationships/image" Target="../media/image161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54.png"/><Relationship Id="rId11" Type="http://schemas.openxmlformats.org/officeDocument/2006/relationships/image" Target="../media/image156.png"/><Relationship Id="rId5" Type="http://schemas.openxmlformats.org/officeDocument/2006/relationships/image" Target="../media/image153.png"/><Relationship Id="rId15" Type="http://schemas.openxmlformats.org/officeDocument/2006/relationships/image" Target="../media/image160.png"/><Relationship Id="rId10" Type="http://schemas.openxmlformats.org/officeDocument/2006/relationships/image" Target="../media/image139.png"/><Relationship Id="rId4" Type="http://schemas.openxmlformats.org/officeDocument/2006/relationships/image" Target="../media/image152.png"/><Relationship Id="rId9" Type="http://schemas.openxmlformats.org/officeDocument/2006/relationships/image" Target="../media/image155.png"/><Relationship Id="rId14" Type="http://schemas.openxmlformats.org/officeDocument/2006/relationships/image" Target="../media/image159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8.png"/><Relationship Id="rId3" Type="http://schemas.openxmlformats.org/officeDocument/2006/relationships/image" Target="../media/image163.png"/><Relationship Id="rId7" Type="http://schemas.openxmlformats.org/officeDocument/2006/relationships/image" Target="../media/image167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66.png"/><Relationship Id="rId11" Type="http://schemas.openxmlformats.org/officeDocument/2006/relationships/image" Target="../media/image162.png"/><Relationship Id="rId5" Type="http://schemas.openxmlformats.org/officeDocument/2006/relationships/image" Target="../media/image165.png"/><Relationship Id="rId10" Type="http://schemas.openxmlformats.org/officeDocument/2006/relationships/image" Target="../media/image170.png"/><Relationship Id="rId4" Type="http://schemas.openxmlformats.org/officeDocument/2006/relationships/image" Target="../media/image164.png"/><Relationship Id="rId9" Type="http://schemas.openxmlformats.org/officeDocument/2006/relationships/image" Target="../media/image169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6.png"/><Relationship Id="rId3" Type="http://schemas.openxmlformats.org/officeDocument/2006/relationships/image" Target="../media/image171.png"/><Relationship Id="rId7" Type="http://schemas.openxmlformats.org/officeDocument/2006/relationships/image" Target="../media/image175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4.png"/><Relationship Id="rId11" Type="http://schemas.openxmlformats.org/officeDocument/2006/relationships/image" Target="../media/image178.png"/><Relationship Id="rId5" Type="http://schemas.openxmlformats.org/officeDocument/2006/relationships/image" Target="../media/image173.png"/><Relationship Id="rId10" Type="http://schemas.openxmlformats.org/officeDocument/2006/relationships/image" Target="../media/image177.png"/><Relationship Id="rId4" Type="http://schemas.openxmlformats.org/officeDocument/2006/relationships/image" Target="../media/image172.png"/><Relationship Id="rId9" Type="http://schemas.openxmlformats.org/officeDocument/2006/relationships/image" Target="../media/image162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3.jpg"/><Relationship Id="rId3" Type="http://schemas.openxmlformats.org/officeDocument/2006/relationships/image" Target="../media/image179.png"/><Relationship Id="rId7" Type="http://schemas.openxmlformats.org/officeDocument/2006/relationships/image" Target="../media/image18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81.png"/><Relationship Id="rId11" Type="http://schemas.openxmlformats.org/officeDocument/2006/relationships/image" Target="../media/image186.jpeg"/><Relationship Id="rId5" Type="http://schemas.openxmlformats.org/officeDocument/2006/relationships/image" Target="../media/image180.png"/><Relationship Id="rId10" Type="http://schemas.openxmlformats.org/officeDocument/2006/relationships/image" Target="../media/image185.png"/><Relationship Id="rId4" Type="http://schemas.openxmlformats.org/officeDocument/2006/relationships/image" Target="../media/image162.png"/><Relationship Id="rId9" Type="http://schemas.openxmlformats.org/officeDocument/2006/relationships/image" Target="../media/image184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9.png"/><Relationship Id="rId13" Type="http://schemas.openxmlformats.org/officeDocument/2006/relationships/image" Target="../media/image194.jpeg"/><Relationship Id="rId3" Type="http://schemas.openxmlformats.org/officeDocument/2006/relationships/image" Target="../media/image76.png"/><Relationship Id="rId7" Type="http://schemas.openxmlformats.org/officeDocument/2006/relationships/image" Target="../media/image188.png"/><Relationship Id="rId12" Type="http://schemas.openxmlformats.org/officeDocument/2006/relationships/image" Target="../media/image193.jpe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7.png"/><Relationship Id="rId11" Type="http://schemas.openxmlformats.org/officeDocument/2006/relationships/image" Target="../media/image192.png"/><Relationship Id="rId5" Type="http://schemas.openxmlformats.org/officeDocument/2006/relationships/image" Target="../media/image75.png"/><Relationship Id="rId10" Type="http://schemas.openxmlformats.org/officeDocument/2006/relationships/image" Target="../media/image191.jpeg"/><Relationship Id="rId4" Type="http://schemas.openxmlformats.org/officeDocument/2006/relationships/image" Target="../media/image74.png"/><Relationship Id="rId9" Type="http://schemas.openxmlformats.org/officeDocument/2006/relationships/image" Target="../media/image190.png"/><Relationship Id="rId14" Type="http://schemas.openxmlformats.org/officeDocument/2006/relationships/image" Target="../media/image195.jpe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1.jpeg"/><Relationship Id="rId13" Type="http://schemas.openxmlformats.org/officeDocument/2006/relationships/image" Target="../media/image206.jpeg"/><Relationship Id="rId3" Type="http://schemas.openxmlformats.org/officeDocument/2006/relationships/image" Target="../media/image196.png"/><Relationship Id="rId7" Type="http://schemas.openxmlformats.org/officeDocument/2006/relationships/image" Target="../media/image200.png"/><Relationship Id="rId12" Type="http://schemas.openxmlformats.org/officeDocument/2006/relationships/image" Target="../media/image205.png"/><Relationship Id="rId2" Type="http://schemas.openxmlformats.org/officeDocument/2006/relationships/notesSlide" Target="../notesSlides/notesSlide31.xml"/><Relationship Id="rId16" Type="http://schemas.openxmlformats.org/officeDocument/2006/relationships/image" Target="../media/image209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99.jpeg"/><Relationship Id="rId11" Type="http://schemas.openxmlformats.org/officeDocument/2006/relationships/image" Target="../media/image204.png"/><Relationship Id="rId5" Type="http://schemas.openxmlformats.org/officeDocument/2006/relationships/image" Target="../media/image198.png"/><Relationship Id="rId15" Type="http://schemas.openxmlformats.org/officeDocument/2006/relationships/image" Target="../media/image208.png"/><Relationship Id="rId10" Type="http://schemas.openxmlformats.org/officeDocument/2006/relationships/image" Target="../media/image203.png"/><Relationship Id="rId4" Type="http://schemas.openxmlformats.org/officeDocument/2006/relationships/image" Target="../media/image197.jpeg"/><Relationship Id="rId9" Type="http://schemas.openxmlformats.org/officeDocument/2006/relationships/image" Target="../media/image202.png"/><Relationship Id="rId14" Type="http://schemas.openxmlformats.org/officeDocument/2006/relationships/image" Target="../media/image207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0.jpe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12.jpeg"/><Relationship Id="rId4" Type="http://schemas.openxmlformats.org/officeDocument/2006/relationships/image" Target="../media/image211.pn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7.png"/><Relationship Id="rId3" Type="http://schemas.openxmlformats.org/officeDocument/2006/relationships/image" Target="../media/image213.png"/><Relationship Id="rId7" Type="http://schemas.openxmlformats.org/officeDocument/2006/relationships/image" Target="../media/image216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5.png"/><Relationship Id="rId5" Type="http://schemas.openxmlformats.org/officeDocument/2006/relationships/image" Target="../media/image214.png"/><Relationship Id="rId4" Type="http://schemas.microsoft.com/office/2007/relationships/hdphoto" Target="../media/hdphoto15.wdp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3.png"/><Relationship Id="rId3" Type="http://schemas.openxmlformats.org/officeDocument/2006/relationships/image" Target="../media/image53.jpeg"/><Relationship Id="rId7" Type="http://schemas.microsoft.com/office/2007/relationships/hdphoto" Target="../media/hdphoto6.wdp"/><Relationship Id="rId12" Type="http://schemas.openxmlformats.org/officeDocument/2006/relationships/image" Target="../media/image219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58.png"/><Relationship Id="rId11" Type="http://schemas.microsoft.com/office/2007/relationships/hdphoto" Target="../media/hdphoto16.wdp"/><Relationship Id="rId5" Type="http://schemas.microsoft.com/office/2007/relationships/hdphoto" Target="../media/hdphoto5.wdp"/><Relationship Id="rId10" Type="http://schemas.openxmlformats.org/officeDocument/2006/relationships/image" Target="../media/image218.png"/><Relationship Id="rId4" Type="http://schemas.openxmlformats.org/officeDocument/2006/relationships/image" Target="../media/image57.png"/><Relationship Id="rId9" Type="http://schemas.microsoft.com/office/2007/relationships/hdphoto" Target="../media/hdphoto11.wdp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0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1.png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7.png"/><Relationship Id="rId3" Type="http://schemas.openxmlformats.org/officeDocument/2006/relationships/image" Target="../media/image222.png"/><Relationship Id="rId7" Type="http://schemas.openxmlformats.org/officeDocument/2006/relationships/image" Target="../media/image226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5.png"/><Relationship Id="rId5" Type="http://schemas.openxmlformats.org/officeDocument/2006/relationships/image" Target="../media/image224.png"/><Relationship Id="rId4" Type="http://schemas.openxmlformats.org/officeDocument/2006/relationships/image" Target="../media/image223.jpeg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2.png"/><Relationship Id="rId3" Type="http://schemas.openxmlformats.org/officeDocument/2006/relationships/image" Target="../media/image42.png"/><Relationship Id="rId7" Type="http://schemas.openxmlformats.org/officeDocument/2006/relationships/image" Target="../media/image231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0.png"/><Relationship Id="rId11" Type="http://schemas.openxmlformats.org/officeDocument/2006/relationships/image" Target="../media/image235.png"/><Relationship Id="rId5" Type="http://schemas.openxmlformats.org/officeDocument/2006/relationships/image" Target="../media/image229.png"/><Relationship Id="rId10" Type="http://schemas.openxmlformats.org/officeDocument/2006/relationships/image" Target="../media/image234.jpeg"/><Relationship Id="rId4" Type="http://schemas.openxmlformats.org/officeDocument/2006/relationships/image" Target="../media/image228.png"/><Relationship Id="rId9" Type="http://schemas.openxmlformats.org/officeDocument/2006/relationships/image" Target="../media/image233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6.png"/><Relationship Id="rId7" Type="http://schemas.openxmlformats.org/officeDocument/2006/relationships/image" Target="../media/image240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9.png"/><Relationship Id="rId5" Type="http://schemas.openxmlformats.org/officeDocument/2006/relationships/image" Target="../media/image238.png"/><Relationship Id="rId4" Type="http://schemas.openxmlformats.org/officeDocument/2006/relationships/image" Target="../media/image237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1.png"/><Relationship Id="rId7" Type="http://schemas.openxmlformats.org/officeDocument/2006/relationships/image" Target="../media/image245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4.png"/><Relationship Id="rId5" Type="http://schemas.openxmlformats.org/officeDocument/2006/relationships/image" Target="../media/image243.png"/><Relationship Id="rId4" Type="http://schemas.openxmlformats.org/officeDocument/2006/relationships/image" Target="../media/image242.png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1.png"/><Relationship Id="rId3" Type="http://schemas.openxmlformats.org/officeDocument/2006/relationships/image" Target="../media/image246.png"/><Relationship Id="rId7" Type="http://schemas.openxmlformats.org/officeDocument/2006/relationships/image" Target="../media/image250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9.png"/><Relationship Id="rId5" Type="http://schemas.openxmlformats.org/officeDocument/2006/relationships/image" Target="../media/image248.png"/><Relationship Id="rId4" Type="http://schemas.openxmlformats.org/officeDocument/2006/relationships/image" Target="../media/image247.png"/><Relationship Id="rId9" Type="http://schemas.openxmlformats.org/officeDocument/2006/relationships/image" Target="../media/image252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3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9.png"/><Relationship Id="rId3" Type="http://schemas.openxmlformats.org/officeDocument/2006/relationships/image" Target="../media/image254.png"/><Relationship Id="rId7" Type="http://schemas.openxmlformats.org/officeDocument/2006/relationships/image" Target="../media/image258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57.png"/><Relationship Id="rId5" Type="http://schemas.openxmlformats.org/officeDocument/2006/relationships/image" Target="../media/image256.png"/><Relationship Id="rId10" Type="http://schemas.openxmlformats.org/officeDocument/2006/relationships/image" Target="../media/image261.png"/><Relationship Id="rId4" Type="http://schemas.openxmlformats.org/officeDocument/2006/relationships/image" Target="../media/image255.png"/><Relationship Id="rId9" Type="http://schemas.openxmlformats.org/officeDocument/2006/relationships/image" Target="../media/image260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jpeg"/><Relationship Id="rId7" Type="http://schemas.openxmlformats.org/officeDocument/2006/relationships/image" Target="../media/image265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4.png"/><Relationship Id="rId5" Type="http://schemas.openxmlformats.org/officeDocument/2006/relationships/image" Target="../media/image263.png"/><Relationship Id="rId4" Type="http://schemas.openxmlformats.org/officeDocument/2006/relationships/image" Target="../media/image262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7.png"/><Relationship Id="rId2" Type="http://schemas.openxmlformats.org/officeDocument/2006/relationships/image" Target="../media/image266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9.png"/><Relationship Id="rId4" Type="http://schemas.openxmlformats.org/officeDocument/2006/relationships/image" Target="../media/image268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1.png"/><Relationship Id="rId2" Type="http://schemas.openxmlformats.org/officeDocument/2006/relationships/image" Target="../media/image270.png"/><Relationship Id="rId1" Type="http://schemas.openxmlformats.org/officeDocument/2006/relationships/slideLayout" Target="../slideLayouts/slideLayout9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3.png"/><Relationship Id="rId7" Type="http://schemas.openxmlformats.org/officeDocument/2006/relationships/image" Target="../media/image277.png"/><Relationship Id="rId2" Type="http://schemas.openxmlformats.org/officeDocument/2006/relationships/image" Target="../media/image272.pn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276.png"/><Relationship Id="rId5" Type="http://schemas.openxmlformats.org/officeDocument/2006/relationships/image" Target="../media/image275.png"/><Relationship Id="rId4" Type="http://schemas.openxmlformats.org/officeDocument/2006/relationships/image" Target="../media/image274.png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8.png"/><Relationship Id="rId1" Type="http://schemas.openxmlformats.org/officeDocument/2006/relationships/slideLayout" Target="../slideLayouts/slideLayout9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8.png"/><Relationship Id="rId2" Type="http://schemas.openxmlformats.org/officeDocument/2006/relationships/image" Target="../media/image278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79.png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9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1.png"/><Relationship Id="rId2" Type="http://schemas.openxmlformats.org/officeDocument/2006/relationships/image" Target="../media/image280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82.png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3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9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8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279.png"/><Relationship Id="rId4" Type="http://schemas.openxmlformats.org/officeDocument/2006/relationships/image" Target="../media/image238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4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85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8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38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6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9.xml"/></Relationships>
</file>

<file path=ppt/slides/_rels/slide5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2.png"/><Relationship Id="rId3" Type="http://schemas.openxmlformats.org/officeDocument/2006/relationships/image" Target="../media/image287.png"/><Relationship Id="rId7" Type="http://schemas.openxmlformats.org/officeDocument/2006/relationships/image" Target="../media/image291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290.png"/><Relationship Id="rId5" Type="http://schemas.openxmlformats.org/officeDocument/2006/relationships/image" Target="../media/image289.png"/><Relationship Id="rId4" Type="http://schemas.openxmlformats.org/officeDocument/2006/relationships/image" Target="../media/image288.png"/><Relationship Id="rId9" Type="http://schemas.openxmlformats.org/officeDocument/2006/relationships/image" Target="../media/image43.png"/></Relationships>
</file>

<file path=ppt/slides/_rels/slide5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8.png"/><Relationship Id="rId3" Type="http://schemas.openxmlformats.org/officeDocument/2006/relationships/image" Target="../media/image293.png"/><Relationship Id="rId7" Type="http://schemas.openxmlformats.org/officeDocument/2006/relationships/image" Target="../media/image297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296.png"/><Relationship Id="rId11" Type="http://schemas.openxmlformats.org/officeDocument/2006/relationships/image" Target="../media/image301.png"/><Relationship Id="rId5" Type="http://schemas.openxmlformats.org/officeDocument/2006/relationships/image" Target="../media/image295.png"/><Relationship Id="rId10" Type="http://schemas.openxmlformats.org/officeDocument/2006/relationships/image" Target="../media/image300.png"/><Relationship Id="rId4" Type="http://schemas.openxmlformats.org/officeDocument/2006/relationships/image" Target="../media/image294.png"/><Relationship Id="rId9" Type="http://schemas.openxmlformats.org/officeDocument/2006/relationships/image" Target="../media/image299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2.wmf"/><Relationship Id="rId7" Type="http://schemas.openxmlformats.org/officeDocument/2006/relationships/image" Target="../media/image172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304.png"/><Relationship Id="rId5" Type="http://schemas.openxmlformats.org/officeDocument/2006/relationships/image" Target="../media/image171.png"/><Relationship Id="rId4" Type="http://schemas.openxmlformats.org/officeDocument/2006/relationships/image" Target="../media/image303.png"/></Relationships>
</file>

<file path=ppt/slides/_rels/slide6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7.png"/><Relationship Id="rId3" Type="http://schemas.openxmlformats.org/officeDocument/2006/relationships/image" Target="../media/image293.png"/><Relationship Id="rId7" Type="http://schemas.openxmlformats.org/officeDocument/2006/relationships/image" Target="../media/image308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307.png"/><Relationship Id="rId5" Type="http://schemas.openxmlformats.org/officeDocument/2006/relationships/image" Target="../media/image306.png"/><Relationship Id="rId4" Type="http://schemas.openxmlformats.org/officeDocument/2006/relationships/image" Target="../media/image305.png"/><Relationship Id="rId9" Type="http://schemas.openxmlformats.org/officeDocument/2006/relationships/image" Target="../media/image168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2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224.png"/><Relationship Id="rId4" Type="http://schemas.openxmlformats.org/officeDocument/2006/relationships/image" Target="../media/image226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9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246.png"/><Relationship Id="rId4" Type="http://schemas.openxmlformats.org/officeDocument/2006/relationships/image" Target="../media/image310.png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9.xml"/></Relationships>
</file>

<file path=ppt/slides/_rels/slide6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5.jpeg"/><Relationship Id="rId13" Type="http://schemas.openxmlformats.org/officeDocument/2006/relationships/image" Target="../media/image193.jpeg"/><Relationship Id="rId3" Type="http://schemas.openxmlformats.org/officeDocument/2006/relationships/image" Target="../media/image311.png"/><Relationship Id="rId7" Type="http://schemas.openxmlformats.org/officeDocument/2006/relationships/image" Target="../media/image190.png"/><Relationship Id="rId12" Type="http://schemas.openxmlformats.org/officeDocument/2006/relationships/image" Target="../media/image318.jpeg"/><Relationship Id="rId2" Type="http://schemas.openxmlformats.org/officeDocument/2006/relationships/notesSlide" Target="../notesSlides/notesSlide58.xml"/><Relationship Id="rId16" Type="http://schemas.openxmlformats.org/officeDocument/2006/relationships/image" Target="../media/image321.pn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314.png"/><Relationship Id="rId11" Type="http://schemas.openxmlformats.org/officeDocument/2006/relationships/image" Target="../media/image317.jpeg"/><Relationship Id="rId5" Type="http://schemas.openxmlformats.org/officeDocument/2006/relationships/image" Target="../media/image313.png"/><Relationship Id="rId15" Type="http://schemas.openxmlformats.org/officeDocument/2006/relationships/image" Target="../media/image320.jpeg"/><Relationship Id="rId10" Type="http://schemas.openxmlformats.org/officeDocument/2006/relationships/image" Target="../media/image316.gif"/><Relationship Id="rId4" Type="http://schemas.openxmlformats.org/officeDocument/2006/relationships/image" Target="../media/image312.png"/><Relationship Id="rId9" Type="http://schemas.openxmlformats.org/officeDocument/2006/relationships/image" Target="../media/image192.png"/><Relationship Id="rId14" Type="http://schemas.openxmlformats.org/officeDocument/2006/relationships/image" Target="../media/image319.jpe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8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323.png"/><Relationship Id="rId4" Type="http://schemas.openxmlformats.org/officeDocument/2006/relationships/image" Target="../media/image322.png"/></Relationships>
</file>

<file path=ppt/slides/_rels/slide6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9.png"/><Relationship Id="rId13" Type="http://schemas.openxmlformats.org/officeDocument/2006/relationships/image" Target="../media/image333.png"/><Relationship Id="rId3" Type="http://schemas.openxmlformats.org/officeDocument/2006/relationships/image" Target="../media/image324.png"/><Relationship Id="rId7" Type="http://schemas.openxmlformats.org/officeDocument/2006/relationships/image" Target="../media/image328.png"/><Relationship Id="rId12" Type="http://schemas.microsoft.com/office/2007/relationships/hdphoto" Target="../media/hdphoto17.wdp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327.png"/><Relationship Id="rId11" Type="http://schemas.openxmlformats.org/officeDocument/2006/relationships/image" Target="../media/image332.png"/><Relationship Id="rId5" Type="http://schemas.openxmlformats.org/officeDocument/2006/relationships/image" Target="../media/image326.png"/><Relationship Id="rId10" Type="http://schemas.openxmlformats.org/officeDocument/2006/relationships/image" Target="../media/image331.png"/><Relationship Id="rId4" Type="http://schemas.openxmlformats.org/officeDocument/2006/relationships/image" Target="../media/image325.png"/><Relationship Id="rId9" Type="http://schemas.openxmlformats.org/officeDocument/2006/relationships/image" Target="../media/image33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" y="1111"/>
            <a:ext cx="10693958" cy="7560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73792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그룹 18"/>
          <p:cNvGrpSpPr/>
          <p:nvPr/>
        </p:nvGrpSpPr>
        <p:grpSpPr>
          <a:xfrm>
            <a:off x="611483" y="1231334"/>
            <a:ext cx="6708693" cy="2512506"/>
            <a:chOff x="611483" y="1200161"/>
            <a:chExt cx="6708693" cy="2512506"/>
          </a:xfrm>
        </p:grpSpPr>
        <p:sp>
          <p:nvSpPr>
            <p:cNvPr id="22" name="직사각형 21"/>
            <p:cNvSpPr/>
            <p:nvPr/>
          </p:nvSpPr>
          <p:spPr bwMode="auto">
            <a:xfrm>
              <a:off x="611483" y="1379550"/>
              <a:ext cx="6708693" cy="2333117"/>
            </a:xfrm>
            <a:prstGeom prst="rect">
              <a:avLst/>
            </a:prstGeom>
            <a:noFill/>
            <a:ln w="190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3362" tIns="413448" rIns="103362" bIns="103362"/>
            <a:lstStyle/>
            <a:p>
              <a:pPr>
                <a:defRPr/>
              </a:pPr>
              <a:endParaRPr lang="en-US" altLang="ko-KR" sz="1200" spc="-96" dirty="0">
                <a:solidFill>
                  <a:schemeClr val="tx1"/>
                </a:solidFill>
              </a:endParaRPr>
            </a:p>
          </p:txBody>
        </p:sp>
        <p:sp>
          <p:nvSpPr>
            <p:cNvPr id="23" name="직사각형 22"/>
            <p:cNvSpPr/>
            <p:nvPr/>
          </p:nvSpPr>
          <p:spPr>
            <a:xfrm>
              <a:off x="876300" y="1200161"/>
              <a:ext cx="2532270" cy="360363"/>
            </a:xfrm>
            <a:prstGeom prst="rect">
              <a:avLst/>
            </a:prstGeom>
            <a:solidFill>
              <a:schemeClr val="bg1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6487" tIns="48244" rIns="96487" bIns="48244" anchor="ctr"/>
            <a:lstStyle/>
            <a:p>
              <a:pPr algn="ctr">
                <a:defRPr/>
              </a:pPr>
              <a:endParaRPr lang="ko-KR" altLang="en-US" sz="1700" dirty="0">
                <a:latin typeface="나눔고딕" pitchFamily="50" charset="-127"/>
                <a:ea typeface="나눔고딕" pitchFamily="50" charset="-127"/>
              </a:endParaRPr>
            </a:p>
          </p:txBody>
        </p:sp>
        <p:cxnSp>
          <p:nvCxnSpPr>
            <p:cNvPr id="24" name="직선 연결선 23"/>
            <p:cNvCxnSpPr/>
            <p:nvPr/>
          </p:nvCxnSpPr>
          <p:spPr>
            <a:xfrm>
              <a:off x="3408569" y="1200163"/>
              <a:ext cx="0" cy="360362"/>
            </a:xfrm>
            <a:prstGeom prst="line">
              <a:avLst/>
            </a:prstGeom>
            <a:ln w="19050" cap="rnd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/>
            <p:cNvCxnSpPr/>
            <p:nvPr/>
          </p:nvCxnSpPr>
          <p:spPr>
            <a:xfrm>
              <a:off x="862013" y="1200163"/>
              <a:ext cx="0" cy="360362"/>
            </a:xfrm>
            <a:prstGeom prst="line">
              <a:avLst/>
            </a:prstGeom>
            <a:ln w="19050" cap="rnd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7" name="직사각형 26"/>
          <p:cNvSpPr/>
          <p:nvPr/>
        </p:nvSpPr>
        <p:spPr>
          <a:xfrm>
            <a:off x="0" y="6019475"/>
            <a:ext cx="10693400" cy="1071894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6487" tIns="48244" rIns="96487" bIns="48244" anchor="ctr"/>
          <a:lstStyle/>
          <a:p>
            <a:pPr algn="ctr"/>
            <a:endParaRPr lang="ko-KR" altLang="en-US" sz="1700" dirty="0">
              <a:latin typeface="나눔고딕" pitchFamily="50" charset="-127"/>
              <a:ea typeface="나눔고딕" pitchFamily="50" charset="-127"/>
            </a:endParaRPr>
          </a:p>
        </p:txBody>
      </p:sp>
      <p:pic>
        <p:nvPicPr>
          <p:cNvPr id="31" name="Picture 3" descr="G:\work\아이티센시스템즈\경찰청공조조회유지보수\icon&amp;dia\사람들회의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59812" y="3009007"/>
            <a:ext cx="2185343" cy="14073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3" name="U자형 화살표 32"/>
          <p:cNvSpPr/>
          <p:nvPr/>
        </p:nvSpPr>
        <p:spPr>
          <a:xfrm rot="5400000">
            <a:off x="7333156" y="3042008"/>
            <a:ext cx="3421083" cy="2016936"/>
          </a:xfrm>
          <a:prstGeom prst="uturnArrow">
            <a:avLst>
              <a:gd name="adj1" fmla="val 12670"/>
              <a:gd name="adj2" fmla="val 14646"/>
              <a:gd name="adj3" fmla="val 21917"/>
              <a:gd name="adj4" fmla="val 0"/>
              <a:gd name="adj5" fmla="val 100000"/>
            </a:avLst>
          </a:prstGeom>
          <a:solidFill>
            <a:schemeClr val="tx2">
              <a:lumMod val="7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908" tIns="68908" rIns="68908" bIns="68908" anchor="ctr"/>
          <a:lstStyle/>
          <a:p>
            <a:pPr algn="ctr"/>
            <a:endParaRPr lang="ko-KR" altLang="en-US" sz="1200" spc="-96" dirty="0">
              <a:solidFill>
                <a:schemeClr val="tx1"/>
              </a:solidFill>
              <a:latin typeface="나눔고딕 ExtraBold" pitchFamily="50" charset="-127"/>
              <a:ea typeface="나눔고딕 ExtraBold" pitchFamily="50" charset="-127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748931" y="1846053"/>
            <a:ext cx="5276852" cy="1755142"/>
          </a:xfrm>
          <a:prstGeom prst="rect">
            <a:avLst/>
          </a:prstGeom>
        </p:spPr>
        <p:txBody>
          <a:bodyPr wrap="none" lIns="95293" tIns="47648" rIns="95293" bIns="47648">
            <a:spAutoFit/>
          </a:bodyPr>
          <a:lstStyle/>
          <a:p>
            <a:pPr latinLnBrk="0">
              <a:lnSpc>
                <a:spcPct val="110000"/>
              </a:lnSpc>
              <a:defRPr/>
            </a:pPr>
            <a:r>
              <a:rPr lang="ko-KR" altLang="en-US" sz="1700" b="1" kern="0" spc="-96" dirty="0">
                <a:gradFill flip="none" rotWithShape="1">
                  <a:gsLst>
                    <a:gs pos="0">
                      <a:schemeClr val="tx1">
                        <a:lumMod val="65000"/>
                        <a:lumOff val="35000"/>
                        <a:shade val="30000"/>
                        <a:satMod val="115000"/>
                      </a:schemeClr>
                    </a:gs>
                    <a:gs pos="50000">
                      <a:schemeClr val="tx1">
                        <a:lumMod val="65000"/>
                        <a:lumOff val="35000"/>
                        <a:shade val="67500"/>
                        <a:satMod val="115000"/>
                      </a:schemeClr>
                    </a:gs>
                    <a:gs pos="100000">
                      <a:schemeClr val="tx1">
                        <a:lumMod val="65000"/>
                        <a:lumOff val="35000"/>
                        <a:shade val="100000"/>
                        <a:satMod val="115000"/>
                      </a:schemeClr>
                    </a:gs>
                  </a:gsLst>
                  <a:lin ang="16200000" scaled="1"/>
                  <a:tileRect/>
                </a:gra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별관 리모델링에 따른 안정적 업무 수행을 위해 소요되는 </a:t>
            </a:r>
            <a:endParaRPr lang="en-US" altLang="ko-KR" sz="1700" b="1" kern="0" spc="-96" dirty="0">
              <a:gradFill flip="none" rotWithShape="1">
                <a:gsLst>
                  <a:gs pos="0">
                    <a:schemeClr val="tx1">
                      <a:lumMod val="65000"/>
                      <a:lumOff val="35000"/>
                      <a:shade val="30000"/>
                      <a:satMod val="115000"/>
                    </a:schemeClr>
                  </a:gs>
                  <a:gs pos="50000">
                    <a:schemeClr val="tx1">
                      <a:lumMod val="65000"/>
                      <a:lumOff val="35000"/>
                      <a:shade val="67500"/>
                      <a:satMod val="115000"/>
                    </a:schemeClr>
                  </a:gs>
                  <a:gs pos="100000">
                    <a:schemeClr val="tx1">
                      <a:lumMod val="65000"/>
                      <a:lumOff val="35000"/>
                      <a:shade val="100000"/>
                      <a:satMod val="115000"/>
                    </a:schemeClr>
                  </a:gs>
                </a:gsLst>
                <a:lin ang="16200000" scaled="1"/>
                <a:tileRect/>
              </a:gradFill>
              <a:latin typeface="Rix모던고딕 M" panose="02020603020101020101" pitchFamily="18" charset="-127"/>
              <a:ea typeface="Rix모던고딕 M" panose="02020603020101020101" pitchFamily="18" charset="-127"/>
            </a:endParaRPr>
          </a:p>
          <a:p>
            <a:pPr latinLnBrk="0">
              <a:lnSpc>
                <a:spcPct val="110000"/>
              </a:lnSpc>
              <a:defRPr/>
            </a:pPr>
            <a:r>
              <a:rPr lang="ko-KR" altLang="en-US" sz="1700" b="1" kern="0" spc="-96" dirty="0">
                <a:gradFill flip="none" rotWithShape="1">
                  <a:gsLst>
                    <a:gs pos="0">
                      <a:schemeClr val="tx1">
                        <a:lumMod val="65000"/>
                        <a:lumOff val="35000"/>
                        <a:shade val="30000"/>
                        <a:satMod val="115000"/>
                      </a:schemeClr>
                    </a:gs>
                    <a:gs pos="50000">
                      <a:schemeClr val="tx1">
                        <a:lumMod val="65000"/>
                        <a:lumOff val="35000"/>
                        <a:shade val="67500"/>
                        <a:satMod val="115000"/>
                      </a:schemeClr>
                    </a:gs>
                    <a:gs pos="100000">
                      <a:schemeClr val="tx1">
                        <a:lumMod val="65000"/>
                        <a:lumOff val="35000"/>
                        <a:shade val="100000"/>
                        <a:satMod val="115000"/>
                      </a:schemeClr>
                    </a:gs>
                  </a:gsLst>
                  <a:lin ang="16200000" scaled="1"/>
                  <a:tileRect/>
                </a:gra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네트워크 장비 및 영상장비</a:t>
            </a:r>
            <a:r>
              <a:rPr lang="en-US" altLang="ko-KR" sz="1700" b="1" kern="0" spc="-96" dirty="0">
                <a:gradFill flip="none" rotWithShape="1">
                  <a:gsLst>
                    <a:gs pos="0">
                      <a:schemeClr val="tx1">
                        <a:lumMod val="65000"/>
                        <a:lumOff val="35000"/>
                        <a:shade val="30000"/>
                        <a:satMod val="115000"/>
                      </a:schemeClr>
                    </a:gs>
                    <a:gs pos="50000">
                      <a:schemeClr val="tx1">
                        <a:lumMod val="65000"/>
                        <a:lumOff val="35000"/>
                        <a:shade val="67500"/>
                        <a:satMod val="115000"/>
                      </a:schemeClr>
                    </a:gs>
                    <a:gs pos="100000">
                      <a:schemeClr val="tx1">
                        <a:lumMod val="65000"/>
                        <a:lumOff val="35000"/>
                        <a:shade val="100000"/>
                        <a:satMod val="115000"/>
                      </a:schemeClr>
                    </a:gs>
                  </a:gsLst>
                  <a:lin ang="16200000" scaled="1"/>
                  <a:tileRect/>
                </a:gra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(</a:t>
            </a:r>
            <a:r>
              <a:rPr lang="en-US" altLang="ko-KR" sz="2700" kern="0" spc="-96" dirty="0">
                <a:solidFill>
                  <a:srgbClr val="1B91C1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12</a:t>
            </a:r>
            <a:r>
              <a:rPr lang="ko-KR" altLang="en-US" sz="1700" b="1" kern="0" spc="-96" dirty="0">
                <a:gradFill flip="none" rotWithShape="1">
                  <a:gsLst>
                    <a:gs pos="0">
                      <a:schemeClr val="tx1">
                        <a:lumMod val="65000"/>
                        <a:lumOff val="35000"/>
                        <a:shade val="30000"/>
                        <a:satMod val="115000"/>
                      </a:schemeClr>
                    </a:gs>
                    <a:gs pos="50000">
                      <a:schemeClr val="tx1">
                        <a:lumMod val="65000"/>
                        <a:lumOff val="35000"/>
                        <a:shade val="67500"/>
                        <a:satMod val="115000"/>
                      </a:schemeClr>
                    </a:gs>
                    <a:gs pos="100000">
                      <a:schemeClr val="tx1">
                        <a:lumMod val="65000"/>
                        <a:lumOff val="35000"/>
                        <a:shade val="100000"/>
                        <a:satMod val="115000"/>
                      </a:schemeClr>
                    </a:gs>
                  </a:gsLst>
                  <a:lin ang="16200000" scaled="1"/>
                  <a:tileRect/>
                </a:gra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종 </a:t>
            </a:r>
            <a:r>
              <a:rPr lang="en-US" altLang="ko-KR" sz="2700" kern="0" spc="-96" dirty="0">
                <a:solidFill>
                  <a:srgbClr val="1B91C1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141</a:t>
            </a:r>
            <a:r>
              <a:rPr lang="ko-KR" altLang="en-US" sz="1700" b="1" kern="0" spc="-96" dirty="0">
                <a:gradFill flip="none" rotWithShape="1">
                  <a:gsLst>
                    <a:gs pos="0">
                      <a:schemeClr val="tx1">
                        <a:lumMod val="65000"/>
                        <a:lumOff val="35000"/>
                        <a:shade val="30000"/>
                        <a:satMod val="115000"/>
                      </a:schemeClr>
                    </a:gs>
                    <a:gs pos="50000">
                      <a:schemeClr val="tx1">
                        <a:lumMod val="65000"/>
                        <a:lumOff val="35000"/>
                        <a:shade val="67500"/>
                        <a:satMod val="115000"/>
                      </a:schemeClr>
                    </a:gs>
                    <a:gs pos="100000">
                      <a:schemeClr val="tx1">
                        <a:lumMod val="65000"/>
                        <a:lumOff val="35000"/>
                        <a:shade val="100000"/>
                        <a:satMod val="115000"/>
                      </a:schemeClr>
                    </a:gs>
                  </a:gsLst>
                  <a:lin ang="16200000" scaled="1"/>
                  <a:tileRect/>
                </a:gra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식</a:t>
            </a:r>
            <a:r>
              <a:rPr lang="en-US" altLang="ko-KR" sz="1700" b="1" kern="0" spc="-96" dirty="0">
                <a:gradFill flip="none" rotWithShape="1">
                  <a:gsLst>
                    <a:gs pos="0">
                      <a:schemeClr val="tx1">
                        <a:lumMod val="65000"/>
                        <a:lumOff val="35000"/>
                        <a:shade val="30000"/>
                        <a:satMod val="115000"/>
                      </a:schemeClr>
                    </a:gs>
                    <a:gs pos="50000">
                      <a:schemeClr val="tx1">
                        <a:lumMod val="65000"/>
                        <a:lumOff val="35000"/>
                        <a:shade val="67500"/>
                        <a:satMod val="115000"/>
                      </a:schemeClr>
                    </a:gs>
                    <a:gs pos="100000">
                      <a:schemeClr val="tx1">
                        <a:lumMod val="65000"/>
                        <a:lumOff val="35000"/>
                        <a:shade val="100000"/>
                        <a:satMod val="115000"/>
                      </a:schemeClr>
                    </a:gs>
                  </a:gsLst>
                  <a:lin ang="16200000" scaled="1"/>
                  <a:tileRect/>
                </a:gra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)</a:t>
            </a:r>
            <a:r>
              <a:rPr lang="ko-KR" altLang="en-US" sz="1700" b="1" kern="0" spc="-96" dirty="0">
                <a:gradFill flip="none" rotWithShape="1">
                  <a:gsLst>
                    <a:gs pos="0">
                      <a:schemeClr val="tx1">
                        <a:lumMod val="65000"/>
                        <a:lumOff val="35000"/>
                        <a:shade val="30000"/>
                        <a:satMod val="115000"/>
                      </a:schemeClr>
                    </a:gs>
                    <a:gs pos="50000">
                      <a:schemeClr val="tx1">
                        <a:lumMod val="65000"/>
                        <a:lumOff val="35000"/>
                        <a:shade val="67500"/>
                        <a:satMod val="115000"/>
                      </a:schemeClr>
                    </a:gs>
                    <a:gs pos="100000">
                      <a:schemeClr val="tx1">
                        <a:lumMod val="65000"/>
                        <a:lumOff val="35000"/>
                        <a:shade val="100000"/>
                        <a:satMod val="115000"/>
                      </a:schemeClr>
                    </a:gs>
                  </a:gsLst>
                  <a:lin ang="16200000" scaled="1"/>
                  <a:tileRect/>
                </a:gra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을 </a:t>
            </a:r>
          </a:p>
          <a:p>
            <a:pPr latinLnBrk="0">
              <a:lnSpc>
                <a:spcPct val="110000"/>
              </a:lnSpc>
              <a:defRPr/>
            </a:pPr>
            <a:r>
              <a:rPr lang="ko-KR" altLang="en-US" sz="2700" kern="0" spc="-96" dirty="0">
                <a:solidFill>
                  <a:srgbClr val="1B91C1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안정적</a:t>
            </a:r>
            <a:r>
              <a:rPr lang="ko-KR" altLang="en-US" sz="1700" b="1" kern="0" spc="-96" dirty="0">
                <a:gradFill flip="none" rotWithShape="1">
                  <a:gsLst>
                    <a:gs pos="0">
                      <a:schemeClr val="tx1">
                        <a:lumMod val="65000"/>
                        <a:lumOff val="35000"/>
                        <a:shade val="30000"/>
                        <a:satMod val="115000"/>
                      </a:schemeClr>
                    </a:gs>
                    <a:gs pos="50000">
                      <a:schemeClr val="tx1">
                        <a:lumMod val="65000"/>
                        <a:lumOff val="35000"/>
                        <a:shade val="67500"/>
                        <a:satMod val="115000"/>
                      </a:schemeClr>
                    </a:gs>
                    <a:gs pos="100000">
                      <a:schemeClr val="tx1">
                        <a:lumMod val="65000"/>
                        <a:lumOff val="35000"/>
                        <a:shade val="100000"/>
                        <a:satMod val="115000"/>
                      </a:schemeClr>
                    </a:gs>
                  </a:gsLst>
                  <a:lin ang="16200000" scaled="1"/>
                  <a:tileRect/>
                </a:gra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으로 </a:t>
            </a:r>
            <a:r>
              <a:rPr lang="ko-KR" altLang="en-US" sz="2700" kern="0" spc="-96" dirty="0">
                <a:solidFill>
                  <a:srgbClr val="1B91C1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구축</a:t>
            </a:r>
            <a:r>
              <a:rPr lang="ko-KR" altLang="en-US" sz="1700" b="1" kern="0" spc="-96" dirty="0">
                <a:gradFill flip="none" rotWithShape="1">
                  <a:gsLst>
                    <a:gs pos="0">
                      <a:schemeClr val="tx1">
                        <a:lumMod val="65000"/>
                        <a:lumOff val="35000"/>
                        <a:shade val="30000"/>
                        <a:satMod val="115000"/>
                      </a:schemeClr>
                    </a:gs>
                    <a:gs pos="50000">
                      <a:schemeClr val="tx1">
                        <a:lumMod val="65000"/>
                        <a:lumOff val="35000"/>
                        <a:shade val="67500"/>
                        <a:satMod val="115000"/>
                      </a:schemeClr>
                    </a:gs>
                    <a:gs pos="100000">
                      <a:schemeClr val="tx1">
                        <a:lumMod val="65000"/>
                        <a:lumOff val="35000"/>
                        <a:shade val="100000"/>
                        <a:satMod val="115000"/>
                      </a:schemeClr>
                    </a:gs>
                  </a:gsLst>
                  <a:lin ang="16200000" scaled="1"/>
                  <a:tileRect/>
                </a:gra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하여 </a:t>
            </a:r>
            <a:r>
              <a:rPr lang="ko-KR" altLang="en-US" sz="2700" kern="0" spc="-163" dirty="0">
                <a:solidFill>
                  <a:srgbClr val="C00000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이전하는 입주기관</a:t>
            </a:r>
            <a:r>
              <a:rPr lang="ko-KR" altLang="en-US" sz="1700" b="1" kern="0" spc="-96" dirty="0">
                <a:gradFill flip="none" rotWithShape="1">
                  <a:gsLst>
                    <a:gs pos="0">
                      <a:schemeClr val="tx1">
                        <a:lumMod val="65000"/>
                        <a:lumOff val="35000"/>
                        <a:shade val="30000"/>
                        <a:satMod val="115000"/>
                      </a:schemeClr>
                    </a:gs>
                    <a:gs pos="50000">
                      <a:schemeClr val="tx1">
                        <a:lumMod val="65000"/>
                        <a:lumOff val="35000"/>
                        <a:shade val="67500"/>
                        <a:satMod val="115000"/>
                      </a:schemeClr>
                    </a:gs>
                    <a:gs pos="100000">
                      <a:schemeClr val="tx1">
                        <a:lumMod val="65000"/>
                        <a:lumOff val="35000"/>
                        <a:shade val="100000"/>
                        <a:satMod val="115000"/>
                      </a:schemeClr>
                    </a:gs>
                  </a:gsLst>
                  <a:lin ang="16200000" scaled="1"/>
                  <a:tileRect/>
                </a:gra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에게</a:t>
            </a:r>
            <a:endParaRPr lang="en-US" altLang="ko-KR" sz="1700" b="1" kern="0" spc="-96" dirty="0">
              <a:gradFill flip="none" rotWithShape="1">
                <a:gsLst>
                  <a:gs pos="0">
                    <a:schemeClr val="tx1">
                      <a:lumMod val="65000"/>
                      <a:lumOff val="35000"/>
                      <a:shade val="30000"/>
                      <a:satMod val="115000"/>
                    </a:schemeClr>
                  </a:gs>
                  <a:gs pos="50000">
                    <a:schemeClr val="tx1">
                      <a:lumMod val="65000"/>
                      <a:lumOff val="35000"/>
                      <a:shade val="67500"/>
                      <a:satMod val="115000"/>
                    </a:schemeClr>
                  </a:gs>
                  <a:gs pos="100000">
                    <a:schemeClr val="tx1">
                      <a:lumMod val="65000"/>
                      <a:lumOff val="35000"/>
                      <a:shade val="100000"/>
                      <a:satMod val="115000"/>
                    </a:schemeClr>
                  </a:gs>
                </a:gsLst>
                <a:lin ang="16200000" scaled="1"/>
                <a:tileRect/>
              </a:gradFill>
              <a:latin typeface="Rix모던고딕 M" panose="02020603020101020101" pitchFamily="18" charset="-127"/>
              <a:ea typeface="Rix모던고딕 M" panose="02020603020101020101" pitchFamily="18" charset="-127"/>
            </a:endParaRPr>
          </a:p>
          <a:p>
            <a:pPr latinLnBrk="0">
              <a:lnSpc>
                <a:spcPct val="110000"/>
              </a:lnSpc>
              <a:defRPr/>
            </a:pPr>
            <a:r>
              <a:rPr lang="ko-KR" altLang="en-US" sz="2700" kern="0" spc="-163" dirty="0">
                <a:solidFill>
                  <a:srgbClr val="C00000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무 중단 업무</a:t>
            </a:r>
            <a:r>
              <a:rPr lang="ko-KR" altLang="en-US" sz="1700" b="1" kern="0" spc="-96" dirty="0">
                <a:gradFill flip="none" rotWithShape="1">
                  <a:gsLst>
                    <a:gs pos="0">
                      <a:schemeClr val="tx1">
                        <a:lumMod val="65000"/>
                        <a:lumOff val="35000"/>
                        <a:shade val="30000"/>
                        <a:satMod val="115000"/>
                      </a:schemeClr>
                    </a:gs>
                    <a:gs pos="50000">
                      <a:schemeClr val="tx1">
                        <a:lumMod val="65000"/>
                        <a:lumOff val="35000"/>
                        <a:shade val="67500"/>
                        <a:satMod val="115000"/>
                      </a:schemeClr>
                    </a:gs>
                    <a:gs pos="100000">
                      <a:schemeClr val="tx1">
                        <a:lumMod val="65000"/>
                        <a:lumOff val="35000"/>
                        <a:shade val="100000"/>
                        <a:satMod val="115000"/>
                      </a:schemeClr>
                    </a:gs>
                  </a:gsLst>
                  <a:lin ang="16200000" scaled="1"/>
                  <a:tileRect/>
                </a:gra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를 제공하기 위한 사업입니다</a:t>
            </a:r>
            <a:r>
              <a:rPr lang="en-US" altLang="ko-KR" sz="1700" b="1" kern="0" spc="-96" dirty="0">
                <a:gradFill flip="none" rotWithShape="1">
                  <a:gsLst>
                    <a:gs pos="0">
                      <a:schemeClr val="tx1">
                        <a:lumMod val="65000"/>
                        <a:lumOff val="35000"/>
                        <a:shade val="30000"/>
                        <a:satMod val="115000"/>
                      </a:schemeClr>
                    </a:gs>
                    <a:gs pos="50000">
                      <a:schemeClr val="tx1">
                        <a:lumMod val="65000"/>
                        <a:lumOff val="35000"/>
                        <a:shade val="67500"/>
                        <a:satMod val="115000"/>
                      </a:schemeClr>
                    </a:gs>
                    <a:gs pos="100000">
                      <a:schemeClr val="tx1">
                        <a:lumMod val="65000"/>
                        <a:lumOff val="35000"/>
                        <a:shade val="100000"/>
                        <a:satMod val="115000"/>
                      </a:schemeClr>
                    </a:gs>
                  </a:gsLst>
                  <a:lin ang="16200000" scaled="1"/>
                  <a:tileRect/>
                </a:gra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.</a:t>
            </a:r>
          </a:p>
        </p:txBody>
      </p:sp>
      <p:sp>
        <p:nvSpPr>
          <p:cNvPr id="38" name="모서리가 둥근 직사각형 37"/>
          <p:cNvSpPr/>
          <p:nvPr/>
        </p:nvSpPr>
        <p:spPr bwMode="auto">
          <a:xfrm>
            <a:off x="1137215" y="6019474"/>
            <a:ext cx="8327727" cy="1071893"/>
          </a:xfrm>
          <a:prstGeom prst="roundRect">
            <a:avLst>
              <a:gd name="adj" fmla="val 0"/>
            </a:avLst>
          </a:prstGeom>
          <a:noFill/>
          <a:ln>
            <a:noFill/>
            <a:headEnd type="none" w="lg" len="med"/>
            <a:tailEnd type="none" w="lg" len="med"/>
          </a:ln>
          <a:effectLst>
            <a:innerShdw blurRad="279400" dist="50800" dir="13500000">
              <a:prstClr val="black">
                <a:alpha val="71000"/>
              </a:prstClr>
            </a:innerShdw>
          </a:effectLst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none" lIns="86014" tIns="43007" rIns="86014" bIns="43007" rtlCol="0" anchor="ctr"/>
          <a:lstStyle/>
          <a:p>
            <a:pPr lvl="0" latinLnBrk="0">
              <a:lnSpc>
                <a:spcPct val="110000"/>
              </a:lnSpc>
              <a:defRPr/>
            </a:pPr>
            <a:r>
              <a:rPr lang="en-US" altLang="ko-KR" sz="2200" b="1" kern="0" spc="-138" dirty="0">
                <a:solidFill>
                  <a:schemeClr val="bg1">
                    <a:lumMod val="85000"/>
                  </a:schemeClr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“ </a:t>
            </a:r>
            <a:r>
              <a:rPr lang="ko-KR" altLang="en-US" sz="2200" b="1" kern="0" spc="-138" dirty="0">
                <a:solidFill>
                  <a:schemeClr val="bg1">
                    <a:lumMod val="85000"/>
                  </a:schemeClr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저희 </a:t>
            </a:r>
            <a:r>
              <a:rPr lang="ko-KR" altLang="en-US" sz="2600" kern="0" spc="-138" dirty="0">
                <a:gradFill flip="none" rotWithShape="1">
                  <a:gsLst>
                    <a:gs pos="0">
                      <a:schemeClr val="accent6">
                        <a:lumMod val="52000"/>
                      </a:schemeClr>
                    </a:gs>
                    <a:gs pos="50000">
                      <a:schemeClr val="accent6">
                        <a:lumMod val="75000"/>
                      </a:schemeClr>
                    </a:gs>
                    <a:gs pos="100000">
                      <a:srgbClr val="DD6705">
                        <a:shade val="100000"/>
                        <a:satMod val="115000"/>
                      </a:srgbClr>
                    </a:gs>
                  </a:gsLst>
                  <a:lin ang="16200000" scaled="1"/>
                  <a:tileRect/>
                </a:gra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다원아이씨티</a:t>
            </a:r>
            <a:r>
              <a:rPr lang="ko-KR" altLang="en-US" sz="2600" kern="0" spc="-138" dirty="0">
                <a:gradFill flip="none" rotWithShape="1">
                  <a:gsLst>
                    <a:gs pos="0">
                      <a:srgbClr val="DD6705">
                        <a:shade val="30000"/>
                        <a:satMod val="115000"/>
                      </a:srgbClr>
                    </a:gs>
                    <a:gs pos="50000">
                      <a:srgbClr val="DD6705">
                        <a:shade val="67500"/>
                        <a:satMod val="115000"/>
                      </a:srgbClr>
                    </a:gs>
                    <a:gs pos="100000">
                      <a:srgbClr val="DD6705">
                        <a:shade val="100000"/>
                        <a:satMod val="115000"/>
                      </a:srgbClr>
                    </a:gs>
                  </a:gsLst>
                  <a:lin ang="16200000" scaled="1"/>
                  <a:tileRect/>
                </a:gra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 </a:t>
            </a:r>
            <a:r>
              <a:rPr lang="ko-KR" altLang="en-US" sz="2600" kern="0" spc="-138" dirty="0">
                <a:gradFill flip="none" rotWithShape="1">
                  <a:gsLst>
                    <a:gs pos="0">
                      <a:schemeClr val="accent6">
                        <a:lumMod val="52000"/>
                      </a:schemeClr>
                    </a:gs>
                    <a:gs pos="50000">
                      <a:schemeClr val="accent6">
                        <a:lumMod val="75000"/>
                      </a:schemeClr>
                    </a:gs>
                    <a:gs pos="100000">
                      <a:srgbClr val="DD6705">
                        <a:shade val="100000"/>
                        <a:satMod val="115000"/>
                      </a:srgbClr>
                    </a:gs>
                  </a:gsLst>
                  <a:lin ang="16200000" scaled="1"/>
                  <a:tileRect/>
                </a:gra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컨소시엄</a:t>
            </a:r>
            <a:r>
              <a:rPr lang="ko-KR" altLang="en-US" sz="2200" b="1" kern="0" spc="-138" dirty="0">
                <a:solidFill>
                  <a:schemeClr val="bg1">
                    <a:lumMod val="85000"/>
                  </a:schemeClr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은</a:t>
            </a:r>
            <a:r>
              <a:rPr lang="ko-KR" altLang="en-US" sz="2200" b="1" kern="0" spc="-138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  <a:shade val="30000"/>
                        <a:satMod val="115000"/>
                      </a:schemeClr>
                    </a:gs>
                    <a:gs pos="50000">
                      <a:schemeClr val="tx1">
                        <a:lumMod val="75000"/>
                        <a:lumOff val="25000"/>
                        <a:shade val="67500"/>
                        <a:satMod val="115000"/>
                      </a:schemeClr>
                    </a:gs>
                    <a:gs pos="100000">
                      <a:schemeClr val="tx1">
                        <a:lumMod val="75000"/>
                        <a:lumOff val="25000"/>
                        <a:shade val="100000"/>
                        <a:satMod val="115000"/>
                      </a:schemeClr>
                    </a:gs>
                  </a:gsLst>
                  <a:lin ang="16200000" scaled="1"/>
                  <a:tileRect/>
                </a:gra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 </a:t>
            </a:r>
            <a:r>
              <a:rPr lang="ko-KR" altLang="en-US" sz="2200" b="1" kern="0" spc="-138" dirty="0">
                <a:solidFill>
                  <a:schemeClr val="bg1">
                    <a:lumMod val="85000"/>
                  </a:schemeClr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이러한</a:t>
            </a:r>
            <a:r>
              <a:rPr lang="ko-KR" altLang="en-US" sz="2200" b="1" kern="0" spc="-138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  <a:shade val="30000"/>
                        <a:satMod val="115000"/>
                      </a:schemeClr>
                    </a:gs>
                    <a:gs pos="50000">
                      <a:schemeClr val="tx1">
                        <a:lumMod val="75000"/>
                        <a:lumOff val="25000"/>
                        <a:shade val="67500"/>
                        <a:satMod val="115000"/>
                      </a:schemeClr>
                    </a:gs>
                    <a:gs pos="100000">
                      <a:schemeClr val="tx1">
                        <a:lumMod val="75000"/>
                        <a:lumOff val="25000"/>
                        <a:shade val="100000"/>
                        <a:satMod val="115000"/>
                      </a:schemeClr>
                    </a:gs>
                  </a:gsLst>
                  <a:lin ang="16200000" scaled="1"/>
                  <a:tileRect/>
                </a:gra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 </a:t>
            </a:r>
            <a:r>
              <a:rPr lang="en-US" altLang="ko-KR" sz="2600" kern="0" spc="-138" dirty="0">
                <a:gradFill flip="none" rotWithShape="1">
                  <a:gsLst>
                    <a:gs pos="0">
                      <a:schemeClr val="accent6">
                        <a:lumMod val="52000"/>
                      </a:schemeClr>
                    </a:gs>
                    <a:gs pos="50000">
                      <a:schemeClr val="accent6">
                        <a:lumMod val="75000"/>
                      </a:schemeClr>
                    </a:gs>
                    <a:gs pos="100000">
                      <a:srgbClr val="DD6705">
                        <a:shade val="100000"/>
                        <a:satMod val="115000"/>
                      </a:srgbClr>
                    </a:gs>
                  </a:gsLst>
                  <a:lin ang="16200000" scaled="1"/>
                  <a:tileRect/>
                </a:gra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3</a:t>
            </a:r>
            <a:r>
              <a:rPr lang="ko-KR" altLang="en-US" sz="2600" kern="0" spc="-138" dirty="0">
                <a:gradFill flip="none" rotWithShape="1">
                  <a:gsLst>
                    <a:gs pos="0">
                      <a:schemeClr val="accent6">
                        <a:lumMod val="52000"/>
                      </a:schemeClr>
                    </a:gs>
                    <a:gs pos="50000">
                      <a:schemeClr val="accent6">
                        <a:lumMod val="75000"/>
                      </a:schemeClr>
                    </a:gs>
                    <a:gs pos="100000">
                      <a:srgbClr val="DD6705">
                        <a:shade val="100000"/>
                        <a:satMod val="115000"/>
                      </a:srgbClr>
                    </a:gs>
                  </a:gsLst>
                  <a:lin ang="16200000" scaled="1"/>
                  <a:tileRect/>
                </a:gra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가지</a:t>
            </a:r>
            <a:r>
              <a:rPr lang="ko-KR" altLang="en-US" sz="2200" b="1" kern="0" spc="-138" dirty="0">
                <a:solidFill>
                  <a:schemeClr val="bg1">
                    <a:lumMod val="85000"/>
                  </a:schemeClr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를</a:t>
            </a:r>
            <a:r>
              <a:rPr lang="ko-KR" altLang="en-US" sz="2200" b="1" kern="0" spc="-138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  <a:shade val="30000"/>
                        <a:satMod val="115000"/>
                      </a:schemeClr>
                    </a:gs>
                    <a:gs pos="50000">
                      <a:schemeClr val="tx1">
                        <a:lumMod val="75000"/>
                        <a:lumOff val="25000"/>
                        <a:shade val="67500"/>
                        <a:satMod val="115000"/>
                      </a:schemeClr>
                    </a:gs>
                    <a:gs pos="100000">
                      <a:schemeClr val="tx1">
                        <a:lumMod val="75000"/>
                        <a:lumOff val="25000"/>
                        <a:shade val="100000"/>
                        <a:satMod val="115000"/>
                      </a:schemeClr>
                    </a:gs>
                  </a:gsLst>
                  <a:lin ang="16200000" scaled="1"/>
                  <a:tileRect/>
                </a:gra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 </a:t>
            </a:r>
            <a:r>
              <a:rPr lang="ko-KR" altLang="en-US" sz="2200" b="1" kern="0" spc="-138" dirty="0">
                <a:solidFill>
                  <a:schemeClr val="bg1">
                    <a:lumMod val="85000"/>
                  </a:schemeClr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고루 갖추고 있는 </a:t>
            </a:r>
          </a:p>
          <a:p>
            <a:pPr lvl="0" algn="r" latinLnBrk="0">
              <a:lnSpc>
                <a:spcPct val="110000"/>
              </a:lnSpc>
              <a:defRPr/>
            </a:pPr>
            <a:r>
              <a:rPr lang="ko-KR" altLang="en-US" sz="2600" kern="0" spc="-138" dirty="0">
                <a:gradFill flip="none" rotWithShape="1">
                  <a:gsLst>
                    <a:gs pos="0">
                      <a:schemeClr val="accent6">
                        <a:lumMod val="52000"/>
                      </a:schemeClr>
                    </a:gs>
                    <a:gs pos="50000">
                      <a:schemeClr val="accent6">
                        <a:lumMod val="75000"/>
                      </a:schemeClr>
                    </a:gs>
                    <a:gs pos="100000">
                      <a:srgbClr val="DD6705">
                        <a:shade val="100000"/>
                        <a:satMod val="115000"/>
                      </a:srgbClr>
                    </a:gs>
                  </a:gsLst>
                  <a:lin ang="16200000" scaled="1"/>
                  <a:tileRect/>
                </a:gra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네트워크 構築 전문 </a:t>
            </a:r>
            <a:r>
              <a:rPr lang="ko-KR" altLang="en-US" sz="2200" b="1" kern="0" spc="-138" dirty="0">
                <a:solidFill>
                  <a:schemeClr val="bg1">
                    <a:lumMod val="85000"/>
                  </a:schemeClr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기업이라고 자부합니다</a:t>
            </a:r>
            <a:r>
              <a:rPr lang="en-US" altLang="ko-KR" sz="2200" b="1" kern="0" spc="-138" dirty="0">
                <a:solidFill>
                  <a:schemeClr val="bg1">
                    <a:lumMod val="85000"/>
                  </a:schemeClr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. ”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538748" y="538059"/>
            <a:ext cx="9343902" cy="450170"/>
          </a:xfrm>
          <a:prstGeom prst="rect">
            <a:avLst/>
          </a:prstGeom>
          <a:noFill/>
        </p:spPr>
        <p:txBody>
          <a:bodyPr wrap="square" lIns="95293" tIns="47648" rIns="95293" bIns="47648" rtlCol="0">
            <a:spAutoFit/>
          </a:bodyPr>
          <a:lstStyle/>
          <a:p>
            <a:pPr>
              <a:defRPr/>
            </a:pPr>
            <a:r>
              <a:rPr lang="ko-KR" altLang="en-US" sz="2300" spc="-259" dirty="0">
                <a:solidFill>
                  <a:srgbClr val="1B91C1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본 </a:t>
            </a:r>
            <a:r>
              <a:rPr lang="en-US" altLang="ko-KR" sz="2300" spc="-259" dirty="0">
                <a:solidFill>
                  <a:srgbClr val="1B91C1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『  ’15</a:t>
            </a:r>
            <a:r>
              <a:rPr lang="ko-KR" altLang="en-US" sz="2300" spc="-259" dirty="0">
                <a:solidFill>
                  <a:srgbClr val="1B91C1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년 노후 네트워크 </a:t>
            </a:r>
            <a:r>
              <a:rPr lang="ko-KR" altLang="en-US" sz="2300" spc="-259" dirty="0" smtClean="0">
                <a:solidFill>
                  <a:srgbClr val="1B91C1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장비 및 </a:t>
            </a:r>
            <a:r>
              <a:rPr lang="ko-KR" altLang="en-US" sz="2300" spc="-259" dirty="0">
                <a:solidFill>
                  <a:srgbClr val="1B91C1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관제실 영상 장비 교체사업 </a:t>
            </a:r>
            <a:r>
              <a:rPr lang="en-US" altLang="ko-KR" sz="2300" spc="-259" dirty="0">
                <a:solidFill>
                  <a:srgbClr val="1B91C1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』</a:t>
            </a:r>
            <a:r>
              <a:rPr lang="ko-KR" altLang="en-US" sz="2300" spc="-259" dirty="0">
                <a:solidFill>
                  <a:srgbClr val="1B91C1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은 </a:t>
            </a:r>
          </a:p>
        </p:txBody>
      </p:sp>
      <p:sp>
        <p:nvSpPr>
          <p:cNvPr id="41" name="타원 40"/>
          <p:cNvSpPr/>
          <p:nvPr/>
        </p:nvSpPr>
        <p:spPr>
          <a:xfrm>
            <a:off x="6558610" y="1702641"/>
            <a:ext cx="1523134" cy="1555670"/>
          </a:xfrm>
          <a:prstGeom prst="ellipse">
            <a:avLst/>
          </a:prstGeom>
          <a:solidFill>
            <a:schemeClr val="tx2">
              <a:lumMod val="7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908" tIns="68908" rIns="68908" bIns="68908" anchor="ctr"/>
          <a:lstStyle/>
          <a:p>
            <a:pPr algn="ctr"/>
            <a:endParaRPr lang="ko-KR" altLang="en-US" sz="1200" spc="-96" dirty="0">
              <a:solidFill>
                <a:schemeClr val="tx1"/>
              </a:solidFill>
              <a:latin typeface="나눔고딕 ExtraBold" pitchFamily="50" charset="-127"/>
              <a:ea typeface="나눔고딕 ExtraBold" pitchFamily="50" charset="-127"/>
            </a:endParaRPr>
          </a:p>
        </p:txBody>
      </p:sp>
      <p:sp>
        <p:nvSpPr>
          <p:cNvPr id="42" name="직사각형 41"/>
          <p:cNvSpPr/>
          <p:nvPr/>
        </p:nvSpPr>
        <p:spPr>
          <a:xfrm>
            <a:off x="6751848" y="2036168"/>
            <a:ext cx="1137169" cy="1011527"/>
          </a:xfrm>
          <a:prstGeom prst="rect">
            <a:avLst/>
          </a:prstGeom>
        </p:spPr>
        <p:txBody>
          <a:bodyPr wrap="none" lIns="96487" tIns="48244" rIns="96487" bIns="48244">
            <a:spAutoFit/>
          </a:bodyPr>
          <a:lstStyle/>
          <a:p>
            <a:pPr algn="ctr" latinLnBrk="0">
              <a:lnSpc>
                <a:spcPct val="90000"/>
              </a:lnSpc>
              <a:defRPr/>
            </a:pPr>
            <a:r>
              <a:rPr lang="ko-KR" altLang="en-US" sz="2200" kern="0" spc="-138" dirty="0">
                <a:solidFill>
                  <a:schemeClr val="bg1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성공적인</a:t>
            </a:r>
            <a:endParaRPr lang="en-US" altLang="ko-KR" sz="2200" kern="0" spc="-138" dirty="0">
              <a:solidFill>
                <a:schemeClr val="bg1"/>
              </a:solidFill>
              <a:latin typeface="Rix모던고딕 B" panose="02020603020101020101" pitchFamily="18" charset="-127"/>
              <a:ea typeface="Rix모던고딕 B" panose="02020603020101020101" pitchFamily="18" charset="-127"/>
            </a:endParaRPr>
          </a:p>
          <a:p>
            <a:pPr algn="ctr" latinLnBrk="0">
              <a:lnSpc>
                <a:spcPct val="90000"/>
              </a:lnSpc>
              <a:defRPr/>
            </a:pPr>
            <a:r>
              <a:rPr lang="ko-KR" altLang="en-US" sz="2200" kern="0" spc="-138" dirty="0">
                <a:solidFill>
                  <a:schemeClr val="bg1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사업</a:t>
            </a:r>
            <a:r>
              <a:rPr lang="ko-KR" altLang="en-US" sz="1600" kern="0" spc="-138" dirty="0">
                <a:solidFill>
                  <a:schemeClr val="bg1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을 </a:t>
            </a:r>
            <a:endParaRPr lang="en-US" altLang="ko-KR" sz="1600" kern="0" spc="-138" dirty="0">
              <a:solidFill>
                <a:schemeClr val="bg1"/>
              </a:solidFill>
              <a:latin typeface="Rix모던고딕 B" panose="02020603020101020101" pitchFamily="18" charset="-127"/>
              <a:ea typeface="Rix모던고딕 B" panose="02020603020101020101" pitchFamily="18" charset="-127"/>
            </a:endParaRPr>
          </a:p>
          <a:p>
            <a:pPr algn="ctr" latinLnBrk="0">
              <a:lnSpc>
                <a:spcPct val="90000"/>
              </a:lnSpc>
              <a:defRPr/>
            </a:pPr>
            <a:r>
              <a:rPr lang="ko-KR" altLang="en-US" sz="1600" kern="0" spc="-138" dirty="0">
                <a:solidFill>
                  <a:schemeClr val="bg1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위해서는</a:t>
            </a:r>
            <a:r>
              <a:rPr lang="ko-KR" altLang="en-US" sz="2200" kern="0" spc="-138" dirty="0">
                <a:solidFill>
                  <a:schemeClr val="bg1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 </a:t>
            </a:r>
          </a:p>
        </p:txBody>
      </p:sp>
      <p:sp>
        <p:nvSpPr>
          <p:cNvPr id="43" name="직사각형 42"/>
          <p:cNvSpPr/>
          <p:nvPr/>
        </p:nvSpPr>
        <p:spPr>
          <a:xfrm>
            <a:off x="611483" y="4116596"/>
            <a:ext cx="5730798" cy="1717874"/>
          </a:xfrm>
          <a:prstGeom prst="rect">
            <a:avLst/>
          </a:prstGeom>
        </p:spPr>
        <p:txBody>
          <a:bodyPr wrap="none" lIns="96487" tIns="48244" rIns="96487" bIns="48244">
            <a:spAutoFit/>
          </a:bodyPr>
          <a:lstStyle/>
          <a:p>
            <a:pPr latinLnBrk="0">
              <a:lnSpc>
                <a:spcPct val="130000"/>
              </a:lnSpc>
              <a:defRPr/>
            </a:pPr>
            <a:r>
              <a:rPr lang="ko-KR" altLang="en-US" sz="1700" b="1" kern="0" spc="-138" dirty="0">
                <a:gradFill flip="none" rotWithShape="1">
                  <a:gsLst>
                    <a:gs pos="0">
                      <a:schemeClr val="accent1">
                        <a:lumMod val="75000"/>
                        <a:shade val="30000"/>
                        <a:satMod val="115000"/>
                      </a:schemeClr>
                    </a:gs>
                    <a:gs pos="50000">
                      <a:schemeClr val="accent1">
                        <a:lumMod val="75000"/>
                        <a:shade val="67500"/>
                        <a:satMod val="115000"/>
                      </a:schemeClr>
                    </a:gs>
                    <a:gs pos="100000">
                      <a:schemeClr val="accent1">
                        <a:lumMod val="75000"/>
                        <a:shade val="100000"/>
                        <a:satMod val="115000"/>
                      </a:schemeClr>
                    </a:gs>
                  </a:gsLst>
                  <a:lin ang="16200000" scaled="1"/>
                  <a:tileRect/>
                </a:gra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첫째</a:t>
            </a:r>
            <a:r>
              <a:rPr lang="en-US" altLang="ko-KR" sz="1700" b="1" kern="0" spc="-138" dirty="0">
                <a:gradFill flip="none" rotWithShape="1">
                  <a:gsLst>
                    <a:gs pos="0">
                      <a:schemeClr val="tx1">
                        <a:lumMod val="65000"/>
                        <a:lumOff val="35000"/>
                        <a:shade val="30000"/>
                        <a:satMod val="115000"/>
                      </a:schemeClr>
                    </a:gs>
                    <a:gs pos="50000">
                      <a:schemeClr val="tx1">
                        <a:lumMod val="65000"/>
                        <a:lumOff val="35000"/>
                        <a:shade val="67500"/>
                        <a:satMod val="115000"/>
                      </a:schemeClr>
                    </a:gs>
                    <a:gs pos="100000">
                      <a:schemeClr val="tx1">
                        <a:lumMod val="65000"/>
                        <a:lumOff val="35000"/>
                        <a:shade val="100000"/>
                        <a:satMod val="115000"/>
                      </a:schemeClr>
                    </a:gs>
                  </a:gsLst>
                  <a:lin ang="16200000" scaled="1"/>
                  <a:tileRect/>
                </a:gra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,  </a:t>
            </a:r>
            <a:r>
              <a:rPr lang="ko-KR" altLang="en-US" sz="1700" b="1" kern="0" spc="-138" dirty="0">
                <a:gradFill flip="none" rotWithShape="1">
                  <a:gsLst>
                    <a:gs pos="0">
                      <a:schemeClr val="tx1">
                        <a:lumMod val="65000"/>
                        <a:lumOff val="35000"/>
                        <a:shade val="30000"/>
                        <a:satMod val="115000"/>
                      </a:schemeClr>
                    </a:gs>
                    <a:gs pos="50000">
                      <a:schemeClr val="tx1">
                        <a:lumMod val="65000"/>
                        <a:lumOff val="35000"/>
                        <a:shade val="67500"/>
                        <a:satMod val="115000"/>
                      </a:schemeClr>
                    </a:gs>
                    <a:gs pos="100000">
                      <a:schemeClr val="tx1">
                        <a:lumMod val="65000"/>
                        <a:lumOff val="35000"/>
                        <a:shade val="100000"/>
                        <a:satMod val="115000"/>
                      </a:schemeClr>
                    </a:gs>
                  </a:gsLst>
                  <a:lin ang="16200000" scaled="1"/>
                  <a:tileRect/>
                </a:gra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군 </a:t>
            </a:r>
            <a:r>
              <a:rPr lang="ko-KR" altLang="en-US" sz="1700" b="1" kern="0" spc="-138" dirty="0" smtClean="0">
                <a:gradFill flip="none" rotWithShape="1">
                  <a:gsLst>
                    <a:gs pos="0">
                      <a:schemeClr val="tx1">
                        <a:lumMod val="65000"/>
                        <a:lumOff val="35000"/>
                        <a:shade val="30000"/>
                        <a:satMod val="115000"/>
                      </a:schemeClr>
                    </a:gs>
                    <a:gs pos="50000">
                      <a:schemeClr val="tx1">
                        <a:lumMod val="65000"/>
                        <a:lumOff val="35000"/>
                        <a:shade val="67500"/>
                        <a:satMod val="115000"/>
                      </a:schemeClr>
                    </a:gs>
                    <a:gs pos="100000">
                      <a:schemeClr val="tx1">
                        <a:lumMod val="65000"/>
                        <a:lumOff val="35000"/>
                        <a:shade val="100000"/>
                        <a:satMod val="115000"/>
                      </a:schemeClr>
                    </a:gs>
                  </a:gsLst>
                  <a:lin ang="16200000" scaled="1"/>
                  <a:tileRect/>
                </a:gra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체계ㆍ업무에 </a:t>
            </a:r>
            <a:r>
              <a:rPr lang="ko-KR" altLang="en-US" sz="1700" b="1" kern="0" spc="-138" dirty="0">
                <a:gradFill flip="none" rotWithShape="1">
                  <a:gsLst>
                    <a:gs pos="0">
                      <a:schemeClr val="tx1">
                        <a:lumMod val="65000"/>
                        <a:lumOff val="35000"/>
                        <a:shade val="30000"/>
                        <a:satMod val="115000"/>
                      </a:schemeClr>
                    </a:gs>
                    <a:gs pos="50000">
                      <a:schemeClr val="tx1">
                        <a:lumMod val="65000"/>
                        <a:lumOff val="35000"/>
                        <a:shade val="67500"/>
                        <a:satMod val="115000"/>
                      </a:schemeClr>
                    </a:gs>
                    <a:gs pos="100000">
                      <a:schemeClr val="tx1">
                        <a:lumMod val="65000"/>
                        <a:lumOff val="35000"/>
                        <a:shade val="100000"/>
                        <a:satMod val="115000"/>
                      </a:schemeClr>
                    </a:gs>
                  </a:gsLst>
                  <a:lin ang="16200000" scaled="1"/>
                  <a:tileRect/>
                </a:gra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대한 </a:t>
            </a:r>
            <a:r>
              <a:rPr lang="ko-KR" altLang="en-US" sz="2700" kern="0" spc="-138" dirty="0">
                <a:solidFill>
                  <a:srgbClr val="D46921"/>
                </a:solidFill>
                <a:latin typeface="Rix고딕 EB" panose="02020603020101020101" pitchFamily="18" charset="-127"/>
                <a:ea typeface="Rix고딕 EB" panose="02020603020101020101" pitchFamily="18" charset="-127"/>
              </a:rPr>
              <a:t>정확한 이해</a:t>
            </a:r>
          </a:p>
          <a:p>
            <a:pPr latinLnBrk="0">
              <a:lnSpc>
                <a:spcPct val="130000"/>
              </a:lnSpc>
              <a:defRPr/>
            </a:pPr>
            <a:r>
              <a:rPr lang="ko-KR" altLang="en-US" sz="1700" b="1" kern="0" spc="-138" dirty="0">
                <a:gradFill flip="none" rotWithShape="1">
                  <a:gsLst>
                    <a:gs pos="0">
                      <a:schemeClr val="accent1">
                        <a:lumMod val="75000"/>
                        <a:shade val="30000"/>
                        <a:satMod val="115000"/>
                      </a:schemeClr>
                    </a:gs>
                    <a:gs pos="50000">
                      <a:schemeClr val="accent1">
                        <a:lumMod val="75000"/>
                        <a:shade val="67500"/>
                        <a:satMod val="115000"/>
                      </a:schemeClr>
                    </a:gs>
                    <a:gs pos="100000">
                      <a:schemeClr val="accent1">
                        <a:lumMod val="75000"/>
                        <a:shade val="100000"/>
                        <a:satMod val="115000"/>
                      </a:schemeClr>
                    </a:gs>
                  </a:gsLst>
                  <a:lin ang="16200000" scaled="1"/>
                  <a:tileRect/>
                </a:gra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둘째</a:t>
            </a:r>
            <a:r>
              <a:rPr lang="en-US" altLang="ko-KR" sz="1700" b="1" kern="0" spc="-138" dirty="0">
                <a:gradFill flip="none" rotWithShape="1">
                  <a:gsLst>
                    <a:gs pos="0">
                      <a:schemeClr val="tx1">
                        <a:lumMod val="65000"/>
                        <a:lumOff val="35000"/>
                        <a:shade val="30000"/>
                        <a:satMod val="115000"/>
                      </a:schemeClr>
                    </a:gs>
                    <a:gs pos="50000">
                      <a:schemeClr val="tx1">
                        <a:lumMod val="65000"/>
                        <a:lumOff val="35000"/>
                        <a:shade val="67500"/>
                        <a:satMod val="115000"/>
                      </a:schemeClr>
                    </a:gs>
                    <a:gs pos="100000">
                      <a:schemeClr val="tx1">
                        <a:lumMod val="65000"/>
                        <a:lumOff val="35000"/>
                        <a:shade val="100000"/>
                        <a:satMod val="115000"/>
                      </a:schemeClr>
                    </a:gs>
                  </a:gsLst>
                  <a:lin ang="16200000" scaled="1"/>
                  <a:tileRect/>
                </a:gra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,  </a:t>
            </a:r>
            <a:r>
              <a:rPr lang="ko-KR" altLang="en-US" sz="1700" b="1" kern="0" spc="-138" dirty="0">
                <a:gradFill flip="none" rotWithShape="1">
                  <a:gsLst>
                    <a:gs pos="0">
                      <a:schemeClr val="tx1">
                        <a:lumMod val="65000"/>
                        <a:lumOff val="35000"/>
                        <a:shade val="30000"/>
                        <a:satMod val="115000"/>
                      </a:schemeClr>
                    </a:gs>
                    <a:gs pos="50000">
                      <a:schemeClr val="tx1">
                        <a:lumMod val="65000"/>
                        <a:lumOff val="35000"/>
                        <a:shade val="67500"/>
                        <a:satMod val="115000"/>
                      </a:schemeClr>
                    </a:gs>
                    <a:gs pos="100000">
                      <a:schemeClr val="tx1">
                        <a:lumMod val="65000"/>
                        <a:lumOff val="35000"/>
                        <a:shade val="100000"/>
                        <a:satMod val="115000"/>
                      </a:schemeClr>
                    </a:gs>
                  </a:gsLst>
                  <a:lin ang="16200000" scaled="1"/>
                  <a:tileRect/>
                </a:gra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관련 장비를 </a:t>
            </a:r>
            <a:r>
              <a:rPr lang="ko-KR" altLang="en-US" sz="2700" kern="0" spc="-138" dirty="0">
                <a:solidFill>
                  <a:srgbClr val="D46921"/>
                </a:solidFill>
                <a:latin typeface="Rix고딕 EB" panose="02020603020101020101" pitchFamily="18" charset="-127"/>
                <a:ea typeface="Rix고딕 EB" panose="02020603020101020101" pitchFamily="18" charset="-127"/>
              </a:rPr>
              <a:t>안정적</a:t>
            </a:r>
            <a:r>
              <a:rPr lang="ko-KR" altLang="en-US" sz="1700" b="1" kern="0" spc="-138" dirty="0">
                <a:gradFill flip="none" rotWithShape="1">
                  <a:gsLst>
                    <a:gs pos="0">
                      <a:schemeClr val="tx1">
                        <a:lumMod val="65000"/>
                        <a:lumOff val="35000"/>
                        <a:shade val="30000"/>
                        <a:satMod val="115000"/>
                      </a:schemeClr>
                    </a:gs>
                    <a:gs pos="50000">
                      <a:schemeClr val="tx1">
                        <a:lumMod val="65000"/>
                        <a:lumOff val="35000"/>
                        <a:shade val="67500"/>
                        <a:satMod val="115000"/>
                      </a:schemeClr>
                    </a:gs>
                    <a:gs pos="100000">
                      <a:schemeClr val="tx1">
                        <a:lumMod val="65000"/>
                        <a:lumOff val="35000"/>
                        <a:shade val="100000"/>
                        <a:satMod val="115000"/>
                      </a:schemeClr>
                    </a:gs>
                  </a:gsLst>
                  <a:lin ang="16200000" scaled="1"/>
                  <a:tileRect/>
                </a:gra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으로 </a:t>
            </a:r>
            <a:r>
              <a:rPr lang="ko-KR" altLang="en-US" sz="2700" kern="0" spc="-138" dirty="0">
                <a:solidFill>
                  <a:srgbClr val="D46921"/>
                </a:solidFill>
                <a:latin typeface="Rix고딕 EB" panose="02020603020101020101" pitchFamily="18" charset="-127"/>
                <a:ea typeface="Rix고딕 EB" panose="02020603020101020101" pitchFamily="18" charset="-127"/>
              </a:rPr>
              <a:t>구축</a:t>
            </a:r>
            <a:r>
              <a:rPr lang="ko-KR" altLang="en-US" sz="2700" kern="0" spc="-138" dirty="0">
                <a:solidFill>
                  <a:srgbClr val="D46921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 </a:t>
            </a:r>
            <a:r>
              <a:rPr lang="ko-KR" altLang="en-US" sz="1700" b="1" kern="0" spc="-138" dirty="0">
                <a:gradFill flip="none" rotWithShape="1">
                  <a:gsLst>
                    <a:gs pos="0">
                      <a:schemeClr val="tx1">
                        <a:lumMod val="65000"/>
                        <a:lumOff val="35000"/>
                        <a:shade val="30000"/>
                        <a:satMod val="115000"/>
                      </a:schemeClr>
                    </a:gs>
                    <a:gs pos="50000">
                      <a:schemeClr val="tx1">
                        <a:lumMod val="65000"/>
                        <a:lumOff val="35000"/>
                        <a:shade val="67500"/>
                        <a:satMod val="115000"/>
                      </a:schemeClr>
                    </a:gs>
                    <a:gs pos="100000">
                      <a:schemeClr val="tx1">
                        <a:lumMod val="65000"/>
                        <a:lumOff val="35000"/>
                        <a:shade val="100000"/>
                        <a:satMod val="115000"/>
                      </a:schemeClr>
                    </a:gs>
                  </a:gsLst>
                  <a:lin ang="16200000" scaled="1"/>
                  <a:tileRect/>
                </a:gra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할 수 있는 역량</a:t>
            </a:r>
            <a:endParaRPr lang="en-US" altLang="ko-KR" sz="1700" b="1" kern="0" spc="-138" dirty="0">
              <a:gradFill flip="none" rotWithShape="1">
                <a:gsLst>
                  <a:gs pos="0">
                    <a:schemeClr val="tx1">
                      <a:lumMod val="65000"/>
                      <a:lumOff val="35000"/>
                      <a:shade val="30000"/>
                      <a:satMod val="115000"/>
                    </a:schemeClr>
                  </a:gs>
                  <a:gs pos="50000">
                    <a:schemeClr val="tx1">
                      <a:lumMod val="65000"/>
                      <a:lumOff val="35000"/>
                      <a:shade val="67500"/>
                      <a:satMod val="115000"/>
                    </a:schemeClr>
                  </a:gs>
                  <a:gs pos="100000">
                    <a:schemeClr val="tx1">
                      <a:lumMod val="65000"/>
                      <a:lumOff val="35000"/>
                      <a:shade val="100000"/>
                      <a:satMod val="115000"/>
                    </a:schemeClr>
                  </a:gs>
                </a:gsLst>
                <a:lin ang="16200000" scaled="1"/>
                <a:tileRect/>
              </a:gradFill>
              <a:latin typeface="Rix모던고딕 M" panose="02020603020101020101" pitchFamily="18" charset="-127"/>
              <a:ea typeface="Rix모던고딕 M" panose="02020603020101020101" pitchFamily="18" charset="-127"/>
            </a:endParaRPr>
          </a:p>
          <a:p>
            <a:pPr latinLnBrk="0">
              <a:lnSpc>
                <a:spcPct val="130000"/>
              </a:lnSpc>
              <a:defRPr/>
            </a:pPr>
            <a:r>
              <a:rPr lang="ko-KR" altLang="en-US" sz="1700" b="1" kern="0" spc="-138" dirty="0">
                <a:gradFill flip="none" rotWithShape="1">
                  <a:gsLst>
                    <a:gs pos="0">
                      <a:schemeClr val="accent1">
                        <a:lumMod val="75000"/>
                        <a:shade val="30000"/>
                        <a:satMod val="115000"/>
                      </a:schemeClr>
                    </a:gs>
                    <a:gs pos="50000">
                      <a:schemeClr val="accent1">
                        <a:lumMod val="75000"/>
                        <a:shade val="67500"/>
                        <a:satMod val="115000"/>
                      </a:schemeClr>
                    </a:gs>
                    <a:gs pos="100000">
                      <a:schemeClr val="accent1">
                        <a:lumMod val="75000"/>
                        <a:shade val="100000"/>
                        <a:satMod val="115000"/>
                      </a:schemeClr>
                    </a:gs>
                  </a:gsLst>
                  <a:lin ang="16200000" scaled="1"/>
                  <a:tileRect/>
                </a:gra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셋째</a:t>
            </a:r>
            <a:r>
              <a:rPr lang="en-US" altLang="ko-KR" sz="1700" b="1" kern="0" spc="-138" dirty="0">
                <a:gradFill flip="none" rotWithShape="1">
                  <a:gsLst>
                    <a:gs pos="0">
                      <a:schemeClr val="accent1">
                        <a:lumMod val="75000"/>
                        <a:shade val="30000"/>
                        <a:satMod val="115000"/>
                      </a:schemeClr>
                    </a:gs>
                    <a:gs pos="50000">
                      <a:schemeClr val="accent1">
                        <a:lumMod val="75000"/>
                        <a:shade val="67500"/>
                        <a:satMod val="115000"/>
                      </a:schemeClr>
                    </a:gs>
                    <a:gs pos="100000">
                      <a:schemeClr val="accent1">
                        <a:lumMod val="75000"/>
                        <a:shade val="100000"/>
                        <a:satMod val="115000"/>
                      </a:schemeClr>
                    </a:gs>
                  </a:gsLst>
                  <a:lin ang="16200000" scaled="1"/>
                  <a:tileRect/>
                </a:gra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, </a:t>
            </a:r>
            <a:r>
              <a:rPr lang="ko-KR" altLang="en-US" sz="1700" b="1" kern="0" spc="-138" dirty="0">
                <a:gradFill flip="none" rotWithShape="1">
                  <a:gsLst>
                    <a:gs pos="0">
                      <a:schemeClr val="tx1">
                        <a:lumMod val="65000"/>
                        <a:lumOff val="35000"/>
                        <a:shade val="30000"/>
                        <a:satMod val="115000"/>
                      </a:schemeClr>
                    </a:gs>
                    <a:gs pos="50000">
                      <a:schemeClr val="tx1">
                        <a:lumMod val="65000"/>
                        <a:lumOff val="35000"/>
                        <a:shade val="67500"/>
                        <a:satMod val="115000"/>
                      </a:schemeClr>
                    </a:gs>
                    <a:gs pos="100000">
                      <a:schemeClr val="tx1">
                        <a:lumMod val="65000"/>
                        <a:lumOff val="35000"/>
                        <a:shade val="100000"/>
                        <a:satMod val="115000"/>
                      </a:schemeClr>
                    </a:gs>
                  </a:gsLst>
                  <a:lin ang="16200000" scaled="1"/>
                  <a:tileRect/>
                </a:gra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이를 뒷받침 해줄 수 있는 </a:t>
            </a:r>
            <a:r>
              <a:rPr lang="ko-KR" altLang="en-US" sz="2700" kern="0" spc="-138" dirty="0">
                <a:solidFill>
                  <a:srgbClr val="D46921"/>
                </a:solidFill>
                <a:latin typeface="Rix고딕 EB" panose="02020603020101020101" pitchFamily="18" charset="-127"/>
                <a:ea typeface="Rix고딕 EB" panose="02020603020101020101" pitchFamily="18" charset="-127"/>
              </a:rPr>
              <a:t>전문 </a:t>
            </a:r>
            <a:r>
              <a:rPr lang="ko-KR" altLang="en-US" sz="2700" kern="0" spc="-138" dirty="0" smtClean="0">
                <a:solidFill>
                  <a:srgbClr val="D46921"/>
                </a:solidFill>
                <a:latin typeface="Rix고딕 EB" panose="02020603020101020101" pitchFamily="18" charset="-127"/>
                <a:ea typeface="Rix고딕 EB" panose="02020603020101020101" pitchFamily="18" charset="-127"/>
              </a:rPr>
              <a:t>인력</a:t>
            </a:r>
            <a:r>
              <a:rPr lang="ko-KR" altLang="en-US" sz="1700" b="1" kern="0" spc="-138" dirty="0" smtClean="0">
                <a:gradFill flip="none" rotWithShape="1">
                  <a:gsLst>
                    <a:gs pos="0">
                      <a:schemeClr val="tx1">
                        <a:lumMod val="65000"/>
                        <a:lumOff val="35000"/>
                        <a:shade val="30000"/>
                        <a:satMod val="115000"/>
                      </a:schemeClr>
                    </a:gs>
                    <a:gs pos="50000">
                      <a:schemeClr val="tx1">
                        <a:lumMod val="65000"/>
                        <a:lumOff val="35000"/>
                        <a:shade val="67500"/>
                        <a:satMod val="115000"/>
                      </a:schemeClr>
                    </a:gs>
                    <a:gs pos="100000">
                      <a:schemeClr val="tx1">
                        <a:lumMod val="65000"/>
                        <a:lumOff val="35000"/>
                        <a:shade val="100000"/>
                        <a:satMod val="115000"/>
                      </a:schemeClr>
                    </a:gs>
                  </a:gsLst>
                  <a:lin ang="16200000" scaled="1"/>
                  <a:tileRect/>
                </a:gra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이 </a:t>
            </a:r>
            <a:r>
              <a:rPr lang="ko-KR" altLang="en-US" sz="1700" b="1" kern="0" spc="-138" dirty="0">
                <a:gradFill flip="none" rotWithShape="1">
                  <a:gsLst>
                    <a:gs pos="0">
                      <a:schemeClr val="tx1">
                        <a:lumMod val="65000"/>
                        <a:lumOff val="35000"/>
                        <a:shade val="30000"/>
                        <a:satMod val="115000"/>
                      </a:schemeClr>
                    </a:gs>
                    <a:gs pos="50000">
                      <a:schemeClr val="tx1">
                        <a:lumMod val="65000"/>
                        <a:lumOff val="35000"/>
                        <a:shade val="67500"/>
                        <a:satMod val="115000"/>
                      </a:schemeClr>
                    </a:gs>
                    <a:gs pos="100000">
                      <a:schemeClr val="tx1">
                        <a:lumMod val="65000"/>
                        <a:lumOff val="35000"/>
                        <a:shade val="100000"/>
                        <a:satMod val="115000"/>
                      </a:schemeClr>
                    </a:gs>
                  </a:gsLst>
                  <a:lin ang="16200000" scaled="1"/>
                  <a:tileRect/>
                </a:gra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필요한 사업입니다</a:t>
            </a:r>
            <a:r>
              <a:rPr lang="en-US" altLang="ko-KR" sz="1700" b="1" kern="0" spc="-138" dirty="0">
                <a:gradFill flip="none" rotWithShape="1">
                  <a:gsLst>
                    <a:gs pos="0">
                      <a:schemeClr val="tx1">
                        <a:lumMod val="65000"/>
                        <a:lumOff val="35000"/>
                        <a:shade val="30000"/>
                        <a:satMod val="115000"/>
                      </a:schemeClr>
                    </a:gs>
                    <a:gs pos="50000">
                      <a:schemeClr val="tx1">
                        <a:lumMod val="65000"/>
                        <a:lumOff val="35000"/>
                        <a:shade val="67500"/>
                        <a:satMod val="115000"/>
                      </a:schemeClr>
                    </a:gs>
                    <a:gs pos="100000">
                      <a:schemeClr val="tx1">
                        <a:lumMod val="65000"/>
                        <a:lumOff val="35000"/>
                        <a:shade val="100000"/>
                        <a:satMod val="115000"/>
                      </a:schemeClr>
                    </a:gs>
                  </a:gsLst>
                  <a:lin ang="16200000" scaled="1"/>
                  <a:tileRect/>
                </a:gra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. </a:t>
            </a:r>
            <a:endParaRPr lang="ko-KR" altLang="en-US" sz="1700" b="1" kern="0" spc="-138" dirty="0">
              <a:gradFill flip="none" rotWithShape="1">
                <a:gsLst>
                  <a:gs pos="0">
                    <a:schemeClr val="tx1">
                      <a:lumMod val="65000"/>
                      <a:lumOff val="35000"/>
                      <a:shade val="30000"/>
                      <a:satMod val="115000"/>
                    </a:schemeClr>
                  </a:gs>
                  <a:gs pos="50000">
                    <a:schemeClr val="tx1">
                      <a:lumMod val="65000"/>
                      <a:lumOff val="35000"/>
                      <a:shade val="67500"/>
                      <a:satMod val="115000"/>
                    </a:schemeClr>
                  </a:gs>
                  <a:gs pos="100000">
                    <a:schemeClr val="tx1">
                      <a:lumMod val="65000"/>
                      <a:lumOff val="35000"/>
                      <a:shade val="100000"/>
                      <a:satMod val="115000"/>
                    </a:schemeClr>
                  </a:gs>
                </a:gsLst>
                <a:lin ang="16200000" scaled="1"/>
                <a:tileRect/>
              </a:gradFill>
              <a:latin typeface="Rix모던고딕 M" panose="02020603020101020101" pitchFamily="18" charset="-127"/>
              <a:ea typeface="Rix모던고딕 M" panose="02020603020101020101" pitchFamily="18" charset="-127"/>
            </a:endParaRPr>
          </a:p>
        </p:txBody>
      </p:sp>
      <p:pic>
        <p:nvPicPr>
          <p:cNvPr id="44" name="Picture 4" descr="G:\work\아이티센시스템즈\경찰청공조조회유지보수\icon&amp;dia\화살표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27805" y="793149"/>
            <a:ext cx="1124360" cy="17539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5" name="그림 4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8844" y="1106683"/>
            <a:ext cx="2249656" cy="623319"/>
          </a:xfrm>
          <a:prstGeom prst="rect">
            <a:avLst/>
          </a:prstGeom>
        </p:spPr>
      </p:pic>
      <p:pic>
        <p:nvPicPr>
          <p:cNvPr id="46" name="Picture 2" descr="G:\work\다원아이씨티\국방전산정보원\표지-02.png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8484" y="4468091"/>
            <a:ext cx="2096974" cy="5074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369180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G:\work\아이티센시스템즈\경찰청공조조회유지보수\icon&amp;dia\남여셋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31757" y="276820"/>
            <a:ext cx="2242205" cy="21243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모서리가 둥근 직사각형 20"/>
          <p:cNvSpPr/>
          <p:nvPr/>
        </p:nvSpPr>
        <p:spPr>
          <a:xfrm>
            <a:off x="469934" y="5379027"/>
            <a:ext cx="9848034" cy="1548527"/>
          </a:xfrm>
          <a:prstGeom prst="roundRect">
            <a:avLst/>
          </a:prstGeom>
          <a:noFill/>
          <a:ln w="38100">
            <a:solidFill>
              <a:srgbClr val="C0233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6487" tIns="48244" rIns="96487" bIns="48244" rtlCol="0" anchor="ctr"/>
          <a:lstStyle/>
          <a:p>
            <a:pPr algn="ctr"/>
            <a:endParaRPr lang="ko-KR" altLang="en-US" sz="1700" dirty="0"/>
          </a:p>
        </p:txBody>
      </p:sp>
      <p:sp>
        <p:nvSpPr>
          <p:cNvPr id="31" name="직사각형 30"/>
          <p:cNvSpPr/>
          <p:nvPr/>
        </p:nvSpPr>
        <p:spPr>
          <a:xfrm>
            <a:off x="0" y="1656600"/>
            <a:ext cx="10693400" cy="4193482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6487" tIns="48244" rIns="96487" bIns="48244" anchor="ctr"/>
          <a:lstStyle/>
          <a:p>
            <a:pPr algn="ctr"/>
            <a:endParaRPr lang="ko-KR" altLang="en-US" sz="1700" dirty="0"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35" name="모서리가 둥근 직사각형 34"/>
          <p:cNvSpPr/>
          <p:nvPr/>
        </p:nvSpPr>
        <p:spPr bwMode="auto">
          <a:xfrm>
            <a:off x="1158245" y="1845994"/>
            <a:ext cx="7409474" cy="694548"/>
          </a:xfrm>
          <a:prstGeom prst="roundRect">
            <a:avLst>
              <a:gd name="adj" fmla="val 0"/>
            </a:avLst>
          </a:prstGeom>
          <a:noFill/>
          <a:ln>
            <a:noFill/>
            <a:headEnd type="none" w="lg" len="med"/>
            <a:tailEnd type="none" w="lg" len="med"/>
          </a:ln>
          <a:effectLst>
            <a:innerShdw blurRad="279400" dist="50800" dir="13500000">
              <a:prstClr val="black">
                <a:alpha val="71000"/>
              </a:prstClr>
            </a:innerShdw>
          </a:effectLst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none" lIns="86014" tIns="43007" rIns="86014" bIns="43007" rtlCol="0" anchor="ctr"/>
          <a:lstStyle/>
          <a:p>
            <a:pPr algn="ctr">
              <a:lnSpc>
                <a:spcPct val="110000"/>
              </a:lnSpc>
              <a:defRPr/>
            </a:pPr>
            <a:r>
              <a:rPr lang="en-US" altLang="ko-KR" sz="2900" spc="-259" dirty="0">
                <a:solidFill>
                  <a:schemeClr val="bg1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“</a:t>
            </a:r>
            <a:r>
              <a:rPr lang="ko-KR" altLang="en-US" sz="2600" spc="-259" dirty="0">
                <a:solidFill>
                  <a:schemeClr val="bg1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최근 </a:t>
            </a:r>
            <a:r>
              <a:rPr lang="en-US" altLang="ko-KR" sz="2600" spc="-259" dirty="0">
                <a:solidFill>
                  <a:schemeClr val="bg1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3</a:t>
            </a:r>
            <a:r>
              <a:rPr lang="ko-KR" altLang="en-US" sz="2600" spc="-259" dirty="0">
                <a:solidFill>
                  <a:schemeClr val="bg1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년간 </a:t>
            </a:r>
            <a:r>
              <a:rPr lang="en-US" altLang="ko-KR" sz="2600" spc="-259" dirty="0">
                <a:solidFill>
                  <a:schemeClr val="bg1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 </a:t>
            </a:r>
            <a:r>
              <a:rPr lang="ko-KR" altLang="en-US" sz="2600" spc="-259" dirty="0">
                <a:solidFill>
                  <a:schemeClr val="bg1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다수의 네트워크 </a:t>
            </a:r>
            <a:r>
              <a:rPr lang="ko-KR" altLang="en-US" sz="2600" spc="-259" dirty="0" smtClean="0">
                <a:solidFill>
                  <a:schemeClr val="bg1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구축 </a:t>
            </a:r>
            <a:r>
              <a:rPr lang="ko-KR" altLang="en-US" sz="2600" spc="-259" dirty="0" smtClean="0">
                <a:solidFill>
                  <a:schemeClr val="bg1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  <a:sym typeface="Wingdings" panose="05000000000000000000" pitchFamily="2" charset="2"/>
              </a:rPr>
              <a:t> </a:t>
            </a:r>
            <a:r>
              <a:rPr lang="ko-KR" altLang="en-US" sz="2600" spc="-259" dirty="0" smtClean="0">
                <a:solidFill>
                  <a:schemeClr val="bg1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유지보수 </a:t>
            </a:r>
            <a:r>
              <a:rPr lang="ko-KR" altLang="en-US" sz="2600" spc="-259" dirty="0">
                <a:solidFill>
                  <a:schemeClr val="bg1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사업 </a:t>
            </a:r>
            <a:r>
              <a:rPr lang="ko-KR" altLang="en-US" sz="2600" spc="-259" dirty="0" smtClean="0">
                <a:solidFill>
                  <a:schemeClr val="bg1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수행</a:t>
            </a:r>
            <a:r>
              <a:rPr lang="en-US" altLang="ko-KR" sz="2600" spc="-259" dirty="0" smtClean="0">
                <a:solidFill>
                  <a:schemeClr val="bg1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 </a:t>
            </a:r>
            <a:r>
              <a:rPr lang="en-US" altLang="ko-KR" sz="2900" spc="-259" dirty="0" smtClean="0">
                <a:solidFill>
                  <a:schemeClr val="bg1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”</a:t>
            </a:r>
            <a:endParaRPr lang="ko-KR" altLang="en-US" sz="2900" spc="-259" dirty="0">
              <a:solidFill>
                <a:schemeClr val="bg1"/>
              </a:solidFill>
              <a:latin typeface="Rix모던고딕 EB" panose="02020603020101020101" pitchFamily="18" charset="-127"/>
              <a:ea typeface="Rix모던고딕 EB" panose="02020603020101020101" pitchFamily="18" charset="-127"/>
            </a:endParaRPr>
          </a:p>
        </p:txBody>
      </p:sp>
      <p:pic>
        <p:nvPicPr>
          <p:cNvPr id="36" name="Picture 2" descr="G:\work\아이크래프트\그랜드코리아레져\발표자료\작업방\완료\GKL-03-22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0531196">
            <a:off x="551912" y="1843884"/>
            <a:ext cx="515164" cy="6886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7" name="그림 3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25496" y="6052506"/>
            <a:ext cx="1079922" cy="410523"/>
          </a:xfrm>
          <a:prstGeom prst="rect">
            <a:avLst/>
          </a:prstGeom>
        </p:spPr>
      </p:pic>
      <p:pic>
        <p:nvPicPr>
          <p:cNvPr id="41" name="Picture 6" descr="국무조정실 / 국무총리 비서실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85143" y="6055828"/>
            <a:ext cx="1449658" cy="3885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그룹 7"/>
          <p:cNvGrpSpPr/>
          <p:nvPr/>
        </p:nvGrpSpPr>
        <p:grpSpPr>
          <a:xfrm>
            <a:off x="475399" y="2762813"/>
            <a:ext cx="4149065" cy="2839471"/>
            <a:chOff x="475399" y="2710858"/>
            <a:chExt cx="4149065" cy="2839471"/>
          </a:xfrm>
        </p:grpSpPr>
        <p:sp>
          <p:nvSpPr>
            <p:cNvPr id="42" name="직사각형 41"/>
            <p:cNvSpPr/>
            <p:nvPr/>
          </p:nvSpPr>
          <p:spPr>
            <a:xfrm>
              <a:off x="475399" y="3070427"/>
              <a:ext cx="4146958" cy="2479902"/>
            </a:xfrm>
            <a:prstGeom prst="rect">
              <a:avLst/>
            </a:prstGeom>
            <a:solidFill>
              <a:schemeClr val="bg1">
                <a:alpha val="13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6487" tIns="48244" rIns="96487" bIns="48244" anchor="ctr"/>
            <a:lstStyle/>
            <a:p>
              <a:pPr algn="ctr">
                <a:defRPr/>
              </a:pPr>
              <a:endParaRPr lang="ko-KR" altLang="en-US" sz="1700" dirty="0">
                <a:latin typeface="나눔고딕" pitchFamily="50" charset="-127"/>
                <a:ea typeface="나눔고딕" pitchFamily="50" charset="-127"/>
              </a:endParaRPr>
            </a:p>
          </p:txBody>
        </p:sp>
        <p:sp>
          <p:nvSpPr>
            <p:cNvPr id="43" name="직사각형 42"/>
            <p:cNvSpPr/>
            <p:nvPr/>
          </p:nvSpPr>
          <p:spPr>
            <a:xfrm>
              <a:off x="475399" y="2710858"/>
              <a:ext cx="4149065" cy="359569"/>
            </a:xfrm>
            <a:prstGeom prst="rect">
              <a:avLst/>
            </a:prstGeom>
            <a:solidFill>
              <a:srgbClr val="1B91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95690"/>
              <a:r>
                <a:rPr lang="ko-KR" altLang="en-US" sz="1800" spc="-150" dirty="0">
                  <a:solidFill>
                    <a:schemeClr val="bg1"/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</a:rPr>
                <a:t>구축에 대한 이해</a:t>
              </a:r>
              <a:endParaRPr lang="en-US" altLang="ko-KR" sz="1800" spc="-150" dirty="0">
                <a:solidFill>
                  <a:schemeClr val="bg1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endParaRPr>
            </a:p>
          </p:txBody>
        </p:sp>
      </p:grpSp>
      <p:grpSp>
        <p:nvGrpSpPr>
          <p:cNvPr id="9" name="그룹 8"/>
          <p:cNvGrpSpPr/>
          <p:nvPr/>
        </p:nvGrpSpPr>
        <p:grpSpPr>
          <a:xfrm>
            <a:off x="4797804" y="2762813"/>
            <a:ext cx="3080190" cy="2839471"/>
            <a:chOff x="4735458" y="2710858"/>
            <a:chExt cx="3080190" cy="2839471"/>
          </a:xfrm>
        </p:grpSpPr>
        <p:sp>
          <p:nvSpPr>
            <p:cNvPr id="44" name="직사각형 43"/>
            <p:cNvSpPr/>
            <p:nvPr/>
          </p:nvSpPr>
          <p:spPr>
            <a:xfrm>
              <a:off x="4735458" y="3070427"/>
              <a:ext cx="3080190" cy="2479902"/>
            </a:xfrm>
            <a:prstGeom prst="rect">
              <a:avLst/>
            </a:prstGeom>
            <a:solidFill>
              <a:schemeClr val="bg1">
                <a:alpha val="13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6487" tIns="48244" rIns="96487" bIns="48244" anchor="ctr"/>
            <a:lstStyle/>
            <a:p>
              <a:pPr algn="ctr">
                <a:defRPr/>
              </a:pPr>
              <a:endParaRPr lang="ko-KR" altLang="en-US" sz="1700" dirty="0">
                <a:latin typeface="나눔고딕" pitchFamily="50" charset="-127"/>
                <a:ea typeface="나눔고딕" pitchFamily="50" charset="-127"/>
              </a:endParaRPr>
            </a:p>
          </p:txBody>
        </p:sp>
        <p:sp>
          <p:nvSpPr>
            <p:cNvPr id="46" name="직사각형 45"/>
            <p:cNvSpPr/>
            <p:nvPr/>
          </p:nvSpPr>
          <p:spPr>
            <a:xfrm>
              <a:off x="4735459" y="2710858"/>
              <a:ext cx="3080189" cy="359569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0000" anchor="ctr"/>
            <a:lstStyle/>
            <a:p>
              <a:pPr algn="ctr" defTabSz="995690"/>
              <a:r>
                <a:rPr lang="ko-KR" altLang="en-US" sz="1800" spc="-150" dirty="0" smtClean="0">
                  <a:solidFill>
                    <a:schemeClr val="bg1"/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</a:rPr>
                <a:t>검증</a:t>
              </a:r>
              <a:r>
                <a:rPr lang="ko-KR" altLang="en-US" sz="1800" spc="-150" dirty="0" smtClean="0">
                  <a:solidFill>
                    <a:schemeClr val="bg1"/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  <a:sym typeface="Wingdings" panose="05000000000000000000" pitchFamily="2" charset="2"/>
                </a:rPr>
                <a:t>ㆍ</a:t>
              </a:r>
              <a:r>
                <a:rPr lang="ko-KR" altLang="en-US" sz="1800" spc="-150" dirty="0" smtClean="0">
                  <a:solidFill>
                    <a:schemeClr val="bg1"/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</a:rPr>
                <a:t>운영에 </a:t>
              </a:r>
              <a:r>
                <a:rPr lang="ko-KR" altLang="en-US" sz="1800" spc="-150" dirty="0">
                  <a:solidFill>
                    <a:schemeClr val="bg1"/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</a:rPr>
                <a:t>대한 이해</a:t>
              </a:r>
              <a:endParaRPr lang="en-US" altLang="ko-KR" sz="1800" spc="-150" dirty="0">
                <a:solidFill>
                  <a:schemeClr val="bg1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endParaRPr>
            </a:p>
          </p:txBody>
        </p:sp>
      </p:grpSp>
      <p:grpSp>
        <p:nvGrpSpPr>
          <p:cNvPr id="10" name="그룹 9"/>
          <p:cNvGrpSpPr/>
          <p:nvPr/>
        </p:nvGrpSpPr>
        <p:grpSpPr>
          <a:xfrm>
            <a:off x="8051333" y="2762813"/>
            <a:ext cx="2169421" cy="2839471"/>
            <a:chOff x="7926642" y="2710858"/>
            <a:chExt cx="2169421" cy="2839471"/>
          </a:xfrm>
        </p:grpSpPr>
        <p:sp>
          <p:nvSpPr>
            <p:cNvPr id="45" name="직사각형 44"/>
            <p:cNvSpPr/>
            <p:nvPr/>
          </p:nvSpPr>
          <p:spPr>
            <a:xfrm>
              <a:off x="7926642" y="3070428"/>
              <a:ext cx="2169421" cy="2479901"/>
            </a:xfrm>
            <a:prstGeom prst="rect">
              <a:avLst/>
            </a:prstGeom>
            <a:solidFill>
              <a:schemeClr val="bg1">
                <a:alpha val="13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6487" tIns="48244" rIns="96487" bIns="48244" anchor="ctr"/>
            <a:lstStyle/>
            <a:p>
              <a:pPr algn="ctr">
                <a:defRPr/>
              </a:pPr>
              <a:endParaRPr lang="ko-KR" altLang="en-US" sz="1700" dirty="0">
                <a:latin typeface="나눔고딕" pitchFamily="50" charset="-127"/>
                <a:ea typeface="나눔고딕" pitchFamily="50" charset="-127"/>
              </a:endParaRPr>
            </a:p>
          </p:txBody>
        </p:sp>
        <p:sp>
          <p:nvSpPr>
            <p:cNvPr id="47" name="직사각형 46"/>
            <p:cNvSpPr/>
            <p:nvPr/>
          </p:nvSpPr>
          <p:spPr>
            <a:xfrm>
              <a:off x="7926642" y="2710858"/>
              <a:ext cx="2169419" cy="359569"/>
            </a:xfrm>
            <a:prstGeom prst="rect">
              <a:avLst/>
            </a:prstGeom>
            <a:solidFill>
              <a:srgbClr val="335A75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0000" anchor="ctr"/>
            <a:lstStyle/>
            <a:p>
              <a:pPr algn="ctr" defTabSz="995690"/>
              <a:r>
                <a:rPr lang="ko-KR" altLang="en-US" sz="1800" spc="-150" dirty="0">
                  <a:solidFill>
                    <a:schemeClr val="bg1"/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</a:rPr>
                <a:t>군에 대한 이해</a:t>
              </a:r>
              <a:endParaRPr lang="en-US" altLang="ko-KR" sz="1800" spc="-150" dirty="0">
                <a:solidFill>
                  <a:schemeClr val="bg1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endParaRPr>
            </a:p>
          </p:txBody>
        </p:sp>
      </p:grpSp>
      <p:sp>
        <p:nvSpPr>
          <p:cNvPr id="49" name="직사각형 48"/>
          <p:cNvSpPr/>
          <p:nvPr/>
        </p:nvSpPr>
        <p:spPr>
          <a:xfrm>
            <a:off x="556420" y="3152209"/>
            <a:ext cx="4149065" cy="21965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7517" tIns="47648" rIns="37517" bIns="47648" rtlCol="0" anchor="t"/>
          <a:lstStyle/>
          <a:p>
            <a:pPr marL="125734" indent="-125734">
              <a:lnSpc>
                <a:spcPct val="120000"/>
              </a:lnSpc>
              <a:spcBef>
                <a:spcPts val="191"/>
              </a:spcBef>
              <a:buFont typeface="Arial" panose="020B0604020202020204" pitchFamily="34" charset="0"/>
              <a:buChar char="•"/>
            </a:pPr>
            <a:r>
              <a:rPr lang="en-US" altLang="ko-KR" sz="1200" b="1" spc="-77" dirty="0">
                <a:solidFill>
                  <a:schemeClr val="bg1">
                    <a:lumMod val="95000"/>
                  </a:schemeClr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`15</a:t>
            </a:r>
            <a:r>
              <a:rPr lang="ko-KR" altLang="en-US" sz="1200" b="1" spc="-77" dirty="0">
                <a:solidFill>
                  <a:schemeClr val="bg1">
                    <a:lumMod val="95000"/>
                  </a:schemeClr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년 제</a:t>
            </a:r>
            <a:r>
              <a:rPr lang="en-US" altLang="ko-KR" sz="1200" b="1" spc="-77" dirty="0">
                <a:solidFill>
                  <a:schemeClr val="bg1">
                    <a:lumMod val="95000"/>
                  </a:schemeClr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1</a:t>
            </a:r>
            <a:r>
              <a:rPr lang="ko-KR" altLang="en-US" sz="1200" b="1" spc="-77" dirty="0">
                <a:solidFill>
                  <a:schemeClr val="bg1">
                    <a:lumMod val="95000"/>
                  </a:schemeClr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차 </a:t>
            </a:r>
            <a:r>
              <a:rPr lang="en-US" altLang="ko-KR" sz="1200" b="1" spc="-77" dirty="0">
                <a:solidFill>
                  <a:schemeClr val="bg1">
                    <a:lumMod val="95000"/>
                  </a:schemeClr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HW</a:t>
            </a:r>
            <a:r>
              <a:rPr lang="ko-KR" altLang="en-US" sz="1200" b="1" spc="-77" dirty="0">
                <a:solidFill>
                  <a:schemeClr val="bg1">
                    <a:lumMod val="95000"/>
                  </a:schemeClr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자원 통합구축사업 </a:t>
            </a:r>
            <a:r>
              <a:rPr lang="ko-KR" altLang="en-US" sz="1200" b="1" spc="-77" dirty="0" smtClean="0">
                <a:solidFill>
                  <a:schemeClr val="bg1">
                    <a:lumMod val="95000"/>
                  </a:schemeClr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인프라 </a:t>
            </a:r>
            <a:r>
              <a:rPr lang="en-US" altLang="ko-KR" sz="1200" b="1" spc="-77" dirty="0" smtClean="0">
                <a:solidFill>
                  <a:schemeClr val="bg1">
                    <a:lumMod val="95000"/>
                  </a:schemeClr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(</a:t>
            </a:r>
            <a:r>
              <a:rPr lang="ko-KR" altLang="en-US" sz="1200" b="1" spc="-77" dirty="0">
                <a:solidFill>
                  <a:schemeClr val="bg1">
                    <a:lumMod val="95000"/>
                  </a:schemeClr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네트워크</a:t>
            </a:r>
            <a:r>
              <a:rPr lang="en-US" altLang="ko-KR" sz="1200" b="1" spc="-77" dirty="0">
                <a:solidFill>
                  <a:schemeClr val="bg1">
                    <a:lumMod val="95000"/>
                  </a:schemeClr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, </a:t>
            </a:r>
            <a:r>
              <a:rPr lang="ko-KR" altLang="en-US" sz="1200" b="1" spc="-77" dirty="0">
                <a:solidFill>
                  <a:schemeClr val="bg1">
                    <a:lumMod val="95000"/>
                  </a:schemeClr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보안 구축</a:t>
            </a:r>
            <a:r>
              <a:rPr lang="en-US" altLang="ko-KR" sz="1200" b="1" spc="-77" dirty="0">
                <a:solidFill>
                  <a:schemeClr val="bg1">
                    <a:lumMod val="95000"/>
                  </a:schemeClr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)</a:t>
            </a:r>
          </a:p>
          <a:p>
            <a:pPr marL="125734" indent="-125734">
              <a:lnSpc>
                <a:spcPct val="120000"/>
              </a:lnSpc>
              <a:spcBef>
                <a:spcPts val="191"/>
              </a:spcBef>
              <a:buFont typeface="Arial" panose="020B0604020202020204" pitchFamily="34" charset="0"/>
              <a:buChar char="•"/>
            </a:pPr>
            <a:r>
              <a:rPr lang="en-US" altLang="ko-KR" sz="1200" b="1" spc="-77" dirty="0" smtClean="0">
                <a:solidFill>
                  <a:schemeClr val="bg1">
                    <a:lumMod val="95000"/>
                  </a:schemeClr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`15</a:t>
            </a:r>
            <a:r>
              <a:rPr lang="ko-KR" altLang="en-US" sz="1200" b="1" spc="-77" dirty="0">
                <a:solidFill>
                  <a:schemeClr val="bg1">
                    <a:lumMod val="95000"/>
                  </a:schemeClr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년 국가정보통신망 구축 </a:t>
            </a:r>
            <a:r>
              <a:rPr lang="ko-KR" altLang="en-US" sz="1200" b="1" spc="-77" dirty="0" smtClean="0">
                <a:solidFill>
                  <a:schemeClr val="bg1">
                    <a:lumMod val="95000"/>
                  </a:schemeClr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사업 </a:t>
            </a:r>
            <a:r>
              <a:rPr lang="en-US" altLang="ko-KR" sz="1200" b="1" spc="-77" dirty="0" smtClean="0">
                <a:solidFill>
                  <a:schemeClr val="bg1">
                    <a:lumMod val="95000"/>
                  </a:schemeClr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(</a:t>
            </a:r>
            <a:r>
              <a:rPr lang="ko-KR" altLang="en-US" sz="1200" b="1" spc="-77" dirty="0">
                <a:solidFill>
                  <a:schemeClr val="bg1">
                    <a:lumMod val="95000"/>
                  </a:schemeClr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통합 백본 구축</a:t>
            </a:r>
            <a:r>
              <a:rPr lang="en-US" altLang="ko-KR" sz="1200" b="1" spc="-77" dirty="0">
                <a:solidFill>
                  <a:schemeClr val="bg1">
                    <a:lumMod val="95000"/>
                  </a:schemeClr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)</a:t>
            </a:r>
          </a:p>
          <a:p>
            <a:pPr marL="125734" indent="-125734">
              <a:lnSpc>
                <a:spcPct val="120000"/>
              </a:lnSpc>
              <a:spcBef>
                <a:spcPts val="191"/>
              </a:spcBef>
              <a:buFont typeface="Arial" panose="020B0604020202020204" pitchFamily="34" charset="0"/>
              <a:buChar char="•"/>
            </a:pPr>
            <a:r>
              <a:rPr lang="en-US" altLang="ko-KR" sz="1200" b="1" spc="-77" dirty="0" smtClean="0">
                <a:solidFill>
                  <a:schemeClr val="bg1">
                    <a:lumMod val="95000"/>
                  </a:schemeClr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`15</a:t>
            </a:r>
            <a:r>
              <a:rPr lang="ko-KR" altLang="en-US" sz="1200" b="1" spc="-77" dirty="0">
                <a:solidFill>
                  <a:schemeClr val="bg1">
                    <a:lumMod val="95000"/>
                  </a:schemeClr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년 정보보호강화 </a:t>
            </a:r>
            <a:r>
              <a:rPr lang="ko-KR" altLang="en-US" sz="1200" b="1" spc="-77" dirty="0" smtClean="0">
                <a:solidFill>
                  <a:schemeClr val="bg1">
                    <a:lumMod val="95000"/>
                  </a:schemeClr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사업 </a:t>
            </a:r>
            <a:r>
              <a:rPr lang="en-US" altLang="ko-KR" sz="1200" b="1" spc="-77" dirty="0" smtClean="0">
                <a:solidFill>
                  <a:schemeClr val="bg1">
                    <a:lumMod val="95000"/>
                  </a:schemeClr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(</a:t>
            </a:r>
            <a:r>
              <a:rPr lang="ko-KR" altLang="en-US" sz="1200" b="1" spc="-77" dirty="0">
                <a:solidFill>
                  <a:schemeClr val="bg1">
                    <a:lumMod val="95000"/>
                  </a:schemeClr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보안 인프라 구축</a:t>
            </a:r>
            <a:r>
              <a:rPr lang="en-US" altLang="ko-KR" sz="1200" b="1" spc="-77" dirty="0">
                <a:solidFill>
                  <a:schemeClr val="bg1">
                    <a:lumMod val="95000"/>
                  </a:schemeClr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)</a:t>
            </a:r>
          </a:p>
          <a:p>
            <a:pPr marL="125734" indent="-125734">
              <a:lnSpc>
                <a:spcPct val="120000"/>
              </a:lnSpc>
              <a:spcBef>
                <a:spcPts val="191"/>
              </a:spcBef>
              <a:buFont typeface="Arial" panose="020B0604020202020204" pitchFamily="34" charset="0"/>
              <a:buChar char="•"/>
            </a:pPr>
            <a:r>
              <a:rPr lang="en-US" altLang="ko-KR" sz="1200" b="1" spc="-77" dirty="0" smtClean="0">
                <a:solidFill>
                  <a:schemeClr val="bg1">
                    <a:lumMod val="95000"/>
                  </a:schemeClr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`14</a:t>
            </a:r>
            <a:r>
              <a:rPr lang="ko-KR" altLang="en-US" sz="1200" b="1" spc="-77" dirty="0">
                <a:solidFill>
                  <a:schemeClr val="bg1">
                    <a:lumMod val="95000"/>
                  </a:schemeClr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년 제</a:t>
            </a:r>
            <a:r>
              <a:rPr lang="en-US" altLang="ko-KR" sz="1200" b="1" spc="-77" dirty="0">
                <a:solidFill>
                  <a:schemeClr val="bg1">
                    <a:lumMod val="95000"/>
                  </a:schemeClr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1</a:t>
            </a:r>
            <a:r>
              <a:rPr lang="ko-KR" altLang="en-US" sz="1200" b="1" spc="-77" dirty="0">
                <a:solidFill>
                  <a:schemeClr val="bg1">
                    <a:lumMod val="95000"/>
                  </a:schemeClr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차 </a:t>
            </a:r>
            <a:r>
              <a:rPr lang="en-US" altLang="ko-KR" sz="1200" b="1" spc="-77" dirty="0">
                <a:solidFill>
                  <a:schemeClr val="bg1">
                    <a:lumMod val="95000"/>
                  </a:schemeClr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HW</a:t>
            </a:r>
            <a:r>
              <a:rPr lang="ko-KR" altLang="en-US" sz="1200" b="1" spc="-77" dirty="0">
                <a:solidFill>
                  <a:schemeClr val="bg1">
                    <a:lumMod val="95000"/>
                  </a:schemeClr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자원통합구축 사업</a:t>
            </a:r>
            <a:r>
              <a:rPr lang="en-US" altLang="ko-KR" sz="1200" b="1" spc="-77" dirty="0" smtClean="0">
                <a:solidFill>
                  <a:schemeClr val="bg1">
                    <a:lumMod val="95000"/>
                  </a:schemeClr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1 (</a:t>
            </a:r>
            <a:r>
              <a:rPr lang="ko-KR" altLang="en-US" sz="1200" b="1" spc="-77" dirty="0">
                <a:solidFill>
                  <a:schemeClr val="bg1">
                    <a:lumMod val="95000"/>
                  </a:schemeClr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네트워크 구축</a:t>
            </a:r>
            <a:r>
              <a:rPr lang="en-US" altLang="ko-KR" sz="1200" b="1" spc="-77" dirty="0">
                <a:solidFill>
                  <a:schemeClr val="bg1">
                    <a:lumMod val="95000"/>
                  </a:schemeClr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)</a:t>
            </a:r>
          </a:p>
          <a:p>
            <a:pPr marL="125734" indent="-125734">
              <a:lnSpc>
                <a:spcPct val="120000"/>
              </a:lnSpc>
              <a:spcBef>
                <a:spcPts val="191"/>
              </a:spcBef>
              <a:buFont typeface="Arial" panose="020B0604020202020204" pitchFamily="34" charset="0"/>
              <a:buChar char="•"/>
            </a:pPr>
            <a:r>
              <a:rPr lang="en-US" altLang="ko-KR" sz="1200" b="1" spc="-77" dirty="0" smtClean="0">
                <a:solidFill>
                  <a:schemeClr val="bg1">
                    <a:lumMod val="95000"/>
                  </a:schemeClr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`14</a:t>
            </a:r>
            <a:r>
              <a:rPr lang="ko-KR" altLang="en-US" sz="1200" b="1" spc="-77" dirty="0">
                <a:solidFill>
                  <a:schemeClr val="bg1">
                    <a:lumMod val="95000"/>
                  </a:schemeClr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년 제</a:t>
            </a:r>
            <a:r>
              <a:rPr lang="en-US" altLang="ko-KR" sz="1200" b="1" spc="-77" dirty="0">
                <a:solidFill>
                  <a:schemeClr val="bg1">
                    <a:lumMod val="95000"/>
                  </a:schemeClr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1</a:t>
            </a:r>
            <a:r>
              <a:rPr lang="ko-KR" altLang="en-US" sz="1200" b="1" spc="-77" dirty="0">
                <a:solidFill>
                  <a:schemeClr val="bg1">
                    <a:lumMod val="95000"/>
                  </a:schemeClr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차 </a:t>
            </a:r>
            <a:r>
              <a:rPr lang="en-US" altLang="ko-KR" sz="1200" b="1" spc="-77" dirty="0">
                <a:solidFill>
                  <a:schemeClr val="bg1">
                    <a:lumMod val="95000"/>
                  </a:schemeClr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HW</a:t>
            </a:r>
            <a:r>
              <a:rPr lang="ko-KR" altLang="en-US" sz="1200" b="1" spc="-77" dirty="0">
                <a:solidFill>
                  <a:schemeClr val="bg1">
                    <a:lumMod val="95000"/>
                  </a:schemeClr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통합구축사업 </a:t>
            </a:r>
            <a:r>
              <a:rPr lang="ko-KR" altLang="en-US" sz="1200" b="1" spc="-77" dirty="0" smtClean="0">
                <a:solidFill>
                  <a:schemeClr val="bg1">
                    <a:lumMod val="95000"/>
                  </a:schemeClr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인프라 </a:t>
            </a:r>
            <a:r>
              <a:rPr lang="en-US" altLang="ko-KR" sz="1200" b="1" spc="-77" dirty="0" smtClean="0">
                <a:solidFill>
                  <a:schemeClr val="bg1">
                    <a:lumMod val="95000"/>
                  </a:schemeClr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(</a:t>
            </a:r>
            <a:r>
              <a:rPr lang="ko-KR" altLang="en-US" sz="1200" b="1" spc="-77" dirty="0">
                <a:solidFill>
                  <a:schemeClr val="bg1">
                    <a:lumMod val="95000"/>
                  </a:schemeClr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네트워크</a:t>
            </a:r>
            <a:r>
              <a:rPr lang="en-US" altLang="ko-KR" sz="1200" b="1" spc="-77" dirty="0">
                <a:solidFill>
                  <a:schemeClr val="bg1">
                    <a:lumMod val="95000"/>
                  </a:schemeClr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, </a:t>
            </a:r>
            <a:r>
              <a:rPr lang="ko-KR" altLang="en-US" sz="1200" b="1" spc="-77" dirty="0">
                <a:solidFill>
                  <a:schemeClr val="bg1">
                    <a:lumMod val="95000"/>
                  </a:schemeClr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보안 구축</a:t>
            </a:r>
            <a:r>
              <a:rPr lang="en-US" altLang="ko-KR" sz="1200" b="1" spc="-77" dirty="0">
                <a:solidFill>
                  <a:schemeClr val="bg1">
                    <a:lumMod val="95000"/>
                  </a:schemeClr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)</a:t>
            </a:r>
          </a:p>
          <a:p>
            <a:pPr marL="125734" indent="-125734">
              <a:lnSpc>
                <a:spcPct val="120000"/>
              </a:lnSpc>
              <a:spcBef>
                <a:spcPts val="191"/>
              </a:spcBef>
              <a:buFont typeface="Arial" panose="020B0604020202020204" pitchFamily="34" charset="0"/>
              <a:buChar char="•"/>
            </a:pPr>
            <a:r>
              <a:rPr lang="en-US" altLang="ko-KR" sz="1200" b="1" spc="-77" dirty="0" smtClean="0">
                <a:solidFill>
                  <a:schemeClr val="bg1">
                    <a:lumMod val="95000"/>
                  </a:schemeClr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`14</a:t>
            </a:r>
            <a:r>
              <a:rPr lang="ko-KR" altLang="en-US" sz="1200" b="1" spc="-77" dirty="0">
                <a:solidFill>
                  <a:schemeClr val="bg1">
                    <a:lumMod val="95000"/>
                  </a:schemeClr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년 제</a:t>
            </a:r>
            <a:r>
              <a:rPr lang="en-US" altLang="ko-KR" sz="1200" b="1" spc="-77" dirty="0">
                <a:solidFill>
                  <a:schemeClr val="bg1">
                    <a:lumMod val="95000"/>
                  </a:schemeClr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1</a:t>
            </a:r>
            <a:r>
              <a:rPr lang="ko-KR" altLang="en-US" sz="1200" b="1" spc="-77" dirty="0">
                <a:solidFill>
                  <a:schemeClr val="bg1">
                    <a:lumMod val="95000"/>
                  </a:schemeClr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차 </a:t>
            </a:r>
            <a:r>
              <a:rPr lang="ko-KR" altLang="en-US" sz="1200" b="1" spc="-77" dirty="0" smtClean="0">
                <a:solidFill>
                  <a:schemeClr val="bg1">
                    <a:lumMod val="95000"/>
                  </a:schemeClr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정보자원통합구축사업 </a:t>
            </a:r>
            <a:r>
              <a:rPr lang="en-US" altLang="ko-KR" sz="1200" b="1" spc="-77" dirty="0" smtClean="0">
                <a:solidFill>
                  <a:schemeClr val="bg1">
                    <a:lumMod val="95000"/>
                  </a:schemeClr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(</a:t>
            </a:r>
            <a:r>
              <a:rPr lang="en-US" altLang="ko-KR" sz="1200" b="1" spc="-77" dirty="0">
                <a:solidFill>
                  <a:schemeClr val="bg1">
                    <a:lumMod val="95000"/>
                  </a:schemeClr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HW2)</a:t>
            </a:r>
          </a:p>
          <a:p>
            <a:pPr marL="125734" indent="-125734">
              <a:lnSpc>
                <a:spcPct val="120000"/>
              </a:lnSpc>
              <a:spcBef>
                <a:spcPts val="191"/>
              </a:spcBef>
              <a:buFont typeface="Arial" panose="020B0604020202020204" pitchFamily="34" charset="0"/>
              <a:buChar char="•"/>
            </a:pPr>
            <a:r>
              <a:rPr lang="en-US" altLang="ko-KR" sz="1200" b="1" spc="-77" dirty="0" smtClean="0">
                <a:solidFill>
                  <a:schemeClr val="bg1">
                    <a:lumMod val="95000"/>
                  </a:schemeClr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`13</a:t>
            </a:r>
            <a:r>
              <a:rPr lang="ko-KR" altLang="en-US" sz="1200" b="1" spc="-77" dirty="0">
                <a:solidFill>
                  <a:schemeClr val="bg1">
                    <a:lumMod val="95000"/>
                  </a:schemeClr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년 클라우드 자원 풀 </a:t>
            </a:r>
            <a:r>
              <a:rPr lang="ko-KR" altLang="en-US" sz="1200" b="1" spc="-77" dirty="0" smtClean="0">
                <a:solidFill>
                  <a:schemeClr val="bg1">
                    <a:lumMod val="95000"/>
                  </a:schemeClr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구축 </a:t>
            </a:r>
            <a:r>
              <a:rPr lang="en-US" altLang="ko-KR" sz="1200" b="1" spc="-77" dirty="0" smtClean="0">
                <a:solidFill>
                  <a:schemeClr val="bg1">
                    <a:lumMod val="95000"/>
                  </a:schemeClr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(</a:t>
            </a:r>
            <a:r>
              <a:rPr lang="ko-KR" altLang="en-US" sz="1200" b="1" spc="-77" dirty="0">
                <a:solidFill>
                  <a:schemeClr val="bg1">
                    <a:lumMod val="95000"/>
                  </a:schemeClr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네트워크 구축 분야</a:t>
            </a:r>
            <a:r>
              <a:rPr lang="en-US" altLang="ko-KR" sz="1200" b="1" spc="-77" dirty="0">
                <a:solidFill>
                  <a:schemeClr val="bg1">
                    <a:lumMod val="95000"/>
                  </a:schemeClr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)</a:t>
            </a:r>
          </a:p>
          <a:p>
            <a:pPr marL="125734" indent="-125734">
              <a:lnSpc>
                <a:spcPct val="120000"/>
              </a:lnSpc>
              <a:spcBef>
                <a:spcPts val="191"/>
              </a:spcBef>
              <a:buFont typeface="Arial" panose="020B0604020202020204" pitchFamily="34" charset="0"/>
              <a:buChar char="•"/>
            </a:pPr>
            <a:r>
              <a:rPr lang="en-US" altLang="ko-KR" sz="1200" b="1" spc="-77" dirty="0" smtClean="0">
                <a:solidFill>
                  <a:schemeClr val="bg1">
                    <a:lumMod val="95000"/>
                  </a:schemeClr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`13</a:t>
            </a:r>
            <a:r>
              <a:rPr lang="ko-KR" altLang="en-US" sz="1200" b="1" spc="-77" dirty="0">
                <a:solidFill>
                  <a:schemeClr val="bg1">
                    <a:lumMod val="95000"/>
                  </a:schemeClr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년 제</a:t>
            </a:r>
            <a:r>
              <a:rPr lang="en-US" altLang="ko-KR" sz="1200" b="1" spc="-77" dirty="0">
                <a:solidFill>
                  <a:schemeClr val="bg1">
                    <a:lumMod val="95000"/>
                  </a:schemeClr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1</a:t>
            </a:r>
            <a:r>
              <a:rPr lang="ko-KR" altLang="en-US" sz="1200" b="1" spc="-77" dirty="0">
                <a:solidFill>
                  <a:schemeClr val="bg1">
                    <a:lumMod val="95000"/>
                  </a:schemeClr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차 </a:t>
            </a:r>
            <a:r>
              <a:rPr lang="en-US" altLang="ko-KR" sz="1200" b="1" spc="-77" dirty="0">
                <a:solidFill>
                  <a:schemeClr val="bg1">
                    <a:lumMod val="95000"/>
                  </a:schemeClr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SW</a:t>
            </a:r>
            <a:r>
              <a:rPr lang="ko-KR" altLang="en-US" sz="1200" b="1" spc="-77" dirty="0">
                <a:solidFill>
                  <a:schemeClr val="bg1">
                    <a:lumMod val="95000"/>
                  </a:schemeClr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자원 통합구축사업 통합</a:t>
            </a:r>
            <a:r>
              <a:rPr lang="en-US" altLang="ko-KR" sz="1200" b="1" spc="-77" dirty="0" smtClean="0">
                <a:solidFill>
                  <a:schemeClr val="bg1">
                    <a:lumMod val="95000"/>
                  </a:schemeClr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1 (</a:t>
            </a:r>
            <a:r>
              <a:rPr lang="ko-KR" altLang="en-US" sz="1200" b="1" spc="-77" dirty="0">
                <a:solidFill>
                  <a:schemeClr val="bg1">
                    <a:lumMod val="95000"/>
                  </a:schemeClr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네트워크 구축 분야</a:t>
            </a:r>
            <a:r>
              <a:rPr lang="en-US" altLang="ko-KR" sz="1200" b="1" spc="-77" dirty="0">
                <a:solidFill>
                  <a:schemeClr val="bg1">
                    <a:lumMod val="95000"/>
                  </a:schemeClr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)</a:t>
            </a:r>
          </a:p>
        </p:txBody>
      </p:sp>
      <p:sp>
        <p:nvSpPr>
          <p:cNvPr id="55" name="직사각형 54"/>
          <p:cNvSpPr/>
          <p:nvPr/>
        </p:nvSpPr>
        <p:spPr>
          <a:xfrm>
            <a:off x="4896298" y="3141707"/>
            <a:ext cx="2876102" cy="133456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7517" tIns="47648" rIns="37517" bIns="47648" rtlCol="0" anchor="t"/>
          <a:lstStyle/>
          <a:p>
            <a:pPr marL="125734" indent="-125734">
              <a:lnSpc>
                <a:spcPct val="120000"/>
              </a:lnSpc>
              <a:spcBef>
                <a:spcPts val="191"/>
              </a:spcBef>
              <a:buFont typeface="Arial" panose="020B0604020202020204" pitchFamily="34" charset="0"/>
              <a:buChar char="•"/>
            </a:pPr>
            <a:r>
              <a:rPr lang="en-US" altLang="ko-KR" sz="1200" b="1" spc="-77" dirty="0" smtClean="0">
                <a:solidFill>
                  <a:schemeClr val="bg1">
                    <a:lumMod val="95000"/>
                  </a:schemeClr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`1</a:t>
            </a:r>
            <a:r>
              <a:rPr lang="en-US" altLang="ko-KR" sz="1200" b="1" dirty="0" smtClean="0">
                <a:solidFill>
                  <a:schemeClr val="bg1">
                    <a:lumMod val="95000"/>
                  </a:schemeClr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3</a:t>
            </a:r>
            <a:r>
              <a:rPr lang="ko-KR" altLang="en-US" sz="1200" b="1" dirty="0" smtClean="0">
                <a:solidFill>
                  <a:schemeClr val="bg1">
                    <a:lumMod val="95000"/>
                  </a:schemeClr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년</a:t>
            </a:r>
            <a:r>
              <a:rPr lang="en-US" altLang="ko-KR" sz="1200" b="1" dirty="0" smtClean="0">
                <a:solidFill>
                  <a:schemeClr val="bg1">
                    <a:lumMod val="95000"/>
                  </a:schemeClr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~</a:t>
            </a:r>
            <a:r>
              <a:rPr lang="en-US" altLang="ko-KR" sz="1200" b="1" spc="-77" dirty="0" smtClean="0">
                <a:solidFill>
                  <a:schemeClr val="bg1">
                    <a:lumMod val="95000"/>
                  </a:schemeClr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`1</a:t>
            </a:r>
            <a:r>
              <a:rPr lang="en-US" altLang="ko-KR" sz="1200" b="1" dirty="0" smtClean="0">
                <a:solidFill>
                  <a:schemeClr val="bg1">
                    <a:lumMod val="95000"/>
                  </a:schemeClr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4</a:t>
            </a:r>
            <a:r>
              <a:rPr lang="ko-KR" altLang="en-US" sz="1200" b="1" dirty="0">
                <a:solidFill>
                  <a:schemeClr val="bg1">
                    <a:lumMod val="95000"/>
                  </a:schemeClr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년 </a:t>
            </a:r>
            <a:r>
              <a:rPr lang="ko-KR" altLang="en-US" sz="1200" b="1" spc="-60" dirty="0">
                <a:solidFill>
                  <a:schemeClr val="bg1">
                    <a:lumMod val="95000"/>
                  </a:schemeClr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통합전산센터 네트워크 </a:t>
            </a:r>
            <a:r>
              <a:rPr lang="en-US" altLang="ko-KR" sz="1200" b="1" spc="-60" dirty="0">
                <a:solidFill>
                  <a:schemeClr val="bg1">
                    <a:lumMod val="95000"/>
                  </a:schemeClr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IOT </a:t>
            </a:r>
            <a:r>
              <a:rPr lang="ko-KR" altLang="en-US" sz="1200" b="1" spc="-60" dirty="0">
                <a:solidFill>
                  <a:schemeClr val="bg1">
                    <a:lumMod val="95000"/>
                  </a:schemeClr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사업</a:t>
            </a:r>
            <a:r>
              <a:rPr lang="en-US" altLang="ko-KR" sz="1200" b="1" dirty="0">
                <a:solidFill>
                  <a:schemeClr val="bg1">
                    <a:lumMod val="95000"/>
                  </a:schemeClr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/>
            </a:r>
            <a:br>
              <a:rPr lang="en-US" altLang="ko-KR" sz="1200" b="1" dirty="0">
                <a:solidFill>
                  <a:schemeClr val="bg1">
                    <a:lumMod val="95000"/>
                  </a:schemeClr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</a:br>
            <a:r>
              <a:rPr lang="en-US" altLang="ko-KR" sz="1200" b="1" dirty="0" smtClean="0">
                <a:solidFill>
                  <a:schemeClr val="bg1">
                    <a:lumMod val="95000"/>
                  </a:schemeClr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                    (</a:t>
            </a:r>
            <a:r>
              <a:rPr lang="ko-KR" altLang="en-US" sz="1200" b="1" dirty="0">
                <a:solidFill>
                  <a:schemeClr val="bg1">
                    <a:lumMod val="95000"/>
                  </a:schemeClr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네트워크 시험</a:t>
            </a:r>
            <a:r>
              <a:rPr lang="en-US" altLang="ko-KR" sz="1200" b="1" dirty="0">
                <a:solidFill>
                  <a:schemeClr val="bg1">
                    <a:lumMod val="95000"/>
                  </a:schemeClr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, </a:t>
            </a:r>
            <a:r>
              <a:rPr lang="ko-KR" altLang="en-US" sz="1200" b="1" dirty="0">
                <a:solidFill>
                  <a:schemeClr val="bg1">
                    <a:lumMod val="95000"/>
                  </a:schemeClr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검증</a:t>
            </a:r>
            <a:r>
              <a:rPr lang="en-US" altLang="ko-KR" sz="1200" b="1" dirty="0">
                <a:solidFill>
                  <a:schemeClr val="bg1">
                    <a:lumMod val="95000"/>
                  </a:schemeClr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)</a:t>
            </a:r>
          </a:p>
          <a:p>
            <a:pPr marL="125734" indent="-125734">
              <a:lnSpc>
                <a:spcPct val="120000"/>
              </a:lnSpc>
              <a:spcBef>
                <a:spcPts val="191"/>
              </a:spcBef>
              <a:buFont typeface="Arial" panose="020B0604020202020204" pitchFamily="34" charset="0"/>
              <a:buChar char="•"/>
            </a:pPr>
            <a:r>
              <a:rPr lang="en-US" altLang="ko-KR" sz="1200" b="1" spc="-77" dirty="0" smtClean="0">
                <a:solidFill>
                  <a:schemeClr val="bg1">
                    <a:lumMod val="95000"/>
                  </a:schemeClr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`</a:t>
            </a:r>
            <a:r>
              <a:rPr lang="en-US" altLang="ko-KR" sz="1200" b="1" dirty="0" smtClean="0">
                <a:solidFill>
                  <a:schemeClr val="bg1">
                    <a:lumMod val="95000"/>
                  </a:schemeClr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13</a:t>
            </a:r>
            <a:r>
              <a:rPr lang="ko-KR" altLang="en-US" sz="1200" b="1" dirty="0" smtClean="0">
                <a:solidFill>
                  <a:schemeClr val="bg1">
                    <a:lumMod val="95000"/>
                  </a:schemeClr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년</a:t>
            </a:r>
            <a:r>
              <a:rPr lang="en-US" altLang="ko-KR" sz="1200" b="1" dirty="0" smtClean="0">
                <a:solidFill>
                  <a:schemeClr val="bg1">
                    <a:lumMod val="95000"/>
                  </a:schemeClr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~</a:t>
            </a:r>
            <a:r>
              <a:rPr lang="en-US" altLang="ko-KR" sz="1200" b="1" spc="-77" dirty="0" smtClean="0">
                <a:solidFill>
                  <a:schemeClr val="bg1">
                    <a:lumMod val="95000"/>
                  </a:schemeClr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`</a:t>
            </a:r>
            <a:r>
              <a:rPr lang="en-US" altLang="ko-KR" sz="1200" b="1" dirty="0" smtClean="0">
                <a:solidFill>
                  <a:schemeClr val="bg1">
                    <a:lumMod val="95000"/>
                  </a:schemeClr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15</a:t>
            </a:r>
            <a:r>
              <a:rPr lang="ko-KR" altLang="en-US" sz="1200" b="1" dirty="0">
                <a:solidFill>
                  <a:schemeClr val="bg1">
                    <a:lumMod val="95000"/>
                  </a:schemeClr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년 통합보안관제 운영지원 사업</a:t>
            </a:r>
            <a:endParaRPr lang="en-US" altLang="ko-KR" sz="1200" b="1" dirty="0">
              <a:solidFill>
                <a:schemeClr val="bg1">
                  <a:lumMod val="95000"/>
                </a:schemeClr>
              </a:solidFill>
              <a:latin typeface="Rix고딕 L" panose="02020603020101020101" pitchFamily="18" charset="-127"/>
              <a:ea typeface="Rix고딕 L" panose="02020603020101020101" pitchFamily="18" charset="-127"/>
            </a:endParaRPr>
          </a:p>
          <a:p>
            <a:pPr marL="125734" indent="-125734">
              <a:lnSpc>
                <a:spcPct val="120000"/>
              </a:lnSpc>
              <a:spcBef>
                <a:spcPts val="191"/>
              </a:spcBef>
              <a:buFont typeface="Arial" panose="020B0604020202020204" pitchFamily="34" charset="0"/>
              <a:buChar char="•"/>
            </a:pPr>
            <a:r>
              <a:rPr lang="en-US" altLang="ko-KR" sz="1200" b="1" spc="-77" dirty="0" smtClean="0">
                <a:solidFill>
                  <a:schemeClr val="bg1">
                    <a:lumMod val="95000"/>
                  </a:schemeClr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`</a:t>
            </a:r>
            <a:r>
              <a:rPr lang="en-US" altLang="ko-KR" sz="1200" b="1" dirty="0" smtClean="0">
                <a:solidFill>
                  <a:schemeClr val="bg1">
                    <a:lumMod val="95000"/>
                  </a:schemeClr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13</a:t>
            </a:r>
            <a:r>
              <a:rPr lang="ko-KR" altLang="en-US" sz="1200" b="1" dirty="0">
                <a:solidFill>
                  <a:schemeClr val="bg1">
                    <a:lumMod val="95000"/>
                  </a:schemeClr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년</a:t>
            </a:r>
            <a:r>
              <a:rPr lang="en-US" altLang="ko-KR" sz="1200" b="1" dirty="0" smtClean="0">
                <a:solidFill>
                  <a:schemeClr val="bg1">
                    <a:lumMod val="95000"/>
                  </a:schemeClr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~</a:t>
            </a:r>
            <a:r>
              <a:rPr lang="en-US" altLang="ko-KR" sz="1200" b="1" spc="-77" dirty="0" smtClean="0">
                <a:solidFill>
                  <a:schemeClr val="bg1">
                    <a:lumMod val="95000"/>
                  </a:schemeClr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`</a:t>
            </a:r>
            <a:r>
              <a:rPr lang="en-US" altLang="ko-KR" sz="1200" b="1" dirty="0" smtClean="0">
                <a:solidFill>
                  <a:schemeClr val="bg1">
                    <a:lumMod val="95000"/>
                  </a:schemeClr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14</a:t>
            </a:r>
            <a:r>
              <a:rPr lang="ko-KR" altLang="en-US" sz="1200" b="1" dirty="0">
                <a:solidFill>
                  <a:schemeClr val="bg1">
                    <a:lumMod val="95000"/>
                  </a:schemeClr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년 국무조정실 정보시스템 </a:t>
            </a:r>
            <a:r>
              <a:rPr lang="en-US" altLang="ko-KR" sz="1200" b="1" dirty="0" smtClean="0">
                <a:solidFill>
                  <a:schemeClr val="bg1">
                    <a:lumMod val="95000"/>
                  </a:schemeClr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/>
            </a:r>
            <a:br>
              <a:rPr lang="en-US" altLang="ko-KR" sz="1200" b="1" dirty="0" smtClean="0">
                <a:solidFill>
                  <a:schemeClr val="bg1">
                    <a:lumMod val="95000"/>
                  </a:schemeClr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</a:br>
            <a:r>
              <a:rPr lang="en-US" altLang="ko-KR" sz="1200" b="1" dirty="0" smtClean="0">
                <a:solidFill>
                  <a:schemeClr val="bg1">
                    <a:lumMod val="95000"/>
                  </a:schemeClr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                    </a:t>
            </a:r>
            <a:r>
              <a:rPr lang="ko-KR" altLang="en-US" sz="1200" b="1" dirty="0" smtClean="0">
                <a:solidFill>
                  <a:schemeClr val="bg1">
                    <a:lumMod val="95000"/>
                  </a:schemeClr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외부위탁사업 </a:t>
            </a:r>
            <a:r>
              <a:rPr lang="en-US" altLang="ko-KR" sz="1200" b="1" dirty="0" smtClean="0">
                <a:solidFill>
                  <a:schemeClr val="bg1">
                    <a:lumMod val="95000"/>
                  </a:schemeClr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(</a:t>
            </a:r>
            <a:r>
              <a:rPr lang="ko-KR" altLang="en-US" sz="1200" b="1" dirty="0">
                <a:solidFill>
                  <a:schemeClr val="bg1">
                    <a:lumMod val="95000"/>
                  </a:schemeClr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네트워크 분야</a:t>
            </a:r>
            <a:r>
              <a:rPr lang="en-US" altLang="ko-KR" sz="1200" b="1" dirty="0">
                <a:solidFill>
                  <a:schemeClr val="bg1">
                    <a:lumMod val="95000"/>
                  </a:schemeClr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)</a:t>
            </a:r>
          </a:p>
          <a:p>
            <a:pPr marL="125734" indent="-125734">
              <a:spcBef>
                <a:spcPts val="191"/>
              </a:spcBef>
              <a:buFont typeface="Arial" panose="020B0604020202020204" pitchFamily="34" charset="0"/>
              <a:buChar char="•"/>
            </a:pPr>
            <a:r>
              <a:rPr lang="en-US" altLang="ko-KR" sz="1200" b="1" spc="-77" dirty="0" smtClean="0">
                <a:solidFill>
                  <a:schemeClr val="bg1">
                    <a:lumMod val="95000"/>
                  </a:schemeClr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`</a:t>
            </a:r>
            <a:r>
              <a:rPr lang="en-US" altLang="ko-KR" sz="1200" b="1" dirty="0" smtClean="0">
                <a:solidFill>
                  <a:schemeClr val="bg1">
                    <a:lumMod val="95000"/>
                  </a:schemeClr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13</a:t>
            </a:r>
            <a:r>
              <a:rPr lang="ko-KR" altLang="en-US" sz="1200" b="1" dirty="0">
                <a:solidFill>
                  <a:schemeClr val="bg1">
                    <a:lumMod val="95000"/>
                  </a:schemeClr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년</a:t>
            </a:r>
            <a:r>
              <a:rPr lang="en-US" altLang="ko-KR" sz="1200" b="1" dirty="0" smtClean="0">
                <a:solidFill>
                  <a:schemeClr val="bg1">
                    <a:lumMod val="95000"/>
                  </a:schemeClr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~</a:t>
            </a:r>
            <a:r>
              <a:rPr lang="en-US" altLang="ko-KR" sz="1200" b="1" spc="-77" dirty="0" smtClean="0">
                <a:solidFill>
                  <a:schemeClr val="bg1">
                    <a:lumMod val="95000"/>
                  </a:schemeClr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`</a:t>
            </a:r>
            <a:r>
              <a:rPr lang="en-US" altLang="ko-KR" sz="1200" b="1" dirty="0" smtClean="0">
                <a:solidFill>
                  <a:schemeClr val="bg1">
                    <a:lumMod val="95000"/>
                  </a:schemeClr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14</a:t>
            </a:r>
            <a:r>
              <a:rPr lang="ko-KR" altLang="en-US" sz="1200" b="1" dirty="0">
                <a:solidFill>
                  <a:schemeClr val="bg1">
                    <a:lumMod val="95000"/>
                  </a:schemeClr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년 보안통신인프라 유지관리사업</a:t>
            </a:r>
          </a:p>
          <a:p>
            <a:pPr marL="125734" indent="-125734">
              <a:spcBef>
                <a:spcPts val="191"/>
              </a:spcBef>
              <a:buFont typeface="Arial" panose="020B0604020202020204" pitchFamily="34" charset="0"/>
              <a:buChar char="•"/>
            </a:pPr>
            <a:r>
              <a:rPr lang="en-US" altLang="ko-KR" sz="1200" b="1" spc="-77" dirty="0" smtClean="0">
                <a:solidFill>
                  <a:schemeClr val="bg1">
                    <a:lumMod val="95000"/>
                  </a:schemeClr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`</a:t>
            </a:r>
            <a:r>
              <a:rPr lang="en-US" altLang="ko-KR" sz="1200" b="1" dirty="0" smtClean="0">
                <a:solidFill>
                  <a:schemeClr val="bg1">
                    <a:lumMod val="95000"/>
                  </a:schemeClr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14</a:t>
            </a:r>
            <a:r>
              <a:rPr lang="ko-KR" altLang="en-US" sz="1200" b="1" dirty="0" smtClean="0">
                <a:solidFill>
                  <a:schemeClr val="bg1">
                    <a:lumMod val="95000"/>
                  </a:schemeClr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년</a:t>
            </a:r>
            <a:r>
              <a:rPr lang="en-US" altLang="ko-KR" sz="1200" b="1" dirty="0" smtClean="0">
                <a:solidFill>
                  <a:schemeClr val="bg1">
                    <a:lumMod val="95000"/>
                  </a:schemeClr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~</a:t>
            </a:r>
            <a:r>
              <a:rPr lang="en-US" altLang="ko-KR" sz="1200" b="1" spc="-77" dirty="0" smtClean="0">
                <a:solidFill>
                  <a:schemeClr val="bg1">
                    <a:lumMod val="95000"/>
                  </a:schemeClr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`</a:t>
            </a:r>
            <a:r>
              <a:rPr lang="en-US" altLang="ko-KR" sz="1200" b="1" dirty="0" smtClean="0">
                <a:solidFill>
                  <a:schemeClr val="bg1">
                    <a:lumMod val="95000"/>
                  </a:schemeClr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15</a:t>
            </a:r>
            <a:r>
              <a:rPr lang="ko-KR" altLang="en-US" sz="1200" b="1" dirty="0">
                <a:solidFill>
                  <a:schemeClr val="bg1">
                    <a:lumMod val="95000"/>
                  </a:schemeClr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년 조달청 전산장비 유지관리 및 </a:t>
            </a:r>
            <a:r>
              <a:rPr lang="ko-KR" altLang="en-US" sz="1200" b="1" dirty="0" smtClean="0">
                <a:solidFill>
                  <a:schemeClr val="bg1">
                    <a:lumMod val="95000"/>
                  </a:schemeClr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                </a:t>
            </a:r>
            <a:r>
              <a:rPr lang="en-US" altLang="ko-KR" sz="1200" b="1" dirty="0" smtClean="0">
                <a:solidFill>
                  <a:schemeClr val="bg1">
                    <a:lumMod val="95000"/>
                  </a:schemeClr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/>
            </a:r>
            <a:br>
              <a:rPr lang="en-US" altLang="ko-KR" sz="1200" b="1" dirty="0" smtClean="0">
                <a:solidFill>
                  <a:schemeClr val="bg1">
                    <a:lumMod val="95000"/>
                  </a:schemeClr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</a:br>
            <a:r>
              <a:rPr lang="en-US" altLang="ko-KR" sz="1200" b="1" dirty="0" smtClean="0">
                <a:solidFill>
                  <a:schemeClr val="bg1">
                    <a:lumMod val="95000"/>
                  </a:schemeClr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                   </a:t>
            </a:r>
            <a:r>
              <a:rPr lang="ko-KR" altLang="en-US" sz="1200" b="1" dirty="0" smtClean="0">
                <a:solidFill>
                  <a:schemeClr val="bg1">
                    <a:lumMod val="95000"/>
                  </a:schemeClr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 운영지원 사업 </a:t>
            </a:r>
            <a:r>
              <a:rPr lang="en-US" altLang="ko-KR" sz="1200" b="1" dirty="0" smtClean="0">
                <a:solidFill>
                  <a:schemeClr val="bg1">
                    <a:lumMod val="95000"/>
                  </a:schemeClr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(</a:t>
            </a:r>
            <a:r>
              <a:rPr lang="ko-KR" altLang="en-US" sz="1200" b="1" dirty="0">
                <a:solidFill>
                  <a:schemeClr val="bg1">
                    <a:lumMod val="95000"/>
                  </a:schemeClr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네트워크 분야</a:t>
            </a:r>
            <a:r>
              <a:rPr lang="en-US" altLang="ko-KR" sz="1200" b="1" dirty="0">
                <a:solidFill>
                  <a:schemeClr val="bg1">
                    <a:lumMod val="95000"/>
                  </a:schemeClr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)</a:t>
            </a:r>
          </a:p>
          <a:p>
            <a:pPr marL="125734" indent="-125734">
              <a:spcBef>
                <a:spcPts val="191"/>
              </a:spcBef>
              <a:buFont typeface="Arial" panose="020B0604020202020204" pitchFamily="34" charset="0"/>
              <a:buChar char="•"/>
            </a:pPr>
            <a:r>
              <a:rPr lang="en-US" altLang="ko-KR" sz="1200" b="1" spc="-77" dirty="0" smtClean="0">
                <a:solidFill>
                  <a:schemeClr val="bg1">
                    <a:lumMod val="95000"/>
                  </a:schemeClr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`</a:t>
            </a:r>
            <a:r>
              <a:rPr lang="en-US" altLang="ko-KR" sz="1200" b="1" dirty="0" smtClean="0">
                <a:solidFill>
                  <a:schemeClr val="bg1">
                    <a:lumMod val="95000"/>
                  </a:schemeClr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14</a:t>
            </a:r>
            <a:r>
              <a:rPr lang="ko-KR" altLang="en-US" sz="1200" b="1" dirty="0" smtClean="0">
                <a:solidFill>
                  <a:schemeClr val="bg1">
                    <a:lumMod val="95000"/>
                  </a:schemeClr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년</a:t>
            </a:r>
            <a:r>
              <a:rPr lang="en-US" altLang="ko-KR" sz="1200" b="1" dirty="0" smtClean="0">
                <a:solidFill>
                  <a:schemeClr val="bg1">
                    <a:lumMod val="95000"/>
                  </a:schemeClr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~</a:t>
            </a:r>
            <a:r>
              <a:rPr lang="en-US" altLang="ko-KR" sz="1200" b="1" spc="-77" dirty="0" smtClean="0">
                <a:solidFill>
                  <a:schemeClr val="bg1">
                    <a:lumMod val="95000"/>
                  </a:schemeClr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`</a:t>
            </a:r>
            <a:r>
              <a:rPr lang="en-US" altLang="ko-KR" sz="1200" b="1" dirty="0" smtClean="0">
                <a:solidFill>
                  <a:schemeClr val="bg1">
                    <a:lumMod val="95000"/>
                  </a:schemeClr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15</a:t>
            </a:r>
            <a:r>
              <a:rPr lang="ko-KR" altLang="en-US" sz="1200" b="1" dirty="0">
                <a:solidFill>
                  <a:schemeClr val="bg1">
                    <a:lumMod val="95000"/>
                  </a:schemeClr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년 </a:t>
            </a:r>
            <a:r>
              <a:rPr lang="ko-KR" altLang="en-US" sz="1200" b="1" spc="-30" dirty="0">
                <a:solidFill>
                  <a:schemeClr val="bg1">
                    <a:lumMod val="95000"/>
                  </a:schemeClr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정보시스템 </a:t>
            </a:r>
            <a:r>
              <a:rPr lang="en-US" altLang="ko-KR" sz="1200" b="1" spc="-30" dirty="0">
                <a:solidFill>
                  <a:schemeClr val="bg1">
                    <a:lumMod val="95000"/>
                  </a:schemeClr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2</a:t>
            </a:r>
            <a:r>
              <a:rPr lang="ko-KR" altLang="en-US" sz="1200" b="1" spc="-30" dirty="0">
                <a:solidFill>
                  <a:schemeClr val="bg1">
                    <a:lumMod val="95000"/>
                  </a:schemeClr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군 유지관리 </a:t>
            </a:r>
            <a:r>
              <a:rPr lang="ko-KR" altLang="en-US" sz="1200" b="1" spc="-30" dirty="0" smtClean="0">
                <a:solidFill>
                  <a:schemeClr val="bg1">
                    <a:lumMod val="95000"/>
                  </a:schemeClr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사업</a:t>
            </a:r>
            <a:r>
              <a:rPr lang="en-US" altLang="ko-KR" sz="1200" b="1" dirty="0" smtClean="0">
                <a:solidFill>
                  <a:schemeClr val="bg1">
                    <a:lumMod val="95000"/>
                  </a:schemeClr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/>
            </a:r>
            <a:br>
              <a:rPr lang="en-US" altLang="ko-KR" sz="1200" b="1" dirty="0" smtClean="0">
                <a:solidFill>
                  <a:schemeClr val="bg1">
                    <a:lumMod val="95000"/>
                  </a:schemeClr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</a:br>
            <a:r>
              <a:rPr lang="en-US" altLang="ko-KR" sz="1200" b="1" dirty="0" smtClean="0">
                <a:solidFill>
                  <a:schemeClr val="bg1">
                    <a:lumMod val="95000"/>
                  </a:schemeClr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                    (</a:t>
            </a:r>
            <a:r>
              <a:rPr lang="ko-KR" altLang="en-US" sz="1200" b="1" dirty="0" smtClean="0">
                <a:solidFill>
                  <a:schemeClr val="bg1">
                    <a:lumMod val="95000"/>
                  </a:schemeClr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네트워크 분야</a:t>
            </a:r>
            <a:r>
              <a:rPr lang="en-US" altLang="ko-KR" sz="1200" b="1" dirty="0" smtClean="0">
                <a:solidFill>
                  <a:schemeClr val="bg1">
                    <a:lumMod val="95000"/>
                  </a:schemeClr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)</a:t>
            </a:r>
            <a:endParaRPr lang="en-US" altLang="ko-KR" sz="1200" b="1" dirty="0">
              <a:solidFill>
                <a:schemeClr val="bg1">
                  <a:lumMod val="95000"/>
                </a:schemeClr>
              </a:solidFill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8106985" y="3152209"/>
            <a:ext cx="2169419" cy="98337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7517" tIns="47648" rIns="37517" bIns="47648" rtlCol="0" anchor="t"/>
          <a:lstStyle/>
          <a:p>
            <a:pPr marL="125734" indent="-125734">
              <a:lnSpc>
                <a:spcPct val="120000"/>
              </a:lnSpc>
              <a:spcBef>
                <a:spcPts val="191"/>
              </a:spcBef>
              <a:buFont typeface="Arial" panose="020B0604020202020204" pitchFamily="34" charset="0"/>
              <a:buChar char="•"/>
            </a:pPr>
            <a:r>
              <a:rPr lang="ko-KR" altLang="en-US" sz="1200" b="1" spc="-77" dirty="0">
                <a:solidFill>
                  <a:schemeClr val="bg1">
                    <a:lumMod val="95000"/>
                  </a:schemeClr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국방망 침입방지 위협관리체계 </a:t>
            </a:r>
            <a:r>
              <a:rPr lang="en-US" altLang="ko-KR" sz="1200" b="1" spc="-77" dirty="0">
                <a:solidFill>
                  <a:schemeClr val="bg1">
                    <a:lumMod val="95000"/>
                  </a:schemeClr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/>
            </a:r>
            <a:br>
              <a:rPr lang="en-US" altLang="ko-KR" sz="1200" b="1" spc="-77" dirty="0">
                <a:solidFill>
                  <a:schemeClr val="bg1">
                    <a:lumMod val="95000"/>
                  </a:schemeClr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</a:br>
            <a:r>
              <a:rPr lang="ko-KR" altLang="en-US" sz="1200" b="1" spc="-77" dirty="0" smtClean="0">
                <a:solidFill>
                  <a:schemeClr val="bg1">
                    <a:lumMod val="95000"/>
                  </a:schemeClr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교체사업 </a:t>
            </a:r>
            <a:r>
              <a:rPr lang="en-US" altLang="ko-KR" sz="1200" b="1" spc="-77" dirty="0" smtClean="0">
                <a:solidFill>
                  <a:schemeClr val="bg1">
                    <a:lumMod val="95000"/>
                  </a:schemeClr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(</a:t>
            </a:r>
            <a:r>
              <a:rPr lang="ko-KR" altLang="en-US" sz="1200" b="1" spc="-77" dirty="0">
                <a:solidFill>
                  <a:schemeClr val="bg1">
                    <a:lumMod val="95000"/>
                  </a:schemeClr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공군</a:t>
            </a:r>
            <a:r>
              <a:rPr lang="en-US" altLang="ko-KR" sz="1200" b="1" spc="-77" dirty="0">
                <a:solidFill>
                  <a:schemeClr val="bg1">
                    <a:lumMod val="95000"/>
                  </a:schemeClr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)</a:t>
            </a:r>
          </a:p>
          <a:p>
            <a:pPr marL="125734" indent="-125734">
              <a:lnSpc>
                <a:spcPct val="120000"/>
              </a:lnSpc>
              <a:spcBef>
                <a:spcPts val="191"/>
              </a:spcBef>
              <a:buFont typeface="Arial" panose="020B0604020202020204" pitchFamily="34" charset="0"/>
              <a:buChar char="•"/>
            </a:pPr>
            <a:r>
              <a:rPr lang="ko-KR" altLang="en-US" sz="1200" b="1" spc="-77" dirty="0">
                <a:solidFill>
                  <a:schemeClr val="bg1">
                    <a:lumMod val="95000"/>
                  </a:schemeClr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함정 원격정비지원체계 구축사업</a:t>
            </a:r>
            <a:r>
              <a:rPr lang="en-US" altLang="ko-KR" sz="1200" b="1" spc="-77" dirty="0">
                <a:solidFill>
                  <a:schemeClr val="bg1">
                    <a:lumMod val="95000"/>
                  </a:schemeClr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(</a:t>
            </a:r>
            <a:r>
              <a:rPr lang="ko-KR" altLang="en-US" sz="1200" b="1" spc="-77" dirty="0">
                <a:solidFill>
                  <a:schemeClr val="bg1">
                    <a:lumMod val="95000"/>
                  </a:schemeClr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해군</a:t>
            </a:r>
            <a:r>
              <a:rPr lang="en-US" altLang="ko-KR" sz="1200" b="1" spc="-77" dirty="0">
                <a:solidFill>
                  <a:schemeClr val="bg1">
                    <a:lumMod val="95000"/>
                  </a:schemeClr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)</a:t>
            </a:r>
          </a:p>
        </p:txBody>
      </p:sp>
      <p:grpSp>
        <p:nvGrpSpPr>
          <p:cNvPr id="58" name="그룹 57"/>
          <p:cNvGrpSpPr/>
          <p:nvPr/>
        </p:nvGrpSpPr>
        <p:grpSpPr>
          <a:xfrm>
            <a:off x="755302" y="6746978"/>
            <a:ext cx="9235673" cy="361158"/>
            <a:chOff x="964537" y="6629578"/>
            <a:chExt cx="8722204" cy="361158"/>
          </a:xfrm>
        </p:grpSpPr>
        <p:sp>
          <p:nvSpPr>
            <p:cNvPr id="59" name="제목 3"/>
            <p:cNvSpPr>
              <a:spLocks/>
            </p:cNvSpPr>
            <p:nvPr/>
          </p:nvSpPr>
          <p:spPr bwMode="auto">
            <a:xfrm>
              <a:off x="964537" y="6629578"/>
              <a:ext cx="2073595" cy="361158"/>
            </a:xfrm>
            <a:prstGeom prst="roundRect">
              <a:avLst>
                <a:gd name="adj" fmla="val 13135"/>
              </a:avLst>
            </a:prstGeom>
            <a:solidFill>
              <a:srgbClr val="C00000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81629" anchor="ctr"/>
            <a:lstStyle/>
            <a:p>
              <a:pPr algn="ctr">
                <a:defRPr/>
              </a:pPr>
              <a:r>
                <a:rPr kumimoji="1" lang="ko-KR" altLang="en-US" sz="1400" spc="-144" dirty="0">
                  <a:solidFill>
                    <a:schemeClr val="bg1"/>
                  </a:solidFill>
                  <a:latin typeface="Rix모던고딕 EB" panose="02020603020101020101" pitchFamily="18" charset="-127"/>
                  <a:ea typeface="Rix모던고딕 EB" panose="02020603020101020101" pitchFamily="18" charset="-127"/>
                </a:rPr>
                <a:t>네트워크 분야 최고의 기술력</a:t>
              </a:r>
            </a:p>
          </p:txBody>
        </p:sp>
        <p:sp>
          <p:nvSpPr>
            <p:cNvPr id="60" name="제목 3"/>
            <p:cNvSpPr>
              <a:spLocks/>
            </p:cNvSpPr>
            <p:nvPr/>
          </p:nvSpPr>
          <p:spPr bwMode="auto">
            <a:xfrm>
              <a:off x="3206549" y="6629578"/>
              <a:ext cx="2820534" cy="361158"/>
            </a:xfrm>
            <a:prstGeom prst="roundRect">
              <a:avLst>
                <a:gd name="adj" fmla="val 13135"/>
              </a:avLst>
            </a:prstGeom>
            <a:solidFill>
              <a:srgbClr val="C00000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81629" anchor="ctr"/>
            <a:lstStyle/>
            <a:p>
              <a:pPr algn="ctr">
                <a:defRPr/>
              </a:pPr>
              <a:r>
                <a:rPr kumimoji="1" lang="ko-KR" altLang="en-US" sz="1400" spc="-144" dirty="0">
                  <a:solidFill>
                    <a:schemeClr val="bg1"/>
                  </a:solidFill>
                  <a:latin typeface="Rix모던고딕 EB" panose="02020603020101020101" pitchFamily="18" charset="-127"/>
                  <a:ea typeface="Rix모던고딕 EB" panose="02020603020101020101" pitchFamily="18" charset="-127"/>
                </a:rPr>
                <a:t>다양한 구축ㆍ관제ㆍ유지보수 사업 경험</a:t>
              </a:r>
            </a:p>
          </p:txBody>
        </p:sp>
        <p:sp>
          <p:nvSpPr>
            <p:cNvPr id="61" name="제목 3"/>
            <p:cNvSpPr>
              <a:spLocks/>
            </p:cNvSpPr>
            <p:nvPr/>
          </p:nvSpPr>
          <p:spPr bwMode="auto">
            <a:xfrm>
              <a:off x="6195500" y="6629578"/>
              <a:ext cx="1819285" cy="361158"/>
            </a:xfrm>
            <a:prstGeom prst="roundRect">
              <a:avLst>
                <a:gd name="adj" fmla="val 13135"/>
              </a:avLst>
            </a:prstGeom>
            <a:solidFill>
              <a:srgbClr val="C00000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81629" anchor="ctr"/>
            <a:lstStyle/>
            <a:p>
              <a:pPr algn="ctr">
                <a:defRPr/>
              </a:pPr>
              <a:r>
                <a:rPr kumimoji="1" lang="en-US" altLang="ko-KR" sz="1400" spc="-144" dirty="0">
                  <a:solidFill>
                    <a:schemeClr val="bg1"/>
                  </a:solidFill>
                  <a:latin typeface="Rix모던고딕 EB" panose="02020603020101020101" pitchFamily="18" charset="-127"/>
                  <a:ea typeface="Rix모던고딕 EB" panose="02020603020101020101" pitchFamily="18" charset="-127"/>
                </a:rPr>
                <a:t>99.999%</a:t>
              </a:r>
              <a:r>
                <a:rPr kumimoji="1" lang="ko-KR" altLang="en-US" sz="1400" spc="-144" dirty="0">
                  <a:solidFill>
                    <a:schemeClr val="bg1"/>
                  </a:solidFill>
                  <a:latin typeface="Rix모던고딕 EB" panose="02020603020101020101" pitchFamily="18" charset="-127"/>
                  <a:ea typeface="Rix모던고딕 EB" panose="02020603020101020101" pitchFamily="18" charset="-127"/>
                </a:rPr>
                <a:t>의 구축 안정성</a:t>
              </a:r>
            </a:p>
          </p:txBody>
        </p:sp>
        <p:sp>
          <p:nvSpPr>
            <p:cNvPr id="77" name="제목 3"/>
            <p:cNvSpPr>
              <a:spLocks/>
            </p:cNvSpPr>
            <p:nvPr/>
          </p:nvSpPr>
          <p:spPr bwMode="auto">
            <a:xfrm>
              <a:off x="8183200" y="6629578"/>
              <a:ext cx="1503541" cy="361158"/>
            </a:xfrm>
            <a:prstGeom prst="roundRect">
              <a:avLst>
                <a:gd name="adj" fmla="val 13135"/>
              </a:avLst>
            </a:prstGeom>
            <a:solidFill>
              <a:srgbClr val="C00000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81629" anchor="ctr"/>
            <a:lstStyle/>
            <a:p>
              <a:pPr algn="ctr">
                <a:defRPr/>
              </a:pPr>
              <a:r>
                <a:rPr kumimoji="1" lang="ko-KR" altLang="en-US" sz="1400" spc="-144" dirty="0">
                  <a:solidFill>
                    <a:schemeClr val="bg1"/>
                  </a:solidFill>
                  <a:latin typeface="Rix모던고딕 EB" panose="02020603020101020101" pitchFamily="18" charset="-127"/>
                  <a:ea typeface="Rix모던고딕 EB" panose="02020603020101020101" pitchFamily="18" charset="-127"/>
                </a:rPr>
                <a:t>군 사업에  대한 이해</a:t>
              </a:r>
            </a:p>
          </p:txBody>
        </p:sp>
      </p:grpSp>
      <p:sp>
        <p:nvSpPr>
          <p:cNvPr id="63" name="TextBox 62"/>
          <p:cNvSpPr txBox="1"/>
          <p:nvPr/>
        </p:nvSpPr>
        <p:spPr>
          <a:xfrm>
            <a:off x="464827" y="458491"/>
            <a:ext cx="2132465" cy="988779"/>
          </a:xfrm>
          <a:prstGeom prst="rect">
            <a:avLst/>
          </a:prstGeom>
          <a:noFill/>
        </p:spPr>
        <p:txBody>
          <a:bodyPr wrap="none" lIns="95293" tIns="47648" rIns="95293" bIns="47648" rtlCol="0">
            <a:spAutoFit/>
          </a:bodyPr>
          <a:lstStyle/>
          <a:p>
            <a:pPr>
              <a:defRPr/>
            </a:pPr>
            <a:r>
              <a:rPr lang="ko-KR" altLang="en-US" sz="2900" spc="-259" dirty="0">
                <a:solidFill>
                  <a:srgbClr val="C00000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네트워크 구축 </a:t>
            </a:r>
            <a:endParaRPr lang="en-US" altLang="ko-KR" sz="2900" spc="-259" dirty="0">
              <a:solidFill>
                <a:srgbClr val="C00000"/>
              </a:solidFill>
              <a:latin typeface="Rix모던고딕 EB" panose="02020603020101020101" pitchFamily="18" charset="-127"/>
              <a:ea typeface="Rix모던고딕 EB" panose="02020603020101020101" pitchFamily="18" charset="-127"/>
            </a:endParaRPr>
          </a:p>
          <a:p>
            <a:pPr>
              <a:defRPr/>
            </a:pPr>
            <a:r>
              <a:rPr lang="ko-KR" altLang="en-US" sz="2900" spc="-259" dirty="0">
                <a:solidFill>
                  <a:srgbClr val="C00000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전문기업</a:t>
            </a:r>
          </a:p>
        </p:txBody>
      </p:sp>
      <p:grpSp>
        <p:nvGrpSpPr>
          <p:cNvPr id="12" name="그룹 11"/>
          <p:cNvGrpSpPr/>
          <p:nvPr/>
        </p:nvGrpSpPr>
        <p:grpSpPr>
          <a:xfrm>
            <a:off x="3203067" y="553318"/>
            <a:ext cx="5088229" cy="944996"/>
            <a:chOff x="3203067" y="522145"/>
            <a:chExt cx="5088229" cy="944996"/>
          </a:xfrm>
        </p:grpSpPr>
        <p:sp>
          <p:nvSpPr>
            <p:cNvPr id="64" name="제목 1"/>
            <p:cNvSpPr txBox="1">
              <a:spLocks/>
            </p:cNvSpPr>
            <p:nvPr/>
          </p:nvSpPr>
          <p:spPr>
            <a:xfrm>
              <a:off x="3367104" y="1148546"/>
              <a:ext cx="4924192" cy="318595"/>
            </a:xfrm>
            <a:prstGeom prst="rect">
              <a:avLst/>
            </a:prstGeom>
          </p:spPr>
          <p:txBody>
            <a:bodyPr vert="horz" wrap="square" lIns="95293" tIns="47648" rIns="95293" bIns="47648" rtlCol="0" anchor="ctr" anchorCtr="0">
              <a:spAutoFit/>
            </a:bodyPr>
            <a:lstStyle>
              <a:lvl1pPr algn="l" defTabSz="995685" rtl="0" eaLnBrk="1" latinLnBrk="1" hangingPunct="1">
                <a:lnSpc>
                  <a:spcPct val="85000"/>
                </a:lnSpc>
                <a:spcBef>
                  <a:spcPct val="0"/>
                </a:spcBef>
                <a:buNone/>
                <a:defRPr sz="5200" kern="1200" spc="-54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fontAlgn="base" latinLnBrk="0"/>
              <a:r>
                <a:rPr lang="ko-KR" altLang="en-US" sz="1700" spc="-144" dirty="0">
                  <a:solidFill>
                    <a:schemeClr val="tx2">
                      <a:lumMod val="75000"/>
                    </a:schemeClr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  <a:cs typeface="+mn-cs"/>
                </a:rPr>
                <a:t>전문성과 다양한 구축</a:t>
              </a:r>
              <a:r>
                <a:rPr lang="en-US" altLang="ko-KR" sz="1700" spc="-144" dirty="0">
                  <a:solidFill>
                    <a:schemeClr val="tx2">
                      <a:lumMod val="75000"/>
                    </a:schemeClr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  <a:cs typeface="+mn-cs"/>
                </a:rPr>
                <a:t>, </a:t>
              </a:r>
              <a:r>
                <a:rPr lang="ko-KR" altLang="en-US" sz="1700" spc="-144" dirty="0">
                  <a:solidFill>
                    <a:schemeClr val="tx2">
                      <a:lumMod val="75000"/>
                    </a:schemeClr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  <a:cs typeface="+mn-cs"/>
                </a:rPr>
                <a:t>관제 경험 보유</a:t>
              </a:r>
            </a:p>
          </p:txBody>
        </p:sp>
        <p:sp>
          <p:nvSpPr>
            <p:cNvPr id="66" name="제목 1"/>
            <p:cNvSpPr txBox="1">
              <a:spLocks/>
            </p:cNvSpPr>
            <p:nvPr/>
          </p:nvSpPr>
          <p:spPr>
            <a:xfrm>
              <a:off x="3367104" y="544150"/>
              <a:ext cx="4924192" cy="540964"/>
            </a:xfrm>
            <a:prstGeom prst="rect">
              <a:avLst/>
            </a:prstGeom>
          </p:spPr>
          <p:txBody>
            <a:bodyPr vert="horz" wrap="square" lIns="95293" tIns="47648" rIns="95293" bIns="47648" rtlCol="0" anchor="ctr" anchorCtr="0">
              <a:spAutoFit/>
            </a:bodyPr>
            <a:lstStyle>
              <a:lvl1pPr algn="l" defTabSz="995685" rtl="0" eaLnBrk="1" latinLnBrk="1" hangingPunct="1">
                <a:lnSpc>
                  <a:spcPct val="85000"/>
                </a:lnSpc>
                <a:spcBef>
                  <a:spcPct val="0"/>
                </a:spcBef>
                <a:buNone/>
                <a:defRPr sz="5200" kern="1200" spc="-54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fontAlgn="base" latinLnBrk="0"/>
              <a:r>
                <a:rPr lang="ko-KR" altLang="en-US" sz="1700" spc="-144" dirty="0">
                  <a:solidFill>
                    <a:schemeClr val="tx2">
                      <a:lumMod val="75000"/>
                    </a:schemeClr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  <a:cs typeface="+mn-cs"/>
                </a:rPr>
                <a:t>정부통합전산센터 등 대규모 네트워크에 대한  구축</a:t>
              </a:r>
              <a:r>
                <a:rPr lang="en-US" altLang="ko-KR" sz="1700" spc="-144" dirty="0">
                  <a:solidFill>
                    <a:schemeClr val="tx2">
                      <a:lumMod val="75000"/>
                    </a:schemeClr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  <a:cs typeface="+mn-cs"/>
                </a:rPr>
                <a:t>,</a:t>
              </a:r>
              <a:br>
                <a:rPr lang="en-US" altLang="ko-KR" sz="1700" spc="-144" dirty="0">
                  <a:solidFill>
                    <a:schemeClr val="tx2">
                      <a:lumMod val="75000"/>
                    </a:schemeClr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  <a:cs typeface="+mn-cs"/>
                </a:rPr>
              </a:br>
              <a:r>
                <a:rPr lang="ko-KR" altLang="en-US" sz="1700" spc="-144" dirty="0">
                  <a:solidFill>
                    <a:schemeClr val="tx2">
                      <a:lumMod val="75000"/>
                    </a:schemeClr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  <a:cs typeface="+mn-cs"/>
                </a:rPr>
                <a:t>시험 검증 사업 수행 경험</a:t>
              </a:r>
            </a:p>
          </p:txBody>
        </p:sp>
        <p:grpSp>
          <p:nvGrpSpPr>
            <p:cNvPr id="11" name="그룹 10"/>
            <p:cNvGrpSpPr/>
            <p:nvPr/>
          </p:nvGrpSpPr>
          <p:grpSpPr>
            <a:xfrm>
              <a:off x="3203067" y="522145"/>
              <a:ext cx="197344" cy="900210"/>
              <a:chOff x="3203067" y="522145"/>
              <a:chExt cx="197344" cy="900210"/>
            </a:xfrm>
          </p:grpSpPr>
          <p:sp>
            <p:nvSpPr>
              <p:cNvPr id="6" name="직사각형 5"/>
              <p:cNvSpPr/>
              <p:nvPr/>
            </p:nvSpPr>
            <p:spPr>
              <a:xfrm flipH="1">
                <a:off x="3203067" y="522145"/>
                <a:ext cx="70199" cy="900210"/>
              </a:xfrm>
              <a:prstGeom prst="rect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87513" tIns="43757" rIns="87513" bIns="4375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1700" dirty="0"/>
              </a:p>
            </p:txBody>
          </p:sp>
          <p:sp>
            <p:nvSpPr>
              <p:cNvPr id="2" name="직사각형 1"/>
              <p:cNvSpPr/>
              <p:nvPr/>
            </p:nvSpPr>
            <p:spPr>
              <a:xfrm>
                <a:off x="3234750" y="649209"/>
                <a:ext cx="165661" cy="54321"/>
              </a:xfrm>
              <a:prstGeom prst="rect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6487" tIns="48244" rIns="96487" bIns="48244" rtlCol="0" anchor="ctr"/>
              <a:lstStyle/>
              <a:p>
                <a:pPr algn="ctr"/>
                <a:endParaRPr lang="ko-KR" altLang="en-US" sz="1700" dirty="0"/>
              </a:p>
            </p:txBody>
          </p:sp>
          <p:sp>
            <p:nvSpPr>
              <p:cNvPr id="50" name="직사각형 49"/>
              <p:cNvSpPr/>
              <p:nvPr/>
            </p:nvSpPr>
            <p:spPr>
              <a:xfrm>
                <a:off x="3234750" y="1253521"/>
                <a:ext cx="165661" cy="54321"/>
              </a:xfrm>
              <a:prstGeom prst="rect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6487" tIns="48244" rIns="96487" bIns="48244" rtlCol="0" anchor="ctr"/>
              <a:lstStyle/>
              <a:p>
                <a:pPr algn="ctr"/>
                <a:endParaRPr lang="ko-KR" altLang="en-US" sz="1700" dirty="0"/>
              </a:p>
            </p:txBody>
          </p:sp>
        </p:grpSp>
      </p:grpSp>
      <p:pic>
        <p:nvPicPr>
          <p:cNvPr id="51" name="Picture 4" descr="G:\work\다원아이씨티\후반기 VTC브리핑체계 사업\제안서\마스터A-04.png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25419" y="6013180"/>
            <a:ext cx="1611782" cy="4748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184182" y="5949263"/>
            <a:ext cx="800481" cy="584740"/>
          </a:xfrm>
          <a:prstGeom prst="rect">
            <a:avLst/>
          </a:prstGeom>
        </p:spPr>
      </p:pic>
      <p:pic>
        <p:nvPicPr>
          <p:cNvPr id="3074" name="Picture 2" descr="G:\work\다원아이씨티\국방전산정보원\표지-03.png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57449" y="6115356"/>
            <a:ext cx="1897123" cy="3822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094955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도넛 30"/>
          <p:cNvSpPr/>
          <p:nvPr/>
        </p:nvSpPr>
        <p:spPr>
          <a:xfrm>
            <a:off x="1808111" y="1037772"/>
            <a:ext cx="7180175" cy="5310410"/>
          </a:xfrm>
          <a:prstGeom prst="donut">
            <a:avLst>
              <a:gd name="adj" fmla="val 2057"/>
            </a:avLst>
          </a:prstGeom>
          <a:pattFill prst="ltDnDiag">
            <a:fgClr>
              <a:schemeClr val="bg1">
                <a:lumMod val="75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 smtClean="0">
              <a:solidFill>
                <a:schemeClr val="tx1"/>
              </a:solidFill>
            </a:endParaRPr>
          </a:p>
        </p:txBody>
      </p:sp>
      <p:sp>
        <p:nvSpPr>
          <p:cNvPr id="32" name="도넛 31"/>
          <p:cNvSpPr/>
          <p:nvPr/>
        </p:nvSpPr>
        <p:spPr>
          <a:xfrm>
            <a:off x="2048821" y="1367526"/>
            <a:ext cx="6680520" cy="4656349"/>
          </a:xfrm>
          <a:prstGeom prst="donut">
            <a:avLst>
              <a:gd name="adj" fmla="val 6975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 smtClean="0">
              <a:solidFill>
                <a:schemeClr val="tx1"/>
              </a:solidFill>
            </a:endParaRPr>
          </a:p>
        </p:txBody>
      </p:sp>
      <p:grpSp>
        <p:nvGrpSpPr>
          <p:cNvPr id="34" name="그룹 33"/>
          <p:cNvGrpSpPr/>
          <p:nvPr/>
        </p:nvGrpSpPr>
        <p:grpSpPr>
          <a:xfrm>
            <a:off x="4184660" y="4115017"/>
            <a:ext cx="2451365" cy="2773290"/>
            <a:chOff x="3748844" y="4673603"/>
            <a:chExt cx="2019126" cy="2567167"/>
          </a:xfrm>
        </p:grpSpPr>
        <p:sp>
          <p:nvSpPr>
            <p:cNvPr id="35" name="직사각형 34"/>
            <p:cNvSpPr/>
            <p:nvPr/>
          </p:nvSpPr>
          <p:spPr>
            <a:xfrm>
              <a:off x="3748844" y="4673603"/>
              <a:ext cx="2019126" cy="256716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 smtClean="0">
                <a:solidFill>
                  <a:schemeClr val="tx1"/>
                </a:solidFill>
              </a:endParaRPr>
            </a:p>
          </p:txBody>
        </p:sp>
        <p:pic>
          <p:nvPicPr>
            <p:cNvPr id="37" name="Picture 7" descr="C:\Users\woomh\Pictures\그림1.png"/>
            <p:cNvPicPr preferRelativeResize="0">
              <a:picLocks noChangeArrowheads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7191"/>
            <a:stretch/>
          </p:blipFill>
          <p:spPr bwMode="auto">
            <a:xfrm>
              <a:off x="3748844" y="4673603"/>
              <a:ext cx="1965600" cy="25128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38" name="그룹 37"/>
          <p:cNvGrpSpPr/>
          <p:nvPr/>
        </p:nvGrpSpPr>
        <p:grpSpPr>
          <a:xfrm>
            <a:off x="7466726" y="4115017"/>
            <a:ext cx="2454065" cy="2773290"/>
            <a:chOff x="7297912" y="4673603"/>
            <a:chExt cx="2021350" cy="2567167"/>
          </a:xfrm>
        </p:grpSpPr>
        <p:sp>
          <p:nvSpPr>
            <p:cNvPr id="43" name="직사각형 42"/>
            <p:cNvSpPr/>
            <p:nvPr/>
          </p:nvSpPr>
          <p:spPr>
            <a:xfrm>
              <a:off x="7300136" y="4673603"/>
              <a:ext cx="2019126" cy="256716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 smtClean="0">
                <a:solidFill>
                  <a:schemeClr val="tx1"/>
                </a:solidFill>
              </a:endParaRPr>
            </a:p>
          </p:txBody>
        </p:sp>
        <p:pic>
          <p:nvPicPr>
            <p:cNvPr id="44" name="Picture 8" descr="C:\Users\woomh\Pictures\그림2.png"/>
            <p:cNvPicPr preferRelativeResize="0">
              <a:picLocks noChangeArrowheads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7582"/>
            <a:stretch/>
          </p:blipFill>
          <p:spPr bwMode="auto">
            <a:xfrm>
              <a:off x="7297912" y="4673603"/>
              <a:ext cx="1965600" cy="25128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48" name="그룹 47"/>
          <p:cNvGrpSpPr/>
          <p:nvPr/>
        </p:nvGrpSpPr>
        <p:grpSpPr>
          <a:xfrm>
            <a:off x="902594" y="4115017"/>
            <a:ext cx="2451365" cy="2773290"/>
            <a:chOff x="772754" y="4673603"/>
            <a:chExt cx="2019126" cy="2567167"/>
          </a:xfrm>
        </p:grpSpPr>
        <p:sp>
          <p:nvSpPr>
            <p:cNvPr id="50" name="직사각형 49"/>
            <p:cNvSpPr/>
            <p:nvPr/>
          </p:nvSpPr>
          <p:spPr>
            <a:xfrm>
              <a:off x="772754" y="4673603"/>
              <a:ext cx="2019126" cy="256716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 smtClean="0">
                <a:solidFill>
                  <a:schemeClr val="tx1"/>
                </a:solidFill>
              </a:endParaRPr>
            </a:p>
          </p:txBody>
        </p:sp>
        <p:pic>
          <p:nvPicPr>
            <p:cNvPr id="51" name="그림 50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2754" y="4673603"/>
              <a:ext cx="1965960" cy="2514006"/>
            </a:xfrm>
            <a:prstGeom prst="rect">
              <a:avLst/>
            </a:prstGeom>
            <a:effectLst/>
          </p:spPr>
        </p:pic>
      </p:grpSp>
      <p:pic>
        <p:nvPicPr>
          <p:cNvPr id="52" name="Picture 2" descr="G:\작업도우미\IT LOGOS\IT로고파일-07.png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1341" y="5156081"/>
            <a:ext cx="1310037" cy="977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3" name="Picture 5" descr="G:\작업도우미\IT LOGOS\2014_HanDreamnet_CI_v11-02.png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08976" y="5428542"/>
            <a:ext cx="1800786" cy="3451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4" name="Picture 6" descr="C:\Users\woomh\Downloads\logo.png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09434" y="5344756"/>
            <a:ext cx="1445267" cy="4817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55" name="그룹 54"/>
          <p:cNvGrpSpPr/>
          <p:nvPr/>
        </p:nvGrpSpPr>
        <p:grpSpPr>
          <a:xfrm>
            <a:off x="528878" y="394473"/>
            <a:ext cx="2933032" cy="2505937"/>
            <a:chOff x="419685" y="318273"/>
            <a:chExt cx="2933032" cy="2505937"/>
          </a:xfrm>
        </p:grpSpPr>
        <p:sp>
          <p:nvSpPr>
            <p:cNvPr id="56" name="제목 1"/>
            <p:cNvSpPr txBox="1">
              <a:spLocks/>
            </p:cNvSpPr>
            <p:nvPr/>
          </p:nvSpPr>
          <p:spPr>
            <a:xfrm>
              <a:off x="825920" y="2408601"/>
              <a:ext cx="2087398" cy="415609"/>
            </a:xfrm>
            <a:prstGeom prst="rect">
              <a:avLst/>
            </a:prstGeom>
          </p:spPr>
          <p:txBody>
            <a:bodyPr vert="horz" wrap="square" lIns="95293" tIns="47648" rIns="95293" bIns="47648" rtlCol="0" anchor="ctr" anchorCtr="0">
              <a:spAutoFit/>
            </a:bodyPr>
            <a:lstStyle>
              <a:lvl1pPr algn="l" defTabSz="995685" rtl="0" eaLnBrk="1" latinLnBrk="1" hangingPunct="1">
                <a:lnSpc>
                  <a:spcPct val="85000"/>
                </a:lnSpc>
                <a:spcBef>
                  <a:spcPct val="0"/>
                </a:spcBef>
                <a:buNone/>
                <a:defRPr sz="5200" kern="1200" spc="-54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 fontAlgn="base" latinLnBrk="0"/>
              <a:r>
                <a:rPr lang="ko-KR" altLang="en-US" sz="2400" spc="-144" dirty="0" smtClean="0">
                  <a:solidFill>
                    <a:schemeClr val="tx2">
                      <a:lumMod val="75000"/>
                    </a:schemeClr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  <a:cs typeface="+mn-cs"/>
                </a:rPr>
                <a:t>다산네트웍</a:t>
              </a:r>
              <a:r>
                <a:rPr lang="ko-KR" altLang="en-US" sz="2400" spc="-144" dirty="0">
                  <a:solidFill>
                    <a:schemeClr val="tx2">
                      <a:lumMod val="75000"/>
                    </a:schemeClr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  <a:cs typeface="+mn-cs"/>
                </a:rPr>
                <a:t>스</a:t>
              </a:r>
            </a:p>
          </p:txBody>
        </p:sp>
        <p:grpSp>
          <p:nvGrpSpPr>
            <p:cNvPr id="57" name="그룹 56"/>
            <p:cNvGrpSpPr/>
            <p:nvPr/>
          </p:nvGrpSpPr>
          <p:grpSpPr>
            <a:xfrm>
              <a:off x="419685" y="318273"/>
              <a:ext cx="2933032" cy="2127292"/>
              <a:chOff x="419685" y="318273"/>
              <a:chExt cx="2933032" cy="2127292"/>
            </a:xfrm>
          </p:grpSpPr>
          <p:grpSp>
            <p:nvGrpSpPr>
              <p:cNvPr id="59" name="그룹 58"/>
              <p:cNvGrpSpPr/>
              <p:nvPr/>
            </p:nvGrpSpPr>
            <p:grpSpPr>
              <a:xfrm>
                <a:off x="419685" y="318273"/>
                <a:ext cx="2933032" cy="2127292"/>
                <a:chOff x="419685" y="318272"/>
                <a:chExt cx="3124521" cy="2266177"/>
              </a:xfrm>
            </p:grpSpPr>
            <p:sp>
              <p:nvSpPr>
                <p:cNvPr id="61" name="직사각형 60"/>
                <p:cNvSpPr/>
                <p:nvPr/>
              </p:nvSpPr>
              <p:spPr>
                <a:xfrm>
                  <a:off x="495300" y="409574"/>
                  <a:ext cx="3048906" cy="2174875"/>
                </a:xfrm>
                <a:prstGeom prst="rect">
                  <a:avLst/>
                </a:prstGeom>
                <a:solidFill>
                  <a:schemeClr val="bg1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 smtClean="0">
                    <a:solidFill>
                      <a:schemeClr val="tx1"/>
                    </a:solidFill>
                  </a:endParaRPr>
                </a:p>
              </p:txBody>
            </p:sp>
            <p:pic>
              <p:nvPicPr>
                <p:cNvPr id="62" name="Picture 10" descr="C:\Users\woomh\Pictures\그림5.jpg"/>
                <p:cNvPicPr>
                  <a:picLocks noChangeAspect="1" noChangeArrowheads="1"/>
                </p:cNvPicPr>
                <p:nvPr/>
              </p:nvPicPr>
              <p:blipFill>
                <a:blip r:embed="rId9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419685" y="318272"/>
                  <a:ext cx="3070313" cy="2206625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</p:grpSp>
          <p:sp>
            <p:nvSpPr>
              <p:cNvPr id="60" name="직사각형 59"/>
              <p:cNvSpPr/>
              <p:nvPr/>
            </p:nvSpPr>
            <p:spPr>
              <a:xfrm>
                <a:off x="1169581" y="1077887"/>
                <a:ext cx="1190847" cy="388174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 smtClean="0">
                  <a:solidFill>
                    <a:schemeClr val="tx1"/>
                  </a:solidFill>
                </a:endParaRPr>
              </a:p>
            </p:txBody>
          </p:sp>
        </p:grpSp>
        <p:pic>
          <p:nvPicPr>
            <p:cNvPr id="58" name="Picture 4" descr="G:\작업도우미\IT LOGOS\DASAN Networks CI-02.png"/>
            <p:cNvPicPr>
              <a:picLocks noChangeAspect="1" noChangeArrowheads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54192" y="1071951"/>
              <a:ext cx="1484312" cy="39896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63" name="그룹 62"/>
          <p:cNvGrpSpPr/>
          <p:nvPr/>
        </p:nvGrpSpPr>
        <p:grpSpPr>
          <a:xfrm>
            <a:off x="7226268" y="404453"/>
            <a:ext cx="2941251" cy="2495957"/>
            <a:chOff x="7308544" y="328253"/>
            <a:chExt cx="2941251" cy="2495957"/>
          </a:xfrm>
        </p:grpSpPr>
        <p:grpSp>
          <p:nvGrpSpPr>
            <p:cNvPr id="64" name="그룹 63"/>
            <p:cNvGrpSpPr/>
            <p:nvPr/>
          </p:nvGrpSpPr>
          <p:grpSpPr>
            <a:xfrm>
              <a:off x="7308544" y="328253"/>
              <a:ext cx="2941251" cy="2117312"/>
              <a:chOff x="7429813" y="328904"/>
              <a:chExt cx="3133277" cy="2255545"/>
            </a:xfrm>
          </p:grpSpPr>
          <p:sp>
            <p:nvSpPr>
              <p:cNvPr id="67" name="직사각형 66"/>
              <p:cNvSpPr/>
              <p:nvPr/>
            </p:nvSpPr>
            <p:spPr>
              <a:xfrm>
                <a:off x="7514184" y="409574"/>
                <a:ext cx="3048906" cy="2174875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 smtClean="0">
                  <a:solidFill>
                    <a:schemeClr val="tx1"/>
                  </a:solidFill>
                </a:endParaRPr>
              </a:p>
            </p:txBody>
          </p:sp>
          <p:pic>
            <p:nvPicPr>
              <p:cNvPr id="68" name="Picture 9" descr="C:\Users\woomh\Pictures\그림4.png"/>
              <p:cNvPicPr preferRelativeResize="0">
                <a:picLocks noChangeArrowheads="1"/>
              </p:cNvPicPr>
              <p:nvPr/>
            </p:nvPicPr>
            <p:blipFill rotWithShape="1">
              <a:blip r:embed="rId11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808" t="864" r="2607" b="3699"/>
              <a:stretch/>
            </p:blipFill>
            <p:spPr bwMode="auto">
              <a:xfrm>
                <a:off x="7429813" y="328904"/>
                <a:ext cx="3070800" cy="22068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pic>
          <p:nvPicPr>
            <p:cNvPr id="65" name="Picture 3" descr="G:\작업도우미\IT LOGOS\IT로고파일-21.png"/>
            <p:cNvPicPr>
              <a:picLocks noChangeAspect="1" noChangeArrowheads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236224" y="987719"/>
              <a:ext cx="1231900" cy="64928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6" name="제목 1"/>
            <p:cNvSpPr txBox="1">
              <a:spLocks/>
            </p:cNvSpPr>
            <p:nvPr/>
          </p:nvSpPr>
          <p:spPr>
            <a:xfrm>
              <a:off x="7737082" y="2408601"/>
              <a:ext cx="2087398" cy="415609"/>
            </a:xfrm>
            <a:prstGeom prst="rect">
              <a:avLst/>
            </a:prstGeom>
          </p:spPr>
          <p:txBody>
            <a:bodyPr vert="horz" wrap="square" lIns="95293" tIns="47648" rIns="95293" bIns="47648" rtlCol="0" anchor="ctr" anchorCtr="0">
              <a:spAutoFit/>
            </a:bodyPr>
            <a:lstStyle>
              <a:lvl1pPr algn="l" defTabSz="995685" rtl="0" eaLnBrk="1" latinLnBrk="1" hangingPunct="1">
                <a:lnSpc>
                  <a:spcPct val="85000"/>
                </a:lnSpc>
                <a:spcBef>
                  <a:spcPct val="0"/>
                </a:spcBef>
                <a:buNone/>
                <a:defRPr sz="5200" kern="1200" spc="-54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 fontAlgn="base" latinLnBrk="0"/>
              <a:r>
                <a:rPr lang="en-US" altLang="ko-KR" sz="2400" spc="-144" dirty="0" smtClean="0">
                  <a:solidFill>
                    <a:schemeClr val="tx2">
                      <a:lumMod val="75000"/>
                    </a:schemeClr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  <a:cs typeface="+mn-cs"/>
                </a:rPr>
                <a:t>CISCO</a:t>
              </a:r>
              <a:endParaRPr lang="ko-KR" altLang="en-US" sz="2400" spc="-144" dirty="0">
                <a:solidFill>
                  <a:schemeClr val="tx2">
                    <a:lumMod val="75000"/>
                  </a:schemeClr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  <a:cs typeface="+mn-cs"/>
              </a:endParaRPr>
            </a:p>
          </p:txBody>
        </p:sp>
      </p:grpSp>
      <p:sp>
        <p:nvSpPr>
          <p:cNvPr id="69" name="제목 1"/>
          <p:cNvSpPr txBox="1">
            <a:spLocks/>
          </p:cNvSpPr>
          <p:nvPr/>
        </p:nvSpPr>
        <p:spPr>
          <a:xfrm>
            <a:off x="1054192" y="6860836"/>
            <a:ext cx="2087398" cy="415609"/>
          </a:xfrm>
          <a:prstGeom prst="rect">
            <a:avLst/>
          </a:prstGeom>
        </p:spPr>
        <p:txBody>
          <a:bodyPr vert="horz" wrap="square" lIns="95293" tIns="47648" rIns="95293" bIns="47648" rtlCol="0" anchor="ctr" anchorCtr="0">
            <a:spAutoFit/>
          </a:bodyPr>
          <a:lstStyle>
            <a:lvl1pPr algn="l" defTabSz="995685" rtl="0" eaLnBrk="1" latinLnBrk="1" hangingPunct="1">
              <a:lnSpc>
                <a:spcPct val="85000"/>
              </a:lnSpc>
              <a:spcBef>
                <a:spcPct val="0"/>
              </a:spcBef>
              <a:buNone/>
              <a:defRPr sz="5200" kern="1200" spc="-54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fontAlgn="base" latinLnBrk="0"/>
            <a:r>
              <a:rPr lang="en-US" altLang="ko-KR" sz="2400" spc="-144" dirty="0" smtClean="0">
                <a:solidFill>
                  <a:schemeClr val="tx2">
                    <a:lumMod val="75000"/>
                  </a:schemeClr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  <a:cs typeface="+mn-cs"/>
              </a:rPr>
              <a:t>HP</a:t>
            </a:r>
            <a:endParaRPr lang="ko-KR" altLang="en-US" sz="2400" spc="-144" dirty="0">
              <a:solidFill>
                <a:schemeClr val="tx2">
                  <a:lumMod val="75000"/>
                </a:schemeClr>
              </a:solidFill>
              <a:latin typeface="Rix모던고딕 B" panose="02020603020101020101" pitchFamily="18" charset="-127"/>
              <a:ea typeface="Rix모던고딕 B" panose="02020603020101020101" pitchFamily="18" charset="-127"/>
              <a:cs typeface="+mn-cs"/>
            </a:endParaRPr>
          </a:p>
        </p:txBody>
      </p:sp>
      <p:sp>
        <p:nvSpPr>
          <p:cNvPr id="70" name="제목 1"/>
          <p:cNvSpPr txBox="1">
            <a:spLocks/>
          </p:cNvSpPr>
          <p:nvPr/>
        </p:nvSpPr>
        <p:spPr>
          <a:xfrm>
            <a:off x="4270684" y="6860836"/>
            <a:ext cx="2087398" cy="415609"/>
          </a:xfrm>
          <a:prstGeom prst="rect">
            <a:avLst/>
          </a:prstGeom>
        </p:spPr>
        <p:txBody>
          <a:bodyPr vert="horz" wrap="square" lIns="95293" tIns="47648" rIns="95293" bIns="47648" rtlCol="0" anchor="ctr" anchorCtr="0">
            <a:spAutoFit/>
          </a:bodyPr>
          <a:lstStyle>
            <a:lvl1pPr algn="l" defTabSz="995685" rtl="0" eaLnBrk="1" latinLnBrk="1" hangingPunct="1">
              <a:lnSpc>
                <a:spcPct val="85000"/>
              </a:lnSpc>
              <a:spcBef>
                <a:spcPct val="0"/>
              </a:spcBef>
              <a:buNone/>
              <a:defRPr sz="5200" kern="1200" spc="-54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fontAlgn="base" latinLnBrk="0"/>
            <a:r>
              <a:rPr lang="ko-KR" altLang="en-US" sz="2400" spc="-144" dirty="0" smtClean="0">
                <a:solidFill>
                  <a:schemeClr val="tx2">
                    <a:lumMod val="75000"/>
                  </a:schemeClr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  <a:cs typeface="+mn-cs"/>
              </a:rPr>
              <a:t>유비쿼스</a:t>
            </a:r>
            <a:endParaRPr lang="ko-KR" altLang="en-US" sz="2400" spc="-144" dirty="0">
              <a:solidFill>
                <a:schemeClr val="tx2">
                  <a:lumMod val="75000"/>
                </a:schemeClr>
              </a:solidFill>
              <a:latin typeface="Rix모던고딕 B" panose="02020603020101020101" pitchFamily="18" charset="-127"/>
              <a:ea typeface="Rix모던고딕 B" panose="02020603020101020101" pitchFamily="18" charset="-127"/>
              <a:cs typeface="+mn-cs"/>
            </a:endParaRPr>
          </a:p>
        </p:txBody>
      </p:sp>
      <p:sp>
        <p:nvSpPr>
          <p:cNvPr id="71" name="제목 1"/>
          <p:cNvSpPr txBox="1">
            <a:spLocks/>
          </p:cNvSpPr>
          <p:nvPr/>
        </p:nvSpPr>
        <p:spPr>
          <a:xfrm>
            <a:off x="7571982" y="6860836"/>
            <a:ext cx="2087398" cy="415609"/>
          </a:xfrm>
          <a:prstGeom prst="rect">
            <a:avLst/>
          </a:prstGeom>
        </p:spPr>
        <p:txBody>
          <a:bodyPr vert="horz" wrap="square" lIns="95293" tIns="47648" rIns="95293" bIns="47648" rtlCol="0" anchor="ctr" anchorCtr="0">
            <a:spAutoFit/>
          </a:bodyPr>
          <a:lstStyle>
            <a:lvl1pPr algn="l" defTabSz="995685" rtl="0" eaLnBrk="1" latinLnBrk="1" hangingPunct="1">
              <a:lnSpc>
                <a:spcPct val="85000"/>
              </a:lnSpc>
              <a:spcBef>
                <a:spcPct val="0"/>
              </a:spcBef>
              <a:buNone/>
              <a:defRPr sz="5200" kern="1200" spc="-54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fontAlgn="base" latinLnBrk="0"/>
            <a:r>
              <a:rPr lang="ko-KR" altLang="en-US" sz="2400" spc="-144" dirty="0" smtClean="0">
                <a:solidFill>
                  <a:schemeClr val="tx2">
                    <a:lumMod val="75000"/>
                  </a:schemeClr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  <a:cs typeface="+mn-cs"/>
              </a:rPr>
              <a:t>한드림넷</a:t>
            </a:r>
            <a:endParaRPr lang="ko-KR" altLang="en-US" sz="2400" spc="-144" dirty="0">
              <a:solidFill>
                <a:schemeClr val="tx2">
                  <a:lumMod val="75000"/>
                </a:schemeClr>
              </a:solidFill>
              <a:latin typeface="Rix모던고딕 B" panose="02020603020101020101" pitchFamily="18" charset="-127"/>
              <a:ea typeface="Rix모던고딕 B" panose="02020603020101020101" pitchFamily="18" charset="-127"/>
              <a:cs typeface="+mn-cs"/>
            </a:endParaRPr>
          </a:p>
        </p:txBody>
      </p:sp>
      <p:sp>
        <p:nvSpPr>
          <p:cNvPr id="72" name="직사각형 71"/>
          <p:cNvSpPr/>
          <p:nvPr/>
        </p:nvSpPr>
        <p:spPr>
          <a:xfrm rot="5400000" flipV="1">
            <a:off x="4721163" y="-1801311"/>
            <a:ext cx="1271367" cy="10713685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6487" tIns="48244" rIns="96487" bIns="48244" anchor="ctr"/>
          <a:lstStyle/>
          <a:p>
            <a:pPr algn="ctr"/>
            <a:endParaRPr lang="ko-KR" altLang="en-US" sz="1700" dirty="0"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73" name="Rectangle 209"/>
          <p:cNvSpPr>
            <a:spLocks noChangeArrowheads="1"/>
          </p:cNvSpPr>
          <p:nvPr/>
        </p:nvSpPr>
        <p:spPr bwMode="auto">
          <a:xfrm>
            <a:off x="20286" y="3251187"/>
            <a:ext cx="10693400" cy="543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9827" tIns="49913" rIns="99827" bIns="49913">
            <a:spAutoFit/>
          </a:bodyPr>
          <a:lstStyle/>
          <a:p>
            <a:pPr algn="ctr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ko-KR" altLang="en-US" sz="2300" spc="-160" dirty="0">
                <a:ln/>
                <a:solidFill>
                  <a:schemeClr val="bg1">
                    <a:lumMod val="85000"/>
                  </a:schemeClr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다양한</a:t>
            </a:r>
            <a:r>
              <a:rPr lang="ko-KR" altLang="en-US" sz="2100" spc="-240" dirty="0">
                <a:ln/>
                <a:solidFill>
                  <a:schemeClr val="bg1">
                    <a:lumMod val="50000"/>
                  </a:schemeClr>
                </a:solidFill>
                <a:latin typeface="Rix모던고딕 EB" pitchFamily="18" charset="-127"/>
                <a:ea typeface="Rix모던고딕 EB" pitchFamily="18" charset="-127"/>
              </a:rPr>
              <a:t> </a:t>
            </a:r>
            <a:r>
              <a:rPr lang="ko-KR" altLang="en-US" sz="3200" spc="-259" dirty="0">
                <a:solidFill>
                  <a:schemeClr val="accent5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네트워크 </a:t>
            </a:r>
            <a:r>
              <a:rPr lang="ko-KR" altLang="en-US" sz="3200" spc="-259" dirty="0" smtClean="0">
                <a:solidFill>
                  <a:schemeClr val="accent5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벤더</a:t>
            </a:r>
            <a:r>
              <a:rPr lang="ko-KR" altLang="en-US" sz="2300" spc="-160" dirty="0" smtClean="0">
                <a:ln/>
                <a:solidFill>
                  <a:schemeClr val="bg1">
                    <a:lumMod val="85000"/>
                  </a:schemeClr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와의</a:t>
            </a:r>
            <a:r>
              <a:rPr lang="ko-KR" altLang="en-US" sz="2100" spc="-240" dirty="0" smtClean="0">
                <a:ln/>
                <a:solidFill>
                  <a:schemeClr val="bg1">
                    <a:lumMod val="50000"/>
                  </a:schemeClr>
                </a:solidFill>
                <a:latin typeface="Rix모던고딕 EB" pitchFamily="18" charset="-127"/>
                <a:ea typeface="Rix모던고딕 EB" pitchFamily="18" charset="-127"/>
              </a:rPr>
              <a:t> </a:t>
            </a:r>
            <a:r>
              <a:rPr lang="ko-KR" altLang="en-US" sz="3200" spc="-259" dirty="0" smtClean="0">
                <a:solidFill>
                  <a:schemeClr val="accent5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파트너 쉽 체결</a:t>
            </a:r>
            <a:r>
              <a:rPr lang="ko-KR" altLang="en-US" sz="2300" spc="-160" dirty="0" smtClean="0">
                <a:ln/>
                <a:solidFill>
                  <a:schemeClr val="bg1">
                    <a:lumMod val="85000"/>
                  </a:schemeClr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을</a:t>
            </a:r>
            <a:r>
              <a:rPr lang="ko-KR" altLang="en-US" sz="2300" spc="-160" dirty="0" smtClean="0">
                <a:ln/>
                <a:solidFill>
                  <a:schemeClr val="bg1">
                    <a:lumMod val="50000"/>
                  </a:schemeClr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 </a:t>
            </a:r>
            <a:r>
              <a:rPr lang="ko-KR" altLang="en-US" sz="2300" spc="-160" dirty="0">
                <a:ln/>
                <a:solidFill>
                  <a:schemeClr val="bg1">
                    <a:lumMod val="85000"/>
                  </a:schemeClr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통해 기술력을 </a:t>
            </a:r>
            <a:r>
              <a:rPr lang="ko-KR" altLang="en-US" sz="2300" spc="-160" dirty="0" smtClean="0">
                <a:ln/>
                <a:solidFill>
                  <a:schemeClr val="bg1">
                    <a:lumMod val="85000"/>
                  </a:schemeClr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축적하였습니다</a:t>
            </a:r>
            <a:r>
              <a:rPr lang="en-US" altLang="ko-KR" sz="2300" spc="-160" dirty="0">
                <a:ln/>
                <a:solidFill>
                  <a:schemeClr val="bg1">
                    <a:lumMod val="85000"/>
                  </a:schemeClr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.</a:t>
            </a:r>
          </a:p>
        </p:txBody>
      </p:sp>
      <p:pic>
        <p:nvPicPr>
          <p:cNvPr id="74" name="Picture 11" descr="G:\work\아이티센시스템즈\경찰청공조조회유지보수\icon&amp;dia\ti112a9002.png"/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06847" y="1124914"/>
            <a:ext cx="3063455" cy="18961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341239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/>
          <p:cNvGrpSpPr/>
          <p:nvPr/>
        </p:nvGrpSpPr>
        <p:grpSpPr>
          <a:xfrm>
            <a:off x="2527300" y="1248567"/>
            <a:ext cx="4972280" cy="3444197"/>
            <a:chOff x="2527300" y="1416525"/>
            <a:chExt cx="4972280" cy="469313"/>
          </a:xfrm>
        </p:grpSpPr>
        <p:cxnSp>
          <p:nvCxnSpPr>
            <p:cNvPr id="3" name="직선 연결선 2"/>
            <p:cNvCxnSpPr/>
            <p:nvPr/>
          </p:nvCxnSpPr>
          <p:spPr>
            <a:xfrm flipV="1">
              <a:off x="2527300" y="1416525"/>
              <a:ext cx="0" cy="469313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" name="직선 연결선 3"/>
            <p:cNvCxnSpPr/>
            <p:nvPr/>
          </p:nvCxnSpPr>
          <p:spPr>
            <a:xfrm flipV="1">
              <a:off x="7499580" y="1416525"/>
              <a:ext cx="0" cy="469313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직사각형 8"/>
          <p:cNvSpPr/>
          <p:nvPr/>
        </p:nvSpPr>
        <p:spPr>
          <a:xfrm>
            <a:off x="0" y="4655804"/>
            <a:ext cx="10693400" cy="7112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 smtClean="0">
              <a:solidFill>
                <a:schemeClr val="tx1"/>
              </a:solidFill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0" y="4655804"/>
            <a:ext cx="2527300" cy="71120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 smtClean="0">
              <a:solidFill>
                <a:schemeClr val="tx1"/>
              </a:solidFill>
            </a:endParaRPr>
          </a:p>
        </p:txBody>
      </p:sp>
      <p:sp>
        <p:nvSpPr>
          <p:cNvPr id="11" name="직사각형 10"/>
          <p:cNvSpPr/>
          <p:nvPr/>
        </p:nvSpPr>
        <p:spPr>
          <a:xfrm>
            <a:off x="7499581" y="4655804"/>
            <a:ext cx="3193820" cy="7112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 smtClean="0">
              <a:solidFill>
                <a:schemeClr val="tx1"/>
              </a:solidFill>
            </a:endParaRPr>
          </a:p>
        </p:txBody>
      </p:sp>
      <p:sp>
        <p:nvSpPr>
          <p:cNvPr id="12" name="모서리가 둥근 직사각형 11"/>
          <p:cNvSpPr/>
          <p:nvPr/>
        </p:nvSpPr>
        <p:spPr>
          <a:xfrm>
            <a:off x="7134225" y="2417650"/>
            <a:ext cx="3559175" cy="671942"/>
          </a:xfrm>
          <a:prstGeom prst="roundRect">
            <a:avLst>
              <a:gd name="adj" fmla="val 0"/>
            </a:avLst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3" name="모서리가 둥근 직사각형 12"/>
          <p:cNvSpPr/>
          <p:nvPr/>
        </p:nvSpPr>
        <p:spPr>
          <a:xfrm>
            <a:off x="-1" y="2417650"/>
            <a:ext cx="2810501" cy="671942"/>
          </a:xfrm>
          <a:prstGeom prst="roundRect">
            <a:avLst>
              <a:gd name="adj" fmla="val 0"/>
            </a:avLst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모서리가 둥근 직사각형 13"/>
          <p:cNvSpPr/>
          <p:nvPr/>
        </p:nvSpPr>
        <p:spPr>
          <a:xfrm>
            <a:off x="2527300" y="2417650"/>
            <a:ext cx="4972280" cy="671942"/>
          </a:xfrm>
          <a:prstGeom prst="roundRect">
            <a:avLst>
              <a:gd name="adj" fmla="val 0"/>
            </a:avLst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15" name="그림 1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42235" y="1262547"/>
            <a:ext cx="1439880" cy="501053"/>
          </a:xfrm>
          <a:prstGeom prst="rect">
            <a:avLst/>
          </a:prstGeom>
        </p:spPr>
      </p:pic>
      <p:sp>
        <p:nvSpPr>
          <p:cNvPr id="16" name="직사각형 15"/>
          <p:cNvSpPr/>
          <p:nvPr/>
        </p:nvSpPr>
        <p:spPr>
          <a:xfrm rot="5400000" flipV="1">
            <a:off x="4925693" y="1777036"/>
            <a:ext cx="862308" cy="10713685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6487" tIns="48244" rIns="96487" bIns="48244" anchor="ctr"/>
          <a:lstStyle/>
          <a:p>
            <a:pPr algn="ctr"/>
            <a:endParaRPr lang="ko-KR" altLang="en-US" sz="1700" dirty="0"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17" name="Rectangle 209"/>
          <p:cNvSpPr>
            <a:spLocks noChangeArrowheads="1"/>
          </p:cNvSpPr>
          <p:nvPr/>
        </p:nvSpPr>
        <p:spPr bwMode="auto">
          <a:xfrm>
            <a:off x="20286" y="6857749"/>
            <a:ext cx="10693400" cy="543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9827" tIns="49913" rIns="99827" bIns="49913">
            <a:spAutoFit/>
          </a:bodyPr>
          <a:lstStyle/>
          <a:p>
            <a:pPr algn="ctr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ko-KR" altLang="en-US" sz="2300" spc="-160" dirty="0" smtClean="0">
                <a:ln/>
                <a:solidFill>
                  <a:schemeClr val="bg1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분야별 전문 기업과 컨소시엄으로 </a:t>
            </a:r>
            <a:r>
              <a:rPr lang="ko-KR" altLang="en-US" sz="3200" spc="-259" dirty="0">
                <a:solidFill>
                  <a:schemeClr val="accent5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사업의 전문성</a:t>
            </a:r>
            <a:r>
              <a:rPr lang="ko-KR" altLang="en-US" sz="2300" spc="-160" dirty="0" smtClean="0">
                <a:ln/>
                <a:solidFill>
                  <a:schemeClr val="bg1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을 한층 강화하겠습니다</a:t>
            </a:r>
            <a:r>
              <a:rPr lang="en-US" altLang="ko-KR" sz="2300" spc="-160" dirty="0" smtClean="0">
                <a:ln/>
                <a:solidFill>
                  <a:schemeClr val="bg1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. </a:t>
            </a:r>
            <a:endParaRPr lang="en-US" altLang="ko-KR" sz="2300" spc="-160" dirty="0">
              <a:ln/>
              <a:solidFill>
                <a:schemeClr val="bg1"/>
              </a:solidFill>
              <a:latin typeface="Rix모던고딕 B" panose="02020603020101020101" pitchFamily="18" charset="-127"/>
              <a:ea typeface="Rix모던고딕 B" panose="02020603020101020101" pitchFamily="18" charset="-127"/>
            </a:endParaRPr>
          </a:p>
        </p:txBody>
      </p:sp>
      <p:sp>
        <p:nvSpPr>
          <p:cNvPr id="18" name="Rectangle 209"/>
          <p:cNvSpPr>
            <a:spLocks noChangeArrowheads="1"/>
          </p:cNvSpPr>
          <p:nvPr/>
        </p:nvSpPr>
        <p:spPr bwMode="auto">
          <a:xfrm>
            <a:off x="119380" y="485253"/>
            <a:ext cx="10457203" cy="5450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9827" tIns="49913" rIns="99827" bIns="49913">
            <a:spAutoFit/>
          </a:bodyPr>
          <a:lstStyle/>
          <a:p>
            <a:pPr algn="ctr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ko-KR" altLang="en-US" sz="3200" spc="-259" dirty="0" smtClean="0">
                <a:solidFill>
                  <a:schemeClr val="tx2">
                    <a:lumMod val="75000"/>
                  </a:schemeClr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영상 전문</a:t>
            </a:r>
            <a:r>
              <a:rPr lang="en-US" altLang="ko-KR" sz="3200" spc="-259" dirty="0" smtClean="0">
                <a:solidFill>
                  <a:schemeClr val="tx2">
                    <a:lumMod val="75000"/>
                  </a:schemeClr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, </a:t>
            </a:r>
            <a:r>
              <a:rPr lang="ko-KR" altLang="en-US" sz="3200" spc="-259" dirty="0" smtClean="0">
                <a:solidFill>
                  <a:schemeClr val="tx2">
                    <a:lumMod val="75000"/>
                  </a:schemeClr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시스템 전문 기업</a:t>
            </a:r>
            <a:r>
              <a:rPr lang="ko-KR" altLang="en-US" sz="2300" spc="-160" dirty="0" smtClean="0">
                <a:ln/>
                <a:solidFill>
                  <a:schemeClr val="tx1">
                    <a:lumMod val="75000"/>
                    <a:lumOff val="25000"/>
                  </a:schemeClr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과 컨소시엄 구성으로 </a:t>
            </a:r>
            <a:r>
              <a:rPr lang="ko-KR" altLang="en-US" sz="3200" b="1" spc="-259" dirty="0" smtClean="0">
                <a:solidFill>
                  <a:srgbClr val="C00000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전문화된 </a:t>
            </a:r>
            <a:r>
              <a:rPr lang="ko-KR" altLang="en-US" sz="3200" b="1" spc="-259" dirty="0">
                <a:solidFill>
                  <a:srgbClr val="C00000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사업 </a:t>
            </a:r>
            <a:r>
              <a:rPr lang="ko-KR" altLang="en-US" sz="3200" b="1" spc="-259" dirty="0" smtClean="0">
                <a:solidFill>
                  <a:srgbClr val="C00000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수행</a:t>
            </a:r>
            <a:endParaRPr lang="en-US" altLang="ko-KR" sz="2300" b="1" spc="-160" dirty="0">
              <a:ln/>
              <a:solidFill>
                <a:srgbClr val="C00000"/>
              </a:solidFill>
              <a:latin typeface="Rix모던고딕 B" panose="02020603020101020101" pitchFamily="18" charset="-127"/>
              <a:ea typeface="Rix모던고딕 B" panose="02020603020101020101" pitchFamily="18" charset="-127"/>
            </a:endParaRPr>
          </a:p>
        </p:txBody>
      </p:sp>
      <p:sp>
        <p:nvSpPr>
          <p:cNvPr id="19" name="직사각형 18"/>
          <p:cNvSpPr/>
          <p:nvPr/>
        </p:nvSpPr>
        <p:spPr>
          <a:xfrm>
            <a:off x="0" y="1725500"/>
            <a:ext cx="10693400" cy="7112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 smtClean="0">
              <a:solidFill>
                <a:schemeClr val="tx1"/>
              </a:solidFill>
            </a:endParaRPr>
          </a:p>
        </p:txBody>
      </p:sp>
      <p:sp>
        <p:nvSpPr>
          <p:cNvPr id="20" name="직사각형 19"/>
          <p:cNvSpPr/>
          <p:nvPr/>
        </p:nvSpPr>
        <p:spPr>
          <a:xfrm>
            <a:off x="0" y="1725500"/>
            <a:ext cx="2527300" cy="71120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 smtClean="0">
              <a:solidFill>
                <a:schemeClr val="tx1"/>
              </a:solidFill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7499581" y="1725500"/>
            <a:ext cx="3193820" cy="7112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 smtClean="0">
              <a:solidFill>
                <a:schemeClr val="tx1"/>
              </a:solidFill>
            </a:endParaRPr>
          </a:p>
        </p:txBody>
      </p:sp>
      <p:sp>
        <p:nvSpPr>
          <p:cNvPr id="22" name="제목 1"/>
          <p:cNvSpPr txBox="1">
            <a:spLocks/>
          </p:cNvSpPr>
          <p:nvPr/>
        </p:nvSpPr>
        <p:spPr>
          <a:xfrm>
            <a:off x="3562342" y="1869618"/>
            <a:ext cx="2854016" cy="488642"/>
          </a:xfrm>
          <a:prstGeom prst="rect">
            <a:avLst/>
          </a:prstGeom>
        </p:spPr>
        <p:txBody>
          <a:bodyPr vert="horz" wrap="square" lIns="95293" tIns="47648" rIns="95293" bIns="47648" rtlCol="0" anchor="ctr" anchorCtr="0">
            <a:spAutoFit/>
          </a:bodyPr>
          <a:lstStyle>
            <a:lvl1pPr algn="l" defTabSz="995685" rtl="0" eaLnBrk="1" latinLnBrk="1" hangingPunct="1">
              <a:lnSpc>
                <a:spcPct val="85000"/>
              </a:lnSpc>
              <a:spcBef>
                <a:spcPct val="0"/>
              </a:spcBef>
              <a:buNone/>
              <a:defRPr sz="5200" kern="1200" spc="-54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fontAlgn="base" latinLnBrk="0"/>
            <a:r>
              <a:rPr lang="ko-KR" altLang="en-US" sz="3000" spc="-144" dirty="0" smtClean="0">
                <a:solidFill>
                  <a:schemeClr val="bg1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  <a:cs typeface="+mn-cs"/>
              </a:rPr>
              <a:t>다원아이씨</a:t>
            </a:r>
            <a:r>
              <a:rPr lang="ko-KR" altLang="en-US" sz="3000" spc="-144" dirty="0">
                <a:solidFill>
                  <a:schemeClr val="bg1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  <a:cs typeface="+mn-cs"/>
              </a:rPr>
              <a:t>티</a:t>
            </a:r>
          </a:p>
        </p:txBody>
      </p:sp>
      <p:sp>
        <p:nvSpPr>
          <p:cNvPr id="23" name="제목 1"/>
          <p:cNvSpPr txBox="1">
            <a:spLocks/>
          </p:cNvSpPr>
          <p:nvPr/>
        </p:nvSpPr>
        <p:spPr>
          <a:xfrm>
            <a:off x="177800" y="1866220"/>
            <a:ext cx="2206316" cy="495438"/>
          </a:xfrm>
          <a:prstGeom prst="rect">
            <a:avLst/>
          </a:prstGeom>
        </p:spPr>
        <p:txBody>
          <a:bodyPr vert="horz" wrap="square" lIns="95293" tIns="47648" rIns="95293" bIns="47648" rtlCol="0" anchor="ctr" anchorCtr="0">
            <a:spAutoFit/>
          </a:bodyPr>
          <a:lstStyle>
            <a:lvl1pPr algn="l" defTabSz="995685" rtl="0" eaLnBrk="1" latinLnBrk="1" hangingPunct="1">
              <a:lnSpc>
                <a:spcPct val="85000"/>
              </a:lnSpc>
              <a:spcBef>
                <a:spcPct val="0"/>
              </a:spcBef>
              <a:buNone/>
              <a:defRPr sz="5200" kern="1200" spc="-54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fontAlgn="base" latinLnBrk="0"/>
            <a:r>
              <a:rPr lang="ko-KR" altLang="en-US" sz="3000" spc="-144" dirty="0" smtClean="0">
                <a:solidFill>
                  <a:schemeClr val="bg1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  <a:cs typeface="+mn-cs"/>
              </a:rPr>
              <a:t>지에프티</a:t>
            </a:r>
            <a:endParaRPr lang="ko-KR" altLang="en-US" sz="3000" spc="-144" dirty="0">
              <a:solidFill>
                <a:schemeClr val="bg1"/>
              </a:solidFill>
              <a:latin typeface="Rix모던고딕 B" panose="02020603020101020101" pitchFamily="18" charset="-127"/>
              <a:ea typeface="Rix모던고딕 B" panose="02020603020101020101" pitchFamily="18" charset="-127"/>
              <a:cs typeface="+mn-cs"/>
            </a:endParaRPr>
          </a:p>
        </p:txBody>
      </p:sp>
      <p:sp>
        <p:nvSpPr>
          <p:cNvPr id="24" name="제목 1"/>
          <p:cNvSpPr txBox="1">
            <a:spLocks/>
          </p:cNvSpPr>
          <p:nvPr/>
        </p:nvSpPr>
        <p:spPr>
          <a:xfrm>
            <a:off x="7966075" y="1866220"/>
            <a:ext cx="2206316" cy="495438"/>
          </a:xfrm>
          <a:prstGeom prst="rect">
            <a:avLst/>
          </a:prstGeom>
        </p:spPr>
        <p:txBody>
          <a:bodyPr vert="horz" wrap="square" lIns="95293" tIns="47648" rIns="95293" bIns="47648" rtlCol="0" anchor="ctr" anchorCtr="0">
            <a:spAutoFit/>
          </a:bodyPr>
          <a:lstStyle>
            <a:lvl1pPr algn="l" defTabSz="995685" rtl="0" eaLnBrk="1" latinLnBrk="1" hangingPunct="1">
              <a:lnSpc>
                <a:spcPct val="85000"/>
              </a:lnSpc>
              <a:spcBef>
                <a:spcPct val="0"/>
              </a:spcBef>
              <a:buNone/>
              <a:defRPr sz="5200" kern="1200" spc="-54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fontAlgn="base" latinLnBrk="0"/>
            <a:r>
              <a:rPr lang="ko-KR" altLang="en-US" sz="3000" spc="-144" dirty="0" smtClean="0">
                <a:solidFill>
                  <a:schemeClr val="bg1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  <a:cs typeface="+mn-cs"/>
              </a:rPr>
              <a:t>송림기술</a:t>
            </a:r>
            <a:endParaRPr lang="ko-KR" altLang="en-US" sz="3000" spc="-144" dirty="0">
              <a:solidFill>
                <a:schemeClr val="bg1"/>
              </a:solidFill>
              <a:latin typeface="Rix모던고딕 B" panose="02020603020101020101" pitchFamily="18" charset="-127"/>
              <a:ea typeface="Rix모던고딕 B" panose="02020603020101020101" pitchFamily="18" charset="-127"/>
              <a:cs typeface="+mn-cs"/>
            </a:endParaRPr>
          </a:p>
        </p:txBody>
      </p:sp>
      <p:pic>
        <p:nvPicPr>
          <p:cNvPr id="25" name="Picture 3" descr="G:\06.제안관련\(원본)지에프티_로고.gif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9424" y="1262547"/>
            <a:ext cx="788209" cy="3618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" name="Picture 129" descr="송림(한)"/>
          <p:cNvPicPr>
            <a:picLocks noChangeAspect="1" noChangeArrowheads="1"/>
          </p:cNvPicPr>
          <p:nvPr/>
        </p:nvPicPr>
        <p:blipFill>
          <a:blip r:embed="rId5" cstate="print">
            <a:clrChange>
              <a:clrFrom>
                <a:srgbClr val="FDFDFD"/>
              </a:clrFrom>
              <a:clrTo>
                <a:srgbClr val="FDFDFD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025" t="22536" r="8025" b="17398"/>
          <a:stretch>
            <a:fillRect/>
          </a:stretch>
        </p:blipFill>
        <p:spPr bwMode="auto">
          <a:xfrm>
            <a:off x="8281410" y="1256187"/>
            <a:ext cx="878717" cy="507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7" name="그룹 26"/>
          <p:cNvGrpSpPr/>
          <p:nvPr/>
        </p:nvGrpSpPr>
        <p:grpSpPr>
          <a:xfrm>
            <a:off x="0" y="1190927"/>
            <a:ext cx="10713689" cy="45719"/>
            <a:chOff x="0" y="1190927"/>
            <a:chExt cx="10713689" cy="45719"/>
          </a:xfrm>
        </p:grpSpPr>
        <p:sp>
          <p:nvSpPr>
            <p:cNvPr id="28" name="직사각형 27"/>
            <p:cNvSpPr/>
            <p:nvPr/>
          </p:nvSpPr>
          <p:spPr>
            <a:xfrm>
              <a:off x="0" y="1190927"/>
              <a:ext cx="10693400" cy="45719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 smtClean="0">
                <a:solidFill>
                  <a:schemeClr val="tx1"/>
                </a:solidFill>
              </a:endParaRPr>
            </a:p>
          </p:txBody>
        </p:sp>
        <p:sp>
          <p:nvSpPr>
            <p:cNvPr id="29" name="직사각형 28"/>
            <p:cNvSpPr/>
            <p:nvPr/>
          </p:nvSpPr>
          <p:spPr>
            <a:xfrm>
              <a:off x="0" y="1190927"/>
              <a:ext cx="2527300" cy="45719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 smtClean="0">
                <a:solidFill>
                  <a:schemeClr val="tx1"/>
                </a:solidFill>
              </a:endParaRPr>
            </a:p>
          </p:txBody>
        </p:sp>
        <p:sp>
          <p:nvSpPr>
            <p:cNvPr id="30" name="직사각형 29"/>
            <p:cNvSpPr/>
            <p:nvPr/>
          </p:nvSpPr>
          <p:spPr>
            <a:xfrm>
              <a:off x="7499580" y="1190927"/>
              <a:ext cx="3214109" cy="45719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 smtClean="0">
                <a:solidFill>
                  <a:schemeClr val="tx1"/>
                </a:solidFill>
              </a:endParaRPr>
            </a:p>
          </p:txBody>
        </p:sp>
      </p:grpSp>
      <p:sp>
        <p:nvSpPr>
          <p:cNvPr id="31" name="직사각형 30"/>
          <p:cNvSpPr/>
          <p:nvPr/>
        </p:nvSpPr>
        <p:spPr>
          <a:xfrm>
            <a:off x="3562536" y="2465275"/>
            <a:ext cx="2792205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latinLnBrk="0">
              <a:defRPr/>
            </a:pPr>
            <a:r>
              <a:rPr lang="ko-KR" altLang="en-US" sz="1400" kern="0" spc="-150" dirty="0" smtClean="0">
                <a:solidFill>
                  <a:schemeClr val="bg1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총 </a:t>
            </a:r>
            <a:r>
              <a:rPr lang="en-US" altLang="ko-KR" sz="1800" kern="0" spc="-150" dirty="0" smtClean="0">
                <a:solidFill>
                  <a:schemeClr val="bg1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10 </a:t>
            </a:r>
            <a:r>
              <a:rPr lang="ko-KR" altLang="en-US" sz="1800" kern="0" spc="-150" dirty="0" smtClean="0">
                <a:solidFill>
                  <a:schemeClr val="bg1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건</a:t>
            </a:r>
            <a:endParaRPr lang="en-US" altLang="ko-KR" sz="1800" kern="0" spc="-150" dirty="0" smtClean="0">
              <a:solidFill>
                <a:schemeClr val="bg1"/>
              </a:solidFill>
              <a:latin typeface="Rix모던고딕 B" panose="02020603020101020101" pitchFamily="18" charset="-127"/>
              <a:ea typeface="Rix모던고딕 B" panose="02020603020101020101" pitchFamily="18" charset="-127"/>
            </a:endParaRPr>
          </a:p>
          <a:p>
            <a:pPr algn="ctr" latinLnBrk="0">
              <a:defRPr/>
            </a:pPr>
            <a:r>
              <a:rPr lang="ko-KR" altLang="en-US" sz="1400" kern="0" spc="-150" dirty="0" smtClean="0">
                <a:solidFill>
                  <a:schemeClr val="bg1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네트워크</a:t>
            </a:r>
            <a:r>
              <a:rPr lang="en-US" altLang="ko-KR" sz="1400" kern="0" spc="-150" dirty="0" smtClean="0">
                <a:solidFill>
                  <a:schemeClr val="bg1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, </a:t>
            </a:r>
            <a:r>
              <a:rPr lang="ko-KR" altLang="en-US" sz="1400" kern="0" spc="-150" dirty="0" smtClean="0">
                <a:solidFill>
                  <a:schemeClr val="bg1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군  구축 관련 실적</a:t>
            </a:r>
            <a:endParaRPr lang="en-US" altLang="ko-KR" sz="1400" kern="0" spc="-150" dirty="0" smtClean="0">
              <a:solidFill>
                <a:schemeClr val="bg1"/>
              </a:solidFill>
              <a:latin typeface="Rix모던고딕 B" panose="02020603020101020101" pitchFamily="18" charset="-127"/>
              <a:ea typeface="Rix모던고딕 B" panose="02020603020101020101" pitchFamily="18" charset="-127"/>
            </a:endParaRPr>
          </a:p>
        </p:txBody>
      </p:sp>
      <p:sp>
        <p:nvSpPr>
          <p:cNvPr id="32" name="직사각형 31"/>
          <p:cNvSpPr/>
          <p:nvPr/>
        </p:nvSpPr>
        <p:spPr>
          <a:xfrm>
            <a:off x="226085" y="2455750"/>
            <a:ext cx="2043731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latinLnBrk="0">
              <a:defRPr/>
            </a:pPr>
            <a:r>
              <a:rPr lang="ko-KR" altLang="en-US" sz="1400" kern="0" spc="-150" dirty="0">
                <a:solidFill>
                  <a:schemeClr val="bg1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총 </a:t>
            </a:r>
            <a:r>
              <a:rPr lang="en-US" altLang="ko-KR" sz="1800" kern="0" spc="-150" dirty="0">
                <a:solidFill>
                  <a:schemeClr val="bg1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6</a:t>
            </a:r>
            <a:r>
              <a:rPr lang="ko-KR" altLang="en-US" sz="1400" kern="0" spc="-150" dirty="0" smtClean="0">
                <a:solidFill>
                  <a:schemeClr val="bg1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건</a:t>
            </a:r>
            <a:endParaRPr lang="en-US" altLang="ko-KR" sz="1400" kern="0" spc="-150" dirty="0" smtClean="0">
              <a:solidFill>
                <a:schemeClr val="bg1"/>
              </a:solidFill>
              <a:latin typeface="Rix모던고딕 B" panose="02020603020101020101" pitchFamily="18" charset="-127"/>
              <a:ea typeface="Rix모던고딕 B" panose="02020603020101020101" pitchFamily="18" charset="-127"/>
            </a:endParaRPr>
          </a:p>
          <a:p>
            <a:pPr algn="ctr" latinLnBrk="0">
              <a:defRPr/>
            </a:pPr>
            <a:r>
              <a:rPr lang="ko-KR" altLang="en-US" sz="1400" kern="0" spc="-150" dirty="0" smtClean="0">
                <a:solidFill>
                  <a:schemeClr val="bg1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 시스템 구축ㆍ개발 관련 실적</a:t>
            </a:r>
            <a:endParaRPr lang="en-US" altLang="ko-KR" sz="1400" kern="0" spc="-150" dirty="0">
              <a:solidFill>
                <a:schemeClr val="bg1"/>
              </a:solidFill>
              <a:latin typeface="Rix모던고딕 B" panose="02020603020101020101" pitchFamily="18" charset="-127"/>
              <a:ea typeface="Rix모던고딕 B" panose="02020603020101020101" pitchFamily="18" charset="-127"/>
            </a:endParaRPr>
          </a:p>
        </p:txBody>
      </p:sp>
      <p:sp>
        <p:nvSpPr>
          <p:cNvPr id="33" name="직사각형 32"/>
          <p:cNvSpPr/>
          <p:nvPr/>
        </p:nvSpPr>
        <p:spPr>
          <a:xfrm>
            <a:off x="7714679" y="2455750"/>
            <a:ext cx="2792205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latinLnBrk="0">
              <a:defRPr/>
            </a:pPr>
            <a:r>
              <a:rPr lang="ko-KR" altLang="en-US" sz="1400" kern="0" spc="-150" dirty="0">
                <a:solidFill>
                  <a:schemeClr val="bg1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총 </a:t>
            </a:r>
            <a:r>
              <a:rPr lang="en-US" altLang="ko-KR" sz="1800" kern="0" spc="-150" dirty="0">
                <a:solidFill>
                  <a:schemeClr val="bg1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23</a:t>
            </a:r>
            <a:r>
              <a:rPr lang="ko-KR" altLang="en-US" sz="1400" kern="0" spc="-150" dirty="0" smtClean="0">
                <a:solidFill>
                  <a:schemeClr val="bg1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건</a:t>
            </a:r>
            <a:endParaRPr lang="en-US" altLang="ko-KR" sz="1400" kern="0" spc="-150" dirty="0" smtClean="0">
              <a:solidFill>
                <a:schemeClr val="bg1"/>
              </a:solidFill>
              <a:latin typeface="Rix모던고딕 B" panose="02020603020101020101" pitchFamily="18" charset="-127"/>
              <a:ea typeface="Rix모던고딕 B" panose="02020603020101020101" pitchFamily="18" charset="-127"/>
            </a:endParaRPr>
          </a:p>
          <a:p>
            <a:pPr algn="ctr" latinLnBrk="0">
              <a:defRPr/>
            </a:pPr>
            <a:r>
              <a:rPr lang="ko-KR" altLang="en-US" sz="1400" kern="0" spc="-150" dirty="0" smtClean="0">
                <a:solidFill>
                  <a:schemeClr val="bg1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상황실</a:t>
            </a:r>
            <a:r>
              <a:rPr lang="en-US" altLang="ko-KR" sz="1400" kern="0" spc="-150" dirty="0">
                <a:solidFill>
                  <a:schemeClr val="bg1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, </a:t>
            </a:r>
            <a:r>
              <a:rPr lang="ko-KR" altLang="en-US" sz="1400" kern="0" spc="-150" dirty="0">
                <a:solidFill>
                  <a:schemeClr val="bg1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군  관련 </a:t>
            </a:r>
            <a:r>
              <a:rPr lang="ko-KR" altLang="en-US" sz="1400" kern="0" spc="-150" dirty="0" smtClean="0">
                <a:solidFill>
                  <a:schemeClr val="bg1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실적</a:t>
            </a:r>
            <a:endParaRPr lang="en-US" altLang="ko-KR" sz="1400" kern="0" spc="-150" dirty="0">
              <a:solidFill>
                <a:schemeClr val="bg1"/>
              </a:solidFill>
              <a:latin typeface="Rix모던고딕 B" panose="02020603020101020101" pitchFamily="18" charset="-127"/>
              <a:ea typeface="Rix모던고딕 B" panose="02020603020101020101" pitchFamily="18" charset="-127"/>
            </a:endParaRPr>
          </a:p>
        </p:txBody>
      </p:sp>
      <p:sp>
        <p:nvSpPr>
          <p:cNvPr id="34" name="직사각형 33"/>
          <p:cNvSpPr/>
          <p:nvPr/>
        </p:nvSpPr>
        <p:spPr>
          <a:xfrm>
            <a:off x="177800" y="3218904"/>
            <a:ext cx="2349499" cy="1133644"/>
          </a:xfrm>
          <a:prstGeom prst="rect">
            <a:avLst/>
          </a:prstGeom>
        </p:spPr>
        <p:txBody>
          <a:bodyPr wrap="square" lIns="72000">
            <a:spAutoFit/>
          </a:bodyPr>
          <a:lstStyle/>
          <a:p>
            <a:pPr marL="119157" indent="-119157" latinLnBrk="0">
              <a:lnSpc>
                <a:spcPct val="120000"/>
              </a:lnSpc>
              <a:spcBef>
                <a:spcPts val="181"/>
              </a:spcBef>
              <a:buFont typeface="Arial" panose="020B0604020202020204" pitchFamily="34" charset="0"/>
              <a:buChar char="•"/>
            </a:pPr>
            <a:r>
              <a:rPr lang="en-US" altLang="ko-KR" sz="1100" kern="0" spc="-7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`14</a:t>
            </a:r>
            <a:r>
              <a:rPr lang="ko-KR" altLang="en-US" sz="1100" kern="0" spc="-70" dirty="0">
                <a:solidFill>
                  <a:schemeClr val="tx1">
                    <a:lumMod val="75000"/>
                    <a:lumOff val="25000"/>
                  </a:schemeClr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년 제</a:t>
            </a:r>
            <a:r>
              <a:rPr lang="en-US" altLang="ko-KR" sz="1100" kern="0" spc="-70" dirty="0">
                <a:solidFill>
                  <a:schemeClr val="tx1">
                    <a:lumMod val="75000"/>
                    <a:lumOff val="25000"/>
                  </a:schemeClr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2</a:t>
            </a:r>
            <a:r>
              <a:rPr lang="ko-KR" altLang="en-US" sz="1100" kern="0" spc="-70" dirty="0">
                <a:solidFill>
                  <a:schemeClr val="tx1">
                    <a:lumMod val="75000"/>
                    <a:lumOff val="25000"/>
                  </a:schemeClr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차 </a:t>
            </a:r>
            <a:r>
              <a:rPr lang="en-US" altLang="ko-KR" sz="1100" kern="0" spc="-70" dirty="0">
                <a:solidFill>
                  <a:schemeClr val="tx1">
                    <a:lumMod val="75000"/>
                    <a:lumOff val="25000"/>
                  </a:schemeClr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HW </a:t>
            </a:r>
            <a:r>
              <a:rPr lang="ko-KR" altLang="en-US" sz="1100" kern="0" spc="-70" dirty="0">
                <a:solidFill>
                  <a:schemeClr val="tx1">
                    <a:lumMod val="75000"/>
                    <a:lumOff val="25000"/>
                  </a:schemeClr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정보자원 </a:t>
            </a:r>
            <a:r>
              <a:rPr lang="ko-KR" altLang="en-US" sz="1100" kern="0" spc="-7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통합구축 사업</a:t>
            </a:r>
            <a:r>
              <a:rPr lang="en-US" altLang="ko-KR" sz="1100" kern="0" spc="-7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2 (</a:t>
            </a:r>
            <a:r>
              <a:rPr lang="ko-KR" altLang="en-US" sz="1100" kern="0" spc="-7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시스템 구축</a:t>
            </a:r>
            <a:r>
              <a:rPr lang="en-US" altLang="ko-KR" sz="1100" kern="0" spc="-7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)</a:t>
            </a:r>
            <a:endParaRPr lang="en-US" altLang="ko-KR" sz="1100" kern="0" spc="-70" dirty="0">
              <a:solidFill>
                <a:schemeClr val="tx1">
                  <a:lumMod val="75000"/>
                  <a:lumOff val="25000"/>
                </a:schemeClr>
              </a:solidFill>
              <a:latin typeface="Rix모던고딕 M" panose="02020603020101020101" pitchFamily="18" charset="-127"/>
              <a:ea typeface="Rix모던고딕 M" panose="02020603020101020101" pitchFamily="18" charset="-127"/>
            </a:endParaRPr>
          </a:p>
          <a:p>
            <a:pPr marL="119157" indent="-119157" latinLnBrk="0">
              <a:lnSpc>
                <a:spcPct val="120000"/>
              </a:lnSpc>
              <a:spcBef>
                <a:spcPts val="181"/>
              </a:spcBef>
              <a:buFont typeface="Arial" panose="020B0604020202020204" pitchFamily="34" charset="0"/>
              <a:buChar char="•"/>
            </a:pPr>
            <a:r>
              <a:rPr lang="en-US" altLang="ko-KR" sz="1100" kern="0" spc="-7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`14</a:t>
            </a:r>
            <a:r>
              <a:rPr lang="ko-KR" altLang="en-US" sz="1100" kern="0" spc="-70" dirty="0">
                <a:solidFill>
                  <a:schemeClr val="tx1">
                    <a:lumMod val="75000"/>
                    <a:lumOff val="25000"/>
                  </a:schemeClr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년 제</a:t>
            </a:r>
            <a:r>
              <a:rPr lang="en-US" altLang="ko-KR" sz="1100" kern="0" spc="-70" dirty="0">
                <a:solidFill>
                  <a:schemeClr val="tx1">
                    <a:lumMod val="75000"/>
                    <a:lumOff val="25000"/>
                  </a:schemeClr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1</a:t>
            </a:r>
            <a:r>
              <a:rPr lang="ko-KR" altLang="en-US" sz="1100" kern="0" spc="-70" dirty="0">
                <a:solidFill>
                  <a:schemeClr val="tx1">
                    <a:lumMod val="75000"/>
                    <a:lumOff val="25000"/>
                  </a:schemeClr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차 </a:t>
            </a:r>
            <a:r>
              <a:rPr lang="en-US" altLang="ko-KR" sz="1100" kern="0" spc="-70" dirty="0">
                <a:solidFill>
                  <a:schemeClr val="tx1">
                    <a:lumMod val="75000"/>
                    <a:lumOff val="25000"/>
                  </a:schemeClr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HW </a:t>
            </a:r>
            <a:r>
              <a:rPr lang="ko-KR" altLang="en-US" sz="1100" kern="0" spc="-7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자원통합 구축 </a:t>
            </a:r>
            <a:r>
              <a:rPr lang="ko-KR" altLang="en-US" sz="1100" kern="0" spc="-70" dirty="0">
                <a:solidFill>
                  <a:schemeClr val="tx1">
                    <a:lumMod val="75000"/>
                    <a:lumOff val="25000"/>
                  </a:schemeClr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사업</a:t>
            </a:r>
            <a:r>
              <a:rPr lang="en-US" altLang="ko-KR" sz="1100" kern="0" spc="-7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3</a:t>
            </a:r>
            <a:br>
              <a:rPr lang="en-US" altLang="ko-KR" sz="1100" kern="0" spc="-7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</a:br>
            <a:r>
              <a:rPr lang="en-US" altLang="ko-KR" sz="1100" kern="0" spc="-7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(</a:t>
            </a:r>
            <a:r>
              <a:rPr lang="ko-KR" altLang="en-US" sz="1100" kern="0" spc="-7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시스템 구축</a:t>
            </a:r>
            <a:r>
              <a:rPr lang="en-US" altLang="ko-KR" sz="1100" kern="0" spc="-7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)</a:t>
            </a:r>
            <a:br>
              <a:rPr lang="en-US" altLang="ko-KR" sz="1100" kern="0" spc="-7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</a:br>
            <a:r>
              <a:rPr lang="ko-KR" altLang="en-US" sz="1100" b="1" kern="0" spc="-7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등 </a:t>
            </a:r>
            <a:r>
              <a:rPr lang="en-US" altLang="ko-KR" sz="1100" b="1" kern="0" spc="-7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6</a:t>
            </a:r>
            <a:r>
              <a:rPr lang="ko-KR" altLang="en-US" sz="1100" b="1" kern="0" spc="-7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건</a:t>
            </a:r>
            <a:endParaRPr lang="ko-KR" altLang="en-US" sz="1100" b="1" kern="0" spc="-70" dirty="0">
              <a:solidFill>
                <a:schemeClr val="tx1">
                  <a:lumMod val="75000"/>
                  <a:lumOff val="25000"/>
                </a:schemeClr>
              </a:solidFill>
              <a:latin typeface="Rix모던고딕 M" panose="02020603020101020101" pitchFamily="18" charset="-127"/>
              <a:ea typeface="Rix모던고딕 M" panose="02020603020101020101" pitchFamily="18" charset="-127"/>
            </a:endParaRPr>
          </a:p>
        </p:txBody>
      </p:sp>
      <p:sp>
        <p:nvSpPr>
          <p:cNvPr id="35" name="직사각형 34"/>
          <p:cNvSpPr/>
          <p:nvPr/>
        </p:nvSpPr>
        <p:spPr>
          <a:xfrm>
            <a:off x="7561197" y="3218904"/>
            <a:ext cx="2945687" cy="1461939"/>
          </a:xfrm>
          <a:prstGeom prst="rect">
            <a:avLst/>
          </a:prstGeom>
        </p:spPr>
        <p:txBody>
          <a:bodyPr wrap="square" lIns="72000">
            <a:spAutoFit/>
          </a:bodyPr>
          <a:lstStyle/>
          <a:p>
            <a:pPr marL="119157" indent="-119157">
              <a:lnSpc>
                <a:spcPct val="120000"/>
              </a:lnSpc>
              <a:spcBef>
                <a:spcPts val="181"/>
              </a:spcBef>
              <a:buFont typeface="Arial" panose="020B0604020202020204" pitchFamily="34" charset="0"/>
              <a:buChar char="•"/>
              <a:defRPr/>
            </a:pPr>
            <a:r>
              <a:rPr lang="en-US" altLang="ko-KR" sz="1100" kern="0" spc="-70" dirty="0">
                <a:solidFill>
                  <a:schemeClr val="tx1">
                    <a:lumMod val="75000"/>
                    <a:lumOff val="25000"/>
                  </a:schemeClr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`</a:t>
            </a:r>
            <a:r>
              <a:rPr lang="en-US" altLang="ko-KR" sz="1100" kern="0" spc="-7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15</a:t>
            </a:r>
            <a:r>
              <a:rPr lang="ko-KR" altLang="en-US" sz="1100" kern="0" spc="-7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년</a:t>
            </a:r>
            <a:r>
              <a:rPr lang="en-US" altLang="ko-KR" sz="1100" kern="0" spc="-7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 </a:t>
            </a:r>
            <a:r>
              <a:rPr lang="en-US" altLang="ko-KR" sz="1100" kern="0" spc="-70" dirty="0">
                <a:solidFill>
                  <a:schemeClr val="tx1">
                    <a:lumMod val="75000"/>
                    <a:lumOff val="25000"/>
                  </a:schemeClr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00</a:t>
            </a:r>
            <a:r>
              <a:rPr lang="ko-KR" altLang="en-US" sz="1100" kern="0" spc="-70" dirty="0">
                <a:solidFill>
                  <a:schemeClr val="tx1">
                    <a:lumMod val="75000"/>
                    <a:lumOff val="25000"/>
                  </a:schemeClr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부대 상황전시체계 개선 </a:t>
            </a:r>
            <a:r>
              <a:rPr lang="ko-KR" altLang="en-US" sz="1100" kern="0" spc="-7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사업</a:t>
            </a:r>
            <a:r>
              <a:rPr lang="en-US" altLang="ko-KR" sz="1100" kern="0" spc="-7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 </a:t>
            </a:r>
            <a:r>
              <a:rPr lang="ko-KR" altLang="en-US" sz="1100" kern="0" spc="-70" dirty="0">
                <a:solidFill>
                  <a:schemeClr val="tx1">
                    <a:lumMod val="75000"/>
                    <a:lumOff val="25000"/>
                  </a:schemeClr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등 </a:t>
            </a:r>
            <a:r>
              <a:rPr lang="en-US" altLang="ko-KR" sz="1200" b="1" kern="0" spc="-70" dirty="0">
                <a:solidFill>
                  <a:schemeClr val="tx1">
                    <a:lumMod val="75000"/>
                    <a:lumOff val="25000"/>
                  </a:schemeClr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3</a:t>
            </a:r>
            <a:r>
              <a:rPr lang="ko-KR" altLang="en-US" sz="1200" b="1" kern="0" spc="-70" dirty="0">
                <a:solidFill>
                  <a:schemeClr val="tx1">
                    <a:lumMod val="75000"/>
                    <a:lumOff val="25000"/>
                  </a:schemeClr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건</a:t>
            </a:r>
            <a:endParaRPr lang="en-US" altLang="ko-KR" sz="1100" b="1" kern="0" spc="-70" dirty="0">
              <a:solidFill>
                <a:schemeClr val="tx1">
                  <a:lumMod val="75000"/>
                  <a:lumOff val="25000"/>
                </a:schemeClr>
              </a:solidFill>
              <a:latin typeface="Rix모던고딕 M" panose="02020603020101020101" pitchFamily="18" charset="-127"/>
              <a:ea typeface="Rix모던고딕 M" panose="02020603020101020101" pitchFamily="18" charset="-127"/>
            </a:endParaRPr>
          </a:p>
          <a:p>
            <a:pPr marL="119157" indent="-119157">
              <a:lnSpc>
                <a:spcPct val="120000"/>
              </a:lnSpc>
              <a:spcBef>
                <a:spcPts val="181"/>
              </a:spcBef>
              <a:buFont typeface="Arial" panose="020B0604020202020204" pitchFamily="34" charset="0"/>
              <a:buChar char="•"/>
              <a:defRPr/>
            </a:pPr>
            <a:r>
              <a:rPr lang="en-US" altLang="ko-KR" sz="1100" kern="0" spc="-70" dirty="0">
                <a:solidFill>
                  <a:schemeClr val="tx1">
                    <a:lumMod val="75000"/>
                    <a:lumOff val="25000"/>
                  </a:schemeClr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`</a:t>
            </a:r>
            <a:r>
              <a:rPr lang="en-US" altLang="ko-KR" sz="1100" kern="0" spc="-7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14</a:t>
            </a:r>
            <a:r>
              <a:rPr lang="ko-KR" altLang="en-US" sz="1100" kern="0" spc="-7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년</a:t>
            </a:r>
            <a:r>
              <a:rPr lang="en-US" altLang="ko-KR" sz="1100" kern="0" spc="-7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 </a:t>
            </a:r>
            <a:r>
              <a:rPr lang="ko-KR" altLang="en-US" sz="1100" kern="0" spc="-70" dirty="0">
                <a:solidFill>
                  <a:schemeClr val="tx1">
                    <a:lumMod val="75000"/>
                    <a:lumOff val="25000"/>
                  </a:schemeClr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후반기 </a:t>
            </a:r>
            <a:r>
              <a:rPr lang="en-US" altLang="ko-KR" sz="1100" kern="0" spc="-70" dirty="0">
                <a:solidFill>
                  <a:schemeClr val="tx1">
                    <a:lumMod val="75000"/>
                    <a:lumOff val="25000"/>
                  </a:schemeClr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VTC </a:t>
            </a:r>
            <a:r>
              <a:rPr lang="ko-KR" altLang="en-US" sz="1100" kern="0" spc="-70" dirty="0">
                <a:solidFill>
                  <a:schemeClr val="tx1">
                    <a:lumMod val="75000"/>
                    <a:lumOff val="25000"/>
                  </a:schemeClr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브리핑체계교체</a:t>
            </a:r>
            <a:r>
              <a:rPr lang="en-US" altLang="ko-KR" sz="1100" kern="0" spc="-70" dirty="0">
                <a:solidFill>
                  <a:schemeClr val="tx1">
                    <a:lumMod val="75000"/>
                    <a:lumOff val="25000"/>
                  </a:schemeClr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/</a:t>
            </a:r>
            <a:r>
              <a:rPr lang="ko-KR" altLang="en-US" sz="1100" kern="0" spc="-7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신규 사업</a:t>
            </a:r>
            <a:r>
              <a:rPr lang="en-US" altLang="ko-KR" sz="1100" kern="0" spc="-7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 </a:t>
            </a:r>
            <a:r>
              <a:rPr lang="ko-KR" altLang="en-US" sz="1100" kern="0" spc="-70" dirty="0">
                <a:solidFill>
                  <a:schemeClr val="tx1">
                    <a:lumMod val="75000"/>
                    <a:lumOff val="25000"/>
                  </a:schemeClr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등 </a:t>
            </a:r>
            <a:r>
              <a:rPr lang="en-US" altLang="ko-KR" sz="1100" kern="0" spc="-7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/>
            </a:r>
            <a:br>
              <a:rPr lang="en-US" altLang="ko-KR" sz="1100" kern="0" spc="-7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</a:br>
            <a:r>
              <a:rPr lang="en-US" altLang="ko-KR" sz="1200" b="1" kern="0" spc="-7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12</a:t>
            </a:r>
            <a:r>
              <a:rPr lang="ko-KR" altLang="en-US" sz="1200" b="1" kern="0" spc="-70" dirty="0">
                <a:solidFill>
                  <a:schemeClr val="tx1">
                    <a:lumMod val="75000"/>
                    <a:lumOff val="25000"/>
                  </a:schemeClr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건</a:t>
            </a:r>
            <a:endParaRPr lang="en-US" altLang="ko-KR" sz="1200" b="1" kern="0" spc="-70" dirty="0">
              <a:solidFill>
                <a:schemeClr val="tx1">
                  <a:lumMod val="75000"/>
                  <a:lumOff val="25000"/>
                </a:schemeClr>
              </a:solidFill>
              <a:latin typeface="Rix모던고딕 M" panose="02020603020101020101" pitchFamily="18" charset="-127"/>
              <a:ea typeface="Rix모던고딕 M" panose="02020603020101020101" pitchFamily="18" charset="-127"/>
            </a:endParaRPr>
          </a:p>
          <a:p>
            <a:pPr marL="119157" indent="-119157">
              <a:lnSpc>
                <a:spcPct val="120000"/>
              </a:lnSpc>
              <a:spcBef>
                <a:spcPts val="181"/>
              </a:spcBef>
              <a:buFont typeface="Arial" panose="020B0604020202020204" pitchFamily="34" charset="0"/>
              <a:buChar char="•"/>
              <a:defRPr/>
            </a:pPr>
            <a:r>
              <a:rPr lang="en-US" altLang="ko-KR" sz="1100" kern="0" spc="-70" dirty="0">
                <a:solidFill>
                  <a:schemeClr val="tx1">
                    <a:lumMod val="75000"/>
                    <a:lumOff val="25000"/>
                  </a:schemeClr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 `</a:t>
            </a:r>
            <a:r>
              <a:rPr lang="en-US" altLang="ko-KR" sz="1100" kern="0" spc="-7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13</a:t>
            </a:r>
            <a:r>
              <a:rPr lang="ko-KR" altLang="en-US" sz="1100" kern="0" spc="-7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년 </a:t>
            </a:r>
            <a:r>
              <a:rPr lang="en-US" altLang="ko-KR" sz="1100" kern="0" spc="-7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2</a:t>
            </a:r>
            <a:r>
              <a:rPr lang="ko-KR" altLang="en-US" sz="1100" kern="0" spc="-70" dirty="0">
                <a:solidFill>
                  <a:schemeClr val="tx1">
                    <a:lumMod val="75000"/>
                    <a:lumOff val="25000"/>
                  </a:schemeClr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함대지휘소 상황 전시체계 </a:t>
            </a:r>
            <a:r>
              <a:rPr lang="ko-KR" altLang="en-US" sz="1100" kern="0" spc="-7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개선사업</a:t>
            </a:r>
            <a:r>
              <a:rPr lang="en-US" altLang="ko-KR" sz="1100" kern="0" spc="-70" dirty="0">
                <a:solidFill>
                  <a:schemeClr val="tx1">
                    <a:lumMod val="75000"/>
                    <a:lumOff val="25000"/>
                  </a:schemeClr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 </a:t>
            </a:r>
            <a:r>
              <a:rPr lang="ko-KR" altLang="en-US" sz="1100" kern="0" spc="-7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등 </a:t>
            </a:r>
            <a:r>
              <a:rPr lang="en-US" altLang="ko-KR" sz="1200" b="1" kern="0" spc="-70" dirty="0">
                <a:solidFill>
                  <a:schemeClr val="tx1">
                    <a:lumMod val="75000"/>
                    <a:lumOff val="25000"/>
                  </a:schemeClr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5</a:t>
            </a:r>
            <a:r>
              <a:rPr lang="ko-KR" altLang="en-US" sz="1200" b="1" kern="0" spc="-70" dirty="0">
                <a:solidFill>
                  <a:schemeClr val="tx1">
                    <a:lumMod val="75000"/>
                    <a:lumOff val="25000"/>
                  </a:schemeClr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건</a:t>
            </a:r>
            <a:endParaRPr lang="en-US" altLang="ko-KR" sz="1200" b="1" kern="0" spc="-70" dirty="0">
              <a:solidFill>
                <a:schemeClr val="tx1">
                  <a:lumMod val="75000"/>
                  <a:lumOff val="25000"/>
                </a:schemeClr>
              </a:solidFill>
              <a:latin typeface="Rix모던고딕 M" panose="02020603020101020101" pitchFamily="18" charset="-127"/>
              <a:ea typeface="Rix모던고딕 M" panose="02020603020101020101" pitchFamily="18" charset="-127"/>
            </a:endParaRPr>
          </a:p>
          <a:p>
            <a:pPr marL="119157" indent="-119157">
              <a:lnSpc>
                <a:spcPct val="120000"/>
              </a:lnSpc>
              <a:spcBef>
                <a:spcPts val="181"/>
              </a:spcBef>
              <a:buFont typeface="Arial" panose="020B0604020202020204" pitchFamily="34" charset="0"/>
              <a:buChar char="•"/>
              <a:defRPr/>
            </a:pPr>
            <a:r>
              <a:rPr lang="en-US" altLang="ko-KR" sz="1100" kern="0" spc="-70" dirty="0">
                <a:solidFill>
                  <a:schemeClr val="tx1">
                    <a:lumMod val="75000"/>
                    <a:lumOff val="25000"/>
                  </a:schemeClr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 `</a:t>
            </a:r>
            <a:r>
              <a:rPr lang="en-US" altLang="ko-KR" sz="1100" kern="0" spc="-7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12</a:t>
            </a:r>
            <a:r>
              <a:rPr lang="ko-KR" altLang="en-US" sz="1100" kern="0" spc="-70" dirty="0">
                <a:solidFill>
                  <a:schemeClr val="tx1">
                    <a:lumMod val="75000"/>
                    <a:lumOff val="25000"/>
                  </a:schemeClr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년 </a:t>
            </a:r>
            <a:r>
              <a:rPr lang="en-US" altLang="ko-KR" sz="1100" kern="0" spc="-7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LG </a:t>
            </a:r>
            <a:r>
              <a:rPr lang="en-US" altLang="ko-KR" sz="1100" kern="0" spc="-70" dirty="0">
                <a:solidFill>
                  <a:schemeClr val="tx1">
                    <a:lumMod val="75000"/>
                    <a:lumOff val="25000"/>
                  </a:schemeClr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CNS </a:t>
            </a:r>
            <a:r>
              <a:rPr lang="ko-KR" altLang="en-US" sz="1100" kern="0" spc="-7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부산 글로벌 클라우드 데이터센터 </a:t>
            </a:r>
            <a:r>
              <a:rPr lang="ko-KR" altLang="en-US" sz="1100" kern="0" spc="-70" dirty="0">
                <a:solidFill>
                  <a:schemeClr val="tx1">
                    <a:lumMod val="75000"/>
                    <a:lumOff val="25000"/>
                  </a:schemeClr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등 </a:t>
            </a:r>
            <a:r>
              <a:rPr lang="en-US" altLang="ko-KR" sz="1200" b="1" kern="0" spc="-70" dirty="0">
                <a:solidFill>
                  <a:schemeClr val="tx1">
                    <a:lumMod val="75000"/>
                    <a:lumOff val="25000"/>
                  </a:schemeClr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3</a:t>
            </a:r>
            <a:r>
              <a:rPr lang="ko-KR" altLang="en-US" sz="1200" b="1" kern="0" spc="-70" dirty="0">
                <a:solidFill>
                  <a:schemeClr val="tx1">
                    <a:lumMod val="75000"/>
                    <a:lumOff val="25000"/>
                  </a:schemeClr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건</a:t>
            </a:r>
          </a:p>
        </p:txBody>
      </p:sp>
      <p:sp>
        <p:nvSpPr>
          <p:cNvPr id="36" name="직사각형 35"/>
          <p:cNvSpPr/>
          <p:nvPr/>
        </p:nvSpPr>
        <p:spPr>
          <a:xfrm>
            <a:off x="2653631" y="3218904"/>
            <a:ext cx="3762727" cy="1439368"/>
          </a:xfrm>
          <a:prstGeom prst="rect">
            <a:avLst/>
          </a:prstGeom>
        </p:spPr>
        <p:txBody>
          <a:bodyPr wrap="square" lIns="72000">
            <a:spAutoFit/>
          </a:bodyPr>
          <a:lstStyle/>
          <a:p>
            <a:pPr marL="119157" indent="-119157">
              <a:lnSpc>
                <a:spcPct val="120000"/>
              </a:lnSpc>
              <a:spcBef>
                <a:spcPts val="181"/>
              </a:spcBef>
              <a:buFont typeface="Arial" panose="020B0604020202020204" pitchFamily="34" charset="0"/>
              <a:buChar char="•"/>
            </a:pPr>
            <a:r>
              <a:rPr lang="en-US" altLang="ko-KR" sz="1100" kern="0" spc="-7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`15</a:t>
            </a:r>
            <a:r>
              <a:rPr lang="ko-KR" altLang="en-US" sz="1100" kern="0" spc="-70" dirty="0">
                <a:solidFill>
                  <a:schemeClr val="tx1">
                    <a:lumMod val="75000"/>
                    <a:lumOff val="25000"/>
                  </a:schemeClr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년 제</a:t>
            </a:r>
            <a:r>
              <a:rPr lang="en-US" altLang="ko-KR" sz="1100" kern="0" spc="-70" dirty="0">
                <a:solidFill>
                  <a:schemeClr val="tx1">
                    <a:lumMod val="75000"/>
                    <a:lumOff val="25000"/>
                  </a:schemeClr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1</a:t>
            </a:r>
            <a:r>
              <a:rPr lang="ko-KR" altLang="en-US" sz="1100" kern="0" spc="-70" dirty="0">
                <a:solidFill>
                  <a:schemeClr val="tx1">
                    <a:lumMod val="75000"/>
                    <a:lumOff val="25000"/>
                  </a:schemeClr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차 </a:t>
            </a:r>
            <a:r>
              <a:rPr lang="en-US" altLang="ko-KR" sz="1100" kern="0" spc="-70" dirty="0">
                <a:solidFill>
                  <a:schemeClr val="tx1">
                    <a:lumMod val="75000"/>
                    <a:lumOff val="25000"/>
                  </a:schemeClr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HW</a:t>
            </a:r>
            <a:r>
              <a:rPr lang="ko-KR" altLang="en-US" sz="1100" kern="0" spc="-70" dirty="0">
                <a:solidFill>
                  <a:schemeClr val="tx1">
                    <a:lumMod val="75000"/>
                    <a:lumOff val="25000"/>
                  </a:schemeClr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자원 통합구축사업 </a:t>
            </a:r>
            <a:r>
              <a:rPr lang="ko-KR" altLang="en-US" sz="1100" kern="0" spc="-7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인프라 </a:t>
            </a:r>
            <a:r>
              <a:rPr lang="en-US" altLang="ko-KR" sz="1100" kern="0" spc="-7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(</a:t>
            </a:r>
            <a:r>
              <a:rPr lang="ko-KR" altLang="en-US" sz="1100" kern="0" spc="-70" dirty="0">
                <a:solidFill>
                  <a:schemeClr val="tx1">
                    <a:lumMod val="75000"/>
                    <a:lumOff val="25000"/>
                  </a:schemeClr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네트워크</a:t>
            </a:r>
            <a:r>
              <a:rPr lang="en-US" altLang="ko-KR" sz="1100" kern="0" spc="-70" dirty="0">
                <a:solidFill>
                  <a:schemeClr val="tx1">
                    <a:lumMod val="75000"/>
                    <a:lumOff val="25000"/>
                  </a:schemeClr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, </a:t>
            </a:r>
            <a:r>
              <a:rPr lang="ko-KR" altLang="en-US" sz="1100" kern="0" spc="-70" dirty="0">
                <a:solidFill>
                  <a:schemeClr val="tx1">
                    <a:lumMod val="75000"/>
                    <a:lumOff val="25000"/>
                  </a:schemeClr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보안 구축</a:t>
            </a:r>
            <a:r>
              <a:rPr lang="en-US" altLang="ko-KR" sz="1100" kern="0" spc="-70" dirty="0">
                <a:solidFill>
                  <a:schemeClr val="tx1">
                    <a:lumMod val="75000"/>
                    <a:lumOff val="25000"/>
                  </a:schemeClr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)</a:t>
            </a:r>
          </a:p>
          <a:p>
            <a:pPr marL="119157" indent="-119157">
              <a:lnSpc>
                <a:spcPct val="120000"/>
              </a:lnSpc>
              <a:spcBef>
                <a:spcPts val="181"/>
              </a:spcBef>
              <a:buFont typeface="Arial" panose="020B0604020202020204" pitchFamily="34" charset="0"/>
              <a:buChar char="•"/>
            </a:pPr>
            <a:r>
              <a:rPr lang="en-US" altLang="ko-KR" sz="1100" kern="0" spc="-7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`15</a:t>
            </a:r>
            <a:r>
              <a:rPr lang="ko-KR" altLang="en-US" sz="1100" kern="0" spc="-70" dirty="0">
                <a:solidFill>
                  <a:schemeClr val="tx1">
                    <a:lumMod val="75000"/>
                    <a:lumOff val="25000"/>
                  </a:schemeClr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년 국가정보통신망 구축 </a:t>
            </a:r>
            <a:r>
              <a:rPr lang="ko-KR" altLang="en-US" sz="1100" kern="0" spc="-7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사업 </a:t>
            </a:r>
            <a:r>
              <a:rPr lang="en-US" altLang="ko-KR" sz="1100" kern="0" spc="-7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(</a:t>
            </a:r>
            <a:r>
              <a:rPr lang="ko-KR" altLang="en-US" sz="1100" kern="0" spc="-70" dirty="0">
                <a:solidFill>
                  <a:schemeClr val="tx1">
                    <a:lumMod val="75000"/>
                    <a:lumOff val="25000"/>
                  </a:schemeClr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통합 백본 구축</a:t>
            </a:r>
            <a:r>
              <a:rPr lang="en-US" altLang="ko-KR" sz="1100" kern="0" spc="-70" dirty="0">
                <a:solidFill>
                  <a:schemeClr val="tx1">
                    <a:lumMod val="75000"/>
                    <a:lumOff val="25000"/>
                  </a:schemeClr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)</a:t>
            </a:r>
          </a:p>
          <a:p>
            <a:pPr marL="119157" indent="-119157">
              <a:lnSpc>
                <a:spcPct val="120000"/>
              </a:lnSpc>
              <a:spcBef>
                <a:spcPts val="181"/>
              </a:spcBef>
              <a:buFont typeface="Arial" panose="020B0604020202020204" pitchFamily="34" charset="0"/>
              <a:buChar char="•"/>
            </a:pPr>
            <a:r>
              <a:rPr lang="en-US" altLang="ko-KR" sz="1100" kern="0" spc="-7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`15</a:t>
            </a:r>
            <a:r>
              <a:rPr lang="ko-KR" altLang="en-US" sz="1100" kern="0" spc="-70" dirty="0">
                <a:solidFill>
                  <a:schemeClr val="tx1">
                    <a:lumMod val="75000"/>
                    <a:lumOff val="25000"/>
                  </a:schemeClr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년 정보보호강화 </a:t>
            </a:r>
            <a:r>
              <a:rPr lang="ko-KR" altLang="en-US" sz="1100" kern="0" spc="-7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사업 </a:t>
            </a:r>
            <a:r>
              <a:rPr lang="en-US" altLang="ko-KR" sz="1100" kern="0" spc="-7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(</a:t>
            </a:r>
            <a:r>
              <a:rPr lang="ko-KR" altLang="en-US" sz="1100" kern="0" spc="-70" dirty="0">
                <a:solidFill>
                  <a:schemeClr val="tx1">
                    <a:lumMod val="75000"/>
                    <a:lumOff val="25000"/>
                  </a:schemeClr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보안 인프라 구축</a:t>
            </a:r>
            <a:r>
              <a:rPr lang="en-US" altLang="ko-KR" sz="1100" kern="0" spc="-70" dirty="0">
                <a:solidFill>
                  <a:schemeClr val="tx1">
                    <a:lumMod val="75000"/>
                    <a:lumOff val="25000"/>
                  </a:schemeClr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)</a:t>
            </a:r>
          </a:p>
          <a:p>
            <a:pPr marL="119157" indent="-119157">
              <a:lnSpc>
                <a:spcPct val="120000"/>
              </a:lnSpc>
              <a:spcBef>
                <a:spcPts val="181"/>
              </a:spcBef>
              <a:buFont typeface="Arial" panose="020B0604020202020204" pitchFamily="34" charset="0"/>
              <a:buChar char="•"/>
            </a:pPr>
            <a:r>
              <a:rPr lang="en-US" altLang="ko-KR" sz="1100" kern="0" spc="-7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`14</a:t>
            </a:r>
            <a:r>
              <a:rPr lang="ko-KR" altLang="en-US" sz="1100" kern="0" spc="-70" dirty="0">
                <a:solidFill>
                  <a:schemeClr val="tx1">
                    <a:lumMod val="75000"/>
                    <a:lumOff val="25000"/>
                  </a:schemeClr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년 제</a:t>
            </a:r>
            <a:r>
              <a:rPr lang="en-US" altLang="ko-KR" sz="1100" kern="0" spc="-70" dirty="0">
                <a:solidFill>
                  <a:schemeClr val="tx1">
                    <a:lumMod val="75000"/>
                    <a:lumOff val="25000"/>
                  </a:schemeClr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1</a:t>
            </a:r>
            <a:r>
              <a:rPr lang="ko-KR" altLang="en-US" sz="1100" kern="0" spc="-70" dirty="0">
                <a:solidFill>
                  <a:schemeClr val="tx1">
                    <a:lumMod val="75000"/>
                    <a:lumOff val="25000"/>
                  </a:schemeClr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차 </a:t>
            </a:r>
            <a:r>
              <a:rPr lang="en-US" altLang="ko-KR" sz="1100" kern="0" spc="-70" dirty="0">
                <a:solidFill>
                  <a:schemeClr val="tx1">
                    <a:lumMod val="75000"/>
                    <a:lumOff val="25000"/>
                  </a:schemeClr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HW</a:t>
            </a:r>
            <a:r>
              <a:rPr lang="ko-KR" altLang="en-US" sz="1100" kern="0" spc="-70" dirty="0">
                <a:solidFill>
                  <a:schemeClr val="tx1">
                    <a:lumMod val="75000"/>
                    <a:lumOff val="25000"/>
                  </a:schemeClr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자원통합구축 사업</a:t>
            </a:r>
            <a:r>
              <a:rPr lang="en-US" altLang="ko-KR" sz="1100" kern="0" spc="-7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1 (</a:t>
            </a:r>
            <a:r>
              <a:rPr lang="ko-KR" altLang="en-US" sz="1100" kern="0" spc="-70" dirty="0">
                <a:solidFill>
                  <a:schemeClr val="tx1">
                    <a:lumMod val="75000"/>
                    <a:lumOff val="25000"/>
                  </a:schemeClr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네트워크 구축</a:t>
            </a:r>
            <a:r>
              <a:rPr lang="en-US" altLang="ko-KR" sz="1100" kern="0" spc="-7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)</a:t>
            </a:r>
          </a:p>
          <a:p>
            <a:pPr marL="119157" indent="-119157">
              <a:lnSpc>
                <a:spcPct val="120000"/>
              </a:lnSpc>
              <a:spcBef>
                <a:spcPts val="181"/>
              </a:spcBef>
              <a:buFont typeface="Arial" panose="020B0604020202020204" pitchFamily="34" charset="0"/>
              <a:buChar char="•"/>
            </a:pPr>
            <a:r>
              <a:rPr lang="ko-KR" altLang="en-US" sz="1100" kern="0" spc="-7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국방망</a:t>
            </a:r>
            <a:r>
              <a:rPr lang="ko-KR" altLang="en-US" sz="1100" kern="0" spc="-70" dirty="0">
                <a:solidFill>
                  <a:schemeClr val="tx1">
                    <a:lumMod val="75000"/>
                    <a:lumOff val="25000"/>
                  </a:schemeClr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 침입방지 위협관리체계 </a:t>
            </a:r>
            <a:r>
              <a:rPr lang="ko-KR" altLang="en-US" sz="1100" kern="0" spc="-7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교체사업 </a:t>
            </a:r>
            <a:r>
              <a:rPr lang="en-US" altLang="ko-KR" sz="1100" kern="0" spc="-70" dirty="0">
                <a:solidFill>
                  <a:schemeClr val="tx1">
                    <a:lumMod val="75000"/>
                    <a:lumOff val="25000"/>
                  </a:schemeClr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(</a:t>
            </a:r>
            <a:r>
              <a:rPr lang="ko-KR" altLang="en-US" sz="1100" kern="0" spc="-70" dirty="0">
                <a:solidFill>
                  <a:schemeClr val="tx1">
                    <a:lumMod val="75000"/>
                    <a:lumOff val="25000"/>
                  </a:schemeClr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공군</a:t>
            </a:r>
            <a:r>
              <a:rPr lang="en-US" altLang="ko-KR" sz="1100" kern="0" spc="-7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)</a:t>
            </a:r>
          </a:p>
          <a:p>
            <a:pPr>
              <a:lnSpc>
                <a:spcPct val="120000"/>
              </a:lnSpc>
              <a:spcBef>
                <a:spcPts val="181"/>
              </a:spcBef>
            </a:pPr>
            <a:r>
              <a:rPr lang="ko-KR" altLang="en-US" sz="1100" b="1" kern="0" spc="-7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     등 </a:t>
            </a:r>
            <a:r>
              <a:rPr lang="en-US" altLang="ko-KR" sz="1100" b="1" kern="0" spc="-7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10</a:t>
            </a:r>
            <a:r>
              <a:rPr lang="ko-KR" altLang="en-US" sz="1100" b="1" kern="0" spc="-7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건</a:t>
            </a:r>
            <a:endParaRPr lang="en-US" altLang="ko-KR" sz="1100" b="1" kern="0" spc="-70" dirty="0">
              <a:solidFill>
                <a:schemeClr val="tx1">
                  <a:lumMod val="75000"/>
                  <a:lumOff val="25000"/>
                </a:schemeClr>
              </a:solidFill>
              <a:latin typeface="Rix모던고딕 M" panose="02020603020101020101" pitchFamily="18" charset="-127"/>
              <a:ea typeface="Rix모던고딕 M" panose="02020603020101020101" pitchFamily="18" charset="-127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1624" y="4692764"/>
            <a:ext cx="2538368" cy="646331"/>
          </a:xfrm>
          <a:prstGeom prst="rect">
            <a:avLst/>
          </a:prstGeom>
        </p:spPr>
        <p:txBody>
          <a:bodyPr wrap="square" lIns="0">
            <a:spAutoFit/>
          </a:bodyPr>
          <a:lstStyle/>
          <a:p>
            <a:pPr algn="ctr" latinLnBrk="0">
              <a:defRPr/>
            </a:pPr>
            <a:r>
              <a:rPr lang="ko-KR" altLang="en-US" sz="2000" kern="0" spc="-150" dirty="0" smtClean="0">
                <a:solidFill>
                  <a:schemeClr val="bg1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시스템</a:t>
            </a:r>
            <a:r>
              <a:rPr lang="en-US" altLang="ko-KR" sz="2000" kern="0" spc="-150" dirty="0" smtClean="0">
                <a:solidFill>
                  <a:schemeClr val="bg1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 </a:t>
            </a:r>
            <a:r>
              <a:rPr lang="ko-KR" altLang="en-US" sz="2000" kern="0" spc="-150" dirty="0" smtClean="0">
                <a:solidFill>
                  <a:schemeClr val="bg1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전문기업</a:t>
            </a:r>
            <a:endParaRPr lang="en-US" altLang="ko-KR" sz="2000" kern="0" spc="-150" dirty="0" smtClean="0">
              <a:solidFill>
                <a:schemeClr val="bg1"/>
              </a:solidFill>
              <a:latin typeface="Rix모던고딕 EB" panose="02020603020101020101" pitchFamily="18" charset="-127"/>
              <a:ea typeface="Rix모던고딕 EB" panose="02020603020101020101" pitchFamily="18" charset="-127"/>
            </a:endParaRPr>
          </a:p>
          <a:p>
            <a:pPr algn="ctr" latinLnBrk="0">
              <a:defRPr/>
            </a:pPr>
            <a:r>
              <a:rPr lang="en-US" altLang="ko-KR" sz="1600" kern="0" spc="-150" dirty="0" smtClean="0">
                <a:solidFill>
                  <a:schemeClr val="bg1">
                    <a:lumMod val="85000"/>
                  </a:schemeClr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IP</a:t>
            </a:r>
            <a:r>
              <a:rPr lang="ko-KR" altLang="en-US" sz="1600" kern="0" spc="-150" dirty="0" smtClean="0">
                <a:solidFill>
                  <a:schemeClr val="bg1">
                    <a:lumMod val="85000"/>
                  </a:schemeClr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관리체계</a:t>
            </a:r>
            <a:r>
              <a:rPr lang="en-US" altLang="ko-KR" sz="1600" kern="0" spc="-150" dirty="0" smtClean="0">
                <a:solidFill>
                  <a:schemeClr val="bg1">
                    <a:lumMod val="85000"/>
                  </a:schemeClr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, </a:t>
            </a:r>
            <a:r>
              <a:rPr lang="ko-KR" altLang="en-US" sz="1600" kern="0" spc="-150" dirty="0" smtClean="0">
                <a:solidFill>
                  <a:schemeClr val="bg1">
                    <a:lumMod val="85000"/>
                  </a:schemeClr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문자전송체계</a:t>
            </a:r>
            <a:endParaRPr lang="en-US" altLang="ko-KR" sz="1600" kern="0" spc="-150" dirty="0" smtClean="0">
              <a:solidFill>
                <a:schemeClr val="bg1">
                  <a:lumMod val="85000"/>
                </a:schemeClr>
              </a:solidFill>
              <a:latin typeface="Rix모던고딕 B" panose="02020603020101020101" pitchFamily="18" charset="-127"/>
              <a:ea typeface="Rix모던고딕 B" panose="02020603020101020101" pitchFamily="18" charset="-127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816373" y="4692764"/>
            <a:ext cx="2538368" cy="646331"/>
          </a:xfrm>
          <a:prstGeom prst="rect">
            <a:avLst/>
          </a:prstGeom>
        </p:spPr>
        <p:txBody>
          <a:bodyPr wrap="square" lIns="0">
            <a:spAutoFit/>
          </a:bodyPr>
          <a:lstStyle/>
          <a:p>
            <a:pPr algn="ctr" latinLnBrk="0">
              <a:defRPr/>
            </a:pPr>
            <a:r>
              <a:rPr lang="ko-KR" altLang="en-US" sz="2000" kern="0" spc="-150" dirty="0">
                <a:solidFill>
                  <a:schemeClr val="bg1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네트워크 </a:t>
            </a:r>
            <a:r>
              <a:rPr lang="ko-KR" altLang="en-US" sz="2000" kern="0" spc="-150" dirty="0" smtClean="0">
                <a:solidFill>
                  <a:schemeClr val="bg1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전문기업</a:t>
            </a:r>
            <a:endParaRPr lang="en-US" altLang="ko-KR" sz="2000" kern="0" spc="-150" dirty="0" smtClean="0">
              <a:solidFill>
                <a:schemeClr val="bg1"/>
              </a:solidFill>
              <a:latin typeface="Rix모던고딕 EB" panose="02020603020101020101" pitchFamily="18" charset="-127"/>
              <a:ea typeface="Rix모던고딕 EB" panose="02020603020101020101" pitchFamily="18" charset="-127"/>
            </a:endParaRPr>
          </a:p>
          <a:p>
            <a:pPr algn="ctr" latinLnBrk="0">
              <a:defRPr/>
            </a:pPr>
            <a:r>
              <a:rPr lang="ko-KR" altLang="en-US" sz="1600" kern="0" spc="-150" dirty="0">
                <a:solidFill>
                  <a:schemeClr val="bg1">
                    <a:lumMod val="85000"/>
                  </a:schemeClr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백본</a:t>
            </a:r>
            <a:r>
              <a:rPr lang="en-US" altLang="ko-KR" sz="1600" kern="0" spc="-150" dirty="0">
                <a:solidFill>
                  <a:schemeClr val="bg1">
                    <a:lumMod val="85000"/>
                  </a:schemeClr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, </a:t>
            </a:r>
            <a:r>
              <a:rPr lang="ko-KR" altLang="en-US" sz="1600" kern="0" spc="-150" dirty="0">
                <a:solidFill>
                  <a:schemeClr val="bg1">
                    <a:lumMod val="85000"/>
                  </a:schemeClr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워크그룹 스위치</a:t>
            </a:r>
            <a:endParaRPr lang="en-US" altLang="ko-KR" sz="1600" kern="0" spc="-150" dirty="0">
              <a:solidFill>
                <a:schemeClr val="bg1">
                  <a:lumMod val="85000"/>
                </a:schemeClr>
              </a:solidFill>
              <a:latin typeface="Rix모던고딕 B" panose="02020603020101020101" pitchFamily="18" charset="-127"/>
              <a:ea typeface="Rix모던고딕 B" panose="02020603020101020101" pitchFamily="18" charset="-127"/>
            </a:endParaRPr>
          </a:p>
        </p:txBody>
      </p:sp>
      <p:sp>
        <p:nvSpPr>
          <p:cNvPr id="39" name="직사각형 38"/>
          <p:cNvSpPr/>
          <p:nvPr/>
        </p:nvSpPr>
        <p:spPr>
          <a:xfrm>
            <a:off x="7803564" y="4692764"/>
            <a:ext cx="2538368" cy="646331"/>
          </a:xfrm>
          <a:prstGeom prst="rect">
            <a:avLst/>
          </a:prstGeom>
        </p:spPr>
        <p:txBody>
          <a:bodyPr wrap="square" lIns="0">
            <a:spAutoFit/>
          </a:bodyPr>
          <a:lstStyle/>
          <a:p>
            <a:pPr algn="ctr" latinLnBrk="0">
              <a:defRPr/>
            </a:pPr>
            <a:r>
              <a:rPr lang="ko-KR" altLang="en-US" sz="2000" kern="0" spc="-150" dirty="0">
                <a:solidFill>
                  <a:schemeClr val="bg1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영상</a:t>
            </a:r>
            <a:r>
              <a:rPr lang="en-US" altLang="ko-KR" sz="2000" kern="0" spc="-150" dirty="0">
                <a:solidFill>
                  <a:schemeClr val="bg1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 </a:t>
            </a:r>
            <a:r>
              <a:rPr lang="ko-KR" altLang="en-US" sz="2000" kern="0" spc="-150" dirty="0">
                <a:solidFill>
                  <a:schemeClr val="bg1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전문기업</a:t>
            </a:r>
            <a:endParaRPr lang="en-US" altLang="ko-KR" sz="2000" kern="0" spc="-150" dirty="0">
              <a:solidFill>
                <a:schemeClr val="bg1"/>
              </a:solidFill>
              <a:latin typeface="Rix모던고딕 EB" panose="02020603020101020101" pitchFamily="18" charset="-127"/>
              <a:ea typeface="Rix모던고딕 EB" panose="02020603020101020101" pitchFamily="18" charset="-127"/>
            </a:endParaRPr>
          </a:p>
          <a:p>
            <a:pPr algn="ctr" latinLnBrk="0">
              <a:defRPr/>
            </a:pPr>
            <a:r>
              <a:rPr lang="ko-KR" altLang="en-US" sz="1600" kern="0" spc="-150" dirty="0" smtClean="0">
                <a:solidFill>
                  <a:schemeClr val="bg1">
                    <a:lumMod val="85000"/>
                  </a:schemeClr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관제실 영상장비</a:t>
            </a:r>
            <a:endParaRPr lang="en-US" altLang="ko-KR" sz="1600" kern="0" spc="-150" dirty="0">
              <a:solidFill>
                <a:schemeClr val="bg1">
                  <a:lumMod val="85000"/>
                </a:schemeClr>
              </a:solidFill>
              <a:latin typeface="Rix모던고딕 B" panose="02020603020101020101" pitchFamily="18" charset="-127"/>
              <a:ea typeface="Rix모던고딕 B" panose="02020603020101020101" pitchFamily="18" charset="-127"/>
            </a:endParaRPr>
          </a:p>
        </p:txBody>
      </p:sp>
      <p:grpSp>
        <p:nvGrpSpPr>
          <p:cNvPr id="40" name="그룹 39"/>
          <p:cNvGrpSpPr/>
          <p:nvPr/>
        </p:nvGrpSpPr>
        <p:grpSpPr>
          <a:xfrm>
            <a:off x="1323151" y="1225671"/>
            <a:ext cx="669538" cy="329816"/>
            <a:chOff x="1381934" y="1225671"/>
            <a:chExt cx="669538" cy="329816"/>
          </a:xfrm>
        </p:grpSpPr>
        <p:sp>
          <p:nvSpPr>
            <p:cNvPr id="41" name="양쪽 모서리가 둥근 사각형 40"/>
            <p:cNvSpPr/>
            <p:nvPr/>
          </p:nvSpPr>
          <p:spPr>
            <a:xfrm rot="10800000">
              <a:off x="1381934" y="1225671"/>
              <a:ext cx="669538" cy="329816"/>
            </a:xfrm>
            <a:prstGeom prst="round2SameRect">
              <a:avLst>
                <a:gd name="adj1" fmla="val 21985"/>
                <a:gd name="adj2" fmla="val 0"/>
              </a:avLst>
            </a:prstGeom>
            <a:solidFill>
              <a:schemeClr val="accent5">
                <a:lumMod val="75000"/>
              </a:schemeClr>
            </a:solidFill>
            <a:ln w="1270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lIns="36000" rIns="36000" rtlCol="0" anchor="ctr"/>
            <a:lstStyle/>
            <a:p>
              <a:pPr algn="ctr" defTabSz="957920" latinLnBrk="0">
                <a:lnSpc>
                  <a:spcPct val="110000"/>
                </a:lnSpc>
                <a:defRPr/>
              </a:pPr>
              <a:endParaRPr lang="ko-KR" altLang="en-US" sz="1600" b="1" spc="-100" dirty="0">
                <a:gradFill>
                  <a:gsLst>
                    <a:gs pos="0">
                      <a:prstClr val="white"/>
                    </a:gs>
                    <a:gs pos="100000">
                      <a:prstClr val="white"/>
                    </a:gs>
                  </a:gsLst>
                  <a:lin ang="5400000" scaled="0"/>
                </a:gradFill>
                <a:latin typeface="+mj-ea"/>
                <a:ea typeface="+mj-ea"/>
              </a:endParaRPr>
            </a:p>
          </p:txBody>
        </p:sp>
        <p:sp>
          <p:nvSpPr>
            <p:cNvPr id="42" name="양쪽 모서리가 둥근 사각형 41"/>
            <p:cNvSpPr/>
            <p:nvPr/>
          </p:nvSpPr>
          <p:spPr>
            <a:xfrm>
              <a:off x="1462096" y="1225671"/>
              <a:ext cx="503864" cy="329816"/>
            </a:xfrm>
            <a:prstGeom prst="round2SameRect">
              <a:avLst>
                <a:gd name="adj1" fmla="val 21985"/>
                <a:gd name="adj2" fmla="val 0"/>
              </a:avLst>
            </a:prstGeom>
            <a:noFill/>
            <a:ln w="1270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lIns="36000" rIns="36000" rtlCol="0" anchor="ctr"/>
            <a:lstStyle/>
            <a:p>
              <a:pPr algn="ctr" defTabSz="957920" latinLnBrk="0">
                <a:lnSpc>
                  <a:spcPct val="110000"/>
                </a:lnSpc>
                <a:defRPr/>
              </a:pPr>
              <a:r>
                <a:rPr lang="en-US" altLang="ko-KR" sz="1600" b="1" spc="-100" dirty="0" smtClean="0">
                  <a:gradFill>
                    <a:gsLst>
                      <a:gs pos="0">
                        <a:prstClr val="white"/>
                      </a:gs>
                      <a:gs pos="100000">
                        <a:prstClr val="white"/>
                      </a:gs>
                    </a:gsLst>
                    <a:lin ang="5400000" scaled="0"/>
                  </a:gradFill>
                  <a:latin typeface="+mj-ea"/>
                  <a:ea typeface="+mj-ea"/>
                </a:rPr>
                <a:t>20%</a:t>
              </a:r>
              <a:endParaRPr lang="ko-KR" altLang="en-US" sz="1600" b="1" spc="-100" dirty="0">
                <a:gradFill>
                  <a:gsLst>
                    <a:gs pos="0">
                      <a:prstClr val="white"/>
                    </a:gs>
                    <a:gs pos="100000">
                      <a:prstClr val="white"/>
                    </a:gs>
                  </a:gsLst>
                  <a:lin ang="5400000" scaled="0"/>
                </a:gradFill>
                <a:latin typeface="+mj-ea"/>
                <a:ea typeface="+mj-ea"/>
              </a:endParaRPr>
            </a:p>
          </p:txBody>
        </p:sp>
      </p:grpSp>
      <p:grpSp>
        <p:nvGrpSpPr>
          <p:cNvPr id="43" name="그룹 42"/>
          <p:cNvGrpSpPr/>
          <p:nvPr/>
        </p:nvGrpSpPr>
        <p:grpSpPr>
          <a:xfrm>
            <a:off x="5382115" y="1225671"/>
            <a:ext cx="669538" cy="329816"/>
            <a:chOff x="1381934" y="1225671"/>
            <a:chExt cx="669538" cy="329816"/>
          </a:xfrm>
        </p:grpSpPr>
        <p:sp>
          <p:nvSpPr>
            <p:cNvPr id="44" name="양쪽 모서리가 둥근 사각형 43"/>
            <p:cNvSpPr/>
            <p:nvPr/>
          </p:nvSpPr>
          <p:spPr>
            <a:xfrm rot="10800000">
              <a:off x="1381934" y="1225671"/>
              <a:ext cx="669538" cy="329816"/>
            </a:xfrm>
            <a:prstGeom prst="round2SameRect">
              <a:avLst>
                <a:gd name="adj1" fmla="val 21985"/>
                <a:gd name="adj2" fmla="val 0"/>
              </a:avLst>
            </a:prstGeom>
            <a:solidFill>
              <a:srgbClr val="C00000"/>
            </a:solidFill>
            <a:ln w="1270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lIns="36000" rIns="36000" rtlCol="0" anchor="ctr"/>
            <a:lstStyle/>
            <a:p>
              <a:pPr algn="ctr" defTabSz="957920" latinLnBrk="0">
                <a:lnSpc>
                  <a:spcPct val="110000"/>
                </a:lnSpc>
                <a:defRPr/>
              </a:pPr>
              <a:endParaRPr lang="ko-KR" altLang="en-US" sz="1600" b="1" spc="-100" dirty="0">
                <a:gradFill>
                  <a:gsLst>
                    <a:gs pos="0">
                      <a:prstClr val="white"/>
                    </a:gs>
                    <a:gs pos="100000">
                      <a:prstClr val="white"/>
                    </a:gs>
                  </a:gsLst>
                  <a:lin ang="5400000" scaled="0"/>
                </a:gradFill>
                <a:latin typeface="+mj-ea"/>
                <a:ea typeface="+mj-ea"/>
              </a:endParaRPr>
            </a:p>
          </p:txBody>
        </p:sp>
        <p:sp>
          <p:nvSpPr>
            <p:cNvPr id="45" name="양쪽 모서리가 둥근 사각형 44"/>
            <p:cNvSpPr/>
            <p:nvPr/>
          </p:nvSpPr>
          <p:spPr>
            <a:xfrm>
              <a:off x="1462096" y="1225671"/>
              <a:ext cx="503864" cy="329816"/>
            </a:xfrm>
            <a:prstGeom prst="round2SameRect">
              <a:avLst>
                <a:gd name="adj1" fmla="val 21985"/>
                <a:gd name="adj2" fmla="val 0"/>
              </a:avLst>
            </a:prstGeom>
            <a:noFill/>
            <a:ln w="1270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lIns="36000" rIns="36000" rtlCol="0" anchor="ctr"/>
            <a:lstStyle/>
            <a:p>
              <a:pPr algn="ctr" defTabSz="957920" latinLnBrk="0">
                <a:lnSpc>
                  <a:spcPct val="110000"/>
                </a:lnSpc>
                <a:defRPr/>
              </a:pPr>
              <a:r>
                <a:rPr lang="en-US" altLang="ko-KR" sz="1600" b="1" spc="-100" dirty="0">
                  <a:gradFill>
                    <a:gsLst>
                      <a:gs pos="0">
                        <a:prstClr val="white"/>
                      </a:gs>
                      <a:gs pos="100000">
                        <a:prstClr val="white"/>
                      </a:gs>
                    </a:gsLst>
                    <a:lin ang="5400000" scaled="0"/>
                  </a:gradFill>
                  <a:latin typeface="+mj-ea"/>
                  <a:ea typeface="+mj-ea"/>
                </a:rPr>
                <a:t>5</a:t>
              </a:r>
              <a:r>
                <a:rPr lang="en-US" altLang="ko-KR" sz="1600" b="1" spc="-100" dirty="0" smtClean="0">
                  <a:gradFill>
                    <a:gsLst>
                      <a:gs pos="0">
                        <a:prstClr val="white"/>
                      </a:gs>
                      <a:gs pos="100000">
                        <a:prstClr val="white"/>
                      </a:gs>
                    </a:gsLst>
                    <a:lin ang="5400000" scaled="0"/>
                  </a:gradFill>
                  <a:latin typeface="+mj-ea"/>
                  <a:ea typeface="+mj-ea"/>
                </a:rPr>
                <a:t>0%</a:t>
              </a:r>
              <a:endParaRPr lang="ko-KR" altLang="en-US" sz="1600" b="1" spc="-100" dirty="0">
                <a:gradFill>
                  <a:gsLst>
                    <a:gs pos="0">
                      <a:prstClr val="white"/>
                    </a:gs>
                    <a:gs pos="100000">
                      <a:prstClr val="white"/>
                    </a:gs>
                  </a:gsLst>
                  <a:lin ang="5400000" scaled="0"/>
                </a:gradFill>
                <a:latin typeface="+mj-ea"/>
                <a:ea typeface="+mj-ea"/>
              </a:endParaRPr>
            </a:p>
          </p:txBody>
        </p:sp>
      </p:grpSp>
      <p:grpSp>
        <p:nvGrpSpPr>
          <p:cNvPr id="46" name="그룹 45"/>
          <p:cNvGrpSpPr/>
          <p:nvPr/>
        </p:nvGrpSpPr>
        <p:grpSpPr>
          <a:xfrm>
            <a:off x="9202866" y="1225671"/>
            <a:ext cx="669538" cy="329816"/>
            <a:chOff x="1381934" y="1225671"/>
            <a:chExt cx="669538" cy="329816"/>
          </a:xfrm>
        </p:grpSpPr>
        <p:sp>
          <p:nvSpPr>
            <p:cNvPr id="47" name="양쪽 모서리가 둥근 사각형 46"/>
            <p:cNvSpPr/>
            <p:nvPr/>
          </p:nvSpPr>
          <p:spPr>
            <a:xfrm rot="10800000">
              <a:off x="1381934" y="1225671"/>
              <a:ext cx="669538" cy="329816"/>
            </a:xfrm>
            <a:prstGeom prst="round2SameRect">
              <a:avLst>
                <a:gd name="adj1" fmla="val 21985"/>
                <a:gd name="adj2" fmla="val 0"/>
              </a:avLst>
            </a:prstGeom>
            <a:solidFill>
              <a:schemeClr val="tx2">
                <a:lumMod val="75000"/>
              </a:schemeClr>
            </a:solidFill>
            <a:ln w="1270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lIns="36000" rIns="36000" rtlCol="0" anchor="ctr"/>
            <a:lstStyle/>
            <a:p>
              <a:pPr algn="ctr" defTabSz="957920" latinLnBrk="0">
                <a:lnSpc>
                  <a:spcPct val="110000"/>
                </a:lnSpc>
                <a:defRPr/>
              </a:pPr>
              <a:endParaRPr lang="ko-KR" altLang="en-US" sz="1600" b="1" spc="-100" dirty="0">
                <a:gradFill>
                  <a:gsLst>
                    <a:gs pos="0">
                      <a:prstClr val="white"/>
                    </a:gs>
                    <a:gs pos="100000">
                      <a:prstClr val="white"/>
                    </a:gs>
                  </a:gsLst>
                  <a:lin ang="5400000" scaled="0"/>
                </a:gradFill>
                <a:latin typeface="+mj-ea"/>
                <a:ea typeface="+mj-ea"/>
              </a:endParaRPr>
            </a:p>
          </p:txBody>
        </p:sp>
        <p:sp>
          <p:nvSpPr>
            <p:cNvPr id="48" name="양쪽 모서리가 둥근 사각형 47"/>
            <p:cNvSpPr/>
            <p:nvPr/>
          </p:nvSpPr>
          <p:spPr>
            <a:xfrm>
              <a:off x="1462096" y="1225671"/>
              <a:ext cx="503864" cy="329816"/>
            </a:xfrm>
            <a:prstGeom prst="round2SameRect">
              <a:avLst>
                <a:gd name="adj1" fmla="val 21985"/>
                <a:gd name="adj2" fmla="val 0"/>
              </a:avLst>
            </a:prstGeom>
            <a:noFill/>
            <a:ln w="1270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lIns="36000" rIns="36000" rtlCol="0" anchor="ctr"/>
            <a:lstStyle/>
            <a:p>
              <a:pPr algn="ctr" defTabSz="957920" latinLnBrk="0">
                <a:lnSpc>
                  <a:spcPct val="110000"/>
                </a:lnSpc>
                <a:defRPr/>
              </a:pPr>
              <a:r>
                <a:rPr lang="en-US" altLang="ko-KR" sz="1600" b="1" spc="-100" dirty="0" smtClean="0">
                  <a:gradFill>
                    <a:gsLst>
                      <a:gs pos="0">
                        <a:prstClr val="white"/>
                      </a:gs>
                      <a:gs pos="100000">
                        <a:prstClr val="white"/>
                      </a:gs>
                    </a:gsLst>
                    <a:lin ang="5400000" scaled="0"/>
                  </a:gradFill>
                  <a:latin typeface="+mj-ea"/>
                  <a:ea typeface="+mj-ea"/>
                </a:rPr>
                <a:t>30%</a:t>
              </a:r>
              <a:endParaRPr lang="ko-KR" altLang="en-US" sz="1600" b="1" spc="-100" dirty="0">
                <a:gradFill>
                  <a:gsLst>
                    <a:gs pos="0">
                      <a:prstClr val="white"/>
                    </a:gs>
                    <a:gs pos="100000">
                      <a:prstClr val="white"/>
                    </a:gs>
                  </a:gsLst>
                  <a:lin ang="5400000" scaled="0"/>
                </a:gradFill>
                <a:latin typeface="+mj-ea"/>
                <a:ea typeface="+mj-ea"/>
              </a:endParaRPr>
            </a:p>
          </p:txBody>
        </p:sp>
      </p:grpSp>
      <p:pic>
        <p:nvPicPr>
          <p:cNvPr id="49" name="그림 48"/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037" r="63545" b="27963"/>
          <a:stretch/>
        </p:blipFill>
        <p:spPr>
          <a:xfrm>
            <a:off x="1946030" y="5462045"/>
            <a:ext cx="974640" cy="452445"/>
          </a:xfrm>
          <a:prstGeom prst="rect">
            <a:avLst/>
          </a:prstGeom>
        </p:spPr>
      </p:pic>
      <p:grpSp>
        <p:nvGrpSpPr>
          <p:cNvPr id="73" name="그룹 72"/>
          <p:cNvGrpSpPr/>
          <p:nvPr/>
        </p:nvGrpSpPr>
        <p:grpSpPr>
          <a:xfrm>
            <a:off x="1946030" y="5967453"/>
            <a:ext cx="1676036" cy="479579"/>
            <a:chOff x="1729801" y="5652263"/>
            <a:chExt cx="1676036" cy="479579"/>
          </a:xfrm>
        </p:grpSpPr>
        <p:sp>
          <p:nvSpPr>
            <p:cNvPr id="50" name="Text Box 80"/>
            <p:cNvSpPr txBox="1">
              <a:spLocks noChangeArrowheads="1"/>
            </p:cNvSpPr>
            <p:nvPr/>
          </p:nvSpPr>
          <p:spPr bwMode="auto">
            <a:xfrm flipH="1">
              <a:off x="1729801" y="5870232"/>
              <a:ext cx="733021" cy="2616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>
              <a:spAutoFit/>
            </a:bodyPr>
            <a:lstStyle>
              <a:lvl1pPr eaLnBrk="0" hangingPunct="0">
                <a:defRPr kumimoji="1" sz="2000" b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 sz="2000" b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 sz="2000" b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 sz="2000" b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 sz="2000" b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9pPr>
            </a:lstStyle>
            <a:p>
              <a:pPr eaLnBrk="1" latinLnBrk="0" hangingPunct="1"/>
              <a:r>
                <a:rPr kumimoji="0" lang="ko-KR" altLang="en-US" sz="1700" b="0" spc="-96" dirty="0" smtClean="0">
                  <a:solidFill>
                    <a:schemeClr val="tx2">
                      <a:lumMod val="75000"/>
                    </a:schemeClr>
                  </a:solidFill>
                  <a:latin typeface="Rix고딕 EB" panose="02020603020101020101" pitchFamily="18" charset="-127"/>
                  <a:ea typeface="Rix고딕 EB" panose="02020603020101020101" pitchFamily="18" charset="-127"/>
                </a:rPr>
                <a:t>아이센트</a:t>
              </a:r>
              <a:endParaRPr kumimoji="0" lang="ko-KR" altLang="en-US" sz="1400" b="0" spc="-96" dirty="0">
                <a:solidFill>
                  <a:schemeClr val="tx2">
                    <a:lumMod val="75000"/>
                  </a:schemeClr>
                </a:solidFill>
                <a:latin typeface="Rix고딕 EB" panose="02020603020101020101" pitchFamily="18" charset="-127"/>
                <a:ea typeface="Rix고딕 EB" panose="02020603020101020101" pitchFamily="18" charset="-127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 flipH="1">
              <a:off x="1729801" y="5652263"/>
              <a:ext cx="1676036" cy="169277"/>
            </a:xfrm>
            <a:prstGeom prst="rect">
              <a:avLst/>
            </a:prstGeom>
          </p:spPr>
          <p:txBody>
            <a:bodyPr wrap="none" lIns="0" tIns="0" rIns="0" bIns="0">
              <a:spAutoFit/>
              <a:scene3d>
                <a:camera prst="orthographicFront"/>
                <a:lightRig rig="threePt" dir="t"/>
              </a:scene3d>
              <a:sp3d>
                <a:bevelT w="0"/>
                <a:contourClr>
                  <a:schemeClr val="bg1"/>
                </a:contourClr>
              </a:sp3d>
            </a:bodyPr>
            <a:lstStyle/>
            <a:p>
              <a:pPr marL="0" lvl="1" defTabSz="1112751" latinLnBrk="0"/>
              <a:r>
                <a:rPr lang="ko-KR" altLang="en-US" sz="1100" spc="-104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Rix고딕 M" panose="02020603020101020101" pitchFamily="18" charset="-127"/>
                  <a:ea typeface="Rix고딕 M" panose="02020603020101020101" pitchFamily="18" charset="-127"/>
                </a:rPr>
                <a:t>네트워크 </a:t>
              </a:r>
              <a:r>
                <a:rPr lang="ko-KR" altLang="en-US" sz="1100" spc="-104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Rix고딕 M" panose="02020603020101020101" pitchFamily="18" charset="-127"/>
                  <a:ea typeface="Rix고딕 M" panose="02020603020101020101" pitchFamily="18" charset="-127"/>
                </a:rPr>
                <a:t>장비</a:t>
              </a:r>
              <a:r>
                <a:rPr lang="en-US" altLang="ko-KR" sz="1100" spc="-104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Rix고딕 M" panose="02020603020101020101" pitchFamily="18" charset="-127"/>
                  <a:ea typeface="Rix고딕 M" panose="02020603020101020101" pitchFamily="18" charset="-127"/>
                </a:rPr>
                <a:t>(</a:t>
              </a:r>
              <a:r>
                <a:rPr lang="ko-KR" altLang="en-US" sz="1100" spc="-104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Rix고딕 M" panose="02020603020101020101" pitchFamily="18" charset="-127"/>
                  <a:ea typeface="Rix고딕 M" panose="02020603020101020101" pitchFamily="18" charset="-127"/>
                </a:rPr>
                <a:t>시스코골드파트너</a:t>
              </a:r>
              <a:r>
                <a:rPr lang="en-US" altLang="ko-KR" sz="1100" spc="-104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Rix고딕 M" panose="02020603020101020101" pitchFamily="18" charset="-127"/>
                  <a:ea typeface="Rix고딕 M" panose="02020603020101020101" pitchFamily="18" charset="-127"/>
                </a:rPr>
                <a:t>)</a:t>
              </a:r>
              <a:endParaRPr lang="en-US" altLang="ko-KR" sz="1100" spc="-104" dirty="0">
                <a:solidFill>
                  <a:schemeClr val="tx1">
                    <a:lumMod val="75000"/>
                    <a:lumOff val="25000"/>
                  </a:schemeClr>
                </a:solidFill>
                <a:latin typeface="Rix고딕 M" panose="02020603020101020101" pitchFamily="18" charset="-127"/>
                <a:ea typeface="Rix고딕 M" panose="02020603020101020101" pitchFamily="18" charset="-127"/>
              </a:endParaRPr>
            </a:p>
          </p:txBody>
        </p:sp>
      </p:grpSp>
      <p:grpSp>
        <p:nvGrpSpPr>
          <p:cNvPr id="74" name="그룹 73"/>
          <p:cNvGrpSpPr/>
          <p:nvPr/>
        </p:nvGrpSpPr>
        <p:grpSpPr>
          <a:xfrm>
            <a:off x="3964464" y="5967453"/>
            <a:ext cx="1563248" cy="427816"/>
            <a:chOff x="4130976" y="5777319"/>
            <a:chExt cx="1563248" cy="427816"/>
          </a:xfrm>
        </p:grpSpPr>
        <p:sp>
          <p:nvSpPr>
            <p:cNvPr id="57" name="Text Box 80"/>
            <p:cNvSpPr txBox="1">
              <a:spLocks noChangeArrowheads="1"/>
            </p:cNvSpPr>
            <p:nvPr/>
          </p:nvSpPr>
          <p:spPr bwMode="auto">
            <a:xfrm>
              <a:off x="4130976" y="5958914"/>
              <a:ext cx="1563248" cy="246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>
              <a:spAutoFit/>
            </a:bodyPr>
            <a:lstStyle>
              <a:lvl1pPr eaLnBrk="0" hangingPunct="0">
                <a:defRPr kumimoji="1" sz="2000" b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 sz="2000" b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 sz="2000" b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 sz="2000" b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 sz="2000" b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9pPr>
            </a:lstStyle>
            <a:p>
              <a:pPr eaLnBrk="1" latinLnBrk="0" hangingPunct="1"/>
              <a:r>
                <a:rPr kumimoji="0" lang="ko-KR" altLang="en-US" sz="1600" b="0" spc="-96" dirty="0" smtClean="0">
                  <a:solidFill>
                    <a:schemeClr val="tx2">
                      <a:lumMod val="75000"/>
                    </a:schemeClr>
                  </a:solidFill>
                  <a:latin typeface="Rix고딕 EB" panose="02020603020101020101" pitchFamily="18" charset="-127"/>
                  <a:ea typeface="Rix고딕 EB" panose="02020603020101020101" pitchFamily="18" charset="-127"/>
                </a:rPr>
                <a:t>㈜리앙</a:t>
              </a:r>
              <a:r>
                <a:rPr kumimoji="0" lang="ko-KR" altLang="en-US" sz="1400" b="0" spc="-96" dirty="0" smtClean="0">
                  <a:solidFill>
                    <a:schemeClr val="tx2">
                      <a:lumMod val="75000"/>
                    </a:schemeClr>
                  </a:solidFill>
                  <a:latin typeface="Rix고딕 EB" panose="02020603020101020101" pitchFamily="18" charset="-127"/>
                  <a:ea typeface="Rix고딕 EB" panose="02020603020101020101" pitchFamily="18" charset="-127"/>
                </a:rPr>
                <a:t>커뮤니케이션즈</a:t>
              </a:r>
              <a:endParaRPr kumimoji="0" lang="ko-KR" altLang="en-US" sz="1400" b="0" spc="-96" dirty="0">
                <a:solidFill>
                  <a:schemeClr val="tx2">
                    <a:lumMod val="75000"/>
                  </a:schemeClr>
                </a:solidFill>
                <a:latin typeface="Rix고딕 EB" panose="02020603020101020101" pitchFamily="18" charset="-127"/>
                <a:ea typeface="Rix고딕 EB" panose="02020603020101020101" pitchFamily="18" charset="-127"/>
              </a:endParaRPr>
            </a:p>
          </p:txBody>
        </p:sp>
        <p:sp>
          <p:nvSpPr>
            <p:cNvPr id="58" name="직사각형 57"/>
            <p:cNvSpPr/>
            <p:nvPr/>
          </p:nvSpPr>
          <p:spPr>
            <a:xfrm>
              <a:off x="4130976" y="5777319"/>
              <a:ext cx="615168" cy="169277"/>
            </a:xfrm>
            <a:prstGeom prst="rect">
              <a:avLst/>
            </a:prstGeom>
          </p:spPr>
          <p:txBody>
            <a:bodyPr wrap="none" lIns="0" tIns="0" rIns="0" bIns="0">
              <a:spAutoFit/>
              <a:scene3d>
                <a:camera prst="orthographicFront"/>
                <a:lightRig rig="threePt" dir="t"/>
              </a:scene3d>
              <a:sp3d>
                <a:bevelT w="0"/>
                <a:contourClr>
                  <a:schemeClr val="bg1"/>
                </a:contourClr>
              </a:sp3d>
            </a:bodyPr>
            <a:lstStyle/>
            <a:p>
              <a:pPr marL="0" lvl="1" defTabSz="1112751" latinLnBrk="0"/>
              <a:r>
                <a:rPr lang="ko-KR" altLang="en-US" sz="1100" spc="-104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Rix고딕 M" panose="02020603020101020101" pitchFamily="18" charset="-127"/>
                  <a:ea typeface="Rix고딕 M" panose="02020603020101020101" pitchFamily="18" charset="-127"/>
                </a:rPr>
                <a:t>안정화</a:t>
              </a:r>
              <a:r>
                <a:rPr lang="en-US" altLang="ko-KR" sz="1100" spc="-104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Rix고딕 M" panose="02020603020101020101" pitchFamily="18" charset="-127"/>
                  <a:ea typeface="Rix고딕 M" panose="02020603020101020101" pitchFamily="18" charset="-127"/>
                </a:rPr>
                <a:t>, </a:t>
              </a:r>
              <a:r>
                <a:rPr lang="ko-KR" altLang="en-US" sz="1100" spc="-104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Rix고딕 M" panose="02020603020101020101" pitchFamily="18" charset="-127"/>
                  <a:ea typeface="Rix고딕 M" panose="02020603020101020101" pitchFamily="18" charset="-127"/>
                </a:rPr>
                <a:t>개발</a:t>
              </a:r>
              <a:endParaRPr lang="ko-KR" altLang="en-US" sz="1100" spc="-104" dirty="0">
                <a:solidFill>
                  <a:schemeClr val="tx1">
                    <a:lumMod val="75000"/>
                    <a:lumOff val="25000"/>
                  </a:schemeClr>
                </a:solidFill>
                <a:latin typeface="Rix고딕 M" panose="02020603020101020101" pitchFamily="18" charset="-127"/>
                <a:ea typeface="Rix고딕 M" panose="02020603020101020101" pitchFamily="18" charset="-127"/>
              </a:endParaRPr>
            </a:p>
          </p:txBody>
        </p:sp>
      </p:grpSp>
      <p:pic>
        <p:nvPicPr>
          <p:cNvPr id="60" name="Picture 2" descr="C:\Users\Administrator\Desktop\Vector Smart Object2.png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4028348" y="5491769"/>
            <a:ext cx="870310" cy="422721"/>
          </a:xfrm>
          <a:prstGeom prst="rect">
            <a:avLst/>
          </a:prstGeom>
          <a:noFill/>
        </p:spPr>
      </p:pic>
      <p:grpSp>
        <p:nvGrpSpPr>
          <p:cNvPr id="76" name="그룹 75"/>
          <p:cNvGrpSpPr/>
          <p:nvPr/>
        </p:nvGrpSpPr>
        <p:grpSpPr>
          <a:xfrm>
            <a:off x="7772455" y="5967453"/>
            <a:ext cx="733021" cy="435511"/>
            <a:chOff x="8984990" y="5538791"/>
            <a:chExt cx="733021" cy="435511"/>
          </a:xfrm>
        </p:grpSpPr>
        <p:sp>
          <p:nvSpPr>
            <p:cNvPr id="61" name="Text Box 80"/>
            <p:cNvSpPr txBox="1">
              <a:spLocks noChangeArrowheads="1"/>
            </p:cNvSpPr>
            <p:nvPr/>
          </p:nvSpPr>
          <p:spPr bwMode="auto">
            <a:xfrm>
              <a:off x="8984990" y="5712692"/>
              <a:ext cx="733021" cy="2616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>
              <a:spAutoFit/>
            </a:bodyPr>
            <a:lstStyle>
              <a:lvl1pPr eaLnBrk="0" hangingPunct="0">
                <a:defRPr kumimoji="1" sz="2000" b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 sz="2000" b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 sz="2000" b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 sz="2000" b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 sz="2000" b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9pPr>
            </a:lstStyle>
            <a:p>
              <a:pPr eaLnBrk="1" latinLnBrk="0" hangingPunct="1"/>
              <a:r>
                <a:rPr kumimoji="0" lang="ko-KR" altLang="en-US" sz="1700" b="0" spc="-96" dirty="0">
                  <a:solidFill>
                    <a:schemeClr val="tx2">
                      <a:lumMod val="75000"/>
                    </a:schemeClr>
                  </a:solidFill>
                  <a:latin typeface="Rix고딕 EB" panose="02020603020101020101" pitchFamily="18" charset="-127"/>
                  <a:ea typeface="Rix고딕 EB" panose="02020603020101020101" pitchFamily="18" charset="-127"/>
                </a:rPr>
                <a:t>㈜지엠피</a:t>
              </a:r>
            </a:p>
          </p:txBody>
        </p:sp>
        <p:sp>
          <p:nvSpPr>
            <p:cNvPr id="62" name="직사각형 61"/>
            <p:cNvSpPr/>
            <p:nvPr/>
          </p:nvSpPr>
          <p:spPr>
            <a:xfrm>
              <a:off x="8984990" y="5538791"/>
              <a:ext cx="679801" cy="169277"/>
            </a:xfrm>
            <a:prstGeom prst="rect">
              <a:avLst/>
            </a:prstGeom>
          </p:spPr>
          <p:txBody>
            <a:bodyPr wrap="none" lIns="0" tIns="0" rIns="0" bIns="0">
              <a:spAutoFit/>
              <a:scene3d>
                <a:camera prst="orthographicFront"/>
                <a:lightRig rig="threePt" dir="t"/>
              </a:scene3d>
              <a:sp3d>
                <a:bevelT w="0"/>
                <a:contourClr>
                  <a:schemeClr val="bg1"/>
                </a:contourClr>
              </a:sp3d>
            </a:bodyPr>
            <a:lstStyle/>
            <a:p>
              <a:pPr marL="0" lvl="1" defTabSz="1112751" latinLnBrk="0"/>
              <a:r>
                <a:rPr lang="ko-KR" altLang="en-US" sz="1100" spc="-104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Rix고딕 M" panose="02020603020101020101" pitchFamily="18" charset="-127"/>
                  <a:ea typeface="Rix고딕 M" panose="02020603020101020101" pitchFamily="18" charset="-127"/>
                </a:rPr>
                <a:t>문자전송체계</a:t>
              </a:r>
            </a:p>
          </p:txBody>
        </p:sp>
      </p:grpSp>
      <p:grpSp>
        <p:nvGrpSpPr>
          <p:cNvPr id="77" name="그룹 76"/>
          <p:cNvGrpSpPr/>
          <p:nvPr/>
        </p:nvGrpSpPr>
        <p:grpSpPr>
          <a:xfrm>
            <a:off x="9150756" y="5967453"/>
            <a:ext cx="1099532" cy="435511"/>
            <a:chOff x="8119201" y="5860505"/>
            <a:chExt cx="1099532" cy="435511"/>
          </a:xfrm>
        </p:grpSpPr>
        <p:sp>
          <p:nvSpPr>
            <p:cNvPr id="64" name="Text Box 80"/>
            <p:cNvSpPr txBox="1">
              <a:spLocks noChangeArrowheads="1"/>
            </p:cNvSpPr>
            <p:nvPr/>
          </p:nvSpPr>
          <p:spPr bwMode="auto">
            <a:xfrm>
              <a:off x="8119201" y="6034406"/>
              <a:ext cx="1099532" cy="2616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>
              <a:spAutoFit/>
            </a:bodyPr>
            <a:lstStyle>
              <a:lvl1pPr eaLnBrk="0" hangingPunct="0">
                <a:defRPr kumimoji="1" sz="2000" b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 sz="2000" b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 sz="2000" b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 sz="2000" b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 sz="2000" b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9pPr>
            </a:lstStyle>
            <a:p>
              <a:pPr eaLnBrk="1" latinLnBrk="0" hangingPunct="1"/>
              <a:r>
                <a:rPr kumimoji="0" lang="ko-KR" altLang="en-US" sz="1700" b="0" spc="-96" dirty="0">
                  <a:solidFill>
                    <a:schemeClr val="tx2">
                      <a:lumMod val="75000"/>
                    </a:schemeClr>
                  </a:solidFill>
                  <a:latin typeface="Rix고딕 EB" panose="02020603020101020101" pitchFamily="18" charset="-127"/>
                  <a:ea typeface="Rix고딕 EB" panose="02020603020101020101" pitchFamily="18" charset="-127"/>
                </a:rPr>
                <a:t>㈜대우루컴즈</a:t>
              </a:r>
            </a:p>
          </p:txBody>
        </p:sp>
        <p:sp>
          <p:nvSpPr>
            <p:cNvPr id="65" name="직사각형 64"/>
            <p:cNvSpPr/>
            <p:nvPr/>
          </p:nvSpPr>
          <p:spPr>
            <a:xfrm>
              <a:off x="8119201" y="5860505"/>
              <a:ext cx="641907" cy="169277"/>
            </a:xfrm>
            <a:prstGeom prst="rect">
              <a:avLst/>
            </a:prstGeom>
          </p:spPr>
          <p:txBody>
            <a:bodyPr wrap="none" lIns="0" tIns="0" rIns="0" bIns="0">
              <a:spAutoFit/>
              <a:scene3d>
                <a:camera prst="orthographicFront"/>
                <a:lightRig rig="threePt" dir="t"/>
              </a:scene3d>
              <a:sp3d>
                <a:bevelT w="0"/>
                <a:contourClr>
                  <a:schemeClr val="bg1"/>
                </a:contourClr>
              </a:sp3d>
            </a:bodyPr>
            <a:lstStyle/>
            <a:p>
              <a:pPr marL="0" lvl="1" defTabSz="1112751" latinLnBrk="0"/>
              <a:r>
                <a:rPr lang="en-US" altLang="ko-KR" sz="1100" spc="-104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Rix고딕 M" panose="02020603020101020101" pitchFamily="18" charset="-127"/>
                  <a:ea typeface="Rix고딕 M" panose="02020603020101020101" pitchFamily="18" charset="-127"/>
                </a:rPr>
                <a:t>PC </a:t>
              </a:r>
              <a:r>
                <a:rPr lang="ko-KR" altLang="en-US" sz="1100" spc="-104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Rix고딕 M" panose="02020603020101020101" pitchFamily="18" charset="-127"/>
                  <a:ea typeface="Rix고딕 M" panose="02020603020101020101" pitchFamily="18" charset="-127"/>
                </a:rPr>
                <a:t>등 부속품</a:t>
              </a:r>
              <a:endParaRPr lang="ko-KR" altLang="en-US" sz="1100" spc="-104" dirty="0">
                <a:solidFill>
                  <a:schemeClr val="tx1">
                    <a:lumMod val="75000"/>
                    <a:lumOff val="25000"/>
                  </a:schemeClr>
                </a:solidFill>
                <a:latin typeface="Rix고딕 M" panose="02020603020101020101" pitchFamily="18" charset="-127"/>
                <a:ea typeface="Rix고딕 M" panose="02020603020101020101" pitchFamily="18" charset="-127"/>
              </a:endParaRPr>
            </a:p>
          </p:txBody>
        </p:sp>
      </p:grpSp>
      <p:pic>
        <p:nvPicPr>
          <p:cNvPr id="67" name="Picture 4" descr="http://www.gmp-kr.com/images/logo.gif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81121" y="5666571"/>
            <a:ext cx="901522" cy="2479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8" name="그림 67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50756" y="5578685"/>
            <a:ext cx="832213" cy="335805"/>
          </a:xfrm>
          <a:prstGeom prst="rect">
            <a:avLst/>
          </a:prstGeom>
        </p:spPr>
      </p:pic>
      <p:grpSp>
        <p:nvGrpSpPr>
          <p:cNvPr id="75" name="그룹 74"/>
          <p:cNvGrpSpPr/>
          <p:nvPr/>
        </p:nvGrpSpPr>
        <p:grpSpPr>
          <a:xfrm>
            <a:off x="5921617" y="5967453"/>
            <a:ext cx="1328184" cy="435511"/>
            <a:chOff x="6768882" y="5775079"/>
            <a:chExt cx="1328184" cy="435511"/>
          </a:xfrm>
        </p:grpSpPr>
        <p:sp>
          <p:nvSpPr>
            <p:cNvPr id="69" name="Text Box 80"/>
            <p:cNvSpPr txBox="1">
              <a:spLocks noChangeArrowheads="1"/>
            </p:cNvSpPr>
            <p:nvPr/>
          </p:nvSpPr>
          <p:spPr bwMode="auto">
            <a:xfrm flipH="1">
              <a:off x="6768882" y="5948980"/>
              <a:ext cx="1328184" cy="2616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>
              <a:spAutoFit/>
            </a:bodyPr>
            <a:lstStyle>
              <a:lvl1pPr eaLnBrk="0" hangingPunct="0">
                <a:defRPr kumimoji="1" sz="2000" b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 sz="2000" b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 sz="2000" b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 sz="2000" b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 sz="2000" b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9pPr>
            </a:lstStyle>
            <a:p>
              <a:pPr eaLnBrk="1" latinLnBrk="0" hangingPunct="1"/>
              <a:r>
                <a:rPr kumimoji="0" lang="ko-KR" altLang="en-US" sz="1700" b="0" spc="-96" dirty="0" smtClean="0">
                  <a:solidFill>
                    <a:schemeClr val="tx2">
                      <a:lumMod val="75000"/>
                    </a:schemeClr>
                  </a:solidFill>
                  <a:latin typeface="Rix고딕 EB" panose="02020603020101020101" pitchFamily="18" charset="-127"/>
                  <a:ea typeface="Rix고딕 EB" panose="02020603020101020101" pitchFamily="18" charset="-127"/>
                </a:rPr>
                <a:t>㈜스콥정보통신</a:t>
              </a:r>
              <a:endParaRPr kumimoji="0" lang="ko-KR" altLang="en-US" sz="1700" b="0" spc="-96" dirty="0">
                <a:solidFill>
                  <a:schemeClr val="tx2">
                    <a:lumMod val="75000"/>
                  </a:schemeClr>
                </a:solidFill>
                <a:latin typeface="Rix고딕 EB" panose="02020603020101020101" pitchFamily="18" charset="-127"/>
                <a:ea typeface="Rix고딕 EB" panose="02020603020101020101" pitchFamily="18" charset="-127"/>
              </a:endParaRPr>
            </a:p>
          </p:txBody>
        </p:sp>
        <p:sp>
          <p:nvSpPr>
            <p:cNvPr id="70" name="직사각형 69"/>
            <p:cNvSpPr/>
            <p:nvPr/>
          </p:nvSpPr>
          <p:spPr>
            <a:xfrm flipH="1">
              <a:off x="6768882" y="5775079"/>
              <a:ext cx="578300" cy="169277"/>
            </a:xfrm>
            <a:prstGeom prst="rect">
              <a:avLst/>
            </a:prstGeom>
          </p:spPr>
          <p:txBody>
            <a:bodyPr wrap="none" lIns="0" tIns="0" rIns="0" bIns="0">
              <a:spAutoFit/>
              <a:scene3d>
                <a:camera prst="orthographicFront"/>
                <a:lightRig rig="threePt" dir="t"/>
              </a:scene3d>
              <a:sp3d>
                <a:bevelT w="0"/>
                <a:contourClr>
                  <a:schemeClr val="bg1"/>
                </a:contourClr>
              </a:sp3d>
            </a:bodyPr>
            <a:lstStyle/>
            <a:p>
              <a:pPr marL="0" lvl="1" defTabSz="1112751" latinLnBrk="0"/>
              <a:r>
                <a:rPr lang="en-US" altLang="ko-KR" sz="1100" spc="-104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Rix고딕 M" panose="02020603020101020101" pitchFamily="18" charset="-127"/>
                  <a:ea typeface="Rix고딕 M" panose="02020603020101020101" pitchFamily="18" charset="-127"/>
                </a:rPr>
                <a:t>IP </a:t>
              </a:r>
              <a:r>
                <a:rPr lang="ko-KR" altLang="en-US" sz="1100" spc="-104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Rix고딕 M" panose="02020603020101020101" pitchFamily="18" charset="-127"/>
                  <a:ea typeface="Rix고딕 M" panose="02020603020101020101" pitchFamily="18" charset="-127"/>
                </a:rPr>
                <a:t>관리체계</a:t>
              </a:r>
              <a:endParaRPr lang="ko-KR" altLang="en-US" sz="1100" spc="-104" dirty="0">
                <a:solidFill>
                  <a:schemeClr val="tx1">
                    <a:lumMod val="75000"/>
                    <a:lumOff val="25000"/>
                  </a:schemeClr>
                </a:solidFill>
                <a:latin typeface="Rix고딕 M" panose="02020603020101020101" pitchFamily="18" charset="-127"/>
                <a:ea typeface="Rix고딕 M" panose="02020603020101020101" pitchFamily="18" charset="-127"/>
              </a:endParaRPr>
            </a:p>
          </p:txBody>
        </p:sp>
      </p:grpSp>
      <p:pic>
        <p:nvPicPr>
          <p:cNvPr id="71" name="Picture 2" descr="http://www.scope.co.kr/kr/viaimg/subvisual/logo.png"/>
          <p:cNvPicPr>
            <a:picLocks noChangeAspect="1" noChangeArrowheads="1"/>
          </p:cNvPicPr>
          <p:nvPr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851" r="37010"/>
          <a:stretch/>
        </p:blipFill>
        <p:spPr bwMode="auto">
          <a:xfrm>
            <a:off x="5946632" y="5592177"/>
            <a:ext cx="1016018" cy="3223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0" name="그룹 79"/>
          <p:cNvGrpSpPr/>
          <p:nvPr/>
        </p:nvGrpSpPr>
        <p:grpSpPr>
          <a:xfrm>
            <a:off x="146521" y="5262311"/>
            <a:ext cx="1535735" cy="1722198"/>
            <a:chOff x="4601198" y="2270915"/>
            <a:chExt cx="1598347" cy="1718223"/>
          </a:xfrm>
        </p:grpSpPr>
        <p:grpSp>
          <p:nvGrpSpPr>
            <p:cNvPr id="81" name="그룹 80"/>
            <p:cNvGrpSpPr/>
            <p:nvPr/>
          </p:nvGrpSpPr>
          <p:grpSpPr>
            <a:xfrm>
              <a:off x="4601198" y="2270915"/>
              <a:ext cx="1598347" cy="1718223"/>
              <a:chOff x="4578862" y="2380599"/>
              <a:chExt cx="1644138" cy="1767446"/>
            </a:xfrm>
          </p:grpSpPr>
          <p:pic>
            <p:nvPicPr>
              <p:cNvPr id="83" name="그림 82"/>
              <p:cNvPicPr>
                <a:picLocks noChangeAspect="1"/>
              </p:cNvPicPr>
              <p:nvPr/>
            </p:nvPicPr>
            <p:blipFill rotWithShape="1">
              <a:blip r:embed="rId11" cstate="print">
                <a:extLst>
                  <a:ext uri="{BEBA8EAE-BF5A-486C-A8C5-ECC9F3942E4B}">
                    <a14:imgProps xmlns:a14="http://schemas.microsoft.com/office/drawing/2010/main">
                      <a14:imgLayer r:embed="rId12">
                        <a14:imgEffect>
                          <a14:brightnessContrast bright="20000" contrast="-4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0490" t="12563" r="22789" b="14433"/>
              <a:stretch/>
            </p:blipFill>
            <p:spPr>
              <a:xfrm>
                <a:off x="4578862" y="2380599"/>
                <a:ext cx="1644138" cy="1767446"/>
              </a:xfrm>
              <a:prstGeom prst="rect">
                <a:avLst/>
              </a:prstGeom>
            </p:spPr>
          </p:pic>
          <p:sp>
            <p:nvSpPr>
              <p:cNvPr id="84" name="타원 83"/>
              <p:cNvSpPr/>
              <p:nvPr/>
            </p:nvSpPr>
            <p:spPr>
              <a:xfrm>
                <a:off x="4758475" y="2526619"/>
                <a:ext cx="1297607" cy="1297608"/>
              </a:xfrm>
              <a:prstGeom prst="ellipse">
                <a:avLst/>
              </a:prstGeom>
              <a:solidFill>
                <a:schemeClr val="bg1">
                  <a:alpha val="2000"/>
                </a:schemeClr>
              </a:solidFill>
              <a:ln w="9525">
                <a:noFill/>
                <a:round/>
                <a:headEnd/>
                <a:tailEnd/>
              </a:ln>
              <a:effectLst>
                <a:outerShdw blurRad="63500" dist="25400" dir="4500000" algn="tl" rotWithShape="0">
                  <a:prstClr val="black">
                    <a:alpha val="70000"/>
                  </a:prstClr>
                </a:outerShdw>
              </a:effec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1100" b="1" dirty="0">
                  <a:solidFill>
                    <a:prstClr val="black"/>
                  </a:solidFill>
                  <a:latin typeface="옥션고딕 M" pitchFamily="2" charset="-127"/>
                  <a:ea typeface="옥션고딕 M" pitchFamily="2" charset="-127"/>
                </a:endParaRPr>
              </a:p>
            </p:txBody>
          </p:sp>
        </p:grpSp>
        <p:sp>
          <p:nvSpPr>
            <p:cNvPr id="82" name="TextBox 81"/>
            <p:cNvSpPr txBox="1"/>
            <p:nvPr/>
          </p:nvSpPr>
          <p:spPr bwMode="auto">
            <a:xfrm>
              <a:off x="4994326" y="2720214"/>
              <a:ext cx="824436" cy="767665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  <a:scene3d>
                <a:camera prst="orthographicFront"/>
                <a:lightRig rig="threePt" dir="t"/>
              </a:scene3d>
              <a:sp3d>
                <a:bevelT w="0"/>
              </a:sp3d>
            </a:bodyPr>
            <a:lstStyle>
              <a:defPPr>
                <a:defRPr lang="ko-KR"/>
              </a:defPPr>
              <a:lvl1pPr algn="ctr" latinLnBrk="0">
                <a:defRPr sz="1700">
                  <a:gradFill flip="none" rotWithShape="1">
                    <a:gsLst>
                      <a:gs pos="0">
                        <a:prstClr val="black">
                          <a:lumMod val="75000"/>
                          <a:lumOff val="25000"/>
                        </a:prstClr>
                      </a:gs>
                      <a:gs pos="100000">
                        <a:prstClr val="black">
                          <a:lumMod val="75000"/>
                          <a:lumOff val="25000"/>
                        </a:prstClr>
                      </a:gs>
                    </a:gsLst>
                    <a:lin ang="5400000" scaled="0"/>
                    <a:tileRect/>
                  </a:gradFill>
                  <a:latin typeface="뫼비우스 Bold" panose="02000500000000000000" pitchFamily="2" charset="-127"/>
                  <a:ea typeface="뫼비우스 Bold" panose="02000500000000000000" pitchFamily="2" charset="-127"/>
                </a:defRPr>
              </a:lvl1pPr>
            </a:lstStyle>
            <a:p>
              <a:pPr defTabSz="1062133">
                <a:buClr>
                  <a:srgbClr val="000000"/>
                </a:buClr>
                <a:tabLst>
                  <a:tab pos="3927576" algn="l"/>
                </a:tabLst>
              </a:pPr>
              <a:r>
                <a:rPr lang="ko-KR" altLang="en-US" sz="2500" spc="-191" dirty="0" smtClean="0">
                  <a:ln w="0"/>
                  <a:solidFill>
                    <a:schemeClr val="tx1">
                      <a:lumMod val="65000"/>
                      <a:lumOff val="35000"/>
                    </a:schemeClr>
                  </a:solidFill>
                  <a:latin typeface="Rix고딕 EB" panose="02020603020101020101" pitchFamily="18" charset="-127"/>
                  <a:ea typeface="Rix고딕 EB" panose="02020603020101020101" pitchFamily="18" charset="-127"/>
                </a:rPr>
                <a:t>협력사</a:t>
              </a:r>
              <a:endParaRPr lang="en-US" altLang="ko-KR" sz="2500" spc="-191" dirty="0" smtClean="0">
                <a:ln w="0"/>
                <a:solidFill>
                  <a:schemeClr val="tx1">
                    <a:lumMod val="65000"/>
                    <a:lumOff val="35000"/>
                  </a:schemeClr>
                </a:solidFill>
                <a:latin typeface="Rix고딕 EB" panose="02020603020101020101" pitchFamily="18" charset="-127"/>
                <a:ea typeface="Rix고딕 EB" panose="02020603020101020101" pitchFamily="18" charset="-127"/>
              </a:endParaRPr>
            </a:p>
            <a:p>
              <a:pPr defTabSz="1062133">
                <a:buClr>
                  <a:srgbClr val="000000"/>
                </a:buClr>
                <a:tabLst>
                  <a:tab pos="3927576" algn="l"/>
                </a:tabLst>
              </a:pPr>
              <a:r>
                <a:rPr lang="ko-KR" altLang="en-US" sz="2500" spc="-191" dirty="0" smtClean="0">
                  <a:ln w="0"/>
                  <a:solidFill>
                    <a:schemeClr val="tx1">
                      <a:lumMod val="65000"/>
                      <a:lumOff val="35000"/>
                    </a:schemeClr>
                  </a:solidFill>
                  <a:latin typeface="Rix고딕 EB" panose="02020603020101020101" pitchFamily="18" charset="-127"/>
                  <a:ea typeface="Rix고딕 EB" panose="02020603020101020101" pitchFamily="18" charset="-127"/>
                </a:rPr>
                <a:t>제조사</a:t>
              </a:r>
              <a:endParaRPr lang="ko-KR" altLang="en-US" sz="2500" spc="-191" dirty="0">
                <a:ln w="0"/>
                <a:solidFill>
                  <a:schemeClr val="tx1">
                    <a:lumMod val="65000"/>
                    <a:lumOff val="35000"/>
                  </a:schemeClr>
                </a:solidFill>
                <a:latin typeface="Rix고딕 EB" panose="02020603020101020101" pitchFamily="18" charset="-127"/>
                <a:ea typeface="Rix고딕 EB" panose="02020603020101020101" pitchFamily="18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261370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그룹 23"/>
          <p:cNvGrpSpPr/>
          <p:nvPr/>
        </p:nvGrpSpPr>
        <p:grpSpPr>
          <a:xfrm>
            <a:off x="5" y="1638300"/>
            <a:ext cx="4987632" cy="5390307"/>
            <a:chOff x="-5697677" y="1638300"/>
            <a:chExt cx="4987632" cy="5390307"/>
          </a:xfrm>
        </p:grpSpPr>
        <p:sp>
          <p:nvSpPr>
            <p:cNvPr id="113" name="양쪽 모서리가 잘린 사각형 112"/>
            <p:cNvSpPr/>
            <p:nvPr/>
          </p:nvSpPr>
          <p:spPr>
            <a:xfrm rot="5400000" flipV="1">
              <a:off x="-5896230" y="1836853"/>
              <a:ext cx="5384738" cy="4987632"/>
            </a:xfrm>
            <a:prstGeom prst="snip2SameRect">
              <a:avLst>
                <a:gd name="adj1" fmla="val 0"/>
                <a:gd name="adj2" fmla="val 6667"/>
              </a:avLst>
            </a:prstGeom>
            <a:blipFill dpi="0" rotWithShape="0">
              <a:blip r:embed="rId3"/>
              <a:srcRect/>
              <a:stretch>
                <a:fillRect/>
              </a:stretch>
            </a:blip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6487" tIns="48244" rIns="96487" bIns="48244" anchor="ctr"/>
            <a:lstStyle/>
            <a:p>
              <a:pPr algn="ctr"/>
              <a:endParaRPr lang="ko-KR" altLang="en-US" sz="1700" dirty="0">
                <a:latin typeface="나눔고딕" pitchFamily="50" charset="-127"/>
                <a:ea typeface="나눔고딕" pitchFamily="50" charset="-127"/>
              </a:endParaRPr>
            </a:p>
          </p:txBody>
        </p:sp>
        <p:sp>
          <p:nvSpPr>
            <p:cNvPr id="147" name="양쪽 모서리가 잘린 사각형 146"/>
            <p:cNvSpPr/>
            <p:nvPr/>
          </p:nvSpPr>
          <p:spPr>
            <a:xfrm rot="5400000" flipV="1">
              <a:off x="-5896230" y="1842422"/>
              <a:ext cx="5384738" cy="4987632"/>
            </a:xfrm>
            <a:prstGeom prst="snip2SameRect">
              <a:avLst>
                <a:gd name="adj1" fmla="val 0"/>
                <a:gd name="adj2" fmla="val 6667"/>
              </a:avLst>
            </a:prstGeom>
            <a:solidFill>
              <a:schemeClr val="tx1">
                <a:alpha val="8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995690"/>
              <a:endParaRPr lang="ko-KR" altLang="en-US" sz="2000" dirty="0">
                <a:latin typeface="나눔고딕" pitchFamily="50" charset="-127"/>
                <a:ea typeface="나눔고딕" pitchFamily="50" charset="-127"/>
              </a:endParaRPr>
            </a:p>
          </p:txBody>
        </p:sp>
      </p:grpSp>
      <p:sp>
        <p:nvSpPr>
          <p:cNvPr id="20" name="원호 19"/>
          <p:cNvSpPr/>
          <p:nvPr/>
        </p:nvSpPr>
        <p:spPr>
          <a:xfrm rot="16200000">
            <a:off x="1279540" y="2199300"/>
            <a:ext cx="4637109" cy="5065095"/>
          </a:xfrm>
          <a:prstGeom prst="arc">
            <a:avLst>
              <a:gd name="adj1" fmla="val 15906870"/>
              <a:gd name="adj2" fmla="val 21538185"/>
            </a:avLst>
          </a:prstGeom>
          <a:ln w="2349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" name="오른쪽 화살표 4"/>
          <p:cNvSpPr/>
          <p:nvPr/>
        </p:nvSpPr>
        <p:spPr>
          <a:xfrm>
            <a:off x="4987637" y="2204521"/>
            <a:ext cx="5466275" cy="295917"/>
          </a:xfrm>
          <a:prstGeom prst="rightArrow">
            <a:avLst/>
          </a:prstGeom>
          <a:gradFill>
            <a:gsLst>
              <a:gs pos="48000">
                <a:schemeClr val="bg1">
                  <a:lumMod val="95000"/>
                </a:schemeClr>
              </a:gs>
              <a:gs pos="833">
                <a:schemeClr val="bg1">
                  <a:lumMod val="50000"/>
                </a:schemeClr>
              </a:gs>
              <a:gs pos="100000">
                <a:schemeClr val="bg1">
                  <a:lumMod val="5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 smtClean="0">
              <a:solidFill>
                <a:schemeClr val="tx1"/>
              </a:solidFill>
            </a:endParaRPr>
          </a:p>
        </p:txBody>
      </p:sp>
      <p:pic>
        <p:nvPicPr>
          <p:cNvPr id="107" name="그림 106" descr="바닥.png"/>
          <p:cNvPicPr>
            <a:picLocks noChangeAspect="1"/>
          </p:cNvPicPr>
          <p:nvPr/>
        </p:nvPicPr>
        <p:blipFill>
          <a:blip r:embed="rId4" cstate="print">
            <a:grayscl/>
          </a:blip>
          <a:stretch>
            <a:fillRect/>
          </a:stretch>
        </p:blipFill>
        <p:spPr>
          <a:xfrm>
            <a:off x="5082437" y="5845919"/>
            <a:ext cx="5476878" cy="817132"/>
          </a:xfrm>
          <a:prstGeom prst="rect">
            <a:avLst/>
          </a:prstGeom>
        </p:spPr>
      </p:pic>
      <p:sp>
        <p:nvSpPr>
          <p:cNvPr id="150" name="Rectangle 209"/>
          <p:cNvSpPr>
            <a:spLocks noChangeArrowheads="1"/>
          </p:cNvSpPr>
          <p:nvPr/>
        </p:nvSpPr>
        <p:spPr bwMode="auto">
          <a:xfrm>
            <a:off x="256487" y="542015"/>
            <a:ext cx="10236619" cy="543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9827" tIns="49913" rIns="99827" bIns="49913">
            <a:spAutoFit/>
          </a:bodyPr>
          <a:lstStyle/>
          <a:p>
            <a:pPr algn="ctr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ko-KR" altLang="en-US" sz="3200" spc="-259" dirty="0">
                <a:solidFill>
                  <a:schemeClr val="tx2">
                    <a:lumMod val="75000"/>
                  </a:schemeClr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“미래의 업무”</a:t>
            </a:r>
            <a:r>
              <a:rPr lang="ko-KR" altLang="en-US" sz="2300" spc="-160" dirty="0">
                <a:ln/>
                <a:solidFill>
                  <a:schemeClr val="tx1">
                    <a:lumMod val="75000"/>
                    <a:lumOff val="25000"/>
                  </a:schemeClr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를 준비하는 </a:t>
            </a:r>
            <a:r>
              <a:rPr lang="en-US" altLang="ko-KR" sz="3200" spc="-259" dirty="0" smtClean="0">
                <a:solidFill>
                  <a:schemeClr val="tx2">
                    <a:lumMod val="75000"/>
                  </a:schemeClr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“</a:t>
            </a:r>
            <a:r>
              <a:rPr lang="ko-KR" altLang="en-US" sz="3200" spc="-259" dirty="0" smtClean="0">
                <a:solidFill>
                  <a:schemeClr val="tx2">
                    <a:lumMod val="75000"/>
                  </a:schemeClr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앞으로의 네트워크</a:t>
            </a:r>
            <a:r>
              <a:rPr lang="en-US" altLang="ko-KR" sz="3200" spc="-259" dirty="0" smtClean="0">
                <a:solidFill>
                  <a:schemeClr val="tx2">
                    <a:lumMod val="75000"/>
                  </a:schemeClr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”</a:t>
            </a:r>
            <a:r>
              <a:rPr lang="ko-KR" altLang="en-US" sz="2300" spc="-160" dirty="0" smtClean="0">
                <a:ln/>
                <a:solidFill>
                  <a:schemeClr val="tx1">
                    <a:lumMod val="75000"/>
                    <a:lumOff val="25000"/>
                  </a:schemeClr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인프라를 구축하겠습니다</a:t>
            </a:r>
            <a:r>
              <a:rPr lang="en-US" altLang="ko-KR" sz="2300" spc="-160" dirty="0">
                <a:ln/>
                <a:solidFill>
                  <a:schemeClr val="tx1">
                    <a:lumMod val="75000"/>
                    <a:lumOff val="25000"/>
                  </a:schemeClr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.</a:t>
            </a:r>
          </a:p>
        </p:txBody>
      </p:sp>
      <p:sp>
        <p:nvSpPr>
          <p:cNvPr id="72" name="사다리꼴 71"/>
          <p:cNvSpPr/>
          <p:nvPr/>
        </p:nvSpPr>
        <p:spPr bwMode="auto">
          <a:xfrm>
            <a:off x="5082437" y="3930950"/>
            <a:ext cx="5386697" cy="329012"/>
          </a:xfrm>
          <a:prstGeom prst="trapezoid">
            <a:avLst>
              <a:gd name="adj" fmla="val 180060"/>
            </a:avLst>
          </a:prstGeom>
          <a:gradFill>
            <a:gsLst>
              <a:gs pos="100000">
                <a:schemeClr val="bg1">
                  <a:lumMod val="95000"/>
                </a:schemeClr>
              </a:gs>
              <a:gs pos="42000">
                <a:schemeClr val="bg1">
                  <a:lumMod val="85000"/>
                  <a:alpha val="95000"/>
                </a:schemeClr>
              </a:gs>
              <a:gs pos="0">
                <a:schemeClr val="bg1">
                  <a:lumMod val="85000"/>
                </a:schemeClr>
              </a:gs>
            </a:gsLst>
            <a:lin ang="16200000" scaled="1"/>
          </a:gradFill>
          <a:ln w="12700">
            <a:noFill/>
          </a:ln>
          <a:effectLst>
            <a:outerShdw blurRad="38100" dist="25400" dir="5400000" algn="t" rotWithShape="0">
              <a:schemeClr val="tx1">
                <a:lumMod val="75000"/>
                <a:lumOff val="25000"/>
              </a:schemeClr>
            </a:outerShdw>
            <a:reflection blurRad="6350" stA="50000" endA="300" endPos="90000" dir="5400000" sy="-100000" algn="bl" rotWithShape="0"/>
          </a:effectLst>
          <a:scene3d>
            <a:camera prst="perspectiveRelaxed" fov="0">
              <a:rot lat="19176000" lon="0" rev="0"/>
            </a:camera>
            <a:lightRig rig="twoPt" dir="t"/>
          </a:scene3d>
          <a:sp3d extrusionH="190500">
            <a:bevelT w="6350" h="12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6487" tIns="48244" rIns="96487" bIns="48244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latinLnBrk="0">
              <a:defRPr/>
            </a:pPr>
            <a:endParaRPr lang="ko-KR" altLang="en-US" dirty="0">
              <a:latin typeface="고도 B" panose="02000503000000020004" pitchFamily="2" charset="-127"/>
              <a:ea typeface="고도 B" panose="02000503000000020004" pitchFamily="2" charset="-127"/>
            </a:endParaRPr>
          </a:p>
        </p:txBody>
      </p:sp>
      <p:sp>
        <p:nvSpPr>
          <p:cNvPr id="159" name="Text Box 172"/>
          <p:cNvSpPr txBox="1">
            <a:spLocks noChangeArrowheads="1"/>
          </p:cNvSpPr>
          <p:nvPr/>
        </p:nvSpPr>
        <p:spPr bwMode="auto">
          <a:xfrm>
            <a:off x="367759" y="5966850"/>
            <a:ext cx="4293346" cy="7848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t" anchorCtr="0">
            <a:spAutoFit/>
            <a:scene3d>
              <a:camera prst="orthographicFront"/>
              <a:lightRig rig="harsh" dir="tl"/>
            </a:scene3d>
            <a:sp3d prstMaterial="flat">
              <a:bevelT w="0" prst="artDeco"/>
              <a:extrusionClr>
                <a:schemeClr val="bg1"/>
              </a:extrusionClr>
              <a:contourClr>
                <a:schemeClr val="bg1"/>
              </a:contourClr>
            </a:sp3d>
          </a:bodyPr>
          <a:lstStyle/>
          <a:p>
            <a:pPr defTabSz="958894" latinLnBrk="0"/>
            <a:r>
              <a:rPr lang="ko-KR" altLang="en-US" sz="2100" spc="-158" dirty="0">
                <a:ln w="11430">
                  <a:noFill/>
                </a:ln>
                <a:solidFill>
                  <a:schemeClr val="bg1"/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  <a:cs typeface="Arial" pitchFamily="34" charset="0"/>
              </a:rPr>
              <a:t>앞으로의 </a:t>
            </a:r>
            <a:r>
              <a:rPr lang="en-US" altLang="ko-KR" sz="3000" spc="-160" dirty="0">
                <a:ln/>
                <a:solidFill>
                  <a:srgbClr val="1B91C1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10</a:t>
            </a:r>
            <a:r>
              <a:rPr lang="ko-KR" altLang="en-US" sz="3000" spc="-160" dirty="0" smtClean="0">
                <a:ln/>
                <a:solidFill>
                  <a:srgbClr val="1B91C1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년 </a:t>
            </a:r>
            <a:r>
              <a:rPr lang="ko-KR" altLang="en-US" sz="2100" spc="-158" dirty="0" smtClean="0">
                <a:ln w="11430">
                  <a:noFill/>
                </a:ln>
                <a:solidFill>
                  <a:schemeClr val="bg1"/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  <a:cs typeface="Arial" pitchFamily="34" charset="0"/>
              </a:rPr>
              <a:t>을 </a:t>
            </a:r>
            <a:r>
              <a:rPr lang="ko-KR" altLang="en-US" sz="2100" spc="-158" dirty="0">
                <a:ln w="11430">
                  <a:noFill/>
                </a:ln>
                <a:solidFill>
                  <a:schemeClr val="bg1"/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  <a:cs typeface="Arial" pitchFamily="34" charset="0"/>
              </a:rPr>
              <a:t>준비하는 </a:t>
            </a:r>
            <a:r>
              <a:rPr lang="en-US" altLang="ko-KR" sz="3000" spc="-160" dirty="0" smtClean="0">
                <a:ln/>
                <a:solidFill>
                  <a:srgbClr val="1B91C1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100G                        </a:t>
            </a:r>
          </a:p>
          <a:p>
            <a:pPr defTabSz="958894" latinLnBrk="0"/>
            <a:r>
              <a:rPr lang="en-US" altLang="ko-KR" sz="2100" spc="-160" dirty="0">
                <a:ln/>
                <a:solidFill>
                  <a:srgbClr val="1B91C1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  <a:cs typeface="Arial" pitchFamily="34" charset="0"/>
              </a:rPr>
              <a:t> </a:t>
            </a:r>
            <a:r>
              <a:rPr lang="en-US" altLang="ko-KR" sz="2100" spc="-160" dirty="0" smtClean="0">
                <a:ln/>
                <a:solidFill>
                  <a:srgbClr val="1B91C1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  <a:cs typeface="Arial" pitchFamily="34" charset="0"/>
              </a:rPr>
              <a:t>                     </a:t>
            </a:r>
            <a:r>
              <a:rPr lang="ko-KR" altLang="en-US" sz="2100" spc="-158" dirty="0" smtClean="0">
                <a:ln w="11430">
                  <a:noFill/>
                </a:ln>
                <a:solidFill>
                  <a:schemeClr val="bg1"/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  <a:cs typeface="Arial" pitchFamily="34" charset="0"/>
              </a:rPr>
              <a:t>네트워크</a:t>
            </a:r>
            <a:r>
              <a:rPr lang="en-US" altLang="ko-KR" sz="2100" spc="-158" dirty="0" smtClean="0">
                <a:ln w="11430">
                  <a:noFill/>
                </a:ln>
                <a:solidFill>
                  <a:schemeClr val="bg1"/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  <a:cs typeface="Arial" pitchFamily="34" charset="0"/>
              </a:rPr>
              <a:t> </a:t>
            </a:r>
            <a:r>
              <a:rPr lang="ko-KR" altLang="en-US" sz="2100" spc="-158" dirty="0">
                <a:ln w="11430">
                  <a:noFill/>
                </a:ln>
                <a:solidFill>
                  <a:schemeClr val="bg1"/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  <a:cs typeface="Arial" pitchFamily="34" charset="0"/>
              </a:rPr>
              <a:t>구축을 약속 </a:t>
            </a:r>
            <a:r>
              <a:rPr lang="ko-KR" altLang="en-US" sz="2100" spc="-158" dirty="0" smtClean="0">
                <a:ln w="11430">
                  <a:noFill/>
                </a:ln>
                <a:solidFill>
                  <a:schemeClr val="bg1"/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  <a:cs typeface="Arial" pitchFamily="34" charset="0"/>
              </a:rPr>
              <a:t>드립니다</a:t>
            </a:r>
            <a:r>
              <a:rPr lang="en-US" altLang="ko-KR" sz="2100" spc="-158" dirty="0" smtClean="0">
                <a:ln w="11430">
                  <a:noFill/>
                </a:ln>
                <a:solidFill>
                  <a:schemeClr val="bg1"/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  <a:cs typeface="Arial" pitchFamily="34" charset="0"/>
              </a:rPr>
              <a:t>. </a:t>
            </a:r>
            <a:endParaRPr lang="ko-KR" altLang="en-US" sz="2100" spc="-158" dirty="0">
              <a:ln w="11430">
                <a:noFill/>
              </a:ln>
              <a:solidFill>
                <a:schemeClr val="bg1"/>
              </a:solidFill>
              <a:latin typeface="Rix모던고딕 M" panose="02020603020101020101" pitchFamily="18" charset="-127"/>
              <a:ea typeface="Rix모던고딕 M" panose="02020603020101020101" pitchFamily="18" charset="-127"/>
              <a:cs typeface="Arial" pitchFamily="34" charset="0"/>
            </a:endParaRPr>
          </a:p>
        </p:txBody>
      </p:sp>
      <p:pic>
        <p:nvPicPr>
          <p:cNvPr id="179" name="그림 178" descr="7.png"/>
          <p:cNvPicPr preferRelativeResize="0">
            <a:picLocks/>
          </p:cNvPicPr>
          <p:nvPr/>
        </p:nvPicPr>
        <p:blipFill rotWithShape="1">
          <a:blip r:embed="rId5" cstate="screen"/>
          <a:srcRect b="21157"/>
          <a:stretch/>
        </p:blipFill>
        <p:spPr>
          <a:xfrm rot="10800000" flipV="1">
            <a:off x="5415750" y="1725342"/>
            <a:ext cx="3927237" cy="317518"/>
          </a:xfrm>
          <a:prstGeom prst="roundRect">
            <a:avLst>
              <a:gd name="adj" fmla="val 50000"/>
            </a:avLst>
          </a:prstGeom>
        </p:spPr>
      </p:pic>
      <p:sp>
        <p:nvSpPr>
          <p:cNvPr id="180" name="TextBox 179"/>
          <p:cNvSpPr txBox="1"/>
          <p:nvPr/>
        </p:nvSpPr>
        <p:spPr>
          <a:xfrm>
            <a:off x="5860648" y="1923614"/>
            <a:ext cx="580287" cy="35394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algn="ctr">
              <a:defRPr sz="2000">
                <a:gradFill flip="none" rotWithShape="1">
                  <a:gsLst>
                    <a:gs pos="0">
                      <a:prstClr val="white">
                        <a:lumMod val="0"/>
                        <a:lumOff val="100000"/>
                      </a:prstClr>
                    </a:gs>
                    <a:gs pos="100000">
                      <a:prstClr val="white">
                        <a:lumMod val="0"/>
                        <a:lumOff val="100000"/>
                      </a:prstClr>
                    </a:gs>
                  </a:gsLst>
                  <a:lin ang="6000000" scaled="0"/>
                  <a:tileRect/>
                </a:gradFill>
                <a:latin typeface="뫼비우스 Bold" panose="02000500000000000000" pitchFamily="2" charset="-127"/>
                <a:ea typeface="뫼비우스 Bold" panose="02000500000000000000" pitchFamily="2" charset="-127"/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latinLnBrk="0"/>
            <a:r>
              <a:rPr lang="en-US" altLang="ko-KR" sz="1700" spc="-160" dirty="0">
                <a:ln/>
                <a:solidFill>
                  <a:srgbClr val="1B91C1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1G</a:t>
            </a:r>
            <a:r>
              <a:rPr lang="en-US" altLang="ko-KR" sz="2300" spc="-160" dirty="0">
                <a:ln/>
                <a:solidFill>
                  <a:schemeClr val="tx1">
                    <a:lumMod val="75000"/>
                    <a:lumOff val="25000"/>
                  </a:schemeClr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 </a:t>
            </a:r>
            <a:r>
              <a:rPr lang="ko-KR" altLang="en-US" sz="1400" spc="-160" dirty="0">
                <a:ln/>
                <a:solidFill>
                  <a:schemeClr val="tx1">
                    <a:lumMod val="65000"/>
                    <a:lumOff val="35000"/>
                  </a:schemeClr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환경</a:t>
            </a:r>
          </a:p>
        </p:txBody>
      </p:sp>
      <p:sp>
        <p:nvSpPr>
          <p:cNvPr id="181" name="TextBox 180"/>
          <p:cNvSpPr txBox="1"/>
          <p:nvPr/>
        </p:nvSpPr>
        <p:spPr>
          <a:xfrm>
            <a:off x="7122120" y="1772917"/>
            <a:ext cx="909223" cy="35394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algn="ctr">
              <a:defRPr sz="2000">
                <a:gradFill flip="none" rotWithShape="1">
                  <a:gsLst>
                    <a:gs pos="0">
                      <a:prstClr val="white">
                        <a:lumMod val="0"/>
                        <a:lumOff val="100000"/>
                      </a:prstClr>
                    </a:gs>
                    <a:gs pos="100000">
                      <a:prstClr val="white">
                        <a:lumMod val="0"/>
                        <a:lumOff val="100000"/>
                      </a:prstClr>
                    </a:gs>
                  </a:gsLst>
                  <a:lin ang="6000000" scaled="0"/>
                  <a:tileRect/>
                </a:gradFill>
                <a:latin typeface="뫼비우스 Bold" panose="02000500000000000000" pitchFamily="2" charset="-127"/>
                <a:ea typeface="뫼비우스 Bold" panose="02000500000000000000" pitchFamily="2" charset="-127"/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latinLnBrk="0"/>
            <a:r>
              <a:rPr lang="en-US" altLang="ko-KR" sz="2200" spc="-160" dirty="0">
                <a:ln/>
                <a:solidFill>
                  <a:srgbClr val="1B91C1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10G</a:t>
            </a:r>
            <a:r>
              <a:rPr lang="en-US" altLang="ko-KR" sz="2300" spc="-160" dirty="0">
                <a:ln/>
                <a:solidFill>
                  <a:schemeClr val="tx1">
                    <a:lumMod val="75000"/>
                    <a:lumOff val="25000"/>
                  </a:schemeClr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 </a:t>
            </a:r>
            <a:r>
              <a:rPr lang="ko-KR" altLang="en-US" sz="1800" spc="-160" dirty="0">
                <a:ln/>
                <a:solidFill>
                  <a:schemeClr val="tx1">
                    <a:lumMod val="65000"/>
                    <a:lumOff val="35000"/>
                  </a:schemeClr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환경</a:t>
            </a:r>
          </a:p>
        </p:txBody>
      </p:sp>
      <p:sp>
        <p:nvSpPr>
          <p:cNvPr id="183" name="TextBox 182"/>
          <p:cNvSpPr txBox="1"/>
          <p:nvPr/>
        </p:nvSpPr>
        <p:spPr>
          <a:xfrm>
            <a:off x="8556752" y="1483420"/>
            <a:ext cx="1334341" cy="41549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algn="ctr">
              <a:defRPr sz="2000">
                <a:gradFill flip="none" rotWithShape="1">
                  <a:gsLst>
                    <a:gs pos="0">
                      <a:prstClr val="white">
                        <a:lumMod val="0"/>
                        <a:lumOff val="100000"/>
                      </a:prstClr>
                    </a:gs>
                    <a:gs pos="100000">
                      <a:prstClr val="white">
                        <a:lumMod val="0"/>
                        <a:lumOff val="100000"/>
                      </a:prstClr>
                    </a:gs>
                  </a:gsLst>
                  <a:lin ang="6000000" scaled="0"/>
                  <a:tileRect/>
                </a:gradFill>
                <a:latin typeface="뫼비우스 Bold" panose="02000500000000000000" pitchFamily="2" charset="-127"/>
                <a:ea typeface="뫼비우스 Bold" panose="02000500000000000000" pitchFamily="2" charset="-127"/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latinLnBrk="0"/>
            <a:r>
              <a:rPr lang="en-US" altLang="ko-KR" sz="2700" spc="-160" dirty="0">
                <a:ln/>
                <a:solidFill>
                  <a:srgbClr val="1B91C1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100G</a:t>
            </a:r>
            <a:r>
              <a:rPr lang="en-US" altLang="ko-KR" sz="2300" spc="-160" dirty="0">
                <a:ln/>
                <a:solidFill>
                  <a:schemeClr val="tx1">
                    <a:lumMod val="75000"/>
                    <a:lumOff val="25000"/>
                  </a:schemeClr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 </a:t>
            </a:r>
            <a:r>
              <a:rPr lang="ko-KR" altLang="en-US" sz="2200" spc="-160" dirty="0">
                <a:ln/>
                <a:solidFill>
                  <a:schemeClr val="tx1">
                    <a:lumMod val="65000"/>
                    <a:lumOff val="35000"/>
                  </a:schemeClr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환경</a:t>
            </a:r>
          </a:p>
        </p:txBody>
      </p:sp>
      <p:sp>
        <p:nvSpPr>
          <p:cNvPr id="185" name="Text Box 172"/>
          <p:cNvSpPr txBox="1">
            <a:spLocks noChangeArrowheads="1"/>
          </p:cNvSpPr>
          <p:nvPr/>
        </p:nvSpPr>
        <p:spPr bwMode="auto">
          <a:xfrm>
            <a:off x="5738390" y="2672027"/>
            <a:ext cx="3868047" cy="2616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t" anchorCtr="0">
            <a:spAutoFit/>
            <a:scene3d>
              <a:camera prst="orthographicFront"/>
              <a:lightRig rig="harsh" dir="tl"/>
            </a:scene3d>
            <a:sp3d prstMaterial="flat">
              <a:bevelT w="0" prst="artDeco"/>
              <a:extrusionClr>
                <a:schemeClr val="bg1"/>
              </a:extrusionClr>
              <a:contourClr>
                <a:schemeClr val="bg1"/>
              </a:contourClr>
            </a:sp3d>
          </a:bodyPr>
          <a:lstStyle/>
          <a:p>
            <a:pPr algn="ctr" defTabSz="958894" latinLnBrk="0"/>
            <a:r>
              <a:rPr lang="ko-KR" altLang="en-US" sz="1700" spc="-100" dirty="0">
                <a:ln w="11430">
                  <a:noFill/>
                </a:ln>
                <a:solidFill>
                  <a:srgbClr val="1B91C1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  <a:cs typeface="Arial" pitchFamily="34" charset="0"/>
              </a:rPr>
              <a:t>향후 </a:t>
            </a:r>
            <a:r>
              <a:rPr lang="en-US" altLang="ko-KR" sz="1700" spc="-100" dirty="0">
                <a:ln w="11430">
                  <a:noFill/>
                </a:ln>
                <a:solidFill>
                  <a:srgbClr val="1B91C1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  <a:cs typeface="Arial" pitchFamily="34" charset="0"/>
              </a:rPr>
              <a:t>100G </a:t>
            </a:r>
            <a:r>
              <a:rPr lang="ko-KR" altLang="en-US" sz="1700" spc="-100" dirty="0">
                <a:ln w="11430">
                  <a:noFill/>
                </a:ln>
                <a:solidFill>
                  <a:srgbClr val="1B91C1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  <a:cs typeface="Arial" pitchFamily="34" charset="0"/>
              </a:rPr>
              <a:t>인터페이스 지원 및 업그레이드 가능</a:t>
            </a:r>
          </a:p>
        </p:txBody>
      </p:sp>
      <p:sp>
        <p:nvSpPr>
          <p:cNvPr id="187" name="Text Box 172"/>
          <p:cNvSpPr txBox="1">
            <a:spLocks noChangeArrowheads="1"/>
          </p:cNvSpPr>
          <p:nvPr/>
        </p:nvSpPr>
        <p:spPr bwMode="auto">
          <a:xfrm>
            <a:off x="5650339" y="6638313"/>
            <a:ext cx="4232569" cy="3847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t" anchorCtr="0">
            <a:spAutoFit/>
            <a:scene3d>
              <a:camera prst="orthographicFront"/>
              <a:lightRig rig="harsh" dir="tl"/>
            </a:scene3d>
            <a:sp3d prstMaterial="flat">
              <a:bevelT w="0" prst="artDeco"/>
              <a:extrusionClr>
                <a:schemeClr val="bg1"/>
              </a:extrusionClr>
              <a:contourClr>
                <a:schemeClr val="bg1"/>
              </a:contourClr>
            </a:sp3d>
          </a:bodyPr>
          <a:lstStyle/>
          <a:p>
            <a:pPr algn="ctr" defTabSz="958894" latinLnBrk="0"/>
            <a:r>
              <a:rPr lang="ko-KR" altLang="en-US" sz="2500" spc="-180" dirty="0" smtClean="0">
                <a:ln w="11430">
                  <a:noFill/>
                </a:ln>
                <a:solidFill>
                  <a:srgbClr val="C00000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  <a:cs typeface="Arial" pitchFamily="34" charset="0"/>
              </a:rPr>
              <a:t>국방의 </a:t>
            </a:r>
            <a:r>
              <a:rPr lang="ko-KR" altLang="en-US" sz="2500" spc="-180" dirty="0">
                <a:ln w="11430">
                  <a:noFill/>
                </a:ln>
                <a:solidFill>
                  <a:srgbClr val="C00000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  <a:cs typeface="Arial" pitchFamily="34" charset="0"/>
              </a:rPr>
              <a:t>든든한 동반자가 </a:t>
            </a:r>
            <a:r>
              <a:rPr lang="ko-KR" altLang="en-US" sz="2500" spc="-180" dirty="0" smtClean="0">
                <a:ln w="11430">
                  <a:noFill/>
                </a:ln>
                <a:solidFill>
                  <a:srgbClr val="C00000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  <a:cs typeface="Arial" pitchFamily="34" charset="0"/>
              </a:rPr>
              <a:t>되겠습니다</a:t>
            </a:r>
            <a:r>
              <a:rPr lang="en-US" altLang="ko-KR" sz="2500" spc="-180" dirty="0" smtClean="0">
                <a:ln w="11430">
                  <a:noFill/>
                </a:ln>
                <a:solidFill>
                  <a:srgbClr val="C00000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  <a:cs typeface="Arial" pitchFamily="34" charset="0"/>
              </a:rPr>
              <a:t>.</a:t>
            </a:r>
            <a:endParaRPr lang="ko-KR" altLang="en-US" sz="2500" spc="-180" dirty="0">
              <a:ln w="11430">
                <a:noFill/>
              </a:ln>
              <a:solidFill>
                <a:srgbClr val="C00000"/>
              </a:solidFill>
              <a:latin typeface="Rix모던고딕 EB" panose="02020603020101020101" pitchFamily="18" charset="-127"/>
              <a:ea typeface="Rix모던고딕 EB" panose="02020603020101020101" pitchFamily="18" charset="-127"/>
              <a:cs typeface="Arial" pitchFamily="34" charset="0"/>
            </a:endParaRPr>
          </a:p>
        </p:txBody>
      </p:sp>
      <p:grpSp>
        <p:nvGrpSpPr>
          <p:cNvPr id="3" name="그룹 2"/>
          <p:cNvGrpSpPr/>
          <p:nvPr/>
        </p:nvGrpSpPr>
        <p:grpSpPr>
          <a:xfrm>
            <a:off x="5683433" y="3124937"/>
            <a:ext cx="2547894" cy="1109242"/>
            <a:chOff x="5311328" y="2813103"/>
            <a:chExt cx="2547894" cy="1109242"/>
          </a:xfrm>
        </p:grpSpPr>
        <p:pic>
          <p:nvPicPr>
            <p:cNvPr id="73" name="그림 72"/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049780" y="3609591"/>
              <a:ext cx="1809442" cy="312754"/>
            </a:xfrm>
            <a:prstGeom prst="rect">
              <a:avLst/>
            </a:prstGeom>
          </p:spPr>
        </p:pic>
        <p:grpSp>
          <p:nvGrpSpPr>
            <p:cNvPr id="198" name="그룹 197"/>
            <p:cNvGrpSpPr/>
            <p:nvPr/>
          </p:nvGrpSpPr>
          <p:grpSpPr>
            <a:xfrm>
              <a:off x="5972049" y="2813103"/>
              <a:ext cx="1165975" cy="1013176"/>
              <a:chOff x="8694216" y="4463851"/>
              <a:chExt cx="1080120" cy="702918"/>
            </a:xfrm>
          </p:grpSpPr>
          <p:pic>
            <p:nvPicPr>
              <p:cNvPr id="199" name="그림 198"/>
              <p:cNvPicPr>
                <a:picLocks noChangeAspect="1"/>
              </p:cNvPicPr>
              <p:nvPr/>
            </p:nvPicPr>
            <p:blipFill>
              <a:blip r:embed="rId7" cstate="print">
                <a:grayscl/>
                <a:extLst>
                  <a:ext uri="{BEBA8EAE-BF5A-486C-A8C5-ECC9F3942E4B}">
                    <a14:imgProps xmlns:a14="http://schemas.microsoft.com/office/drawing/2010/main">
                      <a14:imgLayer r:embed="rId8">
                        <a14:imgEffect>
                          <a14:saturation sat="0"/>
                        </a14:imgEffect>
                        <a14:imgEffect>
                          <a14:brightnessContrast contrast="2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 rot="16200000">
                <a:off x="9077277" y="4469710"/>
                <a:ext cx="702918" cy="691200"/>
              </a:xfrm>
              <a:prstGeom prst="rect">
                <a:avLst/>
              </a:prstGeom>
              <a:effectLst/>
            </p:spPr>
          </p:pic>
          <p:pic>
            <p:nvPicPr>
              <p:cNvPr id="200" name="그림 199"/>
              <p:cNvPicPr>
                <a:picLocks noChangeAspect="1"/>
              </p:cNvPicPr>
              <p:nvPr/>
            </p:nvPicPr>
            <p:blipFill>
              <a:blip r:embed="rId7" cstate="print">
                <a:grayscl/>
                <a:extLst>
                  <a:ext uri="{BEBA8EAE-BF5A-486C-A8C5-ECC9F3942E4B}">
                    <a14:imgProps xmlns:a14="http://schemas.microsoft.com/office/drawing/2010/main">
                      <a14:imgLayer r:embed="rId8">
                        <a14:imgEffect>
                          <a14:saturation sat="0"/>
                        </a14:imgEffect>
                        <a14:imgEffect>
                          <a14:brightnessContrast contrast="2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 rot="16200000">
                <a:off x="8688357" y="4469710"/>
                <a:ext cx="702918" cy="691200"/>
              </a:xfrm>
              <a:prstGeom prst="rect">
                <a:avLst/>
              </a:prstGeom>
              <a:effectLst/>
            </p:spPr>
          </p:pic>
          <p:sp>
            <p:nvSpPr>
              <p:cNvPr id="201" name="Text Box 172"/>
              <p:cNvSpPr txBox="1">
                <a:spLocks noChangeArrowheads="1"/>
              </p:cNvSpPr>
              <p:nvPr/>
            </p:nvSpPr>
            <p:spPr bwMode="auto">
              <a:xfrm>
                <a:off x="9083135" y="4672936"/>
                <a:ext cx="690035" cy="27758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 anchor="t" anchorCtr="0">
                <a:spAutoFit/>
                <a:scene3d>
                  <a:camera prst="orthographicFront"/>
                  <a:lightRig rig="harsh" dir="tl"/>
                </a:scene3d>
                <a:sp3d contourW="38100" prstMaterial="flat">
                  <a:bevelT w="1270" h="38100"/>
                  <a:extrusionClr>
                    <a:schemeClr val="bg1"/>
                  </a:extrusionClr>
                  <a:contourClr>
                    <a:schemeClr val="bg1"/>
                  </a:contourClr>
                </a:sp3d>
              </a:bodyPr>
              <a:lstStyle/>
              <a:p>
                <a:pPr defTabSz="958894" latinLnBrk="0"/>
                <a:r>
                  <a:rPr lang="en-US" altLang="ko-KR" sz="1300" dirty="0">
                    <a:ln w="11430">
                      <a:noFill/>
                    </a:ln>
                    <a:latin typeface="Rix고딕 EB" panose="02020603020101020101" pitchFamily="18" charset="-127"/>
                    <a:ea typeface="Rix고딕 EB" panose="02020603020101020101" pitchFamily="18" charset="-127"/>
                    <a:cs typeface="Arial" pitchFamily="34" charset="0"/>
                  </a:rPr>
                  <a:t>100G</a:t>
                </a:r>
              </a:p>
              <a:p>
                <a:pPr defTabSz="958894" latinLnBrk="0"/>
                <a:r>
                  <a:rPr lang="en-US" altLang="ko-KR" sz="1300" dirty="0">
                    <a:ln w="11430">
                      <a:noFill/>
                    </a:ln>
                    <a:latin typeface="Rix고딕 EB" panose="02020603020101020101" pitchFamily="18" charset="-127"/>
                    <a:ea typeface="Rix고딕 EB" panose="02020603020101020101" pitchFamily="18" charset="-127"/>
                    <a:cs typeface="Arial" pitchFamily="34" charset="0"/>
                  </a:rPr>
                  <a:t>Switching</a:t>
                </a:r>
              </a:p>
            </p:txBody>
          </p:sp>
        </p:grpSp>
        <p:grpSp>
          <p:nvGrpSpPr>
            <p:cNvPr id="202" name="그룹 201"/>
            <p:cNvGrpSpPr/>
            <p:nvPr/>
          </p:nvGrpSpPr>
          <p:grpSpPr>
            <a:xfrm>
              <a:off x="5311328" y="2856014"/>
              <a:ext cx="855049" cy="946637"/>
              <a:chOff x="5489860" y="3196044"/>
              <a:chExt cx="792088" cy="858592"/>
            </a:xfrm>
          </p:grpSpPr>
          <p:sp>
            <p:nvSpPr>
              <p:cNvPr id="203" name="원통 202"/>
              <p:cNvSpPr/>
              <p:nvPr/>
            </p:nvSpPr>
            <p:spPr>
              <a:xfrm rot="16200000">
                <a:off x="5795894" y="3117750"/>
                <a:ext cx="180020" cy="792088"/>
              </a:xfrm>
              <a:prstGeom prst="can">
                <a:avLst>
                  <a:gd name="adj" fmla="val 40873"/>
                </a:avLst>
              </a:prstGeom>
              <a:gradFill>
                <a:gsLst>
                  <a:gs pos="50000">
                    <a:srgbClr val="1B91C1"/>
                  </a:gs>
                  <a:gs pos="0">
                    <a:schemeClr val="tx2"/>
                  </a:gs>
                  <a:gs pos="100000">
                    <a:schemeClr val="tx2">
                      <a:lumMod val="50000"/>
                    </a:schemeClr>
                  </a:gs>
                </a:gsLst>
                <a:lin ang="0" scaled="1"/>
              </a:gradFill>
              <a:ln w="88900" cap="rnd" cmpd="sng">
                <a:noFill/>
                <a:prstDash val="solid"/>
                <a:headEnd type="none" w="lg" len="med"/>
                <a:tailEnd type="none" w="lg" len="med"/>
              </a:ln>
              <a:effectLst/>
            </p:spPr>
            <p:style>
              <a:lnRef idx="1">
                <a:schemeClr val="accent5"/>
              </a:lnRef>
              <a:fillRef idx="3">
                <a:schemeClr val="accent5"/>
              </a:fillRef>
              <a:effectRef idx="2">
                <a:schemeClr val="accent5"/>
              </a:effectRef>
              <a:fontRef idx="minor">
                <a:schemeClr val="lt1"/>
              </a:fontRef>
            </p:style>
            <p:txBody>
              <a:bodyPr wrap="none" lIns="0" tIns="0" rIns="0" bIns="0" anchor="ctr" anchorCtr="0"/>
              <a:lstStyle/>
              <a:p>
                <a:pPr algn="ctr" latinLnBrk="0">
                  <a:spcBef>
                    <a:spcPts val="211"/>
                  </a:spcBef>
                  <a:spcAft>
                    <a:spcPts val="633"/>
                  </a:spcAft>
                </a:pPr>
                <a:endParaRPr lang="ko-KR" altLang="en-US" sz="1800" dirty="0">
                  <a:ln w="0"/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뫼비우스 Bold" panose="02000500000000000000" pitchFamily="2" charset="-127"/>
                  <a:ea typeface="뫼비우스 Bold" panose="02000500000000000000" pitchFamily="2" charset="-127"/>
                </a:endParaRPr>
              </a:p>
            </p:txBody>
          </p:sp>
          <p:sp>
            <p:nvSpPr>
              <p:cNvPr id="204" name="Text Box 172"/>
              <p:cNvSpPr txBox="1">
                <a:spLocks noChangeArrowheads="1"/>
              </p:cNvSpPr>
              <p:nvPr/>
            </p:nvSpPr>
            <p:spPr bwMode="auto">
              <a:xfrm>
                <a:off x="5750772" y="3424323"/>
                <a:ext cx="270264" cy="16749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 anchor="t" anchorCtr="0">
                <a:spAutoFit/>
                <a:scene3d>
                  <a:camera prst="orthographicFront"/>
                  <a:lightRig rig="harsh" dir="tl"/>
                </a:scene3d>
                <a:sp3d prstMaterial="flat">
                  <a:extrusionClr>
                    <a:schemeClr val="bg1"/>
                  </a:extrusionClr>
                  <a:contourClr>
                    <a:schemeClr val="bg1"/>
                  </a:contourClr>
                </a:sp3d>
              </a:bodyPr>
              <a:lstStyle/>
              <a:p>
                <a:pPr algn="ctr" defTabSz="958894" latinLnBrk="0"/>
                <a:r>
                  <a:rPr lang="en-US" altLang="ko-KR" sz="1200" dirty="0">
                    <a:ln w="11430">
                      <a:noFill/>
                    </a:ln>
                    <a:solidFill>
                      <a:schemeClr val="bg1"/>
                    </a:solidFill>
                    <a:latin typeface="Rix모던고딕 B" panose="02020603020101020101" pitchFamily="18" charset="-127"/>
                    <a:ea typeface="Rix모던고딕 B" panose="02020603020101020101" pitchFamily="18" charset="-127"/>
                    <a:cs typeface="Arial" pitchFamily="34" charset="0"/>
                  </a:rPr>
                  <a:t>40G</a:t>
                </a:r>
              </a:p>
            </p:txBody>
          </p:sp>
          <p:sp>
            <p:nvSpPr>
              <p:cNvPr id="205" name="원통 204"/>
              <p:cNvSpPr/>
              <p:nvPr/>
            </p:nvSpPr>
            <p:spPr>
              <a:xfrm rot="16200000">
                <a:off x="5795894" y="3343165"/>
                <a:ext cx="180020" cy="792088"/>
              </a:xfrm>
              <a:prstGeom prst="can">
                <a:avLst>
                  <a:gd name="adj" fmla="val 40873"/>
                </a:avLst>
              </a:prstGeom>
              <a:gradFill>
                <a:gsLst>
                  <a:gs pos="50000">
                    <a:srgbClr val="1B91C1"/>
                  </a:gs>
                  <a:gs pos="0">
                    <a:schemeClr val="tx2"/>
                  </a:gs>
                  <a:gs pos="100000">
                    <a:schemeClr val="tx2">
                      <a:lumMod val="50000"/>
                    </a:schemeClr>
                  </a:gs>
                </a:gsLst>
                <a:lin ang="0" scaled="1"/>
              </a:gradFill>
              <a:ln w="88900" cap="rnd" cmpd="sng">
                <a:noFill/>
                <a:prstDash val="solid"/>
                <a:headEnd type="none" w="lg" len="med"/>
                <a:tailEnd type="none" w="lg" len="med"/>
              </a:ln>
              <a:effectLst/>
            </p:spPr>
            <p:style>
              <a:lnRef idx="1">
                <a:schemeClr val="accent5"/>
              </a:lnRef>
              <a:fillRef idx="3">
                <a:schemeClr val="accent5"/>
              </a:fillRef>
              <a:effectRef idx="2">
                <a:schemeClr val="accent5"/>
              </a:effectRef>
              <a:fontRef idx="minor">
                <a:schemeClr val="lt1"/>
              </a:fontRef>
            </p:style>
            <p:txBody>
              <a:bodyPr wrap="none" lIns="0" tIns="0" rIns="0" bIns="0" anchor="ctr" anchorCtr="0"/>
              <a:lstStyle/>
              <a:p>
                <a:pPr algn="ctr" latinLnBrk="0">
                  <a:spcBef>
                    <a:spcPts val="211"/>
                  </a:spcBef>
                  <a:spcAft>
                    <a:spcPts val="633"/>
                  </a:spcAft>
                </a:pPr>
                <a:endParaRPr lang="ko-KR" altLang="en-US" sz="1800" dirty="0">
                  <a:ln w="0"/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뫼비우스 Bold" panose="02000500000000000000" pitchFamily="2" charset="-127"/>
                  <a:ea typeface="뫼비우스 Bold" panose="02000500000000000000" pitchFamily="2" charset="-127"/>
                </a:endParaRPr>
              </a:p>
            </p:txBody>
          </p:sp>
          <p:sp>
            <p:nvSpPr>
              <p:cNvPr id="206" name="Text Box 172"/>
              <p:cNvSpPr txBox="1">
                <a:spLocks noChangeArrowheads="1"/>
              </p:cNvSpPr>
              <p:nvPr/>
            </p:nvSpPr>
            <p:spPr bwMode="auto">
              <a:xfrm>
                <a:off x="5750772" y="3654093"/>
                <a:ext cx="270264" cy="16749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 anchor="t" anchorCtr="0">
                <a:spAutoFit/>
                <a:scene3d>
                  <a:camera prst="orthographicFront"/>
                  <a:lightRig rig="harsh" dir="tl"/>
                </a:scene3d>
                <a:sp3d prstMaterial="flat">
                  <a:extrusionClr>
                    <a:schemeClr val="bg1"/>
                  </a:extrusionClr>
                  <a:contourClr>
                    <a:schemeClr val="bg1"/>
                  </a:contourClr>
                </a:sp3d>
              </a:bodyPr>
              <a:lstStyle/>
              <a:p>
                <a:pPr algn="ctr" defTabSz="958894" latinLnBrk="0"/>
                <a:r>
                  <a:rPr lang="en-US" altLang="ko-KR" sz="1200" dirty="0">
                    <a:ln w="11430">
                      <a:noFill/>
                    </a:ln>
                    <a:solidFill>
                      <a:schemeClr val="bg1"/>
                    </a:solidFill>
                    <a:latin typeface="Rix모던고딕 B" panose="02020603020101020101" pitchFamily="18" charset="-127"/>
                    <a:ea typeface="Rix모던고딕 B" panose="02020603020101020101" pitchFamily="18" charset="-127"/>
                    <a:cs typeface="Arial" pitchFamily="34" charset="0"/>
                  </a:rPr>
                  <a:t>10G</a:t>
                </a:r>
              </a:p>
            </p:txBody>
          </p:sp>
          <p:sp>
            <p:nvSpPr>
              <p:cNvPr id="207" name="원통 206"/>
              <p:cNvSpPr/>
              <p:nvPr/>
            </p:nvSpPr>
            <p:spPr>
              <a:xfrm rot="16200000">
                <a:off x="5795894" y="2892334"/>
                <a:ext cx="180020" cy="792088"/>
              </a:xfrm>
              <a:prstGeom prst="can">
                <a:avLst>
                  <a:gd name="adj" fmla="val 40873"/>
                </a:avLst>
              </a:prstGeom>
              <a:gradFill>
                <a:gsLst>
                  <a:gs pos="50000">
                    <a:srgbClr val="1B91C1"/>
                  </a:gs>
                  <a:gs pos="0">
                    <a:schemeClr val="tx2"/>
                  </a:gs>
                  <a:gs pos="100000">
                    <a:schemeClr val="tx2">
                      <a:lumMod val="50000"/>
                    </a:schemeClr>
                  </a:gs>
                </a:gsLst>
                <a:lin ang="0" scaled="1"/>
              </a:gradFill>
              <a:ln w="88900" cap="rnd" cmpd="sng">
                <a:noFill/>
                <a:prstDash val="solid"/>
                <a:headEnd type="none" w="lg" len="med"/>
                <a:tailEnd type="none" w="lg" len="med"/>
              </a:ln>
              <a:effectLst/>
            </p:spPr>
            <p:style>
              <a:lnRef idx="1">
                <a:schemeClr val="accent5"/>
              </a:lnRef>
              <a:fillRef idx="3">
                <a:schemeClr val="accent5"/>
              </a:fillRef>
              <a:effectRef idx="2">
                <a:schemeClr val="accent5"/>
              </a:effectRef>
              <a:fontRef idx="minor">
                <a:schemeClr val="lt1"/>
              </a:fontRef>
            </p:style>
            <p:txBody>
              <a:bodyPr wrap="none" lIns="0" tIns="0" rIns="0" bIns="0" anchor="ctr" anchorCtr="0"/>
              <a:lstStyle/>
              <a:p>
                <a:pPr algn="ctr" latinLnBrk="0">
                  <a:spcBef>
                    <a:spcPts val="211"/>
                  </a:spcBef>
                  <a:spcAft>
                    <a:spcPts val="633"/>
                  </a:spcAft>
                </a:pPr>
                <a:endParaRPr lang="ko-KR" altLang="en-US" sz="1800" dirty="0">
                  <a:ln w="0"/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뫼비우스 Bold" panose="02000500000000000000" pitchFamily="2" charset="-127"/>
                  <a:ea typeface="뫼비우스 Bold" panose="02000500000000000000" pitchFamily="2" charset="-127"/>
                </a:endParaRPr>
              </a:p>
            </p:txBody>
          </p:sp>
          <p:sp>
            <p:nvSpPr>
              <p:cNvPr id="208" name="Text Box 172"/>
              <p:cNvSpPr txBox="1">
                <a:spLocks noChangeArrowheads="1"/>
              </p:cNvSpPr>
              <p:nvPr/>
            </p:nvSpPr>
            <p:spPr bwMode="auto">
              <a:xfrm>
                <a:off x="5750771" y="3196044"/>
                <a:ext cx="270264" cy="16749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 anchor="t" anchorCtr="0">
                <a:spAutoFit/>
                <a:scene3d>
                  <a:camera prst="orthographicFront"/>
                  <a:lightRig rig="harsh" dir="tl"/>
                </a:scene3d>
                <a:sp3d prstMaterial="flat">
                  <a:extrusionClr>
                    <a:schemeClr val="bg1"/>
                  </a:extrusionClr>
                  <a:contourClr>
                    <a:schemeClr val="bg1"/>
                  </a:contourClr>
                </a:sp3d>
              </a:bodyPr>
              <a:lstStyle/>
              <a:p>
                <a:pPr algn="ctr" defTabSz="958894" latinLnBrk="0"/>
                <a:r>
                  <a:rPr lang="en-US" altLang="ko-KR" sz="1200" dirty="0">
                    <a:ln w="11430">
                      <a:noFill/>
                    </a:ln>
                    <a:solidFill>
                      <a:schemeClr val="bg1"/>
                    </a:solidFill>
                    <a:latin typeface="Rix모던고딕 B" panose="02020603020101020101" pitchFamily="18" charset="-127"/>
                    <a:ea typeface="Rix모던고딕 B" panose="02020603020101020101" pitchFamily="18" charset="-127"/>
                    <a:cs typeface="Arial" pitchFamily="34" charset="0"/>
                  </a:rPr>
                  <a:t>40G</a:t>
                </a:r>
              </a:p>
            </p:txBody>
          </p:sp>
          <p:sp>
            <p:nvSpPr>
              <p:cNvPr id="209" name="원통 208"/>
              <p:cNvSpPr/>
              <p:nvPr/>
            </p:nvSpPr>
            <p:spPr>
              <a:xfrm rot="16200000">
                <a:off x="5795894" y="3568582"/>
                <a:ext cx="180020" cy="792088"/>
              </a:xfrm>
              <a:prstGeom prst="can">
                <a:avLst>
                  <a:gd name="adj" fmla="val 40873"/>
                </a:avLst>
              </a:prstGeom>
              <a:gradFill>
                <a:gsLst>
                  <a:gs pos="50000">
                    <a:srgbClr val="1B91C1"/>
                  </a:gs>
                  <a:gs pos="0">
                    <a:schemeClr val="tx2"/>
                  </a:gs>
                  <a:gs pos="100000">
                    <a:schemeClr val="tx2">
                      <a:lumMod val="50000"/>
                    </a:schemeClr>
                  </a:gs>
                </a:gsLst>
                <a:lin ang="0" scaled="1"/>
              </a:gradFill>
              <a:ln w="88900" cap="rnd" cmpd="sng">
                <a:noFill/>
                <a:prstDash val="solid"/>
                <a:headEnd type="none" w="lg" len="med"/>
                <a:tailEnd type="none" w="lg" len="med"/>
              </a:ln>
              <a:effectLst/>
            </p:spPr>
            <p:style>
              <a:lnRef idx="1">
                <a:schemeClr val="accent5"/>
              </a:lnRef>
              <a:fillRef idx="3">
                <a:schemeClr val="accent5"/>
              </a:fillRef>
              <a:effectRef idx="2">
                <a:schemeClr val="accent5"/>
              </a:effectRef>
              <a:fontRef idx="minor">
                <a:schemeClr val="lt1"/>
              </a:fontRef>
            </p:style>
            <p:txBody>
              <a:bodyPr wrap="none" lIns="0" tIns="0" rIns="0" bIns="0" anchor="ctr" anchorCtr="0"/>
              <a:lstStyle/>
              <a:p>
                <a:pPr algn="ctr" latinLnBrk="0">
                  <a:spcBef>
                    <a:spcPts val="211"/>
                  </a:spcBef>
                  <a:spcAft>
                    <a:spcPts val="633"/>
                  </a:spcAft>
                </a:pPr>
                <a:endParaRPr lang="ko-KR" altLang="en-US" sz="1800" dirty="0">
                  <a:ln w="0"/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뫼비우스 Bold" panose="02000500000000000000" pitchFamily="2" charset="-127"/>
                  <a:ea typeface="뫼비우스 Bold" panose="02000500000000000000" pitchFamily="2" charset="-127"/>
                </a:endParaRPr>
              </a:p>
            </p:txBody>
          </p:sp>
          <p:sp>
            <p:nvSpPr>
              <p:cNvPr id="210" name="Text Box 172"/>
              <p:cNvSpPr txBox="1">
                <a:spLocks noChangeArrowheads="1"/>
              </p:cNvSpPr>
              <p:nvPr/>
            </p:nvSpPr>
            <p:spPr bwMode="auto">
              <a:xfrm>
                <a:off x="5750772" y="3884034"/>
                <a:ext cx="270264" cy="16749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 anchor="t" anchorCtr="0">
                <a:spAutoFit/>
                <a:scene3d>
                  <a:camera prst="orthographicFront"/>
                  <a:lightRig rig="harsh" dir="tl"/>
                </a:scene3d>
                <a:sp3d prstMaterial="flat">
                  <a:extrusionClr>
                    <a:schemeClr val="bg1"/>
                  </a:extrusionClr>
                  <a:contourClr>
                    <a:schemeClr val="bg1"/>
                  </a:contourClr>
                </a:sp3d>
              </a:bodyPr>
              <a:lstStyle/>
              <a:p>
                <a:pPr algn="ctr" defTabSz="958894" latinLnBrk="0"/>
                <a:r>
                  <a:rPr lang="en-US" altLang="ko-KR" sz="1200" dirty="0">
                    <a:ln w="11430">
                      <a:noFill/>
                    </a:ln>
                    <a:solidFill>
                      <a:schemeClr val="bg1"/>
                    </a:solidFill>
                    <a:latin typeface="Rix모던고딕 B" panose="02020603020101020101" pitchFamily="18" charset="-127"/>
                    <a:ea typeface="Rix모던고딕 B" panose="02020603020101020101" pitchFamily="18" charset="-127"/>
                    <a:cs typeface="Arial" pitchFamily="34" charset="0"/>
                  </a:rPr>
                  <a:t>10G</a:t>
                </a:r>
              </a:p>
            </p:txBody>
          </p:sp>
        </p:grpSp>
      </p:grpSp>
      <p:grpSp>
        <p:nvGrpSpPr>
          <p:cNvPr id="6" name="그룹 5"/>
          <p:cNvGrpSpPr/>
          <p:nvPr/>
        </p:nvGrpSpPr>
        <p:grpSpPr>
          <a:xfrm>
            <a:off x="5082438" y="4660847"/>
            <a:ext cx="5300886" cy="1967075"/>
            <a:chOff x="5082438" y="4692020"/>
            <a:chExt cx="5300886" cy="1967075"/>
          </a:xfrm>
        </p:grpSpPr>
        <p:grpSp>
          <p:nvGrpSpPr>
            <p:cNvPr id="190" name="그룹 189"/>
            <p:cNvGrpSpPr/>
            <p:nvPr/>
          </p:nvGrpSpPr>
          <p:grpSpPr>
            <a:xfrm>
              <a:off x="5082438" y="4692020"/>
              <a:ext cx="5300886" cy="1967075"/>
              <a:chOff x="5259821" y="5291943"/>
              <a:chExt cx="4910559" cy="1784120"/>
            </a:xfrm>
          </p:grpSpPr>
          <p:sp>
            <p:nvSpPr>
              <p:cNvPr id="191" name="평행 사변형 190"/>
              <p:cNvSpPr/>
              <p:nvPr/>
            </p:nvSpPr>
            <p:spPr>
              <a:xfrm>
                <a:off x="8046144" y="5815923"/>
                <a:ext cx="2124236" cy="392200"/>
              </a:xfrm>
              <a:prstGeom prst="parallelogram">
                <a:avLst>
                  <a:gd name="adj" fmla="val 75000"/>
                </a:avLst>
              </a:prstGeom>
              <a:solidFill>
                <a:srgbClr val="FF66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solidFill>
                    <a:prstClr val="white"/>
                  </a:solidFill>
                  <a:latin typeface="고도 B" panose="02000503000000020004" pitchFamily="2" charset="-127"/>
                </a:endParaRPr>
              </a:p>
            </p:txBody>
          </p:sp>
          <p:sp>
            <p:nvSpPr>
              <p:cNvPr id="192" name="평행 사변형 191"/>
              <p:cNvSpPr/>
              <p:nvPr/>
            </p:nvSpPr>
            <p:spPr>
              <a:xfrm>
                <a:off x="5259821" y="5815923"/>
                <a:ext cx="1962471" cy="392200"/>
              </a:xfrm>
              <a:prstGeom prst="parallelogram">
                <a:avLst>
                  <a:gd name="adj" fmla="val 75000"/>
                </a:avLst>
              </a:prstGeom>
              <a:solidFill>
                <a:schemeClr val="tx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solidFill>
                    <a:schemeClr val="tx2">
                      <a:lumMod val="75000"/>
                    </a:schemeClr>
                  </a:solidFill>
                  <a:latin typeface="고도 B" panose="02000503000000020004" pitchFamily="2" charset="-127"/>
                </a:endParaRPr>
              </a:p>
            </p:txBody>
          </p:sp>
          <p:grpSp>
            <p:nvGrpSpPr>
              <p:cNvPr id="193" name="그룹 192"/>
              <p:cNvGrpSpPr/>
              <p:nvPr/>
            </p:nvGrpSpPr>
            <p:grpSpPr>
              <a:xfrm>
                <a:off x="6822008" y="5291943"/>
                <a:ext cx="2484276" cy="1784120"/>
                <a:chOff x="4120712" y="2633884"/>
                <a:chExt cx="3283116" cy="2357819"/>
              </a:xfrm>
            </p:grpSpPr>
            <p:pic>
              <p:nvPicPr>
                <p:cNvPr id="196" name="그림 195"/>
                <p:cNvPicPr>
                  <a:picLocks noChangeAspect="1"/>
                </p:cNvPicPr>
                <p:nvPr/>
              </p:nvPicPr>
              <p:blipFill>
                <a:blip r:embed="rId9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337794" y="3851845"/>
                  <a:ext cx="3066034" cy="1139858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197" name="그림 196"/>
                <p:cNvPicPr>
                  <a:picLocks noChangeAspect="1"/>
                </p:cNvPicPr>
                <p:nvPr/>
              </p:nvPicPr>
              <p:blipFill>
                <a:blip r:embed="rId10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120712" y="2633884"/>
                  <a:ext cx="2450389" cy="2291906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sp>
            <p:nvSpPr>
              <p:cNvPr id="194" name="Text Box 172"/>
              <p:cNvSpPr txBox="1">
                <a:spLocks noChangeArrowheads="1"/>
              </p:cNvSpPr>
              <p:nvPr/>
            </p:nvSpPr>
            <p:spPr bwMode="auto">
              <a:xfrm>
                <a:off x="5802622" y="5864099"/>
                <a:ext cx="605867" cy="27915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 anchor="t" anchorCtr="0">
                <a:spAutoFit/>
                <a:scene3d>
                  <a:camera prst="orthographicFront"/>
                  <a:lightRig rig="harsh" dir="tl"/>
                </a:scene3d>
                <a:sp3d prstMaterial="flat">
                  <a:bevelT w="0" prst="artDeco"/>
                  <a:extrusionClr>
                    <a:schemeClr val="bg1"/>
                  </a:extrusionClr>
                  <a:contourClr>
                    <a:schemeClr val="bg1"/>
                  </a:contourClr>
                </a:sp3d>
              </a:bodyPr>
              <a:lstStyle/>
              <a:p>
                <a:pPr algn="ctr" defTabSz="958894" latinLnBrk="0"/>
                <a:r>
                  <a:rPr lang="ko-KR" altLang="en-US" sz="2000" spc="-150" dirty="0">
                    <a:ln w="11430">
                      <a:noFill/>
                    </a:ln>
                    <a:solidFill>
                      <a:schemeClr val="bg1"/>
                    </a:solidFill>
                    <a:latin typeface="Rix모던고딕 EB" panose="02020603020101020101" pitchFamily="18" charset="-127"/>
                    <a:ea typeface="Rix모던고딕 EB" panose="02020603020101020101" pitchFamily="18" charset="-127"/>
                    <a:cs typeface="Arial" pitchFamily="34" charset="0"/>
                  </a:rPr>
                  <a:t>안정성</a:t>
                </a:r>
              </a:p>
            </p:txBody>
          </p:sp>
          <p:sp>
            <p:nvSpPr>
              <p:cNvPr id="195" name="Text Box 172"/>
              <p:cNvSpPr txBox="1">
                <a:spLocks noChangeArrowheads="1"/>
              </p:cNvSpPr>
              <p:nvPr/>
            </p:nvSpPr>
            <p:spPr bwMode="auto">
              <a:xfrm>
                <a:off x="8929626" y="5864099"/>
                <a:ext cx="588047" cy="27915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 anchor="t" anchorCtr="0">
                <a:spAutoFit/>
                <a:scene3d>
                  <a:camera prst="orthographicFront"/>
                  <a:lightRig rig="harsh" dir="tl"/>
                </a:scene3d>
                <a:sp3d prstMaterial="flat">
                  <a:bevelT w="0" prst="artDeco"/>
                  <a:extrusionClr>
                    <a:schemeClr val="bg1"/>
                  </a:extrusionClr>
                  <a:contourClr>
                    <a:schemeClr val="bg1"/>
                  </a:contourClr>
                </a:sp3d>
              </a:bodyPr>
              <a:lstStyle/>
              <a:p>
                <a:pPr algn="ctr" defTabSz="958894" latinLnBrk="0"/>
                <a:r>
                  <a:rPr lang="ko-KR" altLang="en-US" sz="2000" spc="-150" dirty="0">
                    <a:ln w="11430">
                      <a:noFill/>
                    </a:ln>
                    <a:solidFill>
                      <a:schemeClr val="bg1"/>
                    </a:solidFill>
                    <a:latin typeface="Rix모던고딕 EB" panose="02020603020101020101" pitchFamily="18" charset="-127"/>
                    <a:ea typeface="Rix모던고딕 EB" panose="02020603020101020101" pitchFamily="18" charset="-127"/>
                    <a:cs typeface="Arial" pitchFamily="34" charset="0"/>
                  </a:rPr>
                  <a:t>전문성</a:t>
                </a:r>
              </a:p>
            </p:txBody>
          </p:sp>
        </p:grpSp>
        <p:sp>
          <p:nvSpPr>
            <p:cNvPr id="226" name="TextBox 225"/>
            <p:cNvSpPr txBox="1"/>
            <p:nvPr/>
          </p:nvSpPr>
          <p:spPr>
            <a:xfrm>
              <a:off x="9011429" y="4985868"/>
              <a:ext cx="689291" cy="230832"/>
            </a:xfrm>
            <a:prstGeom prst="rect">
              <a:avLst/>
            </a:prstGeom>
            <a:noFill/>
            <a:ln w="6350">
              <a:noFill/>
            </a:ln>
            <a:effectLst/>
            <a:scene3d>
              <a:camera prst="orthographicFront"/>
              <a:lightRig rig="threePt" dir="t"/>
            </a:scene3d>
            <a:sp3d>
              <a:bevelT w="0" h="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 anchorCtr="0">
              <a:spAutoFit/>
              <a:sp3d>
                <a:bevelT w="0" h="0"/>
                <a:contourClr>
                  <a:schemeClr val="bg1"/>
                </a:contourClr>
              </a:sp3d>
            </a:bodyPr>
            <a:lstStyle>
              <a:defPPr>
                <a:defRPr lang="ko-KR"/>
              </a:defPPr>
              <a:lvl1pPr lvl="0" indent="-457200" algn="ctr" eaLnBrk="0" latinLnBrk="0" hangingPunct="0">
                <a:lnSpc>
                  <a:spcPct val="100000"/>
                </a:lnSpc>
                <a:spcBef>
                  <a:spcPts val="200"/>
                </a:spcBef>
                <a:spcAft>
                  <a:spcPts val="600"/>
                </a:spcAft>
                <a:defRPr sz="1700" spc="-50">
                  <a:ln w="0"/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뫼비우스 Bold" panose="02000500000000000000" pitchFamily="2" charset="-127"/>
                  <a:ea typeface="뫼비우스 Bold" panose="02000500000000000000" pitchFamily="2" charset="-127"/>
                </a:defRPr>
              </a:lvl1pPr>
            </a:lstStyle>
            <a:p>
              <a:pPr indent="0" eaLnBrk="1" hangingPunct="1">
                <a:spcBef>
                  <a:spcPts val="106"/>
                </a:spcBef>
                <a:spcAft>
                  <a:spcPts val="106"/>
                </a:spcAft>
              </a:pPr>
              <a:r>
                <a:rPr lang="en-US" altLang="ko-KR" sz="1500" spc="-100" dirty="0">
                  <a:ln/>
                  <a:solidFill>
                    <a:srgbClr val="FF6600"/>
                  </a:solidFill>
                  <a:effectLst/>
                  <a:latin typeface="Rix모던고딕 B" panose="02020603020101020101" pitchFamily="18" charset="-127"/>
                  <a:ea typeface="Rix모던고딕 B" panose="02020603020101020101" pitchFamily="18" charset="-127"/>
                </a:rPr>
                <a:t>Specialty</a:t>
              </a:r>
            </a:p>
          </p:txBody>
        </p:sp>
        <p:sp>
          <p:nvSpPr>
            <p:cNvPr id="227" name="TextBox 226"/>
            <p:cNvSpPr txBox="1"/>
            <p:nvPr/>
          </p:nvSpPr>
          <p:spPr>
            <a:xfrm>
              <a:off x="5696927" y="4995606"/>
              <a:ext cx="613373" cy="230832"/>
            </a:xfrm>
            <a:prstGeom prst="rect">
              <a:avLst/>
            </a:prstGeom>
            <a:noFill/>
            <a:ln w="6350">
              <a:noFill/>
            </a:ln>
            <a:effectLst/>
            <a:scene3d>
              <a:camera prst="orthographicFront"/>
              <a:lightRig rig="threePt" dir="t"/>
            </a:scene3d>
            <a:sp3d>
              <a:bevelT w="0" h="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 anchorCtr="0">
              <a:spAutoFit/>
              <a:sp3d>
                <a:bevelT w="0" h="0"/>
                <a:contourClr>
                  <a:schemeClr val="bg1"/>
                </a:contourClr>
              </a:sp3d>
            </a:bodyPr>
            <a:lstStyle>
              <a:defPPr>
                <a:defRPr lang="ko-KR"/>
              </a:defPPr>
              <a:lvl1pPr lvl="0" indent="-457200" algn="ctr" eaLnBrk="0" latinLnBrk="0" hangingPunct="0">
                <a:lnSpc>
                  <a:spcPct val="100000"/>
                </a:lnSpc>
                <a:spcBef>
                  <a:spcPts val="200"/>
                </a:spcBef>
                <a:spcAft>
                  <a:spcPts val="600"/>
                </a:spcAft>
                <a:defRPr sz="1700" spc="-50">
                  <a:ln w="0"/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뫼비우스 Bold" panose="02000500000000000000" pitchFamily="2" charset="-127"/>
                  <a:ea typeface="뫼비우스 Bold" panose="02000500000000000000" pitchFamily="2" charset="-127"/>
                </a:defRPr>
              </a:lvl1pPr>
            </a:lstStyle>
            <a:p>
              <a:pPr indent="0" eaLnBrk="1" hangingPunct="1">
                <a:spcBef>
                  <a:spcPts val="106"/>
                </a:spcBef>
                <a:spcAft>
                  <a:spcPts val="106"/>
                </a:spcAft>
              </a:pPr>
              <a:r>
                <a:rPr lang="en-US" altLang="ko-KR" sz="1500" spc="-100" dirty="0">
                  <a:ln/>
                  <a:solidFill>
                    <a:schemeClr val="tx2"/>
                  </a:solidFill>
                  <a:effectLst/>
                  <a:latin typeface="Rix모던고딕 B" panose="02020603020101020101" pitchFamily="18" charset="-127"/>
                  <a:ea typeface="Rix모던고딕 B" panose="02020603020101020101" pitchFamily="18" charset="-127"/>
                </a:rPr>
                <a:t>Stability</a:t>
              </a:r>
            </a:p>
          </p:txBody>
        </p:sp>
      </p:grpSp>
      <p:grpSp>
        <p:nvGrpSpPr>
          <p:cNvPr id="2" name="그룹 1"/>
          <p:cNvGrpSpPr/>
          <p:nvPr/>
        </p:nvGrpSpPr>
        <p:grpSpPr>
          <a:xfrm>
            <a:off x="7897065" y="3124939"/>
            <a:ext cx="2487415" cy="1109240"/>
            <a:chOff x="7859222" y="2813105"/>
            <a:chExt cx="2487415" cy="1109240"/>
          </a:xfrm>
        </p:grpSpPr>
        <p:pic>
          <p:nvPicPr>
            <p:cNvPr id="212" name="그림 211"/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537195" y="3609591"/>
              <a:ext cx="1809442" cy="312754"/>
            </a:xfrm>
            <a:prstGeom prst="rect">
              <a:avLst/>
            </a:prstGeom>
          </p:spPr>
        </p:pic>
        <p:grpSp>
          <p:nvGrpSpPr>
            <p:cNvPr id="213" name="그룹 212"/>
            <p:cNvGrpSpPr/>
            <p:nvPr/>
          </p:nvGrpSpPr>
          <p:grpSpPr>
            <a:xfrm>
              <a:off x="8498329" y="2813105"/>
              <a:ext cx="1165976" cy="1013176"/>
              <a:chOff x="8694216" y="4463848"/>
              <a:chExt cx="1080120" cy="702918"/>
            </a:xfrm>
          </p:grpSpPr>
          <p:pic>
            <p:nvPicPr>
              <p:cNvPr id="223" name="그림 222"/>
              <p:cNvPicPr>
                <a:picLocks noChangeAspect="1"/>
              </p:cNvPicPr>
              <p:nvPr/>
            </p:nvPicPr>
            <p:blipFill>
              <a:blip r:embed="rId11" cstate="print">
                <a:grayscl/>
                <a:extLst>
                  <a:ext uri="{BEBA8EAE-BF5A-486C-A8C5-ECC9F3942E4B}">
                    <a14:imgProps xmlns:a14="http://schemas.microsoft.com/office/drawing/2010/main">
                      <a14:imgLayer r:embed="rId8">
                        <a14:imgEffect>
                          <a14:brightnessContrast contrast="2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 rot="16200000">
                <a:off x="9077277" y="4469707"/>
                <a:ext cx="702918" cy="691200"/>
              </a:xfrm>
              <a:prstGeom prst="rect">
                <a:avLst/>
              </a:prstGeom>
              <a:effectLst/>
            </p:spPr>
          </p:pic>
          <p:pic>
            <p:nvPicPr>
              <p:cNvPr id="224" name="그림 223"/>
              <p:cNvPicPr>
                <a:picLocks noChangeAspect="1"/>
              </p:cNvPicPr>
              <p:nvPr/>
            </p:nvPicPr>
            <p:blipFill>
              <a:blip r:embed="rId11" cstate="print">
                <a:grayscl/>
                <a:extLst>
                  <a:ext uri="{BEBA8EAE-BF5A-486C-A8C5-ECC9F3942E4B}">
                    <a14:imgProps xmlns:a14="http://schemas.microsoft.com/office/drawing/2010/main">
                      <a14:imgLayer r:embed="rId8">
                        <a14:imgEffect>
                          <a14:brightnessContrast contrast="2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 rot="16200000">
                <a:off x="8688357" y="4469707"/>
                <a:ext cx="702918" cy="691200"/>
              </a:xfrm>
              <a:prstGeom prst="rect">
                <a:avLst/>
              </a:prstGeom>
              <a:effectLst/>
            </p:spPr>
          </p:pic>
          <p:sp>
            <p:nvSpPr>
              <p:cNvPr id="225" name="Text Box 172"/>
              <p:cNvSpPr txBox="1">
                <a:spLocks noChangeArrowheads="1"/>
              </p:cNvSpPr>
              <p:nvPr/>
            </p:nvSpPr>
            <p:spPr bwMode="auto">
              <a:xfrm>
                <a:off x="9132460" y="4674052"/>
                <a:ext cx="527758" cy="27758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 anchor="t" anchorCtr="0">
                <a:spAutoFit/>
                <a:scene3d>
                  <a:camera prst="orthographicFront"/>
                  <a:lightRig rig="harsh" dir="tl"/>
                </a:scene3d>
                <a:sp3d contourW="38100" prstMaterial="flat">
                  <a:bevelT w="1270" h="38100"/>
                  <a:extrusionClr>
                    <a:schemeClr val="bg1"/>
                  </a:extrusionClr>
                  <a:contourClr>
                    <a:schemeClr val="bg1"/>
                  </a:contourClr>
                </a:sp3d>
              </a:bodyPr>
              <a:lstStyle/>
              <a:p>
                <a:pPr defTabSz="958894" latinLnBrk="0"/>
                <a:r>
                  <a:rPr lang="en-US" altLang="ko-KR" sz="1300" dirty="0">
                    <a:ln w="11430">
                      <a:noFill/>
                    </a:ln>
                    <a:latin typeface="Rix고딕 EB" panose="02020603020101020101" pitchFamily="18" charset="-127"/>
                    <a:ea typeface="Rix고딕 EB" panose="02020603020101020101" pitchFamily="18" charset="-127"/>
                    <a:cs typeface="Arial" pitchFamily="34" charset="0"/>
                  </a:rPr>
                  <a:t>Service</a:t>
                </a:r>
                <a:br>
                  <a:rPr lang="en-US" altLang="ko-KR" sz="1300" dirty="0">
                    <a:ln w="11430">
                      <a:noFill/>
                    </a:ln>
                    <a:latin typeface="Rix고딕 EB" panose="02020603020101020101" pitchFamily="18" charset="-127"/>
                    <a:ea typeface="Rix고딕 EB" panose="02020603020101020101" pitchFamily="18" charset="-127"/>
                    <a:cs typeface="Arial" pitchFamily="34" charset="0"/>
                  </a:rPr>
                </a:br>
                <a:r>
                  <a:rPr lang="en-US" altLang="ko-KR" sz="1300" dirty="0">
                    <a:ln w="11430">
                      <a:noFill/>
                    </a:ln>
                    <a:latin typeface="Rix고딕 EB" panose="02020603020101020101" pitchFamily="18" charset="-127"/>
                    <a:ea typeface="Rix고딕 EB" panose="02020603020101020101" pitchFamily="18" charset="-127"/>
                    <a:cs typeface="Arial" pitchFamily="34" charset="0"/>
                  </a:rPr>
                  <a:t>Module</a:t>
                </a:r>
              </a:p>
            </p:txBody>
          </p:sp>
        </p:grpSp>
        <p:grpSp>
          <p:nvGrpSpPr>
            <p:cNvPr id="98" name="그룹 97"/>
            <p:cNvGrpSpPr/>
            <p:nvPr/>
          </p:nvGrpSpPr>
          <p:grpSpPr>
            <a:xfrm>
              <a:off x="7859222" y="2858577"/>
              <a:ext cx="855049" cy="944075"/>
              <a:chOff x="5489860" y="3198368"/>
              <a:chExt cx="792088" cy="856268"/>
            </a:xfrm>
          </p:grpSpPr>
          <p:sp>
            <p:nvSpPr>
              <p:cNvPr id="99" name="원통 98"/>
              <p:cNvSpPr/>
              <p:nvPr/>
            </p:nvSpPr>
            <p:spPr>
              <a:xfrm rot="16200000">
                <a:off x="5795894" y="3117750"/>
                <a:ext cx="180020" cy="792088"/>
              </a:xfrm>
              <a:prstGeom prst="can">
                <a:avLst>
                  <a:gd name="adj" fmla="val 40873"/>
                </a:avLst>
              </a:prstGeom>
              <a:gradFill>
                <a:gsLst>
                  <a:gs pos="50000">
                    <a:srgbClr val="1B91C1"/>
                  </a:gs>
                  <a:gs pos="0">
                    <a:schemeClr val="tx2"/>
                  </a:gs>
                  <a:gs pos="100000">
                    <a:schemeClr val="tx2">
                      <a:lumMod val="50000"/>
                    </a:schemeClr>
                  </a:gs>
                </a:gsLst>
                <a:lin ang="0" scaled="1"/>
              </a:gradFill>
              <a:ln w="88900" cap="rnd" cmpd="sng">
                <a:noFill/>
                <a:prstDash val="solid"/>
                <a:headEnd type="none" w="lg" len="med"/>
                <a:tailEnd type="none" w="lg" len="med"/>
              </a:ln>
              <a:effectLst/>
            </p:spPr>
            <p:style>
              <a:lnRef idx="1">
                <a:schemeClr val="accent5"/>
              </a:lnRef>
              <a:fillRef idx="3">
                <a:schemeClr val="accent5"/>
              </a:fillRef>
              <a:effectRef idx="2">
                <a:schemeClr val="accent5"/>
              </a:effectRef>
              <a:fontRef idx="minor">
                <a:schemeClr val="lt1"/>
              </a:fontRef>
            </p:style>
            <p:txBody>
              <a:bodyPr wrap="none" lIns="0" tIns="0" rIns="0" bIns="0" anchor="ctr" anchorCtr="0"/>
              <a:lstStyle/>
              <a:p>
                <a:pPr algn="ctr" latinLnBrk="0">
                  <a:spcBef>
                    <a:spcPts val="211"/>
                  </a:spcBef>
                  <a:spcAft>
                    <a:spcPts val="633"/>
                  </a:spcAft>
                </a:pPr>
                <a:endParaRPr lang="ko-KR" altLang="en-US" sz="1800" dirty="0">
                  <a:ln w="0"/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뫼비우스 Bold" panose="02000500000000000000" pitchFamily="2" charset="-127"/>
                  <a:ea typeface="뫼비우스 Bold" panose="02000500000000000000" pitchFamily="2" charset="-127"/>
                </a:endParaRPr>
              </a:p>
            </p:txBody>
          </p:sp>
          <p:sp>
            <p:nvSpPr>
              <p:cNvPr id="100" name="Text Box 172"/>
              <p:cNvSpPr txBox="1">
                <a:spLocks noChangeArrowheads="1"/>
              </p:cNvSpPr>
              <p:nvPr/>
            </p:nvSpPr>
            <p:spPr bwMode="auto">
              <a:xfrm>
                <a:off x="5768591" y="3424323"/>
                <a:ext cx="234624" cy="16749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 anchor="t" anchorCtr="0">
                <a:spAutoFit/>
                <a:scene3d>
                  <a:camera prst="orthographicFront"/>
                  <a:lightRig rig="harsh" dir="tl"/>
                </a:scene3d>
                <a:sp3d prstMaterial="flat">
                  <a:extrusionClr>
                    <a:schemeClr val="bg1"/>
                  </a:extrusionClr>
                  <a:contourClr>
                    <a:schemeClr val="bg1"/>
                  </a:contourClr>
                </a:sp3d>
              </a:bodyPr>
              <a:lstStyle/>
              <a:p>
                <a:pPr algn="ctr" defTabSz="958894" latinLnBrk="0"/>
                <a:r>
                  <a:rPr lang="en-US" altLang="ko-KR" sz="1200" spc="-50" dirty="0">
                    <a:ln w="11430">
                      <a:noFill/>
                    </a:ln>
                    <a:solidFill>
                      <a:prstClr val="white"/>
                    </a:solidFill>
                    <a:latin typeface="Rix모던고딕 B" panose="02020603020101020101" pitchFamily="18" charset="-127"/>
                    <a:ea typeface="Rix모던고딕 B" panose="02020603020101020101" pitchFamily="18" charset="-127"/>
                    <a:cs typeface="Arial" pitchFamily="34" charset="0"/>
                  </a:rPr>
                  <a:t>SLB</a:t>
                </a:r>
              </a:p>
            </p:txBody>
          </p:sp>
          <p:sp>
            <p:nvSpPr>
              <p:cNvPr id="101" name="원통 100"/>
              <p:cNvSpPr/>
              <p:nvPr/>
            </p:nvSpPr>
            <p:spPr>
              <a:xfrm rot="16200000">
                <a:off x="5795894" y="3343165"/>
                <a:ext cx="180020" cy="792088"/>
              </a:xfrm>
              <a:prstGeom prst="can">
                <a:avLst>
                  <a:gd name="adj" fmla="val 40873"/>
                </a:avLst>
              </a:prstGeom>
              <a:gradFill>
                <a:gsLst>
                  <a:gs pos="50000">
                    <a:srgbClr val="1B91C1"/>
                  </a:gs>
                  <a:gs pos="0">
                    <a:schemeClr val="tx2"/>
                  </a:gs>
                  <a:gs pos="100000">
                    <a:schemeClr val="tx2">
                      <a:lumMod val="50000"/>
                    </a:schemeClr>
                  </a:gs>
                </a:gsLst>
                <a:lin ang="0" scaled="1"/>
              </a:gradFill>
              <a:ln w="88900" cap="rnd" cmpd="sng">
                <a:noFill/>
                <a:prstDash val="solid"/>
                <a:headEnd type="none" w="lg" len="med"/>
                <a:tailEnd type="none" w="lg" len="med"/>
              </a:ln>
              <a:effectLst/>
            </p:spPr>
            <p:style>
              <a:lnRef idx="1">
                <a:schemeClr val="accent5"/>
              </a:lnRef>
              <a:fillRef idx="3">
                <a:schemeClr val="accent5"/>
              </a:fillRef>
              <a:effectRef idx="2">
                <a:schemeClr val="accent5"/>
              </a:effectRef>
              <a:fontRef idx="minor">
                <a:schemeClr val="lt1"/>
              </a:fontRef>
            </p:style>
            <p:txBody>
              <a:bodyPr wrap="none" lIns="0" tIns="0" rIns="0" bIns="0" anchor="ctr" anchorCtr="0"/>
              <a:lstStyle/>
              <a:p>
                <a:pPr algn="ctr" latinLnBrk="0">
                  <a:spcBef>
                    <a:spcPts val="211"/>
                  </a:spcBef>
                  <a:spcAft>
                    <a:spcPts val="633"/>
                  </a:spcAft>
                </a:pPr>
                <a:endParaRPr lang="ko-KR" altLang="en-US" sz="1800" dirty="0">
                  <a:ln w="0"/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뫼비우스 Bold" panose="02000500000000000000" pitchFamily="2" charset="-127"/>
                  <a:ea typeface="뫼비우스 Bold" panose="02000500000000000000" pitchFamily="2" charset="-127"/>
                </a:endParaRPr>
              </a:p>
            </p:txBody>
          </p:sp>
          <p:sp>
            <p:nvSpPr>
              <p:cNvPr id="102" name="Text Box 172"/>
              <p:cNvSpPr txBox="1">
                <a:spLocks noChangeArrowheads="1"/>
              </p:cNvSpPr>
              <p:nvPr/>
            </p:nvSpPr>
            <p:spPr bwMode="auto">
              <a:xfrm>
                <a:off x="5757454" y="3654093"/>
                <a:ext cx="256900" cy="16749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 anchor="t" anchorCtr="0">
                <a:spAutoFit/>
                <a:scene3d>
                  <a:camera prst="orthographicFront"/>
                  <a:lightRig rig="harsh" dir="tl"/>
                </a:scene3d>
                <a:sp3d prstMaterial="flat">
                  <a:extrusionClr>
                    <a:schemeClr val="bg1"/>
                  </a:extrusionClr>
                  <a:contourClr>
                    <a:schemeClr val="bg1"/>
                  </a:contourClr>
                </a:sp3d>
              </a:bodyPr>
              <a:lstStyle/>
              <a:p>
                <a:pPr algn="ctr" defTabSz="958894" latinLnBrk="0"/>
                <a:r>
                  <a:rPr lang="en-US" altLang="ko-KR" sz="1200" spc="-50" dirty="0">
                    <a:ln w="11430">
                      <a:noFill/>
                    </a:ln>
                    <a:solidFill>
                      <a:prstClr val="white"/>
                    </a:solidFill>
                    <a:latin typeface="Rix모던고딕 B" panose="02020603020101020101" pitchFamily="18" charset="-127"/>
                    <a:ea typeface="Rix모던고딕 B" panose="02020603020101020101" pitchFamily="18" charset="-127"/>
                    <a:cs typeface="Arial" pitchFamily="34" charset="0"/>
                  </a:rPr>
                  <a:t>VPN</a:t>
                </a:r>
              </a:p>
            </p:txBody>
          </p:sp>
          <p:sp>
            <p:nvSpPr>
              <p:cNvPr id="103" name="원통 102"/>
              <p:cNvSpPr/>
              <p:nvPr/>
            </p:nvSpPr>
            <p:spPr>
              <a:xfrm rot="16200000">
                <a:off x="5795894" y="2892334"/>
                <a:ext cx="180020" cy="792088"/>
              </a:xfrm>
              <a:prstGeom prst="can">
                <a:avLst>
                  <a:gd name="adj" fmla="val 40873"/>
                </a:avLst>
              </a:prstGeom>
              <a:gradFill>
                <a:gsLst>
                  <a:gs pos="50000">
                    <a:srgbClr val="1B91C1"/>
                  </a:gs>
                  <a:gs pos="0">
                    <a:schemeClr val="tx2"/>
                  </a:gs>
                  <a:gs pos="100000">
                    <a:schemeClr val="tx2">
                      <a:lumMod val="50000"/>
                    </a:schemeClr>
                  </a:gs>
                </a:gsLst>
                <a:lin ang="0" scaled="1"/>
              </a:gradFill>
              <a:ln w="88900" cap="rnd" cmpd="sng">
                <a:noFill/>
                <a:prstDash val="solid"/>
                <a:headEnd type="none" w="lg" len="med"/>
                <a:tailEnd type="none" w="lg" len="med"/>
              </a:ln>
              <a:effectLst/>
            </p:spPr>
            <p:style>
              <a:lnRef idx="1">
                <a:schemeClr val="accent5"/>
              </a:lnRef>
              <a:fillRef idx="3">
                <a:schemeClr val="accent5"/>
              </a:fillRef>
              <a:effectRef idx="2">
                <a:schemeClr val="accent5"/>
              </a:effectRef>
              <a:fontRef idx="minor">
                <a:schemeClr val="lt1"/>
              </a:fontRef>
            </p:style>
            <p:txBody>
              <a:bodyPr wrap="none" lIns="0" tIns="0" rIns="0" bIns="0" anchor="ctr" anchorCtr="0"/>
              <a:lstStyle/>
              <a:p>
                <a:pPr algn="ctr" latinLnBrk="0">
                  <a:spcBef>
                    <a:spcPts val="211"/>
                  </a:spcBef>
                  <a:spcAft>
                    <a:spcPts val="633"/>
                  </a:spcAft>
                </a:pPr>
                <a:endParaRPr lang="ko-KR" altLang="en-US" sz="1800" dirty="0">
                  <a:ln w="0"/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뫼비우스 Bold" panose="02000500000000000000" pitchFamily="2" charset="-127"/>
                  <a:ea typeface="뫼비우스 Bold" panose="02000500000000000000" pitchFamily="2" charset="-127"/>
                </a:endParaRPr>
              </a:p>
            </p:txBody>
          </p:sp>
          <p:sp>
            <p:nvSpPr>
              <p:cNvPr id="104" name="Text Box 172"/>
              <p:cNvSpPr txBox="1">
                <a:spLocks noChangeArrowheads="1"/>
              </p:cNvSpPr>
              <p:nvPr/>
            </p:nvSpPr>
            <p:spPr bwMode="auto">
              <a:xfrm>
                <a:off x="5539903" y="3204684"/>
                <a:ext cx="691994" cy="16051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 anchor="t" anchorCtr="0">
                <a:spAutoFit/>
                <a:scene3d>
                  <a:camera prst="orthographicFront"/>
                  <a:lightRig rig="harsh" dir="tl"/>
                </a:scene3d>
                <a:sp3d prstMaterial="flat">
                  <a:extrusionClr>
                    <a:schemeClr val="bg1"/>
                  </a:extrusionClr>
                  <a:contourClr>
                    <a:schemeClr val="bg1"/>
                  </a:contourClr>
                </a:sp3d>
              </a:bodyPr>
              <a:lstStyle/>
              <a:p>
                <a:pPr algn="ctr" defTabSz="958894" latinLnBrk="0"/>
                <a:r>
                  <a:rPr lang="ko-KR" altLang="en-US" sz="1150" spc="-100" dirty="0">
                    <a:ln w="11430">
                      <a:noFill/>
                    </a:ln>
                    <a:solidFill>
                      <a:schemeClr val="bg1"/>
                    </a:solidFill>
                    <a:latin typeface="Rix모던고딕 B" panose="02020603020101020101" pitchFamily="18" charset="-127"/>
                    <a:ea typeface="Rix모던고딕 B" panose="02020603020101020101" pitchFamily="18" charset="-127"/>
                    <a:cs typeface="Arial" pitchFamily="34" charset="0"/>
                  </a:rPr>
                  <a:t>서비스 가상화</a:t>
                </a:r>
              </a:p>
            </p:txBody>
          </p:sp>
          <p:sp>
            <p:nvSpPr>
              <p:cNvPr id="105" name="원통 104"/>
              <p:cNvSpPr/>
              <p:nvPr/>
            </p:nvSpPr>
            <p:spPr>
              <a:xfrm rot="16200000">
                <a:off x="5795894" y="3568582"/>
                <a:ext cx="180020" cy="792088"/>
              </a:xfrm>
              <a:prstGeom prst="can">
                <a:avLst>
                  <a:gd name="adj" fmla="val 40873"/>
                </a:avLst>
              </a:prstGeom>
              <a:gradFill>
                <a:gsLst>
                  <a:gs pos="50000">
                    <a:srgbClr val="1B91C1"/>
                  </a:gs>
                  <a:gs pos="0">
                    <a:schemeClr val="tx2"/>
                  </a:gs>
                  <a:gs pos="100000">
                    <a:schemeClr val="tx2">
                      <a:lumMod val="50000"/>
                    </a:schemeClr>
                  </a:gs>
                </a:gsLst>
                <a:lin ang="0" scaled="1"/>
              </a:gradFill>
              <a:ln w="88900" cap="rnd" cmpd="sng">
                <a:noFill/>
                <a:prstDash val="solid"/>
                <a:headEnd type="none" w="lg" len="med"/>
                <a:tailEnd type="none" w="lg" len="med"/>
              </a:ln>
              <a:effectLst/>
            </p:spPr>
            <p:style>
              <a:lnRef idx="1">
                <a:schemeClr val="accent5"/>
              </a:lnRef>
              <a:fillRef idx="3">
                <a:schemeClr val="accent5"/>
              </a:fillRef>
              <a:effectRef idx="2">
                <a:schemeClr val="accent5"/>
              </a:effectRef>
              <a:fontRef idx="minor">
                <a:schemeClr val="lt1"/>
              </a:fontRef>
            </p:style>
            <p:txBody>
              <a:bodyPr wrap="none" lIns="0" tIns="0" rIns="0" bIns="0" anchor="ctr" anchorCtr="0"/>
              <a:lstStyle/>
              <a:p>
                <a:pPr algn="ctr" latinLnBrk="0">
                  <a:spcBef>
                    <a:spcPts val="211"/>
                  </a:spcBef>
                  <a:spcAft>
                    <a:spcPts val="633"/>
                  </a:spcAft>
                </a:pPr>
                <a:endParaRPr lang="ko-KR" altLang="en-US" sz="1800" dirty="0">
                  <a:ln w="0"/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뫼비우스 Bold" panose="02000500000000000000" pitchFamily="2" charset="-127"/>
                  <a:ea typeface="뫼비우스 Bold" panose="02000500000000000000" pitchFamily="2" charset="-127"/>
                </a:endParaRPr>
              </a:p>
            </p:txBody>
          </p:sp>
          <p:sp>
            <p:nvSpPr>
              <p:cNvPr id="106" name="Text Box 172"/>
              <p:cNvSpPr txBox="1">
                <a:spLocks noChangeArrowheads="1"/>
              </p:cNvSpPr>
              <p:nvPr/>
            </p:nvSpPr>
            <p:spPr bwMode="auto">
              <a:xfrm>
                <a:off x="5657753" y="3884034"/>
                <a:ext cx="456301" cy="16749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 anchor="t" anchorCtr="0">
                <a:spAutoFit/>
                <a:scene3d>
                  <a:camera prst="orthographicFront"/>
                  <a:lightRig rig="harsh" dir="tl"/>
                </a:scene3d>
                <a:sp3d prstMaterial="flat">
                  <a:extrusionClr>
                    <a:schemeClr val="bg1"/>
                  </a:extrusionClr>
                  <a:contourClr>
                    <a:schemeClr val="bg1"/>
                  </a:contourClr>
                </a:sp3d>
              </a:bodyPr>
              <a:lstStyle/>
              <a:p>
                <a:pPr lvl="0" algn="ctr" defTabSz="958894" latinLnBrk="0"/>
                <a:r>
                  <a:rPr lang="en-US" altLang="ko-KR" sz="1200" spc="-50" dirty="0">
                    <a:ln w="11430">
                      <a:noFill/>
                    </a:ln>
                    <a:solidFill>
                      <a:prstClr val="white"/>
                    </a:solidFill>
                    <a:latin typeface="Rix모던고딕 B" panose="02020603020101020101" pitchFamily="18" charset="-127"/>
                    <a:ea typeface="Rix모던고딕 B" panose="02020603020101020101" pitchFamily="18" charset="-127"/>
                    <a:cs typeface="Arial" pitchFamily="34" charset="0"/>
                  </a:rPr>
                  <a:t>Firewall</a:t>
                </a:r>
              </a:p>
            </p:txBody>
          </p:sp>
        </p:grpSp>
      </p:grpSp>
      <p:sp>
        <p:nvSpPr>
          <p:cNvPr id="4" name="정육면체 3"/>
          <p:cNvSpPr/>
          <p:nvPr/>
        </p:nvSpPr>
        <p:spPr>
          <a:xfrm>
            <a:off x="6109272" y="2296799"/>
            <a:ext cx="125856" cy="95230"/>
          </a:xfrm>
          <a:prstGeom prst="cube">
            <a:avLst>
              <a:gd name="adj" fmla="val 32080"/>
            </a:avLst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 smtClean="0">
              <a:solidFill>
                <a:schemeClr val="tx1"/>
              </a:solidFill>
            </a:endParaRPr>
          </a:p>
        </p:txBody>
      </p:sp>
      <p:sp>
        <p:nvSpPr>
          <p:cNvPr id="109" name="정육면체 108"/>
          <p:cNvSpPr/>
          <p:nvPr/>
        </p:nvSpPr>
        <p:spPr>
          <a:xfrm>
            <a:off x="7382826" y="2106937"/>
            <a:ext cx="389573" cy="294774"/>
          </a:xfrm>
          <a:prstGeom prst="cube">
            <a:avLst>
              <a:gd name="adj" fmla="val 32080"/>
            </a:avLst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 smtClean="0">
              <a:solidFill>
                <a:schemeClr val="tx1"/>
              </a:solidFill>
            </a:endParaRPr>
          </a:p>
        </p:txBody>
      </p:sp>
      <p:sp>
        <p:nvSpPr>
          <p:cNvPr id="110" name="정육면체 109"/>
          <p:cNvSpPr/>
          <p:nvPr/>
        </p:nvSpPr>
        <p:spPr>
          <a:xfrm>
            <a:off x="8865304" y="1883214"/>
            <a:ext cx="713655" cy="539994"/>
          </a:xfrm>
          <a:prstGeom prst="cube">
            <a:avLst>
              <a:gd name="adj" fmla="val 32080"/>
            </a:avLst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 smtClean="0">
              <a:solidFill>
                <a:schemeClr val="tx1"/>
              </a:solidFill>
            </a:endParaRPr>
          </a:p>
        </p:txBody>
      </p:sp>
      <p:pic>
        <p:nvPicPr>
          <p:cNvPr id="5122" name="Picture 2" descr="G:\work\아이티센시스템즈\경찰청공조조회유지보수\icon&amp;dia\약속.png"/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70549" y="4293919"/>
            <a:ext cx="2480836" cy="19698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그룹 10"/>
          <p:cNvGrpSpPr/>
          <p:nvPr/>
        </p:nvGrpSpPr>
        <p:grpSpPr>
          <a:xfrm>
            <a:off x="406303" y="4366076"/>
            <a:ext cx="1078008" cy="1078008"/>
            <a:chOff x="406303" y="4032728"/>
            <a:chExt cx="1078008" cy="1078008"/>
          </a:xfrm>
        </p:grpSpPr>
        <p:sp>
          <p:nvSpPr>
            <p:cNvPr id="115" name="타원 114"/>
            <p:cNvSpPr/>
            <p:nvPr/>
          </p:nvSpPr>
          <p:spPr>
            <a:xfrm>
              <a:off x="406303" y="4032728"/>
              <a:ext cx="1078008" cy="1078008"/>
            </a:xfrm>
            <a:prstGeom prst="ellipse">
              <a:avLst/>
            </a:prstGeom>
            <a:solidFill>
              <a:schemeClr val="bg1"/>
            </a:solidFill>
            <a:ln w="76200"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 smtClean="0"/>
            </a:p>
          </p:txBody>
        </p:sp>
        <p:sp>
          <p:nvSpPr>
            <p:cNvPr id="116" name="Text Box 172"/>
            <p:cNvSpPr txBox="1">
              <a:spLocks noChangeArrowheads="1"/>
            </p:cNvSpPr>
            <p:nvPr/>
          </p:nvSpPr>
          <p:spPr bwMode="auto">
            <a:xfrm>
              <a:off x="596388" y="4501721"/>
              <a:ext cx="686085" cy="44377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 anchor="t" anchorCtr="0">
              <a:spAutoFit/>
              <a:scene3d>
                <a:camera prst="orthographicFront"/>
                <a:lightRig rig="harsh" dir="tl"/>
              </a:scene3d>
              <a:sp3d prstMaterial="flat">
                <a:bevelT w="0" prst="artDeco"/>
                <a:extrusionClr>
                  <a:schemeClr val="bg1"/>
                </a:extrusionClr>
                <a:contourClr>
                  <a:schemeClr val="bg1"/>
                </a:contourClr>
              </a:sp3d>
            </a:bodyPr>
            <a:lstStyle/>
            <a:p>
              <a:pPr algn="ctr" defTabSz="958894" latinLnBrk="0">
                <a:lnSpc>
                  <a:spcPct val="90000"/>
                </a:lnSpc>
              </a:pPr>
              <a:r>
                <a:rPr lang="ko-KR" altLang="en-US" sz="1600" spc="-100" dirty="0">
                  <a:ln w="11430"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Rix모던고딕 EB" panose="02020603020101020101" pitchFamily="18" charset="-127"/>
                  <a:ea typeface="Rix모던고딕 EB" panose="02020603020101020101" pitchFamily="18" charset="-127"/>
                  <a:cs typeface="Arial" pitchFamily="34" charset="0"/>
                </a:rPr>
                <a:t>철저한</a:t>
              </a:r>
            </a:p>
            <a:p>
              <a:pPr algn="ctr" defTabSz="958894" latinLnBrk="0">
                <a:lnSpc>
                  <a:spcPct val="90000"/>
                </a:lnSpc>
              </a:pPr>
              <a:r>
                <a:rPr lang="ko-KR" altLang="en-US" sz="1600" spc="-100" dirty="0">
                  <a:ln w="11430"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Rix모던고딕 EB" panose="02020603020101020101" pitchFamily="18" charset="-127"/>
                  <a:ea typeface="Rix모던고딕 EB" panose="02020603020101020101" pitchFamily="18" charset="-127"/>
                  <a:cs typeface="Arial" pitchFamily="34" charset="0"/>
                </a:rPr>
                <a:t>사전분석</a:t>
              </a:r>
            </a:p>
          </p:txBody>
        </p:sp>
        <p:sp>
          <p:nvSpPr>
            <p:cNvPr id="119" name="TextBox 118"/>
            <p:cNvSpPr txBox="1"/>
            <p:nvPr/>
          </p:nvSpPr>
          <p:spPr>
            <a:xfrm>
              <a:off x="695717" y="4223546"/>
              <a:ext cx="545021" cy="169277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spAutoFit/>
            </a:bodyPr>
            <a:lstStyle/>
            <a:p>
              <a:pPr algn="ctr" latinLnBrk="0"/>
              <a:r>
                <a:rPr lang="ko-KR" altLang="en-US" sz="1100" spc="-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Rix모던고딕 M" panose="02020603020101020101" pitchFamily="18" charset="-127"/>
                  <a:ea typeface="Rix모던고딕 M" panose="02020603020101020101" pitchFamily="18" charset="-127"/>
                </a:rPr>
                <a:t>분석</a:t>
              </a:r>
              <a:r>
                <a:rPr lang="en-US" altLang="ko-KR" sz="1100" spc="-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Rix모던고딕 M" panose="02020603020101020101" pitchFamily="18" charset="-127"/>
                  <a:ea typeface="Rix모던고딕 M" panose="02020603020101020101" pitchFamily="18" charset="-127"/>
                </a:rPr>
                <a:t>/</a:t>
              </a:r>
              <a:r>
                <a:rPr lang="ko-KR" altLang="en-US" sz="1100" spc="-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Rix모던고딕 M" panose="02020603020101020101" pitchFamily="18" charset="-127"/>
                  <a:ea typeface="Rix모던고딕 M" panose="02020603020101020101" pitchFamily="18" charset="-127"/>
                </a:rPr>
                <a:t>설계</a:t>
              </a:r>
            </a:p>
          </p:txBody>
        </p:sp>
        <p:cxnSp>
          <p:nvCxnSpPr>
            <p:cNvPr id="9" name="직선 연결선 8"/>
            <p:cNvCxnSpPr/>
            <p:nvPr/>
          </p:nvCxnSpPr>
          <p:spPr>
            <a:xfrm>
              <a:off x="540843" y="4417001"/>
              <a:ext cx="787350" cy="0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" name="그룹 20"/>
          <p:cNvGrpSpPr/>
          <p:nvPr/>
        </p:nvGrpSpPr>
        <p:grpSpPr>
          <a:xfrm>
            <a:off x="1143588" y="2441279"/>
            <a:ext cx="1426528" cy="1467297"/>
            <a:chOff x="1328193" y="2657291"/>
            <a:chExt cx="1426528" cy="1467297"/>
          </a:xfrm>
        </p:grpSpPr>
        <p:sp>
          <p:nvSpPr>
            <p:cNvPr id="118" name="타원 117"/>
            <p:cNvSpPr/>
            <p:nvPr/>
          </p:nvSpPr>
          <p:spPr>
            <a:xfrm>
              <a:off x="1328193" y="2698060"/>
              <a:ext cx="1426528" cy="1426528"/>
            </a:xfrm>
            <a:prstGeom prst="ellipse">
              <a:avLst/>
            </a:prstGeom>
            <a:solidFill>
              <a:schemeClr val="bg1"/>
            </a:solidFill>
            <a:ln w="76200">
              <a:solidFill>
                <a:srgbClr val="FF66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 smtClean="0"/>
            </a:p>
          </p:txBody>
        </p:sp>
        <p:sp>
          <p:nvSpPr>
            <p:cNvPr id="125" name="Text Box 172"/>
            <p:cNvSpPr txBox="1">
              <a:spLocks noChangeArrowheads="1"/>
            </p:cNvSpPr>
            <p:nvPr/>
          </p:nvSpPr>
          <p:spPr bwMode="auto">
            <a:xfrm>
              <a:off x="1348076" y="3332473"/>
              <a:ext cx="1397120" cy="49859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0" tIns="0" rIns="0" bIns="0" anchor="t" anchorCtr="0">
              <a:spAutoFit/>
              <a:scene3d>
                <a:camera prst="orthographicFront"/>
                <a:lightRig rig="harsh" dir="tl"/>
              </a:scene3d>
              <a:sp3d prstMaterial="flat">
                <a:bevelT w="0" prst="artDeco"/>
                <a:extrusionClr>
                  <a:schemeClr val="bg1"/>
                </a:extrusionClr>
                <a:contourClr>
                  <a:schemeClr val="bg1"/>
                </a:contourClr>
              </a:sp3d>
            </a:bodyPr>
            <a:lstStyle/>
            <a:p>
              <a:pPr algn="ctr" defTabSz="958894" latinLnBrk="0">
                <a:lnSpc>
                  <a:spcPct val="90000"/>
                </a:lnSpc>
              </a:pPr>
              <a:r>
                <a:rPr lang="ko-KR" altLang="en-US" sz="1800" spc="-100" dirty="0">
                  <a:ln w="11430"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Rix모던고딕 EB" panose="02020603020101020101" pitchFamily="18" charset="-127"/>
                  <a:ea typeface="Rix모던고딕 EB" panose="02020603020101020101" pitchFamily="18" charset="-127"/>
                  <a:cs typeface="Arial" pitchFamily="34" charset="0"/>
                </a:rPr>
                <a:t>미래를 </a:t>
              </a:r>
            </a:p>
            <a:p>
              <a:pPr algn="ctr" defTabSz="958894" latinLnBrk="0">
                <a:lnSpc>
                  <a:spcPct val="90000"/>
                </a:lnSpc>
              </a:pPr>
              <a:r>
                <a:rPr lang="ko-KR" altLang="en-US" sz="1800" spc="-100" dirty="0" smtClean="0">
                  <a:ln w="11430"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Rix모던고딕 EB" panose="02020603020101020101" pitchFamily="18" charset="-127"/>
                  <a:ea typeface="Rix모던고딕 EB" panose="02020603020101020101" pitchFamily="18" charset="-127"/>
                  <a:cs typeface="Arial" pitchFamily="34" charset="0"/>
                </a:rPr>
                <a:t>고려한 구축</a:t>
              </a:r>
              <a:endParaRPr lang="ko-KR" altLang="en-US" sz="1800" spc="-100" dirty="0">
                <a:ln w="11430"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  <a:cs typeface="Arial" pitchFamily="34" charset="0"/>
              </a:endParaRPr>
            </a:p>
          </p:txBody>
        </p:sp>
        <p:sp>
          <p:nvSpPr>
            <p:cNvPr id="126" name="TextBox 125"/>
            <p:cNvSpPr txBox="1"/>
            <p:nvPr/>
          </p:nvSpPr>
          <p:spPr>
            <a:xfrm>
              <a:off x="1764082" y="2899198"/>
              <a:ext cx="288541" cy="200055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spAutoFit/>
            </a:bodyPr>
            <a:lstStyle/>
            <a:p>
              <a:pPr algn="ctr" latinLnBrk="0"/>
              <a:r>
                <a:rPr lang="ko-KR" altLang="en-US" sz="1300" spc="-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Rix모던고딕 M" panose="02020603020101020101" pitchFamily="18" charset="-127"/>
                  <a:ea typeface="Rix모던고딕 M" panose="02020603020101020101" pitchFamily="18" charset="-127"/>
                </a:rPr>
                <a:t>구축</a:t>
              </a:r>
            </a:p>
          </p:txBody>
        </p:sp>
        <p:cxnSp>
          <p:nvCxnSpPr>
            <p:cNvPr id="127" name="직선 연결선 126"/>
            <p:cNvCxnSpPr/>
            <p:nvPr/>
          </p:nvCxnSpPr>
          <p:spPr>
            <a:xfrm>
              <a:off x="1503361" y="3165192"/>
              <a:ext cx="1096964" cy="0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5125" name="Picture 5" descr="G:\work\아이티센시스템즈\경찰청공조조회유지보수\icon&amp;dia\2014광주전산센터-03-05.png"/>
            <p:cNvPicPr>
              <a:picLocks noChangeAspect="1" noChangeArrowheads="1"/>
            </p:cNvPicPr>
            <p:nvPr/>
          </p:nvPicPr>
          <p:blipFill>
            <a:blip r:embed="rId1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027907" y="2657291"/>
              <a:ext cx="642642" cy="52008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5126" name="Picture 6" descr="G:\work\아이티센시스템즈\경찰청공조조회유지보수\icon&amp;dia\제안서템플릿이미지-12.png"/>
          <p:cNvPicPr>
            <a:picLocks noChangeAspect="1" noChangeArrowheads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3307" y="4217610"/>
            <a:ext cx="330281" cy="2969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3" name="그룹 22"/>
          <p:cNvGrpSpPr/>
          <p:nvPr/>
        </p:nvGrpSpPr>
        <p:grpSpPr>
          <a:xfrm>
            <a:off x="3149751" y="1086014"/>
            <a:ext cx="1958602" cy="2297213"/>
            <a:chOff x="3149751" y="1086014"/>
            <a:chExt cx="1958602" cy="2297213"/>
          </a:xfrm>
        </p:grpSpPr>
        <p:sp>
          <p:nvSpPr>
            <p:cNvPr id="123" name="타원 122"/>
            <p:cNvSpPr/>
            <p:nvPr/>
          </p:nvSpPr>
          <p:spPr>
            <a:xfrm>
              <a:off x="3149751" y="1434758"/>
              <a:ext cx="1948469" cy="1948469"/>
            </a:xfrm>
            <a:prstGeom prst="ellipse">
              <a:avLst/>
            </a:prstGeom>
            <a:solidFill>
              <a:schemeClr val="bg1"/>
            </a:solidFill>
            <a:ln w="762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 smtClean="0"/>
            </a:p>
          </p:txBody>
        </p:sp>
        <p:pic>
          <p:nvPicPr>
            <p:cNvPr id="5123" name="Picture 3" descr="G:\work\아이티센시스템즈\경찰청공조조회유지보수\icon&amp;dia\광주HW자원통합3-2-06.png"/>
            <p:cNvPicPr>
              <a:picLocks noChangeAspect="1" noChangeArrowheads="1"/>
            </p:cNvPicPr>
            <p:nvPr/>
          </p:nvPicPr>
          <p:blipFill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020916" y="1086014"/>
              <a:ext cx="1087437" cy="11557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30" name="Text Box 172"/>
            <p:cNvSpPr txBox="1">
              <a:spLocks noChangeArrowheads="1"/>
            </p:cNvSpPr>
            <p:nvPr/>
          </p:nvSpPr>
          <p:spPr bwMode="auto">
            <a:xfrm>
              <a:off x="3435494" y="2332939"/>
              <a:ext cx="1397120" cy="67710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0" tIns="0" rIns="0" bIns="0" anchor="t" anchorCtr="0">
              <a:spAutoFit/>
              <a:scene3d>
                <a:camera prst="orthographicFront"/>
                <a:lightRig rig="harsh" dir="tl"/>
              </a:scene3d>
              <a:sp3d prstMaterial="flat">
                <a:bevelT w="0" prst="artDeco"/>
                <a:extrusionClr>
                  <a:schemeClr val="bg1"/>
                </a:extrusionClr>
                <a:contourClr>
                  <a:schemeClr val="bg1"/>
                </a:contourClr>
              </a:sp3d>
            </a:bodyPr>
            <a:lstStyle/>
            <a:p>
              <a:pPr algn="ctr" defTabSz="958894" latinLnBrk="0"/>
              <a:r>
                <a:rPr lang="ko-KR" altLang="en-US" sz="2200" spc="-200" dirty="0">
                  <a:ln w="11430"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Rix모던고딕 EB" panose="02020603020101020101" pitchFamily="18" charset="-127"/>
                  <a:ea typeface="Rix모던고딕 EB" panose="02020603020101020101" pitchFamily="18" charset="-127"/>
                  <a:cs typeface="Arial" pitchFamily="34" charset="0"/>
                </a:rPr>
                <a:t>업무 </a:t>
              </a:r>
              <a:r>
                <a:rPr lang="ko-KR" altLang="en-US" sz="2200" spc="-200" dirty="0" smtClean="0">
                  <a:ln w="11430"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Rix모던고딕 EB" panose="02020603020101020101" pitchFamily="18" charset="-127"/>
                  <a:ea typeface="Rix모던고딕 EB" panose="02020603020101020101" pitchFamily="18" charset="-127"/>
                  <a:cs typeface="Arial" pitchFamily="34" charset="0"/>
                </a:rPr>
                <a:t>효율</a:t>
              </a:r>
              <a:r>
                <a:rPr lang="en-US" altLang="ko-KR" sz="2200" spc="-200" dirty="0" smtClean="0">
                  <a:ln w="11430"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Rix모던고딕 EB" panose="02020603020101020101" pitchFamily="18" charset="-127"/>
                  <a:ea typeface="Rix모던고딕 EB" panose="02020603020101020101" pitchFamily="18" charset="-127"/>
                  <a:cs typeface="Arial" pitchFamily="34" charset="0"/>
                </a:rPr>
                <a:t>/</a:t>
              </a:r>
              <a:endParaRPr lang="ko-KR" altLang="en-US" sz="2200" spc="-200" dirty="0">
                <a:ln w="11430"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  <a:cs typeface="Arial" pitchFamily="34" charset="0"/>
              </a:endParaRPr>
            </a:p>
            <a:p>
              <a:pPr algn="ctr" defTabSz="958894" latinLnBrk="0"/>
              <a:r>
                <a:rPr lang="ko-KR" altLang="en-US" sz="2200" spc="-200" dirty="0" smtClean="0">
                  <a:ln w="11430"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Rix모던고딕 EB" panose="02020603020101020101" pitchFamily="18" charset="-127"/>
                  <a:ea typeface="Rix모던고딕 EB" panose="02020603020101020101" pitchFamily="18" charset="-127"/>
                  <a:cs typeface="Arial" pitchFamily="34" charset="0"/>
                </a:rPr>
                <a:t>보안성 향상</a:t>
              </a:r>
              <a:endParaRPr lang="ko-KR" altLang="en-US" sz="2200" spc="-200" dirty="0">
                <a:ln w="11430"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  <a:cs typeface="Arial" pitchFamily="34" charset="0"/>
              </a:endParaRPr>
            </a:p>
          </p:txBody>
        </p:sp>
        <p:cxnSp>
          <p:nvCxnSpPr>
            <p:cNvPr id="131" name="직선 연결선 130"/>
            <p:cNvCxnSpPr/>
            <p:nvPr/>
          </p:nvCxnSpPr>
          <p:spPr>
            <a:xfrm>
              <a:off x="3343129" y="2106937"/>
              <a:ext cx="1563689" cy="0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3" name="TextBox 132"/>
            <p:cNvSpPr txBox="1"/>
            <p:nvPr/>
          </p:nvSpPr>
          <p:spPr>
            <a:xfrm>
              <a:off x="3820293" y="1767798"/>
              <a:ext cx="333426" cy="230832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spAutoFit/>
            </a:bodyPr>
            <a:lstStyle/>
            <a:p>
              <a:pPr algn="ctr" latinLnBrk="0"/>
              <a:r>
                <a:rPr lang="ko-KR" altLang="en-US" sz="1500" spc="-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Rix모던고딕 M" panose="02020603020101020101" pitchFamily="18" charset="-127"/>
                  <a:ea typeface="Rix모던고딕 M" panose="02020603020101020101" pitchFamily="18" charset="-127"/>
                </a:rPr>
                <a:t>업무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7817568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0693400" cy="7561263"/>
          </a:xfrm>
          <a:prstGeom prst="rect">
            <a:avLst/>
          </a:prstGeom>
        </p:spPr>
      </p:pic>
      <p:sp>
        <p:nvSpPr>
          <p:cNvPr id="5" name="직사각형 4"/>
          <p:cNvSpPr/>
          <p:nvPr/>
        </p:nvSpPr>
        <p:spPr>
          <a:xfrm>
            <a:off x="2" y="5662662"/>
            <a:ext cx="10693399" cy="1898604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6487" tIns="48244" rIns="96487" bIns="48244" anchor="ctr"/>
          <a:lstStyle/>
          <a:p>
            <a:pPr algn="ctr" defTabSz="952942">
              <a:defRPr/>
            </a:pPr>
            <a:endParaRPr lang="ko-KR" altLang="en-US" dirty="0">
              <a:solidFill>
                <a:prstClr val="white"/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6" name="모서리가 둥근 직사각형 5"/>
          <p:cNvSpPr/>
          <p:nvPr/>
        </p:nvSpPr>
        <p:spPr bwMode="auto">
          <a:xfrm>
            <a:off x="643399" y="470068"/>
            <a:ext cx="2460353" cy="1071893"/>
          </a:xfrm>
          <a:prstGeom prst="roundRect">
            <a:avLst>
              <a:gd name="adj" fmla="val 0"/>
            </a:avLst>
          </a:prstGeom>
          <a:noFill/>
          <a:ln>
            <a:noFill/>
            <a:headEnd type="none" w="lg" len="med"/>
            <a:tailEnd type="none" w="lg" len="med"/>
          </a:ln>
          <a:effectLst>
            <a:innerShdw blurRad="279400" dist="50800" dir="13500000">
              <a:prstClr val="black">
                <a:alpha val="71000"/>
              </a:prstClr>
            </a:innerShdw>
          </a:effectLst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none" lIns="86014" tIns="43007" rIns="86014" bIns="43007" rtlCol="0" anchor="ctr"/>
          <a:lstStyle/>
          <a:p>
            <a:pPr defTabSz="952942" latinLnBrk="0">
              <a:lnSpc>
                <a:spcPct val="110000"/>
              </a:lnSpc>
              <a:defRPr/>
            </a:pPr>
            <a:r>
              <a:rPr lang="en-US" altLang="ko-KR" sz="5700" b="1" kern="0" spc="-287" dirty="0">
                <a:gradFill flip="none" rotWithShape="1">
                  <a:gsLst>
                    <a:gs pos="0">
                      <a:prstClr val="black">
                        <a:lumMod val="75000"/>
                        <a:lumOff val="25000"/>
                        <a:shade val="30000"/>
                        <a:satMod val="115000"/>
                      </a:prstClr>
                    </a:gs>
                    <a:gs pos="50000">
                      <a:prstClr val="black">
                        <a:lumMod val="75000"/>
                        <a:lumOff val="25000"/>
                        <a:shade val="67500"/>
                        <a:satMod val="115000"/>
                      </a:prstClr>
                    </a:gs>
                    <a:gs pos="100000">
                      <a:prstClr val="black">
                        <a:lumMod val="75000"/>
                        <a:lumOff val="25000"/>
                        <a:shade val="100000"/>
                        <a:satMod val="115000"/>
                      </a:prstClr>
                    </a:gs>
                  </a:gsLst>
                  <a:lin ang="16200000" scaled="1"/>
                  <a:tileRect/>
                </a:gra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Contents</a:t>
            </a:r>
          </a:p>
        </p:txBody>
      </p:sp>
      <p:sp>
        <p:nvSpPr>
          <p:cNvPr id="13" name="직사각형 12"/>
          <p:cNvSpPr/>
          <p:nvPr/>
        </p:nvSpPr>
        <p:spPr>
          <a:xfrm>
            <a:off x="571896" y="2278743"/>
            <a:ext cx="2395152" cy="4328282"/>
          </a:xfrm>
          <a:prstGeom prst="rect">
            <a:avLst/>
          </a:prstGeom>
          <a:gradFill>
            <a:gsLst>
              <a:gs pos="0">
                <a:schemeClr val="bg1">
                  <a:lumMod val="8500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0"/>
          </a:gradFill>
          <a:ln>
            <a:noFill/>
          </a:ln>
          <a:effectLst>
            <a:outerShdw blurRad="50800" dist="25400" dir="5400000" algn="t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 h="63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6487" tIns="48244" rIns="96487" bIns="48244" rtlCol="0" anchor="ctr"/>
          <a:lstStyle/>
          <a:p>
            <a:pPr algn="ctr" defTabSz="952942"/>
            <a:endParaRPr lang="ko-KR" altLang="en-US" sz="1300" dirty="0">
              <a:solidFill>
                <a:prstClr val="white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14" name="직선 연결선 13"/>
          <p:cNvCxnSpPr/>
          <p:nvPr/>
        </p:nvCxnSpPr>
        <p:spPr>
          <a:xfrm>
            <a:off x="733764" y="3279887"/>
            <a:ext cx="2075568" cy="0"/>
          </a:xfrm>
          <a:prstGeom prst="line">
            <a:avLst/>
          </a:prstGeom>
          <a:ln w="12700" cap="rnd">
            <a:solidFill>
              <a:schemeClr val="tx2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직사각형 14"/>
          <p:cNvSpPr/>
          <p:nvPr/>
        </p:nvSpPr>
        <p:spPr>
          <a:xfrm>
            <a:off x="2971309" y="2273866"/>
            <a:ext cx="2395152" cy="4328282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rgbClr val="081422"/>
              </a:gs>
            </a:gsLst>
            <a:lin ang="5400000" scaled="0"/>
          </a:gradFill>
          <a:ln>
            <a:noFill/>
          </a:ln>
          <a:effectLst>
            <a:outerShdw blurRad="50800" dist="25400" dir="5400000" algn="t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 h="63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6487" tIns="48244" rIns="96487" bIns="48244" rtlCol="0" anchor="ctr"/>
          <a:lstStyle/>
          <a:p>
            <a:pPr algn="ctr" defTabSz="952942"/>
            <a:endParaRPr lang="ko-KR" altLang="en-US" sz="1300" dirty="0">
              <a:solidFill>
                <a:prstClr val="white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6" name="직사각형 15"/>
          <p:cNvSpPr/>
          <p:nvPr/>
        </p:nvSpPr>
        <p:spPr>
          <a:xfrm>
            <a:off x="7761614" y="2273866"/>
            <a:ext cx="2395152" cy="4328282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rgbClr val="081422"/>
              </a:gs>
            </a:gsLst>
            <a:lin ang="5400000" scaled="0"/>
          </a:gradFill>
          <a:ln>
            <a:noFill/>
          </a:ln>
          <a:effectLst>
            <a:outerShdw blurRad="50800" dist="25400" dir="5400000" algn="t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 h="63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6487" tIns="48244" rIns="96487" bIns="48244" rtlCol="0" anchor="ctr"/>
          <a:lstStyle/>
          <a:p>
            <a:pPr algn="ctr" defTabSz="952942"/>
            <a:endParaRPr lang="ko-KR" altLang="en-US" sz="1300" dirty="0">
              <a:solidFill>
                <a:prstClr val="white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8" name="직사각형 17"/>
          <p:cNvSpPr/>
          <p:nvPr/>
        </p:nvSpPr>
        <p:spPr>
          <a:xfrm>
            <a:off x="5366462" y="2278743"/>
            <a:ext cx="2395152" cy="4328282"/>
          </a:xfrm>
          <a:prstGeom prst="rect">
            <a:avLst/>
          </a:prstGeom>
          <a:gradFill>
            <a:gsLst>
              <a:gs pos="0">
                <a:schemeClr val="bg1">
                  <a:lumMod val="8500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0"/>
          </a:gradFill>
          <a:ln>
            <a:noFill/>
          </a:ln>
          <a:effectLst>
            <a:outerShdw blurRad="50800" dist="25400" dir="5400000" algn="t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 h="63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6487" tIns="48244" rIns="96487" bIns="48244" rtlCol="0" anchor="ctr"/>
          <a:lstStyle/>
          <a:p>
            <a:pPr algn="ctr" defTabSz="952942"/>
            <a:endParaRPr lang="ko-KR" altLang="en-US" sz="1300" dirty="0">
              <a:solidFill>
                <a:prstClr val="white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573618" y="2278743"/>
            <a:ext cx="445722" cy="1050334"/>
          </a:xfrm>
          <a:prstGeom prst="rect">
            <a:avLst/>
          </a:prstGeom>
          <a:noFill/>
        </p:spPr>
        <p:txBody>
          <a:bodyPr wrap="none" lIns="95293" tIns="47648" rIns="95293" bIns="47648" rtlCol="0">
            <a:spAutoFit/>
          </a:bodyPr>
          <a:lstStyle/>
          <a:p>
            <a:pPr defTabSz="952942"/>
            <a:r>
              <a:rPr lang="en-US" altLang="ko-KR" sz="6200" b="1" dirty="0">
                <a:solidFill>
                  <a:srgbClr val="1F497D">
                    <a:lumMod val="75000"/>
                  </a:srgbClr>
                </a:solidFill>
                <a:latin typeface="나눔명조 ExtraBold" panose="02020603020101020101" pitchFamily="18" charset="-127"/>
                <a:ea typeface="나눔명조 ExtraBold" panose="02020603020101020101" pitchFamily="18" charset="-127"/>
              </a:rPr>
              <a:t>I</a:t>
            </a:r>
            <a:endParaRPr lang="ko-KR" altLang="en-US" sz="6200" b="1" dirty="0">
              <a:solidFill>
                <a:srgbClr val="1F497D">
                  <a:lumMod val="75000"/>
                </a:srgbClr>
              </a:solidFill>
              <a:latin typeface="나눔명조 ExtraBold" panose="02020603020101020101" pitchFamily="18" charset="-127"/>
              <a:ea typeface="나눔명조 ExtraBold" panose="02020603020101020101" pitchFamily="18" charset="-127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01796" y="3415712"/>
            <a:ext cx="2168010" cy="1265778"/>
          </a:xfrm>
          <a:prstGeom prst="rect">
            <a:avLst/>
          </a:prstGeom>
          <a:noFill/>
        </p:spPr>
        <p:txBody>
          <a:bodyPr wrap="square" lIns="95293" tIns="47648" rIns="95293" bIns="47648" rtlCol="0">
            <a:spAutoFit/>
          </a:bodyPr>
          <a:lstStyle/>
          <a:p>
            <a:pPr algn="ctr" defTabSz="952942"/>
            <a:r>
              <a:rPr lang="ko-KR" altLang="en-US" sz="3800" spc="-334" dirty="0">
                <a:solidFill>
                  <a:srgbClr val="1F497D">
                    <a:lumMod val="75000"/>
                  </a:srgbClr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사업의</a:t>
            </a:r>
            <a:endParaRPr lang="en-US" altLang="ko-KR" sz="3800" spc="-334" dirty="0">
              <a:solidFill>
                <a:srgbClr val="1F497D">
                  <a:lumMod val="75000"/>
                </a:srgbClr>
              </a:solidFill>
              <a:latin typeface="Rix모던고딕 EB" panose="02020603020101020101" pitchFamily="18" charset="-127"/>
              <a:ea typeface="Rix모던고딕 EB" panose="02020603020101020101" pitchFamily="18" charset="-127"/>
            </a:endParaRPr>
          </a:p>
          <a:p>
            <a:pPr algn="ctr" defTabSz="952942"/>
            <a:r>
              <a:rPr lang="ko-KR" altLang="en-US" sz="3800" spc="-334" dirty="0">
                <a:solidFill>
                  <a:srgbClr val="1F497D">
                    <a:lumMod val="75000"/>
                  </a:srgbClr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이해</a:t>
            </a:r>
          </a:p>
        </p:txBody>
      </p:sp>
      <p:cxnSp>
        <p:nvCxnSpPr>
          <p:cNvPr id="22" name="직선 연결선 21"/>
          <p:cNvCxnSpPr/>
          <p:nvPr/>
        </p:nvCxnSpPr>
        <p:spPr>
          <a:xfrm>
            <a:off x="733764" y="6450581"/>
            <a:ext cx="2075568" cy="0"/>
          </a:xfrm>
          <a:prstGeom prst="line">
            <a:avLst/>
          </a:prstGeom>
          <a:ln w="12700" cap="rnd">
            <a:solidFill>
              <a:schemeClr val="tx2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연결선 22"/>
          <p:cNvCxnSpPr/>
          <p:nvPr/>
        </p:nvCxnSpPr>
        <p:spPr>
          <a:xfrm>
            <a:off x="3131101" y="3279887"/>
            <a:ext cx="2075568" cy="0"/>
          </a:xfrm>
          <a:prstGeom prst="line">
            <a:avLst/>
          </a:prstGeom>
          <a:ln w="12700" cap="rnd">
            <a:solidFill>
              <a:schemeClr val="bg1">
                <a:lumMod val="8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3734637" y="2278743"/>
            <a:ext cx="947462" cy="1050334"/>
          </a:xfrm>
          <a:prstGeom prst="rect">
            <a:avLst/>
          </a:prstGeom>
          <a:noFill/>
        </p:spPr>
        <p:txBody>
          <a:bodyPr wrap="none" lIns="95293" tIns="47648" rIns="95293" bIns="47648" rtlCol="0">
            <a:spAutoFit/>
          </a:bodyPr>
          <a:lstStyle/>
          <a:p>
            <a:pPr algn="ctr" defTabSz="952942"/>
            <a:r>
              <a:rPr lang="en-US" altLang="ko-KR" sz="6200" b="1" dirty="0">
                <a:solidFill>
                  <a:prstClr val="white"/>
                </a:solidFill>
                <a:latin typeface="나눔명조 ExtraBold" panose="02020603020101020101" pitchFamily="18" charset="-127"/>
                <a:ea typeface="나눔명조 ExtraBold" panose="02020603020101020101" pitchFamily="18" charset="-127"/>
              </a:rPr>
              <a:t>Ⅱ</a:t>
            </a:r>
            <a:endParaRPr lang="ko-KR" altLang="en-US" sz="6200" b="1" dirty="0">
              <a:solidFill>
                <a:prstClr val="white"/>
              </a:solidFill>
              <a:latin typeface="나눔명조 ExtraBold" panose="02020603020101020101" pitchFamily="18" charset="-127"/>
              <a:ea typeface="나눔명조 ExtraBold" panose="02020603020101020101" pitchFamily="18" charset="-127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476855" y="3415712"/>
            <a:ext cx="2168010" cy="1265778"/>
          </a:xfrm>
          <a:prstGeom prst="rect">
            <a:avLst/>
          </a:prstGeom>
          <a:noFill/>
        </p:spPr>
        <p:txBody>
          <a:bodyPr wrap="square" lIns="95293" tIns="47648" rIns="95293" bIns="47648" rtlCol="0">
            <a:spAutoFit/>
          </a:bodyPr>
          <a:lstStyle/>
          <a:p>
            <a:pPr algn="ctr" defTabSz="952942"/>
            <a:r>
              <a:rPr lang="ko-KR" altLang="en-US" sz="3800" spc="-334" dirty="0">
                <a:solidFill>
                  <a:srgbClr val="1F497D">
                    <a:lumMod val="75000"/>
                  </a:srgbClr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기술</a:t>
            </a:r>
            <a:endParaRPr lang="en-US" altLang="ko-KR" sz="3800" spc="-334" dirty="0">
              <a:solidFill>
                <a:srgbClr val="1F497D">
                  <a:lumMod val="75000"/>
                </a:srgbClr>
              </a:solidFill>
              <a:latin typeface="Rix모던고딕 EB" panose="02020603020101020101" pitchFamily="18" charset="-127"/>
              <a:ea typeface="Rix모던고딕 EB" panose="02020603020101020101" pitchFamily="18" charset="-127"/>
            </a:endParaRPr>
          </a:p>
          <a:p>
            <a:pPr algn="ctr" defTabSz="952942"/>
            <a:r>
              <a:rPr lang="ko-KR" altLang="en-US" sz="3800" spc="-334" dirty="0">
                <a:solidFill>
                  <a:srgbClr val="1F497D">
                    <a:lumMod val="75000"/>
                  </a:srgbClr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전략</a:t>
            </a:r>
          </a:p>
        </p:txBody>
      </p:sp>
      <p:cxnSp>
        <p:nvCxnSpPr>
          <p:cNvPr id="26" name="직선 연결선 25"/>
          <p:cNvCxnSpPr/>
          <p:nvPr/>
        </p:nvCxnSpPr>
        <p:spPr>
          <a:xfrm>
            <a:off x="3131101" y="6450581"/>
            <a:ext cx="2075568" cy="0"/>
          </a:xfrm>
          <a:prstGeom prst="line">
            <a:avLst/>
          </a:prstGeom>
          <a:ln w="12700" cap="rnd">
            <a:solidFill>
              <a:schemeClr val="bg1">
                <a:lumMod val="8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직선 연결선 26"/>
          <p:cNvCxnSpPr/>
          <p:nvPr/>
        </p:nvCxnSpPr>
        <p:spPr>
          <a:xfrm>
            <a:off x="5540763" y="3279887"/>
            <a:ext cx="2075568" cy="0"/>
          </a:xfrm>
          <a:prstGeom prst="line">
            <a:avLst/>
          </a:prstGeom>
          <a:ln w="12700" cap="rnd">
            <a:solidFill>
              <a:schemeClr val="tx2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6135593" y="2278743"/>
            <a:ext cx="947462" cy="1050334"/>
          </a:xfrm>
          <a:prstGeom prst="rect">
            <a:avLst/>
          </a:prstGeom>
          <a:noFill/>
        </p:spPr>
        <p:txBody>
          <a:bodyPr wrap="none" lIns="95293" tIns="47648" rIns="95293" bIns="47648" rtlCol="0">
            <a:spAutoFit/>
          </a:bodyPr>
          <a:lstStyle/>
          <a:p>
            <a:pPr algn="ctr" defTabSz="952942"/>
            <a:r>
              <a:rPr lang="en-US" altLang="ko-KR" sz="6200" b="1" dirty="0">
                <a:solidFill>
                  <a:srgbClr val="1F497D">
                    <a:lumMod val="75000"/>
                  </a:srgbClr>
                </a:solidFill>
                <a:latin typeface="나눔명조 ExtraBold" panose="02020603020101020101" pitchFamily="18" charset="-127"/>
                <a:ea typeface="나눔명조 ExtraBold" panose="02020603020101020101" pitchFamily="18" charset="-127"/>
              </a:rPr>
              <a:t>Ⅲ</a:t>
            </a:r>
            <a:endParaRPr lang="ko-KR" altLang="en-US" sz="6200" b="1" dirty="0">
              <a:solidFill>
                <a:srgbClr val="1F497D">
                  <a:lumMod val="75000"/>
                </a:srgbClr>
              </a:solidFill>
              <a:latin typeface="나눔명조 ExtraBold" panose="02020603020101020101" pitchFamily="18" charset="-127"/>
              <a:ea typeface="나눔명조 ExtraBold" panose="02020603020101020101" pitchFamily="18" charset="-127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7865736" y="3415712"/>
            <a:ext cx="2168010" cy="1265778"/>
          </a:xfrm>
          <a:prstGeom prst="rect">
            <a:avLst/>
          </a:prstGeom>
          <a:noFill/>
        </p:spPr>
        <p:txBody>
          <a:bodyPr wrap="square" lIns="95293" tIns="47648" rIns="95293" bIns="47648" rtlCol="0">
            <a:spAutoFit/>
          </a:bodyPr>
          <a:lstStyle/>
          <a:p>
            <a:pPr algn="ctr" defTabSz="952942"/>
            <a:r>
              <a:rPr lang="ko-KR" altLang="en-US" sz="3800" spc="-334" dirty="0">
                <a:solidFill>
                  <a:prstClr val="white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관리</a:t>
            </a:r>
            <a:endParaRPr lang="en-US" altLang="ko-KR" sz="3800" spc="-334" dirty="0">
              <a:solidFill>
                <a:prstClr val="white"/>
              </a:solidFill>
              <a:latin typeface="Rix모던고딕 EB" panose="02020603020101020101" pitchFamily="18" charset="-127"/>
              <a:ea typeface="Rix모던고딕 EB" panose="02020603020101020101" pitchFamily="18" charset="-127"/>
            </a:endParaRPr>
          </a:p>
          <a:p>
            <a:pPr algn="ctr" defTabSz="952942"/>
            <a:r>
              <a:rPr lang="ko-KR" altLang="en-US" sz="3800" spc="-334" dirty="0">
                <a:solidFill>
                  <a:prstClr val="white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전략</a:t>
            </a:r>
          </a:p>
        </p:txBody>
      </p:sp>
      <p:cxnSp>
        <p:nvCxnSpPr>
          <p:cNvPr id="30" name="직선 연결선 29"/>
          <p:cNvCxnSpPr/>
          <p:nvPr/>
        </p:nvCxnSpPr>
        <p:spPr>
          <a:xfrm>
            <a:off x="5540763" y="6450581"/>
            <a:ext cx="2075568" cy="0"/>
          </a:xfrm>
          <a:prstGeom prst="line">
            <a:avLst/>
          </a:prstGeom>
          <a:ln w="12700" cap="rnd">
            <a:solidFill>
              <a:schemeClr val="tx2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직선 연결선 30"/>
          <p:cNvCxnSpPr/>
          <p:nvPr/>
        </p:nvCxnSpPr>
        <p:spPr>
          <a:xfrm>
            <a:off x="7933839" y="3279887"/>
            <a:ext cx="2075568" cy="0"/>
          </a:xfrm>
          <a:prstGeom prst="line">
            <a:avLst/>
          </a:prstGeom>
          <a:ln w="12700" cap="rnd">
            <a:solidFill>
              <a:schemeClr val="bg1">
                <a:lumMod val="8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8537376" y="2278743"/>
            <a:ext cx="947462" cy="1050334"/>
          </a:xfrm>
          <a:prstGeom prst="rect">
            <a:avLst/>
          </a:prstGeom>
          <a:noFill/>
        </p:spPr>
        <p:txBody>
          <a:bodyPr wrap="none" lIns="95293" tIns="47648" rIns="95293" bIns="47648" rtlCol="0">
            <a:spAutoFit/>
          </a:bodyPr>
          <a:lstStyle/>
          <a:p>
            <a:pPr algn="ctr" defTabSz="952942"/>
            <a:r>
              <a:rPr lang="en-US" altLang="ko-KR" sz="6200" b="1" dirty="0">
                <a:solidFill>
                  <a:prstClr val="white"/>
                </a:solidFill>
                <a:latin typeface="나눔명조 ExtraBold" panose="02020603020101020101" pitchFamily="18" charset="-127"/>
                <a:ea typeface="나눔명조 ExtraBold" panose="02020603020101020101" pitchFamily="18" charset="-127"/>
              </a:rPr>
              <a:t>Ⅳ</a:t>
            </a:r>
            <a:endParaRPr lang="ko-KR" altLang="en-US" sz="6200" b="1" dirty="0">
              <a:solidFill>
                <a:prstClr val="white"/>
              </a:solidFill>
              <a:latin typeface="나눔명조 ExtraBold" panose="02020603020101020101" pitchFamily="18" charset="-127"/>
              <a:ea typeface="나눔명조 ExtraBold" panose="02020603020101020101" pitchFamily="18" charset="-127"/>
            </a:endParaRPr>
          </a:p>
        </p:txBody>
      </p:sp>
      <p:cxnSp>
        <p:nvCxnSpPr>
          <p:cNvPr id="34" name="직선 연결선 33"/>
          <p:cNvCxnSpPr/>
          <p:nvPr/>
        </p:nvCxnSpPr>
        <p:spPr>
          <a:xfrm>
            <a:off x="7933839" y="6450581"/>
            <a:ext cx="2075568" cy="0"/>
          </a:xfrm>
          <a:prstGeom prst="line">
            <a:avLst/>
          </a:prstGeom>
          <a:ln w="12700" cap="rnd">
            <a:solidFill>
              <a:schemeClr val="bg1">
                <a:lumMod val="8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직사각형 41"/>
          <p:cNvSpPr/>
          <p:nvPr/>
        </p:nvSpPr>
        <p:spPr>
          <a:xfrm>
            <a:off x="3598866" y="715729"/>
            <a:ext cx="6828783" cy="689900"/>
          </a:xfrm>
          <a:prstGeom prst="rect">
            <a:avLst/>
          </a:prstGeom>
        </p:spPr>
        <p:txBody>
          <a:bodyPr wrap="square" lIns="96487" tIns="48244" rIns="96487" bIns="48244">
            <a:spAutoFit/>
          </a:bodyPr>
          <a:lstStyle/>
          <a:p>
            <a:pPr defTabSz="952942">
              <a:lnSpc>
                <a:spcPct val="110000"/>
              </a:lnSpc>
            </a:pPr>
            <a:r>
              <a:rPr lang="ko-KR" altLang="en-US" sz="1600" spc="-144" dirty="0">
                <a:ln/>
                <a:solidFill>
                  <a:schemeClr val="tx1">
                    <a:lumMod val="75000"/>
                    <a:lumOff val="25000"/>
                  </a:schemeClr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    현실에 안주하지 않는 장기적 안목을 갖고</a:t>
            </a:r>
            <a:r>
              <a:rPr lang="en-US" altLang="ko-KR" sz="1600" spc="-144" dirty="0">
                <a:ln/>
                <a:solidFill>
                  <a:schemeClr val="tx1">
                    <a:lumMod val="75000"/>
                    <a:lumOff val="25000"/>
                  </a:schemeClr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, </a:t>
            </a:r>
            <a:r>
              <a:rPr lang="ko-KR" altLang="en-US" sz="1600" spc="-144" dirty="0">
                <a:ln/>
                <a:solidFill>
                  <a:schemeClr val="tx1">
                    <a:lumMod val="75000"/>
                    <a:lumOff val="25000"/>
                  </a:schemeClr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미래의 목표와 현 기술을 연결하기 위해</a:t>
            </a:r>
          </a:p>
          <a:p>
            <a:pPr defTabSz="952942">
              <a:lnSpc>
                <a:spcPct val="110000"/>
              </a:lnSpc>
            </a:pPr>
            <a:r>
              <a:rPr lang="ko-KR" altLang="en-US" spc="-144" dirty="0">
                <a:ln/>
                <a:solidFill>
                  <a:srgbClr val="1F497D">
                    <a:lumMod val="75000"/>
                  </a:srgbClr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안정적 정보체계 지원</a:t>
            </a:r>
            <a:r>
              <a:rPr lang="ko-KR" altLang="en-US" sz="1600" spc="-144" dirty="0">
                <a:ln/>
                <a:solidFill>
                  <a:prstClr val="black">
                    <a:lumMod val="65000"/>
                    <a:lumOff val="35000"/>
                  </a:prstClr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 </a:t>
            </a:r>
            <a:r>
              <a:rPr lang="ko-KR" altLang="en-US" sz="1600" spc="-144" dirty="0">
                <a:ln/>
                <a:solidFill>
                  <a:schemeClr val="tx1">
                    <a:lumMod val="75000"/>
                    <a:lumOff val="25000"/>
                  </a:schemeClr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및</a:t>
            </a:r>
            <a:r>
              <a:rPr lang="ko-KR" altLang="en-US" sz="1600" b="1" spc="-144" dirty="0">
                <a:ln/>
                <a:solidFill>
                  <a:prstClr val="black">
                    <a:lumMod val="65000"/>
                    <a:lumOff val="35000"/>
                  </a:prstClr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  </a:t>
            </a:r>
            <a:r>
              <a:rPr lang="ko-KR" altLang="en-US" spc="-144" dirty="0">
                <a:ln/>
                <a:solidFill>
                  <a:srgbClr val="1F497D">
                    <a:lumMod val="75000"/>
                  </a:srgbClr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무중단 업무 수행 </a:t>
            </a:r>
            <a:r>
              <a:rPr lang="ko-KR" altLang="en-US" sz="1600" spc="-144" dirty="0">
                <a:ln/>
                <a:solidFill>
                  <a:prstClr val="black">
                    <a:lumMod val="75000"/>
                    <a:lumOff val="25000"/>
                  </a:prstClr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및 </a:t>
            </a:r>
            <a:r>
              <a:rPr lang="ko-KR" altLang="en-US" spc="-144" dirty="0" smtClean="0">
                <a:ln/>
                <a:solidFill>
                  <a:srgbClr val="1F497D">
                    <a:lumMod val="75000"/>
                  </a:srgbClr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 </a:t>
            </a:r>
            <a:r>
              <a:rPr lang="ko-KR" altLang="en-US" spc="-144" dirty="0">
                <a:ln/>
                <a:solidFill>
                  <a:srgbClr val="1F497D">
                    <a:lumMod val="75000"/>
                  </a:srgbClr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서비스 이전</a:t>
            </a:r>
            <a:r>
              <a:rPr lang="ko-KR" altLang="en-US" sz="1600" spc="-144" dirty="0">
                <a:ln/>
                <a:solidFill>
                  <a:schemeClr val="tx1">
                    <a:lumMod val="75000"/>
                    <a:lumOff val="25000"/>
                  </a:schemeClr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을</a:t>
            </a:r>
            <a:r>
              <a:rPr lang="ko-KR" altLang="en-US" sz="1600" b="1" spc="-144" dirty="0">
                <a:ln/>
                <a:solidFill>
                  <a:prstClr val="black">
                    <a:lumMod val="65000"/>
                    <a:lumOff val="35000"/>
                  </a:prstClr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 </a:t>
            </a:r>
            <a:r>
              <a:rPr lang="ko-KR" altLang="en-US" sz="1600" spc="-144" dirty="0">
                <a:ln/>
                <a:solidFill>
                  <a:schemeClr val="tx1">
                    <a:lumMod val="75000"/>
                    <a:lumOff val="25000"/>
                  </a:schemeClr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고민합니다</a:t>
            </a:r>
            <a:r>
              <a:rPr lang="en-US" altLang="ko-KR" sz="1600" spc="-144" dirty="0">
                <a:ln/>
                <a:solidFill>
                  <a:schemeClr val="tx1">
                    <a:lumMod val="75000"/>
                    <a:lumOff val="25000"/>
                  </a:schemeClr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.</a:t>
            </a:r>
          </a:p>
        </p:txBody>
      </p:sp>
      <p:sp>
        <p:nvSpPr>
          <p:cNvPr id="43" name="제목 1"/>
          <p:cNvSpPr txBox="1">
            <a:spLocks/>
          </p:cNvSpPr>
          <p:nvPr/>
        </p:nvSpPr>
        <p:spPr>
          <a:xfrm>
            <a:off x="563032" y="5850898"/>
            <a:ext cx="2399413" cy="374949"/>
          </a:xfrm>
          <a:prstGeom prst="rect">
            <a:avLst/>
          </a:prstGeom>
        </p:spPr>
        <p:txBody>
          <a:bodyPr vert="horz" lIns="90308" tIns="0" rIns="90308" bIns="0" rtlCol="0" anchor="ctr">
            <a:noAutofit/>
          </a:bodyPr>
          <a:lstStyle>
            <a:lvl1pPr algn="l" defTabSz="914395" rtl="0" eaLnBrk="1" latinLnBrk="1" hangingPunct="1">
              <a:lnSpc>
                <a:spcPct val="85000"/>
              </a:lnSpc>
              <a:spcBef>
                <a:spcPct val="0"/>
              </a:spcBef>
              <a:buNone/>
              <a:defRPr sz="3000" b="0" kern="1200" spc="-50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ts val="3334"/>
              </a:lnSpc>
            </a:pPr>
            <a:r>
              <a:rPr lang="ko-KR" altLang="en-US" sz="1700" spc="-144" dirty="0">
                <a:solidFill>
                  <a:prstClr val="black">
                    <a:lumMod val="65000"/>
                    <a:lumOff val="35000"/>
                  </a:prstClr>
                </a:solidFill>
                <a:latin typeface="Rix비타민 M" panose="02020603020101020101" pitchFamily="18" charset="-127"/>
                <a:ea typeface="Rix비타민 M" panose="02020603020101020101" pitchFamily="18" charset="-127"/>
              </a:rPr>
              <a:t>자세로 사업 준비</a:t>
            </a:r>
          </a:p>
        </p:txBody>
      </p:sp>
      <p:sp>
        <p:nvSpPr>
          <p:cNvPr id="45" name="제목 1"/>
          <p:cNvSpPr txBox="1">
            <a:spLocks/>
          </p:cNvSpPr>
          <p:nvPr/>
        </p:nvSpPr>
        <p:spPr>
          <a:xfrm>
            <a:off x="2453542" y="5476928"/>
            <a:ext cx="427146" cy="490275"/>
          </a:xfrm>
          <a:prstGeom prst="rect">
            <a:avLst/>
          </a:prstGeom>
        </p:spPr>
        <p:txBody>
          <a:bodyPr vert="horz" lIns="90308" tIns="0" rIns="90308" bIns="0" rtlCol="0" anchor="ctr">
            <a:noAutofit/>
          </a:bodyPr>
          <a:lstStyle>
            <a:lvl1pPr algn="l" defTabSz="914395" rtl="0" eaLnBrk="1" latinLnBrk="1" hangingPunct="1">
              <a:lnSpc>
                <a:spcPct val="85000"/>
              </a:lnSpc>
              <a:spcBef>
                <a:spcPct val="0"/>
              </a:spcBef>
              <a:buNone/>
              <a:defRPr sz="3000" b="0" kern="1200" spc="-50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ts val="3334"/>
              </a:lnSpc>
            </a:pPr>
            <a:r>
              <a:rPr lang="ko-KR" altLang="en-US" sz="1700" spc="-144" dirty="0">
                <a:solidFill>
                  <a:prstClr val="black">
                    <a:lumMod val="65000"/>
                    <a:lumOff val="35000"/>
                  </a:prstClr>
                </a:solidFill>
                <a:latin typeface="Rix비타민 M" panose="02020603020101020101" pitchFamily="18" charset="-127"/>
                <a:ea typeface="Rix비타민 M" panose="02020603020101020101" pitchFamily="18" charset="-127"/>
              </a:rPr>
              <a:t>의</a:t>
            </a:r>
          </a:p>
        </p:txBody>
      </p:sp>
      <p:grpSp>
        <p:nvGrpSpPr>
          <p:cNvPr id="55" name="그룹 54"/>
          <p:cNvGrpSpPr/>
          <p:nvPr/>
        </p:nvGrpSpPr>
        <p:grpSpPr>
          <a:xfrm>
            <a:off x="5343861" y="5476927"/>
            <a:ext cx="2399413" cy="748919"/>
            <a:chOff x="469900" y="5332079"/>
            <a:chExt cx="2450667" cy="748919"/>
          </a:xfrm>
        </p:grpSpPr>
        <p:sp>
          <p:nvSpPr>
            <p:cNvPr id="56" name="제목 1"/>
            <p:cNvSpPr txBox="1">
              <a:spLocks/>
            </p:cNvSpPr>
            <p:nvPr/>
          </p:nvSpPr>
          <p:spPr>
            <a:xfrm>
              <a:off x="469900" y="5706049"/>
              <a:ext cx="2450667" cy="374949"/>
            </a:xfrm>
            <a:prstGeom prst="rect">
              <a:avLst/>
            </a:prstGeom>
          </p:spPr>
          <p:txBody>
            <a:bodyPr vert="horz" lIns="90308" tIns="0" rIns="90308" bIns="0" rtlCol="0" anchor="ctr">
              <a:noAutofit/>
            </a:bodyPr>
            <a:lstStyle>
              <a:lvl1pPr algn="l" defTabSz="914395" rtl="0" eaLnBrk="1" latinLnBrk="1" hangingPunct="1">
                <a:lnSpc>
                  <a:spcPct val="85000"/>
                </a:lnSpc>
                <a:spcBef>
                  <a:spcPct val="0"/>
                </a:spcBef>
                <a:buNone/>
                <a:defRPr sz="3000" b="0" kern="1200" spc="-50" baseline="0">
                  <a:solidFill>
                    <a:srgbClr val="FFFFFF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>
                <a:lnSpc>
                  <a:spcPts val="3334"/>
                </a:lnSpc>
              </a:pPr>
              <a:r>
                <a:rPr lang="ko-KR" altLang="en-US" sz="1700" spc="-144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Rix비타민 M" panose="02020603020101020101" pitchFamily="18" charset="-127"/>
                  <a:ea typeface="Rix비타민 M" panose="02020603020101020101" pitchFamily="18" charset="-127"/>
                </a:rPr>
                <a:t>짓</a:t>
              </a:r>
              <a:r>
                <a:rPr lang="ko-KR" altLang="en-US" sz="1700" spc="-144" smtClean="0">
                  <a:solidFill>
                    <a:prstClr val="black">
                      <a:lumMod val="65000"/>
                      <a:lumOff val="35000"/>
                    </a:prstClr>
                  </a:solidFill>
                  <a:latin typeface="Rix비타민 M" panose="02020603020101020101" pitchFamily="18" charset="-127"/>
                  <a:ea typeface="Rix비타민 M" panose="02020603020101020101" pitchFamily="18" charset="-127"/>
                </a:rPr>
                <a:t>는 </a:t>
              </a:r>
              <a:r>
                <a:rPr lang="ko-KR" altLang="en-US" sz="1700" spc="-144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Rix비타민 M" panose="02020603020101020101" pitchFamily="18" charset="-127"/>
                  <a:ea typeface="Rix비타민 M" panose="02020603020101020101" pitchFamily="18" charset="-127"/>
                </a:rPr>
                <a:t>마음</a:t>
              </a:r>
            </a:p>
          </p:txBody>
        </p:sp>
        <p:sp>
          <p:nvSpPr>
            <p:cNvPr id="58" name="제목 1"/>
            <p:cNvSpPr txBox="1">
              <a:spLocks/>
            </p:cNvSpPr>
            <p:nvPr/>
          </p:nvSpPr>
          <p:spPr>
            <a:xfrm>
              <a:off x="2432632" y="5332079"/>
              <a:ext cx="436270" cy="490275"/>
            </a:xfrm>
            <a:prstGeom prst="rect">
              <a:avLst/>
            </a:prstGeom>
          </p:spPr>
          <p:txBody>
            <a:bodyPr vert="horz" lIns="90308" tIns="0" rIns="90308" bIns="0" rtlCol="0" anchor="ctr">
              <a:noAutofit/>
            </a:bodyPr>
            <a:lstStyle>
              <a:lvl1pPr algn="l" defTabSz="914395" rtl="0" eaLnBrk="1" latinLnBrk="1" hangingPunct="1">
                <a:lnSpc>
                  <a:spcPct val="85000"/>
                </a:lnSpc>
                <a:spcBef>
                  <a:spcPct val="0"/>
                </a:spcBef>
                <a:buNone/>
                <a:defRPr sz="3000" b="0" kern="1200" spc="-50" baseline="0">
                  <a:solidFill>
                    <a:srgbClr val="FFFFFF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>
                <a:lnSpc>
                  <a:spcPts val="3334"/>
                </a:lnSpc>
              </a:pPr>
              <a:r>
                <a:rPr lang="ko-KR" altLang="en-US" sz="1700" spc="-144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Rix비타민 M" panose="02020603020101020101" pitchFamily="18" charset="-127"/>
                  <a:ea typeface="Rix비타민 M" panose="02020603020101020101" pitchFamily="18" charset="-127"/>
                </a:rPr>
                <a:t>을</a:t>
              </a:r>
            </a:p>
          </p:txBody>
        </p:sp>
      </p:grpSp>
      <p:sp>
        <p:nvSpPr>
          <p:cNvPr id="59" name="TextBox 58"/>
          <p:cNvSpPr txBox="1"/>
          <p:nvPr/>
        </p:nvSpPr>
        <p:spPr>
          <a:xfrm>
            <a:off x="3084881" y="3415712"/>
            <a:ext cx="2168010" cy="1265778"/>
          </a:xfrm>
          <a:prstGeom prst="rect">
            <a:avLst/>
          </a:prstGeom>
          <a:noFill/>
        </p:spPr>
        <p:txBody>
          <a:bodyPr wrap="square" lIns="95293" tIns="47648" rIns="95293" bIns="47648" rtlCol="0">
            <a:spAutoFit/>
          </a:bodyPr>
          <a:lstStyle/>
          <a:p>
            <a:pPr algn="ctr" defTabSz="952942"/>
            <a:r>
              <a:rPr lang="ko-KR" altLang="en-US" sz="3800" spc="-334" dirty="0">
                <a:solidFill>
                  <a:prstClr val="white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추진 </a:t>
            </a:r>
            <a:endParaRPr lang="en-US" altLang="ko-KR" sz="3800" spc="-334" dirty="0">
              <a:solidFill>
                <a:prstClr val="white"/>
              </a:solidFill>
              <a:latin typeface="Rix모던고딕 EB" panose="02020603020101020101" pitchFamily="18" charset="-127"/>
              <a:ea typeface="Rix모던고딕 EB" panose="02020603020101020101" pitchFamily="18" charset="-127"/>
            </a:endParaRPr>
          </a:p>
          <a:p>
            <a:pPr algn="ctr" defTabSz="952942"/>
            <a:r>
              <a:rPr lang="ko-KR" altLang="en-US" sz="3800" spc="-334" dirty="0">
                <a:solidFill>
                  <a:prstClr val="white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전략</a:t>
            </a:r>
          </a:p>
        </p:txBody>
      </p:sp>
      <p:grpSp>
        <p:nvGrpSpPr>
          <p:cNvPr id="2" name="그룹 1"/>
          <p:cNvGrpSpPr/>
          <p:nvPr/>
        </p:nvGrpSpPr>
        <p:grpSpPr>
          <a:xfrm>
            <a:off x="7829458" y="5430715"/>
            <a:ext cx="2399413" cy="795133"/>
            <a:chOff x="5362200" y="5430715"/>
            <a:chExt cx="2399413" cy="795133"/>
          </a:xfrm>
        </p:grpSpPr>
        <p:grpSp>
          <p:nvGrpSpPr>
            <p:cNvPr id="61" name="그룹 60"/>
            <p:cNvGrpSpPr/>
            <p:nvPr/>
          </p:nvGrpSpPr>
          <p:grpSpPr>
            <a:xfrm>
              <a:off x="5362200" y="5476929"/>
              <a:ext cx="2399413" cy="748919"/>
              <a:chOff x="469900" y="5332079"/>
              <a:chExt cx="2450667" cy="748919"/>
            </a:xfrm>
          </p:grpSpPr>
          <p:sp>
            <p:nvSpPr>
              <p:cNvPr id="62" name="제목 1"/>
              <p:cNvSpPr txBox="1">
                <a:spLocks/>
              </p:cNvSpPr>
              <p:nvPr/>
            </p:nvSpPr>
            <p:spPr>
              <a:xfrm>
                <a:off x="469900" y="5706049"/>
                <a:ext cx="2450667" cy="374949"/>
              </a:xfrm>
              <a:prstGeom prst="rect">
                <a:avLst/>
              </a:prstGeom>
            </p:spPr>
            <p:txBody>
              <a:bodyPr vert="horz" lIns="90308" tIns="0" rIns="90308" bIns="0" rtlCol="0" anchor="ctr">
                <a:noAutofit/>
              </a:bodyPr>
              <a:lstStyle>
                <a:lvl1pPr algn="l" defTabSz="914395" rtl="0" eaLnBrk="1" latinLnBrk="1" hangingPunct="1">
                  <a:lnSpc>
                    <a:spcPct val="85000"/>
                  </a:lnSpc>
                  <a:spcBef>
                    <a:spcPct val="0"/>
                  </a:spcBef>
                  <a:buNone/>
                  <a:defRPr sz="3000" b="0" kern="1200" spc="-50" baseline="0">
                    <a:solidFill>
                      <a:srgbClr val="FFFFFF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>
                  <a:lnSpc>
                    <a:spcPts val="3334"/>
                  </a:lnSpc>
                </a:pPr>
                <a:r>
                  <a:rPr lang="ko-KR" altLang="en-US" sz="1700" spc="-144" dirty="0">
                    <a:solidFill>
                      <a:prstClr val="white">
                        <a:lumMod val="85000"/>
                      </a:prstClr>
                    </a:solidFill>
                    <a:latin typeface="Rix비타민 M" panose="02020603020101020101" pitchFamily="18" charset="-127"/>
                    <a:ea typeface="Rix비타민 M" panose="02020603020101020101" pitchFamily="18" charset="-127"/>
                  </a:rPr>
                  <a:t>마음으로 인력 선정</a:t>
                </a:r>
              </a:p>
            </p:txBody>
          </p:sp>
          <p:sp>
            <p:nvSpPr>
              <p:cNvPr id="64" name="제목 1"/>
              <p:cNvSpPr txBox="1">
                <a:spLocks/>
              </p:cNvSpPr>
              <p:nvPr/>
            </p:nvSpPr>
            <p:spPr>
              <a:xfrm>
                <a:off x="2336766" y="5332079"/>
                <a:ext cx="436270" cy="490275"/>
              </a:xfrm>
              <a:prstGeom prst="rect">
                <a:avLst/>
              </a:prstGeom>
            </p:spPr>
            <p:txBody>
              <a:bodyPr vert="horz" lIns="90308" tIns="0" rIns="90308" bIns="0" rtlCol="0" anchor="ctr">
                <a:noAutofit/>
              </a:bodyPr>
              <a:lstStyle>
                <a:lvl1pPr algn="l" defTabSz="914395" rtl="0" eaLnBrk="1" latinLnBrk="1" hangingPunct="1">
                  <a:lnSpc>
                    <a:spcPct val="85000"/>
                  </a:lnSpc>
                  <a:spcBef>
                    <a:spcPct val="0"/>
                  </a:spcBef>
                  <a:buNone/>
                  <a:defRPr sz="3000" b="0" kern="1200" spc="-50" baseline="0">
                    <a:solidFill>
                      <a:srgbClr val="FFFFFF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>
                  <a:lnSpc>
                    <a:spcPts val="3334"/>
                  </a:lnSpc>
                </a:pPr>
                <a:r>
                  <a:rPr lang="ko-KR" altLang="en-US" sz="1700" spc="-144" dirty="0">
                    <a:solidFill>
                      <a:prstClr val="white">
                        <a:lumMod val="85000"/>
                      </a:prstClr>
                    </a:solidFill>
                    <a:latin typeface="Rix비타민 M" panose="02020603020101020101" pitchFamily="18" charset="-127"/>
                    <a:ea typeface="Rix비타민 M" panose="02020603020101020101" pitchFamily="18" charset="-127"/>
                  </a:rPr>
                  <a:t>의</a:t>
                </a:r>
              </a:p>
            </p:txBody>
          </p:sp>
        </p:grpSp>
        <p:pic>
          <p:nvPicPr>
            <p:cNvPr id="6146" name="Picture 2" descr="G:\work\다원아이씨티\국방전산정보원\이미지들-03.png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rightnessContrast bright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476855" y="5430715"/>
              <a:ext cx="1838029" cy="48207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6147" name="Picture 3" descr="G:\work\다원아이씨티\국방전산정보원\이미지들-01.png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3764" y="5411404"/>
            <a:ext cx="1824821" cy="4820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8" name="Picture 4" descr="G:\work\다원아이씨티\국방전산정보원\이미지들-02.png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40763" y="5430715"/>
            <a:ext cx="1824821" cy="4820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0" name="직사각형 39"/>
          <p:cNvSpPr/>
          <p:nvPr/>
        </p:nvSpPr>
        <p:spPr>
          <a:xfrm>
            <a:off x="3671137" y="5316064"/>
            <a:ext cx="988344" cy="974593"/>
          </a:xfrm>
          <a:prstGeom prst="rect">
            <a:avLst/>
          </a:prstGeom>
          <a:noFill/>
        </p:spPr>
        <p:txBody>
          <a:bodyPr wrap="none" lIns="96487" tIns="48244" rIns="96487" bIns="48244">
            <a:spAutoFit/>
          </a:bodyPr>
          <a:lstStyle/>
          <a:p>
            <a:pPr algn="ctr"/>
            <a:r>
              <a:rPr lang="en-US" altLang="ko-KR" sz="5700" b="1" spc="-500" dirty="0">
                <a:ln w="9525">
                  <a:noFill/>
                  <a:prstDash val="solid"/>
                </a:ln>
                <a:pattFill prst="dkDnDiag">
                  <a:fgClr>
                    <a:schemeClr val="bg1"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</a:schemeClr>
                  </a:bgClr>
                </a:patt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5S</a:t>
            </a:r>
          </a:p>
        </p:txBody>
      </p:sp>
    </p:spTree>
    <p:extLst>
      <p:ext uri="{BB962C8B-B14F-4D97-AF65-F5344CB8AC3E}">
        <p14:creationId xmlns:p14="http://schemas.microsoft.com/office/powerpoint/2010/main" val="5666258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그림 1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0"/>
            <a:ext cx="10693399" cy="7561263"/>
          </a:xfrm>
          <a:prstGeom prst="rect">
            <a:avLst/>
          </a:prstGeom>
        </p:spPr>
      </p:pic>
      <p:sp>
        <p:nvSpPr>
          <p:cNvPr id="14" name="직사각형 13"/>
          <p:cNvSpPr/>
          <p:nvPr/>
        </p:nvSpPr>
        <p:spPr>
          <a:xfrm>
            <a:off x="0" y="5662662"/>
            <a:ext cx="10693400" cy="1898604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6487" tIns="48244" rIns="96487" bIns="48244" anchor="ctr"/>
          <a:lstStyle/>
          <a:p>
            <a:pPr algn="ctr">
              <a:defRPr/>
            </a:pPr>
            <a:endParaRPr lang="ko-KR" altLang="en-US" sz="1700" dirty="0"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1571585" y="1176245"/>
            <a:ext cx="2676196" cy="250115"/>
          </a:xfrm>
          <a:prstGeom prst="rect">
            <a:avLst/>
          </a:prstGeom>
        </p:spPr>
        <p:txBody>
          <a:bodyPr wrap="square" lIns="95293" tIns="47648" rIns="95293" bIns="47648">
            <a:spAutoFit/>
          </a:bodyPr>
          <a:lstStyle/>
          <a:p>
            <a:pPr algn="ctr"/>
            <a:r>
              <a:rPr lang="ko-KR" altLang="en-US" sz="1000" spc="-70" dirty="0">
                <a:ln/>
                <a:solidFill>
                  <a:schemeClr val="tx1">
                    <a:lumMod val="75000"/>
                    <a:lumOff val="25000"/>
                  </a:schemeClr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유비무환</a:t>
            </a:r>
            <a:r>
              <a:rPr lang="en-US" altLang="ko-KR" sz="1000" spc="-70" dirty="0">
                <a:ln/>
                <a:solidFill>
                  <a:schemeClr val="tx1">
                    <a:lumMod val="75000"/>
                    <a:lumOff val="25000"/>
                  </a:schemeClr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 | </a:t>
            </a:r>
            <a:r>
              <a:rPr lang="ko-KR" altLang="en-US" sz="1000" spc="-70" dirty="0">
                <a:ln/>
                <a:solidFill>
                  <a:schemeClr val="tx1">
                    <a:lumMod val="75000"/>
                    <a:lumOff val="25000"/>
                  </a:schemeClr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평소에 준비가 철저하면 후에 근심이 없다</a:t>
            </a:r>
            <a:r>
              <a:rPr lang="en-US" altLang="ko-KR" sz="1000" spc="-70" dirty="0">
                <a:ln/>
                <a:solidFill>
                  <a:schemeClr val="tx1">
                    <a:lumMod val="75000"/>
                    <a:lumOff val="25000"/>
                  </a:schemeClr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.</a:t>
            </a:r>
            <a:endParaRPr lang="ko-KR" altLang="en-US" sz="1000" spc="-70" dirty="0">
              <a:ln/>
              <a:solidFill>
                <a:schemeClr val="tx1">
                  <a:lumMod val="75000"/>
                  <a:lumOff val="25000"/>
                </a:schemeClr>
              </a:solidFill>
              <a:latin typeface="Rix모던고딕 B" panose="02020603020101020101" pitchFamily="18" charset="-127"/>
              <a:ea typeface="Rix모던고딕 B" panose="02020603020101020101" pitchFamily="18" charset="-127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4561888" y="554148"/>
            <a:ext cx="5638471" cy="874901"/>
          </a:xfrm>
          <a:prstGeom prst="rect">
            <a:avLst/>
          </a:prstGeom>
          <a:noFill/>
        </p:spPr>
        <p:txBody>
          <a:bodyPr wrap="square" lIns="95293" tIns="47648" rIns="95293" bIns="47648" rtlCol="0">
            <a:spAutoFit/>
          </a:bodyPr>
          <a:lstStyle>
            <a:defPPr>
              <a:defRPr lang="ko-KR"/>
            </a:defPPr>
            <a:lvl1pPr>
              <a:lnSpc>
                <a:spcPct val="110000"/>
              </a:lnSpc>
              <a:defRPr sz="1542" b="0" spc="-136">
                <a:ln/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Rix모던고딕 B" panose="02020603020101020101" pitchFamily="18" charset="-127"/>
                <a:ea typeface="Rix모던고딕 B" panose="02020603020101020101" pitchFamily="18" charset="-127"/>
              </a:defRPr>
            </a:lvl1pPr>
          </a:lstStyle>
          <a:p>
            <a:r>
              <a:rPr lang="ko-KR" altLang="en-US" sz="2300" dirty="0">
                <a:solidFill>
                  <a:schemeClr val="tx2">
                    <a:lumMod val="75000"/>
                  </a:schemeClr>
                </a:solidFill>
              </a:rPr>
              <a:t>단기간 다수 장비</a:t>
            </a:r>
            <a:r>
              <a:rPr lang="ko-KR" altLang="en-US" dirty="0"/>
              <a:t>를 안정적으로 구축하기 위해서는 </a:t>
            </a:r>
            <a:endParaRPr lang="en-US" altLang="ko-KR" dirty="0" smtClean="0"/>
          </a:p>
          <a:p>
            <a:r>
              <a:rPr lang="ko-KR" altLang="en-US" sz="2300" dirty="0" smtClean="0">
                <a:solidFill>
                  <a:schemeClr val="tx2">
                    <a:lumMod val="75000"/>
                  </a:schemeClr>
                </a:solidFill>
              </a:rPr>
              <a:t>                 사전 </a:t>
            </a:r>
            <a:r>
              <a:rPr lang="ko-KR" altLang="en-US" sz="2300" dirty="0">
                <a:solidFill>
                  <a:schemeClr val="tx2">
                    <a:lumMod val="75000"/>
                  </a:schemeClr>
                </a:solidFill>
              </a:rPr>
              <a:t>준비</a:t>
            </a:r>
            <a:r>
              <a:rPr lang="ko-KR" altLang="en-US" dirty="0"/>
              <a:t>를 통한 사업에 대한 분석이 반드시 필요합니다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grpSp>
        <p:nvGrpSpPr>
          <p:cNvPr id="3" name="그룹 2"/>
          <p:cNvGrpSpPr/>
          <p:nvPr/>
        </p:nvGrpSpPr>
        <p:grpSpPr>
          <a:xfrm>
            <a:off x="571897" y="1993900"/>
            <a:ext cx="9584869" cy="4902589"/>
            <a:chOff x="571897" y="1993900"/>
            <a:chExt cx="9584869" cy="4902589"/>
          </a:xfrm>
        </p:grpSpPr>
        <p:grpSp>
          <p:nvGrpSpPr>
            <p:cNvPr id="17" name="그룹 16"/>
            <p:cNvGrpSpPr/>
            <p:nvPr/>
          </p:nvGrpSpPr>
          <p:grpSpPr>
            <a:xfrm>
              <a:off x="4777286" y="1993900"/>
              <a:ext cx="383876" cy="4902589"/>
              <a:chOff x="2910942" y="1993899"/>
              <a:chExt cx="392076" cy="4902589"/>
            </a:xfrm>
          </p:grpSpPr>
          <p:sp>
            <p:nvSpPr>
              <p:cNvPr id="18" name="이등변 삼각형 17"/>
              <p:cNvSpPr/>
              <p:nvPr/>
            </p:nvSpPr>
            <p:spPr>
              <a:xfrm flipH="1">
                <a:off x="2920566" y="1993899"/>
                <a:ext cx="366411" cy="1371809"/>
              </a:xfrm>
              <a:prstGeom prst="triangle">
                <a:avLst>
                  <a:gd name="adj" fmla="val 100000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7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21" name="이등변 삼각형 20"/>
              <p:cNvSpPr/>
              <p:nvPr/>
            </p:nvSpPr>
            <p:spPr>
              <a:xfrm rot="10800000">
                <a:off x="2910942" y="6616522"/>
                <a:ext cx="392076" cy="279966"/>
              </a:xfrm>
              <a:prstGeom prst="triangle">
                <a:avLst>
                  <a:gd name="adj" fmla="val 100000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7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</p:grpSp>
        <p:sp>
          <p:nvSpPr>
            <p:cNvPr id="22" name="직사각형 21"/>
            <p:cNvSpPr/>
            <p:nvPr/>
          </p:nvSpPr>
          <p:spPr>
            <a:xfrm>
              <a:off x="4781858" y="3365710"/>
              <a:ext cx="1791636" cy="3237667"/>
            </a:xfrm>
            <a:prstGeom prst="rect">
              <a:avLst/>
            </a:prstGeom>
            <a:gradFill>
              <a:gsLst>
                <a:gs pos="0">
                  <a:schemeClr val="accent1">
                    <a:lumMod val="50000"/>
                  </a:schemeClr>
                </a:gs>
                <a:gs pos="100000">
                  <a:srgbClr val="081422"/>
                </a:gs>
              </a:gsLst>
              <a:lin ang="5400000" scaled="0"/>
            </a:gradFill>
            <a:ln>
              <a:noFill/>
            </a:ln>
            <a:effectLst>
              <a:outerShdw blurRad="50800" dist="25400" dir="5400000" algn="t" rotWithShape="0">
                <a:prstClr val="black">
                  <a:alpha val="40000"/>
                </a:prstClr>
              </a:outerShdw>
            </a:effectLst>
            <a:scene3d>
              <a:camera prst="orthographicFront"/>
              <a:lightRig rig="threePt" dir="t"/>
            </a:scene3d>
            <a:sp3d>
              <a:bevelT h="635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6487" tIns="48244" rIns="96487" bIns="48244" rtlCol="0" anchor="ctr"/>
            <a:lstStyle/>
            <a:p>
              <a:pPr algn="ctr"/>
              <a:endParaRPr lang="ko-KR" altLang="en-US" sz="1300" dirty="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23" name="직사각형 22"/>
            <p:cNvSpPr/>
            <p:nvPr/>
          </p:nvSpPr>
          <p:spPr>
            <a:xfrm>
              <a:off x="8365130" y="3365710"/>
              <a:ext cx="1791636" cy="3237667"/>
            </a:xfrm>
            <a:prstGeom prst="rect">
              <a:avLst/>
            </a:prstGeom>
            <a:gradFill>
              <a:gsLst>
                <a:gs pos="0">
                  <a:schemeClr val="accent1">
                    <a:lumMod val="50000"/>
                  </a:schemeClr>
                </a:gs>
                <a:gs pos="100000">
                  <a:srgbClr val="081422"/>
                </a:gs>
              </a:gsLst>
              <a:lin ang="5400000" scaled="0"/>
            </a:gradFill>
            <a:ln>
              <a:noFill/>
            </a:ln>
            <a:effectLst>
              <a:outerShdw blurRad="50800" dist="25400" dir="5400000" algn="t" rotWithShape="0">
                <a:prstClr val="black">
                  <a:alpha val="40000"/>
                </a:prstClr>
              </a:outerShdw>
            </a:effectLst>
            <a:scene3d>
              <a:camera prst="orthographicFront"/>
              <a:lightRig rig="threePt" dir="t"/>
            </a:scene3d>
            <a:sp3d>
              <a:bevelT h="635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6487" tIns="48244" rIns="96487" bIns="48244" rtlCol="0" anchor="ctr"/>
            <a:lstStyle/>
            <a:p>
              <a:pPr algn="ctr"/>
              <a:endParaRPr lang="ko-KR" altLang="en-US" sz="1300" dirty="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24" name="직사각형 23"/>
            <p:cNvSpPr/>
            <p:nvPr/>
          </p:nvSpPr>
          <p:spPr>
            <a:xfrm>
              <a:off x="6573494" y="3369358"/>
              <a:ext cx="1791636" cy="3237667"/>
            </a:xfrm>
            <a:prstGeom prst="rect">
              <a:avLst/>
            </a:prstGeom>
            <a:gradFill>
              <a:gsLst>
                <a:gs pos="0">
                  <a:schemeClr val="bg1">
                    <a:lumMod val="85000"/>
                  </a:schemeClr>
                </a:gs>
                <a:gs pos="100000">
                  <a:schemeClr val="bg1">
                    <a:lumMod val="85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0800" dist="25400" dir="5400000" algn="t" rotWithShape="0">
                <a:prstClr val="black">
                  <a:alpha val="40000"/>
                </a:prstClr>
              </a:outerShdw>
            </a:effectLst>
            <a:scene3d>
              <a:camera prst="orthographicFront"/>
              <a:lightRig rig="threePt" dir="t"/>
            </a:scene3d>
            <a:sp3d>
              <a:bevelT h="635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6487" tIns="48244" rIns="96487" bIns="48244" rtlCol="0" anchor="ctr"/>
            <a:lstStyle/>
            <a:p>
              <a:pPr algn="ctr"/>
              <a:endParaRPr lang="ko-KR" altLang="en-US" sz="1300" dirty="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cxnSp>
          <p:nvCxnSpPr>
            <p:cNvPr id="27" name="직선 연결선 26"/>
            <p:cNvCxnSpPr/>
            <p:nvPr/>
          </p:nvCxnSpPr>
          <p:spPr>
            <a:xfrm>
              <a:off x="6694575" y="5998208"/>
              <a:ext cx="1552578" cy="0"/>
            </a:xfrm>
            <a:prstGeom prst="line">
              <a:avLst/>
            </a:prstGeom>
            <a:ln w="12700" cap="rnd">
              <a:solidFill>
                <a:schemeClr val="bg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/>
            <p:cNvCxnSpPr/>
            <p:nvPr/>
          </p:nvCxnSpPr>
          <p:spPr>
            <a:xfrm>
              <a:off x="4901387" y="4118239"/>
              <a:ext cx="1552578" cy="0"/>
            </a:xfrm>
            <a:prstGeom prst="line">
              <a:avLst/>
            </a:prstGeom>
            <a:ln w="12700" cap="rnd">
              <a:solidFill>
                <a:schemeClr val="bg1">
                  <a:lumMod val="8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TextBox 28"/>
            <p:cNvSpPr txBox="1"/>
            <p:nvPr/>
          </p:nvSpPr>
          <p:spPr>
            <a:xfrm>
              <a:off x="5343594" y="3369357"/>
              <a:ext cx="727230" cy="823439"/>
            </a:xfrm>
            <a:prstGeom prst="rect">
              <a:avLst/>
            </a:prstGeom>
            <a:noFill/>
          </p:spPr>
          <p:txBody>
            <a:bodyPr wrap="none" lIns="95293" tIns="47648" rIns="95293" bIns="47648" rtlCol="0">
              <a:normAutofit/>
            </a:bodyPr>
            <a:lstStyle/>
            <a:p>
              <a:pPr algn="ctr"/>
              <a:r>
                <a:rPr lang="en-US" altLang="ko-KR" sz="3800" b="1" dirty="0">
                  <a:solidFill>
                    <a:schemeClr val="bg1">
                      <a:alpha val="20000"/>
                    </a:schemeClr>
                  </a:solidFill>
                  <a:latin typeface="나눔명조 ExtraBold" panose="02020603020101020101" pitchFamily="18" charset="-127"/>
                  <a:ea typeface="나눔명조 ExtraBold" panose="02020603020101020101" pitchFamily="18" charset="-127"/>
                </a:rPr>
                <a:t>Ⅱ</a:t>
              </a:r>
              <a:endParaRPr lang="ko-KR" altLang="en-US" sz="3800" b="1" dirty="0">
                <a:solidFill>
                  <a:schemeClr val="bg1">
                    <a:alpha val="20000"/>
                  </a:schemeClr>
                </a:solidFill>
                <a:latin typeface="나눔명조 ExtraBold" panose="02020603020101020101" pitchFamily="18" charset="-127"/>
                <a:ea typeface="나눔명조 ExtraBold" panose="02020603020101020101" pitchFamily="18" charset="-127"/>
              </a:endParaRP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4861927" y="4219841"/>
              <a:ext cx="1621728" cy="996108"/>
            </a:xfrm>
            <a:prstGeom prst="rect">
              <a:avLst/>
            </a:prstGeom>
            <a:noFill/>
          </p:spPr>
          <p:txBody>
            <a:bodyPr wrap="square" lIns="95293" tIns="47648" rIns="95293" bIns="47648" rtlCol="0">
              <a:noAutofit/>
            </a:bodyPr>
            <a:lstStyle/>
            <a:p>
              <a:pPr algn="ctr"/>
              <a:r>
                <a:rPr lang="ko-KR" altLang="en-US" sz="2900" spc="-334" dirty="0">
                  <a:solidFill>
                    <a:schemeClr val="bg1">
                      <a:alpha val="20000"/>
                    </a:schemeClr>
                  </a:solidFill>
                  <a:latin typeface="Rix모던고딕 EB" panose="02020603020101020101" pitchFamily="18" charset="-127"/>
                  <a:ea typeface="Rix모던고딕 EB" panose="02020603020101020101" pitchFamily="18" charset="-127"/>
                </a:rPr>
                <a:t>추진</a:t>
              </a:r>
              <a:endParaRPr lang="en-US" altLang="ko-KR" sz="2900" spc="-334" dirty="0">
                <a:solidFill>
                  <a:schemeClr val="bg1">
                    <a:alpha val="20000"/>
                  </a:schemeClr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endParaRPr>
            </a:p>
            <a:p>
              <a:pPr algn="ctr"/>
              <a:r>
                <a:rPr lang="ko-KR" altLang="en-US" sz="2900" spc="-334" dirty="0">
                  <a:solidFill>
                    <a:schemeClr val="bg1">
                      <a:alpha val="20000"/>
                    </a:schemeClr>
                  </a:solidFill>
                  <a:latin typeface="Rix모던고딕 EB" panose="02020603020101020101" pitchFamily="18" charset="-127"/>
                  <a:ea typeface="Rix모던고딕 EB" panose="02020603020101020101" pitchFamily="18" charset="-127"/>
                </a:rPr>
                <a:t>전략</a:t>
              </a:r>
            </a:p>
          </p:txBody>
        </p:sp>
        <p:cxnSp>
          <p:nvCxnSpPr>
            <p:cNvPr id="31" name="직선 연결선 30"/>
            <p:cNvCxnSpPr/>
            <p:nvPr/>
          </p:nvCxnSpPr>
          <p:spPr>
            <a:xfrm>
              <a:off x="4901387" y="6490000"/>
              <a:ext cx="1552578" cy="0"/>
            </a:xfrm>
            <a:prstGeom prst="line">
              <a:avLst/>
            </a:prstGeom>
            <a:ln w="12700" cap="rnd">
              <a:solidFill>
                <a:schemeClr val="bg1">
                  <a:lumMod val="8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/>
            <p:cNvCxnSpPr/>
            <p:nvPr/>
          </p:nvCxnSpPr>
          <p:spPr>
            <a:xfrm>
              <a:off x="6703876" y="4118239"/>
              <a:ext cx="1552578" cy="0"/>
            </a:xfrm>
            <a:prstGeom prst="line">
              <a:avLst/>
            </a:prstGeom>
            <a:ln w="12700" cap="rnd">
              <a:solidFill>
                <a:schemeClr val="tx2">
                  <a:lumMod val="7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TextBox 32"/>
            <p:cNvSpPr txBox="1"/>
            <p:nvPr/>
          </p:nvSpPr>
          <p:spPr>
            <a:xfrm>
              <a:off x="7139571" y="3369357"/>
              <a:ext cx="727230" cy="823439"/>
            </a:xfrm>
            <a:prstGeom prst="rect">
              <a:avLst/>
            </a:prstGeom>
            <a:noFill/>
          </p:spPr>
          <p:txBody>
            <a:bodyPr wrap="none" lIns="95293" tIns="47648" rIns="95293" bIns="47648" rtlCol="0">
              <a:normAutofit/>
            </a:bodyPr>
            <a:lstStyle/>
            <a:p>
              <a:pPr algn="ctr"/>
              <a:r>
                <a:rPr lang="en-US" altLang="ko-KR" sz="3800" b="1" dirty="0">
                  <a:solidFill>
                    <a:schemeClr val="tx2">
                      <a:lumMod val="75000"/>
                      <a:alpha val="20000"/>
                    </a:schemeClr>
                  </a:solidFill>
                  <a:latin typeface="나눔명조 ExtraBold" panose="02020603020101020101" pitchFamily="18" charset="-127"/>
                  <a:ea typeface="나눔명조 ExtraBold" panose="02020603020101020101" pitchFamily="18" charset="-127"/>
                </a:rPr>
                <a:t>Ⅲ</a:t>
              </a:r>
              <a:endParaRPr lang="ko-KR" altLang="en-US" sz="3800" b="1" dirty="0">
                <a:solidFill>
                  <a:schemeClr val="tx2">
                    <a:lumMod val="75000"/>
                    <a:alpha val="20000"/>
                  </a:schemeClr>
                </a:solidFill>
                <a:latin typeface="나눔명조 ExtraBold" panose="02020603020101020101" pitchFamily="18" charset="-127"/>
                <a:ea typeface="나눔명조 ExtraBold" panose="02020603020101020101" pitchFamily="18" charset="-127"/>
              </a:endParaRP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8466778" y="4219841"/>
              <a:ext cx="1621728" cy="996108"/>
            </a:xfrm>
            <a:prstGeom prst="rect">
              <a:avLst/>
            </a:prstGeom>
            <a:noFill/>
          </p:spPr>
          <p:txBody>
            <a:bodyPr wrap="square" lIns="95293" tIns="47648" rIns="95293" bIns="47648" rtlCol="0">
              <a:noAutofit/>
            </a:bodyPr>
            <a:lstStyle/>
            <a:p>
              <a:pPr algn="ctr"/>
              <a:r>
                <a:rPr lang="ko-KR" altLang="en-US" sz="2900" spc="-334" dirty="0">
                  <a:solidFill>
                    <a:schemeClr val="bg1">
                      <a:alpha val="20000"/>
                    </a:schemeClr>
                  </a:solidFill>
                  <a:latin typeface="Rix모던고딕 EB" panose="02020603020101020101" pitchFamily="18" charset="-127"/>
                  <a:ea typeface="Rix모던고딕 EB" panose="02020603020101020101" pitchFamily="18" charset="-127"/>
                </a:rPr>
                <a:t>관리</a:t>
              </a:r>
              <a:endParaRPr lang="en-US" altLang="ko-KR" sz="2900" spc="-334" dirty="0">
                <a:solidFill>
                  <a:schemeClr val="bg1">
                    <a:alpha val="20000"/>
                  </a:schemeClr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endParaRPr>
            </a:p>
            <a:p>
              <a:pPr algn="ctr"/>
              <a:r>
                <a:rPr lang="ko-KR" altLang="en-US" sz="2900" spc="-334" dirty="0">
                  <a:solidFill>
                    <a:schemeClr val="bg1">
                      <a:alpha val="20000"/>
                    </a:schemeClr>
                  </a:solidFill>
                  <a:latin typeface="Rix모던고딕 EB" panose="02020603020101020101" pitchFamily="18" charset="-127"/>
                  <a:ea typeface="Rix모던고딕 EB" panose="02020603020101020101" pitchFamily="18" charset="-127"/>
                </a:rPr>
                <a:t>전략</a:t>
              </a:r>
            </a:p>
          </p:txBody>
        </p:sp>
        <p:cxnSp>
          <p:nvCxnSpPr>
            <p:cNvPr id="35" name="직선 연결선 34"/>
            <p:cNvCxnSpPr/>
            <p:nvPr/>
          </p:nvCxnSpPr>
          <p:spPr>
            <a:xfrm>
              <a:off x="6703876" y="6490000"/>
              <a:ext cx="1552578" cy="0"/>
            </a:xfrm>
            <a:prstGeom prst="line">
              <a:avLst/>
            </a:prstGeom>
            <a:ln w="12700" cap="rnd">
              <a:solidFill>
                <a:schemeClr val="tx2">
                  <a:lumMod val="7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직선 연결선 35"/>
            <p:cNvCxnSpPr/>
            <p:nvPr/>
          </p:nvCxnSpPr>
          <p:spPr>
            <a:xfrm>
              <a:off x="8493959" y="4118239"/>
              <a:ext cx="1552578" cy="0"/>
            </a:xfrm>
            <a:prstGeom prst="line">
              <a:avLst/>
            </a:prstGeom>
            <a:ln w="12700" cap="rnd">
              <a:solidFill>
                <a:schemeClr val="bg1">
                  <a:lumMod val="8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TextBox 36"/>
            <p:cNvSpPr txBox="1"/>
            <p:nvPr/>
          </p:nvSpPr>
          <p:spPr>
            <a:xfrm>
              <a:off x="8936167" y="3369357"/>
              <a:ext cx="727230" cy="823439"/>
            </a:xfrm>
            <a:prstGeom prst="rect">
              <a:avLst/>
            </a:prstGeom>
            <a:noFill/>
          </p:spPr>
          <p:txBody>
            <a:bodyPr wrap="none" lIns="95293" tIns="47648" rIns="95293" bIns="47648" rtlCol="0">
              <a:normAutofit/>
            </a:bodyPr>
            <a:lstStyle/>
            <a:p>
              <a:pPr algn="ctr"/>
              <a:r>
                <a:rPr lang="en-US" altLang="ko-KR" sz="3800" b="1" dirty="0">
                  <a:solidFill>
                    <a:schemeClr val="bg1">
                      <a:alpha val="20000"/>
                    </a:schemeClr>
                  </a:solidFill>
                  <a:latin typeface="나눔명조 ExtraBold" panose="02020603020101020101" pitchFamily="18" charset="-127"/>
                  <a:ea typeface="나눔명조 ExtraBold" panose="02020603020101020101" pitchFamily="18" charset="-127"/>
                </a:rPr>
                <a:t>Ⅳ</a:t>
              </a:r>
              <a:endParaRPr lang="ko-KR" altLang="en-US" sz="3800" b="1" dirty="0">
                <a:solidFill>
                  <a:schemeClr val="bg1">
                    <a:alpha val="20000"/>
                  </a:schemeClr>
                </a:solidFill>
                <a:latin typeface="나눔명조 ExtraBold" panose="02020603020101020101" pitchFamily="18" charset="-127"/>
                <a:ea typeface="나눔명조 ExtraBold" panose="02020603020101020101" pitchFamily="18" charset="-127"/>
              </a:endParaRPr>
            </a:p>
          </p:txBody>
        </p:sp>
        <p:cxnSp>
          <p:nvCxnSpPr>
            <p:cNvPr id="39" name="직선 연결선 38"/>
            <p:cNvCxnSpPr/>
            <p:nvPr/>
          </p:nvCxnSpPr>
          <p:spPr>
            <a:xfrm>
              <a:off x="8493959" y="6490000"/>
              <a:ext cx="1552578" cy="0"/>
            </a:xfrm>
            <a:prstGeom prst="line">
              <a:avLst/>
            </a:prstGeom>
            <a:ln w="12700" cap="rnd">
              <a:solidFill>
                <a:schemeClr val="bg1">
                  <a:lumMod val="8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40" name="Picture 3" descr="G:\work\아이티센시스템즈\경찰청공조조회유지보수\icon&amp;dia\제안서클립아트-56.png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rightnessContrast bright="-54000" contrast="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494556" y="5863301"/>
              <a:ext cx="366237" cy="53555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" name="Picture 4" descr="G:\work\아이티센시스템즈\경찰청공조조회유지보수\icon&amp;dia\제안서클립아트-58.png"/>
            <p:cNvPicPr>
              <a:picLocks noChangeAspect="1" noChangeArrowheads="1"/>
            </p:cNvPicPr>
            <p:nvPr/>
          </p:nvPicPr>
          <p:blipFill>
            <a:blip r:embed="rId6" cstate="print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brightnessContrast bright="-47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213450" y="5979209"/>
              <a:ext cx="579471" cy="387620"/>
            </a:xfrm>
            <a:prstGeom prst="rect">
              <a:avLst/>
            </a:prstGeom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2" name="그림 36"/>
            <p:cNvPicPr>
              <a:picLocks noChangeAspect="1"/>
            </p:cNvPicPr>
            <p:nvPr/>
          </p:nvPicPr>
          <p:blipFill>
            <a:blip r:embed="rId8" cstate="print">
              <a:grayscl/>
              <a:extLst>
                <a:ext uri="{BEBA8EAE-BF5A-486C-A8C5-ECC9F3942E4B}">
                  <a14:imgProps xmlns:a14="http://schemas.microsoft.com/office/drawing/2010/main">
                    <a14:imgLayer r:embed="rId9">
                      <a14:imgEffect>
                        <a14:brightnessContrast bright="3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139337" y="6033616"/>
              <a:ext cx="358098" cy="331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3" name="직사각형 42"/>
            <p:cNvSpPr/>
            <p:nvPr/>
          </p:nvSpPr>
          <p:spPr>
            <a:xfrm>
              <a:off x="571897" y="1993902"/>
              <a:ext cx="4214813" cy="4897838"/>
            </a:xfrm>
            <a:prstGeom prst="rect">
              <a:avLst/>
            </a:prstGeom>
            <a:gradFill>
              <a:gsLst>
                <a:gs pos="0">
                  <a:schemeClr val="bg1">
                    <a:lumMod val="85000"/>
                  </a:schemeClr>
                </a:gs>
                <a:gs pos="100000">
                  <a:schemeClr val="bg1">
                    <a:lumMod val="85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0800" dist="25400" dir="5400000" algn="t" rotWithShape="0">
                <a:prstClr val="black">
                  <a:alpha val="40000"/>
                </a:prstClr>
              </a:outerShdw>
            </a:effectLst>
            <a:scene3d>
              <a:camera prst="orthographicFront"/>
              <a:lightRig rig="threePt" dir="t"/>
            </a:scene3d>
            <a:sp3d>
              <a:bevelT h="635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6487" tIns="48244" rIns="96487" bIns="48244" rtlCol="0" anchor="ctr"/>
            <a:lstStyle/>
            <a:p>
              <a:pPr algn="ctr"/>
              <a:endParaRPr lang="ko-KR" altLang="en-US" sz="1300" dirty="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cxnSp>
          <p:nvCxnSpPr>
            <p:cNvPr id="44" name="직선 연결선 43"/>
            <p:cNvCxnSpPr/>
            <p:nvPr/>
          </p:nvCxnSpPr>
          <p:spPr>
            <a:xfrm>
              <a:off x="733764" y="3066725"/>
              <a:ext cx="3929831" cy="0"/>
            </a:xfrm>
            <a:prstGeom prst="line">
              <a:avLst/>
            </a:prstGeom>
            <a:ln w="12700" cap="rnd">
              <a:solidFill>
                <a:schemeClr val="tx2">
                  <a:lumMod val="7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45" name="그림 44"/>
            <p:cNvPicPr>
              <a:picLocks noChangeAspect="1"/>
            </p:cNvPicPr>
            <p:nvPr/>
          </p:nvPicPr>
          <p:blipFill>
            <a:blip r:embed="rId10" cstate="print">
              <a:duotone>
                <a:prstClr val="black"/>
                <a:schemeClr val="accent1">
                  <a:tint val="45000"/>
                  <a:satMod val="400000"/>
                </a:schemeClr>
              </a:duotone>
              <a:extLst>
                <a:ext uri="{BEBA8EAE-BF5A-486C-A8C5-ECC9F3942E4B}">
                  <a14:imgProps xmlns:a14="http://schemas.microsoft.com/office/drawing/2010/main">
                    <a14:imgLayer r:embed="rId11">
                      <a14:imgEffect>
                        <a14:brightnessContrast bright="-7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18841" y="6120162"/>
              <a:ext cx="818824" cy="636345"/>
            </a:xfrm>
            <a:prstGeom prst="rect">
              <a:avLst/>
            </a:prstGeom>
          </p:spPr>
        </p:pic>
        <p:sp>
          <p:nvSpPr>
            <p:cNvPr id="46" name="TextBox 45"/>
            <p:cNvSpPr txBox="1"/>
            <p:nvPr/>
          </p:nvSpPr>
          <p:spPr>
            <a:xfrm>
              <a:off x="851814" y="2065895"/>
              <a:ext cx="445722" cy="1050334"/>
            </a:xfrm>
            <a:prstGeom prst="rect">
              <a:avLst/>
            </a:prstGeom>
            <a:noFill/>
          </p:spPr>
          <p:txBody>
            <a:bodyPr wrap="none" lIns="95293" tIns="47648" rIns="95293" bIns="47648" rtlCol="0">
              <a:spAutoFit/>
            </a:bodyPr>
            <a:lstStyle/>
            <a:p>
              <a:r>
                <a:rPr lang="en-US" altLang="ko-KR" sz="6200" b="1" dirty="0">
                  <a:solidFill>
                    <a:schemeClr val="tx2">
                      <a:lumMod val="75000"/>
                    </a:schemeClr>
                  </a:solidFill>
                  <a:latin typeface="나눔명조 ExtraBold" panose="02020603020101020101" pitchFamily="18" charset="-127"/>
                  <a:ea typeface="나눔명조 ExtraBold" panose="02020603020101020101" pitchFamily="18" charset="-127"/>
                </a:rPr>
                <a:t>I</a:t>
              </a:r>
              <a:endParaRPr lang="ko-KR" altLang="en-US" sz="6200" b="1" dirty="0">
                <a:solidFill>
                  <a:schemeClr val="tx2">
                    <a:lumMod val="75000"/>
                  </a:schemeClr>
                </a:solidFill>
                <a:latin typeface="나눔명조 ExtraBold" panose="02020603020101020101" pitchFamily="18" charset="-127"/>
                <a:ea typeface="나눔명조 ExtraBold" panose="02020603020101020101" pitchFamily="18" charset="-127"/>
              </a:endParaRPr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1189907" y="2306367"/>
              <a:ext cx="3473688" cy="711780"/>
            </a:xfrm>
            <a:prstGeom prst="rect">
              <a:avLst/>
            </a:prstGeom>
            <a:noFill/>
          </p:spPr>
          <p:txBody>
            <a:bodyPr wrap="square" lIns="95293" tIns="47648" rIns="95293" bIns="47648" rtlCol="0">
              <a:spAutoFit/>
            </a:bodyPr>
            <a:lstStyle/>
            <a:p>
              <a:pPr algn="r"/>
              <a:r>
                <a:rPr lang="ko-KR" altLang="en-US" sz="4000" spc="-334" dirty="0">
                  <a:solidFill>
                    <a:schemeClr val="tx2">
                      <a:lumMod val="75000"/>
                    </a:schemeClr>
                  </a:solidFill>
                  <a:latin typeface="Rix모던고딕 EB" panose="02020603020101020101" pitchFamily="18" charset="-127"/>
                  <a:ea typeface="Rix모던고딕 EB" panose="02020603020101020101" pitchFamily="18" charset="-127"/>
                </a:rPr>
                <a:t>사업의 이해</a:t>
              </a:r>
            </a:p>
          </p:txBody>
        </p:sp>
        <p:cxnSp>
          <p:nvCxnSpPr>
            <p:cNvPr id="48" name="직선 연결선 47"/>
            <p:cNvCxnSpPr/>
            <p:nvPr/>
          </p:nvCxnSpPr>
          <p:spPr>
            <a:xfrm>
              <a:off x="733764" y="6756506"/>
              <a:ext cx="3929831" cy="0"/>
            </a:xfrm>
            <a:prstGeom prst="line">
              <a:avLst/>
            </a:prstGeom>
            <a:ln w="12700" cap="rnd">
              <a:solidFill>
                <a:schemeClr val="tx2">
                  <a:lumMod val="7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TextBox 48"/>
            <p:cNvSpPr txBox="1"/>
            <p:nvPr/>
          </p:nvSpPr>
          <p:spPr>
            <a:xfrm>
              <a:off x="826946" y="3293369"/>
              <a:ext cx="2438109" cy="2416862"/>
            </a:xfrm>
            <a:prstGeom prst="rect">
              <a:avLst/>
            </a:prstGeom>
            <a:noFill/>
          </p:spPr>
          <p:txBody>
            <a:bodyPr wrap="square" lIns="95293" tIns="47648" rIns="95293" bIns="47648" rtlCol="0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2900" spc="-191" dirty="0">
                  <a:ln/>
                  <a:solidFill>
                    <a:schemeClr val="tx2">
                      <a:lumMod val="75000"/>
                    </a:schemeClr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</a:rPr>
                <a:t>1. </a:t>
              </a:r>
              <a:r>
                <a:rPr lang="ko-KR" altLang="en-US" sz="2900" spc="-191" dirty="0">
                  <a:ln/>
                  <a:solidFill>
                    <a:schemeClr val="tx2">
                      <a:lumMod val="75000"/>
                    </a:schemeClr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</a:rPr>
                <a:t>사업배경</a:t>
              </a:r>
              <a:endParaRPr lang="en-US" altLang="ko-KR" sz="2900" spc="-191" dirty="0">
                <a:ln/>
                <a:solidFill>
                  <a:schemeClr val="tx2">
                    <a:lumMod val="75000"/>
                  </a:schemeClr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endParaRPr>
            </a:p>
            <a:p>
              <a:pPr>
                <a:lnSpc>
                  <a:spcPct val="130000"/>
                </a:lnSpc>
              </a:pPr>
              <a:r>
                <a:rPr lang="en-US" altLang="ko-KR" sz="2900" spc="-191" dirty="0">
                  <a:ln/>
                  <a:solidFill>
                    <a:schemeClr val="tx2">
                      <a:lumMod val="75000"/>
                    </a:schemeClr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</a:rPr>
                <a:t>2. </a:t>
              </a:r>
              <a:r>
                <a:rPr lang="ko-KR" altLang="en-US" sz="2900" spc="-191" dirty="0" smtClean="0">
                  <a:ln/>
                  <a:solidFill>
                    <a:schemeClr val="tx2">
                      <a:lumMod val="75000"/>
                    </a:schemeClr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</a:rPr>
                <a:t>사업범위</a:t>
              </a:r>
              <a:endParaRPr lang="en-US" altLang="ko-KR" sz="2900" spc="-191" dirty="0" smtClean="0">
                <a:ln/>
                <a:solidFill>
                  <a:schemeClr val="tx2">
                    <a:lumMod val="75000"/>
                  </a:schemeClr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endParaRPr>
            </a:p>
            <a:p>
              <a:pPr>
                <a:lnSpc>
                  <a:spcPct val="130000"/>
                </a:lnSpc>
              </a:pPr>
              <a:r>
                <a:rPr lang="en-US" altLang="ko-KR" sz="2900" spc="-191" dirty="0" smtClean="0">
                  <a:ln/>
                  <a:solidFill>
                    <a:schemeClr val="tx2">
                      <a:lumMod val="75000"/>
                    </a:schemeClr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</a:rPr>
                <a:t>3. </a:t>
              </a:r>
              <a:r>
                <a:rPr lang="ko-KR" altLang="en-US" sz="2900" spc="-191" dirty="0" smtClean="0">
                  <a:ln/>
                  <a:solidFill>
                    <a:schemeClr val="tx2">
                      <a:lumMod val="75000"/>
                    </a:schemeClr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</a:rPr>
                <a:t>현황분석</a:t>
              </a:r>
              <a:endParaRPr lang="en-US" altLang="ko-KR" sz="2900" spc="-191" dirty="0" smtClean="0">
                <a:ln/>
                <a:solidFill>
                  <a:schemeClr val="tx2">
                    <a:lumMod val="75000"/>
                  </a:schemeClr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endParaRPr>
            </a:p>
            <a:p>
              <a:pPr>
                <a:lnSpc>
                  <a:spcPct val="130000"/>
                </a:lnSpc>
              </a:pPr>
              <a:endParaRPr lang="ko-KR" altLang="en-US" sz="2900" spc="-191" dirty="0">
                <a:ln/>
                <a:solidFill>
                  <a:schemeClr val="tx2">
                    <a:lumMod val="75000"/>
                  </a:schemeClr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endParaRPr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6660751" y="4219841"/>
              <a:ext cx="1621728" cy="996108"/>
            </a:xfrm>
            <a:prstGeom prst="rect">
              <a:avLst/>
            </a:prstGeom>
            <a:noFill/>
          </p:spPr>
          <p:txBody>
            <a:bodyPr wrap="square" lIns="95293" tIns="47648" rIns="95293" bIns="47648" rtlCol="0">
              <a:noAutofit/>
            </a:bodyPr>
            <a:lstStyle/>
            <a:p>
              <a:pPr algn="ctr"/>
              <a:r>
                <a:rPr lang="ko-KR" altLang="en-US" sz="2900" spc="-334" dirty="0">
                  <a:solidFill>
                    <a:schemeClr val="tx1">
                      <a:lumMod val="50000"/>
                      <a:lumOff val="50000"/>
                      <a:alpha val="20000"/>
                    </a:schemeClr>
                  </a:solidFill>
                  <a:latin typeface="Rix모던고딕 EB" panose="02020603020101020101" pitchFamily="18" charset="-127"/>
                  <a:ea typeface="Rix모던고딕 EB" panose="02020603020101020101" pitchFamily="18" charset="-127"/>
                </a:rPr>
                <a:t>기술</a:t>
              </a:r>
              <a:endParaRPr lang="en-US" altLang="ko-KR" sz="2900" spc="-334" dirty="0">
                <a:solidFill>
                  <a:schemeClr val="tx1">
                    <a:lumMod val="50000"/>
                    <a:lumOff val="50000"/>
                    <a:alpha val="20000"/>
                  </a:schemeClr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endParaRPr>
            </a:p>
            <a:p>
              <a:pPr algn="ctr"/>
              <a:r>
                <a:rPr lang="ko-KR" altLang="en-US" sz="2900" spc="-334" dirty="0">
                  <a:solidFill>
                    <a:schemeClr val="tx1">
                      <a:lumMod val="50000"/>
                      <a:lumOff val="50000"/>
                      <a:alpha val="20000"/>
                    </a:schemeClr>
                  </a:solidFill>
                  <a:latin typeface="Rix모던고딕 EB" panose="02020603020101020101" pitchFamily="18" charset="-127"/>
                  <a:ea typeface="Rix모던고딕 EB" panose="02020603020101020101" pitchFamily="18" charset="-127"/>
                </a:rPr>
                <a:t>전략</a:t>
              </a:r>
            </a:p>
          </p:txBody>
        </p:sp>
      </p:grpSp>
      <p:grpSp>
        <p:nvGrpSpPr>
          <p:cNvPr id="2" name="그룹 1"/>
          <p:cNvGrpSpPr/>
          <p:nvPr/>
        </p:nvGrpSpPr>
        <p:grpSpPr>
          <a:xfrm>
            <a:off x="1462021" y="552111"/>
            <a:ext cx="2981916" cy="871350"/>
            <a:chOff x="1776839" y="632750"/>
            <a:chExt cx="2981916" cy="871350"/>
          </a:xfrm>
        </p:grpSpPr>
        <p:sp>
          <p:nvSpPr>
            <p:cNvPr id="53" name="직사각형 52"/>
            <p:cNvSpPr/>
            <p:nvPr/>
          </p:nvSpPr>
          <p:spPr>
            <a:xfrm>
              <a:off x="1776839" y="632750"/>
              <a:ext cx="2981916" cy="871350"/>
            </a:xfrm>
            <a:prstGeom prst="rect">
              <a:avLst/>
            </a:prstGeom>
            <a:noFill/>
            <a:ln w="31750">
              <a:gradFill>
                <a:gsLst>
                  <a:gs pos="0">
                    <a:schemeClr val="tx1">
                      <a:lumMod val="85000"/>
                      <a:lumOff val="15000"/>
                    </a:schemeClr>
                  </a:gs>
                  <a:gs pos="50000">
                    <a:schemeClr val="bg1">
                      <a:lumMod val="65000"/>
                    </a:schemeClr>
                  </a:gs>
                  <a:gs pos="100000">
                    <a:schemeClr val="tx1">
                      <a:lumMod val="75000"/>
                      <a:lumOff val="25000"/>
                    </a:schemeClr>
                  </a:gs>
                </a:gsLst>
                <a:lin ang="2400000" scaled="0"/>
              </a:gra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700" dirty="0"/>
            </a:p>
          </p:txBody>
        </p:sp>
        <p:pic>
          <p:nvPicPr>
            <p:cNvPr id="38" name="Picture 3" descr="G:\work\다원아이씨티\국방전산정보원\이미지들-01.png"/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79504" y="698561"/>
              <a:ext cx="2144656" cy="56656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7699329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사다리꼴 18"/>
          <p:cNvSpPr/>
          <p:nvPr/>
        </p:nvSpPr>
        <p:spPr>
          <a:xfrm flipV="1">
            <a:off x="363682" y="3454935"/>
            <a:ext cx="9985663" cy="595965"/>
          </a:xfrm>
          <a:prstGeom prst="trapezoid">
            <a:avLst>
              <a:gd name="adj" fmla="val 354025"/>
            </a:avLst>
          </a:prstGeom>
          <a:gradFill>
            <a:gsLst>
              <a:gs pos="0">
                <a:schemeClr val="bg1"/>
              </a:gs>
              <a:gs pos="100000">
                <a:schemeClr val="bg1">
                  <a:lumMod val="75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6487" tIns="48244" rIns="96487" bIns="48244" rtlCol="0" anchor="ctr"/>
          <a:lstStyle/>
          <a:p>
            <a:pPr algn="ctr"/>
            <a:endParaRPr lang="ko-KR" altLang="en-US" sz="1700" dirty="0"/>
          </a:p>
        </p:txBody>
      </p:sp>
      <p:grpSp>
        <p:nvGrpSpPr>
          <p:cNvPr id="4" name="그룹 3"/>
          <p:cNvGrpSpPr/>
          <p:nvPr/>
        </p:nvGrpSpPr>
        <p:grpSpPr>
          <a:xfrm>
            <a:off x="363682" y="3892888"/>
            <a:ext cx="9985663" cy="2685057"/>
            <a:chOff x="578114" y="3892888"/>
            <a:chExt cx="9586913" cy="2798858"/>
          </a:xfrm>
        </p:grpSpPr>
        <p:sp>
          <p:nvSpPr>
            <p:cNvPr id="58" name="직사각형 57"/>
            <p:cNvSpPr/>
            <p:nvPr/>
          </p:nvSpPr>
          <p:spPr>
            <a:xfrm>
              <a:off x="578114" y="4470704"/>
              <a:ext cx="2313640" cy="1932726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82935" tIns="41468" rIns="82935" bIns="4146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defRPr/>
              </a:pPr>
              <a:endParaRPr lang="en-US" altLang="ko-KR" sz="1500" spc="-144" dirty="0">
                <a:solidFill>
                  <a:schemeClr val="bg1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endParaRPr>
            </a:p>
          </p:txBody>
        </p:sp>
        <p:sp>
          <p:nvSpPr>
            <p:cNvPr id="59" name="직사각형 58"/>
            <p:cNvSpPr/>
            <p:nvPr/>
          </p:nvSpPr>
          <p:spPr>
            <a:xfrm>
              <a:off x="3002538" y="4470704"/>
              <a:ext cx="2313640" cy="1932726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82935" tIns="41468" rIns="82935" bIns="4146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defRPr/>
              </a:pPr>
              <a:endParaRPr lang="en-US" altLang="ko-KR" sz="1500" spc="-144" dirty="0">
                <a:solidFill>
                  <a:schemeClr val="bg1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endParaRPr>
            </a:p>
          </p:txBody>
        </p:sp>
        <p:sp>
          <p:nvSpPr>
            <p:cNvPr id="60" name="직사각형 59"/>
            <p:cNvSpPr/>
            <p:nvPr/>
          </p:nvSpPr>
          <p:spPr>
            <a:xfrm>
              <a:off x="5426961" y="4470704"/>
              <a:ext cx="2313640" cy="1932726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82935" tIns="41468" rIns="82935" bIns="4146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defRPr/>
              </a:pPr>
              <a:endParaRPr lang="en-US" altLang="ko-KR" sz="1500" spc="-144" dirty="0">
                <a:solidFill>
                  <a:schemeClr val="bg1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endParaRPr>
            </a:p>
          </p:txBody>
        </p:sp>
        <p:sp>
          <p:nvSpPr>
            <p:cNvPr id="61" name="직사각형 60"/>
            <p:cNvSpPr/>
            <p:nvPr/>
          </p:nvSpPr>
          <p:spPr>
            <a:xfrm>
              <a:off x="7851386" y="4470704"/>
              <a:ext cx="2313640" cy="1932726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82935" tIns="41468" rIns="82935" bIns="4146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defRPr/>
              </a:pPr>
              <a:endParaRPr lang="en-US" altLang="ko-KR" sz="1500" spc="-144" dirty="0">
                <a:solidFill>
                  <a:schemeClr val="bg1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endParaRPr>
            </a:p>
          </p:txBody>
        </p:sp>
        <p:grpSp>
          <p:nvGrpSpPr>
            <p:cNvPr id="82" name="그룹 81"/>
            <p:cNvGrpSpPr/>
            <p:nvPr/>
          </p:nvGrpSpPr>
          <p:grpSpPr>
            <a:xfrm>
              <a:off x="578114" y="5032888"/>
              <a:ext cx="9586912" cy="1658858"/>
              <a:chOff x="476251" y="4666140"/>
              <a:chExt cx="9791699" cy="2249010"/>
            </a:xfrm>
            <a:solidFill>
              <a:schemeClr val="tx1">
                <a:lumMod val="85000"/>
                <a:lumOff val="15000"/>
              </a:schemeClr>
            </a:solidFill>
          </p:grpSpPr>
          <p:sp>
            <p:nvSpPr>
              <p:cNvPr id="83" name="직사각형 82"/>
              <p:cNvSpPr/>
              <p:nvPr/>
            </p:nvSpPr>
            <p:spPr>
              <a:xfrm>
                <a:off x="476251" y="4666140"/>
                <a:ext cx="2363062" cy="224901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82935" tIns="41468" rIns="82935" bIns="41468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defRPr/>
                </a:pPr>
                <a:endParaRPr lang="en-US" altLang="ko-KR" sz="1500" spc="-144" dirty="0">
                  <a:solidFill>
                    <a:schemeClr val="bg1"/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</a:endParaRPr>
              </a:p>
            </p:txBody>
          </p:sp>
          <p:sp>
            <p:nvSpPr>
              <p:cNvPr id="84" name="직사각형 83"/>
              <p:cNvSpPr/>
              <p:nvPr/>
            </p:nvSpPr>
            <p:spPr>
              <a:xfrm>
                <a:off x="2952463" y="4666140"/>
                <a:ext cx="2363062" cy="224901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82935" tIns="41468" rIns="82935" bIns="41468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defRPr/>
                </a:pPr>
                <a:endParaRPr lang="en-US" altLang="ko-KR" sz="1500" spc="-144" dirty="0">
                  <a:solidFill>
                    <a:schemeClr val="bg1"/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</a:endParaRPr>
              </a:p>
            </p:txBody>
          </p:sp>
          <p:sp>
            <p:nvSpPr>
              <p:cNvPr id="85" name="직사각형 84"/>
              <p:cNvSpPr/>
              <p:nvPr/>
            </p:nvSpPr>
            <p:spPr>
              <a:xfrm>
                <a:off x="5428675" y="4666140"/>
                <a:ext cx="2363062" cy="224901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82935" tIns="41468" rIns="82935" bIns="41468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defRPr/>
                </a:pPr>
                <a:endParaRPr lang="en-US" altLang="ko-KR" sz="1500" spc="-144" dirty="0">
                  <a:solidFill>
                    <a:schemeClr val="bg1"/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</a:endParaRPr>
              </a:p>
            </p:txBody>
          </p:sp>
          <p:sp>
            <p:nvSpPr>
              <p:cNvPr id="86" name="직사각형 85"/>
              <p:cNvSpPr/>
              <p:nvPr/>
            </p:nvSpPr>
            <p:spPr>
              <a:xfrm>
                <a:off x="7904888" y="4666140"/>
                <a:ext cx="2363062" cy="224901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82935" tIns="41468" rIns="82935" bIns="41468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defRPr/>
                </a:pPr>
                <a:endParaRPr lang="en-US" altLang="ko-KR" sz="1500" spc="-144" dirty="0">
                  <a:solidFill>
                    <a:schemeClr val="bg1"/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</a:endParaRPr>
              </a:p>
            </p:txBody>
          </p:sp>
        </p:grpSp>
        <p:sp>
          <p:nvSpPr>
            <p:cNvPr id="33" name="직사각형 32"/>
            <p:cNvSpPr/>
            <p:nvPr/>
          </p:nvSpPr>
          <p:spPr>
            <a:xfrm>
              <a:off x="578114" y="3892888"/>
              <a:ext cx="9586913" cy="510181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87513" tIns="43757" rIns="87513" bIns="43757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defRPr/>
              </a:pPr>
              <a:r>
                <a:rPr lang="ko-KR" altLang="en-US" sz="2800" spc="-144" dirty="0">
                  <a:solidFill>
                    <a:srgbClr val="FFFF00"/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</a:rPr>
                <a:t>기대효과</a:t>
              </a:r>
              <a:endParaRPr lang="en-US" altLang="ko-KR" sz="2800" spc="-144" dirty="0">
                <a:solidFill>
                  <a:srgbClr val="FFFF00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endParaRPr>
            </a:p>
          </p:txBody>
        </p:sp>
      </p:grpSp>
      <p:sp>
        <p:nvSpPr>
          <p:cNvPr id="29" name="제목 1"/>
          <p:cNvSpPr txBox="1">
            <a:spLocks/>
          </p:cNvSpPr>
          <p:nvPr/>
        </p:nvSpPr>
        <p:spPr>
          <a:xfrm>
            <a:off x="1152636" y="321227"/>
            <a:ext cx="3264463" cy="421098"/>
          </a:xfrm>
          <a:prstGeom prst="rect">
            <a:avLst/>
          </a:prstGeom>
        </p:spPr>
        <p:txBody>
          <a:bodyPr lIns="96487" tIns="48244" rIns="96487" bIns="48244"/>
          <a:lstStyle>
            <a:lvl1pPr algn="l" defTabSz="995690" rtl="0" eaLnBrk="1" latinLnBrk="1" hangingPunct="1">
              <a:spcBef>
                <a:spcPct val="0"/>
              </a:spcBef>
              <a:buNone/>
              <a:defRPr sz="3500" kern="1200">
                <a:solidFill>
                  <a:schemeClr val="tx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+mj-cs"/>
              </a:defRPr>
            </a:lvl1pPr>
          </a:lstStyle>
          <a:p>
            <a:r>
              <a:rPr lang="en-US" altLang="ko-KR" sz="1900" spc="-96" dirty="0">
                <a:solidFill>
                  <a:schemeClr val="tx2">
                    <a:lumMod val="50000"/>
                  </a:schemeClr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1. </a:t>
            </a:r>
            <a:r>
              <a:rPr lang="ko-KR" altLang="en-US" sz="1900" spc="-96" dirty="0">
                <a:solidFill>
                  <a:schemeClr val="tx2">
                    <a:lumMod val="50000"/>
                  </a:schemeClr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사업 배경</a:t>
            </a:r>
          </a:p>
        </p:txBody>
      </p:sp>
      <p:grpSp>
        <p:nvGrpSpPr>
          <p:cNvPr id="2" name="그룹 1"/>
          <p:cNvGrpSpPr/>
          <p:nvPr/>
        </p:nvGrpSpPr>
        <p:grpSpPr>
          <a:xfrm>
            <a:off x="363682" y="1061039"/>
            <a:ext cx="9985663" cy="2364725"/>
            <a:chOff x="578114" y="1061039"/>
            <a:chExt cx="9586913" cy="2364725"/>
          </a:xfrm>
        </p:grpSpPr>
        <p:sp>
          <p:nvSpPr>
            <p:cNvPr id="32" name="직사각형 31"/>
            <p:cNvSpPr/>
            <p:nvPr/>
          </p:nvSpPr>
          <p:spPr>
            <a:xfrm>
              <a:off x="578114" y="1061039"/>
              <a:ext cx="9586913" cy="447863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87513" tIns="43757" rIns="87513" bIns="43757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defRPr/>
              </a:pPr>
              <a:r>
                <a:rPr lang="ko-KR" altLang="en-US" sz="2300" spc="-144" dirty="0">
                  <a:solidFill>
                    <a:schemeClr val="bg1"/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</a:rPr>
                <a:t>추진 배경</a:t>
              </a:r>
              <a:endParaRPr lang="en-US" altLang="ko-KR" sz="2300" spc="-144" dirty="0">
                <a:solidFill>
                  <a:schemeClr val="bg1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endParaRPr>
            </a:p>
          </p:txBody>
        </p:sp>
        <p:sp>
          <p:nvSpPr>
            <p:cNvPr id="34" name="직사각형 33"/>
            <p:cNvSpPr/>
            <p:nvPr/>
          </p:nvSpPr>
          <p:spPr>
            <a:xfrm>
              <a:off x="578114" y="1541525"/>
              <a:ext cx="9586913" cy="1884239"/>
            </a:xfrm>
            <a:prstGeom prst="rect">
              <a:avLst/>
            </a:prstGeom>
            <a:pattFill prst="ltUpDiag">
              <a:fgClr>
                <a:schemeClr val="bg1">
                  <a:lumMod val="85000"/>
                </a:schemeClr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87513" tIns="43757" rIns="87513" bIns="43757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defRPr/>
              </a:pPr>
              <a:endParaRPr lang="en-US" altLang="ko-KR" sz="1500" spc="-144" dirty="0">
                <a:solidFill>
                  <a:schemeClr val="bg1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endParaRPr>
            </a:p>
          </p:txBody>
        </p:sp>
        <p:grpSp>
          <p:nvGrpSpPr>
            <p:cNvPr id="10" name="그룹 9"/>
            <p:cNvGrpSpPr/>
            <p:nvPr/>
          </p:nvGrpSpPr>
          <p:grpSpPr>
            <a:xfrm>
              <a:off x="2981836" y="1564307"/>
              <a:ext cx="4788794" cy="1839965"/>
              <a:chOff x="2931319" y="1399335"/>
              <a:chExt cx="4891088" cy="2258265"/>
            </a:xfrm>
          </p:grpSpPr>
          <p:cxnSp>
            <p:nvCxnSpPr>
              <p:cNvPr id="7" name="직선 연결선 6"/>
              <p:cNvCxnSpPr/>
              <p:nvPr/>
            </p:nvCxnSpPr>
            <p:spPr>
              <a:xfrm>
                <a:off x="2931319" y="1399335"/>
                <a:ext cx="0" cy="2258265"/>
              </a:xfrm>
              <a:prstGeom prst="line">
                <a:avLst/>
              </a:prstGeom>
              <a:ln w="15875">
                <a:solidFill>
                  <a:schemeClr val="bg1">
                    <a:lumMod val="50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직선 연결선 46"/>
              <p:cNvCxnSpPr/>
              <p:nvPr/>
            </p:nvCxnSpPr>
            <p:spPr>
              <a:xfrm>
                <a:off x="5376863" y="1399335"/>
                <a:ext cx="0" cy="2258265"/>
              </a:xfrm>
              <a:prstGeom prst="line">
                <a:avLst/>
              </a:prstGeom>
              <a:ln w="15875">
                <a:solidFill>
                  <a:schemeClr val="bg1">
                    <a:lumMod val="50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직선 연결선 47"/>
              <p:cNvCxnSpPr/>
              <p:nvPr/>
            </p:nvCxnSpPr>
            <p:spPr>
              <a:xfrm>
                <a:off x="7822407" y="1399335"/>
                <a:ext cx="0" cy="2258265"/>
              </a:xfrm>
              <a:prstGeom prst="line">
                <a:avLst/>
              </a:prstGeom>
              <a:ln w="15875">
                <a:solidFill>
                  <a:schemeClr val="bg1">
                    <a:lumMod val="50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50" name="직사각형 49"/>
          <p:cNvSpPr/>
          <p:nvPr/>
        </p:nvSpPr>
        <p:spPr>
          <a:xfrm>
            <a:off x="2898555" y="1977619"/>
            <a:ext cx="2403723" cy="834890"/>
          </a:xfrm>
          <a:prstGeom prst="rect">
            <a:avLst/>
          </a:prstGeom>
          <a:noFill/>
        </p:spPr>
        <p:txBody>
          <a:bodyPr wrap="square" lIns="95293" tIns="47648" rIns="95293" bIns="47648" rtlCol="0">
            <a:spAutoFit/>
          </a:bodyPr>
          <a:lstStyle/>
          <a:p>
            <a:pPr marL="162000" indent="-162000">
              <a:spcBef>
                <a:spcPts val="400"/>
              </a:spcBef>
              <a:buFont typeface="Arial" panose="020B0604020202020204" pitchFamily="34" charset="0"/>
              <a:buChar char="•"/>
              <a:defRPr/>
            </a:pPr>
            <a:r>
              <a:rPr lang="ko-KR" altLang="en-US" sz="1600" spc="-172" dirty="0">
                <a:solidFill>
                  <a:schemeClr val="tx1">
                    <a:lumMod val="85000"/>
                    <a:lumOff val="15000"/>
                  </a:schemeClr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별관 리모델링에 따른 </a:t>
            </a:r>
            <a:r>
              <a:rPr lang="en-US" altLang="ko-KR" sz="1600" spc="-172" dirty="0">
                <a:solidFill>
                  <a:schemeClr val="tx1">
                    <a:lumMod val="85000"/>
                    <a:lumOff val="15000"/>
                  </a:schemeClr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/>
            </a:r>
            <a:br>
              <a:rPr lang="en-US" altLang="ko-KR" sz="1600" spc="-172" dirty="0">
                <a:solidFill>
                  <a:schemeClr val="tx1">
                    <a:lumMod val="85000"/>
                    <a:lumOff val="15000"/>
                  </a:schemeClr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</a:br>
            <a:r>
              <a:rPr lang="ko-KR" altLang="en-US" sz="1600" spc="-172" dirty="0">
                <a:solidFill>
                  <a:schemeClr val="tx1">
                    <a:lumMod val="85000"/>
                    <a:lumOff val="15000"/>
                  </a:schemeClr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네트워크 구축 필요</a:t>
            </a:r>
            <a:r>
              <a:rPr lang="en-US" altLang="ko-KR" sz="1600" spc="-172" dirty="0">
                <a:solidFill>
                  <a:schemeClr val="tx1">
                    <a:lumMod val="85000"/>
                    <a:lumOff val="15000"/>
                  </a:schemeClr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/>
            </a:r>
            <a:br>
              <a:rPr lang="en-US" altLang="ko-KR" sz="1600" spc="-172" dirty="0">
                <a:solidFill>
                  <a:schemeClr val="tx1">
                    <a:lumMod val="85000"/>
                    <a:lumOff val="15000"/>
                  </a:schemeClr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</a:br>
            <a:r>
              <a:rPr lang="en-US" altLang="ko-KR" sz="1600" spc="-172" dirty="0">
                <a:solidFill>
                  <a:schemeClr val="tx1">
                    <a:lumMod val="85000"/>
                    <a:lumOff val="15000"/>
                  </a:schemeClr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(VoIP </a:t>
            </a:r>
            <a:r>
              <a:rPr lang="ko-KR" altLang="en-US" sz="1600" spc="-172" dirty="0">
                <a:solidFill>
                  <a:schemeClr val="tx1">
                    <a:lumMod val="85000"/>
                    <a:lumOff val="15000"/>
                  </a:schemeClr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지원 소요 충족</a:t>
            </a:r>
            <a:r>
              <a:rPr lang="en-US" altLang="ko-KR" sz="1600" spc="-172" dirty="0">
                <a:solidFill>
                  <a:schemeClr val="tx1">
                    <a:lumMod val="85000"/>
                    <a:lumOff val="15000"/>
                  </a:schemeClr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)</a:t>
            </a:r>
            <a:endParaRPr lang="ko-KR" altLang="en-US" sz="1600" spc="-172" dirty="0">
              <a:solidFill>
                <a:schemeClr val="tx1">
                  <a:lumMod val="85000"/>
                  <a:lumOff val="15000"/>
                </a:schemeClr>
              </a:solidFill>
              <a:latin typeface="Rix모던고딕 B" panose="02020603020101020101" pitchFamily="18" charset="-127"/>
              <a:ea typeface="Rix모던고딕 B" panose="02020603020101020101" pitchFamily="18" charset="-127"/>
            </a:endParaRPr>
          </a:p>
        </p:txBody>
      </p:sp>
      <p:sp>
        <p:nvSpPr>
          <p:cNvPr id="51" name="직사각형 50"/>
          <p:cNvSpPr/>
          <p:nvPr/>
        </p:nvSpPr>
        <p:spPr>
          <a:xfrm>
            <a:off x="5376230" y="1977619"/>
            <a:ext cx="2403723" cy="1378629"/>
          </a:xfrm>
          <a:prstGeom prst="rect">
            <a:avLst/>
          </a:prstGeom>
          <a:noFill/>
        </p:spPr>
        <p:txBody>
          <a:bodyPr wrap="square" lIns="95293" tIns="47648" rIns="95293" bIns="47648" rtlCol="0">
            <a:spAutoFit/>
          </a:bodyPr>
          <a:lstStyle/>
          <a:p>
            <a:pPr marL="162000" indent="-162000">
              <a:spcBef>
                <a:spcPts val="400"/>
              </a:spcBef>
              <a:buFont typeface="Arial" panose="020B0604020202020204" pitchFamily="34" charset="0"/>
              <a:buChar char="•"/>
              <a:defRPr/>
            </a:pPr>
            <a:r>
              <a:rPr lang="ko-KR" altLang="en-US" sz="1600" spc="-172" dirty="0">
                <a:solidFill>
                  <a:schemeClr val="tx1">
                    <a:lumMod val="85000"/>
                    <a:lumOff val="15000"/>
                  </a:schemeClr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기존 </a:t>
            </a:r>
            <a:r>
              <a:rPr lang="en-US" altLang="ko-KR" sz="1600" spc="-172" dirty="0">
                <a:solidFill>
                  <a:schemeClr val="tx1">
                    <a:lumMod val="85000"/>
                    <a:lumOff val="15000"/>
                  </a:schemeClr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IP</a:t>
            </a:r>
            <a:r>
              <a:rPr lang="ko-KR" altLang="en-US" sz="1600" spc="-172" dirty="0">
                <a:solidFill>
                  <a:schemeClr val="tx1">
                    <a:lumMod val="85000"/>
                    <a:lumOff val="15000"/>
                  </a:schemeClr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관리체계</a:t>
            </a:r>
            <a:r>
              <a:rPr lang="en-US" altLang="ko-KR" sz="1600" spc="-172" dirty="0">
                <a:solidFill>
                  <a:schemeClr val="tx1">
                    <a:lumMod val="85000"/>
                    <a:lumOff val="15000"/>
                  </a:schemeClr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(IPScan) </a:t>
            </a:r>
            <a:br>
              <a:rPr lang="en-US" altLang="ko-KR" sz="1600" spc="-172" dirty="0">
                <a:solidFill>
                  <a:schemeClr val="tx1">
                    <a:lumMod val="85000"/>
                    <a:lumOff val="15000"/>
                  </a:schemeClr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</a:br>
            <a:r>
              <a:rPr lang="ko-KR" altLang="en-US" sz="1600" spc="-172" dirty="0">
                <a:solidFill>
                  <a:schemeClr val="tx1">
                    <a:lumMod val="85000"/>
                    <a:lumOff val="15000"/>
                  </a:schemeClr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장비 단종 및 </a:t>
            </a:r>
            <a:r>
              <a:rPr lang="en-US" altLang="ko-KR" sz="1600" spc="-172" dirty="0">
                <a:solidFill>
                  <a:schemeClr val="tx1">
                    <a:lumMod val="85000"/>
                    <a:lumOff val="15000"/>
                  </a:schemeClr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Windows 7</a:t>
            </a:r>
            <a:br>
              <a:rPr lang="en-US" altLang="ko-KR" sz="1600" spc="-172" dirty="0">
                <a:solidFill>
                  <a:schemeClr val="tx1">
                    <a:lumMod val="85000"/>
                    <a:lumOff val="15000"/>
                  </a:schemeClr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</a:br>
            <a:r>
              <a:rPr lang="ko-KR" altLang="en-US" sz="1600" spc="-172" dirty="0">
                <a:solidFill>
                  <a:schemeClr val="tx1">
                    <a:lumMod val="85000"/>
                    <a:lumOff val="15000"/>
                  </a:schemeClr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호환성 제한 </a:t>
            </a:r>
            <a:endParaRPr lang="en-US" altLang="ko-KR" sz="1600" spc="-172" dirty="0">
              <a:solidFill>
                <a:schemeClr val="tx1">
                  <a:lumMod val="85000"/>
                  <a:lumOff val="15000"/>
                </a:schemeClr>
              </a:solidFill>
              <a:latin typeface="Rix모던고딕 B" panose="02020603020101020101" pitchFamily="18" charset="-127"/>
              <a:ea typeface="Rix모던고딕 B" panose="02020603020101020101" pitchFamily="18" charset="-127"/>
            </a:endParaRPr>
          </a:p>
          <a:p>
            <a:pPr marL="162000" indent="-162000">
              <a:spcBef>
                <a:spcPts val="400"/>
              </a:spcBef>
              <a:buFont typeface="Arial" panose="020B0604020202020204" pitchFamily="34" charset="0"/>
              <a:buChar char="•"/>
              <a:defRPr/>
            </a:pPr>
            <a:r>
              <a:rPr lang="ko-KR" altLang="en-US" sz="1600" spc="-172" dirty="0">
                <a:solidFill>
                  <a:schemeClr val="tx1">
                    <a:lumMod val="85000"/>
                    <a:lumOff val="15000"/>
                  </a:schemeClr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중요 네트워크 장비실 냉방 시설 부족</a:t>
            </a:r>
          </a:p>
        </p:txBody>
      </p:sp>
      <p:sp>
        <p:nvSpPr>
          <p:cNvPr id="52" name="직사각형 51"/>
          <p:cNvSpPr/>
          <p:nvPr/>
        </p:nvSpPr>
        <p:spPr>
          <a:xfrm>
            <a:off x="432486" y="1977619"/>
            <a:ext cx="2403723" cy="1132408"/>
          </a:xfrm>
          <a:prstGeom prst="rect">
            <a:avLst/>
          </a:prstGeom>
          <a:noFill/>
        </p:spPr>
        <p:txBody>
          <a:bodyPr wrap="square" lIns="95293" tIns="47648" rIns="95293" bIns="47648" rtlCol="0">
            <a:spAutoFit/>
          </a:bodyPr>
          <a:lstStyle/>
          <a:p>
            <a:pPr marL="162000" indent="-162000">
              <a:spcBef>
                <a:spcPts val="400"/>
              </a:spcBef>
              <a:buFont typeface="Arial" panose="020B0604020202020204" pitchFamily="34" charset="0"/>
              <a:buChar char="•"/>
              <a:defRPr/>
            </a:pPr>
            <a:r>
              <a:rPr lang="ko-KR" altLang="en-US" sz="1600" spc="-172" dirty="0">
                <a:solidFill>
                  <a:schemeClr val="tx1">
                    <a:lumMod val="85000"/>
                    <a:lumOff val="15000"/>
                  </a:schemeClr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기관 이전에 따른 구성 변경 지원 및 업무 안정성 향상 </a:t>
            </a:r>
            <a:endParaRPr lang="en-US" altLang="ko-KR" sz="1600" spc="-172" dirty="0">
              <a:solidFill>
                <a:schemeClr val="tx1">
                  <a:lumMod val="85000"/>
                  <a:lumOff val="15000"/>
                </a:schemeClr>
              </a:solidFill>
              <a:latin typeface="Rix모던고딕 B" panose="02020603020101020101" pitchFamily="18" charset="-127"/>
              <a:ea typeface="Rix모던고딕 B" panose="02020603020101020101" pitchFamily="18" charset="-127"/>
            </a:endParaRPr>
          </a:p>
          <a:p>
            <a:pPr marL="162000" indent="-162000">
              <a:spcBef>
                <a:spcPts val="400"/>
              </a:spcBef>
              <a:buFont typeface="Arial" panose="020B0604020202020204" pitchFamily="34" charset="0"/>
              <a:buChar char="•"/>
              <a:defRPr/>
            </a:pPr>
            <a:r>
              <a:rPr lang="ko-KR" altLang="en-US" sz="1600" spc="-172" dirty="0">
                <a:solidFill>
                  <a:schemeClr val="tx1">
                    <a:lumMod val="85000"/>
                    <a:lumOff val="15000"/>
                  </a:schemeClr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운영 안정성 확보를 통한 </a:t>
            </a:r>
            <a:r>
              <a:rPr lang="en-US" altLang="ko-KR" sz="1600" spc="-172" dirty="0">
                <a:solidFill>
                  <a:schemeClr val="tx1">
                    <a:lumMod val="85000"/>
                    <a:lumOff val="15000"/>
                  </a:schemeClr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/>
            </a:r>
            <a:br>
              <a:rPr lang="en-US" altLang="ko-KR" sz="1600" spc="-172" dirty="0">
                <a:solidFill>
                  <a:schemeClr val="tx1">
                    <a:lumMod val="85000"/>
                    <a:lumOff val="15000"/>
                  </a:schemeClr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</a:br>
            <a:r>
              <a:rPr lang="ko-KR" altLang="en-US" sz="1600" spc="-172" dirty="0">
                <a:solidFill>
                  <a:schemeClr val="tx1">
                    <a:lumMod val="85000"/>
                    <a:lumOff val="15000"/>
                  </a:schemeClr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유지보수 소요 축소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7862707" y="1977619"/>
            <a:ext cx="2403723" cy="1378629"/>
          </a:xfrm>
          <a:prstGeom prst="rect">
            <a:avLst/>
          </a:prstGeom>
          <a:noFill/>
        </p:spPr>
        <p:txBody>
          <a:bodyPr wrap="square" lIns="95293" tIns="47648" rIns="95293" bIns="47648" rtlCol="0">
            <a:spAutoFit/>
          </a:bodyPr>
          <a:lstStyle/>
          <a:p>
            <a:pPr marL="162000" indent="-162000">
              <a:spcBef>
                <a:spcPts val="400"/>
              </a:spcBef>
              <a:buFont typeface="Arial" panose="020B0604020202020204" pitchFamily="34" charset="0"/>
              <a:buChar char="•"/>
              <a:defRPr/>
            </a:pPr>
            <a:r>
              <a:rPr lang="ko-KR" altLang="en-US" sz="1600" spc="-172" dirty="0">
                <a:solidFill>
                  <a:schemeClr val="tx1">
                    <a:lumMod val="85000"/>
                    <a:lumOff val="15000"/>
                  </a:schemeClr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노후화된 영상 장비 운용에 따른 장애 발생</a:t>
            </a:r>
            <a:r>
              <a:rPr lang="en-US" altLang="ko-KR" sz="1600" spc="-172" dirty="0">
                <a:solidFill>
                  <a:schemeClr val="tx1">
                    <a:lumMod val="85000"/>
                    <a:lumOff val="15000"/>
                  </a:schemeClr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/</a:t>
            </a:r>
            <a:r>
              <a:rPr lang="ko-KR" altLang="en-US" sz="1600" spc="-172" dirty="0">
                <a:solidFill>
                  <a:schemeClr val="tx1">
                    <a:lumMod val="85000"/>
                    <a:lumOff val="15000"/>
                  </a:schemeClr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유지보수 </a:t>
            </a:r>
            <a:r>
              <a:rPr lang="ko-KR" altLang="en-US" sz="1600" spc="-172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    소요 </a:t>
            </a:r>
            <a:r>
              <a:rPr lang="ko-KR" altLang="en-US" sz="1600" spc="-172" dirty="0">
                <a:solidFill>
                  <a:schemeClr val="tx1">
                    <a:lumMod val="85000"/>
                    <a:lumOff val="15000"/>
                  </a:schemeClr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증가 </a:t>
            </a:r>
            <a:endParaRPr lang="en-US" altLang="ko-KR" sz="1600" spc="-172" dirty="0">
              <a:solidFill>
                <a:schemeClr val="tx1">
                  <a:lumMod val="85000"/>
                  <a:lumOff val="15000"/>
                </a:schemeClr>
              </a:solidFill>
              <a:latin typeface="Rix모던고딕 B" panose="02020603020101020101" pitchFamily="18" charset="-127"/>
              <a:ea typeface="Rix모던고딕 B" panose="02020603020101020101" pitchFamily="18" charset="-127"/>
            </a:endParaRPr>
          </a:p>
          <a:p>
            <a:pPr marL="162000" indent="-162000">
              <a:spcBef>
                <a:spcPts val="400"/>
              </a:spcBef>
              <a:buFont typeface="Arial" panose="020B0604020202020204" pitchFamily="34" charset="0"/>
              <a:buChar char="•"/>
              <a:defRPr/>
            </a:pPr>
            <a:r>
              <a:rPr lang="ko-KR" altLang="en-US" sz="1600" spc="-172" dirty="0">
                <a:solidFill>
                  <a:schemeClr val="tx1">
                    <a:lumMod val="85000"/>
                    <a:lumOff val="15000"/>
                  </a:schemeClr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현 문자전송체계의 빈번한 </a:t>
            </a:r>
            <a:r>
              <a:rPr lang="ko-KR" altLang="en-US" sz="1600" spc="-172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 오작동으로 </a:t>
            </a:r>
            <a:r>
              <a:rPr lang="ko-KR" altLang="en-US" sz="1600" spc="-172" dirty="0">
                <a:solidFill>
                  <a:schemeClr val="tx1">
                    <a:lumMod val="85000"/>
                    <a:lumOff val="15000"/>
                  </a:schemeClr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운용 제한</a:t>
            </a:r>
          </a:p>
        </p:txBody>
      </p:sp>
      <p:sp>
        <p:nvSpPr>
          <p:cNvPr id="54" name="직사각형 53"/>
          <p:cNvSpPr/>
          <p:nvPr/>
        </p:nvSpPr>
        <p:spPr>
          <a:xfrm>
            <a:off x="578114" y="1528474"/>
            <a:ext cx="764714" cy="480947"/>
          </a:xfrm>
          <a:prstGeom prst="rect">
            <a:avLst/>
          </a:prstGeom>
          <a:noFill/>
        </p:spPr>
        <p:txBody>
          <a:bodyPr wrap="square" lIns="95293" tIns="47648" rIns="95293" bIns="47648" rtlCol="0">
            <a:spAutoFit/>
          </a:bodyPr>
          <a:lstStyle/>
          <a:p>
            <a:pPr>
              <a:defRPr/>
            </a:pPr>
            <a:r>
              <a:rPr lang="en-US" altLang="ko-KR" sz="2500" i="1" spc="-172" dirty="0">
                <a:solidFill>
                  <a:schemeClr val="bg1">
                    <a:lumMod val="75000"/>
                  </a:schemeClr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01</a:t>
            </a:r>
            <a:endParaRPr lang="ko-KR" altLang="en-US" sz="2500" i="1" spc="-172" dirty="0">
              <a:solidFill>
                <a:schemeClr val="bg1">
                  <a:lumMod val="75000"/>
                </a:schemeClr>
              </a:solidFill>
              <a:latin typeface="Rix모던고딕 M" panose="02020603020101020101" pitchFamily="18" charset="-127"/>
              <a:ea typeface="Rix모던고딕 M" panose="02020603020101020101" pitchFamily="18" charset="-127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2981837" y="1528474"/>
            <a:ext cx="764714" cy="480947"/>
          </a:xfrm>
          <a:prstGeom prst="rect">
            <a:avLst/>
          </a:prstGeom>
          <a:noFill/>
        </p:spPr>
        <p:txBody>
          <a:bodyPr wrap="square" lIns="95293" tIns="47648" rIns="95293" bIns="47648" rtlCol="0">
            <a:spAutoFit/>
          </a:bodyPr>
          <a:lstStyle/>
          <a:p>
            <a:pPr>
              <a:defRPr/>
            </a:pPr>
            <a:r>
              <a:rPr lang="en-US" altLang="ko-KR" sz="2500" i="1" spc="-172" dirty="0">
                <a:solidFill>
                  <a:schemeClr val="bg1">
                    <a:lumMod val="75000"/>
                  </a:schemeClr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02</a:t>
            </a:r>
            <a:endParaRPr lang="ko-KR" altLang="en-US" sz="2500" i="1" spc="-172" dirty="0">
              <a:solidFill>
                <a:schemeClr val="bg1">
                  <a:lumMod val="75000"/>
                </a:schemeClr>
              </a:solidFill>
              <a:latin typeface="Rix모던고딕 M" panose="02020603020101020101" pitchFamily="18" charset="-127"/>
              <a:ea typeface="Rix모던고딕 M" panose="02020603020101020101" pitchFamily="18" charset="-127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5371570" y="1528474"/>
            <a:ext cx="764714" cy="480947"/>
          </a:xfrm>
          <a:prstGeom prst="rect">
            <a:avLst/>
          </a:prstGeom>
          <a:noFill/>
        </p:spPr>
        <p:txBody>
          <a:bodyPr wrap="square" lIns="95293" tIns="47648" rIns="95293" bIns="47648" rtlCol="0">
            <a:spAutoFit/>
          </a:bodyPr>
          <a:lstStyle/>
          <a:p>
            <a:pPr>
              <a:defRPr/>
            </a:pPr>
            <a:r>
              <a:rPr lang="en-US" altLang="ko-KR" sz="2500" i="1" spc="-172" dirty="0">
                <a:solidFill>
                  <a:schemeClr val="bg1">
                    <a:lumMod val="75000"/>
                  </a:schemeClr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03</a:t>
            </a:r>
            <a:endParaRPr lang="ko-KR" altLang="en-US" sz="2500" i="1" spc="-172" dirty="0">
              <a:solidFill>
                <a:schemeClr val="bg1">
                  <a:lumMod val="75000"/>
                </a:schemeClr>
              </a:solidFill>
              <a:latin typeface="Rix모던고딕 M" panose="02020603020101020101" pitchFamily="18" charset="-127"/>
              <a:ea typeface="Rix모던고딕 M" panose="02020603020101020101" pitchFamily="18" charset="-127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7761304" y="1528474"/>
            <a:ext cx="764714" cy="480947"/>
          </a:xfrm>
          <a:prstGeom prst="rect">
            <a:avLst/>
          </a:prstGeom>
          <a:noFill/>
        </p:spPr>
        <p:txBody>
          <a:bodyPr wrap="square" lIns="95293" tIns="47648" rIns="95293" bIns="47648" rtlCol="0">
            <a:spAutoFit/>
          </a:bodyPr>
          <a:lstStyle/>
          <a:p>
            <a:pPr>
              <a:defRPr/>
            </a:pPr>
            <a:r>
              <a:rPr lang="en-US" altLang="ko-KR" sz="2500" i="1" spc="-172" dirty="0">
                <a:solidFill>
                  <a:schemeClr val="bg1">
                    <a:lumMod val="75000"/>
                  </a:schemeClr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04</a:t>
            </a:r>
            <a:endParaRPr lang="ko-KR" altLang="en-US" sz="2500" i="1" spc="-172" dirty="0">
              <a:solidFill>
                <a:schemeClr val="bg1">
                  <a:lumMod val="75000"/>
                </a:schemeClr>
              </a:solidFill>
              <a:latin typeface="Rix모던고딕 M" panose="02020603020101020101" pitchFamily="18" charset="-127"/>
              <a:ea typeface="Rix모던고딕 M" panose="02020603020101020101" pitchFamily="18" charset="-127"/>
            </a:endParaRPr>
          </a:p>
        </p:txBody>
      </p:sp>
      <p:sp>
        <p:nvSpPr>
          <p:cNvPr id="62" name="직사각형 61"/>
          <p:cNvSpPr/>
          <p:nvPr/>
        </p:nvSpPr>
        <p:spPr>
          <a:xfrm>
            <a:off x="383709" y="4470703"/>
            <a:ext cx="764714" cy="562184"/>
          </a:xfrm>
          <a:prstGeom prst="rect">
            <a:avLst/>
          </a:prstGeom>
          <a:noFill/>
        </p:spPr>
        <p:txBody>
          <a:bodyPr wrap="square" lIns="95293" tIns="47648" rIns="95293" bIns="47648" rtlCol="0">
            <a:spAutoFit/>
          </a:bodyPr>
          <a:lstStyle/>
          <a:p>
            <a:pPr>
              <a:defRPr/>
            </a:pPr>
            <a:r>
              <a:rPr lang="en-US" altLang="ko-KR" sz="2900" i="1" spc="-172" dirty="0">
                <a:solidFill>
                  <a:schemeClr val="accent1">
                    <a:lumMod val="50000"/>
                  </a:schemeClr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01</a:t>
            </a:r>
            <a:endParaRPr lang="ko-KR" altLang="en-US" sz="2900" i="1" spc="-172" dirty="0">
              <a:solidFill>
                <a:schemeClr val="accent1">
                  <a:lumMod val="50000"/>
                </a:schemeClr>
              </a:solidFill>
              <a:latin typeface="Rix모던고딕 M" panose="02020603020101020101" pitchFamily="18" charset="-127"/>
              <a:ea typeface="Rix모던고딕 M" panose="02020603020101020101" pitchFamily="18" charset="-127"/>
            </a:endParaRPr>
          </a:p>
        </p:txBody>
      </p:sp>
      <p:sp>
        <p:nvSpPr>
          <p:cNvPr id="63" name="직사각형 62"/>
          <p:cNvSpPr/>
          <p:nvPr/>
        </p:nvSpPr>
        <p:spPr>
          <a:xfrm>
            <a:off x="2899336" y="4470703"/>
            <a:ext cx="764714" cy="562184"/>
          </a:xfrm>
          <a:prstGeom prst="rect">
            <a:avLst/>
          </a:prstGeom>
          <a:noFill/>
        </p:spPr>
        <p:txBody>
          <a:bodyPr wrap="square" lIns="95293" tIns="47648" rIns="95293" bIns="47648" rtlCol="0">
            <a:spAutoFit/>
          </a:bodyPr>
          <a:lstStyle/>
          <a:p>
            <a:pPr>
              <a:defRPr/>
            </a:pPr>
            <a:r>
              <a:rPr lang="en-US" altLang="ko-KR" sz="2900" i="1" spc="-172" dirty="0">
                <a:solidFill>
                  <a:schemeClr val="accent1">
                    <a:lumMod val="50000"/>
                  </a:schemeClr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02</a:t>
            </a:r>
            <a:endParaRPr lang="ko-KR" altLang="en-US" sz="2900" i="1" spc="-172" dirty="0">
              <a:solidFill>
                <a:schemeClr val="accent1">
                  <a:lumMod val="50000"/>
                </a:schemeClr>
              </a:solidFill>
              <a:latin typeface="Rix모던고딕 M" panose="02020603020101020101" pitchFamily="18" charset="-127"/>
              <a:ea typeface="Rix모던고딕 M" panose="02020603020101020101" pitchFamily="18" charset="-127"/>
            </a:endParaRPr>
          </a:p>
        </p:txBody>
      </p:sp>
      <p:sp>
        <p:nvSpPr>
          <p:cNvPr id="64" name="직사각형 63"/>
          <p:cNvSpPr/>
          <p:nvPr/>
        </p:nvSpPr>
        <p:spPr>
          <a:xfrm>
            <a:off x="5426962" y="4470703"/>
            <a:ext cx="764714" cy="562184"/>
          </a:xfrm>
          <a:prstGeom prst="rect">
            <a:avLst/>
          </a:prstGeom>
          <a:noFill/>
        </p:spPr>
        <p:txBody>
          <a:bodyPr wrap="square" lIns="95293" tIns="47648" rIns="95293" bIns="47648" rtlCol="0">
            <a:spAutoFit/>
          </a:bodyPr>
          <a:lstStyle/>
          <a:p>
            <a:pPr>
              <a:defRPr/>
            </a:pPr>
            <a:r>
              <a:rPr lang="en-US" altLang="ko-KR" sz="2900" i="1" spc="-172" dirty="0">
                <a:solidFill>
                  <a:schemeClr val="accent1">
                    <a:lumMod val="50000"/>
                  </a:schemeClr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03</a:t>
            </a:r>
            <a:endParaRPr lang="ko-KR" altLang="en-US" sz="2900" i="1" spc="-172" dirty="0">
              <a:solidFill>
                <a:schemeClr val="accent1">
                  <a:lumMod val="50000"/>
                </a:schemeClr>
              </a:solidFill>
              <a:latin typeface="Rix모던고딕 M" panose="02020603020101020101" pitchFamily="18" charset="-127"/>
              <a:ea typeface="Rix모던고딕 M" panose="02020603020101020101" pitchFamily="18" charset="-127"/>
            </a:endParaRPr>
          </a:p>
        </p:txBody>
      </p:sp>
      <p:sp>
        <p:nvSpPr>
          <p:cNvPr id="65" name="직사각형 64"/>
          <p:cNvSpPr/>
          <p:nvPr/>
        </p:nvSpPr>
        <p:spPr>
          <a:xfrm>
            <a:off x="7939472" y="4470703"/>
            <a:ext cx="764714" cy="562184"/>
          </a:xfrm>
          <a:prstGeom prst="rect">
            <a:avLst/>
          </a:prstGeom>
          <a:noFill/>
        </p:spPr>
        <p:txBody>
          <a:bodyPr wrap="square" lIns="95293" tIns="47648" rIns="95293" bIns="47648" rtlCol="0">
            <a:spAutoFit/>
          </a:bodyPr>
          <a:lstStyle/>
          <a:p>
            <a:pPr>
              <a:defRPr/>
            </a:pPr>
            <a:r>
              <a:rPr lang="en-US" altLang="ko-KR" sz="2900" i="1" spc="-172" dirty="0">
                <a:solidFill>
                  <a:schemeClr val="accent1">
                    <a:lumMod val="50000"/>
                  </a:schemeClr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04</a:t>
            </a:r>
            <a:endParaRPr lang="ko-KR" altLang="en-US" sz="2900" i="1" spc="-172" dirty="0">
              <a:solidFill>
                <a:schemeClr val="accent1">
                  <a:lumMod val="50000"/>
                </a:schemeClr>
              </a:solidFill>
              <a:latin typeface="Rix모던고딕 M" panose="02020603020101020101" pitchFamily="18" charset="-127"/>
              <a:ea typeface="Rix모던고딕 M" panose="02020603020101020101" pitchFamily="18" charset="-127"/>
            </a:endParaRPr>
          </a:p>
        </p:txBody>
      </p:sp>
      <p:sp>
        <p:nvSpPr>
          <p:cNvPr id="66" name="직사각형 65"/>
          <p:cNvSpPr/>
          <p:nvPr/>
        </p:nvSpPr>
        <p:spPr>
          <a:xfrm>
            <a:off x="407958" y="5507272"/>
            <a:ext cx="2313641" cy="742557"/>
          </a:xfrm>
          <a:prstGeom prst="rect">
            <a:avLst/>
          </a:prstGeom>
          <a:noFill/>
        </p:spPr>
        <p:txBody>
          <a:bodyPr wrap="square" lIns="95293" tIns="47648" rIns="95293" bIns="47648" rtlCol="0">
            <a:spAutoFit/>
          </a:bodyPr>
          <a:lstStyle/>
          <a:p>
            <a:pPr algn="ctr">
              <a:defRPr/>
            </a:pPr>
            <a:r>
              <a:rPr lang="ko-KR" altLang="en-US" sz="2100" spc="-172" dirty="0">
                <a:solidFill>
                  <a:srgbClr val="FFFF00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안정적 업무 이관</a:t>
            </a:r>
            <a:endParaRPr lang="en-US" altLang="ko-KR" sz="2100" spc="-172" dirty="0">
              <a:solidFill>
                <a:srgbClr val="FFFF00"/>
              </a:solidFill>
              <a:latin typeface="Rix모던고딕 B" panose="02020603020101020101" pitchFamily="18" charset="-127"/>
              <a:ea typeface="Rix모던고딕 B" panose="02020603020101020101" pitchFamily="18" charset="-127"/>
            </a:endParaRPr>
          </a:p>
          <a:p>
            <a:pPr algn="ctr">
              <a:defRPr/>
            </a:pPr>
            <a:r>
              <a:rPr lang="en-US" altLang="ko-KR" sz="2100" spc="-172" dirty="0">
                <a:solidFill>
                  <a:srgbClr val="FFFF00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(</a:t>
            </a:r>
            <a:r>
              <a:rPr lang="ko-KR" altLang="en-US" sz="2100" spc="-172" dirty="0">
                <a:solidFill>
                  <a:srgbClr val="FFFF00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무중단 업무 수행</a:t>
            </a:r>
            <a:r>
              <a:rPr lang="en-US" altLang="ko-KR" sz="2100" spc="-172" dirty="0">
                <a:solidFill>
                  <a:srgbClr val="FFFF00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)</a:t>
            </a:r>
            <a:endParaRPr lang="ko-KR" altLang="en-US" sz="2100" spc="-172" dirty="0">
              <a:solidFill>
                <a:srgbClr val="FFFF00"/>
              </a:solidFill>
              <a:latin typeface="Rix모던고딕 B" panose="02020603020101020101" pitchFamily="18" charset="-127"/>
              <a:ea typeface="Rix모던고딕 B" panose="02020603020101020101" pitchFamily="18" charset="-127"/>
            </a:endParaRPr>
          </a:p>
        </p:txBody>
      </p:sp>
      <p:sp>
        <p:nvSpPr>
          <p:cNvPr id="68" name="직사각형 67"/>
          <p:cNvSpPr/>
          <p:nvPr/>
        </p:nvSpPr>
        <p:spPr>
          <a:xfrm>
            <a:off x="2929800" y="5507272"/>
            <a:ext cx="2313641" cy="742557"/>
          </a:xfrm>
          <a:prstGeom prst="rect">
            <a:avLst/>
          </a:prstGeom>
          <a:noFill/>
        </p:spPr>
        <p:txBody>
          <a:bodyPr wrap="square" lIns="95293" tIns="47648" rIns="95293" bIns="47648" rtlCol="0">
            <a:spAutoFit/>
          </a:bodyPr>
          <a:lstStyle/>
          <a:p>
            <a:pPr algn="ctr">
              <a:defRPr/>
            </a:pPr>
            <a:r>
              <a:rPr lang="ko-KR" altLang="en-US" sz="2100" spc="-172" dirty="0">
                <a:solidFill>
                  <a:srgbClr val="FFFF00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안전하고 빠른 </a:t>
            </a:r>
            <a:endParaRPr lang="en-US" altLang="ko-KR" sz="2100" spc="-172" dirty="0">
              <a:solidFill>
                <a:srgbClr val="FFFF00"/>
              </a:solidFill>
              <a:latin typeface="Rix모던고딕 B" panose="02020603020101020101" pitchFamily="18" charset="-127"/>
              <a:ea typeface="Rix모던고딕 B" panose="02020603020101020101" pitchFamily="18" charset="-127"/>
            </a:endParaRPr>
          </a:p>
          <a:p>
            <a:pPr algn="ctr">
              <a:defRPr/>
            </a:pPr>
            <a:r>
              <a:rPr lang="ko-KR" altLang="en-US" sz="2100" spc="-172" dirty="0">
                <a:solidFill>
                  <a:srgbClr val="FFFF00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업무환경 제공</a:t>
            </a:r>
          </a:p>
        </p:txBody>
      </p:sp>
      <p:sp>
        <p:nvSpPr>
          <p:cNvPr id="69" name="직사각형 68"/>
          <p:cNvSpPr/>
          <p:nvPr/>
        </p:nvSpPr>
        <p:spPr>
          <a:xfrm>
            <a:off x="5458173" y="5345689"/>
            <a:ext cx="2313641" cy="1065723"/>
          </a:xfrm>
          <a:prstGeom prst="rect">
            <a:avLst/>
          </a:prstGeom>
          <a:noFill/>
        </p:spPr>
        <p:txBody>
          <a:bodyPr wrap="square" lIns="95293" tIns="47648" rIns="95293" bIns="47648" rtlCol="0">
            <a:spAutoFit/>
          </a:bodyPr>
          <a:lstStyle/>
          <a:p>
            <a:pPr algn="ctr">
              <a:defRPr/>
            </a:pPr>
            <a:r>
              <a:rPr lang="ko-KR" altLang="en-US" sz="2100" spc="-172" dirty="0">
                <a:solidFill>
                  <a:srgbClr val="FFFF00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신속한 장애복구 </a:t>
            </a:r>
            <a:endParaRPr lang="en-US" altLang="ko-KR" sz="2100" spc="-172" dirty="0">
              <a:solidFill>
                <a:srgbClr val="FFFF00"/>
              </a:solidFill>
              <a:latin typeface="Rix모던고딕 B" panose="02020603020101020101" pitchFamily="18" charset="-127"/>
              <a:ea typeface="Rix모던고딕 B" panose="02020603020101020101" pitchFamily="18" charset="-127"/>
            </a:endParaRPr>
          </a:p>
          <a:p>
            <a:pPr algn="ctr">
              <a:defRPr/>
            </a:pPr>
            <a:r>
              <a:rPr lang="ko-KR" altLang="en-US" sz="2100" spc="-172" dirty="0">
                <a:solidFill>
                  <a:srgbClr val="FFFF00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체계 수립 및 체계적</a:t>
            </a:r>
            <a:endParaRPr lang="en-US" altLang="ko-KR" sz="2100" spc="-172" dirty="0">
              <a:solidFill>
                <a:srgbClr val="FFFF00"/>
              </a:solidFill>
              <a:latin typeface="Rix모던고딕 B" panose="02020603020101020101" pitchFamily="18" charset="-127"/>
              <a:ea typeface="Rix모던고딕 B" panose="02020603020101020101" pitchFamily="18" charset="-127"/>
            </a:endParaRPr>
          </a:p>
          <a:p>
            <a:pPr algn="ctr">
              <a:defRPr/>
            </a:pPr>
            <a:r>
              <a:rPr lang="ko-KR" altLang="en-US" sz="2100" spc="-172" dirty="0">
                <a:solidFill>
                  <a:srgbClr val="FFFF00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유지관리 실시</a:t>
            </a:r>
          </a:p>
        </p:txBody>
      </p:sp>
      <p:sp>
        <p:nvSpPr>
          <p:cNvPr id="70" name="직사각형 69"/>
          <p:cNvSpPr/>
          <p:nvPr/>
        </p:nvSpPr>
        <p:spPr>
          <a:xfrm>
            <a:off x="7986469" y="5507272"/>
            <a:ext cx="2313641" cy="742557"/>
          </a:xfrm>
          <a:prstGeom prst="rect">
            <a:avLst/>
          </a:prstGeom>
          <a:noFill/>
        </p:spPr>
        <p:txBody>
          <a:bodyPr wrap="square" lIns="95293" tIns="47648" rIns="95293" bIns="47648" rtlCol="0">
            <a:spAutoFit/>
          </a:bodyPr>
          <a:lstStyle/>
          <a:p>
            <a:pPr algn="ctr">
              <a:defRPr/>
            </a:pPr>
            <a:r>
              <a:rPr lang="ko-KR" altLang="en-US" sz="2100" spc="-172" dirty="0">
                <a:solidFill>
                  <a:srgbClr val="FFFF00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미래 서비스 </a:t>
            </a:r>
            <a:endParaRPr lang="en-US" altLang="ko-KR" sz="2100" spc="-172" dirty="0">
              <a:solidFill>
                <a:srgbClr val="FFFF00"/>
              </a:solidFill>
              <a:latin typeface="Rix모던고딕 B" panose="02020603020101020101" pitchFamily="18" charset="-127"/>
              <a:ea typeface="Rix모던고딕 B" panose="02020603020101020101" pitchFamily="18" charset="-127"/>
            </a:endParaRPr>
          </a:p>
          <a:p>
            <a:pPr algn="ctr">
              <a:defRPr/>
            </a:pPr>
            <a:r>
              <a:rPr lang="ko-KR" altLang="en-US" sz="2100" spc="-172" dirty="0">
                <a:solidFill>
                  <a:srgbClr val="FFFF00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확장성 대비</a:t>
            </a:r>
          </a:p>
        </p:txBody>
      </p:sp>
      <p:sp>
        <p:nvSpPr>
          <p:cNvPr id="90" name="직사각형 89"/>
          <p:cNvSpPr/>
          <p:nvPr/>
        </p:nvSpPr>
        <p:spPr>
          <a:xfrm>
            <a:off x="0" y="6647461"/>
            <a:ext cx="10693400" cy="520737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497845" lvl="1" defTabSz="995690"/>
            <a:endParaRPr lang="ko-KR" altLang="en-US" sz="2000" dirty="0">
              <a:solidFill>
                <a:schemeClr val="lt1"/>
              </a:solidFill>
            </a:endParaRPr>
          </a:p>
        </p:txBody>
      </p:sp>
      <p:sp>
        <p:nvSpPr>
          <p:cNvPr id="93" name="직사각형 92"/>
          <p:cNvSpPr/>
          <p:nvPr/>
        </p:nvSpPr>
        <p:spPr>
          <a:xfrm>
            <a:off x="2192568" y="6626680"/>
            <a:ext cx="6273705" cy="500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 anchorCtr="0">
            <a:spAutoFit/>
            <a:scene3d>
              <a:camera prst="orthographicFront"/>
              <a:lightRig rig="threePt" dir="t"/>
            </a:scene3d>
            <a:sp3d>
              <a:bevelT w="0"/>
            </a:sp3d>
          </a:bodyPr>
          <a:lstStyle/>
          <a:p>
            <a:pPr marL="0" lvl="1" indent="-313719" algn="ctr" defTabSz="1050652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>
                <a:prstClr val="white"/>
              </a:buClr>
              <a:buSzPct val="80000"/>
              <a:tabLst>
                <a:tab pos="5724151" algn="l"/>
              </a:tabLst>
            </a:pPr>
            <a:r>
              <a:rPr lang="ko-KR" altLang="en-US" sz="2500" spc="-211" dirty="0">
                <a:solidFill>
                  <a:prstClr val="white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안정적 구축 뿐만 아니라 구축 후 업무 이관 지원이 필요</a:t>
            </a:r>
          </a:p>
        </p:txBody>
      </p:sp>
      <p:pic>
        <p:nvPicPr>
          <p:cNvPr id="49" name="Picture 2" descr="G:\work\아이티센시스템즈\경찰청공조조회유지보수\icon&amp;dia\제안서템플릿이미지-23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57063" y="4516767"/>
            <a:ext cx="455459" cy="6064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5" name="Picture 3" descr="G:\work\아이티센시스템즈\경찰청공조조회유지보수\icon&amp;dia\제안서클립아트-60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81418" y="4573362"/>
            <a:ext cx="829877" cy="6844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6" name="Picture 4" descr="G:\work\아이티센시스템즈\경찰청공조조회유지보수\icon&amp;dia\2014광주전산센터-06-02.pn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08260" y="4516767"/>
            <a:ext cx="851260" cy="578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7" name="Picture 5" descr="G:\work\아이티센시스템즈\경찰청공조조회유지보수\icon&amp;dia\제안서템플릿이미지-31.png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1983" y="4551227"/>
            <a:ext cx="617970" cy="5474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7" name="그룹 66"/>
          <p:cNvGrpSpPr/>
          <p:nvPr/>
        </p:nvGrpSpPr>
        <p:grpSpPr>
          <a:xfrm>
            <a:off x="6212457" y="3352319"/>
            <a:ext cx="705017" cy="1050750"/>
            <a:chOff x="6288933" y="3988594"/>
            <a:chExt cx="400213" cy="608490"/>
          </a:xfrm>
        </p:grpSpPr>
        <p:pic>
          <p:nvPicPr>
            <p:cNvPr id="71" name="Picture 8" descr="G:\work\아이티센시스템즈\경찰청공조조회유지보수\icon&amp;dia\제안서템플릿이미지-49.png"/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414280" y="3988594"/>
              <a:ext cx="274866" cy="60849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2" name="Picture 8" descr="G:\work\아이티센시스템즈\경찰청공조조회유지보수\icon&amp;dia\제안서템플릿이미지-49.png"/>
            <p:cNvPicPr>
              <a:picLocks noChangeAspect="1" noChangeArrowheads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88933" y="4237514"/>
              <a:ext cx="162424" cy="35956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9085694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직사각형 44"/>
          <p:cNvSpPr/>
          <p:nvPr/>
        </p:nvSpPr>
        <p:spPr>
          <a:xfrm>
            <a:off x="-1" y="0"/>
            <a:ext cx="10693400" cy="7561263"/>
          </a:xfrm>
          <a:prstGeom prst="rect">
            <a:avLst/>
          </a:prstGeom>
          <a:solidFill>
            <a:schemeClr val="tx1">
              <a:alpha val="8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6" name="직사각형 45"/>
          <p:cNvSpPr/>
          <p:nvPr/>
        </p:nvSpPr>
        <p:spPr>
          <a:xfrm>
            <a:off x="0" y="692150"/>
            <a:ext cx="10693399" cy="6381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 smtClean="0"/>
          </a:p>
        </p:txBody>
      </p:sp>
      <p:sp>
        <p:nvSpPr>
          <p:cNvPr id="47" name="직사각형 46"/>
          <p:cNvSpPr/>
          <p:nvPr/>
        </p:nvSpPr>
        <p:spPr>
          <a:xfrm rot="5400000" flipV="1">
            <a:off x="5070671" y="-4287990"/>
            <a:ext cx="552060" cy="10693401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33" dirty="0"/>
          </a:p>
        </p:txBody>
      </p:sp>
      <p:sp>
        <p:nvSpPr>
          <p:cNvPr id="48" name="Rectangle 209"/>
          <p:cNvSpPr>
            <a:spLocks noChangeArrowheads="1"/>
          </p:cNvSpPr>
          <p:nvPr/>
        </p:nvSpPr>
        <p:spPr bwMode="auto">
          <a:xfrm>
            <a:off x="475201" y="852402"/>
            <a:ext cx="9482854" cy="4798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4605" tIns="47302" rIns="94605" bIns="47302">
            <a:spAutoFit/>
          </a:bodyPr>
          <a:lstStyle/>
          <a:p>
            <a:pPr algn="ctr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ko-KR" altLang="en-US" sz="2721" spc="-227" dirty="0">
                <a:ln/>
                <a:solidFill>
                  <a:schemeClr val="bg1"/>
                </a:solidFill>
                <a:latin typeface="Rix모던고딕 EB" pitchFamily="18" charset="-127"/>
                <a:ea typeface="Rix모던고딕 EB" pitchFamily="18" charset="-127"/>
              </a:rPr>
              <a:t>업무 무 중단 이전</a:t>
            </a:r>
            <a:r>
              <a:rPr lang="en-US" altLang="ko-KR" sz="2721" spc="-227" dirty="0">
                <a:ln/>
                <a:solidFill>
                  <a:schemeClr val="bg1"/>
                </a:solidFill>
                <a:latin typeface="Rix모던고딕 EB" pitchFamily="18" charset="-127"/>
                <a:ea typeface="Rix모던고딕 EB" pitchFamily="18" charset="-127"/>
              </a:rPr>
              <a:t>, </a:t>
            </a:r>
            <a:r>
              <a:rPr lang="ko-KR" altLang="en-US" sz="2721" spc="-227" dirty="0">
                <a:ln/>
                <a:solidFill>
                  <a:schemeClr val="bg1"/>
                </a:solidFill>
                <a:latin typeface="Rix모던고딕 EB" pitchFamily="18" charset="-127"/>
                <a:ea typeface="Rix모던고딕 EB" pitchFamily="18" charset="-127"/>
              </a:rPr>
              <a:t>미래 기술 수용</a:t>
            </a:r>
            <a:r>
              <a:rPr lang="en-US" altLang="ko-KR" sz="2721" spc="-227" dirty="0">
                <a:ln/>
                <a:solidFill>
                  <a:schemeClr val="bg1"/>
                </a:solidFill>
                <a:latin typeface="Rix모던고딕 EB" pitchFamily="18" charset="-127"/>
                <a:ea typeface="Rix모던고딕 EB" pitchFamily="18" charset="-127"/>
              </a:rPr>
              <a:t>, </a:t>
            </a:r>
            <a:r>
              <a:rPr lang="ko-KR" altLang="en-US" sz="2721" spc="-227" dirty="0">
                <a:ln/>
                <a:solidFill>
                  <a:schemeClr val="bg1"/>
                </a:solidFill>
                <a:latin typeface="Rix모던고딕 EB" pitchFamily="18" charset="-127"/>
                <a:ea typeface="Rix모던고딕 EB" pitchFamily="18" charset="-127"/>
              </a:rPr>
              <a:t>군의 업무 효율 향상</a:t>
            </a:r>
          </a:p>
        </p:txBody>
      </p:sp>
      <p:sp>
        <p:nvSpPr>
          <p:cNvPr id="51" name="모서리가 둥근 직사각형 50"/>
          <p:cNvSpPr/>
          <p:nvPr/>
        </p:nvSpPr>
        <p:spPr>
          <a:xfrm rot="10800000" flipV="1">
            <a:off x="-3" y="6421744"/>
            <a:ext cx="10693400" cy="573890"/>
          </a:xfrm>
          <a:prstGeom prst="roundRect">
            <a:avLst>
              <a:gd name="adj" fmla="val 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2" name="이등변 삼각형 9"/>
          <p:cNvSpPr/>
          <p:nvPr/>
        </p:nvSpPr>
        <p:spPr>
          <a:xfrm rot="10800000" flipV="1">
            <a:off x="-11762" y="6557438"/>
            <a:ext cx="10792328" cy="332399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ctr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ko-KR" sz="2400" spc="-250" dirty="0">
                <a:ln/>
                <a:solidFill>
                  <a:schemeClr val="bg1"/>
                </a:solidFill>
                <a:latin typeface="Rix모던고딕 EB" pitchFamily="18" charset="-127"/>
                <a:ea typeface="Rix모던고딕 EB" pitchFamily="18" charset="-127"/>
              </a:rPr>
              <a:t>3</a:t>
            </a:r>
            <a:r>
              <a:rPr lang="ko-KR" altLang="en-US" sz="2400" spc="-250" dirty="0">
                <a:ln/>
                <a:solidFill>
                  <a:schemeClr val="bg1"/>
                </a:solidFill>
                <a:latin typeface="Rix모던고딕 EB" pitchFamily="18" charset="-127"/>
                <a:ea typeface="Rix모던고딕 EB" pitchFamily="18" charset="-127"/>
              </a:rPr>
              <a:t>개월 사업이 아닌 </a:t>
            </a:r>
            <a:r>
              <a:rPr lang="en-US" altLang="ko-KR" sz="2400" spc="-250" dirty="0">
                <a:ln/>
                <a:solidFill>
                  <a:schemeClr val="bg1"/>
                </a:solidFill>
                <a:latin typeface="Rix모던고딕 EB" pitchFamily="18" charset="-127"/>
                <a:ea typeface="Rix모던고딕 EB" pitchFamily="18" charset="-127"/>
              </a:rPr>
              <a:t>8</a:t>
            </a:r>
            <a:r>
              <a:rPr lang="ko-KR" altLang="en-US" sz="2400" spc="-250" dirty="0">
                <a:ln/>
                <a:solidFill>
                  <a:schemeClr val="bg1"/>
                </a:solidFill>
                <a:latin typeface="Rix모던고딕 EB" pitchFamily="18" charset="-127"/>
                <a:ea typeface="Rix모던고딕 EB" pitchFamily="18" charset="-127"/>
              </a:rPr>
              <a:t>개월 </a:t>
            </a:r>
            <a:r>
              <a:rPr lang="en-US" altLang="ko-KR" sz="2400" spc="-250" dirty="0">
                <a:ln/>
                <a:solidFill>
                  <a:schemeClr val="bg1"/>
                </a:solidFill>
                <a:latin typeface="Rix모던고딕 EB" pitchFamily="18" charset="-127"/>
                <a:ea typeface="Rix모던고딕 EB" pitchFamily="18" charset="-127"/>
              </a:rPr>
              <a:t>(3+5</a:t>
            </a:r>
            <a:r>
              <a:rPr lang="ko-KR" altLang="en-US" sz="2400" spc="-250" dirty="0">
                <a:ln/>
                <a:solidFill>
                  <a:schemeClr val="bg1"/>
                </a:solidFill>
                <a:latin typeface="Rix모던고딕 EB" pitchFamily="18" charset="-127"/>
                <a:ea typeface="Rix모던고딕 EB" pitchFamily="18" charset="-127"/>
              </a:rPr>
              <a:t>개월</a:t>
            </a:r>
            <a:r>
              <a:rPr lang="en-US" altLang="ko-KR" sz="2400" spc="-250" dirty="0">
                <a:ln/>
                <a:solidFill>
                  <a:schemeClr val="bg1"/>
                </a:solidFill>
                <a:latin typeface="Rix모던고딕 EB" pitchFamily="18" charset="-127"/>
                <a:ea typeface="Rix모던고딕 EB" pitchFamily="18" charset="-127"/>
              </a:rPr>
              <a:t>) </a:t>
            </a:r>
            <a:r>
              <a:rPr lang="ko-KR" altLang="en-US" sz="2400" spc="-250" dirty="0">
                <a:ln/>
                <a:solidFill>
                  <a:schemeClr val="bg1"/>
                </a:solidFill>
                <a:latin typeface="Rix모던고딕 EB" pitchFamily="18" charset="-127"/>
                <a:ea typeface="Rix모던고딕 EB" pitchFamily="18" charset="-127"/>
              </a:rPr>
              <a:t>사업으로 구축은 기본이고 업무 이관 지원이 매우 중요</a:t>
            </a:r>
          </a:p>
        </p:txBody>
      </p:sp>
      <p:grpSp>
        <p:nvGrpSpPr>
          <p:cNvPr id="2" name="그룹 1"/>
          <p:cNvGrpSpPr/>
          <p:nvPr/>
        </p:nvGrpSpPr>
        <p:grpSpPr>
          <a:xfrm>
            <a:off x="4270" y="1589808"/>
            <a:ext cx="10693400" cy="4647873"/>
            <a:chOff x="-87170" y="2248624"/>
            <a:chExt cx="10693400" cy="4114803"/>
          </a:xfrm>
        </p:grpSpPr>
        <p:sp>
          <p:nvSpPr>
            <p:cNvPr id="60" name="직사각형 59"/>
            <p:cNvSpPr/>
            <p:nvPr/>
          </p:nvSpPr>
          <p:spPr>
            <a:xfrm>
              <a:off x="2950103" y="5636803"/>
              <a:ext cx="2432331" cy="494522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 smtClean="0">
                <a:solidFill>
                  <a:schemeClr val="tx1"/>
                </a:solidFill>
              </a:endParaRPr>
            </a:p>
          </p:txBody>
        </p:sp>
        <p:sp>
          <p:nvSpPr>
            <p:cNvPr id="61" name="직사각형 60"/>
            <p:cNvSpPr/>
            <p:nvPr/>
          </p:nvSpPr>
          <p:spPr>
            <a:xfrm>
              <a:off x="2994091" y="3327979"/>
              <a:ext cx="2450407" cy="494522"/>
            </a:xfrm>
            <a:prstGeom prst="rect">
              <a:avLst/>
            </a:prstGeom>
            <a:gradFill>
              <a:gsLst>
                <a:gs pos="1000">
                  <a:schemeClr val="bg1"/>
                </a:gs>
                <a:gs pos="100000">
                  <a:schemeClr val="bg1">
                    <a:lumMod val="75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62" name="직사각형 61"/>
            <p:cNvSpPr/>
            <p:nvPr/>
          </p:nvSpPr>
          <p:spPr>
            <a:xfrm>
              <a:off x="2994091" y="2455061"/>
              <a:ext cx="2379250" cy="494522"/>
            </a:xfrm>
            <a:prstGeom prst="rect">
              <a:avLst/>
            </a:prstGeom>
            <a:gradFill>
              <a:gsLst>
                <a:gs pos="1000">
                  <a:schemeClr val="bg1"/>
                </a:gs>
                <a:gs pos="100000">
                  <a:schemeClr val="bg1">
                    <a:lumMod val="75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63" name="직사각형 62"/>
            <p:cNvSpPr/>
            <p:nvPr/>
          </p:nvSpPr>
          <p:spPr>
            <a:xfrm>
              <a:off x="5382434" y="5636803"/>
              <a:ext cx="4699130" cy="49452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 smtClean="0">
                <a:solidFill>
                  <a:schemeClr val="tx1"/>
                </a:solidFill>
              </a:endParaRPr>
            </a:p>
          </p:txBody>
        </p:sp>
        <p:pic>
          <p:nvPicPr>
            <p:cNvPr id="64" name="Picture 5" descr="G:\work\대신정보통신\2014광주전산센터\2015광주센터\2015 광주 정보시스템1군\작업방\완료\2015광주전산센터1군-07-20.jpg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V="1">
              <a:off x="-87170" y="4994616"/>
              <a:ext cx="10693400" cy="26054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65" name="그룹 64"/>
            <p:cNvGrpSpPr/>
            <p:nvPr/>
          </p:nvGrpSpPr>
          <p:grpSpPr>
            <a:xfrm>
              <a:off x="5373340" y="2248624"/>
              <a:ext cx="9093" cy="4114803"/>
              <a:chOff x="567964" y="2219325"/>
              <a:chExt cx="9093" cy="4114803"/>
            </a:xfrm>
          </p:grpSpPr>
          <p:cxnSp>
            <p:nvCxnSpPr>
              <p:cNvPr id="66" name="직선 연결선 65"/>
              <p:cNvCxnSpPr/>
              <p:nvPr/>
            </p:nvCxnSpPr>
            <p:spPr>
              <a:xfrm flipV="1">
                <a:off x="567964" y="2219325"/>
                <a:ext cx="0" cy="4114803"/>
              </a:xfrm>
              <a:prstGeom prst="line">
                <a:avLst/>
              </a:prstGeom>
              <a:ln w="28575">
                <a:solidFill>
                  <a:schemeClr val="tx1">
                    <a:lumMod val="75000"/>
                    <a:lumOff val="25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직선 연결선 66"/>
              <p:cNvCxnSpPr/>
              <p:nvPr/>
            </p:nvCxnSpPr>
            <p:spPr>
              <a:xfrm flipV="1">
                <a:off x="577057" y="4974843"/>
                <a:ext cx="0" cy="260540"/>
              </a:xfrm>
              <a:prstGeom prst="line">
                <a:avLst/>
              </a:prstGeom>
              <a:ln w="22225">
                <a:solidFill>
                  <a:schemeClr val="bg1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8" name="그룹 67"/>
            <p:cNvGrpSpPr/>
            <p:nvPr/>
          </p:nvGrpSpPr>
          <p:grpSpPr>
            <a:xfrm>
              <a:off x="6313166" y="2248624"/>
              <a:ext cx="9093" cy="4114803"/>
              <a:chOff x="567964" y="2219325"/>
              <a:chExt cx="9093" cy="4114803"/>
            </a:xfrm>
          </p:grpSpPr>
          <p:cxnSp>
            <p:nvCxnSpPr>
              <p:cNvPr id="69" name="직선 연결선 68"/>
              <p:cNvCxnSpPr/>
              <p:nvPr/>
            </p:nvCxnSpPr>
            <p:spPr>
              <a:xfrm flipV="1">
                <a:off x="567964" y="2219325"/>
                <a:ext cx="0" cy="4114803"/>
              </a:xfrm>
              <a:prstGeom prst="line">
                <a:avLst/>
              </a:prstGeom>
              <a:ln w="12700">
                <a:solidFill>
                  <a:schemeClr val="tx1">
                    <a:lumMod val="75000"/>
                    <a:lumOff val="25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직선 연결선 69"/>
              <p:cNvCxnSpPr/>
              <p:nvPr/>
            </p:nvCxnSpPr>
            <p:spPr>
              <a:xfrm flipV="1">
                <a:off x="577057" y="4974843"/>
                <a:ext cx="0" cy="260540"/>
              </a:xfrm>
              <a:prstGeom prst="line">
                <a:avLst/>
              </a:prstGeom>
              <a:ln w="22225">
                <a:solidFill>
                  <a:schemeClr val="bg1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71" name="그룹 70"/>
            <p:cNvGrpSpPr/>
            <p:nvPr/>
          </p:nvGrpSpPr>
          <p:grpSpPr>
            <a:xfrm>
              <a:off x="7252992" y="2248624"/>
              <a:ext cx="9093" cy="4114803"/>
              <a:chOff x="567964" y="2219325"/>
              <a:chExt cx="9093" cy="4114803"/>
            </a:xfrm>
          </p:grpSpPr>
          <p:cxnSp>
            <p:nvCxnSpPr>
              <p:cNvPr id="72" name="직선 연결선 71"/>
              <p:cNvCxnSpPr/>
              <p:nvPr/>
            </p:nvCxnSpPr>
            <p:spPr>
              <a:xfrm flipV="1">
                <a:off x="567964" y="2219325"/>
                <a:ext cx="0" cy="4114803"/>
              </a:xfrm>
              <a:prstGeom prst="line">
                <a:avLst/>
              </a:prstGeom>
              <a:ln w="12700">
                <a:solidFill>
                  <a:schemeClr val="tx1">
                    <a:lumMod val="75000"/>
                    <a:lumOff val="25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직선 연결선 72"/>
              <p:cNvCxnSpPr/>
              <p:nvPr/>
            </p:nvCxnSpPr>
            <p:spPr>
              <a:xfrm flipV="1">
                <a:off x="577057" y="4974843"/>
                <a:ext cx="0" cy="260540"/>
              </a:xfrm>
              <a:prstGeom prst="line">
                <a:avLst/>
              </a:prstGeom>
              <a:ln w="22225">
                <a:solidFill>
                  <a:schemeClr val="bg1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74" name="그룹 73"/>
            <p:cNvGrpSpPr/>
            <p:nvPr/>
          </p:nvGrpSpPr>
          <p:grpSpPr>
            <a:xfrm>
              <a:off x="8192818" y="2248624"/>
              <a:ext cx="9093" cy="4114803"/>
              <a:chOff x="567964" y="2219325"/>
              <a:chExt cx="9093" cy="4114803"/>
            </a:xfrm>
          </p:grpSpPr>
          <p:cxnSp>
            <p:nvCxnSpPr>
              <p:cNvPr id="75" name="직선 연결선 74"/>
              <p:cNvCxnSpPr/>
              <p:nvPr/>
            </p:nvCxnSpPr>
            <p:spPr>
              <a:xfrm flipV="1">
                <a:off x="567964" y="2219325"/>
                <a:ext cx="0" cy="4114803"/>
              </a:xfrm>
              <a:prstGeom prst="line">
                <a:avLst/>
              </a:prstGeom>
              <a:ln w="12700">
                <a:solidFill>
                  <a:schemeClr val="tx1">
                    <a:lumMod val="75000"/>
                    <a:lumOff val="25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" name="직선 연결선 75"/>
              <p:cNvCxnSpPr/>
              <p:nvPr/>
            </p:nvCxnSpPr>
            <p:spPr>
              <a:xfrm flipV="1">
                <a:off x="577057" y="4974843"/>
                <a:ext cx="0" cy="260540"/>
              </a:xfrm>
              <a:prstGeom prst="line">
                <a:avLst/>
              </a:prstGeom>
              <a:ln w="22225">
                <a:solidFill>
                  <a:schemeClr val="bg1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77" name="그룹 76"/>
            <p:cNvGrpSpPr/>
            <p:nvPr/>
          </p:nvGrpSpPr>
          <p:grpSpPr>
            <a:xfrm>
              <a:off x="9132644" y="2248624"/>
              <a:ext cx="9093" cy="4114803"/>
              <a:chOff x="567964" y="2219325"/>
              <a:chExt cx="9093" cy="4114803"/>
            </a:xfrm>
          </p:grpSpPr>
          <p:cxnSp>
            <p:nvCxnSpPr>
              <p:cNvPr id="78" name="직선 연결선 77"/>
              <p:cNvCxnSpPr/>
              <p:nvPr/>
            </p:nvCxnSpPr>
            <p:spPr>
              <a:xfrm flipV="1">
                <a:off x="567964" y="2219325"/>
                <a:ext cx="0" cy="4114803"/>
              </a:xfrm>
              <a:prstGeom prst="line">
                <a:avLst/>
              </a:prstGeom>
              <a:ln w="12700">
                <a:solidFill>
                  <a:schemeClr val="tx1">
                    <a:lumMod val="75000"/>
                    <a:lumOff val="25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9" name="직선 연결선 78"/>
              <p:cNvCxnSpPr/>
              <p:nvPr/>
            </p:nvCxnSpPr>
            <p:spPr>
              <a:xfrm flipV="1">
                <a:off x="577057" y="4974843"/>
                <a:ext cx="0" cy="260540"/>
              </a:xfrm>
              <a:prstGeom prst="line">
                <a:avLst/>
              </a:prstGeom>
              <a:ln w="22225">
                <a:solidFill>
                  <a:schemeClr val="bg1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80" name="그룹 79"/>
            <p:cNvGrpSpPr/>
            <p:nvPr/>
          </p:nvGrpSpPr>
          <p:grpSpPr>
            <a:xfrm>
              <a:off x="10072469" y="2248624"/>
              <a:ext cx="9093" cy="4114803"/>
              <a:chOff x="567964" y="2219325"/>
              <a:chExt cx="9093" cy="4114803"/>
            </a:xfrm>
          </p:grpSpPr>
          <p:cxnSp>
            <p:nvCxnSpPr>
              <p:cNvPr id="81" name="직선 연결선 80"/>
              <p:cNvCxnSpPr/>
              <p:nvPr/>
            </p:nvCxnSpPr>
            <p:spPr>
              <a:xfrm flipV="1">
                <a:off x="567964" y="2219325"/>
                <a:ext cx="0" cy="4114803"/>
              </a:xfrm>
              <a:prstGeom prst="line">
                <a:avLst/>
              </a:prstGeom>
              <a:ln w="28575">
                <a:solidFill>
                  <a:schemeClr val="tx1">
                    <a:lumMod val="75000"/>
                    <a:lumOff val="25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" name="직선 연결선 81"/>
              <p:cNvCxnSpPr/>
              <p:nvPr/>
            </p:nvCxnSpPr>
            <p:spPr>
              <a:xfrm flipV="1">
                <a:off x="577057" y="4974843"/>
                <a:ext cx="0" cy="260540"/>
              </a:xfrm>
              <a:prstGeom prst="line">
                <a:avLst/>
              </a:prstGeom>
              <a:ln w="22225">
                <a:solidFill>
                  <a:schemeClr val="bg1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83" name="직사각형 82"/>
            <p:cNvSpPr/>
            <p:nvPr/>
          </p:nvSpPr>
          <p:spPr>
            <a:xfrm>
              <a:off x="5382433" y="2457075"/>
              <a:ext cx="2359716" cy="494522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84" name="직사각형 83"/>
            <p:cNvSpPr/>
            <p:nvPr/>
          </p:nvSpPr>
          <p:spPr>
            <a:xfrm>
              <a:off x="5382433" y="3317994"/>
              <a:ext cx="2359716" cy="494522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85" name="직사각형 84"/>
            <p:cNvSpPr/>
            <p:nvPr/>
          </p:nvSpPr>
          <p:spPr>
            <a:xfrm>
              <a:off x="7742150" y="2457075"/>
              <a:ext cx="2330319" cy="494522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86" name="직사각형 85"/>
            <p:cNvSpPr/>
            <p:nvPr/>
          </p:nvSpPr>
          <p:spPr>
            <a:xfrm>
              <a:off x="7742150" y="3317994"/>
              <a:ext cx="2330319" cy="494522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87" name="직사각형 86"/>
            <p:cNvSpPr/>
            <p:nvPr/>
          </p:nvSpPr>
          <p:spPr>
            <a:xfrm>
              <a:off x="480794" y="5636803"/>
              <a:ext cx="2502219" cy="49452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 smtClean="0">
                <a:solidFill>
                  <a:schemeClr val="tx1"/>
                </a:solidFill>
              </a:endParaRPr>
            </a:p>
          </p:txBody>
        </p:sp>
        <p:grpSp>
          <p:nvGrpSpPr>
            <p:cNvPr id="89" name="그룹 88"/>
            <p:cNvGrpSpPr/>
            <p:nvPr/>
          </p:nvGrpSpPr>
          <p:grpSpPr>
            <a:xfrm>
              <a:off x="480794" y="2248624"/>
              <a:ext cx="9093" cy="4114803"/>
              <a:chOff x="567964" y="2219325"/>
              <a:chExt cx="9093" cy="4114803"/>
            </a:xfrm>
          </p:grpSpPr>
          <p:cxnSp>
            <p:nvCxnSpPr>
              <p:cNvPr id="90" name="직선 연결선 89"/>
              <p:cNvCxnSpPr/>
              <p:nvPr/>
            </p:nvCxnSpPr>
            <p:spPr>
              <a:xfrm flipV="1">
                <a:off x="567964" y="2219325"/>
                <a:ext cx="0" cy="4114803"/>
              </a:xfrm>
              <a:prstGeom prst="line">
                <a:avLst/>
              </a:prstGeom>
              <a:ln w="28575">
                <a:solidFill>
                  <a:schemeClr val="tx1">
                    <a:lumMod val="75000"/>
                    <a:lumOff val="25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1" name="직선 연결선 90"/>
              <p:cNvCxnSpPr/>
              <p:nvPr/>
            </p:nvCxnSpPr>
            <p:spPr>
              <a:xfrm flipV="1">
                <a:off x="577057" y="4974843"/>
                <a:ext cx="0" cy="260540"/>
              </a:xfrm>
              <a:prstGeom prst="line">
                <a:avLst/>
              </a:prstGeom>
              <a:ln w="22225">
                <a:solidFill>
                  <a:schemeClr val="bg1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92" name="그룹 91"/>
            <p:cNvGrpSpPr/>
            <p:nvPr/>
          </p:nvGrpSpPr>
          <p:grpSpPr>
            <a:xfrm>
              <a:off x="1312644" y="2248624"/>
              <a:ext cx="9093" cy="4114803"/>
              <a:chOff x="567964" y="2219325"/>
              <a:chExt cx="9093" cy="4114803"/>
            </a:xfrm>
          </p:grpSpPr>
          <p:cxnSp>
            <p:nvCxnSpPr>
              <p:cNvPr id="93" name="직선 연결선 92"/>
              <p:cNvCxnSpPr/>
              <p:nvPr/>
            </p:nvCxnSpPr>
            <p:spPr>
              <a:xfrm flipV="1">
                <a:off x="567964" y="2219325"/>
                <a:ext cx="0" cy="4114803"/>
              </a:xfrm>
              <a:prstGeom prst="line">
                <a:avLst/>
              </a:prstGeom>
              <a:ln w="12700">
                <a:solidFill>
                  <a:schemeClr val="tx1">
                    <a:lumMod val="75000"/>
                    <a:lumOff val="25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" name="직선 연결선 93"/>
              <p:cNvCxnSpPr/>
              <p:nvPr/>
            </p:nvCxnSpPr>
            <p:spPr>
              <a:xfrm flipV="1">
                <a:off x="577057" y="4974843"/>
                <a:ext cx="0" cy="260540"/>
              </a:xfrm>
              <a:prstGeom prst="line">
                <a:avLst/>
              </a:prstGeom>
              <a:ln w="22225">
                <a:solidFill>
                  <a:schemeClr val="bg1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95" name="그룹 94"/>
            <p:cNvGrpSpPr/>
            <p:nvPr/>
          </p:nvGrpSpPr>
          <p:grpSpPr>
            <a:xfrm>
              <a:off x="2144494" y="2248624"/>
              <a:ext cx="9093" cy="4114803"/>
              <a:chOff x="567964" y="2219325"/>
              <a:chExt cx="9093" cy="4114803"/>
            </a:xfrm>
          </p:grpSpPr>
          <p:cxnSp>
            <p:nvCxnSpPr>
              <p:cNvPr id="96" name="직선 연결선 95"/>
              <p:cNvCxnSpPr/>
              <p:nvPr/>
            </p:nvCxnSpPr>
            <p:spPr>
              <a:xfrm flipV="1">
                <a:off x="567964" y="2219325"/>
                <a:ext cx="0" cy="4114803"/>
              </a:xfrm>
              <a:prstGeom prst="line">
                <a:avLst/>
              </a:prstGeom>
              <a:ln w="12700">
                <a:solidFill>
                  <a:schemeClr val="tx1">
                    <a:lumMod val="75000"/>
                    <a:lumOff val="25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6" name="직선 연결선 135"/>
              <p:cNvCxnSpPr/>
              <p:nvPr/>
            </p:nvCxnSpPr>
            <p:spPr>
              <a:xfrm flipV="1">
                <a:off x="577057" y="4974843"/>
                <a:ext cx="0" cy="260540"/>
              </a:xfrm>
              <a:prstGeom prst="line">
                <a:avLst/>
              </a:prstGeom>
              <a:ln w="22225">
                <a:solidFill>
                  <a:schemeClr val="bg1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37" name="그룹 136"/>
            <p:cNvGrpSpPr/>
            <p:nvPr/>
          </p:nvGrpSpPr>
          <p:grpSpPr>
            <a:xfrm>
              <a:off x="2976344" y="2248624"/>
              <a:ext cx="9093" cy="4114803"/>
              <a:chOff x="567964" y="2219325"/>
              <a:chExt cx="9093" cy="4114803"/>
            </a:xfrm>
          </p:grpSpPr>
          <p:cxnSp>
            <p:nvCxnSpPr>
              <p:cNvPr id="138" name="직선 연결선 137"/>
              <p:cNvCxnSpPr/>
              <p:nvPr/>
            </p:nvCxnSpPr>
            <p:spPr>
              <a:xfrm flipV="1">
                <a:off x="567964" y="2219325"/>
                <a:ext cx="0" cy="4114803"/>
              </a:xfrm>
              <a:prstGeom prst="line">
                <a:avLst/>
              </a:prstGeom>
              <a:ln w="28575">
                <a:solidFill>
                  <a:schemeClr val="tx1">
                    <a:lumMod val="75000"/>
                    <a:lumOff val="25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9" name="직선 연결선 138"/>
              <p:cNvCxnSpPr/>
              <p:nvPr/>
            </p:nvCxnSpPr>
            <p:spPr>
              <a:xfrm flipV="1">
                <a:off x="577057" y="4974843"/>
                <a:ext cx="0" cy="260540"/>
              </a:xfrm>
              <a:prstGeom prst="line">
                <a:avLst/>
              </a:prstGeom>
              <a:ln w="22225">
                <a:solidFill>
                  <a:schemeClr val="bg1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40" name="직사각형 139"/>
            <p:cNvSpPr/>
            <p:nvPr/>
          </p:nvSpPr>
          <p:spPr>
            <a:xfrm>
              <a:off x="527987" y="5025096"/>
              <a:ext cx="733583" cy="20005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defRPr/>
              </a:pPr>
              <a:r>
                <a:rPr lang="en-US" altLang="ko-KR" sz="1300" spc="-120" dirty="0" smtClean="0">
                  <a:solidFill>
                    <a:schemeClr val="bg1"/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</a:rPr>
                <a:t>01 </a:t>
              </a:r>
              <a:r>
                <a:rPr lang="en-US" altLang="ko-KR" sz="1000" spc="-120" dirty="0" smtClean="0">
                  <a:solidFill>
                    <a:schemeClr val="bg1"/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</a:rPr>
                <a:t>month</a:t>
              </a:r>
              <a:endParaRPr lang="ko-KR" altLang="en-US" sz="1000" spc="-120" dirty="0">
                <a:solidFill>
                  <a:schemeClr val="bg1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endParaRPr>
            </a:p>
          </p:txBody>
        </p:sp>
        <p:sp>
          <p:nvSpPr>
            <p:cNvPr id="141" name="직사각형 140"/>
            <p:cNvSpPr/>
            <p:nvPr/>
          </p:nvSpPr>
          <p:spPr>
            <a:xfrm>
              <a:off x="1377775" y="5025096"/>
              <a:ext cx="733583" cy="20005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defRPr/>
              </a:pPr>
              <a:r>
                <a:rPr lang="en-US" altLang="ko-KR" sz="1300" spc="-120" dirty="0" smtClean="0">
                  <a:solidFill>
                    <a:schemeClr val="bg1"/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</a:rPr>
                <a:t>02 </a:t>
              </a:r>
              <a:r>
                <a:rPr lang="en-US" altLang="ko-KR" sz="1000" spc="-120" dirty="0" smtClean="0">
                  <a:solidFill>
                    <a:schemeClr val="bg1"/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</a:rPr>
                <a:t>month</a:t>
              </a:r>
              <a:endParaRPr lang="ko-KR" altLang="en-US" sz="1000" spc="-120" dirty="0">
                <a:solidFill>
                  <a:schemeClr val="bg1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endParaRPr>
            </a:p>
          </p:txBody>
        </p:sp>
        <p:sp>
          <p:nvSpPr>
            <p:cNvPr id="142" name="직사각형 141"/>
            <p:cNvSpPr/>
            <p:nvPr/>
          </p:nvSpPr>
          <p:spPr>
            <a:xfrm>
              <a:off x="2216520" y="5025096"/>
              <a:ext cx="733583" cy="20005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defRPr/>
              </a:pPr>
              <a:r>
                <a:rPr lang="en-US" altLang="ko-KR" sz="1300" spc="-120" dirty="0" smtClean="0">
                  <a:solidFill>
                    <a:schemeClr val="bg1"/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</a:rPr>
                <a:t>03 </a:t>
              </a:r>
              <a:r>
                <a:rPr lang="en-US" altLang="ko-KR" sz="1000" spc="-120" dirty="0" smtClean="0">
                  <a:solidFill>
                    <a:schemeClr val="bg1"/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</a:rPr>
                <a:t>month</a:t>
              </a:r>
              <a:endParaRPr lang="ko-KR" altLang="en-US" sz="1000" spc="-120" dirty="0">
                <a:solidFill>
                  <a:schemeClr val="bg1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endParaRPr>
            </a:p>
          </p:txBody>
        </p:sp>
        <p:sp>
          <p:nvSpPr>
            <p:cNvPr id="143" name="직사각형 142"/>
            <p:cNvSpPr/>
            <p:nvPr/>
          </p:nvSpPr>
          <p:spPr>
            <a:xfrm>
              <a:off x="5487755" y="5025096"/>
              <a:ext cx="733583" cy="20005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defRPr/>
              </a:pPr>
              <a:r>
                <a:rPr lang="en-US" altLang="ko-KR" sz="1300" spc="-120" dirty="0" smtClean="0">
                  <a:solidFill>
                    <a:schemeClr val="bg1"/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</a:rPr>
                <a:t>04 </a:t>
              </a:r>
              <a:r>
                <a:rPr lang="en-US" altLang="ko-KR" sz="1000" spc="-120" dirty="0" smtClean="0">
                  <a:solidFill>
                    <a:schemeClr val="bg1"/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</a:rPr>
                <a:t>month</a:t>
              </a:r>
              <a:endParaRPr lang="ko-KR" altLang="en-US" sz="1000" spc="-120" dirty="0">
                <a:solidFill>
                  <a:schemeClr val="bg1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endParaRPr>
            </a:p>
          </p:txBody>
        </p:sp>
        <p:sp>
          <p:nvSpPr>
            <p:cNvPr id="144" name="직사각형 143"/>
            <p:cNvSpPr/>
            <p:nvPr/>
          </p:nvSpPr>
          <p:spPr>
            <a:xfrm>
              <a:off x="6443982" y="5025096"/>
              <a:ext cx="733583" cy="20005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defRPr/>
              </a:pPr>
              <a:r>
                <a:rPr lang="en-US" altLang="ko-KR" sz="1300" spc="-120" dirty="0" smtClean="0">
                  <a:solidFill>
                    <a:schemeClr val="bg1"/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</a:rPr>
                <a:t>05 </a:t>
              </a:r>
              <a:r>
                <a:rPr lang="en-US" altLang="ko-KR" sz="1000" spc="-120" dirty="0" smtClean="0">
                  <a:solidFill>
                    <a:schemeClr val="bg1"/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</a:rPr>
                <a:t>month</a:t>
              </a:r>
              <a:endParaRPr lang="ko-KR" altLang="en-US" sz="1000" spc="-120" dirty="0">
                <a:solidFill>
                  <a:schemeClr val="bg1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endParaRPr>
            </a:p>
          </p:txBody>
        </p:sp>
        <p:sp>
          <p:nvSpPr>
            <p:cNvPr id="145" name="직사각형 144"/>
            <p:cNvSpPr/>
            <p:nvPr/>
          </p:nvSpPr>
          <p:spPr>
            <a:xfrm>
              <a:off x="7356695" y="5025096"/>
              <a:ext cx="733583" cy="20005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defRPr/>
              </a:pPr>
              <a:r>
                <a:rPr lang="en-US" altLang="ko-KR" sz="1300" spc="-120" dirty="0" smtClean="0">
                  <a:solidFill>
                    <a:schemeClr val="bg1"/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</a:rPr>
                <a:t>06 </a:t>
              </a:r>
              <a:r>
                <a:rPr lang="en-US" altLang="ko-KR" sz="1000" spc="-120" dirty="0" smtClean="0">
                  <a:solidFill>
                    <a:schemeClr val="bg1"/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</a:rPr>
                <a:t>month</a:t>
              </a:r>
              <a:endParaRPr lang="ko-KR" altLang="en-US" sz="1000" spc="-120" dirty="0">
                <a:solidFill>
                  <a:schemeClr val="bg1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endParaRPr>
            </a:p>
          </p:txBody>
        </p:sp>
        <p:sp>
          <p:nvSpPr>
            <p:cNvPr id="146" name="직사각형 145"/>
            <p:cNvSpPr/>
            <p:nvPr/>
          </p:nvSpPr>
          <p:spPr>
            <a:xfrm>
              <a:off x="8288070" y="5025096"/>
              <a:ext cx="733583" cy="20005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defRPr/>
              </a:pPr>
              <a:r>
                <a:rPr lang="en-US" altLang="ko-KR" sz="1300" spc="-120" dirty="0" smtClean="0">
                  <a:solidFill>
                    <a:schemeClr val="bg1"/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</a:rPr>
                <a:t>07 </a:t>
              </a:r>
              <a:r>
                <a:rPr lang="en-US" altLang="ko-KR" sz="1000" spc="-120" dirty="0" smtClean="0">
                  <a:solidFill>
                    <a:schemeClr val="bg1"/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</a:rPr>
                <a:t>month</a:t>
              </a:r>
              <a:endParaRPr lang="ko-KR" altLang="en-US" sz="1000" spc="-120" dirty="0">
                <a:solidFill>
                  <a:schemeClr val="bg1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endParaRPr>
            </a:p>
          </p:txBody>
        </p:sp>
        <p:sp>
          <p:nvSpPr>
            <p:cNvPr id="147" name="직사각형 146"/>
            <p:cNvSpPr/>
            <p:nvPr/>
          </p:nvSpPr>
          <p:spPr>
            <a:xfrm>
              <a:off x="9213569" y="5025096"/>
              <a:ext cx="733583" cy="20005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defRPr/>
              </a:pPr>
              <a:r>
                <a:rPr lang="en-US" altLang="ko-KR" sz="1300" spc="-120" dirty="0" smtClean="0">
                  <a:solidFill>
                    <a:schemeClr val="bg1"/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</a:rPr>
                <a:t>08 </a:t>
              </a:r>
              <a:r>
                <a:rPr lang="en-US" altLang="ko-KR" sz="1000" spc="-120" dirty="0" smtClean="0">
                  <a:solidFill>
                    <a:schemeClr val="bg1"/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</a:rPr>
                <a:t>month</a:t>
              </a:r>
              <a:endParaRPr lang="ko-KR" altLang="en-US" sz="1000" spc="-120" dirty="0">
                <a:solidFill>
                  <a:schemeClr val="bg1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endParaRPr>
            </a:p>
          </p:txBody>
        </p:sp>
        <p:sp>
          <p:nvSpPr>
            <p:cNvPr id="148" name="위쪽/아래쪽 화살표 147"/>
            <p:cNvSpPr/>
            <p:nvPr/>
          </p:nvSpPr>
          <p:spPr>
            <a:xfrm rot="16200000">
              <a:off x="6541719" y="2719955"/>
              <a:ext cx="493356" cy="2808842"/>
            </a:xfrm>
            <a:prstGeom prst="upDownArrow">
              <a:avLst>
                <a:gd name="adj1" fmla="val 53497"/>
                <a:gd name="adj2" fmla="val 50000"/>
              </a:avLst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 smtClean="0">
                <a:solidFill>
                  <a:schemeClr val="tx1"/>
                </a:solidFill>
              </a:endParaRPr>
            </a:p>
          </p:txBody>
        </p:sp>
        <p:sp>
          <p:nvSpPr>
            <p:cNvPr id="149" name="위쪽/아래쪽 화살표 148"/>
            <p:cNvSpPr/>
            <p:nvPr/>
          </p:nvSpPr>
          <p:spPr>
            <a:xfrm rot="16200000">
              <a:off x="1349420" y="3169487"/>
              <a:ext cx="791436" cy="2462413"/>
            </a:xfrm>
            <a:prstGeom prst="upDownArrow">
              <a:avLst>
                <a:gd name="adj1" fmla="val 63080"/>
                <a:gd name="adj2" fmla="val 50000"/>
              </a:avLst>
            </a:prstGeom>
            <a:solidFill>
              <a:schemeClr val="tx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 smtClean="0">
                <a:solidFill>
                  <a:schemeClr val="tx1"/>
                </a:solidFill>
              </a:endParaRPr>
            </a:p>
          </p:txBody>
        </p:sp>
        <p:sp>
          <p:nvSpPr>
            <p:cNvPr id="150" name="직사각형 149"/>
            <p:cNvSpPr/>
            <p:nvPr/>
          </p:nvSpPr>
          <p:spPr>
            <a:xfrm>
              <a:off x="1430808" y="4274468"/>
              <a:ext cx="597868" cy="2462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defRPr/>
              </a:pPr>
              <a:r>
                <a:rPr lang="ko-KR" altLang="en-US" sz="1600" spc="-120" dirty="0" smtClean="0">
                  <a:solidFill>
                    <a:schemeClr val="bg1"/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</a:rPr>
                <a:t>구  축</a:t>
              </a:r>
              <a:endParaRPr lang="ko-KR" altLang="en-US" sz="1600" spc="-120" dirty="0">
                <a:solidFill>
                  <a:schemeClr val="bg1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endParaRPr>
            </a:p>
          </p:txBody>
        </p:sp>
        <p:sp>
          <p:nvSpPr>
            <p:cNvPr id="151" name="직사각형 150"/>
            <p:cNvSpPr/>
            <p:nvPr/>
          </p:nvSpPr>
          <p:spPr>
            <a:xfrm>
              <a:off x="6508490" y="4018889"/>
              <a:ext cx="597868" cy="204358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ctr">
                <a:defRPr/>
              </a:pPr>
              <a:r>
                <a:rPr lang="ko-KR" altLang="en-US" sz="1500" spc="-120" dirty="0">
                  <a:solidFill>
                    <a:schemeClr val="bg1"/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</a:rPr>
                <a:t>안정화</a:t>
              </a:r>
            </a:p>
          </p:txBody>
        </p:sp>
        <p:sp>
          <p:nvSpPr>
            <p:cNvPr id="152" name="직사각형 151"/>
            <p:cNvSpPr/>
            <p:nvPr/>
          </p:nvSpPr>
          <p:spPr>
            <a:xfrm>
              <a:off x="1143499" y="5704637"/>
              <a:ext cx="1147829" cy="33855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defRPr/>
              </a:pPr>
              <a:r>
                <a:rPr lang="en-US" altLang="ko-KR" sz="2200" spc="-120" dirty="0" smtClean="0">
                  <a:solidFill>
                    <a:srgbClr val="C00000"/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</a:rPr>
                <a:t>3</a:t>
              </a:r>
              <a:r>
                <a:rPr lang="ko-KR" altLang="en-US" sz="2200" spc="-120" dirty="0" smtClean="0">
                  <a:solidFill>
                    <a:srgbClr val="C00000"/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</a:rPr>
                <a:t>개월</a:t>
              </a:r>
              <a:endParaRPr lang="ko-KR" altLang="en-US" sz="2200" spc="-120" dirty="0">
                <a:solidFill>
                  <a:srgbClr val="C00000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endParaRPr>
            </a:p>
          </p:txBody>
        </p:sp>
        <p:cxnSp>
          <p:nvCxnSpPr>
            <p:cNvPr id="153" name="직선 화살표 연결선 152"/>
            <p:cNvCxnSpPr/>
            <p:nvPr/>
          </p:nvCxnSpPr>
          <p:spPr>
            <a:xfrm>
              <a:off x="2100315" y="5879398"/>
              <a:ext cx="849788" cy="0"/>
            </a:xfrm>
            <a:prstGeom prst="straightConnector1">
              <a:avLst/>
            </a:prstGeom>
            <a:ln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직선 화살표 연결선 153"/>
            <p:cNvCxnSpPr/>
            <p:nvPr/>
          </p:nvCxnSpPr>
          <p:spPr>
            <a:xfrm flipH="1">
              <a:off x="501705" y="5879398"/>
              <a:ext cx="849788" cy="0"/>
            </a:xfrm>
            <a:prstGeom prst="straightConnector1">
              <a:avLst/>
            </a:prstGeom>
            <a:ln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5" name="직사각형 154"/>
            <p:cNvSpPr/>
            <p:nvPr/>
          </p:nvSpPr>
          <p:spPr>
            <a:xfrm>
              <a:off x="7140241" y="5704637"/>
              <a:ext cx="1147829" cy="33855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defRPr/>
              </a:pPr>
              <a:r>
                <a:rPr lang="en-US" altLang="ko-KR" sz="2200" spc="-120" dirty="0">
                  <a:solidFill>
                    <a:srgbClr val="C00000"/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</a:rPr>
                <a:t>5</a:t>
              </a:r>
              <a:r>
                <a:rPr lang="ko-KR" altLang="en-US" sz="2200" spc="-120" dirty="0" smtClean="0">
                  <a:solidFill>
                    <a:srgbClr val="C00000"/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</a:rPr>
                <a:t>개월</a:t>
              </a:r>
              <a:endParaRPr lang="ko-KR" altLang="en-US" sz="2200" spc="-120" dirty="0">
                <a:solidFill>
                  <a:srgbClr val="C00000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endParaRPr>
            </a:p>
          </p:txBody>
        </p:sp>
        <p:cxnSp>
          <p:nvCxnSpPr>
            <p:cNvPr id="156" name="직선 화살표 연결선 155"/>
            <p:cNvCxnSpPr/>
            <p:nvPr/>
          </p:nvCxnSpPr>
          <p:spPr>
            <a:xfrm>
              <a:off x="8239859" y="5879398"/>
              <a:ext cx="1832610" cy="0"/>
            </a:xfrm>
            <a:prstGeom prst="straightConnector1">
              <a:avLst/>
            </a:prstGeom>
            <a:ln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직선 화살표 연결선 156"/>
            <p:cNvCxnSpPr/>
            <p:nvPr/>
          </p:nvCxnSpPr>
          <p:spPr>
            <a:xfrm flipH="1">
              <a:off x="5382434" y="5879398"/>
              <a:ext cx="1810025" cy="0"/>
            </a:xfrm>
            <a:prstGeom prst="straightConnector1">
              <a:avLst/>
            </a:prstGeom>
            <a:ln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8" name="위쪽/아래쪽 화살표 157"/>
            <p:cNvSpPr/>
            <p:nvPr/>
          </p:nvSpPr>
          <p:spPr>
            <a:xfrm rot="16200000">
              <a:off x="8641054" y="3487692"/>
              <a:ext cx="557594" cy="2323429"/>
            </a:xfrm>
            <a:prstGeom prst="upDownArrow">
              <a:avLst>
                <a:gd name="adj1" fmla="val 59282"/>
                <a:gd name="adj2" fmla="val 50000"/>
              </a:avLst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59" name="위쪽/아래쪽 화살표 158"/>
            <p:cNvSpPr/>
            <p:nvPr/>
          </p:nvSpPr>
          <p:spPr>
            <a:xfrm rot="16200000">
              <a:off x="6283720" y="3469548"/>
              <a:ext cx="557150" cy="2359717"/>
            </a:xfrm>
            <a:prstGeom prst="upDownArrow">
              <a:avLst>
                <a:gd name="adj1" fmla="val 59290"/>
                <a:gd name="adj2" fmla="val 50000"/>
              </a:avLst>
            </a:prstGeom>
            <a:solidFill>
              <a:schemeClr val="tx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 smtClean="0">
                <a:solidFill>
                  <a:schemeClr val="tx1"/>
                </a:solidFill>
              </a:endParaRPr>
            </a:p>
          </p:txBody>
        </p:sp>
        <p:sp>
          <p:nvSpPr>
            <p:cNvPr id="160" name="직사각형 159"/>
            <p:cNvSpPr/>
            <p:nvPr/>
          </p:nvSpPr>
          <p:spPr>
            <a:xfrm>
              <a:off x="6325960" y="4547227"/>
              <a:ext cx="597868" cy="204358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ctr">
                <a:defRPr/>
              </a:pPr>
              <a:r>
                <a:rPr lang="ko-KR" altLang="en-US" sz="1500" spc="-120" dirty="0" smtClean="0">
                  <a:solidFill>
                    <a:schemeClr val="bg1"/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</a:rPr>
                <a:t>이전</a:t>
              </a:r>
              <a:endParaRPr lang="ko-KR" altLang="en-US" sz="1500" spc="-120" dirty="0">
                <a:solidFill>
                  <a:schemeClr val="bg1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endParaRPr>
            </a:p>
          </p:txBody>
        </p:sp>
        <p:sp>
          <p:nvSpPr>
            <p:cNvPr id="161" name="직사각형 160"/>
            <p:cNvSpPr/>
            <p:nvPr/>
          </p:nvSpPr>
          <p:spPr>
            <a:xfrm>
              <a:off x="8757818" y="4547227"/>
              <a:ext cx="597868" cy="204358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ctr">
                <a:defRPr/>
              </a:pPr>
              <a:r>
                <a:rPr lang="ko-KR" altLang="en-US" sz="1500" spc="-120" dirty="0">
                  <a:solidFill>
                    <a:schemeClr val="bg1"/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</a:rPr>
                <a:t>안정화</a:t>
              </a:r>
            </a:p>
          </p:txBody>
        </p:sp>
        <p:sp>
          <p:nvSpPr>
            <p:cNvPr id="162" name="직사각형 161"/>
            <p:cNvSpPr/>
            <p:nvPr/>
          </p:nvSpPr>
          <p:spPr>
            <a:xfrm>
              <a:off x="480794" y="3327979"/>
              <a:ext cx="2502219" cy="494522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63" name="직사각형 162"/>
            <p:cNvSpPr/>
            <p:nvPr/>
          </p:nvSpPr>
          <p:spPr>
            <a:xfrm>
              <a:off x="527987" y="3423807"/>
              <a:ext cx="2422116" cy="3077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defRPr/>
              </a:pPr>
              <a:r>
                <a:rPr lang="ko-KR" altLang="en-US" sz="2000" spc="-200" dirty="0">
                  <a:solidFill>
                    <a:schemeClr val="bg1"/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</a:rPr>
                <a:t>관제영상 장비 구축</a:t>
              </a:r>
            </a:p>
          </p:txBody>
        </p:sp>
        <p:sp>
          <p:nvSpPr>
            <p:cNvPr id="164" name="직사각형 163"/>
            <p:cNvSpPr/>
            <p:nvPr/>
          </p:nvSpPr>
          <p:spPr>
            <a:xfrm>
              <a:off x="480794" y="2455061"/>
              <a:ext cx="2502219" cy="494522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65" name="직사각형 164"/>
            <p:cNvSpPr/>
            <p:nvPr/>
          </p:nvSpPr>
          <p:spPr>
            <a:xfrm>
              <a:off x="527987" y="2550889"/>
              <a:ext cx="2422116" cy="3077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defRPr/>
              </a:pPr>
              <a:r>
                <a:rPr lang="ko-KR" altLang="en-US" sz="2000" spc="-200" dirty="0">
                  <a:solidFill>
                    <a:schemeClr val="bg1"/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</a:rPr>
                <a:t>네트워크 인프라 구축</a:t>
              </a:r>
            </a:p>
          </p:txBody>
        </p:sp>
        <p:sp>
          <p:nvSpPr>
            <p:cNvPr id="166" name="직사각형 165"/>
            <p:cNvSpPr/>
            <p:nvPr/>
          </p:nvSpPr>
          <p:spPr>
            <a:xfrm>
              <a:off x="5543741" y="2543378"/>
              <a:ext cx="2087656" cy="3077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defRPr/>
              </a:pPr>
              <a:r>
                <a:rPr lang="ko-KR" altLang="en-US" sz="2000" spc="-200" dirty="0">
                  <a:solidFill>
                    <a:schemeClr val="bg1"/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</a:rPr>
                <a:t>입주 즉시 업무 수행</a:t>
              </a:r>
            </a:p>
          </p:txBody>
        </p:sp>
        <p:sp>
          <p:nvSpPr>
            <p:cNvPr id="167" name="직사각형 166"/>
            <p:cNvSpPr/>
            <p:nvPr/>
          </p:nvSpPr>
          <p:spPr>
            <a:xfrm>
              <a:off x="5336016" y="3404491"/>
              <a:ext cx="2422116" cy="3077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defRPr/>
              </a:pPr>
              <a:r>
                <a:rPr lang="ko-KR" altLang="en-US" sz="2000" spc="-200" dirty="0">
                  <a:solidFill>
                    <a:schemeClr val="bg1"/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</a:rPr>
                <a:t>보안관제 업무 즉시 제공</a:t>
              </a:r>
            </a:p>
          </p:txBody>
        </p:sp>
        <p:sp>
          <p:nvSpPr>
            <p:cNvPr id="168" name="직사각형 167"/>
            <p:cNvSpPr/>
            <p:nvPr/>
          </p:nvSpPr>
          <p:spPr>
            <a:xfrm>
              <a:off x="7837197" y="2552903"/>
              <a:ext cx="2087656" cy="3077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defRPr/>
              </a:pPr>
              <a:r>
                <a:rPr lang="ko-KR" altLang="en-US" sz="2000" spc="-200" dirty="0">
                  <a:solidFill>
                    <a:schemeClr val="bg1"/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</a:rPr>
                <a:t>안정적 업무 수행</a:t>
              </a:r>
            </a:p>
          </p:txBody>
        </p:sp>
        <p:sp>
          <p:nvSpPr>
            <p:cNvPr id="169" name="직사각형 168"/>
            <p:cNvSpPr/>
            <p:nvPr/>
          </p:nvSpPr>
          <p:spPr>
            <a:xfrm>
              <a:off x="7818535" y="3404491"/>
              <a:ext cx="2181966" cy="3077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defRPr/>
              </a:pPr>
              <a:r>
                <a:rPr lang="ko-KR" altLang="en-US" sz="2000" spc="-200" dirty="0">
                  <a:solidFill>
                    <a:schemeClr val="bg1"/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</a:rPr>
                <a:t>향상된 보안 서비스</a:t>
              </a:r>
            </a:p>
          </p:txBody>
        </p:sp>
        <p:sp>
          <p:nvSpPr>
            <p:cNvPr id="170" name="직사각형 169"/>
            <p:cNvSpPr/>
            <p:nvPr/>
          </p:nvSpPr>
          <p:spPr>
            <a:xfrm>
              <a:off x="2851197" y="2517578"/>
              <a:ext cx="2664551" cy="2769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defRPr/>
              </a:pPr>
              <a:r>
                <a:rPr lang="ko-KR" altLang="en-US" sz="1800" spc="-120" dirty="0">
                  <a:solidFill>
                    <a:srgbClr val="C00000"/>
                  </a:solidFill>
                  <a:latin typeface="Rix모던고딕 EB" panose="02020603020101020101" pitchFamily="18" charset="-127"/>
                  <a:ea typeface="Rix모던고딕 EB" panose="02020603020101020101" pitchFamily="18" charset="-127"/>
                </a:rPr>
                <a:t>빠른 업무 이전 및 안정화</a:t>
              </a:r>
            </a:p>
          </p:txBody>
        </p:sp>
        <p:sp>
          <p:nvSpPr>
            <p:cNvPr id="171" name="직사각형 170"/>
            <p:cNvSpPr/>
            <p:nvPr/>
          </p:nvSpPr>
          <p:spPr>
            <a:xfrm>
              <a:off x="2851197" y="3406372"/>
              <a:ext cx="2664551" cy="2769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defRPr/>
              </a:pPr>
              <a:r>
                <a:rPr lang="ko-KR" altLang="en-US" sz="1800" spc="-120" dirty="0">
                  <a:solidFill>
                    <a:srgbClr val="C00000"/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</a:rPr>
                <a:t>적기 구축</a:t>
              </a:r>
            </a:p>
          </p:txBody>
        </p:sp>
        <p:grpSp>
          <p:nvGrpSpPr>
            <p:cNvPr id="172" name="그룹 171"/>
            <p:cNvGrpSpPr/>
            <p:nvPr/>
          </p:nvGrpSpPr>
          <p:grpSpPr>
            <a:xfrm>
              <a:off x="2994090" y="2803754"/>
              <a:ext cx="2341926" cy="278958"/>
              <a:chOff x="3081260" y="2783980"/>
              <a:chExt cx="2341926" cy="278958"/>
            </a:xfrm>
          </p:grpSpPr>
          <p:sp>
            <p:nvSpPr>
              <p:cNvPr id="173" name="오른쪽 화살표 172"/>
              <p:cNvSpPr/>
              <p:nvPr/>
            </p:nvSpPr>
            <p:spPr>
              <a:xfrm>
                <a:off x="3081260" y="2783980"/>
                <a:ext cx="2329353" cy="278958"/>
              </a:xfrm>
              <a:prstGeom prst="rightArrow">
                <a:avLst/>
              </a:prstGeom>
              <a:gradFill>
                <a:gsLst>
                  <a:gs pos="1000">
                    <a:schemeClr val="bg1"/>
                  </a:gs>
                  <a:gs pos="100000">
                    <a:schemeClr val="tx1">
                      <a:lumMod val="65000"/>
                      <a:lumOff val="35000"/>
                    </a:schemeClr>
                  </a:gs>
                </a:gsLst>
                <a:lin ang="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74" name="직사각형 173"/>
              <p:cNvSpPr/>
              <p:nvPr/>
            </p:nvSpPr>
            <p:spPr>
              <a:xfrm>
                <a:off x="3081261" y="2929809"/>
                <a:ext cx="2341925" cy="133129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 smtClean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75" name="그룹 174"/>
            <p:cNvGrpSpPr/>
            <p:nvPr/>
          </p:nvGrpSpPr>
          <p:grpSpPr>
            <a:xfrm>
              <a:off x="2994090" y="3683022"/>
              <a:ext cx="2341926" cy="278958"/>
              <a:chOff x="3081260" y="2783980"/>
              <a:chExt cx="2341926" cy="278958"/>
            </a:xfrm>
          </p:grpSpPr>
          <p:sp>
            <p:nvSpPr>
              <p:cNvPr id="176" name="오른쪽 화살표 175"/>
              <p:cNvSpPr/>
              <p:nvPr/>
            </p:nvSpPr>
            <p:spPr>
              <a:xfrm>
                <a:off x="3081260" y="2783980"/>
                <a:ext cx="2329353" cy="278958"/>
              </a:xfrm>
              <a:prstGeom prst="rightArrow">
                <a:avLst/>
              </a:prstGeom>
              <a:gradFill>
                <a:gsLst>
                  <a:gs pos="1000">
                    <a:schemeClr val="bg1"/>
                  </a:gs>
                  <a:gs pos="100000">
                    <a:schemeClr val="tx1">
                      <a:lumMod val="65000"/>
                      <a:lumOff val="35000"/>
                    </a:schemeClr>
                  </a:gs>
                </a:gsLst>
                <a:lin ang="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77" name="직사각형 176"/>
              <p:cNvSpPr/>
              <p:nvPr/>
            </p:nvSpPr>
            <p:spPr>
              <a:xfrm>
                <a:off x="3081261" y="2929809"/>
                <a:ext cx="2341925" cy="133129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 smtClean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78" name="그룹 177"/>
            <p:cNvGrpSpPr/>
            <p:nvPr/>
          </p:nvGrpSpPr>
          <p:grpSpPr>
            <a:xfrm>
              <a:off x="2918547" y="4220499"/>
              <a:ext cx="2516620" cy="1397642"/>
              <a:chOff x="3158789" y="4931418"/>
              <a:chExt cx="2516620" cy="1397642"/>
            </a:xfrm>
          </p:grpSpPr>
          <p:sp>
            <p:nvSpPr>
              <p:cNvPr id="179" name="타원 178"/>
              <p:cNvSpPr/>
              <p:nvPr/>
            </p:nvSpPr>
            <p:spPr>
              <a:xfrm>
                <a:off x="3637234" y="4931418"/>
                <a:ext cx="1559730" cy="1374337"/>
              </a:xfrm>
              <a:prstGeom prst="ellipse">
                <a:avLst/>
              </a:prstGeom>
              <a:solidFill>
                <a:schemeClr val="bg1"/>
              </a:solidFill>
              <a:ln w="76200">
                <a:solidFill>
                  <a:schemeClr val="accent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 smtClean="0"/>
              </a:p>
            </p:txBody>
          </p:sp>
          <p:pic>
            <p:nvPicPr>
              <p:cNvPr id="180" name="Picture 10" descr="01"/>
              <p:cNvPicPr>
                <a:picLocks noChangeAspect="1" noChangeArrowheads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9828" t="8011" r="9845" b="26881"/>
              <a:stretch>
                <a:fillRect/>
              </a:stretch>
            </p:blipFill>
            <p:spPr bwMode="auto">
              <a:xfrm>
                <a:off x="3158789" y="4976328"/>
                <a:ext cx="2516620" cy="13527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sp>
          <p:nvSpPr>
            <p:cNvPr id="181" name="직사각형 180"/>
            <p:cNvSpPr/>
            <p:nvPr/>
          </p:nvSpPr>
          <p:spPr>
            <a:xfrm>
              <a:off x="3687179" y="5704637"/>
              <a:ext cx="1000470" cy="3847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defRPr/>
              </a:pPr>
              <a:r>
                <a:rPr lang="ko-KR" altLang="en-US" sz="2500" spc="-230" dirty="0" smtClean="0">
                  <a:solidFill>
                    <a:schemeClr val="bg1"/>
                  </a:solidFill>
                  <a:latin typeface="Rix모던고딕 EB" panose="02020603020101020101" pitchFamily="18" charset="-127"/>
                  <a:ea typeface="Rix모던고딕 EB" panose="02020603020101020101" pitchFamily="18" charset="-127"/>
                </a:rPr>
                <a:t>무 중단</a:t>
              </a:r>
              <a:endParaRPr lang="ko-KR" altLang="en-US" sz="2500" spc="-230" dirty="0">
                <a:solidFill>
                  <a:schemeClr val="bg1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endParaRPr>
            </a:p>
          </p:txBody>
        </p:sp>
        <p:cxnSp>
          <p:nvCxnSpPr>
            <p:cNvPr id="182" name="직선 화살표 연결선 181"/>
            <p:cNvCxnSpPr/>
            <p:nvPr/>
          </p:nvCxnSpPr>
          <p:spPr>
            <a:xfrm>
              <a:off x="4696980" y="5879398"/>
              <a:ext cx="652403" cy="0"/>
            </a:xfrm>
            <a:prstGeom prst="straightConnector1">
              <a:avLst/>
            </a:prstGeom>
            <a:ln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3" name="직선 화살표 연결선 182"/>
            <p:cNvCxnSpPr/>
            <p:nvPr/>
          </p:nvCxnSpPr>
          <p:spPr>
            <a:xfrm flipH="1">
              <a:off x="2994091" y="5879398"/>
              <a:ext cx="652403" cy="0"/>
            </a:xfrm>
            <a:prstGeom prst="straightConnector1">
              <a:avLst/>
            </a:prstGeom>
            <a:ln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0190881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그룹 9"/>
          <p:cNvGrpSpPr/>
          <p:nvPr/>
        </p:nvGrpSpPr>
        <p:grpSpPr>
          <a:xfrm>
            <a:off x="457036" y="3784601"/>
            <a:ext cx="3163698" cy="3313979"/>
            <a:chOff x="457036" y="3784601"/>
            <a:chExt cx="3246013" cy="3313979"/>
          </a:xfrm>
        </p:grpSpPr>
        <p:sp>
          <p:nvSpPr>
            <p:cNvPr id="46" name="직사각형 45"/>
            <p:cNvSpPr/>
            <p:nvPr/>
          </p:nvSpPr>
          <p:spPr>
            <a:xfrm>
              <a:off x="457036" y="4268602"/>
              <a:ext cx="3246013" cy="2829978"/>
            </a:xfrm>
            <a:prstGeom prst="rect">
              <a:avLst/>
            </a:prstGeom>
            <a:pattFill prst="ltUpDiag">
              <a:fgClr>
                <a:schemeClr val="bg1">
                  <a:lumMod val="85000"/>
                </a:schemeClr>
              </a:fgClr>
              <a:bgClr>
                <a:schemeClr val="bg1">
                  <a:lumMod val="95000"/>
                </a:schemeClr>
              </a:bgClr>
            </a:pattFill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6487" tIns="48244" rIns="96487" bIns="48244" rtlCol="0" anchor="ctr"/>
            <a:lstStyle/>
            <a:p>
              <a:pPr algn="ctr" defTabSz="1010797" latinLnBrk="0">
                <a:lnSpc>
                  <a:spcPct val="110000"/>
                </a:lnSpc>
                <a:defRPr/>
              </a:pPr>
              <a:endParaRPr lang="ko-KR" altLang="en-US" sz="1600" dirty="0">
                <a:gradFill>
                  <a:gsLst>
                    <a:gs pos="0">
                      <a:prstClr val="white"/>
                    </a:gs>
                    <a:gs pos="100000">
                      <a:prstClr val="white"/>
                    </a:gs>
                  </a:gsLst>
                  <a:lin ang="5400000" scaled="0"/>
                </a:gradFill>
                <a:latin typeface="Yoon 윤고딕 550_TT" panose="02090603020101020101" pitchFamily="18" charset="-127"/>
                <a:ea typeface="Yoon 윤고딕 550_TT" panose="02090603020101020101" pitchFamily="18" charset="-127"/>
              </a:endParaRPr>
            </a:p>
          </p:txBody>
        </p:sp>
        <p:sp>
          <p:nvSpPr>
            <p:cNvPr id="48" name="양쪽 모서리가 둥근 사각형 47"/>
            <p:cNvSpPr/>
            <p:nvPr/>
          </p:nvSpPr>
          <p:spPr>
            <a:xfrm>
              <a:off x="457036" y="3784601"/>
              <a:ext cx="3246013" cy="767294"/>
            </a:xfrm>
            <a:prstGeom prst="round2SameRect">
              <a:avLst>
                <a:gd name="adj1" fmla="val 27072"/>
                <a:gd name="adj2" fmla="val 0"/>
              </a:avLst>
            </a:prstGeom>
            <a:solidFill>
              <a:schemeClr val="tx2">
                <a:lumMod val="75000"/>
              </a:schemeClr>
            </a:solidFill>
            <a:ln w="1270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bIns="72000" rtlCol="0" anchor="ctr"/>
            <a:lstStyle/>
            <a:p>
              <a:pPr algn="ctr" defTabSz="1010797" latinLnBrk="0">
                <a:lnSpc>
                  <a:spcPct val="110000"/>
                </a:lnSpc>
                <a:defRPr/>
              </a:pPr>
              <a:endParaRPr lang="ko-KR" altLang="en-US" sz="2100" spc="-106" dirty="0">
                <a:gradFill>
                  <a:gsLst>
                    <a:gs pos="0">
                      <a:prstClr val="white"/>
                    </a:gs>
                    <a:gs pos="100000">
                      <a:prstClr val="white"/>
                    </a:gs>
                  </a:gsLst>
                  <a:lin ang="5400000" scaled="0"/>
                </a:gradFill>
                <a:latin typeface="Rix모던고딕 EB" panose="02020603020101020101" pitchFamily="18" charset="-127"/>
                <a:ea typeface="Rix모던고딕 EB" panose="02020603020101020101" pitchFamily="18" charset="-127"/>
              </a:endParaRPr>
            </a:p>
          </p:txBody>
        </p:sp>
      </p:grpSp>
      <p:pic>
        <p:nvPicPr>
          <p:cNvPr id="128" name="Picture 5" descr="G:\work\대신정보통신\2014광주전산센터\2015광주센터\2015 광주 정보시스템1군\작업방\완료\2015광주전산센터1군-07-20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0" y="3166944"/>
            <a:ext cx="10693400" cy="224399"/>
          </a:xfrm>
          <a:prstGeom prst="rect">
            <a:avLst/>
          </a:prstGeom>
          <a:noFill/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7" name="그룹 6"/>
          <p:cNvGrpSpPr/>
          <p:nvPr/>
        </p:nvGrpSpPr>
        <p:grpSpPr>
          <a:xfrm>
            <a:off x="7887135" y="1483381"/>
            <a:ext cx="2001188" cy="1907962"/>
            <a:chOff x="7660486" y="4754148"/>
            <a:chExt cx="1853832" cy="1730505"/>
          </a:xfrm>
        </p:grpSpPr>
        <p:pic>
          <p:nvPicPr>
            <p:cNvPr id="63" name="Picture 2" descr="G:\work\지에프티GFT\이상호부장님\제안서\마스터\제안서마스터Fixed-47.png"/>
            <p:cNvPicPr>
              <a:picLocks noChangeAspect="1" noChangeArrowheads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6652"/>
            <a:stretch/>
          </p:blipFill>
          <p:spPr bwMode="auto">
            <a:xfrm>
              <a:off x="7660486" y="4754148"/>
              <a:ext cx="1853832" cy="1730505"/>
            </a:xfrm>
            <a:prstGeom prst="rect">
              <a:avLst/>
            </a:prstGeom>
            <a:noFill/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4" name="Rectangle 67"/>
            <p:cNvSpPr>
              <a:spLocks noChangeArrowheads="1"/>
            </p:cNvSpPr>
            <p:nvPr/>
          </p:nvSpPr>
          <p:spPr bwMode="auto">
            <a:xfrm>
              <a:off x="8261990" y="5109399"/>
              <a:ext cx="650824" cy="1600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A3BFE1"/>
                  </a:solidFill>
                </a14:hiddenFill>
              </a:ext>
              <a:ext uri="{91240B29-F687-4F45-9708-019B960494DF}">
                <a14:hiddenLine xmlns:a14="http://schemas.microsoft.com/office/drawing/2010/main" w="3175" algn="ctr">
                  <a:solidFill>
                    <a:srgbClr val="C7DDF5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spcBef>
                  <a:spcPct val="0"/>
                </a:spcBef>
                <a:spcAft>
                  <a:spcPct val="0"/>
                </a:spcAft>
                <a:buClr>
                  <a:schemeClr val="bg2"/>
                </a:buClr>
                <a:buFont typeface="Wingdings" pitchFamily="2" charset="2"/>
                <a:buNone/>
              </a:pPr>
              <a:r>
                <a:rPr lang="en-US" altLang="ko-KR" sz="2500" spc="-158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Rix고딕 B" panose="02020603020101020101" pitchFamily="18" charset="-127"/>
                  <a:ea typeface="Rix고딕 B" panose="02020603020101020101" pitchFamily="18" charset="-127"/>
                  <a:sym typeface="Wingdings" pitchFamily="2" charset="2"/>
                </a:rPr>
                <a:t>04</a:t>
              </a:r>
              <a:endParaRPr lang="ko-KR" altLang="en-US" sz="2500" spc="-158" dirty="0">
                <a:solidFill>
                  <a:schemeClr val="tx1">
                    <a:lumMod val="50000"/>
                    <a:lumOff val="50000"/>
                  </a:schemeClr>
                </a:solidFill>
                <a:latin typeface="Rix고딕 B" panose="02020603020101020101" pitchFamily="18" charset="-127"/>
                <a:ea typeface="Rix고딕 B" panose="02020603020101020101" pitchFamily="18" charset="-127"/>
                <a:sym typeface="Wingdings" pitchFamily="2" charset="2"/>
              </a:endParaRPr>
            </a:p>
          </p:txBody>
        </p:sp>
        <p:sp>
          <p:nvSpPr>
            <p:cNvPr id="65" name="Text Box 119"/>
            <p:cNvSpPr txBox="1">
              <a:spLocks noChangeArrowheads="1"/>
            </p:cNvSpPr>
            <p:nvPr/>
          </p:nvSpPr>
          <p:spPr bwMode="auto">
            <a:xfrm>
              <a:off x="7835313" y="5501809"/>
              <a:ext cx="1464777" cy="7955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ctr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algn="ctr" eaLnBrk="1" hangingPunct="1">
                <a:buClr>
                  <a:srgbClr val="3271AA"/>
                </a:buClr>
                <a:buSzPct val="140000"/>
              </a:pPr>
              <a:r>
                <a:rPr lang="ko-KR" altLang="en-US" spc="-106" dirty="0">
                  <a:solidFill>
                    <a:schemeClr val="accent1">
                      <a:lumMod val="50000"/>
                    </a:schemeClr>
                  </a:solidFill>
                  <a:latin typeface="Rix고딕 EB" panose="02020603020101020101" pitchFamily="18" charset="-127"/>
                  <a:ea typeface="Rix고딕 EB" panose="02020603020101020101" pitchFamily="18" charset="-127"/>
                </a:rPr>
                <a:t>침입탐지 및 </a:t>
              </a:r>
              <a:endParaRPr lang="en-US" altLang="ko-KR" spc="-106" dirty="0" smtClean="0">
                <a:solidFill>
                  <a:schemeClr val="accent1">
                    <a:lumMod val="50000"/>
                  </a:schemeClr>
                </a:solidFill>
                <a:latin typeface="Rix고딕 EB" panose="02020603020101020101" pitchFamily="18" charset="-127"/>
                <a:ea typeface="Rix고딕 EB" panose="02020603020101020101" pitchFamily="18" charset="-127"/>
              </a:endParaRPr>
            </a:p>
            <a:p>
              <a:pPr algn="ctr" eaLnBrk="1" hangingPunct="1">
                <a:buClr>
                  <a:srgbClr val="3271AA"/>
                </a:buClr>
                <a:buSzPct val="140000"/>
              </a:pPr>
              <a:r>
                <a:rPr lang="ko-KR" altLang="en-US" spc="-106" dirty="0" smtClean="0">
                  <a:solidFill>
                    <a:schemeClr val="accent1">
                      <a:lumMod val="50000"/>
                    </a:schemeClr>
                  </a:solidFill>
                  <a:latin typeface="Rix고딕 EB" panose="02020603020101020101" pitchFamily="18" charset="-127"/>
                  <a:ea typeface="Rix고딕 EB" panose="02020603020101020101" pitchFamily="18" charset="-127"/>
                </a:rPr>
                <a:t>상황인식 </a:t>
              </a:r>
              <a:r>
                <a:rPr lang="ko-KR" altLang="en-US" spc="-106" dirty="0">
                  <a:solidFill>
                    <a:schemeClr val="accent1">
                      <a:lumMod val="50000"/>
                    </a:schemeClr>
                  </a:solidFill>
                  <a:latin typeface="Rix고딕 EB" panose="02020603020101020101" pitchFamily="18" charset="-127"/>
                  <a:ea typeface="Rix고딕 EB" panose="02020603020101020101" pitchFamily="18" charset="-127"/>
                </a:rPr>
                <a:t>능력 </a:t>
              </a:r>
              <a:endParaRPr lang="en-US" altLang="ko-KR" spc="-106" dirty="0" smtClean="0">
                <a:solidFill>
                  <a:schemeClr val="accent1">
                    <a:lumMod val="50000"/>
                  </a:schemeClr>
                </a:solidFill>
                <a:latin typeface="Rix고딕 EB" panose="02020603020101020101" pitchFamily="18" charset="-127"/>
                <a:ea typeface="Rix고딕 EB" panose="02020603020101020101" pitchFamily="18" charset="-127"/>
              </a:endParaRPr>
            </a:p>
            <a:p>
              <a:pPr algn="ctr" eaLnBrk="1" hangingPunct="1">
                <a:buClr>
                  <a:srgbClr val="3271AA"/>
                </a:buClr>
                <a:buSzPct val="140000"/>
              </a:pPr>
              <a:r>
                <a:rPr lang="ko-KR" altLang="en-US" spc="-106" dirty="0" smtClean="0">
                  <a:solidFill>
                    <a:schemeClr val="accent1">
                      <a:lumMod val="50000"/>
                    </a:schemeClr>
                  </a:solidFill>
                  <a:latin typeface="Rix고딕 EB" panose="02020603020101020101" pitchFamily="18" charset="-127"/>
                  <a:ea typeface="Rix고딕 EB" panose="02020603020101020101" pitchFamily="18" charset="-127"/>
                </a:rPr>
                <a:t>강화</a:t>
              </a:r>
              <a:endParaRPr lang="ko-KR" altLang="en-US" spc="-106" dirty="0">
                <a:solidFill>
                  <a:schemeClr val="accent1">
                    <a:lumMod val="50000"/>
                  </a:schemeClr>
                </a:solidFill>
                <a:latin typeface="Rix고딕 EB" panose="02020603020101020101" pitchFamily="18" charset="-127"/>
                <a:ea typeface="Rix고딕 EB" panose="02020603020101020101" pitchFamily="18" charset="-127"/>
              </a:endParaRPr>
            </a:p>
          </p:txBody>
        </p:sp>
        <p:cxnSp>
          <p:nvCxnSpPr>
            <p:cNvPr id="66" name="직선 연결선 65"/>
            <p:cNvCxnSpPr/>
            <p:nvPr/>
          </p:nvCxnSpPr>
          <p:spPr>
            <a:xfrm flipH="1">
              <a:off x="7926979" y="5395563"/>
              <a:ext cx="1320846" cy="0"/>
            </a:xfrm>
            <a:prstGeom prst="line">
              <a:avLst/>
            </a:prstGeom>
            <a:ln w="19050">
              <a:solidFill>
                <a:schemeClr val="tx1">
                  <a:lumMod val="50000"/>
                  <a:lumOff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" name="그룹 3"/>
          <p:cNvGrpSpPr/>
          <p:nvPr/>
        </p:nvGrpSpPr>
        <p:grpSpPr>
          <a:xfrm>
            <a:off x="3198157" y="1483381"/>
            <a:ext cx="2001188" cy="2043936"/>
            <a:chOff x="2972933" y="4692484"/>
            <a:chExt cx="1853832" cy="1853832"/>
          </a:xfrm>
        </p:grpSpPr>
        <p:pic>
          <p:nvPicPr>
            <p:cNvPr id="68" name="Picture 2" descr="G:\work\지에프티GFT\이상호부장님\제안서\마스터\제안서마스터Fixed-47.png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72933" y="4692484"/>
              <a:ext cx="1853832" cy="18538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9" name="Rectangle 67"/>
            <p:cNvSpPr>
              <a:spLocks noChangeArrowheads="1"/>
            </p:cNvSpPr>
            <p:nvPr/>
          </p:nvSpPr>
          <p:spPr bwMode="auto">
            <a:xfrm>
              <a:off x="3574437" y="5109399"/>
              <a:ext cx="650824" cy="1600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A3BFE1"/>
                  </a:solidFill>
                </a14:hiddenFill>
              </a:ext>
              <a:ext uri="{91240B29-F687-4F45-9708-019B960494DF}">
                <a14:hiddenLine xmlns:a14="http://schemas.microsoft.com/office/drawing/2010/main" w="3175" algn="ctr">
                  <a:solidFill>
                    <a:srgbClr val="C7DDF5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spcBef>
                  <a:spcPct val="0"/>
                </a:spcBef>
                <a:spcAft>
                  <a:spcPct val="0"/>
                </a:spcAft>
                <a:buClr>
                  <a:schemeClr val="bg2"/>
                </a:buClr>
                <a:buFont typeface="Wingdings" pitchFamily="2" charset="2"/>
                <a:buNone/>
              </a:pPr>
              <a:r>
                <a:rPr lang="en-US" altLang="ko-KR" sz="2500" spc="-158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Rix고딕 B" panose="02020603020101020101" pitchFamily="18" charset="-127"/>
                  <a:ea typeface="Rix고딕 B" panose="02020603020101020101" pitchFamily="18" charset="-127"/>
                  <a:sym typeface="Wingdings" pitchFamily="2" charset="2"/>
                </a:rPr>
                <a:t>02</a:t>
              </a:r>
              <a:endParaRPr lang="ko-KR" altLang="en-US" sz="2500" spc="-158" dirty="0">
                <a:solidFill>
                  <a:schemeClr val="tx1">
                    <a:lumMod val="50000"/>
                    <a:lumOff val="50000"/>
                  </a:schemeClr>
                </a:solidFill>
                <a:latin typeface="Rix고딕 B" panose="02020603020101020101" pitchFamily="18" charset="-127"/>
                <a:ea typeface="Rix고딕 B" panose="02020603020101020101" pitchFamily="18" charset="-127"/>
                <a:sym typeface="Wingdings" pitchFamily="2" charset="2"/>
              </a:endParaRPr>
            </a:p>
          </p:txBody>
        </p:sp>
        <p:sp>
          <p:nvSpPr>
            <p:cNvPr id="106" name="Text Box 119"/>
            <p:cNvSpPr txBox="1">
              <a:spLocks noChangeArrowheads="1"/>
            </p:cNvSpPr>
            <p:nvPr/>
          </p:nvSpPr>
          <p:spPr bwMode="auto">
            <a:xfrm>
              <a:off x="3236827" y="5489747"/>
              <a:ext cx="1326044" cy="5303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ctr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algn="ctr" eaLnBrk="1" hangingPunct="1">
                <a:buClr>
                  <a:srgbClr val="3271AA"/>
                </a:buClr>
                <a:buSzPct val="140000"/>
              </a:pPr>
              <a:r>
                <a:rPr lang="ko-KR" altLang="en-US" spc="-106" dirty="0">
                  <a:solidFill>
                    <a:schemeClr val="accent1">
                      <a:lumMod val="50000"/>
                    </a:schemeClr>
                  </a:solidFill>
                  <a:latin typeface="Rix고딕 EB" panose="02020603020101020101" pitchFamily="18" charset="-127"/>
                  <a:ea typeface="Rix고딕 EB" panose="02020603020101020101" pitchFamily="18" charset="-127"/>
                </a:rPr>
                <a:t>서비스 </a:t>
              </a:r>
              <a:endParaRPr lang="en-US" altLang="ko-KR" spc="-106" dirty="0" smtClean="0">
                <a:solidFill>
                  <a:schemeClr val="accent1">
                    <a:lumMod val="50000"/>
                  </a:schemeClr>
                </a:solidFill>
                <a:latin typeface="Rix고딕 EB" panose="02020603020101020101" pitchFamily="18" charset="-127"/>
                <a:ea typeface="Rix고딕 EB" panose="02020603020101020101" pitchFamily="18" charset="-127"/>
              </a:endParaRPr>
            </a:p>
            <a:p>
              <a:pPr algn="ctr" eaLnBrk="1" hangingPunct="1">
                <a:buClr>
                  <a:srgbClr val="3271AA"/>
                </a:buClr>
                <a:buSzPct val="140000"/>
              </a:pPr>
              <a:r>
                <a:rPr lang="ko-KR" altLang="en-US" spc="-106" dirty="0" smtClean="0">
                  <a:solidFill>
                    <a:schemeClr val="accent1">
                      <a:lumMod val="50000"/>
                    </a:schemeClr>
                  </a:solidFill>
                  <a:latin typeface="Rix고딕 EB" panose="02020603020101020101" pitchFamily="18" charset="-127"/>
                  <a:ea typeface="Rix고딕 EB" panose="02020603020101020101" pitchFamily="18" charset="-127"/>
                </a:rPr>
                <a:t>연속성 보장</a:t>
              </a:r>
              <a:endParaRPr lang="ko-KR" altLang="en-US" spc="-106" dirty="0">
                <a:solidFill>
                  <a:schemeClr val="accent1">
                    <a:lumMod val="50000"/>
                  </a:schemeClr>
                </a:solidFill>
                <a:latin typeface="Rix고딕 EB" panose="02020603020101020101" pitchFamily="18" charset="-127"/>
                <a:ea typeface="Rix고딕 EB" panose="02020603020101020101" pitchFamily="18" charset="-127"/>
              </a:endParaRPr>
            </a:p>
          </p:txBody>
        </p:sp>
        <p:cxnSp>
          <p:nvCxnSpPr>
            <p:cNvPr id="107" name="직선 연결선 106"/>
            <p:cNvCxnSpPr/>
            <p:nvPr/>
          </p:nvCxnSpPr>
          <p:spPr>
            <a:xfrm flipH="1">
              <a:off x="3239426" y="5395563"/>
              <a:ext cx="1320846" cy="0"/>
            </a:xfrm>
            <a:prstGeom prst="line">
              <a:avLst/>
            </a:prstGeom>
            <a:ln w="19050">
              <a:solidFill>
                <a:schemeClr val="tx1">
                  <a:lumMod val="50000"/>
                  <a:lumOff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" name="그룹 5"/>
          <p:cNvGrpSpPr/>
          <p:nvPr/>
        </p:nvGrpSpPr>
        <p:grpSpPr>
          <a:xfrm>
            <a:off x="5542646" y="1483381"/>
            <a:ext cx="2001188" cy="1907962"/>
            <a:chOff x="5292790" y="4754148"/>
            <a:chExt cx="1853832" cy="1730505"/>
          </a:xfrm>
        </p:grpSpPr>
        <p:pic>
          <p:nvPicPr>
            <p:cNvPr id="109" name="Picture 2" descr="G:\work\지에프티GFT\이상호부장님\제안서\마스터\제안서마스터Fixed-47.png"/>
            <p:cNvPicPr>
              <a:picLocks noChangeAspect="1" noChangeArrowheads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6652"/>
            <a:stretch/>
          </p:blipFill>
          <p:spPr bwMode="auto">
            <a:xfrm>
              <a:off x="5292790" y="4754148"/>
              <a:ext cx="1853832" cy="1730505"/>
            </a:xfrm>
            <a:prstGeom prst="rect">
              <a:avLst/>
            </a:prstGeom>
            <a:noFill/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10" name="Rectangle 67"/>
            <p:cNvSpPr>
              <a:spLocks noChangeArrowheads="1"/>
            </p:cNvSpPr>
            <p:nvPr/>
          </p:nvSpPr>
          <p:spPr bwMode="auto">
            <a:xfrm>
              <a:off x="5894294" y="5109399"/>
              <a:ext cx="650824" cy="1600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A3BFE1"/>
                  </a:solidFill>
                </a14:hiddenFill>
              </a:ext>
              <a:ext uri="{91240B29-F687-4F45-9708-019B960494DF}">
                <a14:hiddenLine xmlns:a14="http://schemas.microsoft.com/office/drawing/2010/main" w="3175" algn="ctr">
                  <a:solidFill>
                    <a:srgbClr val="C7DDF5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spcBef>
                  <a:spcPct val="0"/>
                </a:spcBef>
                <a:spcAft>
                  <a:spcPct val="0"/>
                </a:spcAft>
                <a:buClr>
                  <a:schemeClr val="bg2"/>
                </a:buClr>
                <a:buFont typeface="Wingdings" pitchFamily="2" charset="2"/>
                <a:buNone/>
              </a:pPr>
              <a:r>
                <a:rPr lang="en-US" altLang="ko-KR" sz="2500" spc="-158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Rix고딕 B" panose="02020603020101020101" pitchFamily="18" charset="-127"/>
                  <a:ea typeface="Rix고딕 B" panose="02020603020101020101" pitchFamily="18" charset="-127"/>
                  <a:sym typeface="Wingdings" pitchFamily="2" charset="2"/>
                </a:rPr>
                <a:t>03</a:t>
              </a:r>
              <a:endParaRPr lang="ko-KR" altLang="en-US" sz="2500" spc="-158" dirty="0">
                <a:solidFill>
                  <a:schemeClr val="tx1">
                    <a:lumMod val="50000"/>
                    <a:lumOff val="50000"/>
                  </a:schemeClr>
                </a:solidFill>
                <a:latin typeface="Rix고딕 B" panose="02020603020101020101" pitchFamily="18" charset="-127"/>
                <a:ea typeface="Rix고딕 B" panose="02020603020101020101" pitchFamily="18" charset="-127"/>
                <a:sym typeface="Wingdings" pitchFamily="2" charset="2"/>
              </a:endParaRPr>
            </a:p>
          </p:txBody>
        </p:sp>
        <p:sp>
          <p:nvSpPr>
            <p:cNvPr id="111" name="Text Box 119"/>
            <p:cNvSpPr txBox="1">
              <a:spLocks noChangeArrowheads="1"/>
            </p:cNvSpPr>
            <p:nvPr/>
          </p:nvSpPr>
          <p:spPr bwMode="auto">
            <a:xfrm>
              <a:off x="5421755" y="5489746"/>
              <a:ext cx="1589938" cy="7955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ctr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algn="ctr" eaLnBrk="1" hangingPunct="1">
                <a:buClr>
                  <a:srgbClr val="3271AA"/>
                </a:buClr>
                <a:buSzPct val="140000"/>
              </a:pPr>
              <a:r>
                <a:rPr lang="ko-KR" altLang="en-US" spc="-106" dirty="0">
                  <a:solidFill>
                    <a:schemeClr val="accent1">
                      <a:lumMod val="50000"/>
                    </a:schemeClr>
                  </a:solidFill>
                  <a:latin typeface="Rix고딕 EB" panose="02020603020101020101" pitchFamily="18" charset="-127"/>
                  <a:ea typeface="Rix고딕 EB" panose="02020603020101020101" pitchFamily="18" charset="-127"/>
                </a:rPr>
                <a:t>네트워크 </a:t>
              </a:r>
              <a:endParaRPr lang="en-US" altLang="ko-KR" spc="-106" dirty="0" smtClean="0">
                <a:solidFill>
                  <a:schemeClr val="accent1">
                    <a:lumMod val="50000"/>
                  </a:schemeClr>
                </a:solidFill>
                <a:latin typeface="Rix고딕 EB" panose="02020603020101020101" pitchFamily="18" charset="-127"/>
                <a:ea typeface="Rix고딕 EB" panose="02020603020101020101" pitchFamily="18" charset="-127"/>
              </a:endParaRPr>
            </a:p>
            <a:p>
              <a:pPr algn="ctr" eaLnBrk="1" hangingPunct="1">
                <a:buClr>
                  <a:srgbClr val="3271AA"/>
                </a:buClr>
                <a:buSzPct val="140000"/>
              </a:pPr>
              <a:r>
                <a:rPr lang="ko-KR" altLang="en-US" spc="-106" dirty="0" smtClean="0">
                  <a:solidFill>
                    <a:schemeClr val="accent1">
                      <a:lumMod val="50000"/>
                    </a:schemeClr>
                  </a:solidFill>
                  <a:latin typeface="Rix고딕 EB" panose="02020603020101020101" pitchFamily="18" charset="-127"/>
                  <a:ea typeface="Rix고딕 EB" panose="02020603020101020101" pitchFamily="18" charset="-127"/>
                </a:rPr>
                <a:t>관리</a:t>
              </a:r>
              <a:r>
                <a:rPr lang="ko-KR" altLang="en-US" spc="-106" dirty="0" smtClean="0">
                  <a:solidFill>
                    <a:schemeClr val="accent1">
                      <a:lumMod val="50000"/>
                    </a:schemeClr>
                  </a:solidFill>
                  <a:latin typeface="Rix고딕 EB" panose="02020603020101020101" pitchFamily="18" charset="-127"/>
                  <a:ea typeface="Rix고딕 EB" panose="02020603020101020101" pitchFamily="18" charset="-127"/>
                  <a:sym typeface="Wingdings" panose="05000000000000000000" pitchFamily="2" charset="2"/>
                </a:rPr>
                <a:t>ㆍ</a:t>
              </a:r>
              <a:r>
                <a:rPr lang="ko-KR" altLang="en-US" spc="-106" dirty="0" smtClean="0">
                  <a:solidFill>
                    <a:schemeClr val="accent1">
                      <a:lumMod val="50000"/>
                    </a:schemeClr>
                  </a:solidFill>
                  <a:latin typeface="Rix고딕 EB" panose="02020603020101020101" pitchFamily="18" charset="-127"/>
                  <a:ea typeface="Rix고딕 EB" panose="02020603020101020101" pitchFamily="18" charset="-127"/>
                </a:rPr>
                <a:t>유지 </a:t>
              </a:r>
              <a:endParaRPr lang="en-US" altLang="ko-KR" spc="-106" dirty="0" smtClean="0">
                <a:solidFill>
                  <a:schemeClr val="accent1">
                    <a:lumMod val="50000"/>
                  </a:schemeClr>
                </a:solidFill>
                <a:latin typeface="Rix고딕 EB" panose="02020603020101020101" pitchFamily="18" charset="-127"/>
                <a:ea typeface="Rix고딕 EB" panose="02020603020101020101" pitchFamily="18" charset="-127"/>
              </a:endParaRPr>
            </a:p>
            <a:p>
              <a:pPr algn="ctr" eaLnBrk="1" hangingPunct="1">
                <a:buClr>
                  <a:srgbClr val="3271AA"/>
                </a:buClr>
                <a:buSzPct val="140000"/>
              </a:pPr>
              <a:r>
                <a:rPr lang="ko-KR" altLang="en-US" spc="-106" dirty="0" smtClean="0">
                  <a:solidFill>
                    <a:schemeClr val="accent1">
                      <a:lumMod val="50000"/>
                    </a:schemeClr>
                  </a:solidFill>
                  <a:latin typeface="Rix고딕 EB" panose="02020603020101020101" pitchFamily="18" charset="-127"/>
                  <a:ea typeface="Rix고딕 EB" panose="02020603020101020101" pitchFamily="18" charset="-127"/>
                </a:rPr>
                <a:t>효율화</a:t>
              </a:r>
              <a:endParaRPr lang="ko-KR" altLang="en-US" spc="-106" dirty="0">
                <a:solidFill>
                  <a:schemeClr val="accent1">
                    <a:lumMod val="50000"/>
                  </a:schemeClr>
                </a:solidFill>
                <a:latin typeface="Rix고딕 EB" panose="02020603020101020101" pitchFamily="18" charset="-127"/>
                <a:ea typeface="Rix고딕 EB" panose="02020603020101020101" pitchFamily="18" charset="-127"/>
              </a:endParaRPr>
            </a:p>
          </p:txBody>
        </p:sp>
        <p:cxnSp>
          <p:nvCxnSpPr>
            <p:cNvPr id="112" name="직선 연결선 111"/>
            <p:cNvCxnSpPr/>
            <p:nvPr/>
          </p:nvCxnSpPr>
          <p:spPr>
            <a:xfrm flipH="1">
              <a:off x="5559283" y="5395563"/>
              <a:ext cx="1320846" cy="0"/>
            </a:xfrm>
            <a:prstGeom prst="line">
              <a:avLst/>
            </a:prstGeom>
            <a:ln w="19050">
              <a:solidFill>
                <a:schemeClr val="tx1">
                  <a:lumMod val="50000"/>
                  <a:lumOff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" name="그룹 4"/>
          <p:cNvGrpSpPr/>
          <p:nvPr/>
        </p:nvGrpSpPr>
        <p:grpSpPr>
          <a:xfrm>
            <a:off x="853668" y="1483381"/>
            <a:ext cx="2001188" cy="2043936"/>
            <a:chOff x="776388" y="4692484"/>
            <a:chExt cx="1853832" cy="1853832"/>
          </a:xfrm>
        </p:grpSpPr>
        <p:pic>
          <p:nvPicPr>
            <p:cNvPr id="114" name="Picture 2" descr="G:\work\지에프티GFT\이상호부장님\제안서\마스터\제안서마스터Fixed-47.png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76388" y="4692484"/>
              <a:ext cx="1853832" cy="18538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15" name="Rectangle 67"/>
            <p:cNvSpPr>
              <a:spLocks noChangeArrowheads="1"/>
            </p:cNvSpPr>
            <p:nvPr/>
          </p:nvSpPr>
          <p:spPr bwMode="auto">
            <a:xfrm>
              <a:off x="1377892" y="5109399"/>
              <a:ext cx="650824" cy="1600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A3BFE1"/>
                  </a:solidFill>
                </a14:hiddenFill>
              </a:ext>
              <a:ext uri="{91240B29-F687-4F45-9708-019B960494DF}">
                <a14:hiddenLine xmlns:a14="http://schemas.microsoft.com/office/drawing/2010/main" w="3175" algn="ctr">
                  <a:solidFill>
                    <a:srgbClr val="C7DDF5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spcBef>
                  <a:spcPct val="0"/>
                </a:spcBef>
                <a:spcAft>
                  <a:spcPct val="0"/>
                </a:spcAft>
                <a:buClr>
                  <a:schemeClr val="bg2"/>
                </a:buClr>
                <a:buFont typeface="Wingdings" pitchFamily="2" charset="2"/>
                <a:buNone/>
              </a:pPr>
              <a:r>
                <a:rPr lang="en-US" altLang="ko-KR" sz="2500" spc="-158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Rix고딕 B" panose="02020603020101020101" pitchFamily="18" charset="-127"/>
                  <a:ea typeface="Rix고딕 B" panose="02020603020101020101" pitchFamily="18" charset="-127"/>
                  <a:sym typeface="Wingdings" pitchFamily="2" charset="2"/>
                </a:rPr>
                <a:t>01</a:t>
              </a:r>
              <a:endParaRPr lang="ko-KR" altLang="en-US" sz="2500" spc="-158" dirty="0">
                <a:solidFill>
                  <a:schemeClr val="tx1">
                    <a:lumMod val="50000"/>
                    <a:lumOff val="50000"/>
                  </a:schemeClr>
                </a:solidFill>
                <a:latin typeface="Rix고딕 B" panose="02020603020101020101" pitchFamily="18" charset="-127"/>
                <a:ea typeface="Rix고딕 B" panose="02020603020101020101" pitchFamily="18" charset="-127"/>
                <a:sym typeface="Wingdings" pitchFamily="2" charset="2"/>
              </a:endParaRPr>
            </a:p>
          </p:txBody>
        </p:sp>
        <p:sp>
          <p:nvSpPr>
            <p:cNvPr id="116" name="Text Box 119"/>
            <p:cNvSpPr txBox="1">
              <a:spLocks noChangeArrowheads="1"/>
            </p:cNvSpPr>
            <p:nvPr/>
          </p:nvSpPr>
          <p:spPr bwMode="auto">
            <a:xfrm>
              <a:off x="1030432" y="5489747"/>
              <a:ext cx="1326044" cy="5303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ctr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algn="ctr" eaLnBrk="1" hangingPunct="1">
                <a:buClr>
                  <a:srgbClr val="3271AA"/>
                </a:buClr>
                <a:buSzPct val="140000"/>
              </a:pPr>
              <a:r>
                <a:rPr lang="ko-KR" altLang="en-US" spc="-106" dirty="0">
                  <a:solidFill>
                    <a:schemeClr val="accent1">
                      <a:lumMod val="50000"/>
                    </a:schemeClr>
                  </a:solidFill>
                  <a:latin typeface="Rix고딕 EB" panose="02020603020101020101" pitchFamily="18" charset="-127"/>
                  <a:ea typeface="Rix고딕 EB" panose="02020603020101020101" pitchFamily="18" charset="-127"/>
                </a:rPr>
                <a:t>네트워크</a:t>
              </a:r>
              <a:endParaRPr lang="en-US" altLang="ko-KR" spc="-106" dirty="0">
                <a:solidFill>
                  <a:schemeClr val="accent1">
                    <a:lumMod val="50000"/>
                  </a:schemeClr>
                </a:solidFill>
                <a:latin typeface="Rix고딕 EB" panose="02020603020101020101" pitchFamily="18" charset="-127"/>
                <a:ea typeface="Rix고딕 EB" panose="02020603020101020101" pitchFamily="18" charset="-127"/>
              </a:endParaRPr>
            </a:p>
            <a:p>
              <a:pPr algn="ctr" eaLnBrk="1" hangingPunct="1">
                <a:buClr>
                  <a:srgbClr val="3271AA"/>
                </a:buClr>
                <a:buSzPct val="140000"/>
              </a:pPr>
              <a:r>
                <a:rPr lang="ko-KR" altLang="en-US" spc="-106" dirty="0" smtClean="0">
                  <a:solidFill>
                    <a:schemeClr val="accent1">
                      <a:lumMod val="50000"/>
                    </a:schemeClr>
                  </a:solidFill>
                  <a:latin typeface="Rix고딕 EB" panose="02020603020101020101" pitchFamily="18" charset="-127"/>
                  <a:ea typeface="Rix고딕 EB" panose="02020603020101020101" pitchFamily="18" charset="-127"/>
                </a:rPr>
                <a:t>안정성 </a:t>
              </a:r>
              <a:r>
                <a:rPr lang="ko-KR" altLang="en-US" spc="-106" dirty="0">
                  <a:solidFill>
                    <a:schemeClr val="accent1">
                      <a:lumMod val="50000"/>
                    </a:schemeClr>
                  </a:solidFill>
                  <a:latin typeface="Rix고딕 EB" panose="02020603020101020101" pitchFamily="18" charset="-127"/>
                  <a:ea typeface="Rix고딕 EB" panose="02020603020101020101" pitchFamily="18" charset="-127"/>
                </a:rPr>
                <a:t>강화</a:t>
              </a:r>
            </a:p>
          </p:txBody>
        </p:sp>
        <p:cxnSp>
          <p:nvCxnSpPr>
            <p:cNvPr id="117" name="직선 연결선 116"/>
            <p:cNvCxnSpPr/>
            <p:nvPr/>
          </p:nvCxnSpPr>
          <p:spPr>
            <a:xfrm flipH="1">
              <a:off x="1042881" y="5395563"/>
              <a:ext cx="1320846" cy="0"/>
            </a:xfrm>
            <a:prstGeom prst="line">
              <a:avLst/>
            </a:prstGeom>
            <a:ln w="19050">
              <a:solidFill>
                <a:schemeClr val="tx1">
                  <a:lumMod val="50000"/>
                  <a:lumOff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7" name="제목 1"/>
          <p:cNvSpPr txBox="1">
            <a:spLocks/>
          </p:cNvSpPr>
          <p:nvPr/>
        </p:nvSpPr>
        <p:spPr>
          <a:xfrm>
            <a:off x="1152636" y="321227"/>
            <a:ext cx="3264463" cy="421098"/>
          </a:xfrm>
          <a:prstGeom prst="rect">
            <a:avLst/>
          </a:prstGeom>
        </p:spPr>
        <p:txBody>
          <a:bodyPr lIns="96487" tIns="48244" rIns="96487" bIns="48244"/>
          <a:lstStyle>
            <a:lvl1pPr algn="l" defTabSz="995690" rtl="0" eaLnBrk="1" latinLnBrk="1" hangingPunct="1">
              <a:spcBef>
                <a:spcPct val="0"/>
              </a:spcBef>
              <a:buNone/>
              <a:defRPr sz="3500" kern="1200">
                <a:solidFill>
                  <a:schemeClr val="tx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+mj-cs"/>
              </a:defRPr>
            </a:lvl1pPr>
          </a:lstStyle>
          <a:p>
            <a:r>
              <a:rPr lang="en-US" altLang="ko-KR" sz="1900" spc="-96" dirty="0">
                <a:solidFill>
                  <a:schemeClr val="tx2">
                    <a:lumMod val="50000"/>
                  </a:schemeClr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2. </a:t>
            </a:r>
            <a:r>
              <a:rPr lang="ko-KR" altLang="en-US" sz="1900" spc="-96" dirty="0" smtClean="0">
                <a:solidFill>
                  <a:schemeClr val="tx2">
                    <a:lumMod val="50000"/>
                  </a:schemeClr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사업 범위</a:t>
            </a:r>
            <a:endParaRPr lang="ko-KR" altLang="en-US" sz="1900" spc="-96" dirty="0">
              <a:solidFill>
                <a:schemeClr val="tx2">
                  <a:lumMod val="50000"/>
                </a:schemeClr>
              </a:solidFill>
              <a:latin typeface="Rix모던고딕 B" panose="02020603020101020101" pitchFamily="18" charset="-127"/>
              <a:ea typeface="Rix모던고딕 B" panose="02020603020101020101" pitchFamily="18" charset="-127"/>
            </a:endParaRPr>
          </a:p>
        </p:txBody>
      </p:sp>
      <p:grpSp>
        <p:nvGrpSpPr>
          <p:cNvPr id="119" name="그룹 118"/>
          <p:cNvGrpSpPr/>
          <p:nvPr/>
        </p:nvGrpSpPr>
        <p:grpSpPr>
          <a:xfrm>
            <a:off x="0" y="868564"/>
            <a:ext cx="10693400" cy="498994"/>
            <a:chOff x="0" y="778175"/>
            <a:chExt cx="11518770" cy="498994"/>
          </a:xfrm>
        </p:grpSpPr>
        <p:sp>
          <p:nvSpPr>
            <p:cNvPr id="120" name="직사각형 119"/>
            <p:cNvSpPr/>
            <p:nvPr/>
          </p:nvSpPr>
          <p:spPr>
            <a:xfrm>
              <a:off x="0" y="778175"/>
              <a:ext cx="11518770" cy="49899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2700" cap="rnd" cmpd="sng">
              <a:noFill/>
              <a:prstDash val="solid"/>
              <a:headEnd type="none" w="lg" len="med"/>
              <a:tailEnd type="none" w="lg" len="med"/>
            </a:ln>
            <a:effectLst/>
          </p:spPr>
          <p:style>
            <a:lnRef idx="1">
              <a:schemeClr val="accent5"/>
            </a:lnRef>
            <a:fillRef idx="3">
              <a:schemeClr val="accent5"/>
            </a:fillRef>
            <a:effectRef idx="2">
              <a:schemeClr val="accent5"/>
            </a:effectRef>
            <a:fontRef idx="minor">
              <a:schemeClr val="lt1"/>
            </a:fontRef>
          </p:style>
          <p:txBody>
            <a:bodyPr wrap="none" lIns="99569" tIns="172873" rIns="99569" bIns="49785"/>
            <a:lstStyle/>
            <a:p>
              <a:pPr algn="ctr" latinLnBrk="0"/>
              <a:endParaRPr lang="ko-KR" altLang="en-US" sz="1700" b="1" dirty="0">
                <a:gradFill>
                  <a:gsLst>
                    <a:gs pos="0">
                      <a:prstClr val="white"/>
                    </a:gs>
                    <a:gs pos="100000">
                      <a:prstClr val="white"/>
                    </a:gs>
                  </a:gsLst>
                  <a:lin ang="5400000" scaled="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고도 B" panose="02000503000000020004" pitchFamily="2" charset="-127"/>
                <a:ea typeface="고도 B" panose="02000503000000020004" pitchFamily="2" charset="-127"/>
              </a:endParaRPr>
            </a:p>
          </p:txBody>
        </p:sp>
        <p:sp>
          <p:nvSpPr>
            <p:cNvPr id="121" name="TextBox 120"/>
            <p:cNvSpPr txBox="1"/>
            <p:nvPr/>
          </p:nvSpPr>
          <p:spPr>
            <a:xfrm>
              <a:off x="175701" y="840817"/>
              <a:ext cx="1457360" cy="369332"/>
            </a:xfrm>
            <a:prstGeom prst="rect">
              <a:avLst/>
            </a:prstGeom>
            <a:noFill/>
            <a:ln w="6350">
              <a:noFill/>
            </a:ln>
            <a:effectLst/>
            <a:scene3d>
              <a:camera prst="orthographicFront"/>
              <a:lightRig rig="threePt" dir="t"/>
            </a:scene3d>
            <a:sp3d>
              <a:bevelT w="0" h="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 anchorCtr="0">
              <a:spAutoFit/>
              <a:sp3d>
                <a:bevelT w="0" h="0"/>
                <a:contourClr>
                  <a:schemeClr val="bg1"/>
                </a:contourClr>
              </a:sp3d>
            </a:bodyPr>
            <a:lstStyle>
              <a:defPPr>
                <a:defRPr lang="ko-KR"/>
              </a:defPPr>
              <a:lvl1pPr lvl="0" indent="0" defTabSz="801639" latinLnBrk="0">
                <a:lnSpc>
                  <a:spcPct val="100000"/>
                </a:lnSpc>
                <a:spcBef>
                  <a:spcPts val="88"/>
                </a:spcBef>
                <a:spcAft>
                  <a:spcPts val="88"/>
                </a:spcAft>
                <a:defRPr sz="2400" spc="0">
                  <a:ln>
                    <a:solidFill>
                      <a:prstClr val="white">
                        <a:alpha val="10000"/>
                      </a:prstClr>
                    </a:solidFill>
                  </a:ln>
                  <a:solidFill>
                    <a:prstClr val="white"/>
                  </a:solidFill>
                  <a:effectLst/>
                  <a:latin typeface="나눔고딕 ExtraBold" panose="020D0904000000000000" pitchFamily="50" charset="-127"/>
                  <a:ea typeface="나눔고딕 ExtraBold" panose="020D0904000000000000" pitchFamily="50" charset="-127"/>
                </a:defRPr>
              </a:lvl1pPr>
            </a:lstStyle>
            <a:p>
              <a:r>
                <a:rPr lang="ko-KR" altLang="en-US" spc="-150" dirty="0">
                  <a:solidFill>
                    <a:schemeClr val="tx1"/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</a:rPr>
                <a:t>대상 시스템</a:t>
              </a:r>
            </a:p>
          </p:txBody>
        </p:sp>
        <p:sp>
          <p:nvSpPr>
            <p:cNvPr id="122" name="직사각형 121"/>
            <p:cNvSpPr/>
            <p:nvPr/>
          </p:nvSpPr>
          <p:spPr>
            <a:xfrm>
              <a:off x="1817416" y="845856"/>
              <a:ext cx="9414068" cy="380168"/>
            </a:xfrm>
            <a:prstGeom prst="rect">
              <a:avLst/>
            </a:prstGeom>
          </p:spPr>
          <p:txBody>
            <a:bodyPr/>
            <a:lstStyle/>
            <a:p>
              <a:pPr marL="0" lvl="1">
                <a:spcBef>
                  <a:spcPct val="0"/>
                </a:spcBef>
              </a:pPr>
              <a:r>
                <a:rPr lang="ko-KR" altLang="en-US" spc="-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  <a:cs typeface="+mj-cs"/>
                </a:rPr>
                <a:t>기관 이전에 대비하여 네트워크 장비 </a:t>
              </a:r>
              <a:r>
                <a:rPr lang="en-US" altLang="ko-KR" spc="-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  <a:cs typeface="+mj-cs"/>
                </a:rPr>
                <a:t>106</a:t>
              </a:r>
              <a:r>
                <a:rPr lang="ko-KR" altLang="en-US" spc="-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  <a:cs typeface="+mj-cs"/>
                </a:rPr>
                <a:t>대</a:t>
              </a:r>
              <a:r>
                <a:rPr lang="en-US" altLang="ko-KR" spc="-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  <a:cs typeface="+mj-cs"/>
                </a:rPr>
                <a:t>, </a:t>
              </a:r>
              <a:r>
                <a:rPr lang="ko-KR" altLang="en-US" spc="-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  <a:cs typeface="+mj-cs"/>
                </a:rPr>
                <a:t>영상장비 </a:t>
              </a:r>
              <a:r>
                <a:rPr lang="en-US" altLang="ko-KR" spc="-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  <a:cs typeface="+mj-cs"/>
                </a:rPr>
                <a:t>28</a:t>
              </a:r>
              <a:r>
                <a:rPr lang="ko-KR" altLang="en-US" spc="-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  <a:cs typeface="+mj-cs"/>
                </a:rPr>
                <a:t>식</a:t>
              </a:r>
              <a:r>
                <a:rPr lang="en-US" altLang="ko-KR" spc="-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  <a:cs typeface="+mj-cs"/>
                </a:rPr>
                <a:t>, </a:t>
              </a:r>
              <a:r>
                <a:rPr lang="ko-KR" altLang="en-US" spc="-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  <a:cs typeface="+mj-cs"/>
                </a:rPr>
                <a:t>기타장비 </a:t>
              </a:r>
              <a:r>
                <a:rPr lang="en-US" altLang="ko-KR" spc="-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  <a:cs typeface="+mj-cs"/>
                </a:rPr>
                <a:t>7</a:t>
              </a:r>
              <a:r>
                <a:rPr lang="ko-KR" altLang="en-US" spc="-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  <a:cs typeface="+mj-cs"/>
                </a:rPr>
                <a:t>식을 구축하는 사업</a:t>
              </a:r>
            </a:p>
          </p:txBody>
        </p:sp>
        <p:cxnSp>
          <p:nvCxnSpPr>
            <p:cNvPr id="123" name="직선 연결선 122"/>
            <p:cNvCxnSpPr/>
            <p:nvPr/>
          </p:nvCxnSpPr>
          <p:spPr>
            <a:xfrm>
              <a:off x="1781276" y="851717"/>
              <a:ext cx="0" cy="315104"/>
            </a:xfrm>
            <a:prstGeom prst="line">
              <a:avLst/>
            </a:prstGeom>
            <a:ln w="38100">
              <a:solidFill>
                <a:srgbClr val="1B91C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4" name="직사각형 123"/>
          <p:cNvSpPr/>
          <p:nvPr/>
        </p:nvSpPr>
        <p:spPr>
          <a:xfrm>
            <a:off x="609981" y="4704295"/>
            <a:ext cx="2851860" cy="174836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9200" tIns="49785" rIns="39200" bIns="49785" rtlCol="0" anchor="t"/>
          <a:lstStyle/>
          <a:p>
            <a:pPr marL="108000" indent="-108000">
              <a:lnSpc>
                <a:spcPct val="11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ko-KR" altLang="en-US" sz="1700" spc="-80" dirty="0">
                <a:solidFill>
                  <a:schemeClr val="tx1">
                    <a:lumMod val="75000"/>
                    <a:lumOff val="25000"/>
                  </a:schemeClr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백본 스위치 </a:t>
            </a:r>
            <a:r>
              <a:rPr lang="en-US" altLang="ko-KR" sz="1700" spc="-80" dirty="0">
                <a:solidFill>
                  <a:schemeClr val="tx1">
                    <a:lumMod val="75000"/>
                    <a:lumOff val="25000"/>
                  </a:schemeClr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: </a:t>
            </a:r>
            <a:r>
              <a:rPr lang="en-US" altLang="ko-KR" spc="-80" dirty="0">
                <a:solidFill>
                  <a:schemeClr val="tx1">
                    <a:lumMod val="75000"/>
                    <a:lumOff val="25000"/>
                  </a:schemeClr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4</a:t>
            </a:r>
            <a:r>
              <a:rPr lang="ko-KR" altLang="en-US" spc="-80" dirty="0">
                <a:solidFill>
                  <a:schemeClr val="tx1">
                    <a:lumMod val="75000"/>
                    <a:lumOff val="25000"/>
                  </a:schemeClr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대</a:t>
            </a:r>
          </a:p>
          <a:p>
            <a:pPr marL="108000" indent="-108000">
              <a:lnSpc>
                <a:spcPct val="11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ko-KR" altLang="en-US" sz="1700" spc="-80" dirty="0">
                <a:solidFill>
                  <a:schemeClr val="tx1">
                    <a:lumMod val="75000"/>
                    <a:lumOff val="25000"/>
                  </a:schemeClr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워크그룹 스위치</a:t>
            </a:r>
            <a:r>
              <a:rPr lang="en-US" altLang="ko-KR" sz="1700" spc="-80" dirty="0">
                <a:solidFill>
                  <a:schemeClr val="tx1">
                    <a:lumMod val="75000"/>
                    <a:lumOff val="25000"/>
                  </a:schemeClr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(</a:t>
            </a:r>
            <a:r>
              <a:rPr lang="ko-KR" altLang="en-US" sz="1700" spc="-80" dirty="0">
                <a:solidFill>
                  <a:schemeClr val="tx1">
                    <a:lumMod val="75000"/>
                    <a:lumOff val="25000"/>
                  </a:schemeClr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가형</a:t>
            </a:r>
            <a:r>
              <a:rPr lang="en-US" altLang="ko-KR" sz="1700" spc="-80" dirty="0">
                <a:solidFill>
                  <a:schemeClr val="tx1">
                    <a:lumMod val="75000"/>
                    <a:lumOff val="25000"/>
                  </a:schemeClr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) : </a:t>
            </a:r>
            <a:r>
              <a:rPr lang="en-US" altLang="ko-KR" spc="-80" dirty="0">
                <a:solidFill>
                  <a:schemeClr val="tx1">
                    <a:lumMod val="75000"/>
                    <a:lumOff val="25000"/>
                  </a:schemeClr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72</a:t>
            </a:r>
            <a:r>
              <a:rPr lang="ko-KR" altLang="en-US" spc="-80" dirty="0">
                <a:solidFill>
                  <a:schemeClr val="tx1">
                    <a:lumMod val="75000"/>
                    <a:lumOff val="25000"/>
                  </a:schemeClr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대</a:t>
            </a:r>
          </a:p>
          <a:p>
            <a:pPr>
              <a:lnSpc>
                <a:spcPct val="110000"/>
              </a:lnSpc>
            </a:pPr>
            <a:r>
              <a:rPr lang="en-US" altLang="ko-KR" sz="1700" spc="-8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   (</a:t>
            </a:r>
            <a:r>
              <a:rPr lang="ko-KR" altLang="en-US" sz="1700" spc="-80" dirty="0">
                <a:solidFill>
                  <a:schemeClr val="tx1">
                    <a:lumMod val="75000"/>
                    <a:lumOff val="25000"/>
                  </a:schemeClr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대충 장비 </a:t>
            </a:r>
            <a:r>
              <a:rPr lang="en-US" altLang="ko-KR" sz="1700" spc="-80" dirty="0">
                <a:solidFill>
                  <a:schemeClr val="tx1">
                    <a:lumMod val="75000"/>
                    <a:lumOff val="25000"/>
                  </a:schemeClr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10</a:t>
            </a:r>
            <a:r>
              <a:rPr lang="ko-KR" altLang="en-US" sz="1700" spc="-80" dirty="0">
                <a:solidFill>
                  <a:schemeClr val="tx1">
                    <a:lumMod val="75000"/>
                    <a:lumOff val="25000"/>
                  </a:schemeClr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대 포함</a:t>
            </a:r>
            <a:r>
              <a:rPr lang="en-US" altLang="ko-KR" sz="1700" spc="-80" dirty="0">
                <a:solidFill>
                  <a:schemeClr val="tx1">
                    <a:lumMod val="75000"/>
                    <a:lumOff val="25000"/>
                  </a:schemeClr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)</a:t>
            </a:r>
          </a:p>
          <a:p>
            <a:pPr marL="108000" indent="-108000">
              <a:lnSpc>
                <a:spcPct val="11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ko-KR" altLang="en-US" sz="1700" spc="-80" dirty="0">
                <a:solidFill>
                  <a:schemeClr val="tx1">
                    <a:lumMod val="75000"/>
                    <a:lumOff val="25000"/>
                  </a:schemeClr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워크그룹 스위치</a:t>
            </a:r>
            <a:r>
              <a:rPr lang="en-US" altLang="ko-KR" sz="1700" spc="-80" dirty="0">
                <a:solidFill>
                  <a:schemeClr val="tx1">
                    <a:lumMod val="75000"/>
                    <a:lumOff val="25000"/>
                  </a:schemeClr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(</a:t>
            </a:r>
            <a:r>
              <a:rPr lang="ko-KR" altLang="en-US" sz="1700" spc="-80" dirty="0">
                <a:solidFill>
                  <a:schemeClr val="tx1">
                    <a:lumMod val="75000"/>
                    <a:lumOff val="25000"/>
                  </a:schemeClr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나형</a:t>
            </a:r>
            <a:r>
              <a:rPr lang="en-US" altLang="ko-KR" sz="1700" spc="-80" dirty="0">
                <a:solidFill>
                  <a:schemeClr val="tx1">
                    <a:lumMod val="75000"/>
                    <a:lumOff val="25000"/>
                  </a:schemeClr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) : </a:t>
            </a:r>
            <a:r>
              <a:rPr lang="en-US" altLang="ko-KR" spc="-80" dirty="0">
                <a:solidFill>
                  <a:schemeClr val="tx1">
                    <a:lumMod val="75000"/>
                    <a:lumOff val="25000"/>
                  </a:schemeClr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30</a:t>
            </a:r>
            <a:r>
              <a:rPr lang="ko-KR" altLang="en-US" spc="-80" dirty="0">
                <a:solidFill>
                  <a:schemeClr val="tx1">
                    <a:lumMod val="75000"/>
                    <a:lumOff val="25000"/>
                  </a:schemeClr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대</a:t>
            </a:r>
          </a:p>
          <a:p>
            <a:pPr>
              <a:lnSpc>
                <a:spcPct val="110000"/>
              </a:lnSpc>
            </a:pPr>
            <a:r>
              <a:rPr lang="en-US" altLang="ko-KR" sz="1700" spc="-80" dirty="0">
                <a:solidFill>
                  <a:schemeClr val="tx1">
                    <a:lumMod val="75000"/>
                    <a:lumOff val="25000"/>
                  </a:schemeClr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  </a:t>
            </a:r>
            <a:r>
              <a:rPr lang="en-US" altLang="ko-KR" sz="1700" spc="-8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 (</a:t>
            </a:r>
            <a:r>
              <a:rPr lang="ko-KR" altLang="en-US" sz="1700" spc="-80" dirty="0">
                <a:solidFill>
                  <a:schemeClr val="tx1">
                    <a:lumMod val="75000"/>
                    <a:lumOff val="25000"/>
                  </a:schemeClr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대충 장비</a:t>
            </a:r>
            <a:r>
              <a:rPr lang="en-US" altLang="ko-KR" sz="1700" spc="-80" dirty="0">
                <a:solidFill>
                  <a:schemeClr val="tx1">
                    <a:lumMod val="75000"/>
                    <a:lumOff val="25000"/>
                  </a:schemeClr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)</a:t>
            </a:r>
          </a:p>
        </p:txBody>
      </p:sp>
      <p:grpSp>
        <p:nvGrpSpPr>
          <p:cNvPr id="129" name="그룹 128"/>
          <p:cNvGrpSpPr/>
          <p:nvPr/>
        </p:nvGrpSpPr>
        <p:grpSpPr>
          <a:xfrm rot="5400000" flipH="1">
            <a:off x="1658919" y="2216121"/>
            <a:ext cx="717778" cy="2520782"/>
            <a:chOff x="5415672" y="3199651"/>
            <a:chExt cx="717778" cy="2520782"/>
          </a:xfrm>
        </p:grpSpPr>
        <p:pic>
          <p:nvPicPr>
            <p:cNvPr id="130" name="그림 129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5400000">
              <a:off x="5715363" y="2899960"/>
              <a:ext cx="118396" cy="717778"/>
            </a:xfrm>
            <a:prstGeom prst="rect">
              <a:avLst/>
            </a:prstGeom>
          </p:spPr>
        </p:pic>
        <p:pic>
          <p:nvPicPr>
            <p:cNvPr id="131" name="그림 130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5400000">
              <a:off x="5715363" y="5302346"/>
              <a:ext cx="118396" cy="717778"/>
            </a:xfrm>
            <a:prstGeom prst="rect">
              <a:avLst/>
            </a:prstGeom>
          </p:spPr>
        </p:pic>
      </p:grpSp>
      <p:sp>
        <p:nvSpPr>
          <p:cNvPr id="146" name="TextBox 145"/>
          <p:cNvSpPr txBox="1"/>
          <p:nvPr/>
        </p:nvSpPr>
        <p:spPr>
          <a:xfrm>
            <a:off x="1558798" y="4005372"/>
            <a:ext cx="1611018" cy="369332"/>
          </a:xfrm>
          <a:prstGeom prst="rect">
            <a:avLst/>
          </a:prstGeom>
          <a:noFill/>
          <a:ln w="6350">
            <a:noFill/>
          </a:ln>
          <a:effectLst/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 anchorCtr="0">
            <a:spAutoFit/>
            <a:sp3d>
              <a:bevelT w="0" h="0"/>
              <a:contourClr>
                <a:schemeClr val="bg1"/>
              </a:contourClr>
            </a:sp3d>
          </a:bodyPr>
          <a:lstStyle>
            <a:defPPr>
              <a:defRPr lang="ko-KR"/>
            </a:defPPr>
            <a:lvl1pPr lvl="0" indent="0" defTabSz="801639" latinLnBrk="0">
              <a:lnSpc>
                <a:spcPct val="100000"/>
              </a:lnSpc>
              <a:spcBef>
                <a:spcPts val="88"/>
              </a:spcBef>
              <a:spcAft>
                <a:spcPts val="88"/>
              </a:spcAft>
              <a:defRPr sz="2400" spc="0">
                <a:ln>
                  <a:solidFill>
                    <a:prstClr val="white">
                      <a:alpha val="10000"/>
                    </a:prstClr>
                  </a:solidFill>
                </a:ln>
                <a:solidFill>
                  <a:prstClr val="white"/>
                </a:solidFill>
                <a:effectLst/>
                <a:latin typeface="나눔고딕 ExtraBold" panose="020D0904000000000000" pitchFamily="50" charset="-127"/>
                <a:ea typeface="나눔고딕 ExtraBold" panose="020D0904000000000000" pitchFamily="50" charset="-127"/>
              </a:defRPr>
            </a:lvl1pPr>
          </a:lstStyle>
          <a:p>
            <a:r>
              <a:rPr lang="ko-KR" altLang="en-US" spc="-150" dirty="0">
                <a:solidFill>
                  <a:schemeClr val="bg1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네트워크 장비</a:t>
            </a:r>
          </a:p>
        </p:txBody>
      </p:sp>
      <p:grpSp>
        <p:nvGrpSpPr>
          <p:cNvPr id="2" name="그룹 1"/>
          <p:cNvGrpSpPr/>
          <p:nvPr/>
        </p:nvGrpSpPr>
        <p:grpSpPr>
          <a:xfrm>
            <a:off x="7071684" y="3117623"/>
            <a:ext cx="3163698" cy="3980957"/>
            <a:chOff x="3769812" y="3117623"/>
            <a:chExt cx="3163698" cy="3980957"/>
          </a:xfrm>
        </p:grpSpPr>
        <p:grpSp>
          <p:nvGrpSpPr>
            <p:cNvPr id="138" name="그룹 137"/>
            <p:cNvGrpSpPr/>
            <p:nvPr/>
          </p:nvGrpSpPr>
          <p:grpSpPr>
            <a:xfrm>
              <a:off x="3769812" y="3784601"/>
              <a:ext cx="3163698" cy="3313979"/>
              <a:chOff x="457036" y="3784601"/>
              <a:chExt cx="3246013" cy="3313979"/>
            </a:xfrm>
          </p:grpSpPr>
          <p:sp>
            <p:nvSpPr>
              <p:cNvPr id="139" name="직사각형 138"/>
              <p:cNvSpPr/>
              <p:nvPr/>
            </p:nvSpPr>
            <p:spPr>
              <a:xfrm>
                <a:off x="457036" y="4268602"/>
                <a:ext cx="3246013" cy="2829978"/>
              </a:xfrm>
              <a:prstGeom prst="rect">
                <a:avLst/>
              </a:prstGeom>
              <a:pattFill prst="ltUpDiag">
                <a:fgClr>
                  <a:schemeClr val="bg1">
                    <a:lumMod val="85000"/>
                  </a:schemeClr>
                </a:fgClr>
                <a:bgClr>
                  <a:schemeClr val="bg1">
                    <a:lumMod val="95000"/>
                  </a:schemeClr>
                </a:bgClr>
              </a:pattFill>
              <a:ln w="12700">
                <a:solidFill>
                  <a:schemeClr val="bg1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6487" tIns="48244" rIns="96487" bIns="48244" rtlCol="0" anchor="ctr"/>
              <a:lstStyle/>
              <a:p>
                <a:pPr algn="ctr" defTabSz="1010797" latinLnBrk="0">
                  <a:lnSpc>
                    <a:spcPct val="110000"/>
                  </a:lnSpc>
                  <a:defRPr/>
                </a:pPr>
                <a:endParaRPr lang="ko-KR" altLang="en-US" sz="1600" dirty="0">
                  <a:gradFill>
                    <a:gsLst>
                      <a:gs pos="0">
                        <a:prstClr val="white"/>
                      </a:gs>
                      <a:gs pos="100000">
                        <a:prstClr val="white"/>
                      </a:gs>
                    </a:gsLst>
                    <a:lin ang="5400000" scaled="0"/>
                  </a:gradFill>
                  <a:latin typeface="Yoon 윤고딕 550_TT" panose="02090603020101020101" pitchFamily="18" charset="-127"/>
                  <a:ea typeface="Yoon 윤고딕 550_TT" panose="02090603020101020101" pitchFamily="18" charset="-127"/>
                </a:endParaRPr>
              </a:p>
            </p:txBody>
          </p:sp>
          <p:sp>
            <p:nvSpPr>
              <p:cNvPr id="140" name="양쪽 모서리가 둥근 사각형 139"/>
              <p:cNvSpPr/>
              <p:nvPr/>
            </p:nvSpPr>
            <p:spPr>
              <a:xfrm>
                <a:off x="457036" y="3784601"/>
                <a:ext cx="3246013" cy="767294"/>
              </a:xfrm>
              <a:prstGeom prst="round2SameRect">
                <a:avLst>
                  <a:gd name="adj1" fmla="val 27072"/>
                  <a:gd name="adj2" fmla="val 0"/>
                </a:avLst>
              </a:prstGeom>
              <a:solidFill>
                <a:schemeClr val="tx2">
                  <a:lumMod val="75000"/>
                </a:schemeClr>
              </a:solidFill>
              <a:ln w="1270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rIns="36000" bIns="72000" rtlCol="0" anchor="ctr"/>
              <a:lstStyle/>
              <a:p>
                <a:pPr algn="ctr" defTabSz="1010797" latinLnBrk="0">
                  <a:lnSpc>
                    <a:spcPct val="110000"/>
                  </a:lnSpc>
                  <a:defRPr/>
                </a:pPr>
                <a:endParaRPr lang="ko-KR" altLang="en-US" sz="2100" spc="-106" dirty="0">
                  <a:gradFill>
                    <a:gsLst>
                      <a:gs pos="0">
                        <a:prstClr val="white"/>
                      </a:gs>
                      <a:gs pos="100000">
                        <a:prstClr val="white"/>
                      </a:gs>
                    </a:gsLst>
                    <a:lin ang="5400000" scaled="0"/>
                  </a:gradFill>
                  <a:latin typeface="Rix모던고딕 EB" panose="02020603020101020101" pitchFamily="18" charset="-127"/>
                  <a:ea typeface="Rix모던고딕 EB" panose="02020603020101020101" pitchFamily="18" charset="-127"/>
                </a:endParaRPr>
              </a:p>
            </p:txBody>
          </p:sp>
        </p:grpSp>
        <p:sp>
          <p:nvSpPr>
            <p:cNvPr id="125" name="직사각형 124"/>
            <p:cNvSpPr/>
            <p:nvPr/>
          </p:nvSpPr>
          <p:spPr>
            <a:xfrm>
              <a:off x="3928031" y="4678895"/>
              <a:ext cx="2851860" cy="174836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9200" tIns="49785" rIns="39200" bIns="49785" rtlCol="0" anchor="t"/>
            <a:lstStyle/>
            <a:p>
              <a:pPr marL="108000" indent="-108000">
                <a:lnSpc>
                  <a:spcPct val="110000"/>
                </a:lnSpc>
                <a:spcBef>
                  <a:spcPts val="400"/>
                </a:spcBef>
                <a:buFont typeface="Arial" panose="020B0604020202020204" pitchFamily="34" charset="0"/>
                <a:buChar char="•"/>
              </a:pPr>
              <a:r>
                <a:rPr lang="en-US" altLang="ko-KR" sz="1700" spc="-8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Rix모던고딕 M" panose="02020603020101020101" pitchFamily="18" charset="-127"/>
                  <a:ea typeface="Rix모던고딕 M" panose="02020603020101020101" pitchFamily="18" charset="-127"/>
                </a:rPr>
                <a:t>IP </a:t>
              </a:r>
              <a:r>
                <a:rPr lang="ko-KR" altLang="en-US" sz="1700" spc="-8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Rix모던고딕 M" panose="02020603020101020101" pitchFamily="18" charset="-127"/>
                  <a:ea typeface="Rix모던고딕 M" panose="02020603020101020101" pitchFamily="18" charset="-127"/>
                </a:rPr>
                <a:t>관리체계 </a:t>
              </a:r>
              <a:r>
                <a:rPr lang="en-US" altLang="ko-KR" sz="1700" spc="-8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Rix모던고딕 M" panose="02020603020101020101" pitchFamily="18" charset="-127"/>
                  <a:ea typeface="Rix모던고딕 M" panose="02020603020101020101" pitchFamily="18" charset="-127"/>
                </a:rPr>
                <a:t>: </a:t>
              </a:r>
              <a:r>
                <a:rPr lang="en-US" altLang="ko-KR" spc="-8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Rix모던고딕 EB" panose="02020603020101020101" pitchFamily="18" charset="-127"/>
                  <a:ea typeface="Rix모던고딕 EB" panose="02020603020101020101" pitchFamily="18" charset="-127"/>
                </a:rPr>
                <a:t>3</a:t>
              </a:r>
              <a:r>
                <a:rPr lang="ko-KR" altLang="en-US" spc="-8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Rix모던고딕 EB" panose="02020603020101020101" pitchFamily="18" charset="-127"/>
                  <a:ea typeface="Rix모던고딕 EB" panose="02020603020101020101" pitchFamily="18" charset="-127"/>
                </a:rPr>
                <a:t>식</a:t>
              </a:r>
              <a:r>
                <a:rPr lang="en-US" altLang="ko-KR" sz="1700" spc="-8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Rix모던고딕 M" panose="02020603020101020101" pitchFamily="18" charset="-127"/>
                  <a:ea typeface="Rix모던고딕 M" panose="02020603020101020101" pitchFamily="18" charset="-127"/>
                </a:rPr>
                <a:t>(</a:t>
              </a:r>
              <a:r>
                <a:rPr lang="ko-KR" altLang="en-US" sz="1700" spc="-8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Rix모던고딕 M" panose="02020603020101020101" pitchFamily="18" charset="-127"/>
                  <a:ea typeface="Rix모던고딕 M" panose="02020603020101020101" pitchFamily="18" charset="-127"/>
                </a:rPr>
                <a:t>국전원</a:t>
              </a:r>
              <a:r>
                <a:rPr lang="en-US" altLang="ko-KR" sz="1700" spc="-8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Rix모던고딕 M" panose="02020603020101020101" pitchFamily="18" charset="-127"/>
                  <a:ea typeface="Rix모던고딕 M" panose="02020603020101020101" pitchFamily="18" charset="-127"/>
                </a:rPr>
                <a:t>)</a:t>
              </a:r>
            </a:p>
            <a:p>
              <a:pPr marL="108000" indent="-108000">
                <a:lnSpc>
                  <a:spcPct val="110000"/>
                </a:lnSpc>
                <a:spcBef>
                  <a:spcPts val="400"/>
                </a:spcBef>
                <a:buFont typeface="Arial" panose="020B0604020202020204" pitchFamily="34" charset="0"/>
                <a:buChar char="•"/>
              </a:pPr>
              <a:r>
                <a:rPr lang="ko-KR" altLang="en-US" sz="1700" spc="-8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Rix모던고딕 M" panose="02020603020101020101" pitchFamily="18" charset="-127"/>
                  <a:ea typeface="Rix모던고딕 M" panose="02020603020101020101" pitchFamily="18" charset="-127"/>
                </a:rPr>
                <a:t>문자 전송체계 </a:t>
              </a:r>
              <a:r>
                <a:rPr lang="en-US" altLang="ko-KR" sz="1700" spc="-8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Rix모던고딕 M" panose="02020603020101020101" pitchFamily="18" charset="-127"/>
                  <a:ea typeface="Rix모던고딕 M" panose="02020603020101020101" pitchFamily="18" charset="-127"/>
                </a:rPr>
                <a:t>: </a:t>
              </a:r>
              <a:r>
                <a:rPr lang="en-US" altLang="ko-KR" spc="-8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Rix모던고딕 EB" panose="02020603020101020101" pitchFamily="18" charset="-127"/>
                  <a:ea typeface="Rix모던고딕 EB" panose="02020603020101020101" pitchFamily="18" charset="-127"/>
                </a:rPr>
                <a:t>1</a:t>
              </a:r>
              <a:r>
                <a:rPr lang="ko-KR" altLang="en-US" spc="-8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Rix모던고딕 EB" panose="02020603020101020101" pitchFamily="18" charset="-127"/>
                  <a:ea typeface="Rix모던고딕 EB" panose="02020603020101020101" pitchFamily="18" charset="-127"/>
                </a:rPr>
                <a:t>식</a:t>
              </a:r>
            </a:p>
            <a:p>
              <a:pPr>
                <a:lnSpc>
                  <a:spcPct val="110000"/>
                </a:lnSpc>
              </a:pPr>
              <a:r>
                <a:rPr lang="en-US" altLang="ko-KR" sz="1700" spc="-8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Rix모던고딕 M" panose="02020603020101020101" pitchFamily="18" charset="-127"/>
                  <a:ea typeface="Rix모던고딕 M" panose="02020603020101020101" pitchFamily="18" charset="-127"/>
                </a:rPr>
                <a:t>  (</a:t>
              </a:r>
              <a:r>
                <a:rPr lang="en-US" altLang="ko-KR" sz="1700" spc="-8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Rix모던고딕 M" panose="02020603020101020101" pitchFamily="18" charset="-127"/>
                  <a:ea typeface="Rix모던고딕 M" panose="02020603020101020101" pitchFamily="18" charset="-127"/>
                </a:rPr>
                <a:t>HW/SW </a:t>
              </a:r>
              <a:r>
                <a:rPr lang="ko-KR" altLang="en-US" sz="1700" spc="-8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Rix모던고딕 M" panose="02020603020101020101" pitchFamily="18" charset="-127"/>
                  <a:ea typeface="Rix모던고딕 M" panose="02020603020101020101" pitchFamily="18" charset="-127"/>
                </a:rPr>
                <a:t>일체</a:t>
              </a:r>
              <a:r>
                <a:rPr lang="en-US" altLang="ko-KR" sz="1700" spc="-8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Rix모던고딕 M" panose="02020603020101020101" pitchFamily="18" charset="-127"/>
                  <a:ea typeface="Rix모던고딕 M" panose="02020603020101020101" pitchFamily="18" charset="-127"/>
                </a:rPr>
                <a:t>)</a:t>
              </a:r>
            </a:p>
            <a:p>
              <a:pPr marL="108000" indent="-108000">
                <a:lnSpc>
                  <a:spcPct val="110000"/>
                </a:lnSpc>
                <a:spcBef>
                  <a:spcPts val="400"/>
                </a:spcBef>
                <a:buFont typeface="Arial" panose="020B0604020202020204" pitchFamily="34" charset="0"/>
                <a:buChar char="•"/>
              </a:pPr>
              <a:r>
                <a:rPr lang="ko-KR" altLang="en-US" sz="1700" spc="-8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Rix모던고딕 M" panose="02020603020101020101" pitchFamily="18" charset="-127"/>
                  <a:ea typeface="Rix모던고딕 M" panose="02020603020101020101" pitchFamily="18" charset="-127"/>
                </a:rPr>
                <a:t>항온항습기 </a:t>
              </a:r>
              <a:r>
                <a:rPr lang="en-US" altLang="ko-KR" sz="1700" spc="-8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Rix모던고딕 M" panose="02020603020101020101" pitchFamily="18" charset="-127"/>
                  <a:ea typeface="Rix모던고딕 M" panose="02020603020101020101" pitchFamily="18" charset="-127"/>
                </a:rPr>
                <a:t>: </a:t>
              </a:r>
              <a:r>
                <a:rPr lang="en-US" altLang="ko-KR" spc="-8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Rix모던고딕 EB" panose="02020603020101020101" pitchFamily="18" charset="-127"/>
                  <a:ea typeface="Rix모던고딕 EB" panose="02020603020101020101" pitchFamily="18" charset="-127"/>
                </a:rPr>
                <a:t>2</a:t>
              </a:r>
              <a:r>
                <a:rPr lang="ko-KR" altLang="en-US" spc="-8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Rix모던고딕 EB" panose="02020603020101020101" pitchFamily="18" charset="-127"/>
                  <a:ea typeface="Rix모던고딕 EB" panose="02020603020101020101" pitchFamily="18" charset="-127"/>
                </a:rPr>
                <a:t>대</a:t>
              </a:r>
              <a:r>
                <a:rPr lang="en-US" altLang="ko-KR" sz="1700" spc="-8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Rix모던고딕 M" panose="02020603020101020101" pitchFamily="18" charset="-127"/>
                  <a:ea typeface="Rix모던고딕 M" panose="02020603020101020101" pitchFamily="18" charset="-127"/>
                </a:rPr>
                <a:t>(B</a:t>
              </a:r>
              <a:r>
                <a:rPr lang="ko-KR" altLang="en-US" sz="1700" spc="-8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Rix모던고딕 M" panose="02020603020101020101" pitchFamily="18" charset="-127"/>
                  <a:ea typeface="Rix모던고딕 M" panose="02020603020101020101" pitchFamily="18" charset="-127"/>
                </a:rPr>
                <a:t>건물</a:t>
              </a:r>
              <a:r>
                <a:rPr lang="en-US" altLang="ko-KR" sz="1700" spc="-8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Rix모던고딕 M" panose="02020603020101020101" pitchFamily="18" charset="-127"/>
                  <a:ea typeface="Rix모던고딕 M" panose="02020603020101020101" pitchFamily="18" charset="-127"/>
                </a:rPr>
                <a:t>, C</a:t>
              </a:r>
              <a:r>
                <a:rPr lang="ko-KR" altLang="en-US" sz="1700" spc="-8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Rix모던고딕 M" panose="02020603020101020101" pitchFamily="18" charset="-127"/>
                  <a:ea typeface="Rix모던고딕 M" panose="02020603020101020101" pitchFamily="18" charset="-127"/>
                </a:rPr>
                <a:t>건물</a:t>
              </a:r>
              <a:r>
                <a:rPr lang="en-US" altLang="ko-KR" sz="1700" spc="-8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Rix모던고딕 M" panose="02020603020101020101" pitchFamily="18" charset="-127"/>
                  <a:ea typeface="Rix모던고딕 M" panose="02020603020101020101" pitchFamily="18" charset="-127"/>
                </a:rPr>
                <a:t>)</a:t>
              </a:r>
            </a:p>
            <a:p>
              <a:pPr marL="108000" indent="-108000">
                <a:lnSpc>
                  <a:spcPct val="110000"/>
                </a:lnSpc>
                <a:spcBef>
                  <a:spcPts val="400"/>
                </a:spcBef>
                <a:buFont typeface="Arial" panose="020B0604020202020204" pitchFamily="34" charset="0"/>
                <a:buChar char="•"/>
              </a:pPr>
              <a:r>
                <a:rPr lang="ko-KR" altLang="en-US" sz="1700" spc="-8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Rix모던고딕 M" panose="02020603020101020101" pitchFamily="18" charset="-127"/>
                  <a:ea typeface="Rix모던고딕 M" panose="02020603020101020101" pitchFamily="18" charset="-127"/>
                </a:rPr>
                <a:t>냉난방기 </a:t>
              </a:r>
              <a:r>
                <a:rPr lang="en-US" altLang="ko-KR" sz="1700" spc="-8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Rix모던고딕 M" panose="02020603020101020101" pitchFamily="18" charset="-127"/>
                  <a:ea typeface="Rix모던고딕 M" panose="02020603020101020101" pitchFamily="18" charset="-127"/>
                </a:rPr>
                <a:t>: </a:t>
              </a:r>
              <a:r>
                <a:rPr lang="en-US" altLang="ko-KR" spc="-8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Rix모던고딕 EB" panose="02020603020101020101" pitchFamily="18" charset="-127"/>
                  <a:ea typeface="Rix모던고딕 EB" panose="02020603020101020101" pitchFamily="18" charset="-127"/>
                </a:rPr>
                <a:t>1</a:t>
              </a:r>
              <a:r>
                <a:rPr lang="ko-KR" altLang="en-US" spc="-8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Rix모던고딕 EB" panose="02020603020101020101" pitchFamily="18" charset="-127"/>
                  <a:ea typeface="Rix모던고딕 EB" panose="02020603020101020101" pitchFamily="18" charset="-127"/>
                </a:rPr>
                <a:t>대</a:t>
              </a:r>
              <a:r>
                <a:rPr lang="en-US" altLang="ko-KR" sz="1700" spc="-8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Rix모던고딕 M" panose="02020603020101020101" pitchFamily="18" charset="-127"/>
                  <a:ea typeface="Rix모던고딕 M" panose="02020603020101020101" pitchFamily="18" charset="-127"/>
                </a:rPr>
                <a:t>(</a:t>
              </a:r>
              <a:r>
                <a:rPr lang="ko-KR" altLang="en-US" sz="1700" spc="-8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Rix모던고딕 M" panose="02020603020101020101" pitchFamily="18" charset="-127"/>
                  <a:ea typeface="Rix모던고딕 M" panose="02020603020101020101" pitchFamily="18" charset="-127"/>
                </a:rPr>
                <a:t>관제실</a:t>
              </a:r>
              <a:r>
                <a:rPr lang="en-US" altLang="ko-KR" sz="1700" spc="-8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Rix모던고딕 M" panose="02020603020101020101" pitchFamily="18" charset="-127"/>
                  <a:ea typeface="Rix모던고딕 M" panose="02020603020101020101" pitchFamily="18" charset="-127"/>
                </a:rPr>
                <a:t>)</a:t>
              </a:r>
              <a:endParaRPr lang="ko-KR" altLang="en-US" sz="1700" spc="-80" dirty="0">
                <a:solidFill>
                  <a:schemeClr val="tx1">
                    <a:lumMod val="75000"/>
                    <a:lumOff val="25000"/>
                  </a:schemeClr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endParaRPr>
            </a:p>
          </p:txBody>
        </p:sp>
        <p:pic>
          <p:nvPicPr>
            <p:cNvPr id="148" name="그림 37"/>
            <p:cNvPicPr>
              <a:picLocks noChangeAspect="1"/>
            </p:cNvPicPr>
            <p:nvPr/>
          </p:nvPicPr>
          <p:blipFill>
            <a:blip r:embed="rId6" cstate="print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130608" y="3953865"/>
              <a:ext cx="455020" cy="403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49" name="TextBox 148"/>
            <p:cNvSpPr txBox="1"/>
            <p:nvPr/>
          </p:nvSpPr>
          <p:spPr>
            <a:xfrm>
              <a:off x="4832825" y="4005372"/>
              <a:ext cx="1655903" cy="369332"/>
            </a:xfrm>
            <a:prstGeom prst="rect">
              <a:avLst/>
            </a:prstGeom>
            <a:noFill/>
            <a:ln w="6350">
              <a:noFill/>
            </a:ln>
            <a:effectLst/>
            <a:scene3d>
              <a:camera prst="orthographicFront"/>
              <a:lightRig rig="threePt" dir="t"/>
            </a:scene3d>
            <a:sp3d>
              <a:bevelT w="0" h="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 anchorCtr="0">
              <a:spAutoFit/>
              <a:sp3d>
                <a:bevelT w="0" h="0"/>
                <a:contourClr>
                  <a:schemeClr val="bg1"/>
                </a:contourClr>
              </a:sp3d>
            </a:bodyPr>
            <a:lstStyle>
              <a:defPPr>
                <a:defRPr lang="ko-KR"/>
              </a:defPPr>
              <a:lvl1pPr lvl="0" indent="0" defTabSz="801639" latinLnBrk="0">
                <a:lnSpc>
                  <a:spcPct val="100000"/>
                </a:lnSpc>
                <a:spcBef>
                  <a:spcPts val="88"/>
                </a:spcBef>
                <a:spcAft>
                  <a:spcPts val="88"/>
                </a:spcAft>
                <a:defRPr sz="2400" spc="0">
                  <a:ln>
                    <a:solidFill>
                      <a:prstClr val="white">
                        <a:alpha val="10000"/>
                      </a:prstClr>
                    </a:solidFill>
                  </a:ln>
                  <a:solidFill>
                    <a:prstClr val="white"/>
                  </a:solidFill>
                  <a:effectLst/>
                  <a:latin typeface="나눔고딕 ExtraBold" panose="020D0904000000000000" pitchFamily="50" charset="-127"/>
                  <a:ea typeface="나눔고딕 ExtraBold" panose="020D0904000000000000" pitchFamily="50" charset="-127"/>
                </a:defRPr>
              </a:lvl1pPr>
            </a:lstStyle>
            <a:p>
              <a:r>
                <a:rPr lang="en-US" altLang="ko-KR" spc="-150" dirty="0" smtClean="0">
                  <a:solidFill>
                    <a:schemeClr val="bg1"/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</a:rPr>
                <a:t>IP</a:t>
              </a:r>
              <a:r>
                <a:rPr lang="ko-KR" altLang="en-US" spc="-150" dirty="0" smtClean="0">
                  <a:solidFill>
                    <a:schemeClr val="bg1"/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</a:rPr>
                <a:t>관리체계 </a:t>
              </a:r>
              <a:r>
                <a:rPr lang="ko-KR" altLang="en-US" spc="-150" dirty="0">
                  <a:solidFill>
                    <a:schemeClr val="bg1"/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</a:rPr>
                <a:t>등</a:t>
              </a:r>
            </a:p>
          </p:txBody>
        </p:sp>
        <p:grpSp>
          <p:nvGrpSpPr>
            <p:cNvPr id="151" name="그룹 150"/>
            <p:cNvGrpSpPr/>
            <p:nvPr/>
          </p:nvGrpSpPr>
          <p:grpSpPr>
            <a:xfrm rot="5400000" flipH="1">
              <a:off x="4994010" y="2216121"/>
              <a:ext cx="717778" cy="2520782"/>
              <a:chOff x="5415672" y="3199651"/>
              <a:chExt cx="717778" cy="2520782"/>
            </a:xfrm>
          </p:grpSpPr>
          <p:pic>
            <p:nvPicPr>
              <p:cNvPr id="152" name="그림 151"/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 rot="5400000">
                <a:off x="5715363" y="2899960"/>
                <a:ext cx="118396" cy="717778"/>
              </a:xfrm>
              <a:prstGeom prst="rect">
                <a:avLst/>
              </a:prstGeom>
            </p:spPr>
          </p:pic>
          <p:pic>
            <p:nvPicPr>
              <p:cNvPr id="153" name="그림 152"/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 rot="5400000">
                <a:off x="5715363" y="5302346"/>
                <a:ext cx="118396" cy="717778"/>
              </a:xfrm>
              <a:prstGeom prst="rect">
                <a:avLst/>
              </a:prstGeom>
            </p:spPr>
          </p:pic>
        </p:grpSp>
      </p:grpSp>
      <p:pic>
        <p:nvPicPr>
          <p:cNvPr id="57" name="그림 35"/>
          <p:cNvPicPr>
            <a:picLocks noChangeAspect="1"/>
          </p:cNvPicPr>
          <p:nvPr/>
        </p:nvPicPr>
        <p:blipFill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bright="-9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5793" y="4005372"/>
            <a:ext cx="464223" cy="3855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60" name="그룹 59"/>
          <p:cNvGrpSpPr/>
          <p:nvPr/>
        </p:nvGrpSpPr>
        <p:grpSpPr>
          <a:xfrm>
            <a:off x="3767770" y="3117623"/>
            <a:ext cx="3163698" cy="3980957"/>
            <a:chOff x="7082588" y="3117623"/>
            <a:chExt cx="3163698" cy="3980957"/>
          </a:xfrm>
        </p:grpSpPr>
        <p:grpSp>
          <p:nvGrpSpPr>
            <p:cNvPr id="61" name="그룹 60"/>
            <p:cNvGrpSpPr/>
            <p:nvPr/>
          </p:nvGrpSpPr>
          <p:grpSpPr>
            <a:xfrm>
              <a:off x="7082588" y="3784601"/>
              <a:ext cx="3163698" cy="3313979"/>
              <a:chOff x="457036" y="3784601"/>
              <a:chExt cx="3246013" cy="3313979"/>
            </a:xfrm>
          </p:grpSpPr>
          <p:sp>
            <p:nvSpPr>
              <p:cNvPr id="75" name="직사각형 74"/>
              <p:cNvSpPr/>
              <p:nvPr/>
            </p:nvSpPr>
            <p:spPr>
              <a:xfrm>
                <a:off x="457036" y="4268602"/>
                <a:ext cx="3246013" cy="2829978"/>
              </a:xfrm>
              <a:prstGeom prst="rect">
                <a:avLst/>
              </a:prstGeom>
              <a:pattFill prst="ltUpDiag">
                <a:fgClr>
                  <a:schemeClr val="bg1">
                    <a:lumMod val="85000"/>
                  </a:schemeClr>
                </a:fgClr>
                <a:bgClr>
                  <a:schemeClr val="bg1">
                    <a:lumMod val="95000"/>
                  </a:schemeClr>
                </a:bgClr>
              </a:pattFill>
              <a:ln w="12700">
                <a:solidFill>
                  <a:schemeClr val="bg1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6487" tIns="48244" rIns="96487" bIns="48244" rtlCol="0" anchor="ctr"/>
              <a:lstStyle/>
              <a:p>
                <a:pPr algn="ctr" defTabSz="1010797" latinLnBrk="0">
                  <a:lnSpc>
                    <a:spcPct val="110000"/>
                  </a:lnSpc>
                  <a:defRPr/>
                </a:pPr>
                <a:endParaRPr lang="ko-KR" altLang="en-US" sz="1600" dirty="0">
                  <a:gradFill>
                    <a:gsLst>
                      <a:gs pos="0">
                        <a:prstClr val="white"/>
                      </a:gs>
                      <a:gs pos="100000">
                        <a:prstClr val="white"/>
                      </a:gs>
                    </a:gsLst>
                    <a:lin ang="5400000" scaled="0"/>
                  </a:gradFill>
                  <a:latin typeface="Yoon 윤고딕 550_TT" panose="02090603020101020101" pitchFamily="18" charset="-127"/>
                  <a:ea typeface="Yoon 윤고딕 550_TT" panose="02090603020101020101" pitchFamily="18" charset="-127"/>
                </a:endParaRPr>
              </a:p>
            </p:txBody>
          </p:sp>
          <p:sp>
            <p:nvSpPr>
              <p:cNvPr id="76" name="양쪽 모서리가 둥근 사각형 75"/>
              <p:cNvSpPr/>
              <p:nvPr/>
            </p:nvSpPr>
            <p:spPr>
              <a:xfrm>
                <a:off x="457036" y="3784601"/>
                <a:ext cx="3246013" cy="767294"/>
              </a:xfrm>
              <a:prstGeom prst="round2SameRect">
                <a:avLst>
                  <a:gd name="adj1" fmla="val 27072"/>
                  <a:gd name="adj2" fmla="val 0"/>
                </a:avLst>
              </a:prstGeom>
              <a:solidFill>
                <a:schemeClr val="tx2">
                  <a:lumMod val="75000"/>
                </a:schemeClr>
              </a:solidFill>
              <a:ln w="1270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rIns="36000" bIns="72000" rtlCol="0" anchor="ctr"/>
              <a:lstStyle/>
              <a:p>
                <a:pPr algn="ctr" defTabSz="1010797" latinLnBrk="0">
                  <a:lnSpc>
                    <a:spcPct val="110000"/>
                  </a:lnSpc>
                  <a:defRPr/>
                </a:pPr>
                <a:endParaRPr lang="ko-KR" altLang="en-US" sz="2100" spc="-106" dirty="0">
                  <a:gradFill>
                    <a:gsLst>
                      <a:gs pos="0">
                        <a:prstClr val="white"/>
                      </a:gs>
                      <a:gs pos="100000">
                        <a:prstClr val="white"/>
                      </a:gs>
                    </a:gsLst>
                    <a:lin ang="5400000" scaled="0"/>
                  </a:gradFill>
                  <a:latin typeface="Rix모던고딕 EB" panose="02020603020101020101" pitchFamily="18" charset="-127"/>
                  <a:ea typeface="Rix모던고딕 EB" panose="02020603020101020101" pitchFamily="18" charset="-127"/>
                </a:endParaRPr>
              </a:p>
            </p:txBody>
          </p:sp>
        </p:grpSp>
        <p:sp>
          <p:nvSpPr>
            <p:cNvPr id="62" name="직사각형 61"/>
            <p:cNvSpPr/>
            <p:nvPr/>
          </p:nvSpPr>
          <p:spPr>
            <a:xfrm>
              <a:off x="7257057" y="4678895"/>
              <a:ext cx="2988638" cy="215239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9200" tIns="49785" rIns="39200" bIns="49785" rtlCol="0" anchor="t"/>
            <a:lstStyle/>
            <a:p>
              <a:pPr marL="108000" indent="-108000">
                <a:lnSpc>
                  <a:spcPct val="110000"/>
                </a:lnSpc>
                <a:spcBef>
                  <a:spcPts val="400"/>
                </a:spcBef>
                <a:buFont typeface="Arial" panose="020B0604020202020204" pitchFamily="34" charset="0"/>
                <a:buChar char="•"/>
              </a:pPr>
              <a:r>
                <a:rPr lang="en-US" altLang="ko-KR" sz="1700" spc="-8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Rix모던고딕 M" panose="02020603020101020101" pitchFamily="18" charset="-127"/>
                  <a:ea typeface="Rix모던고딕 M" panose="02020603020101020101" pitchFamily="18" charset="-127"/>
                </a:rPr>
                <a:t>LED DLP CUBE : </a:t>
              </a:r>
              <a:r>
                <a:rPr lang="en-US" altLang="ko-KR" spc="-8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Rix모던고딕 EB" panose="02020603020101020101" pitchFamily="18" charset="-127"/>
                  <a:ea typeface="Rix모던고딕 EB" panose="02020603020101020101" pitchFamily="18" charset="-127"/>
                </a:rPr>
                <a:t>12</a:t>
              </a:r>
              <a:r>
                <a:rPr lang="ko-KR" altLang="en-US" spc="-8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Rix모던고딕 EB" panose="02020603020101020101" pitchFamily="18" charset="-127"/>
                  <a:ea typeface="Rix모던고딕 EB" panose="02020603020101020101" pitchFamily="18" charset="-127"/>
                </a:rPr>
                <a:t>대</a:t>
              </a:r>
            </a:p>
            <a:p>
              <a:pPr marL="108000" indent="-108000">
                <a:lnSpc>
                  <a:spcPct val="110000"/>
                </a:lnSpc>
                <a:spcBef>
                  <a:spcPts val="400"/>
                </a:spcBef>
                <a:buFont typeface="Arial" panose="020B0604020202020204" pitchFamily="34" charset="0"/>
                <a:buChar char="•"/>
              </a:pPr>
              <a:r>
                <a:rPr lang="en-US" altLang="ko-KR" sz="1700" spc="-8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Rix모던고딕 M" panose="02020603020101020101" pitchFamily="18" charset="-127"/>
                  <a:ea typeface="Rix모던고딕 M" panose="02020603020101020101" pitchFamily="18" charset="-127"/>
                </a:rPr>
                <a:t>CUBE BASE : </a:t>
              </a:r>
              <a:r>
                <a:rPr lang="en-US" altLang="ko-KR" spc="-8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Rix모던고딕 EB" panose="02020603020101020101" pitchFamily="18" charset="-127"/>
                  <a:ea typeface="Rix모던고딕 EB" panose="02020603020101020101" pitchFamily="18" charset="-127"/>
                </a:rPr>
                <a:t>1</a:t>
              </a:r>
              <a:r>
                <a:rPr lang="ko-KR" altLang="en-US" spc="-8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Rix모던고딕 EB" panose="02020603020101020101" pitchFamily="18" charset="-127"/>
                  <a:ea typeface="Rix모던고딕 EB" panose="02020603020101020101" pitchFamily="18" charset="-127"/>
                </a:rPr>
                <a:t>식</a:t>
              </a:r>
            </a:p>
            <a:p>
              <a:pPr marL="108000" indent="-108000">
                <a:lnSpc>
                  <a:spcPct val="110000"/>
                </a:lnSpc>
                <a:spcBef>
                  <a:spcPts val="400"/>
                </a:spcBef>
                <a:buFont typeface="Arial" panose="020B0604020202020204" pitchFamily="34" charset="0"/>
                <a:buChar char="•"/>
              </a:pPr>
              <a:r>
                <a:rPr lang="ko-KR" altLang="en-US" sz="1700" spc="-8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Rix모던고딕 M" panose="02020603020101020101" pitchFamily="18" charset="-127"/>
                  <a:ea typeface="Rix모던고딕 M" panose="02020603020101020101" pitchFamily="18" charset="-127"/>
                </a:rPr>
                <a:t>통합제어시스템 </a:t>
              </a:r>
              <a:r>
                <a:rPr lang="en-US" altLang="ko-KR" sz="1700" spc="-8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Rix모던고딕 M" panose="02020603020101020101" pitchFamily="18" charset="-127"/>
                  <a:ea typeface="Rix모던고딕 M" panose="02020603020101020101" pitchFamily="18" charset="-127"/>
                </a:rPr>
                <a:t>: </a:t>
              </a:r>
              <a:r>
                <a:rPr lang="en-US" altLang="ko-KR" spc="-8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Rix모던고딕 EB" panose="02020603020101020101" pitchFamily="18" charset="-127"/>
                  <a:ea typeface="Rix모던고딕 EB" panose="02020603020101020101" pitchFamily="18" charset="-127"/>
                </a:rPr>
                <a:t>1</a:t>
              </a:r>
              <a:r>
                <a:rPr lang="ko-KR" altLang="en-US" spc="-8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Rix모던고딕 EB" panose="02020603020101020101" pitchFamily="18" charset="-127"/>
                  <a:ea typeface="Rix모던고딕 EB" panose="02020603020101020101" pitchFamily="18" charset="-127"/>
                </a:rPr>
                <a:t>대</a:t>
              </a:r>
            </a:p>
            <a:p>
              <a:pPr marL="108000" indent="-108000">
                <a:lnSpc>
                  <a:spcPct val="110000"/>
                </a:lnSpc>
                <a:spcBef>
                  <a:spcPts val="400"/>
                </a:spcBef>
                <a:buFont typeface="Arial" panose="020B0604020202020204" pitchFamily="34" charset="0"/>
                <a:buChar char="•"/>
              </a:pPr>
              <a:r>
                <a:rPr lang="ko-KR" altLang="en-US" sz="1700" spc="-8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Rix모던고딕 M" panose="02020603020101020101" pitchFamily="18" charset="-127"/>
                  <a:ea typeface="Rix모던고딕 M" panose="02020603020101020101" pitchFamily="18" charset="-127"/>
                </a:rPr>
                <a:t>영상제어시스템 </a:t>
              </a:r>
              <a:r>
                <a:rPr lang="en-US" altLang="ko-KR" sz="1700" spc="-8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Rix모던고딕 M" panose="02020603020101020101" pitchFamily="18" charset="-127"/>
                  <a:ea typeface="Rix모던고딕 M" panose="02020603020101020101" pitchFamily="18" charset="-127"/>
                </a:rPr>
                <a:t>: </a:t>
              </a:r>
              <a:r>
                <a:rPr lang="en-US" altLang="ko-KR" spc="-8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Rix모던고딕 EB" panose="02020603020101020101" pitchFamily="18" charset="-127"/>
                  <a:ea typeface="Rix모던고딕 EB" panose="02020603020101020101" pitchFamily="18" charset="-127"/>
                </a:rPr>
                <a:t>1</a:t>
              </a:r>
              <a:r>
                <a:rPr lang="ko-KR" altLang="en-US" spc="-8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Rix모던고딕 EB" panose="02020603020101020101" pitchFamily="18" charset="-127"/>
                  <a:ea typeface="Rix모던고딕 EB" panose="02020603020101020101" pitchFamily="18" charset="-127"/>
                </a:rPr>
                <a:t>식</a:t>
              </a:r>
            </a:p>
            <a:p>
              <a:pPr marL="108000" indent="-108000">
                <a:lnSpc>
                  <a:spcPct val="110000"/>
                </a:lnSpc>
                <a:spcBef>
                  <a:spcPts val="400"/>
                </a:spcBef>
                <a:buFont typeface="Arial" panose="020B0604020202020204" pitchFamily="34" charset="0"/>
                <a:buChar char="•"/>
              </a:pPr>
              <a:r>
                <a:rPr lang="en-US" altLang="ko-KR" sz="1700" spc="-1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Rix모던고딕 M" panose="02020603020101020101" pitchFamily="18" charset="-127"/>
                  <a:ea typeface="Rix모던고딕 M" panose="02020603020101020101" pitchFamily="18" charset="-127"/>
                </a:rPr>
                <a:t>PC/PC</a:t>
              </a:r>
              <a:r>
                <a:rPr lang="ko-KR" altLang="en-US" sz="1700" spc="-1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Rix모던고딕 M" panose="02020603020101020101" pitchFamily="18" charset="-127"/>
                  <a:ea typeface="Rix모던고딕 M" panose="02020603020101020101" pitchFamily="18" charset="-127"/>
                </a:rPr>
                <a:t>인터페이스</a:t>
              </a:r>
              <a:r>
                <a:rPr lang="en-US" altLang="ko-KR" sz="1700" spc="-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Rix모던고딕 M" panose="02020603020101020101" pitchFamily="18" charset="-127"/>
                  <a:ea typeface="Rix모던고딕 M" panose="02020603020101020101" pitchFamily="18" charset="-127"/>
                </a:rPr>
                <a:t>/</a:t>
              </a:r>
              <a:r>
                <a:rPr lang="ko-KR" altLang="en-US" sz="1700" spc="-1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Rix모던고딕 M" panose="02020603020101020101" pitchFamily="18" charset="-127"/>
                  <a:ea typeface="Rix모던고딕 M" panose="02020603020101020101" pitchFamily="18" charset="-127"/>
                </a:rPr>
                <a:t>모</a:t>
              </a:r>
              <a:r>
                <a:rPr lang="ko-KR" altLang="en-US" sz="1700" spc="-1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Rix고딕 M" panose="02020603020101020101" pitchFamily="18" charset="-127"/>
                  <a:ea typeface="Rix고딕 M" panose="02020603020101020101" pitchFamily="18" charset="-127"/>
                </a:rPr>
                <a:t>니터</a:t>
              </a:r>
              <a:r>
                <a:rPr lang="ko-KR" altLang="en-US" sz="1700" spc="-8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Rix고딕 M" panose="02020603020101020101" pitchFamily="18" charset="-127"/>
                  <a:ea typeface="Rix고딕 M" panose="02020603020101020101" pitchFamily="18" charset="-127"/>
                </a:rPr>
                <a:t> </a:t>
              </a:r>
              <a:r>
                <a:rPr lang="en-US" altLang="ko-KR" sz="1700" spc="-8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Rix고딕 M" panose="02020603020101020101" pitchFamily="18" charset="-127"/>
                  <a:ea typeface="Rix고딕 M" panose="02020603020101020101" pitchFamily="18" charset="-127"/>
                </a:rPr>
                <a:t>:</a:t>
              </a:r>
              <a:r>
                <a:rPr lang="en-US" altLang="ko-KR" spc="-8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Rix모던고딕 EB" panose="02020603020101020101" pitchFamily="18" charset="-127"/>
                  <a:ea typeface="Rix모던고딕 EB" panose="02020603020101020101" pitchFamily="18" charset="-127"/>
                </a:rPr>
                <a:t> </a:t>
              </a:r>
              <a:r>
                <a:rPr lang="en-US" altLang="ko-KR" spc="-8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Rix모던고딕 EB" panose="02020603020101020101" pitchFamily="18" charset="-127"/>
                  <a:ea typeface="Rix모던고딕 EB" panose="02020603020101020101" pitchFamily="18" charset="-127"/>
                </a:rPr>
                <a:t>13</a:t>
              </a:r>
              <a:r>
                <a:rPr lang="ko-KR" altLang="en-US" spc="-8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Rix모던고딕 EB" panose="02020603020101020101" pitchFamily="18" charset="-127"/>
                  <a:ea typeface="Rix모던고딕 EB" panose="02020603020101020101" pitchFamily="18" charset="-127"/>
                </a:rPr>
                <a:t>식</a:t>
              </a:r>
            </a:p>
          </p:txBody>
        </p:sp>
        <p:pic>
          <p:nvPicPr>
            <p:cNvPr id="70" name="그림 38"/>
            <p:cNvPicPr>
              <a:picLocks noChangeAspect="1"/>
            </p:cNvPicPr>
            <p:nvPr/>
          </p:nvPicPr>
          <p:blipFill>
            <a:blip r:embed="rId9" cstate="print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304457" y="3953865"/>
              <a:ext cx="525467" cy="4638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1" name="TextBox 70"/>
            <p:cNvSpPr txBox="1"/>
            <p:nvPr/>
          </p:nvSpPr>
          <p:spPr>
            <a:xfrm>
              <a:off x="7992026" y="4005372"/>
              <a:ext cx="2032608" cy="369332"/>
            </a:xfrm>
            <a:prstGeom prst="rect">
              <a:avLst/>
            </a:prstGeom>
            <a:noFill/>
            <a:ln w="6350">
              <a:noFill/>
            </a:ln>
            <a:effectLst/>
            <a:scene3d>
              <a:camera prst="orthographicFront"/>
              <a:lightRig rig="threePt" dir="t"/>
            </a:scene3d>
            <a:sp3d>
              <a:bevelT w="0" h="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 anchorCtr="0">
              <a:spAutoFit/>
              <a:sp3d>
                <a:bevelT w="0" h="0"/>
                <a:contourClr>
                  <a:schemeClr val="bg1"/>
                </a:contourClr>
              </a:sp3d>
            </a:bodyPr>
            <a:lstStyle>
              <a:defPPr>
                <a:defRPr lang="ko-KR"/>
              </a:defPPr>
              <a:lvl1pPr lvl="0" indent="0" defTabSz="801639" latinLnBrk="0">
                <a:lnSpc>
                  <a:spcPct val="100000"/>
                </a:lnSpc>
                <a:spcBef>
                  <a:spcPts val="88"/>
                </a:spcBef>
                <a:spcAft>
                  <a:spcPts val="88"/>
                </a:spcAft>
                <a:defRPr sz="2400" spc="0">
                  <a:ln>
                    <a:solidFill>
                      <a:prstClr val="white">
                        <a:alpha val="10000"/>
                      </a:prstClr>
                    </a:solidFill>
                  </a:ln>
                  <a:solidFill>
                    <a:prstClr val="white"/>
                  </a:solidFill>
                  <a:effectLst/>
                  <a:latin typeface="나눔고딕 ExtraBold" panose="020D0904000000000000" pitchFamily="50" charset="-127"/>
                  <a:ea typeface="나눔고딕 ExtraBold" panose="020D0904000000000000" pitchFamily="50" charset="-127"/>
                </a:defRPr>
              </a:lvl1pPr>
            </a:lstStyle>
            <a:p>
              <a:r>
                <a:rPr lang="ko-KR" altLang="en-US" spc="-150" dirty="0">
                  <a:solidFill>
                    <a:schemeClr val="bg1"/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</a:rPr>
                <a:t>영상 장비</a:t>
              </a:r>
              <a:r>
                <a:rPr lang="en-US" altLang="ko-KR" spc="-150" dirty="0">
                  <a:solidFill>
                    <a:schemeClr val="bg1"/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</a:rPr>
                <a:t>(</a:t>
              </a:r>
              <a:r>
                <a:rPr lang="ko-KR" altLang="en-US" spc="-150" dirty="0">
                  <a:solidFill>
                    <a:schemeClr val="bg1"/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</a:rPr>
                <a:t>관제실</a:t>
              </a:r>
              <a:r>
                <a:rPr lang="en-US" altLang="ko-KR" spc="-150" dirty="0">
                  <a:solidFill>
                    <a:schemeClr val="bg1"/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</a:rPr>
                <a:t>)</a:t>
              </a:r>
            </a:p>
          </p:txBody>
        </p:sp>
        <p:grpSp>
          <p:nvGrpSpPr>
            <p:cNvPr id="72" name="그룹 71"/>
            <p:cNvGrpSpPr/>
            <p:nvPr/>
          </p:nvGrpSpPr>
          <p:grpSpPr>
            <a:xfrm rot="5400000" flipH="1">
              <a:off x="8299682" y="2216121"/>
              <a:ext cx="717778" cy="2520782"/>
              <a:chOff x="5415672" y="3199651"/>
              <a:chExt cx="717778" cy="2520782"/>
            </a:xfrm>
          </p:grpSpPr>
          <p:pic>
            <p:nvPicPr>
              <p:cNvPr id="73" name="그림 72"/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 rot="5400000">
                <a:off x="5715363" y="2899960"/>
                <a:ext cx="118396" cy="717778"/>
              </a:xfrm>
              <a:prstGeom prst="rect">
                <a:avLst/>
              </a:prstGeom>
            </p:spPr>
          </p:pic>
          <p:pic>
            <p:nvPicPr>
              <p:cNvPr id="74" name="그림 73"/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 rot="5400000">
                <a:off x="5715363" y="5302346"/>
                <a:ext cx="118396" cy="717778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38183449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그룹 3"/>
          <p:cNvGrpSpPr/>
          <p:nvPr/>
        </p:nvGrpSpPr>
        <p:grpSpPr>
          <a:xfrm>
            <a:off x="504553" y="1765300"/>
            <a:ext cx="9744347" cy="5323688"/>
            <a:chOff x="504553" y="1765300"/>
            <a:chExt cx="9744347" cy="5323688"/>
          </a:xfrm>
        </p:grpSpPr>
        <p:sp>
          <p:nvSpPr>
            <p:cNvPr id="2" name="직사각형 1"/>
            <p:cNvSpPr/>
            <p:nvPr/>
          </p:nvSpPr>
          <p:spPr>
            <a:xfrm>
              <a:off x="504553" y="2296036"/>
              <a:ext cx="4794589" cy="452737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 smtClean="0">
                <a:solidFill>
                  <a:schemeClr val="tx1"/>
                </a:solidFill>
              </a:endParaRPr>
            </a:p>
          </p:txBody>
        </p:sp>
        <p:sp>
          <p:nvSpPr>
            <p:cNvPr id="181" name="직사각형 180"/>
            <p:cNvSpPr/>
            <p:nvPr/>
          </p:nvSpPr>
          <p:spPr>
            <a:xfrm>
              <a:off x="5245100" y="1765300"/>
              <a:ext cx="5003800" cy="531368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 smtClean="0"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sp>
          <p:nvSpPr>
            <p:cNvPr id="3" name="직각 삼각형 2"/>
            <p:cNvSpPr/>
            <p:nvPr/>
          </p:nvSpPr>
          <p:spPr>
            <a:xfrm flipH="1">
              <a:off x="4991100" y="1765300"/>
              <a:ext cx="254000" cy="530736"/>
            </a:xfrm>
            <a:prstGeom prst="rtTriangl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 smtClean="0">
                <a:solidFill>
                  <a:schemeClr val="tx1"/>
                </a:solidFill>
              </a:endParaRPr>
            </a:p>
          </p:txBody>
        </p:sp>
        <p:sp>
          <p:nvSpPr>
            <p:cNvPr id="182" name="직각 삼각형 181"/>
            <p:cNvSpPr/>
            <p:nvPr/>
          </p:nvSpPr>
          <p:spPr>
            <a:xfrm flipH="1" flipV="1">
              <a:off x="4991100" y="6823407"/>
              <a:ext cx="254000" cy="265581"/>
            </a:xfrm>
            <a:prstGeom prst="rtTriangl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 smtClean="0">
                <a:solidFill>
                  <a:schemeClr val="tx1"/>
                </a:solidFill>
              </a:endParaRPr>
            </a:p>
          </p:txBody>
        </p:sp>
      </p:grpSp>
      <p:sp>
        <p:nvSpPr>
          <p:cNvPr id="148" name="모서리가 둥근 직사각형 147"/>
          <p:cNvSpPr/>
          <p:nvPr/>
        </p:nvSpPr>
        <p:spPr>
          <a:xfrm>
            <a:off x="574301" y="1908742"/>
            <a:ext cx="1984021" cy="395450"/>
          </a:xfrm>
          <a:prstGeom prst="roundRect">
            <a:avLst>
              <a:gd name="adj" fmla="val 0"/>
            </a:avLst>
          </a:prstGeom>
          <a:noFill/>
          <a:ln w="12700" cap="rnd" cmpd="sng">
            <a:noFill/>
            <a:prstDash val="solid"/>
            <a:headEnd type="none" w="lg" len="med"/>
            <a:tailEnd type="none" w="lg" len="med"/>
          </a:ln>
          <a:effectLst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none" lIns="0" tIns="0" rIns="0" bIns="0" anchor="ctr" anchorCtr="0">
            <a:scene3d>
              <a:camera prst="orthographicFront"/>
              <a:lightRig rig="threePt" dir="t"/>
            </a:scene3d>
            <a:sp3d>
              <a:bevelT w="1270" h="12700"/>
            </a:sp3d>
          </a:bodyPr>
          <a:lstStyle/>
          <a:p>
            <a:pPr latinLnBrk="0"/>
            <a:r>
              <a:rPr lang="ko-KR" altLang="en-US" sz="1700" spc="-100" dirty="0">
                <a:solidFill>
                  <a:schemeClr val="tx1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국방부 현 구성</a:t>
            </a:r>
          </a:p>
        </p:txBody>
      </p:sp>
      <p:cxnSp>
        <p:nvCxnSpPr>
          <p:cNvPr id="157" name="직선 연결선 156"/>
          <p:cNvCxnSpPr/>
          <p:nvPr/>
        </p:nvCxnSpPr>
        <p:spPr>
          <a:xfrm>
            <a:off x="4440639" y="3946837"/>
            <a:ext cx="0" cy="265129"/>
          </a:xfrm>
          <a:prstGeom prst="line">
            <a:avLst/>
          </a:prstGeom>
          <a:ln w="28575" cap="rnd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8" name="Picture 37" descr="building_f_grey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4265" y="3079376"/>
            <a:ext cx="526044" cy="3942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59" name="직선 연결선 158"/>
          <p:cNvCxnSpPr>
            <a:stCxn id="158" idx="3"/>
          </p:cNvCxnSpPr>
          <p:nvPr/>
        </p:nvCxnSpPr>
        <p:spPr>
          <a:xfrm flipV="1">
            <a:off x="3580309" y="2720975"/>
            <a:ext cx="538741" cy="555522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" name="직선 연결선 159"/>
          <p:cNvCxnSpPr>
            <a:stCxn id="158" idx="3"/>
          </p:cNvCxnSpPr>
          <p:nvPr/>
        </p:nvCxnSpPr>
        <p:spPr>
          <a:xfrm flipV="1">
            <a:off x="3580309" y="3064977"/>
            <a:ext cx="538741" cy="21152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" name="직선 연결선 160"/>
          <p:cNvCxnSpPr>
            <a:stCxn id="158" idx="3"/>
          </p:cNvCxnSpPr>
          <p:nvPr/>
        </p:nvCxnSpPr>
        <p:spPr>
          <a:xfrm>
            <a:off x="3580309" y="3276497"/>
            <a:ext cx="596447" cy="72824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" name="직선 연결선 161"/>
          <p:cNvCxnSpPr>
            <a:stCxn id="158" idx="3"/>
          </p:cNvCxnSpPr>
          <p:nvPr/>
        </p:nvCxnSpPr>
        <p:spPr>
          <a:xfrm>
            <a:off x="3580309" y="3276497"/>
            <a:ext cx="596447" cy="501753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3" name="Picture 37" descr="building_f_grey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7217" y="3078906"/>
            <a:ext cx="526044" cy="3942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5" name="모서리가 둥근 직사각형 164"/>
          <p:cNvSpPr/>
          <p:nvPr/>
        </p:nvSpPr>
        <p:spPr>
          <a:xfrm>
            <a:off x="985984" y="2834932"/>
            <a:ext cx="533369" cy="183464"/>
          </a:xfrm>
          <a:prstGeom prst="roundRect">
            <a:avLst>
              <a:gd name="adj" fmla="val 0"/>
            </a:avLst>
          </a:prstGeom>
          <a:solidFill>
            <a:schemeClr val="tx1">
              <a:lumMod val="50000"/>
              <a:lumOff val="50000"/>
            </a:schemeClr>
          </a:solidFill>
          <a:ln w="12700" cap="rnd" cmpd="sng">
            <a:noFill/>
            <a:prstDash val="solid"/>
            <a:headEnd type="none" w="lg" len="med"/>
            <a:tailEnd type="none" w="lg" len="med"/>
          </a:ln>
          <a:effectLst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none" lIns="0" tIns="0" rIns="0" bIns="0" anchor="ctr" anchorCtr="0">
            <a:scene3d>
              <a:camera prst="orthographicFront"/>
              <a:lightRig rig="threePt" dir="t"/>
            </a:scene3d>
            <a:sp3d>
              <a:bevelT w="1270" h="12700"/>
            </a:sp3d>
          </a:bodyPr>
          <a:lstStyle/>
          <a:p>
            <a:pPr algn="ctr" latinLnBrk="0"/>
            <a:r>
              <a:rPr lang="ko-KR" altLang="en-US" sz="1100" spc="-50" smtClean="0">
                <a:gradFill flip="none" rotWithShape="1">
                  <a:gsLst>
                    <a:gs pos="0">
                      <a:prstClr val="white">
                        <a:lumMod val="0"/>
                        <a:lumOff val="100000"/>
                      </a:prstClr>
                    </a:gs>
                    <a:gs pos="100000">
                      <a:prstClr val="white">
                        <a:lumMod val="0"/>
                        <a:lumOff val="100000"/>
                      </a:prstClr>
                    </a:gs>
                  </a:gsLst>
                  <a:lin ang="6000000" scaled="0"/>
                  <a:tileRect/>
                </a:gra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신관</a:t>
            </a:r>
            <a:endParaRPr lang="ko-KR" altLang="en-US" sz="1100" spc="-50" dirty="0">
              <a:gradFill flip="none" rotWithShape="1">
                <a:gsLst>
                  <a:gs pos="0">
                    <a:prstClr val="white">
                      <a:lumMod val="0"/>
                      <a:lumOff val="100000"/>
                    </a:prstClr>
                  </a:gs>
                  <a:gs pos="100000">
                    <a:prstClr val="white">
                      <a:lumMod val="0"/>
                      <a:lumOff val="100000"/>
                    </a:prstClr>
                  </a:gs>
                </a:gsLst>
                <a:lin ang="6000000" scaled="0"/>
                <a:tileRect/>
              </a:gradFill>
              <a:latin typeface="Rix모던고딕 B" panose="02020603020101020101" pitchFamily="18" charset="-127"/>
              <a:ea typeface="Rix모던고딕 B" panose="02020603020101020101" pitchFamily="18" charset="-127"/>
            </a:endParaRPr>
          </a:p>
        </p:txBody>
      </p:sp>
      <p:sp>
        <p:nvSpPr>
          <p:cNvPr id="166" name="정육면체 165"/>
          <p:cNvSpPr/>
          <p:nvPr/>
        </p:nvSpPr>
        <p:spPr>
          <a:xfrm>
            <a:off x="822530" y="6316231"/>
            <a:ext cx="857718" cy="183468"/>
          </a:xfrm>
          <a:prstGeom prst="cube">
            <a:avLst/>
          </a:prstGeom>
          <a:solidFill>
            <a:schemeClr val="bg1">
              <a:lumMod val="50000"/>
              <a:alpha val="50000"/>
            </a:schemeClr>
          </a:solidFill>
          <a:ln w="63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6487" tIns="48244" rIns="96487" bIns="48244" rtlCol="0" anchor="ctr"/>
          <a:lstStyle/>
          <a:p>
            <a:pPr algn="ctr"/>
            <a:endParaRPr lang="ko-KR" altLang="en-US" sz="1700" dirty="0"/>
          </a:p>
        </p:txBody>
      </p:sp>
      <p:sp>
        <p:nvSpPr>
          <p:cNvPr id="167" name="정육면체 166"/>
          <p:cNvSpPr/>
          <p:nvPr/>
        </p:nvSpPr>
        <p:spPr>
          <a:xfrm>
            <a:off x="822530" y="6181662"/>
            <a:ext cx="857718" cy="183468"/>
          </a:xfrm>
          <a:prstGeom prst="cube">
            <a:avLst/>
          </a:prstGeom>
          <a:solidFill>
            <a:schemeClr val="bg1">
              <a:lumMod val="50000"/>
              <a:alpha val="50000"/>
            </a:schemeClr>
          </a:solidFill>
          <a:ln w="63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6487" tIns="48244" rIns="96487" bIns="48244" rtlCol="0" anchor="ctr"/>
          <a:lstStyle/>
          <a:p>
            <a:pPr algn="ctr"/>
            <a:endParaRPr lang="ko-KR" altLang="en-US" sz="1700" dirty="0"/>
          </a:p>
        </p:txBody>
      </p:sp>
      <p:sp>
        <p:nvSpPr>
          <p:cNvPr id="168" name="정육면체 167"/>
          <p:cNvSpPr/>
          <p:nvPr/>
        </p:nvSpPr>
        <p:spPr>
          <a:xfrm>
            <a:off x="822530" y="6043888"/>
            <a:ext cx="857718" cy="183468"/>
          </a:xfrm>
          <a:prstGeom prst="cube">
            <a:avLst/>
          </a:prstGeom>
          <a:solidFill>
            <a:schemeClr val="bg1">
              <a:lumMod val="50000"/>
              <a:alpha val="50000"/>
            </a:schemeClr>
          </a:solidFill>
          <a:ln w="63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6487" tIns="48244" rIns="96487" bIns="48244" rtlCol="0" anchor="ctr"/>
          <a:lstStyle/>
          <a:p>
            <a:pPr algn="ctr"/>
            <a:endParaRPr lang="ko-KR" altLang="en-US" sz="1700" dirty="0"/>
          </a:p>
        </p:txBody>
      </p:sp>
      <p:sp>
        <p:nvSpPr>
          <p:cNvPr id="169" name="정육면체 168"/>
          <p:cNvSpPr/>
          <p:nvPr/>
        </p:nvSpPr>
        <p:spPr>
          <a:xfrm>
            <a:off x="822530" y="5909318"/>
            <a:ext cx="857718" cy="183468"/>
          </a:xfrm>
          <a:prstGeom prst="cube">
            <a:avLst/>
          </a:prstGeom>
          <a:solidFill>
            <a:schemeClr val="bg1">
              <a:lumMod val="50000"/>
              <a:alpha val="50000"/>
            </a:schemeClr>
          </a:solidFill>
          <a:ln w="63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6487" tIns="48244" rIns="96487" bIns="48244" rtlCol="0" anchor="ctr"/>
          <a:lstStyle/>
          <a:p>
            <a:pPr algn="ctr"/>
            <a:endParaRPr lang="ko-KR" altLang="en-US" sz="1700" dirty="0"/>
          </a:p>
        </p:txBody>
      </p:sp>
      <p:sp>
        <p:nvSpPr>
          <p:cNvPr id="170" name="정육면체 169"/>
          <p:cNvSpPr/>
          <p:nvPr/>
        </p:nvSpPr>
        <p:spPr>
          <a:xfrm>
            <a:off x="822530" y="5771667"/>
            <a:ext cx="857718" cy="183468"/>
          </a:xfrm>
          <a:prstGeom prst="cube">
            <a:avLst/>
          </a:prstGeom>
          <a:solidFill>
            <a:schemeClr val="bg1">
              <a:lumMod val="50000"/>
              <a:alpha val="50000"/>
            </a:schemeClr>
          </a:solidFill>
          <a:ln w="63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6487" tIns="48244" rIns="96487" bIns="48244" rtlCol="0" anchor="ctr"/>
          <a:lstStyle/>
          <a:p>
            <a:pPr algn="ctr"/>
            <a:endParaRPr lang="ko-KR" altLang="en-US" sz="1700" dirty="0"/>
          </a:p>
        </p:txBody>
      </p:sp>
      <p:sp>
        <p:nvSpPr>
          <p:cNvPr id="171" name="TextBox 170"/>
          <p:cNvSpPr txBox="1"/>
          <p:nvPr/>
        </p:nvSpPr>
        <p:spPr>
          <a:xfrm>
            <a:off x="686477" y="6364689"/>
            <a:ext cx="128241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altLang="ko-KR" sz="900" dirty="0">
                <a:latin typeface="Rix모던고딕 L" panose="02020603020101020101" pitchFamily="18" charset="-127"/>
                <a:ea typeface="Rix모던고딕 L" panose="02020603020101020101" pitchFamily="18" charset="-127"/>
              </a:rPr>
              <a:t>1F</a:t>
            </a:r>
            <a:endParaRPr lang="ko-KR" altLang="en-US" sz="900" dirty="0">
              <a:latin typeface="Rix모던고딕 L" panose="02020603020101020101" pitchFamily="18" charset="-127"/>
              <a:ea typeface="Rix모던고딕 L" panose="02020603020101020101" pitchFamily="18" charset="-127"/>
            </a:endParaRPr>
          </a:p>
        </p:txBody>
      </p:sp>
      <p:sp>
        <p:nvSpPr>
          <p:cNvPr id="172" name="TextBox 171"/>
          <p:cNvSpPr txBox="1"/>
          <p:nvPr/>
        </p:nvSpPr>
        <p:spPr>
          <a:xfrm>
            <a:off x="691841" y="5808800"/>
            <a:ext cx="128241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altLang="ko-KR" sz="900" dirty="0">
                <a:latin typeface="Rix모던고딕 L" panose="02020603020101020101" pitchFamily="18" charset="-127"/>
                <a:ea typeface="Rix모던고딕 L" panose="02020603020101020101" pitchFamily="18" charset="-127"/>
              </a:rPr>
              <a:t>5F</a:t>
            </a:r>
            <a:endParaRPr lang="ko-KR" altLang="en-US" sz="900" dirty="0">
              <a:latin typeface="Rix모던고딕 L" panose="02020603020101020101" pitchFamily="18" charset="-127"/>
              <a:ea typeface="Rix모던고딕 L" panose="02020603020101020101" pitchFamily="18" charset="-127"/>
            </a:endParaRPr>
          </a:p>
        </p:txBody>
      </p:sp>
      <p:sp>
        <p:nvSpPr>
          <p:cNvPr id="173" name="TextBox 172"/>
          <p:cNvSpPr txBox="1"/>
          <p:nvPr/>
        </p:nvSpPr>
        <p:spPr>
          <a:xfrm>
            <a:off x="1095093" y="6231061"/>
            <a:ext cx="312585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ko-KR" altLang="en-US" sz="9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관제실</a:t>
            </a:r>
          </a:p>
        </p:txBody>
      </p:sp>
      <p:cxnSp>
        <p:nvCxnSpPr>
          <p:cNvPr id="174" name="직선 연결선 173"/>
          <p:cNvCxnSpPr/>
          <p:nvPr/>
        </p:nvCxnSpPr>
        <p:spPr>
          <a:xfrm>
            <a:off x="752097" y="6021258"/>
            <a:ext cx="0" cy="265129"/>
          </a:xfrm>
          <a:prstGeom prst="line">
            <a:avLst/>
          </a:prstGeom>
          <a:ln w="28575" cap="rnd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7" name="TextBox 286"/>
          <p:cNvSpPr txBox="1"/>
          <p:nvPr/>
        </p:nvSpPr>
        <p:spPr>
          <a:xfrm>
            <a:off x="3853807" y="5091584"/>
            <a:ext cx="198773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altLang="ko-KR" sz="900" dirty="0">
                <a:latin typeface="Rix모던고딕 L" panose="02020603020101020101" pitchFamily="18" charset="-127"/>
                <a:ea typeface="Rix모던고딕 L" panose="02020603020101020101" pitchFamily="18" charset="-127"/>
              </a:rPr>
              <a:t>10F</a:t>
            </a:r>
            <a:endParaRPr lang="ko-KR" altLang="en-US" sz="900" dirty="0">
              <a:latin typeface="Rix모던고딕 L" panose="02020603020101020101" pitchFamily="18" charset="-127"/>
              <a:ea typeface="Rix모던고딕 L" panose="02020603020101020101" pitchFamily="18" charset="-127"/>
            </a:endParaRPr>
          </a:p>
        </p:txBody>
      </p:sp>
      <p:sp>
        <p:nvSpPr>
          <p:cNvPr id="288" name="TextBox 287"/>
          <p:cNvSpPr txBox="1"/>
          <p:nvPr/>
        </p:nvSpPr>
        <p:spPr>
          <a:xfrm>
            <a:off x="3871956" y="6397689"/>
            <a:ext cx="128241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altLang="ko-KR" sz="900" dirty="0">
                <a:latin typeface="Rix모던고딕 L" panose="02020603020101020101" pitchFamily="18" charset="-127"/>
                <a:ea typeface="Rix모던고딕 L" panose="02020603020101020101" pitchFamily="18" charset="-127"/>
              </a:rPr>
              <a:t>1F</a:t>
            </a:r>
            <a:endParaRPr lang="ko-KR" altLang="en-US" sz="900" dirty="0">
              <a:latin typeface="Rix모던고딕 L" panose="02020603020101020101" pitchFamily="18" charset="-127"/>
              <a:ea typeface="Rix모던고딕 L" panose="02020603020101020101" pitchFamily="18" charset="-127"/>
            </a:endParaRPr>
          </a:p>
        </p:txBody>
      </p:sp>
      <p:cxnSp>
        <p:nvCxnSpPr>
          <p:cNvPr id="291" name="직선 연결선 290"/>
          <p:cNvCxnSpPr/>
          <p:nvPr/>
        </p:nvCxnSpPr>
        <p:spPr>
          <a:xfrm>
            <a:off x="3940216" y="5577908"/>
            <a:ext cx="0" cy="538098"/>
          </a:xfrm>
          <a:prstGeom prst="line">
            <a:avLst/>
          </a:prstGeom>
          <a:ln w="28575" cap="rnd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2" name="TextBox 291"/>
          <p:cNvSpPr txBox="1"/>
          <p:nvPr/>
        </p:nvSpPr>
        <p:spPr>
          <a:xfrm>
            <a:off x="3116125" y="6574107"/>
            <a:ext cx="506549" cy="1692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ko-KR" altLang="en-US" sz="11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리모델링</a:t>
            </a:r>
          </a:p>
        </p:txBody>
      </p:sp>
      <p:pic>
        <p:nvPicPr>
          <p:cNvPr id="294" name="Picture 37" descr="building_f_grey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12895" y="3993308"/>
            <a:ext cx="526044" cy="3942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95" name="직선 연결선 294"/>
          <p:cNvCxnSpPr>
            <a:stCxn id="158" idx="2"/>
            <a:endCxn id="163" idx="2"/>
          </p:cNvCxnSpPr>
          <p:nvPr/>
        </p:nvCxnSpPr>
        <p:spPr>
          <a:xfrm flipH="1" flipV="1">
            <a:off x="1250239" y="3473146"/>
            <a:ext cx="2067049" cy="470"/>
          </a:xfrm>
          <a:prstGeom prst="line">
            <a:avLst/>
          </a:prstGeom>
          <a:ln w="31750" cmpd="dbl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6" name="직선 연결선 295"/>
          <p:cNvCxnSpPr>
            <a:stCxn id="305" idx="0"/>
            <a:endCxn id="306" idx="4"/>
          </p:cNvCxnSpPr>
          <p:nvPr/>
        </p:nvCxnSpPr>
        <p:spPr>
          <a:xfrm flipV="1">
            <a:off x="1249705" y="3529354"/>
            <a:ext cx="0" cy="2192279"/>
          </a:xfrm>
          <a:prstGeom prst="line">
            <a:avLst/>
          </a:prstGeom>
          <a:ln w="31750" cmpd="dbl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7" name="직선 연결선 296"/>
          <p:cNvCxnSpPr>
            <a:stCxn id="305" idx="7"/>
            <a:endCxn id="192" idx="3"/>
          </p:cNvCxnSpPr>
          <p:nvPr/>
        </p:nvCxnSpPr>
        <p:spPr>
          <a:xfrm flipV="1">
            <a:off x="1282941" y="4209861"/>
            <a:ext cx="2006220" cy="1526255"/>
          </a:xfrm>
          <a:prstGeom prst="line">
            <a:avLst/>
          </a:prstGeom>
          <a:ln w="31750" cmpd="dbl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8" name="직선 연결선 297"/>
          <p:cNvCxnSpPr>
            <a:stCxn id="307" idx="4"/>
            <a:endCxn id="192" idx="0"/>
          </p:cNvCxnSpPr>
          <p:nvPr/>
        </p:nvCxnSpPr>
        <p:spPr>
          <a:xfrm>
            <a:off x="3322397" y="3533645"/>
            <a:ext cx="0" cy="591803"/>
          </a:xfrm>
          <a:prstGeom prst="line">
            <a:avLst/>
          </a:prstGeom>
          <a:ln w="31750" cmpd="dbl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99" name="Picture 37" descr="building_f_grey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7103" y="4524276"/>
            <a:ext cx="526044" cy="3942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1" name="Picture 37" descr="building_f_grey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7144" y="5421811"/>
            <a:ext cx="526044" cy="3942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02" name="직선 연결선 301"/>
          <p:cNvCxnSpPr>
            <a:stCxn id="305" idx="6"/>
            <a:endCxn id="301" idx="1"/>
          </p:cNvCxnSpPr>
          <p:nvPr/>
        </p:nvCxnSpPr>
        <p:spPr>
          <a:xfrm flipV="1">
            <a:off x="1296708" y="5618932"/>
            <a:ext cx="870436" cy="152149"/>
          </a:xfrm>
          <a:prstGeom prst="line">
            <a:avLst/>
          </a:prstGeom>
          <a:ln w="31750" cmpd="dbl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5" name="타원 304"/>
          <p:cNvSpPr/>
          <p:nvPr/>
        </p:nvSpPr>
        <p:spPr bwMode="auto">
          <a:xfrm>
            <a:off x="1202702" y="5721633"/>
            <a:ext cx="94006" cy="98896"/>
          </a:xfrm>
          <a:prstGeom prst="ellipse">
            <a:avLst/>
          </a:prstGeom>
          <a:solidFill>
            <a:schemeClr val="tx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ko-KR" altLang="en-US" sz="2100" dirty="0">
              <a:solidFill>
                <a:srgbClr val="333333"/>
              </a:solidFill>
              <a:latin typeface="산돌고딕B" pitchFamily="18" charset="-127"/>
              <a:ea typeface="산돌고딕B" pitchFamily="18" charset="-127"/>
            </a:endParaRPr>
          </a:p>
        </p:txBody>
      </p:sp>
      <p:sp>
        <p:nvSpPr>
          <p:cNvPr id="306" name="타원 305"/>
          <p:cNvSpPr/>
          <p:nvPr/>
        </p:nvSpPr>
        <p:spPr bwMode="auto">
          <a:xfrm>
            <a:off x="1202702" y="3430458"/>
            <a:ext cx="94006" cy="98896"/>
          </a:xfrm>
          <a:prstGeom prst="ellipse">
            <a:avLst/>
          </a:prstGeom>
          <a:solidFill>
            <a:schemeClr val="tx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ko-KR" altLang="en-US" sz="2100" dirty="0">
              <a:solidFill>
                <a:srgbClr val="333333"/>
              </a:solidFill>
              <a:latin typeface="산돌고딕B" pitchFamily="18" charset="-127"/>
              <a:ea typeface="산돌고딕B" pitchFamily="18" charset="-127"/>
            </a:endParaRPr>
          </a:p>
        </p:txBody>
      </p:sp>
      <p:sp>
        <p:nvSpPr>
          <p:cNvPr id="307" name="타원 306"/>
          <p:cNvSpPr/>
          <p:nvPr/>
        </p:nvSpPr>
        <p:spPr bwMode="auto">
          <a:xfrm>
            <a:off x="3275394" y="3434749"/>
            <a:ext cx="94006" cy="98896"/>
          </a:xfrm>
          <a:prstGeom prst="ellipse">
            <a:avLst/>
          </a:prstGeom>
          <a:solidFill>
            <a:schemeClr val="tx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ko-KR" altLang="en-US" sz="2100" dirty="0">
              <a:solidFill>
                <a:srgbClr val="333333"/>
              </a:solidFill>
              <a:latin typeface="산돌고딕B" pitchFamily="18" charset="-127"/>
              <a:ea typeface="산돌고딕B" pitchFamily="18" charset="-127"/>
            </a:endParaRPr>
          </a:p>
        </p:txBody>
      </p:sp>
      <p:pic>
        <p:nvPicPr>
          <p:cNvPr id="308" name="Picture 37" descr="building_f_grey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3721" y="4524276"/>
            <a:ext cx="526044" cy="3942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20" name="TextBox 319"/>
          <p:cNvSpPr txBox="1"/>
          <p:nvPr/>
        </p:nvSpPr>
        <p:spPr>
          <a:xfrm>
            <a:off x="8022420" y="6573362"/>
            <a:ext cx="312585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ko-KR" altLang="en-US" sz="9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관제실</a:t>
            </a:r>
          </a:p>
        </p:txBody>
      </p:sp>
      <p:sp>
        <p:nvSpPr>
          <p:cNvPr id="321" name="정육면체 320"/>
          <p:cNvSpPr/>
          <p:nvPr/>
        </p:nvSpPr>
        <p:spPr>
          <a:xfrm>
            <a:off x="5796344" y="6487254"/>
            <a:ext cx="857718" cy="183468"/>
          </a:xfrm>
          <a:prstGeom prst="cube">
            <a:avLst/>
          </a:prstGeom>
          <a:solidFill>
            <a:schemeClr val="bg1">
              <a:lumMod val="85000"/>
              <a:alpha val="50000"/>
            </a:schemeClr>
          </a:solidFill>
          <a:ln w="63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6487" tIns="48244" rIns="96487" bIns="48244" rtlCol="0" anchor="ctr"/>
          <a:lstStyle/>
          <a:p>
            <a:pPr algn="ctr"/>
            <a:endParaRPr lang="ko-KR" altLang="en-US" sz="1700" dirty="0"/>
          </a:p>
        </p:txBody>
      </p:sp>
      <p:sp>
        <p:nvSpPr>
          <p:cNvPr id="322" name="정육면체 321"/>
          <p:cNvSpPr/>
          <p:nvPr/>
        </p:nvSpPr>
        <p:spPr>
          <a:xfrm>
            <a:off x="5796344" y="6352684"/>
            <a:ext cx="857718" cy="183468"/>
          </a:xfrm>
          <a:prstGeom prst="cube">
            <a:avLst/>
          </a:prstGeom>
          <a:solidFill>
            <a:schemeClr val="bg1">
              <a:lumMod val="85000"/>
              <a:alpha val="50000"/>
            </a:schemeClr>
          </a:solidFill>
          <a:ln w="63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6487" tIns="48244" rIns="96487" bIns="48244" rtlCol="0" anchor="ctr"/>
          <a:lstStyle/>
          <a:p>
            <a:pPr algn="ctr"/>
            <a:endParaRPr lang="ko-KR" altLang="en-US" sz="1700" dirty="0"/>
          </a:p>
        </p:txBody>
      </p:sp>
      <p:sp>
        <p:nvSpPr>
          <p:cNvPr id="324" name="TextBox 323"/>
          <p:cNvSpPr txBox="1"/>
          <p:nvPr/>
        </p:nvSpPr>
        <p:spPr>
          <a:xfrm>
            <a:off x="7173774" y="5520295"/>
            <a:ext cx="496932" cy="1692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altLang="ko-KR" sz="1100" dirty="0" smtClean="0">
                <a:solidFill>
                  <a:srgbClr val="C00000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20G x 2</a:t>
            </a:r>
            <a:endParaRPr lang="ko-KR" altLang="en-US" sz="1100" dirty="0">
              <a:solidFill>
                <a:srgbClr val="C00000"/>
              </a:solidFill>
              <a:latin typeface="Rix모던고딕 B" panose="02020603020101020101" pitchFamily="18" charset="-127"/>
              <a:ea typeface="Rix모던고딕 B" panose="02020603020101020101" pitchFamily="18" charset="-127"/>
            </a:endParaRPr>
          </a:p>
        </p:txBody>
      </p:sp>
      <p:sp>
        <p:nvSpPr>
          <p:cNvPr id="326" name="모서리가 둥근 직사각형 325"/>
          <p:cNvSpPr/>
          <p:nvPr/>
        </p:nvSpPr>
        <p:spPr>
          <a:xfrm>
            <a:off x="8362231" y="3992281"/>
            <a:ext cx="559054" cy="172049"/>
          </a:xfrm>
          <a:prstGeom prst="roundRect">
            <a:avLst>
              <a:gd name="adj" fmla="val 0"/>
            </a:avLst>
          </a:prstGeom>
          <a:solidFill>
            <a:schemeClr val="accent5"/>
          </a:solidFill>
          <a:ln w="12700" cap="rnd" cmpd="sng">
            <a:noFill/>
            <a:prstDash val="solid"/>
            <a:headEnd type="none" w="lg" len="med"/>
            <a:tailEnd type="none" w="lg" len="med"/>
          </a:ln>
          <a:effectLst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none" lIns="0" tIns="0" rIns="0" bIns="0" anchor="ctr" anchorCtr="0">
            <a:scene3d>
              <a:camera prst="orthographicFront"/>
              <a:lightRig rig="threePt" dir="t"/>
            </a:scene3d>
            <a:sp3d>
              <a:bevelT w="1270" h="12700"/>
            </a:sp3d>
          </a:bodyPr>
          <a:lstStyle/>
          <a:p>
            <a:pPr algn="ctr" latinLnBrk="0"/>
            <a:r>
              <a:rPr lang="ko-KR" altLang="en-US" sz="1100" spc="-50" dirty="0">
                <a:gradFill flip="none" rotWithShape="1">
                  <a:gsLst>
                    <a:gs pos="0">
                      <a:prstClr val="white">
                        <a:lumMod val="0"/>
                        <a:lumOff val="100000"/>
                      </a:prstClr>
                    </a:gs>
                    <a:gs pos="100000">
                      <a:prstClr val="white">
                        <a:lumMod val="0"/>
                        <a:lumOff val="100000"/>
                      </a:prstClr>
                    </a:gs>
                  </a:gsLst>
                  <a:lin ang="6000000" scaled="0"/>
                  <a:tileRect/>
                </a:gra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시설본부</a:t>
            </a:r>
          </a:p>
        </p:txBody>
      </p:sp>
      <p:cxnSp>
        <p:nvCxnSpPr>
          <p:cNvPr id="330" name="직선 연결선 329"/>
          <p:cNvCxnSpPr/>
          <p:nvPr/>
        </p:nvCxnSpPr>
        <p:spPr>
          <a:xfrm>
            <a:off x="9414454" y="4117860"/>
            <a:ext cx="0" cy="265129"/>
          </a:xfrm>
          <a:prstGeom prst="line">
            <a:avLst/>
          </a:prstGeom>
          <a:ln w="28575" cap="rnd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31" name="Picture 37" descr="building_f_grey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28078" y="3250399"/>
            <a:ext cx="526044" cy="3942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32" name="직선 연결선 331"/>
          <p:cNvCxnSpPr>
            <a:stCxn id="331" idx="3"/>
          </p:cNvCxnSpPr>
          <p:nvPr/>
        </p:nvCxnSpPr>
        <p:spPr>
          <a:xfrm flipV="1">
            <a:off x="8554122" y="2834016"/>
            <a:ext cx="421844" cy="613503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3" name="직선 연결선 332"/>
          <p:cNvCxnSpPr>
            <a:stCxn id="331" idx="3"/>
          </p:cNvCxnSpPr>
          <p:nvPr/>
        </p:nvCxnSpPr>
        <p:spPr>
          <a:xfrm flipV="1">
            <a:off x="8554122" y="3161664"/>
            <a:ext cx="421844" cy="285855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4" name="직선 연결선 333"/>
          <p:cNvCxnSpPr>
            <a:stCxn id="331" idx="3"/>
          </p:cNvCxnSpPr>
          <p:nvPr/>
        </p:nvCxnSpPr>
        <p:spPr>
          <a:xfrm>
            <a:off x="8554122" y="3447518"/>
            <a:ext cx="421844" cy="3780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5" name="직선 연결선 334"/>
          <p:cNvCxnSpPr>
            <a:stCxn id="331" idx="3"/>
          </p:cNvCxnSpPr>
          <p:nvPr/>
        </p:nvCxnSpPr>
        <p:spPr>
          <a:xfrm>
            <a:off x="8554122" y="3447520"/>
            <a:ext cx="421844" cy="373151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36" name="Picture 37" descr="building_f_grey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61030" y="3249929"/>
            <a:ext cx="526044" cy="3942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37" name="모서리가 둥근 직사각형 336"/>
          <p:cNvSpPr/>
          <p:nvPr/>
        </p:nvSpPr>
        <p:spPr>
          <a:xfrm>
            <a:off x="8044913" y="3023683"/>
            <a:ext cx="533369" cy="171212"/>
          </a:xfrm>
          <a:prstGeom prst="roundRect">
            <a:avLst>
              <a:gd name="adj" fmla="val 0"/>
            </a:avLst>
          </a:prstGeom>
          <a:solidFill>
            <a:schemeClr val="accent5"/>
          </a:solidFill>
          <a:ln w="12700" cap="rnd" cmpd="sng">
            <a:noFill/>
            <a:prstDash val="solid"/>
            <a:headEnd type="none" w="lg" len="med"/>
            <a:tailEnd type="none" w="lg" len="med"/>
          </a:ln>
          <a:effectLst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none" lIns="0" tIns="0" rIns="0" bIns="0" anchor="ctr" anchorCtr="0">
            <a:scene3d>
              <a:camera prst="orthographicFront"/>
              <a:lightRig rig="threePt" dir="t"/>
            </a:scene3d>
            <a:sp3d>
              <a:bevelT w="1270" h="12700"/>
            </a:sp3d>
          </a:bodyPr>
          <a:lstStyle/>
          <a:p>
            <a:pPr algn="ctr" latinLnBrk="0"/>
            <a:r>
              <a:rPr lang="ko-KR" altLang="en-US" sz="1100" spc="-50" smtClean="0">
                <a:gradFill flip="none" rotWithShape="1">
                  <a:gsLst>
                    <a:gs pos="0">
                      <a:prstClr val="white">
                        <a:lumMod val="0"/>
                        <a:lumOff val="100000"/>
                      </a:prstClr>
                    </a:gs>
                    <a:gs pos="100000">
                      <a:prstClr val="white">
                        <a:lumMod val="0"/>
                        <a:lumOff val="100000"/>
                      </a:prstClr>
                    </a:gs>
                  </a:gsLst>
                  <a:lin ang="6000000" scaled="0"/>
                  <a:tileRect/>
                </a:gra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합참</a:t>
            </a:r>
            <a:endParaRPr lang="ko-KR" altLang="en-US" sz="1100" spc="-50" dirty="0">
              <a:gradFill flip="none" rotWithShape="1">
                <a:gsLst>
                  <a:gs pos="0">
                    <a:prstClr val="white">
                      <a:lumMod val="0"/>
                      <a:lumOff val="100000"/>
                    </a:prstClr>
                  </a:gs>
                  <a:gs pos="100000">
                    <a:prstClr val="white">
                      <a:lumMod val="0"/>
                      <a:lumOff val="100000"/>
                    </a:prstClr>
                  </a:gs>
                </a:gsLst>
                <a:lin ang="6000000" scaled="0"/>
                <a:tileRect/>
              </a:gradFill>
              <a:latin typeface="Rix모던고딕 B" panose="02020603020101020101" pitchFamily="18" charset="-127"/>
              <a:ea typeface="Rix모던고딕 B" panose="02020603020101020101" pitchFamily="18" charset="-127"/>
            </a:endParaRPr>
          </a:p>
        </p:txBody>
      </p:sp>
      <p:sp>
        <p:nvSpPr>
          <p:cNvPr id="338" name="모서리가 둥근 직사각형 337"/>
          <p:cNvSpPr/>
          <p:nvPr/>
        </p:nvSpPr>
        <p:spPr>
          <a:xfrm>
            <a:off x="5959799" y="3025043"/>
            <a:ext cx="533369" cy="171212"/>
          </a:xfrm>
          <a:prstGeom prst="roundRect">
            <a:avLst>
              <a:gd name="adj" fmla="val 0"/>
            </a:avLst>
          </a:prstGeom>
          <a:solidFill>
            <a:schemeClr val="accent5"/>
          </a:solidFill>
          <a:ln w="12700" cap="rnd" cmpd="sng">
            <a:noFill/>
            <a:prstDash val="solid"/>
            <a:headEnd type="none" w="lg" len="med"/>
            <a:tailEnd type="none" w="lg" len="med"/>
          </a:ln>
          <a:effectLst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none" lIns="0" tIns="0" rIns="0" bIns="0" anchor="ctr" anchorCtr="0">
            <a:scene3d>
              <a:camera prst="orthographicFront"/>
              <a:lightRig rig="threePt" dir="t"/>
            </a:scene3d>
            <a:sp3d>
              <a:bevelT w="1270" h="12700"/>
            </a:sp3d>
          </a:bodyPr>
          <a:lstStyle/>
          <a:p>
            <a:pPr algn="ctr" latinLnBrk="0"/>
            <a:r>
              <a:rPr lang="ko-KR" altLang="en-US" sz="1100" spc="-50" dirty="0" smtClean="0">
                <a:gradFill flip="none" rotWithShape="1">
                  <a:gsLst>
                    <a:gs pos="0">
                      <a:prstClr val="white">
                        <a:lumMod val="0"/>
                        <a:lumOff val="100000"/>
                      </a:prstClr>
                    </a:gs>
                    <a:gs pos="100000">
                      <a:prstClr val="white">
                        <a:lumMod val="0"/>
                        <a:lumOff val="100000"/>
                      </a:prstClr>
                    </a:gs>
                  </a:gsLst>
                  <a:lin ang="6000000" scaled="0"/>
                  <a:tileRect/>
                </a:gra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신관</a:t>
            </a:r>
            <a:endParaRPr lang="ko-KR" altLang="en-US" sz="1100" spc="-50" dirty="0">
              <a:gradFill flip="none" rotWithShape="1">
                <a:gsLst>
                  <a:gs pos="0">
                    <a:prstClr val="white">
                      <a:lumMod val="0"/>
                      <a:lumOff val="100000"/>
                    </a:prstClr>
                  </a:gs>
                  <a:gs pos="100000">
                    <a:prstClr val="white">
                      <a:lumMod val="0"/>
                      <a:lumOff val="100000"/>
                    </a:prstClr>
                  </a:gs>
                </a:gsLst>
                <a:lin ang="6000000" scaled="0"/>
                <a:tileRect/>
              </a:gradFill>
              <a:latin typeface="Rix모던고딕 B" panose="02020603020101020101" pitchFamily="18" charset="-127"/>
              <a:ea typeface="Rix모던고딕 B" panose="02020603020101020101" pitchFamily="18" charset="-127"/>
            </a:endParaRPr>
          </a:p>
        </p:txBody>
      </p:sp>
      <p:sp>
        <p:nvSpPr>
          <p:cNvPr id="339" name="정육면체 338"/>
          <p:cNvSpPr/>
          <p:nvPr/>
        </p:nvSpPr>
        <p:spPr>
          <a:xfrm>
            <a:off x="5796344" y="6214911"/>
            <a:ext cx="857718" cy="183468"/>
          </a:xfrm>
          <a:prstGeom prst="cube">
            <a:avLst/>
          </a:prstGeom>
          <a:solidFill>
            <a:schemeClr val="bg1">
              <a:lumMod val="85000"/>
              <a:alpha val="50000"/>
            </a:schemeClr>
          </a:solidFill>
          <a:ln w="63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6487" tIns="48244" rIns="96487" bIns="48244" rtlCol="0" anchor="ctr"/>
          <a:lstStyle/>
          <a:p>
            <a:pPr algn="ctr"/>
            <a:endParaRPr lang="ko-KR" altLang="en-US" sz="1700" dirty="0"/>
          </a:p>
        </p:txBody>
      </p:sp>
      <p:sp>
        <p:nvSpPr>
          <p:cNvPr id="340" name="정육면체 339"/>
          <p:cNvSpPr/>
          <p:nvPr/>
        </p:nvSpPr>
        <p:spPr>
          <a:xfrm>
            <a:off x="5796344" y="6080341"/>
            <a:ext cx="857718" cy="183468"/>
          </a:xfrm>
          <a:prstGeom prst="cube">
            <a:avLst/>
          </a:prstGeom>
          <a:solidFill>
            <a:schemeClr val="bg1">
              <a:lumMod val="85000"/>
              <a:alpha val="50000"/>
            </a:schemeClr>
          </a:solidFill>
          <a:ln w="63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6487" tIns="48244" rIns="96487" bIns="48244" rtlCol="0" anchor="ctr"/>
          <a:lstStyle/>
          <a:p>
            <a:pPr algn="ctr"/>
            <a:endParaRPr lang="ko-KR" altLang="en-US" sz="1700" dirty="0"/>
          </a:p>
        </p:txBody>
      </p:sp>
      <p:sp>
        <p:nvSpPr>
          <p:cNvPr id="341" name="정육면체 340"/>
          <p:cNvSpPr/>
          <p:nvPr/>
        </p:nvSpPr>
        <p:spPr>
          <a:xfrm>
            <a:off x="5796344" y="5942690"/>
            <a:ext cx="857718" cy="183468"/>
          </a:xfrm>
          <a:prstGeom prst="cube">
            <a:avLst/>
          </a:prstGeom>
          <a:solidFill>
            <a:schemeClr val="bg1">
              <a:lumMod val="85000"/>
              <a:alpha val="50000"/>
            </a:schemeClr>
          </a:solidFill>
          <a:ln w="63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6487" tIns="48244" rIns="96487" bIns="48244" rtlCol="0" anchor="ctr"/>
          <a:lstStyle/>
          <a:p>
            <a:pPr algn="ctr"/>
            <a:endParaRPr lang="ko-KR" altLang="en-US" sz="1700" dirty="0"/>
          </a:p>
        </p:txBody>
      </p:sp>
      <p:sp>
        <p:nvSpPr>
          <p:cNvPr id="342" name="TextBox 341"/>
          <p:cNvSpPr txBox="1"/>
          <p:nvPr/>
        </p:nvSpPr>
        <p:spPr>
          <a:xfrm>
            <a:off x="5660291" y="6535712"/>
            <a:ext cx="128241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altLang="ko-KR" sz="900" dirty="0">
                <a:latin typeface="Rix모던고딕 L" panose="02020603020101020101" pitchFamily="18" charset="-127"/>
                <a:ea typeface="Rix모던고딕 L" panose="02020603020101020101" pitchFamily="18" charset="-127"/>
              </a:rPr>
              <a:t>1F</a:t>
            </a:r>
            <a:endParaRPr lang="ko-KR" altLang="en-US" sz="900" dirty="0">
              <a:latin typeface="Rix모던고딕 L" panose="02020603020101020101" pitchFamily="18" charset="-127"/>
              <a:ea typeface="Rix모던고딕 L" panose="02020603020101020101" pitchFamily="18" charset="-127"/>
            </a:endParaRPr>
          </a:p>
        </p:txBody>
      </p:sp>
      <p:sp>
        <p:nvSpPr>
          <p:cNvPr id="343" name="TextBox 342"/>
          <p:cNvSpPr txBox="1"/>
          <p:nvPr/>
        </p:nvSpPr>
        <p:spPr>
          <a:xfrm>
            <a:off x="5665655" y="5979823"/>
            <a:ext cx="128241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altLang="ko-KR" sz="900" dirty="0">
                <a:latin typeface="Rix모던고딕 L" panose="02020603020101020101" pitchFamily="18" charset="-127"/>
                <a:ea typeface="Rix모던고딕 L" panose="02020603020101020101" pitchFamily="18" charset="-127"/>
              </a:rPr>
              <a:t>5F</a:t>
            </a:r>
            <a:endParaRPr lang="ko-KR" altLang="en-US" sz="900" dirty="0">
              <a:latin typeface="Rix모던고딕 L" panose="02020603020101020101" pitchFamily="18" charset="-127"/>
              <a:ea typeface="Rix모던고딕 L" panose="02020603020101020101" pitchFamily="18" charset="-127"/>
            </a:endParaRPr>
          </a:p>
        </p:txBody>
      </p:sp>
      <p:sp>
        <p:nvSpPr>
          <p:cNvPr id="344" name="TextBox 343"/>
          <p:cNvSpPr txBox="1"/>
          <p:nvPr/>
        </p:nvSpPr>
        <p:spPr>
          <a:xfrm>
            <a:off x="6068906" y="6402083"/>
            <a:ext cx="312585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ko-KR" altLang="en-US" sz="900" dirty="0">
                <a:solidFill>
                  <a:schemeClr val="bg1">
                    <a:lumMod val="65000"/>
                  </a:schemeClr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관제실</a:t>
            </a:r>
          </a:p>
        </p:txBody>
      </p:sp>
      <p:cxnSp>
        <p:nvCxnSpPr>
          <p:cNvPr id="345" name="직선 연결선 344"/>
          <p:cNvCxnSpPr/>
          <p:nvPr/>
        </p:nvCxnSpPr>
        <p:spPr>
          <a:xfrm>
            <a:off x="5725911" y="6192280"/>
            <a:ext cx="0" cy="265129"/>
          </a:xfrm>
          <a:prstGeom prst="line">
            <a:avLst/>
          </a:prstGeom>
          <a:ln w="28575" cap="rnd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3" name="TextBox 352"/>
          <p:cNvSpPr txBox="1"/>
          <p:nvPr/>
        </p:nvSpPr>
        <p:spPr>
          <a:xfrm>
            <a:off x="7772934" y="5325333"/>
            <a:ext cx="198773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altLang="ko-KR" sz="900" dirty="0">
                <a:latin typeface="Rix모던고딕 L" panose="02020603020101020101" pitchFamily="18" charset="-127"/>
                <a:ea typeface="Rix모던고딕 L" panose="02020603020101020101" pitchFamily="18" charset="-127"/>
              </a:rPr>
              <a:t>10F</a:t>
            </a:r>
            <a:endParaRPr lang="ko-KR" altLang="en-US" sz="900" dirty="0">
              <a:latin typeface="Rix모던고딕 L" panose="02020603020101020101" pitchFamily="18" charset="-127"/>
              <a:ea typeface="Rix모던고딕 L" panose="02020603020101020101" pitchFamily="18" charset="-127"/>
            </a:endParaRPr>
          </a:p>
        </p:txBody>
      </p:sp>
      <p:sp>
        <p:nvSpPr>
          <p:cNvPr id="356" name="모서리가 둥근 직사각형 355"/>
          <p:cNvSpPr/>
          <p:nvPr/>
        </p:nvSpPr>
        <p:spPr>
          <a:xfrm>
            <a:off x="7967405" y="5035499"/>
            <a:ext cx="858999" cy="250671"/>
          </a:xfrm>
          <a:prstGeom prst="roundRect">
            <a:avLst>
              <a:gd name="adj" fmla="val 0"/>
            </a:avLst>
          </a:prstGeom>
          <a:solidFill>
            <a:schemeClr val="accent5"/>
          </a:solidFill>
          <a:ln w="12700" cap="rnd" cmpd="sng">
            <a:noFill/>
            <a:prstDash val="solid"/>
            <a:headEnd type="none" w="lg" len="med"/>
            <a:tailEnd type="none" w="lg" len="med"/>
          </a:ln>
          <a:effectLst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none" lIns="0" tIns="0" rIns="0" bIns="0" anchor="ctr" anchorCtr="0">
            <a:scene3d>
              <a:camera prst="orthographicFront"/>
              <a:lightRig rig="threePt" dir="t"/>
            </a:scene3d>
            <a:sp3d>
              <a:bevelT w="1270" h="12700"/>
            </a:sp3d>
          </a:bodyPr>
          <a:lstStyle/>
          <a:p>
            <a:pPr algn="ctr" latinLnBrk="0"/>
            <a:r>
              <a:rPr lang="ko-KR" altLang="en-US" sz="1200" spc="-50" dirty="0" smtClean="0">
                <a:gradFill flip="none" rotWithShape="1">
                  <a:gsLst>
                    <a:gs pos="0">
                      <a:prstClr val="white">
                        <a:lumMod val="0"/>
                        <a:lumOff val="100000"/>
                      </a:prstClr>
                    </a:gs>
                    <a:gs pos="100000">
                      <a:prstClr val="white">
                        <a:lumMod val="0"/>
                        <a:lumOff val="100000"/>
                      </a:prstClr>
                    </a:gs>
                  </a:gsLst>
                  <a:lin ang="6000000" scaled="0"/>
                  <a:tileRect/>
                </a:gra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별관</a:t>
            </a:r>
            <a:r>
              <a:rPr lang="en-US" altLang="ko-KR" sz="1200" spc="-50" dirty="0" smtClean="0">
                <a:gradFill flip="none" rotWithShape="1">
                  <a:gsLst>
                    <a:gs pos="0">
                      <a:prstClr val="white">
                        <a:lumMod val="0"/>
                        <a:lumOff val="100000"/>
                      </a:prstClr>
                    </a:gs>
                    <a:gs pos="100000">
                      <a:prstClr val="white">
                        <a:lumMod val="0"/>
                        <a:lumOff val="100000"/>
                      </a:prstClr>
                    </a:gs>
                  </a:gsLst>
                  <a:lin ang="6000000" scaled="0"/>
                  <a:tileRect/>
                </a:gra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(A</a:t>
            </a:r>
            <a:r>
              <a:rPr lang="ko-KR" altLang="en-US" sz="1200" spc="-50" dirty="0" smtClean="0">
                <a:gradFill flip="none" rotWithShape="1">
                  <a:gsLst>
                    <a:gs pos="0">
                      <a:prstClr val="white">
                        <a:lumMod val="0"/>
                        <a:lumOff val="100000"/>
                      </a:prstClr>
                    </a:gs>
                    <a:gs pos="100000">
                      <a:prstClr val="white">
                        <a:lumMod val="0"/>
                        <a:lumOff val="100000"/>
                      </a:prstClr>
                    </a:gs>
                  </a:gsLst>
                  <a:lin ang="6000000" scaled="0"/>
                  <a:tileRect/>
                </a:gra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건물</a:t>
            </a:r>
            <a:r>
              <a:rPr lang="en-US" altLang="ko-KR" sz="1200" spc="-50" dirty="0" smtClean="0">
                <a:gradFill flip="none" rotWithShape="1">
                  <a:gsLst>
                    <a:gs pos="0">
                      <a:prstClr val="white">
                        <a:lumMod val="0"/>
                        <a:lumOff val="100000"/>
                      </a:prstClr>
                    </a:gs>
                    <a:gs pos="100000">
                      <a:prstClr val="white">
                        <a:lumMod val="0"/>
                        <a:lumOff val="100000"/>
                      </a:prstClr>
                    </a:gs>
                  </a:gsLst>
                  <a:lin ang="6000000" scaled="0"/>
                  <a:tileRect/>
                </a:gra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)</a:t>
            </a:r>
            <a:endParaRPr lang="ko-KR" altLang="en-US" sz="1200" spc="-50" dirty="0">
              <a:gradFill flip="none" rotWithShape="1">
                <a:gsLst>
                  <a:gs pos="0">
                    <a:prstClr val="white">
                      <a:lumMod val="0"/>
                      <a:lumOff val="100000"/>
                    </a:prstClr>
                  </a:gs>
                  <a:gs pos="100000">
                    <a:prstClr val="white">
                      <a:lumMod val="0"/>
                      <a:lumOff val="100000"/>
                    </a:prstClr>
                  </a:gs>
                </a:gsLst>
                <a:lin ang="6000000" scaled="0"/>
                <a:tileRect/>
              </a:gradFill>
              <a:latin typeface="Rix모던고딕 B" panose="02020603020101020101" pitchFamily="18" charset="-127"/>
              <a:ea typeface="Rix모던고딕 B" panose="02020603020101020101" pitchFamily="18" charset="-127"/>
            </a:endParaRPr>
          </a:p>
        </p:txBody>
      </p:sp>
      <p:cxnSp>
        <p:nvCxnSpPr>
          <p:cNvPr id="357" name="직선 연결선 356"/>
          <p:cNvCxnSpPr/>
          <p:nvPr/>
        </p:nvCxnSpPr>
        <p:spPr>
          <a:xfrm>
            <a:off x="7873631" y="5748931"/>
            <a:ext cx="0" cy="538098"/>
          </a:xfrm>
          <a:prstGeom prst="line">
            <a:avLst/>
          </a:prstGeom>
          <a:ln w="28575" cap="rnd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59" name="Picture 37" descr="building_f_grey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86709" y="4164331"/>
            <a:ext cx="526044" cy="3942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60" name="직선 연결선 359"/>
          <p:cNvCxnSpPr>
            <a:stCxn id="331" idx="2"/>
            <a:endCxn id="336" idx="2"/>
          </p:cNvCxnSpPr>
          <p:nvPr/>
        </p:nvCxnSpPr>
        <p:spPr>
          <a:xfrm flipH="1" flipV="1">
            <a:off x="6224052" y="3644169"/>
            <a:ext cx="2067049" cy="470"/>
          </a:xfrm>
          <a:prstGeom prst="line">
            <a:avLst/>
          </a:prstGeom>
          <a:ln w="31750" cmpd="dbl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1" name="직선 연결선 360"/>
          <p:cNvCxnSpPr>
            <a:stCxn id="370" idx="0"/>
            <a:endCxn id="371" idx="4"/>
          </p:cNvCxnSpPr>
          <p:nvPr/>
        </p:nvCxnSpPr>
        <p:spPr>
          <a:xfrm flipV="1">
            <a:off x="6223520" y="3700377"/>
            <a:ext cx="0" cy="2192278"/>
          </a:xfrm>
          <a:prstGeom prst="line">
            <a:avLst/>
          </a:prstGeom>
          <a:ln w="31750" cmpd="dbl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2" name="직선 연결선 361"/>
          <p:cNvCxnSpPr>
            <a:stCxn id="370" idx="7"/>
            <a:endCxn id="164" idx="3"/>
          </p:cNvCxnSpPr>
          <p:nvPr/>
        </p:nvCxnSpPr>
        <p:spPr>
          <a:xfrm flipV="1">
            <a:off x="6256756" y="4386194"/>
            <a:ext cx="1990108" cy="1520944"/>
          </a:xfrm>
          <a:prstGeom prst="line">
            <a:avLst/>
          </a:prstGeom>
          <a:ln w="31750" cmpd="dbl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3" name="직선 연결선 362"/>
          <p:cNvCxnSpPr>
            <a:stCxn id="372" idx="4"/>
            <a:endCxn id="164" idx="0"/>
          </p:cNvCxnSpPr>
          <p:nvPr/>
        </p:nvCxnSpPr>
        <p:spPr>
          <a:xfrm>
            <a:off x="8280100" y="3700377"/>
            <a:ext cx="0" cy="601404"/>
          </a:xfrm>
          <a:prstGeom prst="line">
            <a:avLst/>
          </a:prstGeom>
          <a:ln w="31750" cmpd="dbl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64" name="Picture 37" descr="building_f_grey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70918" y="4695299"/>
            <a:ext cx="526044" cy="3942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65" name="모서리가 둥근 직사각형 364"/>
          <p:cNvSpPr/>
          <p:nvPr/>
        </p:nvSpPr>
        <p:spPr>
          <a:xfrm>
            <a:off x="7091583" y="4524036"/>
            <a:ext cx="626220" cy="171212"/>
          </a:xfrm>
          <a:prstGeom prst="roundRect">
            <a:avLst>
              <a:gd name="adj" fmla="val 0"/>
            </a:avLst>
          </a:prstGeom>
          <a:solidFill>
            <a:schemeClr val="accent5"/>
          </a:solidFill>
          <a:ln w="12700" cap="rnd" cmpd="sng">
            <a:noFill/>
            <a:prstDash val="solid"/>
            <a:headEnd type="none" w="lg" len="med"/>
            <a:tailEnd type="none" w="lg" len="med"/>
          </a:ln>
          <a:effectLst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none" lIns="0" tIns="0" rIns="0" bIns="0" anchor="ctr" anchorCtr="0">
            <a:scene3d>
              <a:camera prst="orthographicFront"/>
              <a:lightRig rig="threePt" dir="t"/>
            </a:scene3d>
            <a:sp3d>
              <a:bevelT w="1270" h="12700"/>
            </a:sp3d>
          </a:bodyPr>
          <a:lstStyle/>
          <a:p>
            <a:pPr algn="ctr" latinLnBrk="0"/>
            <a:r>
              <a:rPr lang="ko-KR" altLang="en-US" sz="1100" spc="-50" dirty="0" smtClean="0">
                <a:gradFill flip="none" rotWithShape="1">
                  <a:gsLst>
                    <a:gs pos="0">
                      <a:prstClr val="white">
                        <a:lumMod val="0"/>
                        <a:lumOff val="100000"/>
                      </a:prstClr>
                    </a:gs>
                    <a:gs pos="100000">
                      <a:prstClr val="white">
                        <a:lumMod val="0"/>
                        <a:lumOff val="100000"/>
                      </a:prstClr>
                    </a:gs>
                  </a:gsLst>
                  <a:lin ang="6000000" scaled="0"/>
                  <a:tileRect/>
                </a:gra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기타</a:t>
            </a:r>
            <a:r>
              <a:rPr lang="en-US" altLang="ko-KR" sz="1100" spc="-50" dirty="0" smtClean="0">
                <a:gradFill flip="none" rotWithShape="1">
                  <a:gsLst>
                    <a:gs pos="0">
                      <a:prstClr val="white">
                        <a:lumMod val="0"/>
                        <a:lumOff val="100000"/>
                      </a:prstClr>
                    </a:gs>
                    <a:gs pos="100000">
                      <a:prstClr val="white">
                        <a:lumMod val="0"/>
                        <a:lumOff val="100000"/>
                      </a:prstClr>
                    </a:gs>
                  </a:gsLst>
                  <a:lin ang="6000000" scaled="0"/>
                  <a:tileRect/>
                </a:gra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 </a:t>
            </a:r>
            <a:r>
              <a:rPr lang="ko-KR" altLang="en-US" sz="1100" spc="-50" dirty="0" smtClean="0">
                <a:gradFill flip="none" rotWithShape="1">
                  <a:gsLst>
                    <a:gs pos="0">
                      <a:prstClr val="white">
                        <a:lumMod val="0"/>
                        <a:lumOff val="100000"/>
                      </a:prstClr>
                    </a:gs>
                    <a:gs pos="100000">
                      <a:prstClr val="white">
                        <a:lumMod val="0"/>
                        <a:lumOff val="100000"/>
                      </a:prstClr>
                    </a:gs>
                  </a:gsLst>
                  <a:lin ang="6000000" scaled="0"/>
                  <a:tileRect/>
                </a:gra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건물</a:t>
            </a:r>
            <a:endParaRPr lang="ko-KR" altLang="en-US" sz="1100" spc="-50" dirty="0">
              <a:gradFill flip="none" rotWithShape="1">
                <a:gsLst>
                  <a:gs pos="0">
                    <a:prstClr val="white">
                      <a:lumMod val="0"/>
                      <a:lumOff val="100000"/>
                    </a:prstClr>
                  </a:gs>
                  <a:gs pos="100000">
                    <a:prstClr val="white">
                      <a:lumMod val="0"/>
                      <a:lumOff val="100000"/>
                    </a:prstClr>
                  </a:gs>
                </a:gsLst>
                <a:lin ang="6000000" scaled="0"/>
                <a:tileRect/>
              </a:gradFill>
              <a:latin typeface="Rix모던고딕 B" panose="02020603020101020101" pitchFamily="18" charset="-127"/>
              <a:ea typeface="Rix모던고딕 B" panose="02020603020101020101" pitchFamily="18" charset="-127"/>
            </a:endParaRPr>
          </a:p>
        </p:txBody>
      </p:sp>
      <p:pic>
        <p:nvPicPr>
          <p:cNvPr id="366" name="Picture 37" descr="building_f_grey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40958" y="5704992"/>
            <a:ext cx="526044" cy="3942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67" name="직선 연결선 366"/>
          <p:cNvCxnSpPr>
            <a:stCxn id="370" idx="2"/>
            <a:endCxn id="366" idx="1"/>
          </p:cNvCxnSpPr>
          <p:nvPr/>
        </p:nvCxnSpPr>
        <p:spPr>
          <a:xfrm flipV="1">
            <a:off x="6176517" y="5902113"/>
            <a:ext cx="964441" cy="39990"/>
          </a:xfrm>
          <a:prstGeom prst="line">
            <a:avLst/>
          </a:prstGeom>
          <a:ln w="31750" cmpd="dbl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8" name="모서리가 둥근 직사각형 367"/>
          <p:cNvSpPr/>
          <p:nvPr/>
        </p:nvSpPr>
        <p:spPr>
          <a:xfrm>
            <a:off x="6881545" y="6106674"/>
            <a:ext cx="935545" cy="171212"/>
          </a:xfrm>
          <a:prstGeom prst="roundRect">
            <a:avLst>
              <a:gd name="adj" fmla="val 0"/>
            </a:avLst>
          </a:prstGeom>
          <a:solidFill>
            <a:schemeClr val="accent5"/>
          </a:solidFill>
          <a:ln w="12700" cap="rnd" cmpd="sng">
            <a:noFill/>
            <a:prstDash val="solid"/>
            <a:headEnd type="none" w="lg" len="med"/>
            <a:tailEnd type="none" w="lg" len="med"/>
          </a:ln>
          <a:effectLst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none" lIns="0" tIns="0" rIns="0" bIns="0" anchor="ctr" anchorCtr="0">
            <a:scene3d>
              <a:camera prst="orthographicFront"/>
              <a:lightRig rig="threePt" dir="t"/>
            </a:scene3d>
            <a:sp3d>
              <a:bevelT w="1270" h="12700"/>
            </a:sp3d>
          </a:bodyPr>
          <a:lstStyle/>
          <a:p>
            <a:pPr algn="ctr" latinLnBrk="0"/>
            <a:r>
              <a:rPr lang="ko-KR" altLang="en-US" sz="1100" spc="-50" dirty="0" smtClean="0">
                <a:gradFill flip="none" rotWithShape="1">
                  <a:gsLst>
                    <a:gs pos="0">
                      <a:prstClr val="white">
                        <a:lumMod val="0"/>
                        <a:lumOff val="100000"/>
                      </a:prstClr>
                    </a:gs>
                    <a:gs pos="100000">
                      <a:prstClr val="white">
                        <a:lumMod val="0"/>
                        <a:lumOff val="100000"/>
                      </a:prstClr>
                    </a:gs>
                  </a:gsLst>
                  <a:lin ang="6000000" scaled="0"/>
                  <a:tileRect/>
                </a:gra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기록관실</a:t>
            </a:r>
            <a:r>
              <a:rPr lang="en-US" altLang="ko-KR" sz="1100" spc="-50" dirty="0" smtClean="0">
                <a:gradFill flip="none" rotWithShape="1">
                  <a:gsLst>
                    <a:gs pos="0">
                      <a:prstClr val="white">
                        <a:lumMod val="0"/>
                        <a:lumOff val="100000"/>
                      </a:prstClr>
                    </a:gs>
                    <a:gs pos="100000">
                      <a:prstClr val="white">
                        <a:lumMod val="0"/>
                        <a:lumOff val="100000"/>
                      </a:prstClr>
                    </a:gs>
                  </a:gsLst>
                  <a:lin ang="6000000" scaled="0"/>
                  <a:tileRect/>
                </a:gra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(B</a:t>
            </a:r>
            <a:r>
              <a:rPr lang="ko-KR" altLang="en-US" sz="1100" spc="-50" dirty="0" smtClean="0">
                <a:gradFill flip="none" rotWithShape="1">
                  <a:gsLst>
                    <a:gs pos="0">
                      <a:prstClr val="white">
                        <a:lumMod val="0"/>
                        <a:lumOff val="100000"/>
                      </a:prstClr>
                    </a:gs>
                    <a:gs pos="100000">
                      <a:prstClr val="white">
                        <a:lumMod val="0"/>
                        <a:lumOff val="100000"/>
                      </a:prstClr>
                    </a:gs>
                  </a:gsLst>
                  <a:lin ang="6000000" scaled="0"/>
                  <a:tileRect/>
                </a:gra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건물</a:t>
            </a:r>
            <a:r>
              <a:rPr lang="en-US" altLang="ko-KR" sz="1100" spc="-50" dirty="0" smtClean="0">
                <a:gradFill flip="none" rotWithShape="1">
                  <a:gsLst>
                    <a:gs pos="0">
                      <a:prstClr val="white">
                        <a:lumMod val="0"/>
                        <a:lumOff val="100000"/>
                      </a:prstClr>
                    </a:gs>
                    <a:gs pos="100000">
                      <a:prstClr val="white">
                        <a:lumMod val="0"/>
                        <a:lumOff val="100000"/>
                      </a:prstClr>
                    </a:gs>
                  </a:gsLst>
                  <a:lin ang="6000000" scaled="0"/>
                  <a:tileRect/>
                </a:gra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)</a:t>
            </a:r>
            <a:endParaRPr lang="ko-KR" altLang="en-US" sz="1100" spc="-50" dirty="0">
              <a:gradFill flip="none" rotWithShape="1">
                <a:gsLst>
                  <a:gs pos="0">
                    <a:prstClr val="white">
                      <a:lumMod val="0"/>
                      <a:lumOff val="100000"/>
                    </a:prstClr>
                  </a:gs>
                  <a:gs pos="100000">
                    <a:prstClr val="white">
                      <a:lumMod val="0"/>
                      <a:lumOff val="100000"/>
                    </a:prstClr>
                  </a:gs>
                </a:gsLst>
                <a:lin ang="6000000" scaled="0"/>
                <a:tileRect/>
              </a:gradFill>
              <a:latin typeface="Rix모던고딕 B" panose="02020603020101020101" pitchFamily="18" charset="-127"/>
              <a:ea typeface="Rix모던고딕 B" panose="02020603020101020101" pitchFamily="18" charset="-127"/>
            </a:endParaRPr>
          </a:p>
        </p:txBody>
      </p:sp>
      <p:sp>
        <p:nvSpPr>
          <p:cNvPr id="369" name="모서리가 둥근 직사각형 368"/>
          <p:cNvSpPr/>
          <p:nvPr/>
        </p:nvSpPr>
        <p:spPr>
          <a:xfrm>
            <a:off x="5738454" y="6709020"/>
            <a:ext cx="973496" cy="171212"/>
          </a:xfrm>
          <a:prstGeom prst="roundRect">
            <a:avLst>
              <a:gd name="adj" fmla="val 0"/>
            </a:avLst>
          </a:prstGeom>
          <a:solidFill>
            <a:schemeClr val="accent5"/>
          </a:solidFill>
          <a:ln w="12700" cap="rnd" cmpd="sng">
            <a:noFill/>
            <a:prstDash val="solid"/>
            <a:headEnd type="none" w="lg" len="med"/>
            <a:tailEnd type="none" w="lg" len="med"/>
          </a:ln>
          <a:effectLst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none" lIns="0" tIns="0" rIns="0" bIns="0" anchor="ctr" anchorCtr="0">
            <a:scene3d>
              <a:camera prst="orthographicFront"/>
              <a:lightRig rig="threePt" dir="t"/>
            </a:scene3d>
            <a:sp3d>
              <a:bevelT w="1270" h="12700"/>
            </a:sp3d>
          </a:bodyPr>
          <a:lstStyle/>
          <a:p>
            <a:pPr algn="ctr" latinLnBrk="0"/>
            <a:r>
              <a:rPr lang="ko-KR" altLang="en-US" sz="1100" spc="-50" dirty="0" err="1" smtClean="0">
                <a:gradFill flip="none" rotWithShape="1">
                  <a:gsLst>
                    <a:gs pos="0">
                      <a:prstClr val="white">
                        <a:lumMod val="0"/>
                        <a:lumOff val="100000"/>
                      </a:prstClr>
                    </a:gs>
                    <a:gs pos="100000">
                      <a:prstClr val="white">
                        <a:lumMod val="0"/>
                        <a:lumOff val="100000"/>
                      </a:prstClr>
                    </a:gs>
                  </a:gsLst>
                  <a:lin ang="6000000" scaled="0"/>
                  <a:tileRect/>
                </a:gra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국전원</a:t>
            </a:r>
            <a:r>
              <a:rPr lang="en-US" altLang="ko-KR" sz="1100" spc="-50" dirty="0" smtClean="0">
                <a:gradFill flip="none" rotWithShape="1">
                  <a:gsLst>
                    <a:gs pos="0">
                      <a:prstClr val="white">
                        <a:lumMod val="0"/>
                        <a:lumOff val="100000"/>
                      </a:prstClr>
                    </a:gs>
                    <a:gs pos="100000">
                      <a:prstClr val="white">
                        <a:lumMod val="0"/>
                        <a:lumOff val="100000"/>
                      </a:prstClr>
                    </a:gs>
                  </a:gsLst>
                  <a:lin ang="6000000" scaled="0"/>
                  <a:tileRect/>
                </a:gra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(C</a:t>
            </a:r>
            <a:r>
              <a:rPr lang="ko-KR" altLang="en-US" sz="1100" spc="-50" dirty="0" smtClean="0">
                <a:gradFill flip="none" rotWithShape="1">
                  <a:gsLst>
                    <a:gs pos="0">
                      <a:prstClr val="white">
                        <a:lumMod val="0"/>
                        <a:lumOff val="100000"/>
                      </a:prstClr>
                    </a:gs>
                    <a:gs pos="100000">
                      <a:prstClr val="white">
                        <a:lumMod val="0"/>
                        <a:lumOff val="100000"/>
                      </a:prstClr>
                    </a:gs>
                  </a:gsLst>
                  <a:lin ang="6000000" scaled="0"/>
                  <a:tileRect/>
                </a:gra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건물</a:t>
            </a:r>
            <a:r>
              <a:rPr lang="en-US" altLang="ko-KR" sz="1100" spc="-50" dirty="0" smtClean="0">
                <a:gradFill flip="none" rotWithShape="1">
                  <a:gsLst>
                    <a:gs pos="0">
                      <a:prstClr val="white">
                        <a:lumMod val="0"/>
                        <a:lumOff val="100000"/>
                      </a:prstClr>
                    </a:gs>
                    <a:gs pos="100000">
                      <a:prstClr val="white">
                        <a:lumMod val="0"/>
                        <a:lumOff val="100000"/>
                      </a:prstClr>
                    </a:gs>
                  </a:gsLst>
                  <a:lin ang="6000000" scaled="0"/>
                  <a:tileRect/>
                </a:gra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)</a:t>
            </a:r>
            <a:endParaRPr lang="ko-KR" altLang="en-US" sz="1100" spc="-50" dirty="0">
              <a:gradFill flip="none" rotWithShape="1">
                <a:gsLst>
                  <a:gs pos="0">
                    <a:prstClr val="white">
                      <a:lumMod val="0"/>
                      <a:lumOff val="100000"/>
                    </a:prstClr>
                  </a:gs>
                  <a:gs pos="100000">
                    <a:prstClr val="white">
                      <a:lumMod val="0"/>
                      <a:lumOff val="100000"/>
                    </a:prstClr>
                  </a:gs>
                </a:gsLst>
                <a:lin ang="6000000" scaled="0"/>
                <a:tileRect/>
              </a:gradFill>
              <a:latin typeface="Rix모던고딕 B" panose="02020603020101020101" pitchFamily="18" charset="-127"/>
              <a:ea typeface="Rix모던고딕 B" panose="02020603020101020101" pitchFamily="18" charset="-127"/>
            </a:endParaRPr>
          </a:p>
        </p:txBody>
      </p:sp>
      <p:sp>
        <p:nvSpPr>
          <p:cNvPr id="370" name="타원 369"/>
          <p:cNvSpPr/>
          <p:nvPr/>
        </p:nvSpPr>
        <p:spPr bwMode="auto">
          <a:xfrm>
            <a:off x="6176517" y="5892655"/>
            <a:ext cx="94006" cy="98896"/>
          </a:xfrm>
          <a:prstGeom prst="ellipse">
            <a:avLst/>
          </a:prstGeom>
          <a:solidFill>
            <a:schemeClr val="tx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ko-KR" altLang="en-US" sz="2100" dirty="0">
              <a:solidFill>
                <a:srgbClr val="333333"/>
              </a:solidFill>
              <a:latin typeface="산돌고딕B" pitchFamily="18" charset="-127"/>
              <a:ea typeface="산돌고딕B" pitchFamily="18" charset="-127"/>
            </a:endParaRPr>
          </a:p>
        </p:txBody>
      </p:sp>
      <p:sp>
        <p:nvSpPr>
          <p:cNvPr id="371" name="타원 370"/>
          <p:cNvSpPr/>
          <p:nvPr/>
        </p:nvSpPr>
        <p:spPr bwMode="auto">
          <a:xfrm>
            <a:off x="6176517" y="3601481"/>
            <a:ext cx="94006" cy="98896"/>
          </a:xfrm>
          <a:prstGeom prst="ellipse">
            <a:avLst/>
          </a:prstGeom>
          <a:solidFill>
            <a:schemeClr val="tx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ko-KR" altLang="en-US" sz="2100" dirty="0">
              <a:solidFill>
                <a:srgbClr val="333333"/>
              </a:solidFill>
              <a:latin typeface="산돌고딕B" pitchFamily="18" charset="-127"/>
              <a:ea typeface="산돌고딕B" pitchFamily="18" charset="-127"/>
            </a:endParaRPr>
          </a:p>
        </p:txBody>
      </p:sp>
      <p:sp>
        <p:nvSpPr>
          <p:cNvPr id="372" name="타원 371"/>
          <p:cNvSpPr/>
          <p:nvPr/>
        </p:nvSpPr>
        <p:spPr bwMode="auto">
          <a:xfrm>
            <a:off x="8233097" y="3601481"/>
            <a:ext cx="94006" cy="98896"/>
          </a:xfrm>
          <a:prstGeom prst="ellipse">
            <a:avLst/>
          </a:prstGeom>
          <a:solidFill>
            <a:schemeClr val="tx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ko-KR" altLang="en-US" sz="2100" dirty="0">
              <a:solidFill>
                <a:srgbClr val="333333"/>
              </a:solidFill>
              <a:latin typeface="산돌고딕B" pitchFamily="18" charset="-127"/>
              <a:ea typeface="산돌고딕B" pitchFamily="18" charset="-127"/>
            </a:endParaRPr>
          </a:p>
        </p:txBody>
      </p:sp>
      <p:pic>
        <p:nvPicPr>
          <p:cNvPr id="373" name="Picture 37" descr="building_f_grey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57535" y="4695299"/>
            <a:ext cx="526044" cy="3942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74" name="모서리가 둥근 직사각형 373"/>
          <p:cNvSpPr/>
          <p:nvPr/>
        </p:nvSpPr>
        <p:spPr>
          <a:xfrm>
            <a:off x="6281873" y="4524036"/>
            <a:ext cx="580899" cy="171212"/>
          </a:xfrm>
          <a:prstGeom prst="roundRect">
            <a:avLst>
              <a:gd name="adj" fmla="val 0"/>
            </a:avLst>
          </a:prstGeom>
          <a:solidFill>
            <a:schemeClr val="accent5"/>
          </a:solidFill>
          <a:ln w="12700" cap="rnd" cmpd="sng">
            <a:noFill/>
            <a:prstDash val="solid"/>
            <a:headEnd type="none" w="lg" len="med"/>
            <a:tailEnd type="none" w="lg" len="med"/>
          </a:ln>
          <a:effectLst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none" lIns="0" tIns="0" rIns="0" bIns="0" anchor="ctr" anchorCtr="0">
            <a:scene3d>
              <a:camera prst="orthographicFront"/>
              <a:lightRig rig="threePt" dir="t"/>
            </a:scene3d>
            <a:sp3d>
              <a:bevelT w="1270" h="12700"/>
            </a:sp3d>
          </a:bodyPr>
          <a:lstStyle/>
          <a:p>
            <a:pPr algn="ctr" latinLnBrk="0"/>
            <a:r>
              <a:rPr lang="ko-KR" altLang="en-US" sz="1100" spc="-50" dirty="0">
                <a:gradFill flip="none" rotWithShape="1">
                  <a:gsLst>
                    <a:gs pos="0">
                      <a:prstClr val="white">
                        <a:lumMod val="0"/>
                        <a:lumOff val="100000"/>
                      </a:prstClr>
                    </a:gs>
                    <a:gs pos="100000">
                      <a:prstClr val="white">
                        <a:lumMod val="0"/>
                        <a:lumOff val="100000"/>
                      </a:prstClr>
                    </a:gs>
                  </a:gsLst>
                  <a:lin ang="6000000" scaled="0"/>
                  <a:tileRect/>
                </a:gra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조사본부</a:t>
            </a:r>
          </a:p>
        </p:txBody>
      </p:sp>
      <p:cxnSp>
        <p:nvCxnSpPr>
          <p:cNvPr id="375" name="직선 연결선 374"/>
          <p:cNvCxnSpPr>
            <a:stCxn id="370" idx="6"/>
            <a:endCxn id="356" idx="1"/>
          </p:cNvCxnSpPr>
          <p:nvPr/>
        </p:nvCxnSpPr>
        <p:spPr>
          <a:xfrm flipV="1">
            <a:off x="6270523" y="5160835"/>
            <a:ext cx="1696882" cy="781268"/>
          </a:xfrm>
          <a:prstGeom prst="line">
            <a:avLst/>
          </a:prstGeom>
          <a:ln w="38100" cmpd="dbl">
            <a:solidFill>
              <a:srgbClr val="C0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6" name="직사각형 375"/>
          <p:cNvSpPr/>
          <p:nvPr/>
        </p:nvSpPr>
        <p:spPr>
          <a:xfrm>
            <a:off x="8945894" y="5738070"/>
            <a:ext cx="865678" cy="182824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7987" tIns="37987" rIns="37987" bIns="37987" rtlCol="0" anchor="ctr"/>
          <a:lstStyle/>
          <a:p>
            <a:pPr algn="ctr"/>
            <a:r>
              <a:rPr lang="en-US" altLang="ko-KR" sz="900" dirty="0" smtClean="0">
                <a:solidFill>
                  <a:schemeClr val="tx1"/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C </a:t>
            </a:r>
            <a:r>
              <a:rPr lang="ko-KR" altLang="en-US" sz="900" dirty="0" smtClean="0">
                <a:solidFill>
                  <a:schemeClr val="tx1"/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기관</a:t>
            </a:r>
            <a:endParaRPr lang="ko-KR" altLang="en-US" sz="900" dirty="0">
              <a:solidFill>
                <a:schemeClr val="tx1"/>
              </a:solidFill>
              <a:latin typeface="Rix모던고딕 M" panose="02020603020101020101" pitchFamily="18" charset="-127"/>
              <a:ea typeface="Rix모던고딕 M" panose="02020603020101020101" pitchFamily="18" charset="-127"/>
            </a:endParaRPr>
          </a:p>
        </p:txBody>
      </p:sp>
      <p:sp>
        <p:nvSpPr>
          <p:cNvPr id="377" name="직사각형 376"/>
          <p:cNvSpPr/>
          <p:nvPr/>
        </p:nvSpPr>
        <p:spPr>
          <a:xfrm>
            <a:off x="8946438" y="6095341"/>
            <a:ext cx="865678" cy="182824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7987" tIns="37987" rIns="37987" bIns="37987" rtlCol="0" anchor="ctr"/>
          <a:lstStyle/>
          <a:p>
            <a:pPr algn="ctr"/>
            <a:r>
              <a:rPr lang="en-US" altLang="ko-KR" sz="900" dirty="0" smtClean="0">
                <a:solidFill>
                  <a:schemeClr val="tx1"/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B </a:t>
            </a:r>
            <a:r>
              <a:rPr lang="ko-KR" altLang="en-US" sz="900" dirty="0" smtClean="0">
                <a:solidFill>
                  <a:schemeClr val="tx1"/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기관</a:t>
            </a:r>
            <a:endParaRPr lang="ko-KR" altLang="en-US" sz="900" dirty="0">
              <a:solidFill>
                <a:schemeClr val="tx1"/>
              </a:solidFill>
              <a:latin typeface="Rix모던고딕 M" panose="02020603020101020101" pitchFamily="18" charset="-127"/>
              <a:ea typeface="Rix모던고딕 M" panose="02020603020101020101" pitchFamily="18" charset="-127"/>
            </a:endParaRPr>
          </a:p>
        </p:txBody>
      </p:sp>
      <p:sp>
        <p:nvSpPr>
          <p:cNvPr id="378" name="직사각형 377"/>
          <p:cNvSpPr/>
          <p:nvPr/>
        </p:nvSpPr>
        <p:spPr>
          <a:xfrm>
            <a:off x="8939625" y="5438927"/>
            <a:ext cx="865678" cy="182824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7987" tIns="37987" rIns="37987" bIns="37987" rtlCol="0" anchor="ctr"/>
          <a:lstStyle/>
          <a:p>
            <a:pPr algn="ctr"/>
            <a:r>
              <a:rPr lang="ko-KR" altLang="en-US" sz="900" dirty="0">
                <a:solidFill>
                  <a:schemeClr val="tx1"/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기타 </a:t>
            </a:r>
            <a:r>
              <a:rPr lang="ko-KR" altLang="en-US" sz="900" dirty="0" smtClean="0">
                <a:solidFill>
                  <a:schemeClr val="tx1"/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기관</a:t>
            </a:r>
            <a:r>
              <a:rPr lang="en-US" altLang="ko-KR" sz="700" dirty="0" smtClean="0">
                <a:solidFill>
                  <a:schemeClr val="tx1"/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(</a:t>
            </a:r>
            <a:r>
              <a:rPr lang="ko-KR" altLang="en-US" sz="700" dirty="0" smtClean="0">
                <a:solidFill>
                  <a:schemeClr val="tx1"/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미 확정</a:t>
            </a:r>
            <a:r>
              <a:rPr lang="en-US" altLang="ko-KR" sz="700" dirty="0" smtClean="0">
                <a:solidFill>
                  <a:schemeClr val="tx1"/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)</a:t>
            </a:r>
            <a:endParaRPr lang="ko-KR" altLang="en-US" sz="900" dirty="0">
              <a:solidFill>
                <a:schemeClr val="tx1"/>
              </a:solidFill>
              <a:latin typeface="Rix모던고딕 M" panose="02020603020101020101" pitchFamily="18" charset="-127"/>
              <a:ea typeface="Rix모던고딕 M" panose="02020603020101020101" pitchFamily="18" charset="-127"/>
            </a:endParaRPr>
          </a:p>
        </p:txBody>
      </p:sp>
      <p:sp>
        <p:nvSpPr>
          <p:cNvPr id="379" name="직사각형 378"/>
          <p:cNvSpPr/>
          <p:nvPr/>
        </p:nvSpPr>
        <p:spPr>
          <a:xfrm>
            <a:off x="8945894" y="6469513"/>
            <a:ext cx="865678" cy="182824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7987" tIns="37987" rIns="37987" bIns="37987" rtlCol="0" anchor="ctr"/>
          <a:lstStyle/>
          <a:p>
            <a:pPr algn="ctr"/>
            <a:r>
              <a:rPr lang="en-US" altLang="ko-KR" sz="900" dirty="0" smtClean="0">
                <a:solidFill>
                  <a:schemeClr val="tx1"/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A </a:t>
            </a:r>
            <a:r>
              <a:rPr lang="ko-KR" altLang="en-US" sz="900" dirty="0" smtClean="0">
                <a:solidFill>
                  <a:schemeClr val="tx1"/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기관</a:t>
            </a:r>
            <a:endParaRPr lang="ko-KR" altLang="en-US" sz="900" dirty="0">
              <a:solidFill>
                <a:schemeClr val="tx1"/>
              </a:solidFill>
              <a:latin typeface="Rix모던고딕 M" panose="02020603020101020101" pitchFamily="18" charset="-127"/>
              <a:ea typeface="Rix모던고딕 M" panose="02020603020101020101" pitchFamily="18" charset="-127"/>
            </a:endParaRPr>
          </a:p>
        </p:txBody>
      </p:sp>
      <p:sp>
        <p:nvSpPr>
          <p:cNvPr id="380" name="TextBox 379"/>
          <p:cNvSpPr txBox="1"/>
          <p:nvPr/>
        </p:nvSpPr>
        <p:spPr>
          <a:xfrm>
            <a:off x="9129832" y="5243981"/>
            <a:ext cx="44723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ko-KR" altLang="en-US" sz="900" dirty="0">
                <a:latin typeface="Rix모던고딕 M" panose="02020603020101020101" pitchFamily="18" charset="-127"/>
                <a:ea typeface="Rix모던고딕 M" panose="02020603020101020101" pitchFamily="18" charset="-127"/>
              </a:rPr>
              <a:t>이전 기관</a:t>
            </a:r>
          </a:p>
        </p:txBody>
      </p:sp>
      <p:sp>
        <p:nvSpPr>
          <p:cNvPr id="381" name="오른쪽 중괄호 380"/>
          <p:cNvSpPr/>
          <p:nvPr/>
        </p:nvSpPr>
        <p:spPr>
          <a:xfrm>
            <a:off x="8828110" y="6465785"/>
            <a:ext cx="93175" cy="204491"/>
          </a:xfrm>
          <a:prstGeom prst="rightBrac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96487" tIns="48244" rIns="96487" bIns="48244" rtlCol="0" anchor="ctr"/>
          <a:lstStyle/>
          <a:p>
            <a:pPr algn="ctr"/>
            <a:endParaRPr lang="ko-KR" altLang="en-US" sz="1700" dirty="0"/>
          </a:p>
        </p:txBody>
      </p:sp>
      <p:sp>
        <p:nvSpPr>
          <p:cNvPr id="382" name="오른쪽 중괄호 381"/>
          <p:cNvSpPr/>
          <p:nvPr/>
        </p:nvSpPr>
        <p:spPr>
          <a:xfrm>
            <a:off x="8820553" y="5919434"/>
            <a:ext cx="93175" cy="519861"/>
          </a:xfrm>
          <a:prstGeom prst="rightBrac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96487" tIns="48244" rIns="96487" bIns="48244" rtlCol="0" anchor="ctr"/>
          <a:lstStyle/>
          <a:p>
            <a:pPr algn="ctr"/>
            <a:endParaRPr lang="ko-KR" altLang="en-US" sz="1700" dirty="0"/>
          </a:p>
        </p:txBody>
      </p:sp>
      <p:sp>
        <p:nvSpPr>
          <p:cNvPr id="383" name="오른쪽 중괄호 382"/>
          <p:cNvSpPr/>
          <p:nvPr/>
        </p:nvSpPr>
        <p:spPr>
          <a:xfrm>
            <a:off x="8820553" y="5757110"/>
            <a:ext cx="93175" cy="126107"/>
          </a:xfrm>
          <a:prstGeom prst="rightBrac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96487" tIns="48244" rIns="96487" bIns="48244" rtlCol="0" anchor="ctr"/>
          <a:lstStyle/>
          <a:p>
            <a:pPr algn="ctr"/>
            <a:endParaRPr lang="ko-KR" altLang="en-US" sz="1700" dirty="0"/>
          </a:p>
        </p:txBody>
      </p:sp>
      <p:sp>
        <p:nvSpPr>
          <p:cNvPr id="384" name="오른쪽 중괄호 383"/>
          <p:cNvSpPr/>
          <p:nvPr/>
        </p:nvSpPr>
        <p:spPr>
          <a:xfrm>
            <a:off x="8820553" y="5330057"/>
            <a:ext cx="93175" cy="400564"/>
          </a:xfrm>
          <a:prstGeom prst="rightBrac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96487" tIns="48244" rIns="96487" bIns="48244" rtlCol="0" anchor="ctr"/>
          <a:lstStyle/>
          <a:p>
            <a:pPr algn="ctr"/>
            <a:endParaRPr lang="ko-KR" altLang="en-US" sz="1700" dirty="0"/>
          </a:p>
        </p:txBody>
      </p:sp>
      <p:sp>
        <p:nvSpPr>
          <p:cNvPr id="385" name="직사각형 384"/>
          <p:cNvSpPr/>
          <p:nvPr/>
        </p:nvSpPr>
        <p:spPr>
          <a:xfrm>
            <a:off x="7740477" y="4954227"/>
            <a:ext cx="2148908" cy="1883290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6487" tIns="48244" rIns="96487" bIns="48244" rtlCol="0" anchor="ctr"/>
          <a:lstStyle/>
          <a:p>
            <a:pPr algn="ctr"/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50" name="제목 1"/>
          <p:cNvSpPr txBox="1">
            <a:spLocks/>
          </p:cNvSpPr>
          <p:nvPr/>
        </p:nvSpPr>
        <p:spPr>
          <a:xfrm>
            <a:off x="1152636" y="321227"/>
            <a:ext cx="3264463" cy="421098"/>
          </a:xfrm>
          <a:prstGeom prst="rect">
            <a:avLst/>
          </a:prstGeom>
        </p:spPr>
        <p:txBody>
          <a:bodyPr lIns="96487" tIns="48244" rIns="96487" bIns="48244"/>
          <a:lstStyle>
            <a:lvl1pPr algn="l" defTabSz="995690" rtl="0" eaLnBrk="1" latinLnBrk="1" hangingPunct="1">
              <a:spcBef>
                <a:spcPct val="0"/>
              </a:spcBef>
              <a:buNone/>
              <a:defRPr sz="3500" kern="1200">
                <a:solidFill>
                  <a:schemeClr val="tx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+mj-cs"/>
              </a:defRPr>
            </a:lvl1pPr>
          </a:lstStyle>
          <a:p>
            <a:r>
              <a:rPr lang="en-US" altLang="ko-KR" sz="1900" spc="-96" dirty="0">
                <a:solidFill>
                  <a:schemeClr val="tx2">
                    <a:lumMod val="50000"/>
                  </a:schemeClr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3. </a:t>
            </a:r>
            <a:r>
              <a:rPr lang="ko-KR" altLang="en-US" sz="1900" spc="-96" dirty="0">
                <a:solidFill>
                  <a:schemeClr val="tx2">
                    <a:lumMod val="50000"/>
                  </a:schemeClr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현황 분석</a:t>
            </a:r>
          </a:p>
        </p:txBody>
      </p:sp>
      <p:grpSp>
        <p:nvGrpSpPr>
          <p:cNvPr id="151" name="그룹 150"/>
          <p:cNvGrpSpPr/>
          <p:nvPr/>
        </p:nvGrpSpPr>
        <p:grpSpPr>
          <a:xfrm>
            <a:off x="0" y="868564"/>
            <a:ext cx="10795055" cy="498994"/>
            <a:chOff x="0" y="778175"/>
            <a:chExt cx="11628274" cy="498994"/>
          </a:xfrm>
        </p:grpSpPr>
        <p:sp>
          <p:nvSpPr>
            <p:cNvPr id="177" name="직사각형 176"/>
            <p:cNvSpPr/>
            <p:nvPr/>
          </p:nvSpPr>
          <p:spPr>
            <a:xfrm>
              <a:off x="0" y="778175"/>
              <a:ext cx="11518770" cy="49899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2700" cap="rnd" cmpd="sng">
              <a:noFill/>
              <a:prstDash val="solid"/>
              <a:headEnd type="none" w="lg" len="med"/>
              <a:tailEnd type="none" w="lg" len="med"/>
            </a:ln>
            <a:effectLst/>
          </p:spPr>
          <p:style>
            <a:lnRef idx="1">
              <a:schemeClr val="accent5"/>
            </a:lnRef>
            <a:fillRef idx="3">
              <a:schemeClr val="accent5"/>
            </a:fillRef>
            <a:effectRef idx="2">
              <a:schemeClr val="accent5"/>
            </a:effectRef>
            <a:fontRef idx="minor">
              <a:schemeClr val="lt1"/>
            </a:fontRef>
          </p:style>
          <p:txBody>
            <a:bodyPr wrap="none" lIns="99569" tIns="172873" rIns="99569" bIns="49785"/>
            <a:lstStyle/>
            <a:p>
              <a:pPr algn="ctr" latinLnBrk="0"/>
              <a:endParaRPr lang="ko-KR" altLang="en-US" sz="1700" b="1" dirty="0">
                <a:gradFill>
                  <a:gsLst>
                    <a:gs pos="0">
                      <a:prstClr val="white"/>
                    </a:gs>
                    <a:gs pos="100000">
                      <a:prstClr val="white"/>
                    </a:gs>
                  </a:gsLst>
                  <a:lin ang="5400000" scaled="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고도 B" panose="02000503000000020004" pitchFamily="2" charset="-127"/>
                <a:ea typeface="고도 B" panose="02000503000000020004" pitchFamily="2" charset="-127"/>
              </a:endParaRPr>
            </a:p>
          </p:txBody>
        </p:sp>
        <p:sp>
          <p:nvSpPr>
            <p:cNvPr id="178" name="TextBox 177"/>
            <p:cNvSpPr txBox="1"/>
            <p:nvPr/>
          </p:nvSpPr>
          <p:spPr>
            <a:xfrm>
              <a:off x="230422" y="840817"/>
              <a:ext cx="1735364" cy="369332"/>
            </a:xfrm>
            <a:prstGeom prst="rect">
              <a:avLst/>
            </a:prstGeom>
            <a:noFill/>
            <a:ln w="6350">
              <a:noFill/>
            </a:ln>
            <a:effectLst/>
            <a:scene3d>
              <a:camera prst="orthographicFront"/>
              <a:lightRig rig="threePt" dir="t"/>
            </a:scene3d>
            <a:sp3d>
              <a:bevelT w="0" h="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 anchorCtr="0">
              <a:spAutoFit/>
              <a:sp3d>
                <a:bevelT w="0" h="0"/>
                <a:contourClr>
                  <a:schemeClr val="bg1"/>
                </a:contourClr>
              </a:sp3d>
            </a:bodyPr>
            <a:lstStyle>
              <a:defPPr>
                <a:defRPr lang="ko-KR"/>
              </a:defPPr>
              <a:lvl1pPr lvl="0" indent="0" defTabSz="801639" latinLnBrk="0">
                <a:lnSpc>
                  <a:spcPct val="100000"/>
                </a:lnSpc>
                <a:spcBef>
                  <a:spcPts val="88"/>
                </a:spcBef>
                <a:spcAft>
                  <a:spcPts val="88"/>
                </a:spcAft>
                <a:defRPr sz="2400" spc="0">
                  <a:ln>
                    <a:solidFill>
                      <a:prstClr val="white">
                        <a:alpha val="10000"/>
                      </a:prstClr>
                    </a:solidFill>
                  </a:ln>
                  <a:solidFill>
                    <a:prstClr val="white"/>
                  </a:solidFill>
                  <a:effectLst/>
                  <a:latin typeface="나눔고딕 ExtraBold" panose="020D0904000000000000" pitchFamily="50" charset="-127"/>
                  <a:ea typeface="나눔고딕 ExtraBold" panose="020D0904000000000000" pitchFamily="50" charset="-127"/>
                </a:defRPr>
              </a:lvl1pPr>
            </a:lstStyle>
            <a:p>
              <a:r>
                <a:rPr lang="ko-KR" altLang="en-US" spc="-150" dirty="0">
                  <a:solidFill>
                    <a:schemeClr val="tx1"/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</a:rPr>
                <a:t>국방부 내부망</a:t>
              </a:r>
            </a:p>
          </p:txBody>
        </p:sp>
        <p:sp>
          <p:nvSpPr>
            <p:cNvPr id="179" name="직사각형 178"/>
            <p:cNvSpPr/>
            <p:nvPr/>
          </p:nvSpPr>
          <p:spPr>
            <a:xfrm>
              <a:off x="2214206" y="829981"/>
              <a:ext cx="9414068" cy="380168"/>
            </a:xfrm>
            <a:prstGeom prst="rect">
              <a:avLst/>
            </a:prstGeom>
          </p:spPr>
          <p:txBody>
            <a:bodyPr/>
            <a:lstStyle/>
            <a:p>
              <a:pPr marL="0" lvl="1">
                <a:spcBef>
                  <a:spcPct val="0"/>
                </a:spcBef>
              </a:pPr>
              <a:r>
                <a:rPr lang="ko-KR" altLang="en-US" spc="-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  <a:cs typeface="+mj-cs"/>
                </a:rPr>
                <a:t>리모델링 된 별관에 네트워크 등의 인프라 시설을 구축하는 사업입니다</a:t>
              </a:r>
              <a:r>
                <a:rPr lang="en-US" altLang="ko-KR" spc="-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  <a:cs typeface="+mj-cs"/>
                </a:rPr>
                <a:t>.</a:t>
              </a:r>
            </a:p>
          </p:txBody>
        </p:sp>
        <p:cxnSp>
          <p:nvCxnSpPr>
            <p:cNvPr id="180" name="직선 연결선 179"/>
            <p:cNvCxnSpPr/>
            <p:nvPr/>
          </p:nvCxnSpPr>
          <p:spPr>
            <a:xfrm>
              <a:off x="2114291" y="864417"/>
              <a:ext cx="0" cy="315104"/>
            </a:xfrm>
            <a:prstGeom prst="line">
              <a:avLst/>
            </a:prstGeom>
            <a:ln w="38100">
              <a:solidFill>
                <a:srgbClr val="1B91C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직사각형 6"/>
          <p:cNvSpPr/>
          <p:nvPr/>
        </p:nvSpPr>
        <p:spPr>
          <a:xfrm>
            <a:off x="5245100" y="1765300"/>
            <a:ext cx="5003800" cy="53073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 smtClean="0">
              <a:solidFill>
                <a:schemeClr val="tx1"/>
              </a:solidFill>
            </a:endParaRPr>
          </a:p>
        </p:txBody>
      </p:sp>
      <p:sp>
        <p:nvSpPr>
          <p:cNvPr id="183" name="모서리가 둥근 직사각형 182"/>
          <p:cNvSpPr/>
          <p:nvPr/>
        </p:nvSpPr>
        <p:spPr>
          <a:xfrm>
            <a:off x="8104789" y="1852726"/>
            <a:ext cx="1984021" cy="395450"/>
          </a:xfrm>
          <a:prstGeom prst="roundRect">
            <a:avLst>
              <a:gd name="adj" fmla="val 0"/>
            </a:avLst>
          </a:prstGeom>
          <a:noFill/>
          <a:ln w="12700" cap="rnd" cmpd="sng">
            <a:noFill/>
            <a:prstDash val="solid"/>
            <a:headEnd type="none" w="lg" len="med"/>
            <a:tailEnd type="none" w="lg" len="med"/>
          </a:ln>
          <a:effectLst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none" lIns="0" tIns="0" rIns="0" bIns="0" anchor="ctr" anchorCtr="0">
            <a:scene3d>
              <a:camera prst="orthographicFront"/>
              <a:lightRig rig="threePt" dir="t"/>
            </a:scene3d>
            <a:sp3d>
              <a:bevelT w="1270" h="12700"/>
            </a:sp3d>
          </a:bodyPr>
          <a:lstStyle/>
          <a:p>
            <a:pPr algn="r" latinLnBrk="0"/>
            <a:r>
              <a:rPr lang="ko-KR" altLang="en-US" sz="2000" spc="-100" dirty="0">
                <a:solidFill>
                  <a:schemeClr val="bg1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국방부 변경 후 구성</a:t>
            </a:r>
          </a:p>
        </p:txBody>
      </p:sp>
      <p:grpSp>
        <p:nvGrpSpPr>
          <p:cNvPr id="6" name="그룹 5"/>
          <p:cNvGrpSpPr/>
          <p:nvPr/>
        </p:nvGrpSpPr>
        <p:grpSpPr>
          <a:xfrm>
            <a:off x="7587596" y="1955881"/>
            <a:ext cx="531301" cy="191897"/>
            <a:chOff x="7608862" y="1923982"/>
            <a:chExt cx="531301" cy="273254"/>
          </a:xfrm>
        </p:grpSpPr>
        <p:sp>
          <p:nvSpPr>
            <p:cNvPr id="5" name="평행 사변형 4"/>
            <p:cNvSpPr/>
            <p:nvPr/>
          </p:nvSpPr>
          <p:spPr>
            <a:xfrm>
              <a:off x="7910364" y="1923982"/>
              <a:ext cx="229799" cy="273254"/>
            </a:xfrm>
            <a:prstGeom prst="parallelogram">
              <a:avLst>
                <a:gd name="adj" fmla="val 61475"/>
              </a:avLst>
            </a:prstGeom>
            <a:solidFill>
              <a:srgbClr val="1B91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 smtClean="0">
                <a:solidFill>
                  <a:schemeClr val="tx1"/>
                </a:solidFill>
              </a:endParaRPr>
            </a:p>
          </p:txBody>
        </p:sp>
        <p:sp>
          <p:nvSpPr>
            <p:cNvPr id="184" name="평행 사변형 183"/>
            <p:cNvSpPr/>
            <p:nvPr/>
          </p:nvSpPr>
          <p:spPr>
            <a:xfrm>
              <a:off x="7759613" y="1923982"/>
              <a:ext cx="229799" cy="273254"/>
            </a:xfrm>
            <a:prstGeom prst="parallelogram">
              <a:avLst>
                <a:gd name="adj" fmla="val 61475"/>
              </a:avLst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 smtClean="0">
                <a:solidFill>
                  <a:schemeClr val="tx1"/>
                </a:solidFill>
              </a:endParaRPr>
            </a:p>
          </p:txBody>
        </p:sp>
        <p:sp>
          <p:nvSpPr>
            <p:cNvPr id="185" name="평행 사변형 184"/>
            <p:cNvSpPr/>
            <p:nvPr/>
          </p:nvSpPr>
          <p:spPr>
            <a:xfrm>
              <a:off x="7608862" y="1923982"/>
              <a:ext cx="229799" cy="273254"/>
            </a:xfrm>
            <a:prstGeom prst="parallelogram">
              <a:avLst>
                <a:gd name="adj" fmla="val 61475"/>
              </a:avLst>
            </a:pr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 smtClean="0">
                <a:solidFill>
                  <a:schemeClr val="tx1"/>
                </a:solidFill>
              </a:endParaRPr>
            </a:p>
          </p:txBody>
        </p:sp>
      </p:grpSp>
      <p:sp>
        <p:nvSpPr>
          <p:cNvPr id="8" name="직사각형 7"/>
          <p:cNvSpPr/>
          <p:nvPr/>
        </p:nvSpPr>
        <p:spPr>
          <a:xfrm>
            <a:off x="4985472" y="2296036"/>
            <a:ext cx="254000" cy="4527371"/>
          </a:xfrm>
          <a:prstGeom prst="rect">
            <a:avLst/>
          </a:prstGeom>
          <a:gradFill>
            <a:gsLst>
              <a:gs pos="100000">
                <a:schemeClr val="bg1">
                  <a:lumMod val="75000"/>
                </a:schemeClr>
              </a:gs>
              <a:gs pos="0">
                <a:schemeClr val="bg1"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 smtClean="0">
              <a:solidFill>
                <a:schemeClr val="tx1"/>
              </a:solidFill>
            </a:endParaRPr>
          </a:p>
        </p:txBody>
      </p:sp>
      <p:sp>
        <p:nvSpPr>
          <p:cNvPr id="186" name="모서리가 둥근 직사각형 185"/>
          <p:cNvSpPr/>
          <p:nvPr/>
        </p:nvSpPr>
        <p:spPr>
          <a:xfrm>
            <a:off x="3054265" y="2834932"/>
            <a:ext cx="533369" cy="183464"/>
          </a:xfrm>
          <a:prstGeom prst="roundRect">
            <a:avLst>
              <a:gd name="adj" fmla="val 0"/>
            </a:avLst>
          </a:prstGeom>
          <a:solidFill>
            <a:schemeClr val="tx1">
              <a:lumMod val="50000"/>
              <a:lumOff val="50000"/>
            </a:schemeClr>
          </a:solidFill>
          <a:ln w="12700" cap="rnd" cmpd="sng">
            <a:noFill/>
            <a:prstDash val="solid"/>
            <a:headEnd type="none" w="lg" len="med"/>
            <a:tailEnd type="none" w="lg" len="med"/>
          </a:ln>
          <a:effectLst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none" lIns="0" tIns="0" rIns="0" bIns="0" anchor="ctr" anchorCtr="0">
            <a:scene3d>
              <a:camera prst="orthographicFront"/>
              <a:lightRig rig="threePt" dir="t"/>
            </a:scene3d>
            <a:sp3d>
              <a:bevelT w="1270" h="12700"/>
            </a:sp3d>
          </a:bodyPr>
          <a:lstStyle/>
          <a:p>
            <a:pPr algn="ctr" latinLnBrk="0"/>
            <a:r>
              <a:rPr lang="ko-KR" altLang="en-US" sz="1100" spc="-50" smtClean="0">
                <a:gradFill flip="none" rotWithShape="1">
                  <a:gsLst>
                    <a:gs pos="0">
                      <a:prstClr val="white">
                        <a:lumMod val="0"/>
                        <a:lumOff val="100000"/>
                      </a:prstClr>
                    </a:gs>
                    <a:gs pos="100000">
                      <a:prstClr val="white">
                        <a:lumMod val="0"/>
                        <a:lumOff val="100000"/>
                      </a:prstClr>
                    </a:gs>
                  </a:gsLst>
                  <a:lin ang="6000000" scaled="0"/>
                  <a:tileRect/>
                </a:gra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합참</a:t>
            </a:r>
            <a:endParaRPr lang="ko-KR" altLang="en-US" sz="1100" spc="-50" dirty="0">
              <a:gradFill flip="none" rotWithShape="1">
                <a:gsLst>
                  <a:gs pos="0">
                    <a:prstClr val="white">
                      <a:lumMod val="0"/>
                      <a:lumOff val="100000"/>
                    </a:prstClr>
                  </a:gs>
                  <a:gs pos="100000">
                    <a:prstClr val="white">
                      <a:lumMod val="0"/>
                      <a:lumOff val="100000"/>
                    </a:prstClr>
                  </a:gs>
                </a:gsLst>
                <a:lin ang="6000000" scaled="0"/>
                <a:tileRect/>
              </a:gradFill>
              <a:latin typeface="Rix모던고딕 B" panose="02020603020101020101" pitchFamily="18" charset="-127"/>
              <a:ea typeface="Rix모던고딕 B" panose="02020603020101020101" pitchFamily="18" charset="-127"/>
            </a:endParaRPr>
          </a:p>
        </p:txBody>
      </p:sp>
      <p:sp>
        <p:nvSpPr>
          <p:cNvPr id="187" name="모서리가 둥근 직사각형 186"/>
          <p:cNvSpPr/>
          <p:nvPr/>
        </p:nvSpPr>
        <p:spPr>
          <a:xfrm>
            <a:off x="574302" y="4325191"/>
            <a:ext cx="631364" cy="183464"/>
          </a:xfrm>
          <a:prstGeom prst="roundRect">
            <a:avLst>
              <a:gd name="adj" fmla="val 0"/>
            </a:avLst>
          </a:prstGeom>
          <a:solidFill>
            <a:schemeClr val="tx1">
              <a:lumMod val="50000"/>
              <a:lumOff val="50000"/>
            </a:schemeClr>
          </a:solidFill>
          <a:ln w="12700" cap="rnd" cmpd="sng">
            <a:noFill/>
            <a:prstDash val="solid"/>
            <a:headEnd type="none" w="lg" len="med"/>
            <a:tailEnd type="none" w="lg" len="med"/>
          </a:ln>
          <a:effectLst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none" lIns="0" tIns="0" rIns="0" bIns="0" anchor="ctr" anchorCtr="0">
            <a:scene3d>
              <a:camera prst="orthographicFront"/>
              <a:lightRig rig="threePt" dir="t"/>
            </a:scene3d>
            <a:sp3d>
              <a:bevelT w="1270" h="12700"/>
            </a:sp3d>
          </a:bodyPr>
          <a:lstStyle/>
          <a:p>
            <a:pPr algn="ctr" latinLnBrk="0"/>
            <a:r>
              <a:rPr lang="ko-KR" altLang="en-US" sz="1100" spc="-50" dirty="0">
                <a:gradFill flip="none" rotWithShape="1">
                  <a:gsLst>
                    <a:gs pos="0">
                      <a:prstClr val="white">
                        <a:lumMod val="0"/>
                        <a:lumOff val="100000"/>
                      </a:prstClr>
                    </a:gs>
                    <a:gs pos="100000">
                      <a:prstClr val="white">
                        <a:lumMod val="0"/>
                        <a:lumOff val="100000"/>
                      </a:prstClr>
                    </a:gs>
                  </a:gsLst>
                  <a:lin ang="6000000" scaled="0"/>
                  <a:tileRect/>
                </a:gra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조사본부</a:t>
            </a:r>
          </a:p>
        </p:txBody>
      </p:sp>
      <p:sp>
        <p:nvSpPr>
          <p:cNvPr id="188" name="모서리가 둥근 직사각형 187"/>
          <p:cNvSpPr/>
          <p:nvPr/>
        </p:nvSpPr>
        <p:spPr>
          <a:xfrm>
            <a:off x="1824928" y="4325191"/>
            <a:ext cx="898219" cy="183464"/>
          </a:xfrm>
          <a:prstGeom prst="roundRect">
            <a:avLst>
              <a:gd name="adj" fmla="val 0"/>
            </a:avLst>
          </a:prstGeom>
          <a:solidFill>
            <a:schemeClr val="tx1">
              <a:lumMod val="50000"/>
              <a:lumOff val="50000"/>
            </a:schemeClr>
          </a:solidFill>
          <a:ln w="12700" cap="rnd" cmpd="sng">
            <a:noFill/>
            <a:prstDash val="solid"/>
            <a:headEnd type="none" w="lg" len="med"/>
            <a:tailEnd type="none" w="lg" len="med"/>
          </a:ln>
          <a:effectLst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none" lIns="0" tIns="0" rIns="0" bIns="0" anchor="ctr" anchorCtr="0">
            <a:scene3d>
              <a:camera prst="orthographicFront"/>
              <a:lightRig rig="threePt" dir="t"/>
            </a:scene3d>
            <a:sp3d>
              <a:bevelT w="1270" h="12700"/>
            </a:sp3d>
          </a:bodyPr>
          <a:lstStyle/>
          <a:p>
            <a:pPr algn="ctr" latinLnBrk="0"/>
            <a:r>
              <a:rPr lang="ko-KR" altLang="en-US" sz="1100" spc="-50" dirty="0">
                <a:gradFill flip="none" rotWithShape="1">
                  <a:gsLst>
                    <a:gs pos="0">
                      <a:prstClr val="white">
                        <a:lumMod val="0"/>
                        <a:lumOff val="100000"/>
                      </a:prstClr>
                    </a:gs>
                    <a:gs pos="100000">
                      <a:prstClr val="white">
                        <a:lumMod val="0"/>
                        <a:lumOff val="100000"/>
                      </a:prstClr>
                    </a:gs>
                  </a:gsLst>
                  <a:lin ang="6000000" scaled="0"/>
                  <a:tileRect/>
                </a:gra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사이버사령부</a:t>
            </a:r>
          </a:p>
        </p:txBody>
      </p:sp>
      <p:sp>
        <p:nvSpPr>
          <p:cNvPr id="189" name="모서리가 둥근 직사각형 188"/>
          <p:cNvSpPr/>
          <p:nvPr/>
        </p:nvSpPr>
        <p:spPr>
          <a:xfrm>
            <a:off x="3246323" y="4407247"/>
            <a:ext cx="667968" cy="183464"/>
          </a:xfrm>
          <a:prstGeom prst="roundRect">
            <a:avLst>
              <a:gd name="adj" fmla="val 0"/>
            </a:avLst>
          </a:prstGeom>
          <a:solidFill>
            <a:schemeClr val="tx1">
              <a:lumMod val="50000"/>
              <a:lumOff val="50000"/>
            </a:schemeClr>
          </a:solidFill>
          <a:ln w="12700" cap="rnd" cmpd="sng">
            <a:noFill/>
            <a:prstDash val="solid"/>
            <a:headEnd type="none" w="lg" len="med"/>
            <a:tailEnd type="none" w="lg" len="med"/>
          </a:ln>
          <a:effectLst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none" lIns="0" tIns="0" rIns="0" bIns="0" anchor="ctr" anchorCtr="0">
            <a:scene3d>
              <a:camera prst="orthographicFront"/>
              <a:lightRig rig="threePt" dir="t"/>
            </a:scene3d>
            <a:sp3d>
              <a:bevelT w="1270" h="12700"/>
            </a:sp3d>
          </a:bodyPr>
          <a:lstStyle/>
          <a:p>
            <a:pPr algn="ctr" latinLnBrk="0"/>
            <a:r>
              <a:rPr lang="ko-KR" altLang="en-US" sz="1100" spc="-50" dirty="0">
                <a:gradFill flip="none" rotWithShape="1">
                  <a:gsLst>
                    <a:gs pos="0">
                      <a:prstClr val="white">
                        <a:lumMod val="0"/>
                        <a:lumOff val="100000"/>
                      </a:prstClr>
                    </a:gs>
                    <a:gs pos="100000">
                      <a:prstClr val="white">
                        <a:lumMod val="0"/>
                        <a:lumOff val="100000"/>
                      </a:prstClr>
                    </a:gs>
                  </a:gsLst>
                  <a:lin ang="6000000" scaled="0"/>
                  <a:tileRect/>
                </a:gra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시설본부</a:t>
            </a:r>
          </a:p>
        </p:txBody>
      </p:sp>
      <p:sp>
        <p:nvSpPr>
          <p:cNvPr id="190" name="모서리가 둥근 직사각형 189"/>
          <p:cNvSpPr/>
          <p:nvPr/>
        </p:nvSpPr>
        <p:spPr>
          <a:xfrm>
            <a:off x="2965259" y="4843232"/>
            <a:ext cx="858998" cy="221991"/>
          </a:xfrm>
          <a:prstGeom prst="roundRect">
            <a:avLst>
              <a:gd name="adj" fmla="val 0"/>
            </a:avLst>
          </a:prstGeom>
          <a:solidFill>
            <a:schemeClr val="tx1">
              <a:lumMod val="50000"/>
              <a:lumOff val="50000"/>
            </a:schemeClr>
          </a:solidFill>
          <a:ln w="12700" cap="rnd" cmpd="sng">
            <a:noFill/>
            <a:prstDash val="solid"/>
            <a:headEnd type="none" w="lg" len="med"/>
            <a:tailEnd type="none" w="lg" len="med"/>
          </a:ln>
          <a:effectLst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none" lIns="0" tIns="0" rIns="0" bIns="0" anchor="ctr" anchorCtr="0">
            <a:scene3d>
              <a:camera prst="orthographicFront"/>
              <a:lightRig rig="threePt" dir="t"/>
            </a:scene3d>
            <a:sp3d>
              <a:bevelT w="1270" h="12700"/>
            </a:sp3d>
          </a:bodyPr>
          <a:lstStyle/>
          <a:p>
            <a:pPr algn="ctr" latinLnBrk="0"/>
            <a:r>
              <a:rPr lang="ko-KR" altLang="en-US" sz="1200" spc="-50" dirty="0" smtClean="0">
                <a:gradFill flip="none" rotWithShape="1">
                  <a:gsLst>
                    <a:gs pos="0">
                      <a:prstClr val="white">
                        <a:lumMod val="0"/>
                        <a:lumOff val="100000"/>
                      </a:prstClr>
                    </a:gs>
                    <a:gs pos="100000">
                      <a:prstClr val="white">
                        <a:lumMod val="0"/>
                        <a:lumOff val="100000"/>
                      </a:prstClr>
                    </a:gs>
                  </a:gsLst>
                  <a:lin ang="6000000" scaled="0"/>
                  <a:tileRect/>
                </a:gra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별관</a:t>
            </a:r>
            <a:r>
              <a:rPr lang="en-US" altLang="ko-KR" sz="1200" spc="-50" dirty="0" smtClean="0">
                <a:gradFill flip="none" rotWithShape="1">
                  <a:gsLst>
                    <a:gs pos="0">
                      <a:prstClr val="white">
                        <a:lumMod val="0"/>
                        <a:lumOff val="100000"/>
                      </a:prstClr>
                    </a:gs>
                    <a:gs pos="100000">
                      <a:prstClr val="white">
                        <a:lumMod val="0"/>
                        <a:lumOff val="100000"/>
                      </a:prstClr>
                    </a:gs>
                  </a:gsLst>
                  <a:lin ang="6000000" scaled="0"/>
                  <a:tileRect/>
                </a:gra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(A</a:t>
            </a:r>
            <a:r>
              <a:rPr lang="ko-KR" altLang="en-US" sz="1200" spc="-50" dirty="0" smtClean="0">
                <a:gradFill flip="none" rotWithShape="1">
                  <a:gsLst>
                    <a:gs pos="0">
                      <a:prstClr val="white">
                        <a:lumMod val="0"/>
                        <a:lumOff val="100000"/>
                      </a:prstClr>
                    </a:gs>
                    <a:gs pos="100000">
                      <a:prstClr val="white">
                        <a:lumMod val="0"/>
                        <a:lumOff val="100000"/>
                      </a:prstClr>
                    </a:gs>
                  </a:gsLst>
                  <a:lin ang="6000000" scaled="0"/>
                  <a:tileRect/>
                </a:gra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건물</a:t>
            </a:r>
            <a:r>
              <a:rPr lang="en-US" altLang="ko-KR" sz="1200" spc="-50" dirty="0" smtClean="0">
                <a:gradFill flip="none" rotWithShape="1">
                  <a:gsLst>
                    <a:gs pos="0">
                      <a:prstClr val="white">
                        <a:lumMod val="0"/>
                        <a:lumOff val="100000"/>
                      </a:prstClr>
                    </a:gs>
                    <a:gs pos="100000">
                      <a:prstClr val="white">
                        <a:lumMod val="0"/>
                        <a:lumOff val="100000"/>
                      </a:prstClr>
                    </a:gs>
                  </a:gsLst>
                  <a:lin ang="6000000" scaled="0"/>
                  <a:tileRect/>
                </a:gra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)</a:t>
            </a:r>
            <a:endParaRPr lang="ko-KR" altLang="en-US" sz="1200" spc="-50" dirty="0">
              <a:gradFill flip="none" rotWithShape="1">
                <a:gsLst>
                  <a:gs pos="0">
                    <a:prstClr val="white">
                      <a:lumMod val="0"/>
                      <a:lumOff val="100000"/>
                    </a:prstClr>
                  </a:gs>
                  <a:gs pos="100000">
                    <a:prstClr val="white">
                      <a:lumMod val="0"/>
                      <a:lumOff val="100000"/>
                    </a:prstClr>
                  </a:gs>
                </a:gsLst>
                <a:lin ang="6000000" scaled="0"/>
                <a:tileRect/>
              </a:gradFill>
              <a:latin typeface="Rix모던고딕 B" panose="02020603020101020101" pitchFamily="18" charset="-127"/>
              <a:ea typeface="Rix모던고딕 B" panose="02020603020101020101" pitchFamily="18" charset="-127"/>
            </a:endParaRPr>
          </a:p>
        </p:txBody>
      </p:sp>
      <p:sp>
        <p:nvSpPr>
          <p:cNvPr id="194" name="모서리가 둥근 직사각형 193"/>
          <p:cNvSpPr/>
          <p:nvPr/>
        </p:nvSpPr>
        <p:spPr>
          <a:xfrm>
            <a:off x="1949117" y="5809682"/>
            <a:ext cx="974373" cy="183464"/>
          </a:xfrm>
          <a:prstGeom prst="roundRect">
            <a:avLst>
              <a:gd name="adj" fmla="val 0"/>
            </a:avLst>
          </a:prstGeom>
          <a:solidFill>
            <a:schemeClr val="tx1">
              <a:lumMod val="50000"/>
              <a:lumOff val="50000"/>
            </a:schemeClr>
          </a:solidFill>
          <a:ln w="12700" cap="rnd" cmpd="sng">
            <a:noFill/>
            <a:prstDash val="solid"/>
            <a:headEnd type="none" w="lg" len="med"/>
            <a:tailEnd type="none" w="lg" len="med"/>
          </a:ln>
          <a:effectLst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none" lIns="0" tIns="0" rIns="0" bIns="0" anchor="ctr" anchorCtr="0">
            <a:scene3d>
              <a:camera prst="orthographicFront"/>
              <a:lightRig rig="threePt" dir="t"/>
            </a:scene3d>
            <a:sp3d>
              <a:bevelT w="1270" h="12700"/>
            </a:sp3d>
          </a:bodyPr>
          <a:lstStyle/>
          <a:p>
            <a:pPr algn="ctr" latinLnBrk="0"/>
            <a:r>
              <a:rPr lang="ko-KR" altLang="en-US" sz="1100" spc="-50" dirty="0" smtClean="0">
                <a:gradFill flip="none" rotWithShape="1">
                  <a:gsLst>
                    <a:gs pos="0">
                      <a:prstClr val="white">
                        <a:lumMod val="0"/>
                        <a:lumOff val="100000"/>
                      </a:prstClr>
                    </a:gs>
                    <a:gs pos="100000">
                      <a:prstClr val="white">
                        <a:lumMod val="0"/>
                        <a:lumOff val="100000"/>
                      </a:prstClr>
                    </a:gs>
                  </a:gsLst>
                  <a:lin ang="6000000" scaled="0"/>
                  <a:tileRect/>
                </a:gra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기록관실</a:t>
            </a:r>
            <a:r>
              <a:rPr lang="en-US" altLang="ko-KR" sz="1100" spc="-50" dirty="0" smtClean="0">
                <a:gradFill flip="none" rotWithShape="1">
                  <a:gsLst>
                    <a:gs pos="0">
                      <a:prstClr val="white">
                        <a:lumMod val="0"/>
                        <a:lumOff val="100000"/>
                      </a:prstClr>
                    </a:gs>
                    <a:gs pos="100000">
                      <a:prstClr val="white">
                        <a:lumMod val="0"/>
                        <a:lumOff val="100000"/>
                      </a:prstClr>
                    </a:gs>
                  </a:gsLst>
                  <a:lin ang="6000000" scaled="0"/>
                  <a:tileRect/>
                </a:gra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(B</a:t>
            </a:r>
            <a:r>
              <a:rPr lang="ko-KR" altLang="en-US" sz="1100" spc="-50" dirty="0" smtClean="0">
                <a:gradFill flip="none" rotWithShape="1">
                  <a:gsLst>
                    <a:gs pos="0">
                      <a:prstClr val="white">
                        <a:lumMod val="0"/>
                        <a:lumOff val="100000"/>
                      </a:prstClr>
                    </a:gs>
                    <a:gs pos="100000">
                      <a:prstClr val="white">
                        <a:lumMod val="0"/>
                        <a:lumOff val="100000"/>
                      </a:prstClr>
                    </a:gs>
                  </a:gsLst>
                  <a:lin ang="6000000" scaled="0"/>
                  <a:tileRect/>
                </a:gra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건물</a:t>
            </a:r>
            <a:r>
              <a:rPr lang="en-US" altLang="ko-KR" sz="1100" spc="-50" dirty="0" smtClean="0">
                <a:gradFill flip="none" rotWithShape="1">
                  <a:gsLst>
                    <a:gs pos="0">
                      <a:prstClr val="white">
                        <a:lumMod val="0"/>
                        <a:lumOff val="100000"/>
                      </a:prstClr>
                    </a:gs>
                    <a:gs pos="100000">
                      <a:prstClr val="white">
                        <a:lumMod val="0"/>
                        <a:lumOff val="100000"/>
                      </a:prstClr>
                    </a:gs>
                  </a:gsLst>
                  <a:lin ang="6000000" scaled="0"/>
                  <a:tileRect/>
                </a:gra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)</a:t>
            </a:r>
            <a:endParaRPr lang="ko-KR" altLang="en-US" sz="1100" spc="-50" dirty="0">
              <a:gradFill flip="none" rotWithShape="1">
                <a:gsLst>
                  <a:gs pos="0">
                    <a:prstClr val="white">
                      <a:lumMod val="0"/>
                      <a:lumOff val="100000"/>
                    </a:prstClr>
                  </a:gs>
                  <a:gs pos="100000">
                    <a:prstClr val="white">
                      <a:lumMod val="0"/>
                      <a:lumOff val="100000"/>
                    </a:prstClr>
                  </a:gs>
                </a:gsLst>
                <a:lin ang="6000000" scaled="0"/>
                <a:tileRect/>
              </a:gradFill>
              <a:latin typeface="Rix모던고딕 B" panose="02020603020101020101" pitchFamily="18" charset="-127"/>
              <a:ea typeface="Rix모던고딕 B" panose="02020603020101020101" pitchFamily="18" charset="-127"/>
            </a:endParaRPr>
          </a:p>
        </p:txBody>
      </p:sp>
      <p:grpSp>
        <p:nvGrpSpPr>
          <p:cNvPr id="17" name="그룹 16"/>
          <p:cNvGrpSpPr/>
          <p:nvPr/>
        </p:nvGrpSpPr>
        <p:grpSpPr>
          <a:xfrm>
            <a:off x="4002151" y="2460321"/>
            <a:ext cx="879611" cy="1422865"/>
            <a:chOff x="4002151" y="2460321"/>
            <a:chExt cx="879611" cy="1422865"/>
          </a:xfrm>
        </p:grpSpPr>
        <p:grpSp>
          <p:nvGrpSpPr>
            <p:cNvPr id="152" name="그룹 151"/>
            <p:cNvGrpSpPr/>
            <p:nvPr/>
          </p:nvGrpSpPr>
          <p:grpSpPr>
            <a:xfrm>
              <a:off x="4002151" y="2460321"/>
              <a:ext cx="879611" cy="405346"/>
              <a:chOff x="3458166" y="6846549"/>
              <a:chExt cx="572941" cy="236313"/>
            </a:xfrm>
          </p:grpSpPr>
          <p:pic>
            <p:nvPicPr>
              <p:cNvPr id="316" name="Picture 4" descr="C:\Users\ecoffey\AppData\Local\Temp\Rar$DRa0.400\30009_Device_cloud_white_default_256.png"/>
              <p:cNvPicPr>
                <a:picLocks noChangeAspect="1" noChangeArrowheads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19101" b="19670"/>
              <a:stretch>
                <a:fillRect/>
              </a:stretch>
            </p:blipFill>
            <p:spPr bwMode="auto">
              <a:xfrm>
                <a:off x="3458166" y="6846549"/>
                <a:ext cx="572941" cy="2363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317" name="TextBox 232"/>
              <p:cNvSpPr txBox="1">
                <a:spLocks noChangeArrowheads="1"/>
              </p:cNvSpPr>
              <p:nvPr/>
            </p:nvSpPr>
            <p:spPr bwMode="auto">
              <a:xfrm>
                <a:off x="3571896" y="6912451"/>
                <a:ext cx="345815" cy="14354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kumimoji="1" sz="12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1pPr>
                <a:lvl2pPr marL="742950" indent="-285750" eaLnBrk="0" hangingPunct="0">
                  <a:defRPr kumimoji="1" sz="12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2pPr>
                <a:lvl3pPr marL="1143000" indent="-228600" eaLnBrk="0" hangingPunct="0">
                  <a:defRPr kumimoji="1" sz="12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3pPr>
                <a:lvl4pPr marL="1600200" indent="-228600" eaLnBrk="0" hangingPunct="0">
                  <a:defRPr kumimoji="1" sz="12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4pPr>
                <a:lvl5pPr marL="2057400" indent="-228600" eaLnBrk="0" hangingPunct="0">
                  <a:defRPr kumimoji="1" sz="12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2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2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2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2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9pPr>
              </a:lstStyle>
              <a:p>
                <a:pPr algn="ctr" eaLnBrk="1" hangingPunct="1"/>
                <a:r>
                  <a:rPr lang="ko-KR" altLang="en-US" sz="1000" dirty="0">
                    <a:latin typeface="Rix모던고딕 M" panose="02020603020101020101" pitchFamily="18" charset="-127"/>
                    <a:ea typeface="Rix모던고딕 M" panose="02020603020101020101" pitchFamily="18" charset="-127"/>
                  </a:rPr>
                  <a:t>인터넷</a:t>
                </a:r>
                <a:endParaRPr lang="en-US" altLang="ko-KR" sz="1000" dirty="0">
                  <a:latin typeface="Rix모던고딕 M" panose="02020603020101020101" pitchFamily="18" charset="-127"/>
                  <a:ea typeface="Rix모던고딕 M" panose="02020603020101020101" pitchFamily="18" charset="-127"/>
                </a:endParaRPr>
              </a:p>
            </p:txBody>
          </p:sp>
        </p:grpSp>
        <p:grpSp>
          <p:nvGrpSpPr>
            <p:cNvPr id="154" name="그룹 153"/>
            <p:cNvGrpSpPr/>
            <p:nvPr/>
          </p:nvGrpSpPr>
          <p:grpSpPr>
            <a:xfrm>
              <a:off x="4002151" y="2787969"/>
              <a:ext cx="879611" cy="405346"/>
              <a:chOff x="3458166" y="6846549"/>
              <a:chExt cx="572941" cy="236313"/>
            </a:xfrm>
          </p:grpSpPr>
          <p:pic>
            <p:nvPicPr>
              <p:cNvPr id="314" name="Picture 4" descr="C:\Users\ecoffey\AppData\Local\Temp\Rar$DRa0.400\30009_Device_cloud_white_default_256.png"/>
              <p:cNvPicPr>
                <a:picLocks noChangeAspect="1" noChangeArrowheads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19101" b="19670"/>
              <a:stretch>
                <a:fillRect/>
              </a:stretch>
            </p:blipFill>
            <p:spPr bwMode="auto">
              <a:xfrm>
                <a:off x="3458166" y="6846549"/>
                <a:ext cx="572941" cy="2363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315" name="TextBox 232"/>
              <p:cNvSpPr txBox="1">
                <a:spLocks noChangeArrowheads="1"/>
              </p:cNvSpPr>
              <p:nvPr/>
            </p:nvSpPr>
            <p:spPr bwMode="auto">
              <a:xfrm>
                <a:off x="3622537" y="6912451"/>
                <a:ext cx="244534" cy="14354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kumimoji="1" sz="12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1pPr>
                <a:lvl2pPr marL="742950" indent="-285750" eaLnBrk="0" hangingPunct="0">
                  <a:defRPr kumimoji="1" sz="12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2pPr>
                <a:lvl3pPr marL="1143000" indent="-228600" eaLnBrk="0" hangingPunct="0">
                  <a:defRPr kumimoji="1" sz="12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3pPr>
                <a:lvl4pPr marL="1600200" indent="-228600" eaLnBrk="0" hangingPunct="0">
                  <a:defRPr kumimoji="1" sz="12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4pPr>
                <a:lvl5pPr marL="2057400" indent="-228600" eaLnBrk="0" hangingPunct="0">
                  <a:defRPr kumimoji="1" sz="12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2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2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2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2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9pPr>
              </a:lstStyle>
              <a:p>
                <a:pPr algn="ctr" eaLnBrk="1" hangingPunct="1"/>
                <a:r>
                  <a:rPr lang="en-US" altLang="ko-KR" sz="1000" dirty="0">
                    <a:latin typeface="Rix모던고딕 M" panose="02020603020101020101" pitchFamily="18" charset="-127"/>
                    <a:ea typeface="Rix모던고딕 M" panose="02020603020101020101" pitchFamily="18" charset="-127"/>
                  </a:rPr>
                  <a:t>C4I</a:t>
                </a:r>
              </a:p>
            </p:txBody>
          </p:sp>
        </p:grpSp>
        <p:grpSp>
          <p:nvGrpSpPr>
            <p:cNvPr id="155" name="그룹 154"/>
            <p:cNvGrpSpPr/>
            <p:nvPr/>
          </p:nvGrpSpPr>
          <p:grpSpPr>
            <a:xfrm>
              <a:off x="4002151" y="3111623"/>
              <a:ext cx="879611" cy="405346"/>
              <a:chOff x="3458166" y="6846549"/>
              <a:chExt cx="572941" cy="236313"/>
            </a:xfrm>
          </p:grpSpPr>
          <p:pic>
            <p:nvPicPr>
              <p:cNvPr id="312" name="Picture 4" descr="C:\Users\ecoffey\AppData\Local\Temp\Rar$DRa0.400\30009_Device_cloud_white_default_256.png"/>
              <p:cNvPicPr>
                <a:picLocks noChangeAspect="1" noChangeArrowheads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19101" b="19670"/>
              <a:stretch>
                <a:fillRect/>
              </a:stretch>
            </p:blipFill>
            <p:spPr bwMode="auto">
              <a:xfrm>
                <a:off x="3458166" y="6846549"/>
                <a:ext cx="572941" cy="2363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313" name="TextBox 232"/>
              <p:cNvSpPr txBox="1">
                <a:spLocks noChangeArrowheads="1"/>
              </p:cNvSpPr>
              <p:nvPr/>
            </p:nvSpPr>
            <p:spPr bwMode="auto">
              <a:xfrm>
                <a:off x="3571896" y="6912451"/>
                <a:ext cx="345815" cy="14354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kumimoji="1" sz="12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1pPr>
                <a:lvl2pPr marL="742950" indent="-285750" eaLnBrk="0" hangingPunct="0">
                  <a:defRPr kumimoji="1" sz="12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2pPr>
                <a:lvl3pPr marL="1143000" indent="-228600" eaLnBrk="0" hangingPunct="0">
                  <a:defRPr kumimoji="1" sz="12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3pPr>
                <a:lvl4pPr marL="1600200" indent="-228600" eaLnBrk="0" hangingPunct="0">
                  <a:defRPr kumimoji="1" sz="12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4pPr>
                <a:lvl5pPr marL="2057400" indent="-228600" eaLnBrk="0" hangingPunct="0">
                  <a:defRPr kumimoji="1" sz="12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2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2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2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2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9pPr>
              </a:lstStyle>
              <a:p>
                <a:pPr algn="ctr" eaLnBrk="1" hangingPunct="1"/>
                <a:r>
                  <a:rPr lang="ko-KR" altLang="en-US" sz="1000" dirty="0">
                    <a:latin typeface="Rix모던고딕 M" panose="02020603020101020101" pitchFamily="18" charset="-127"/>
                    <a:ea typeface="Rix모던고딕 M" panose="02020603020101020101" pitchFamily="18" charset="-127"/>
                  </a:rPr>
                  <a:t>연합사</a:t>
                </a:r>
                <a:endParaRPr lang="en-US" altLang="ko-KR" sz="1000" dirty="0">
                  <a:latin typeface="Rix모던고딕 M" panose="02020603020101020101" pitchFamily="18" charset="-127"/>
                  <a:ea typeface="Rix모던고딕 M" panose="02020603020101020101" pitchFamily="18" charset="-127"/>
                </a:endParaRPr>
              </a:p>
            </p:txBody>
          </p:sp>
        </p:grpSp>
        <p:grpSp>
          <p:nvGrpSpPr>
            <p:cNvPr id="156" name="그룹 155"/>
            <p:cNvGrpSpPr/>
            <p:nvPr/>
          </p:nvGrpSpPr>
          <p:grpSpPr>
            <a:xfrm>
              <a:off x="4002151" y="3446972"/>
              <a:ext cx="879611" cy="436214"/>
              <a:chOff x="3458166" y="6846549"/>
              <a:chExt cx="572941" cy="254309"/>
            </a:xfrm>
          </p:grpSpPr>
          <p:pic>
            <p:nvPicPr>
              <p:cNvPr id="310" name="Picture 4" descr="C:\Users\ecoffey\AppData\Local\Temp\Rar$DRa0.400\30009_Device_cloud_white_default_256.png"/>
              <p:cNvPicPr>
                <a:picLocks noChangeAspect="1" noChangeArrowheads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19101" b="19670"/>
              <a:stretch>
                <a:fillRect/>
              </a:stretch>
            </p:blipFill>
            <p:spPr bwMode="auto">
              <a:xfrm>
                <a:off x="3458166" y="6846549"/>
                <a:ext cx="572941" cy="2363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311" name="TextBox 232"/>
              <p:cNvSpPr txBox="1">
                <a:spLocks noChangeArrowheads="1"/>
              </p:cNvSpPr>
              <p:nvPr/>
            </p:nvSpPr>
            <p:spPr bwMode="auto">
              <a:xfrm>
                <a:off x="3534309" y="6867597"/>
                <a:ext cx="420992" cy="23326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kumimoji="1" sz="12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1pPr>
                <a:lvl2pPr marL="742950" indent="-285750" eaLnBrk="0" hangingPunct="0">
                  <a:defRPr kumimoji="1" sz="12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2pPr>
                <a:lvl3pPr marL="1143000" indent="-228600" eaLnBrk="0" hangingPunct="0">
                  <a:defRPr kumimoji="1" sz="12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3pPr>
                <a:lvl4pPr marL="1600200" indent="-228600" eaLnBrk="0" hangingPunct="0">
                  <a:defRPr kumimoji="1" sz="12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4pPr>
                <a:lvl5pPr marL="2057400" indent="-228600" eaLnBrk="0" hangingPunct="0">
                  <a:defRPr kumimoji="1" sz="12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2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2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2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2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9pPr>
              </a:lstStyle>
              <a:p>
                <a:pPr algn="ctr" eaLnBrk="1" hangingPunct="1"/>
                <a:r>
                  <a:rPr lang="ko-KR" altLang="en-US" sz="1000" dirty="0">
                    <a:latin typeface="Rix모던고딕 M" panose="02020603020101020101" pitchFamily="18" charset="-127"/>
                    <a:ea typeface="Rix모던고딕 M" panose="02020603020101020101" pitchFamily="18" charset="-127"/>
                  </a:rPr>
                  <a:t>통합전산</a:t>
                </a:r>
              </a:p>
              <a:p>
                <a:pPr algn="ctr" eaLnBrk="1" hangingPunct="1"/>
                <a:r>
                  <a:rPr lang="ko-KR" altLang="en-US" sz="1000" dirty="0">
                    <a:latin typeface="Rix모던고딕 M" panose="02020603020101020101" pitchFamily="18" charset="-127"/>
                    <a:ea typeface="Rix모던고딕 M" panose="02020603020101020101" pitchFamily="18" charset="-127"/>
                  </a:rPr>
                  <a:t>관리소</a:t>
                </a:r>
              </a:p>
            </p:txBody>
          </p:sp>
        </p:grpSp>
      </p:grpSp>
      <p:grpSp>
        <p:nvGrpSpPr>
          <p:cNvPr id="195" name="그룹 194"/>
          <p:cNvGrpSpPr/>
          <p:nvPr/>
        </p:nvGrpSpPr>
        <p:grpSpPr>
          <a:xfrm>
            <a:off x="8974648" y="2546557"/>
            <a:ext cx="879611" cy="1422865"/>
            <a:chOff x="4002151" y="2460321"/>
            <a:chExt cx="879611" cy="1422865"/>
          </a:xfrm>
        </p:grpSpPr>
        <p:grpSp>
          <p:nvGrpSpPr>
            <p:cNvPr id="196" name="그룹 195"/>
            <p:cNvGrpSpPr/>
            <p:nvPr/>
          </p:nvGrpSpPr>
          <p:grpSpPr>
            <a:xfrm>
              <a:off x="4002151" y="2460321"/>
              <a:ext cx="879611" cy="405346"/>
              <a:chOff x="3458166" y="6846549"/>
              <a:chExt cx="572941" cy="236313"/>
            </a:xfrm>
          </p:grpSpPr>
          <p:pic>
            <p:nvPicPr>
              <p:cNvPr id="206" name="Picture 4" descr="C:\Users\ecoffey\AppData\Local\Temp\Rar$DRa0.400\30009_Device_cloud_white_default_256.png"/>
              <p:cNvPicPr>
                <a:picLocks noChangeAspect="1" noChangeArrowheads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19101" b="19670"/>
              <a:stretch>
                <a:fillRect/>
              </a:stretch>
            </p:blipFill>
            <p:spPr bwMode="auto">
              <a:xfrm>
                <a:off x="3458166" y="6846549"/>
                <a:ext cx="572941" cy="2363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07" name="TextBox 232"/>
              <p:cNvSpPr txBox="1">
                <a:spLocks noChangeArrowheads="1"/>
              </p:cNvSpPr>
              <p:nvPr/>
            </p:nvSpPr>
            <p:spPr bwMode="auto">
              <a:xfrm>
                <a:off x="3571896" y="6912451"/>
                <a:ext cx="345815" cy="14354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kumimoji="1" sz="12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1pPr>
                <a:lvl2pPr marL="742950" indent="-285750" eaLnBrk="0" hangingPunct="0">
                  <a:defRPr kumimoji="1" sz="12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2pPr>
                <a:lvl3pPr marL="1143000" indent="-228600" eaLnBrk="0" hangingPunct="0">
                  <a:defRPr kumimoji="1" sz="12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3pPr>
                <a:lvl4pPr marL="1600200" indent="-228600" eaLnBrk="0" hangingPunct="0">
                  <a:defRPr kumimoji="1" sz="12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4pPr>
                <a:lvl5pPr marL="2057400" indent="-228600" eaLnBrk="0" hangingPunct="0">
                  <a:defRPr kumimoji="1" sz="12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2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2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2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2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9pPr>
              </a:lstStyle>
              <a:p>
                <a:pPr algn="ctr" eaLnBrk="1" hangingPunct="1"/>
                <a:r>
                  <a:rPr lang="ko-KR" altLang="en-US" sz="1000" dirty="0">
                    <a:latin typeface="Rix모던고딕 M" panose="02020603020101020101" pitchFamily="18" charset="-127"/>
                    <a:ea typeface="Rix모던고딕 M" panose="02020603020101020101" pitchFamily="18" charset="-127"/>
                  </a:rPr>
                  <a:t>인터넷</a:t>
                </a:r>
                <a:endParaRPr lang="en-US" altLang="ko-KR" sz="1000" dirty="0">
                  <a:latin typeface="Rix모던고딕 M" panose="02020603020101020101" pitchFamily="18" charset="-127"/>
                  <a:ea typeface="Rix모던고딕 M" panose="02020603020101020101" pitchFamily="18" charset="-127"/>
                </a:endParaRPr>
              </a:p>
            </p:txBody>
          </p:sp>
        </p:grpSp>
        <p:grpSp>
          <p:nvGrpSpPr>
            <p:cNvPr id="197" name="그룹 196"/>
            <p:cNvGrpSpPr/>
            <p:nvPr/>
          </p:nvGrpSpPr>
          <p:grpSpPr>
            <a:xfrm>
              <a:off x="4002151" y="2787969"/>
              <a:ext cx="879611" cy="405346"/>
              <a:chOff x="3458166" y="6846549"/>
              <a:chExt cx="572941" cy="236313"/>
            </a:xfrm>
          </p:grpSpPr>
          <p:pic>
            <p:nvPicPr>
              <p:cNvPr id="204" name="Picture 4" descr="C:\Users\ecoffey\AppData\Local\Temp\Rar$DRa0.400\30009_Device_cloud_white_default_256.png"/>
              <p:cNvPicPr>
                <a:picLocks noChangeAspect="1" noChangeArrowheads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19101" b="19670"/>
              <a:stretch>
                <a:fillRect/>
              </a:stretch>
            </p:blipFill>
            <p:spPr bwMode="auto">
              <a:xfrm>
                <a:off x="3458166" y="6846549"/>
                <a:ext cx="572941" cy="2363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05" name="TextBox 232"/>
              <p:cNvSpPr txBox="1">
                <a:spLocks noChangeArrowheads="1"/>
              </p:cNvSpPr>
              <p:nvPr/>
            </p:nvSpPr>
            <p:spPr bwMode="auto">
              <a:xfrm>
                <a:off x="3622537" y="6912451"/>
                <a:ext cx="244534" cy="14354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kumimoji="1" sz="12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1pPr>
                <a:lvl2pPr marL="742950" indent="-285750" eaLnBrk="0" hangingPunct="0">
                  <a:defRPr kumimoji="1" sz="12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2pPr>
                <a:lvl3pPr marL="1143000" indent="-228600" eaLnBrk="0" hangingPunct="0">
                  <a:defRPr kumimoji="1" sz="12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3pPr>
                <a:lvl4pPr marL="1600200" indent="-228600" eaLnBrk="0" hangingPunct="0">
                  <a:defRPr kumimoji="1" sz="12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4pPr>
                <a:lvl5pPr marL="2057400" indent="-228600" eaLnBrk="0" hangingPunct="0">
                  <a:defRPr kumimoji="1" sz="12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2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2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2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2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9pPr>
              </a:lstStyle>
              <a:p>
                <a:pPr algn="ctr" eaLnBrk="1" hangingPunct="1"/>
                <a:r>
                  <a:rPr lang="en-US" altLang="ko-KR" sz="1000" dirty="0">
                    <a:latin typeface="Rix모던고딕 M" panose="02020603020101020101" pitchFamily="18" charset="-127"/>
                    <a:ea typeface="Rix모던고딕 M" panose="02020603020101020101" pitchFamily="18" charset="-127"/>
                  </a:rPr>
                  <a:t>C4I</a:t>
                </a:r>
              </a:p>
            </p:txBody>
          </p:sp>
        </p:grpSp>
        <p:grpSp>
          <p:nvGrpSpPr>
            <p:cNvPr id="198" name="그룹 197"/>
            <p:cNvGrpSpPr/>
            <p:nvPr/>
          </p:nvGrpSpPr>
          <p:grpSpPr>
            <a:xfrm>
              <a:off x="4002151" y="3111623"/>
              <a:ext cx="879611" cy="405346"/>
              <a:chOff x="3458166" y="6846549"/>
              <a:chExt cx="572941" cy="236313"/>
            </a:xfrm>
          </p:grpSpPr>
          <p:pic>
            <p:nvPicPr>
              <p:cNvPr id="202" name="Picture 4" descr="C:\Users\ecoffey\AppData\Local\Temp\Rar$DRa0.400\30009_Device_cloud_white_default_256.png"/>
              <p:cNvPicPr>
                <a:picLocks noChangeAspect="1" noChangeArrowheads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19101" b="19670"/>
              <a:stretch>
                <a:fillRect/>
              </a:stretch>
            </p:blipFill>
            <p:spPr bwMode="auto">
              <a:xfrm>
                <a:off x="3458166" y="6846549"/>
                <a:ext cx="572941" cy="2363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03" name="TextBox 232"/>
              <p:cNvSpPr txBox="1">
                <a:spLocks noChangeArrowheads="1"/>
              </p:cNvSpPr>
              <p:nvPr/>
            </p:nvSpPr>
            <p:spPr bwMode="auto">
              <a:xfrm>
                <a:off x="3571896" y="6912451"/>
                <a:ext cx="345815" cy="14354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kumimoji="1" sz="12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1pPr>
                <a:lvl2pPr marL="742950" indent="-285750" eaLnBrk="0" hangingPunct="0">
                  <a:defRPr kumimoji="1" sz="12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2pPr>
                <a:lvl3pPr marL="1143000" indent="-228600" eaLnBrk="0" hangingPunct="0">
                  <a:defRPr kumimoji="1" sz="12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3pPr>
                <a:lvl4pPr marL="1600200" indent="-228600" eaLnBrk="0" hangingPunct="0">
                  <a:defRPr kumimoji="1" sz="12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4pPr>
                <a:lvl5pPr marL="2057400" indent="-228600" eaLnBrk="0" hangingPunct="0">
                  <a:defRPr kumimoji="1" sz="12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2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2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2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2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9pPr>
              </a:lstStyle>
              <a:p>
                <a:pPr algn="ctr" eaLnBrk="1" hangingPunct="1"/>
                <a:r>
                  <a:rPr lang="ko-KR" altLang="en-US" sz="1000" dirty="0">
                    <a:latin typeface="Rix모던고딕 M" panose="02020603020101020101" pitchFamily="18" charset="-127"/>
                    <a:ea typeface="Rix모던고딕 M" panose="02020603020101020101" pitchFamily="18" charset="-127"/>
                  </a:rPr>
                  <a:t>연합사</a:t>
                </a:r>
                <a:endParaRPr lang="en-US" altLang="ko-KR" sz="1000" dirty="0">
                  <a:latin typeface="Rix모던고딕 M" panose="02020603020101020101" pitchFamily="18" charset="-127"/>
                  <a:ea typeface="Rix모던고딕 M" panose="02020603020101020101" pitchFamily="18" charset="-127"/>
                </a:endParaRPr>
              </a:p>
            </p:txBody>
          </p:sp>
        </p:grpSp>
        <p:grpSp>
          <p:nvGrpSpPr>
            <p:cNvPr id="199" name="그룹 198"/>
            <p:cNvGrpSpPr/>
            <p:nvPr/>
          </p:nvGrpSpPr>
          <p:grpSpPr>
            <a:xfrm>
              <a:off x="4002151" y="3446972"/>
              <a:ext cx="879611" cy="436214"/>
              <a:chOff x="3458166" y="6846549"/>
              <a:chExt cx="572941" cy="254309"/>
            </a:xfrm>
          </p:grpSpPr>
          <p:pic>
            <p:nvPicPr>
              <p:cNvPr id="200" name="Picture 4" descr="C:\Users\ecoffey\AppData\Local\Temp\Rar$DRa0.400\30009_Device_cloud_white_default_256.png"/>
              <p:cNvPicPr>
                <a:picLocks noChangeAspect="1" noChangeArrowheads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19101" b="19670"/>
              <a:stretch>
                <a:fillRect/>
              </a:stretch>
            </p:blipFill>
            <p:spPr bwMode="auto">
              <a:xfrm>
                <a:off x="3458166" y="6846549"/>
                <a:ext cx="572941" cy="2363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01" name="TextBox 232"/>
              <p:cNvSpPr txBox="1">
                <a:spLocks noChangeArrowheads="1"/>
              </p:cNvSpPr>
              <p:nvPr/>
            </p:nvSpPr>
            <p:spPr bwMode="auto">
              <a:xfrm>
                <a:off x="3534309" y="6867597"/>
                <a:ext cx="420992" cy="23326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kumimoji="1" sz="12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1pPr>
                <a:lvl2pPr marL="742950" indent="-285750" eaLnBrk="0" hangingPunct="0">
                  <a:defRPr kumimoji="1" sz="12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2pPr>
                <a:lvl3pPr marL="1143000" indent="-228600" eaLnBrk="0" hangingPunct="0">
                  <a:defRPr kumimoji="1" sz="12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3pPr>
                <a:lvl4pPr marL="1600200" indent="-228600" eaLnBrk="0" hangingPunct="0">
                  <a:defRPr kumimoji="1" sz="12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4pPr>
                <a:lvl5pPr marL="2057400" indent="-228600" eaLnBrk="0" hangingPunct="0">
                  <a:defRPr kumimoji="1" sz="12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2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2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2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2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9pPr>
              </a:lstStyle>
              <a:p>
                <a:pPr algn="ctr" eaLnBrk="1" hangingPunct="1"/>
                <a:r>
                  <a:rPr lang="ko-KR" altLang="en-US" sz="1000" dirty="0">
                    <a:latin typeface="Rix모던고딕 M" panose="02020603020101020101" pitchFamily="18" charset="-127"/>
                    <a:ea typeface="Rix모던고딕 M" panose="02020603020101020101" pitchFamily="18" charset="-127"/>
                  </a:rPr>
                  <a:t>통합전산</a:t>
                </a:r>
              </a:p>
              <a:p>
                <a:pPr algn="ctr" eaLnBrk="1" hangingPunct="1"/>
                <a:r>
                  <a:rPr lang="ko-KR" altLang="en-US" sz="1000" dirty="0">
                    <a:latin typeface="Rix모던고딕 M" panose="02020603020101020101" pitchFamily="18" charset="-127"/>
                    <a:ea typeface="Rix모던고딕 M" panose="02020603020101020101" pitchFamily="18" charset="-127"/>
                  </a:rPr>
                  <a:t>관리소</a:t>
                </a:r>
              </a:p>
            </p:txBody>
          </p:sp>
        </p:grpSp>
      </p:grpSp>
      <p:sp>
        <p:nvSpPr>
          <p:cNvPr id="304" name="모서리가 둥근 직사각형 303"/>
          <p:cNvSpPr/>
          <p:nvPr/>
        </p:nvSpPr>
        <p:spPr>
          <a:xfrm>
            <a:off x="751799" y="6535712"/>
            <a:ext cx="972000" cy="171212"/>
          </a:xfrm>
          <a:prstGeom prst="roundRect">
            <a:avLst>
              <a:gd name="adj" fmla="val 0"/>
            </a:avLst>
          </a:prstGeom>
          <a:solidFill>
            <a:schemeClr val="tx1">
              <a:lumMod val="50000"/>
              <a:lumOff val="50000"/>
            </a:schemeClr>
          </a:solidFill>
          <a:ln w="12700" cap="rnd" cmpd="sng">
            <a:noFill/>
            <a:prstDash val="solid"/>
            <a:headEnd type="none" w="lg" len="med"/>
            <a:tailEnd type="none" w="lg" len="med"/>
          </a:ln>
          <a:effectLst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none" lIns="0" tIns="0" rIns="0" bIns="0" anchor="ctr" anchorCtr="0">
            <a:scene3d>
              <a:camera prst="orthographicFront"/>
              <a:lightRig rig="threePt" dir="t"/>
            </a:scene3d>
            <a:sp3d>
              <a:bevelT w="1270" h="12700"/>
            </a:sp3d>
          </a:bodyPr>
          <a:lstStyle/>
          <a:p>
            <a:pPr algn="ctr" latinLnBrk="0"/>
            <a:r>
              <a:rPr lang="ko-KR" altLang="en-US" sz="1100" spc="-50" dirty="0" err="1" smtClean="0">
                <a:gradFill flip="none" rotWithShape="1">
                  <a:gsLst>
                    <a:gs pos="0">
                      <a:prstClr val="white">
                        <a:lumMod val="0"/>
                        <a:lumOff val="100000"/>
                      </a:prstClr>
                    </a:gs>
                    <a:gs pos="100000">
                      <a:prstClr val="white">
                        <a:lumMod val="0"/>
                        <a:lumOff val="100000"/>
                      </a:prstClr>
                    </a:gs>
                  </a:gsLst>
                  <a:lin ang="6000000" scaled="0"/>
                  <a:tileRect/>
                </a:gra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국전원</a:t>
            </a:r>
            <a:r>
              <a:rPr lang="en-US" altLang="ko-KR" sz="1100" spc="-50" dirty="0" smtClean="0">
                <a:gradFill flip="none" rotWithShape="1">
                  <a:gsLst>
                    <a:gs pos="0">
                      <a:prstClr val="white">
                        <a:lumMod val="0"/>
                        <a:lumOff val="100000"/>
                      </a:prstClr>
                    </a:gs>
                    <a:gs pos="100000">
                      <a:prstClr val="white">
                        <a:lumMod val="0"/>
                        <a:lumOff val="100000"/>
                      </a:prstClr>
                    </a:gs>
                  </a:gsLst>
                  <a:lin ang="6000000" scaled="0"/>
                  <a:tileRect/>
                </a:gra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(C</a:t>
            </a:r>
            <a:r>
              <a:rPr lang="ko-KR" altLang="en-US" sz="1100" spc="-50" dirty="0" smtClean="0">
                <a:gradFill flip="none" rotWithShape="1">
                  <a:gsLst>
                    <a:gs pos="0">
                      <a:prstClr val="white">
                        <a:lumMod val="0"/>
                        <a:lumOff val="100000"/>
                      </a:prstClr>
                    </a:gs>
                    <a:gs pos="100000">
                      <a:prstClr val="white">
                        <a:lumMod val="0"/>
                        <a:lumOff val="100000"/>
                      </a:prstClr>
                    </a:gs>
                  </a:gsLst>
                  <a:lin ang="6000000" scaled="0"/>
                  <a:tileRect/>
                </a:gra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건물</a:t>
            </a:r>
            <a:r>
              <a:rPr lang="en-US" altLang="ko-KR" sz="1100" spc="-50" dirty="0" smtClean="0">
                <a:gradFill flip="none" rotWithShape="1">
                  <a:gsLst>
                    <a:gs pos="0">
                      <a:prstClr val="white">
                        <a:lumMod val="0"/>
                        <a:lumOff val="100000"/>
                      </a:prstClr>
                    </a:gs>
                    <a:gs pos="100000">
                      <a:prstClr val="white">
                        <a:lumMod val="0"/>
                        <a:lumOff val="100000"/>
                      </a:prstClr>
                    </a:gs>
                  </a:gsLst>
                  <a:lin ang="6000000" scaled="0"/>
                  <a:tileRect/>
                </a:gra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)</a:t>
            </a:r>
            <a:endParaRPr lang="ko-KR" altLang="en-US" sz="1100" spc="-50" dirty="0">
              <a:gradFill flip="none" rotWithShape="1">
                <a:gsLst>
                  <a:gs pos="0">
                    <a:prstClr val="white">
                      <a:lumMod val="0"/>
                      <a:lumOff val="100000"/>
                    </a:prstClr>
                  </a:gs>
                  <a:gs pos="100000">
                    <a:prstClr val="white">
                      <a:lumMod val="0"/>
                      <a:lumOff val="100000"/>
                    </a:prstClr>
                  </a:gs>
                </a:gsLst>
                <a:lin ang="6000000" scaled="0"/>
                <a:tileRect/>
              </a:gradFill>
              <a:latin typeface="Rix모던고딕 B" panose="02020603020101020101" pitchFamily="18" charset="-127"/>
              <a:ea typeface="Rix모던고딕 B" panose="02020603020101020101" pitchFamily="18" charset="-127"/>
            </a:endParaRPr>
          </a:p>
        </p:txBody>
      </p:sp>
      <p:sp>
        <p:nvSpPr>
          <p:cNvPr id="164" name="타원 163"/>
          <p:cNvSpPr/>
          <p:nvPr/>
        </p:nvSpPr>
        <p:spPr bwMode="auto">
          <a:xfrm>
            <a:off x="8233097" y="4301781"/>
            <a:ext cx="94006" cy="98896"/>
          </a:xfrm>
          <a:prstGeom prst="ellipse">
            <a:avLst/>
          </a:prstGeom>
          <a:solidFill>
            <a:schemeClr val="tx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ko-KR" altLang="en-US" sz="2100" dirty="0">
              <a:solidFill>
                <a:srgbClr val="333333"/>
              </a:solidFill>
              <a:latin typeface="산돌고딕B" pitchFamily="18" charset="-127"/>
              <a:ea typeface="산돌고딕B" pitchFamily="18" charset="-127"/>
            </a:endParaRPr>
          </a:p>
        </p:txBody>
      </p:sp>
      <p:sp>
        <p:nvSpPr>
          <p:cNvPr id="192" name="타원 191"/>
          <p:cNvSpPr/>
          <p:nvPr/>
        </p:nvSpPr>
        <p:spPr bwMode="auto">
          <a:xfrm>
            <a:off x="3275394" y="4125448"/>
            <a:ext cx="94006" cy="98896"/>
          </a:xfrm>
          <a:prstGeom prst="ellipse">
            <a:avLst/>
          </a:prstGeom>
          <a:solidFill>
            <a:schemeClr val="tx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ko-KR" altLang="en-US" sz="2100" dirty="0">
              <a:solidFill>
                <a:srgbClr val="333333"/>
              </a:solidFill>
              <a:latin typeface="산돌고딕B" pitchFamily="18" charset="-127"/>
              <a:ea typeface="산돌고딕B" pitchFamily="18" charset="-127"/>
            </a:endParaRPr>
          </a:p>
        </p:txBody>
      </p:sp>
      <p:pic>
        <p:nvPicPr>
          <p:cNvPr id="1027" name="Picture 3" descr="G:\work\다원아이씨티\국방전산정보원\이미지들-13.pn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4932" y="5006038"/>
            <a:ext cx="995686" cy="15821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0" name="Picture 3" descr="G:\work\다원아이씨티\국방전산정보원\이미지들-13.pn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40864" y="5227509"/>
            <a:ext cx="937993" cy="1515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23" name="구부러진 연결선 322"/>
          <p:cNvCxnSpPr>
            <a:stCxn id="344" idx="3"/>
            <a:endCxn id="320" idx="1"/>
          </p:cNvCxnSpPr>
          <p:nvPr/>
        </p:nvCxnSpPr>
        <p:spPr bwMode="auto">
          <a:xfrm>
            <a:off x="6381491" y="6471333"/>
            <a:ext cx="1640929" cy="171279"/>
          </a:xfrm>
          <a:prstGeom prst="curvedConnector3">
            <a:avLst>
              <a:gd name="adj1" fmla="val 50000"/>
            </a:avLst>
          </a:prstGeom>
          <a:solidFill>
            <a:schemeClr val="bg2">
              <a:lumMod val="90000"/>
              <a:alpha val="53000"/>
            </a:schemeClr>
          </a:solidFill>
          <a:ln w="38100">
            <a:solidFill>
              <a:schemeClr val="accent5">
                <a:alpha val="69804"/>
              </a:schemeClr>
            </a:solidFill>
            <a:headEnd type="none" w="med" len="med"/>
            <a:tailEnd type="triangl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54" name="TextBox 353"/>
          <p:cNvSpPr txBox="1"/>
          <p:nvPr/>
        </p:nvSpPr>
        <p:spPr>
          <a:xfrm>
            <a:off x="7805372" y="6568712"/>
            <a:ext cx="128241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altLang="ko-KR" sz="900" dirty="0">
                <a:latin typeface="Rix모던고딕 L" panose="02020603020101020101" pitchFamily="18" charset="-127"/>
                <a:ea typeface="Rix모던고딕 L" panose="02020603020101020101" pitchFamily="18" charset="-127"/>
              </a:rPr>
              <a:t>1F</a:t>
            </a:r>
            <a:endParaRPr lang="ko-KR" altLang="en-US" sz="900" dirty="0">
              <a:latin typeface="Rix모던고딕 L" panose="02020603020101020101" pitchFamily="18" charset="-127"/>
              <a:ea typeface="Rix모던고딕 L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189416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직사각형 44"/>
          <p:cNvSpPr/>
          <p:nvPr/>
        </p:nvSpPr>
        <p:spPr>
          <a:xfrm>
            <a:off x="-1" y="0"/>
            <a:ext cx="10693400" cy="7561263"/>
          </a:xfrm>
          <a:prstGeom prst="rect">
            <a:avLst/>
          </a:prstGeom>
          <a:solidFill>
            <a:schemeClr val="tx1">
              <a:alpha val="8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6" name="직사각형 45"/>
          <p:cNvSpPr/>
          <p:nvPr/>
        </p:nvSpPr>
        <p:spPr>
          <a:xfrm>
            <a:off x="0" y="763588"/>
            <a:ext cx="10693399" cy="631031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 smtClean="0"/>
          </a:p>
        </p:txBody>
      </p:sp>
      <p:sp>
        <p:nvSpPr>
          <p:cNvPr id="47" name="직사각형 46"/>
          <p:cNvSpPr/>
          <p:nvPr/>
        </p:nvSpPr>
        <p:spPr>
          <a:xfrm rot="5400000" flipV="1">
            <a:off x="5070671" y="-4211816"/>
            <a:ext cx="552060" cy="10693401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33" dirty="0"/>
          </a:p>
        </p:txBody>
      </p:sp>
      <p:sp>
        <p:nvSpPr>
          <p:cNvPr id="48" name="Rectangle 209"/>
          <p:cNvSpPr>
            <a:spLocks noChangeArrowheads="1"/>
          </p:cNvSpPr>
          <p:nvPr/>
        </p:nvSpPr>
        <p:spPr bwMode="auto">
          <a:xfrm>
            <a:off x="475201" y="894938"/>
            <a:ext cx="9482854" cy="4798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4605" tIns="47302" rIns="94605" bIns="47302">
            <a:spAutoFit/>
          </a:bodyPr>
          <a:lstStyle/>
          <a:p>
            <a:pPr algn="ctr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ko-KR" altLang="en-US" sz="2721" spc="-227" dirty="0" smtClean="0">
                <a:ln/>
                <a:solidFill>
                  <a:schemeClr val="bg1"/>
                </a:solidFill>
                <a:latin typeface="Rix모던고딕 EB" pitchFamily="18" charset="-127"/>
                <a:ea typeface="Rix모던고딕 EB" pitchFamily="18" charset="-127"/>
              </a:rPr>
              <a:t>군 네트워크 체계에 대한 이해</a:t>
            </a:r>
            <a:endParaRPr lang="en-US" altLang="ko-KR" sz="2721" spc="-227" dirty="0">
              <a:ln/>
              <a:solidFill>
                <a:schemeClr val="bg1"/>
              </a:solidFill>
              <a:latin typeface="Rix모던고딕 EB" pitchFamily="18" charset="-127"/>
              <a:ea typeface="Rix모던고딕 EB" pitchFamily="18" charset="-127"/>
            </a:endParaRPr>
          </a:p>
        </p:txBody>
      </p:sp>
      <p:sp>
        <p:nvSpPr>
          <p:cNvPr id="51" name="모서리가 둥근 직사각형 50"/>
          <p:cNvSpPr/>
          <p:nvPr/>
        </p:nvSpPr>
        <p:spPr>
          <a:xfrm rot="10800000" flipV="1">
            <a:off x="-3" y="6437374"/>
            <a:ext cx="10693400" cy="573890"/>
          </a:xfrm>
          <a:prstGeom prst="roundRect">
            <a:avLst>
              <a:gd name="adj" fmla="val 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2" name="이등변 삼각형 9"/>
          <p:cNvSpPr/>
          <p:nvPr/>
        </p:nvSpPr>
        <p:spPr>
          <a:xfrm rot="10800000" flipV="1">
            <a:off x="924763" y="6536863"/>
            <a:ext cx="8919279" cy="374911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ctr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ko-KR" altLang="en-US" sz="2700" spc="-250" dirty="0">
                <a:ln/>
                <a:solidFill>
                  <a:schemeClr val="bg1"/>
                </a:solidFill>
                <a:latin typeface="Rix모던고딕 EB" pitchFamily="18" charset="-127"/>
                <a:ea typeface="Rix모던고딕 EB" pitchFamily="18" charset="-127"/>
              </a:rPr>
              <a:t>군은 </a:t>
            </a:r>
            <a:r>
              <a:rPr lang="en-US" altLang="ko-KR" sz="2700" spc="-250" dirty="0">
                <a:ln/>
                <a:solidFill>
                  <a:schemeClr val="bg1"/>
                </a:solidFill>
                <a:latin typeface="Rix모던고딕 EB" pitchFamily="18" charset="-127"/>
                <a:ea typeface="Rix모던고딕 EB" pitchFamily="18" charset="-127"/>
              </a:rPr>
              <a:t>C4I </a:t>
            </a:r>
            <a:r>
              <a:rPr lang="ko-KR" altLang="en-US" sz="2700" spc="-250" dirty="0">
                <a:ln/>
                <a:solidFill>
                  <a:schemeClr val="bg1"/>
                </a:solidFill>
                <a:latin typeface="Rix모던고딕 EB" pitchFamily="18" charset="-127"/>
                <a:ea typeface="Rix모던고딕 EB" pitchFamily="18" charset="-127"/>
              </a:rPr>
              <a:t>체계</a:t>
            </a:r>
            <a:r>
              <a:rPr lang="en-US" altLang="ko-KR" sz="2700" spc="-250" dirty="0">
                <a:ln/>
                <a:solidFill>
                  <a:schemeClr val="bg1"/>
                </a:solidFill>
                <a:latin typeface="Rix모던고딕 EB" pitchFamily="18" charset="-127"/>
                <a:ea typeface="Rix모던고딕 EB" pitchFamily="18" charset="-127"/>
              </a:rPr>
              <a:t>, </a:t>
            </a:r>
            <a:r>
              <a:rPr lang="ko-KR" altLang="en-US" sz="2700" spc="-250" dirty="0">
                <a:ln/>
                <a:solidFill>
                  <a:schemeClr val="bg1"/>
                </a:solidFill>
                <a:latin typeface="Rix모던고딕 EB" pitchFamily="18" charset="-127"/>
                <a:ea typeface="Rix모던고딕 EB" pitchFamily="18" charset="-127"/>
              </a:rPr>
              <a:t>무선망 체계 등 총</a:t>
            </a:r>
            <a:r>
              <a:rPr lang="en-US" altLang="ko-KR" sz="2700" spc="-250" dirty="0">
                <a:ln/>
                <a:solidFill>
                  <a:schemeClr val="bg1"/>
                </a:solidFill>
                <a:latin typeface="Rix모던고딕 EB" pitchFamily="18" charset="-127"/>
                <a:ea typeface="Rix모던고딕 EB" pitchFamily="18" charset="-127"/>
              </a:rPr>
              <a:t>15</a:t>
            </a:r>
            <a:r>
              <a:rPr lang="ko-KR" altLang="en-US" sz="2700" spc="-250" dirty="0">
                <a:ln/>
                <a:solidFill>
                  <a:schemeClr val="bg1"/>
                </a:solidFill>
                <a:latin typeface="Rix모던고딕 EB" pitchFamily="18" charset="-127"/>
                <a:ea typeface="Rix모던고딕 EB" pitchFamily="18" charset="-127"/>
              </a:rPr>
              <a:t>개 체계를 구축 운영 </a:t>
            </a:r>
            <a:r>
              <a:rPr lang="ko-KR" altLang="en-US" sz="2700" spc="-250" dirty="0" smtClean="0">
                <a:ln/>
                <a:solidFill>
                  <a:schemeClr val="bg1"/>
                </a:solidFill>
                <a:latin typeface="Rix모던고딕 EB" pitchFamily="18" charset="-127"/>
                <a:ea typeface="Rix모던고딕 EB" pitchFamily="18" charset="-127"/>
              </a:rPr>
              <a:t>중 </a:t>
            </a:r>
            <a:endParaRPr lang="ko-KR" altLang="en-US" sz="2700" spc="-250" dirty="0">
              <a:ln/>
              <a:solidFill>
                <a:schemeClr val="bg1"/>
              </a:solidFill>
              <a:latin typeface="Rix모던고딕 EB" pitchFamily="18" charset="-127"/>
              <a:ea typeface="Rix모던고딕 EB" pitchFamily="18" charset="-127"/>
            </a:endParaRPr>
          </a:p>
        </p:txBody>
      </p:sp>
      <p:grpSp>
        <p:nvGrpSpPr>
          <p:cNvPr id="2" name="그룹 1"/>
          <p:cNvGrpSpPr/>
          <p:nvPr/>
        </p:nvGrpSpPr>
        <p:grpSpPr>
          <a:xfrm>
            <a:off x="231488" y="1487513"/>
            <a:ext cx="10294012" cy="4875626"/>
            <a:chOff x="395251" y="1616774"/>
            <a:chExt cx="10091179" cy="4388502"/>
          </a:xfrm>
        </p:grpSpPr>
        <p:sp>
          <p:nvSpPr>
            <p:cNvPr id="49" name="TextBox 48"/>
            <p:cNvSpPr txBox="1"/>
            <p:nvPr/>
          </p:nvSpPr>
          <p:spPr>
            <a:xfrm>
              <a:off x="6559238" y="3605187"/>
              <a:ext cx="1248589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>
                <a:defRPr b="1">
                  <a:solidFill>
                    <a:srgbClr val="FF0000"/>
                  </a:solidFill>
                </a:defRPr>
              </a:lvl1pPr>
            </a:lstStyle>
            <a:p>
              <a:r>
                <a:rPr lang="ko-KR" altLang="en-US" sz="2200" b="0" spc="-200" dirty="0">
                  <a:solidFill>
                    <a:srgbClr val="C00000"/>
                  </a:solidFill>
                  <a:latin typeface="Rix모던고딕 EB" panose="02020603020101020101" pitchFamily="18" charset="-127"/>
                  <a:ea typeface="Rix모던고딕 EB" panose="02020603020101020101" pitchFamily="18" charset="-127"/>
                </a:rPr>
                <a:t>본 사업 </a:t>
              </a:r>
              <a:endParaRPr lang="en-US" altLang="ko-KR" sz="2200" b="0" spc="-200" dirty="0">
                <a:solidFill>
                  <a:srgbClr val="C00000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endParaRPr>
            </a:p>
            <a:p>
              <a:r>
                <a:rPr lang="ko-KR" altLang="en-US" sz="2200" b="0" spc="-200" dirty="0">
                  <a:solidFill>
                    <a:srgbClr val="C00000"/>
                  </a:solidFill>
                  <a:latin typeface="Rix모던고딕 EB" panose="02020603020101020101" pitchFamily="18" charset="-127"/>
                  <a:ea typeface="Rix모던고딕 EB" panose="02020603020101020101" pitchFamily="18" charset="-127"/>
                </a:rPr>
                <a:t>대상 체계</a:t>
              </a:r>
            </a:p>
          </p:txBody>
        </p:sp>
        <p:sp>
          <p:nvSpPr>
            <p:cNvPr id="50" name="모서리가 둥근 직사각형 49"/>
            <p:cNvSpPr/>
            <p:nvPr/>
          </p:nvSpPr>
          <p:spPr>
            <a:xfrm>
              <a:off x="4694127" y="3027920"/>
              <a:ext cx="1854316" cy="1960073"/>
            </a:xfrm>
            <a:prstGeom prst="roundRect">
              <a:avLst>
                <a:gd name="adj" fmla="val 11463"/>
              </a:avLst>
            </a:prstGeom>
            <a:noFill/>
            <a:ln w="5715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 smtClean="0">
                <a:solidFill>
                  <a:schemeClr val="tx1"/>
                </a:solidFill>
              </a:endParaRPr>
            </a:p>
          </p:txBody>
        </p:sp>
        <p:grpSp>
          <p:nvGrpSpPr>
            <p:cNvPr id="53" name="그룹 52"/>
            <p:cNvGrpSpPr/>
            <p:nvPr/>
          </p:nvGrpSpPr>
          <p:grpSpPr>
            <a:xfrm>
              <a:off x="2385439" y="3051411"/>
              <a:ext cx="1578398" cy="1011939"/>
              <a:chOff x="656580" y="2798522"/>
              <a:chExt cx="1578398" cy="1011939"/>
            </a:xfrm>
          </p:grpSpPr>
          <p:pic>
            <p:nvPicPr>
              <p:cNvPr id="54" name="Picture 6" descr="G:\work\다원아이씨티\국방전산정보원\이미지들-10.png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56580" y="2798522"/>
                <a:ext cx="1578398" cy="1011939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55" name="TextBox 54"/>
              <p:cNvSpPr txBox="1"/>
              <p:nvPr/>
            </p:nvSpPr>
            <p:spPr>
              <a:xfrm>
                <a:off x="1062773" y="3187543"/>
                <a:ext cx="740587" cy="35394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ko-KR" altLang="en-US" sz="1700" spc="-80" dirty="0">
                    <a:solidFill>
                      <a:schemeClr val="bg1"/>
                    </a:solidFill>
                    <a:latin typeface="Rix모던고딕 EB" panose="02020603020101020101" pitchFamily="18" charset="-127"/>
                    <a:ea typeface="Rix모던고딕 EB" panose="02020603020101020101" pitchFamily="18" charset="-127"/>
                  </a:rPr>
                  <a:t>화력망</a:t>
                </a:r>
              </a:p>
            </p:txBody>
          </p:sp>
        </p:grpSp>
        <p:grpSp>
          <p:nvGrpSpPr>
            <p:cNvPr id="56" name="그룹 55"/>
            <p:cNvGrpSpPr/>
            <p:nvPr/>
          </p:nvGrpSpPr>
          <p:grpSpPr>
            <a:xfrm>
              <a:off x="1682834" y="3744660"/>
              <a:ext cx="1578398" cy="1011939"/>
              <a:chOff x="656580" y="2798522"/>
              <a:chExt cx="1578398" cy="1011939"/>
            </a:xfrm>
          </p:grpSpPr>
          <p:pic>
            <p:nvPicPr>
              <p:cNvPr id="57" name="Picture 6" descr="G:\work\다원아이씨티\국방전산정보원\이미지들-10.png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56580" y="2798522"/>
                <a:ext cx="1578398" cy="1011939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58" name="TextBox 57"/>
              <p:cNvSpPr txBox="1"/>
              <p:nvPr/>
            </p:nvSpPr>
            <p:spPr>
              <a:xfrm>
                <a:off x="1062773" y="3187543"/>
                <a:ext cx="740587" cy="35394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ko-KR" altLang="en-US" sz="1700" spc="-80" dirty="0">
                    <a:solidFill>
                      <a:schemeClr val="bg1"/>
                    </a:solidFill>
                    <a:latin typeface="Rix모던고딕 EB" panose="02020603020101020101" pitchFamily="18" charset="-127"/>
                    <a:ea typeface="Rix모던고딕 EB" panose="02020603020101020101" pitchFamily="18" charset="-127"/>
                  </a:rPr>
                  <a:t>기무망</a:t>
                </a:r>
              </a:p>
            </p:txBody>
          </p:sp>
        </p:grpSp>
        <p:grpSp>
          <p:nvGrpSpPr>
            <p:cNvPr id="59" name="그룹 58"/>
            <p:cNvGrpSpPr/>
            <p:nvPr/>
          </p:nvGrpSpPr>
          <p:grpSpPr>
            <a:xfrm>
              <a:off x="395251" y="3878152"/>
              <a:ext cx="1578398" cy="1011939"/>
              <a:chOff x="656580" y="2798522"/>
              <a:chExt cx="1578398" cy="1011939"/>
            </a:xfrm>
          </p:grpSpPr>
          <p:pic>
            <p:nvPicPr>
              <p:cNvPr id="97" name="Picture 6" descr="G:\work\다원아이씨티\국방전산정보원\이미지들-10.png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56580" y="2798522"/>
                <a:ext cx="1578398" cy="1011939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98" name="TextBox 97"/>
              <p:cNvSpPr txBox="1"/>
              <p:nvPr/>
            </p:nvSpPr>
            <p:spPr>
              <a:xfrm>
                <a:off x="877466" y="3187543"/>
                <a:ext cx="1111202" cy="35394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ko-KR" altLang="en-US" sz="1700" spc="-80" dirty="0">
                    <a:solidFill>
                      <a:schemeClr val="bg1"/>
                    </a:solidFill>
                    <a:latin typeface="Rix모던고딕 EB" panose="02020603020101020101" pitchFamily="18" charset="-127"/>
                    <a:ea typeface="Rix모던고딕 EB" panose="02020603020101020101" pitchFamily="18" charset="-127"/>
                  </a:rPr>
                  <a:t>연합작전망</a:t>
                </a:r>
              </a:p>
            </p:txBody>
          </p:sp>
        </p:grpSp>
        <p:grpSp>
          <p:nvGrpSpPr>
            <p:cNvPr id="99" name="그룹 98"/>
            <p:cNvGrpSpPr/>
            <p:nvPr/>
          </p:nvGrpSpPr>
          <p:grpSpPr>
            <a:xfrm>
              <a:off x="826869" y="3006544"/>
              <a:ext cx="1578398" cy="1011939"/>
              <a:chOff x="656580" y="2798522"/>
              <a:chExt cx="1578398" cy="1011939"/>
            </a:xfrm>
          </p:grpSpPr>
          <p:pic>
            <p:nvPicPr>
              <p:cNvPr id="100" name="Picture 6" descr="G:\work\다원아이씨티\국방전산정보원\이미지들-10.png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56580" y="2798522"/>
                <a:ext cx="1578398" cy="1011939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01" name="TextBox 100"/>
              <p:cNvSpPr txBox="1"/>
              <p:nvPr/>
            </p:nvSpPr>
            <p:spPr>
              <a:xfrm>
                <a:off x="1062773" y="3187543"/>
                <a:ext cx="740587" cy="35394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ko-KR" altLang="en-US" sz="1700" spc="-80" dirty="0">
                    <a:solidFill>
                      <a:schemeClr val="bg1"/>
                    </a:solidFill>
                    <a:latin typeface="Rix모던고딕 EB" panose="02020603020101020101" pitchFamily="18" charset="-127"/>
                    <a:ea typeface="Rix모던고딕 EB" panose="02020603020101020101" pitchFamily="18" charset="-127"/>
                  </a:rPr>
                  <a:t>정보망</a:t>
                </a:r>
              </a:p>
            </p:txBody>
          </p:sp>
        </p:grpSp>
        <p:grpSp>
          <p:nvGrpSpPr>
            <p:cNvPr id="102" name="그룹 101"/>
            <p:cNvGrpSpPr/>
            <p:nvPr/>
          </p:nvGrpSpPr>
          <p:grpSpPr>
            <a:xfrm>
              <a:off x="3261232" y="3735529"/>
              <a:ext cx="1578398" cy="1011939"/>
              <a:chOff x="656580" y="2798522"/>
              <a:chExt cx="1578398" cy="1011939"/>
            </a:xfrm>
          </p:grpSpPr>
          <p:pic>
            <p:nvPicPr>
              <p:cNvPr id="103" name="Picture 6" descr="G:\work\다원아이씨티\국방전산정보원\이미지들-10.png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56580" y="2798522"/>
                <a:ext cx="1578398" cy="1011939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04" name="TextBox 103"/>
              <p:cNvSpPr txBox="1"/>
              <p:nvPr/>
            </p:nvSpPr>
            <p:spPr>
              <a:xfrm>
                <a:off x="877466" y="3187543"/>
                <a:ext cx="1111202" cy="35394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ko-KR" altLang="en-US" sz="1700" spc="-80" dirty="0">
                    <a:solidFill>
                      <a:schemeClr val="bg1"/>
                    </a:solidFill>
                    <a:latin typeface="Rix모던고딕 EB" panose="02020603020101020101" pitchFamily="18" charset="-127"/>
                    <a:ea typeface="Rix모던고딕 EB" panose="02020603020101020101" pitchFamily="18" charset="-127"/>
                  </a:rPr>
                  <a:t>지휘통제망</a:t>
                </a:r>
              </a:p>
            </p:txBody>
          </p:sp>
        </p:grpSp>
        <p:grpSp>
          <p:nvGrpSpPr>
            <p:cNvPr id="105" name="그룹 104"/>
            <p:cNvGrpSpPr/>
            <p:nvPr/>
          </p:nvGrpSpPr>
          <p:grpSpPr>
            <a:xfrm>
              <a:off x="4668180" y="3056495"/>
              <a:ext cx="1971173" cy="1122716"/>
              <a:chOff x="5639302" y="2114550"/>
              <a:chExt cx="1751185" cy="1122716"/>
            </a:xfrm>
          </p:grpSpPr>
          <p:pic>
            <p:nvPicPr>
              <p:cNvPr id="106" name="Picture 5" descr="G:\work\다원아이씨티\국방전산정보원\이미지들-09.png"/>
              <p:cNvPicPr>
                <a:picLocks noChangeAspect="1" noChangeArrowheads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639302" y="2114550"/>
                <a:ext cx="1751185" cy="112271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07" name="TextBox 106"/>
              <p:cNvSpPr txBox="1"/>
              <p:nvPr/>
            </p:nvSpPr>
            <p:spPr>
              <a:xfrm>
                <a:off x="5986147" y="2568570"/>
                <a:ext cx="1029343" cy="35394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ko-KR" altLang="en-US" sz="1700" spc="-80" dirty="0">
                    <a:solidFill>
                      <a:schemeClr val="bg1"/>
                    </a:solidFill>
                    <a:latin typeface="Rix모던고딕 EB" panose="02020603020101020101" pitchFamily="18" charset="-127"/>
                    <a:ea typeface="Rix모던고딕 EB" panose="02020603020101020101" pitchFamily="18" charset="-127"/>
                  </a:rPr>
                  <a:t>인터넷 체계</a:t>
                </a:r>
              </a:p>
            </p:txBody>
          </p:sp>
        </p:grpSp>
        <p:grpSp>
          <p:nvGrpSpPr>
            <p:cNvPr id="108" name="그룹 107"/>
            <p:cNvGrpSpPr/>
            <p:nvPr/>
          </p:nvGrpSpPr>
          <p:grpSpPr>
            <a:xfrm>
              <a:off x="4668180" y="3893852"/>
              <a:ext cx="1971173" cy="1122716"/>
              <a:chOff x="5639302" y="2114550"/>
              <a:chExt cx="1751185" cy="1122716"/>
            </a:xfrm>
          </p:grpSpPr>
          <p:pic>
            <p:nvPicPr>
              <p:cNvPr id="109" name="Picture 5" descr="G:\work\다원아이씨티\국방전산정보원\이미지들-09.png"/>
              <p:cNvPicPr>
                <a:picLocks noChangeAspect="1" noChangeArrowheads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639302" y="2114550"/>
                <a:ext cx="1751185" cy="112271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10" name="TextBox 109"/>
              <p:cNvSpPr txBox="1"/>
              <p:nvPr/>
            </p:nvSpPr>
            <p:spPr>
              <a:xfrm>
                <a:off x="5931746" y="2520945"/>
                <a:ext cx="1138144" cy="54938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>
                  <a:lnSpc>
                    <a:spcPct val="90000"/>
                  </a:lnSpc>
                </a:pPr>
                <a:r>
                  <a:rPr lang="ko-KR" altLang="en-US" sz="1700" spc="-150" dirty="0">
                    <a:solidFill>
                      <a:schemeClr val="bg1"/>
                    </a:solidFill>
                    <a:latin typeface="Rix모던고딕 EB" panose="02020603020101020101" pitchFamily="18" charset="-127"/>
                    <a:ea typeface="Rix모던고딕 EB" panose="02020603020101020101" pitchFamily="18" charset="-127"/>
                  </a:rPr>
                  <a:t>인트라넷 체계</a:t>
                </a:r>
              </a:p>
              <a:p>
                <a:pPr algn="ctr">
                  <a:lnSpc>
                    <a:spcPct val="90000"/>
                  </a:lnSpc>
                </a:pPr>
                <a:r>
                  <a:rPr lang="en-US" altLang="ko-KR" sz="1600" spc="-150" dirty="0">
                    <a:solidFill>
                      <a:schemeClr val="bg1"/>
                    </a:solidFill>
                    <a:latin typeface="Rix고딕 M" panose="02020603020101020101" pitchFamily="18" charset="-127"/>
                    <a:ea typeface="Rix고딕 M" panose="02020603020101020101" pitchFamily="18" charset="-127"/>
                  </a:rPr>
                  <a:t>(</a:t>
                </a:r>
                <a:r>
                  <a:rPr lang="ko-KR" altLang="en-US" sz="1600" spc="-150" dirty="0">
                    <a:solidFill>
                      <a:schemeClr val="bg1"/>
                    </a:solidFill>
                    <a:latin typeface="Rix고딕 M" panose="02020603020101020101" pitchFamily="18" charset="-127"/>
                    <a:ea typeface="Rix고딕 M" panose="02020603020101020101" pitchFamily="18" charset="-127"/>
                  </a:rPr>
                  <a:t>업무망</a:t>
                </a:r>
                <a:r>
                  <a:rPr lang="en-US" altLang="ko-KR" sz="1600" spc="-150" dirty="0">
                    <a:solidFill>
                      <a:schemeClr val="bg1"/>
                    </a:solidFill>
                    <a:latin typeface="Rix고딕 M" panose="02020603020101020101" pitchFamily="18" charset="-127"/>
                    <a:ea typeface="Rix고딕 M" panose="02020603020101020101" pitchFamily="18" charset="-127"/>
                  </a:rPr>
                  <a:t>)</a:t>
                </a:r>
              </a:p>
            </p:txBody>
          </p:sp>
        </p:grpSp>
        <p:sp>
          <p:nvSpPr>
            <p:cNvPr id="111" name="양쪽 모서리가 잘린 사각형 110"/>
            <p:cNvSpPr/>
            <p:nvPr/>
          </p:nvSpPr>
          <p:spPr>
            <a:xfrm>
              <a:off x="395251" y="2451474"/>
              <a:ext cx="7262849" cy="1561473"/>
            </a:xfrm>
            <a:prstGeom prst="snip2SameRect">
              <a:avLst/>
            </a:prstGeom>
            <a:noFill/>
            <a:ln w="25400">
              <a:gradFill>
                <a:gsLst>
                  <a:gs pos="0">
                    <a:schemeClr val="bg1">
                      <a:lumMod val="50000"/>
                    </a:schemeClr>
                  </a:gs>
                  <a:gs pos="100000">
                    <a:schemeClr val="accent1">
                      <a:tint val="23500"/>
                      <a:satMod val="160000"/>
                      <a:alpha val="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 smtClean="0">
                <a:solidFill>
                  <a:schemeClr val="tx1"/>
                </a:solidFill>
              </a:endParaRPr>
            </a:p>
          </p:txBody>
        </p:sp>
        <p:grpSp>
          <p:nvGrpSpPr>
            <p:cNvPr id="112" name="그룹 111"/>
            <p:cNvGrpSpPr/>
            <p:nvPr/>
          </p:nvGrpSpPr>
          <p:grpSpPr>
            <a:xfrm>
              <a:off x="1245898" y="1616774"/>
              <a:ext cx="4035505" cy="1438914"/>
              <a:chOff x="1713044" y="1616774"/>
              <a:chExt cx="4035505" cy="1438914"/>
            </a:xfrm>
          </p:grpSpPr>
          <p:pic>
            <p:nvPicPr>
              <p:cNvPr id="113" name="Picture 4" descr="G:\work\다원아이씨티\국방전산정보원\이미지들-12.png"/>
              <p:cNvPicPr>
                <a:picLocks noChangeAspect="1" noChangeArrowheads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713044" y="1616774"/>
                <a:ext cx="4035505" cy="143891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14" name="TextBox 113"/>
              <p:cNvSpPr txBox="1"/>
              <p:nvPr/>
            </p:nvSpPr>
            <p:spPr>
              <a:xfrm>
                <a:off x="2224292" y="2196573"/>
                <a:ext cx="3175646" cy="63094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lvl="1" indent="-297308" algn="ctr" defTabSz="951382" fontAlgn="base" latinLnBrk="0">
                  <a:spcBef>
                    <a:spcPct val="0"/>
                  </a:spcBef>
                  <a:spcAft>
                    <a:spcPct val="0"/>
                  </a:spcAft>
                  <a:buClr>
                    <a:prstClr val="white"/>
                  </a:buClr>
                  <a:buSzPct val="80000"/>
                  <a:tabLst>
                    <a:tab pos="5424707" algn="l"/>
                  </a:tabLst>
                  <a:defRPr/>
                </a:pPr>
                <a:r>
                  <a:rPr lang="en-US" altLang="ko-KR" spc="-80" dirty="0">
                    <a:latin typeface="Rix모던고딕 EB" panose="02020603020101020101" pitchFamily="18" charset="-127"/>
                    <a:ea typeface="Rix모던고딕 EB" panose="02020603020101020101" pitchFamily="18" charset="-127"/>
                  </a:rPr>
                  <a:t>C4I </a:t>
                </a:r>
                <a:r>
                  <a:rPr lang="ko-KR" altLang="en-US" spc="-80" dirty="0">
                    <a:latin typeface="Rix모던고딕 EB" panose="02020603020101020101" pitchFamily="18" charset="-127"/>
                    <a:ea typeface="Rix모던고딕 EB" panose="02020603020101020101" pitchFamily="18" charset="-127"/>
                  </a:rPr>
                  <a:t>체계</a:t>
                </a:r>
                <a:r>
                  <a:rPr lang="en-US" altLang="ko-KR" spc="-80" dirty="0">
                    <a:latin typeface="Rix모던고딕 EB" panose="02020603020101020101" pitchFamily="18" charset="-127"/>
                    <a:ea typeface="Rix모던고딕 EB" panose="02020603020101020101" pitchFamily="18" charset="-127"/>
                  </a:rPr>
                  <a:t>(4</a:t>
                </a:r>
                <a:r>
                  <a:rPr lang="ko-KR" altLang="en-US" spc="-80" dirty="0">
                    <a:latin typeface="Rix모던고딕 EB" panose="02020603020101020101" pitchFamily="18" charset="-127"/>
                    <a:ea typeface="Rix모던고딕 EB" panose="02020603020101020101" pitchFamily="18" charset="-127"/>
                  </a:rPr>
                  <a:t>개 체계</a:t>
                </a:r>
                <a:r>
                  <a:rPr lang="en-US" altLang="ko-KR" spc="-80" dirty="0">
                    <a:latin typeface="Rix모던고딕 EB" panose="02020603020101020101" pitchFamily="18" charset="-127"/>
                    <a:ea typeface="Rix모던고딕 EB" panose="02020603020101020101" pitchFamily="18" charset="-127"/>
                  </a:rPr>
                  <a:t>)</a:t>
                </a:r>
              </a:p>
              <a:p>
                <a:pPr algn="ctr"/>
                <a:r>
                  <a:rPr lang="ko-KR" altLang="en-US" sz="1600" spc="-80" dirty="0" smtClean="0">
                    <a:latin typeface="Rix고딕 M" panose="02020603020101020101" pitchFamily="18" charset="-127"/>
                    <a:ea typeface="Rix고딕 M" panose="02020603020101020101" pitchFamily="18" charset="-127"/>
                  </a:rPr>
                  <a:t>육군</a:t>
                </a:r>
                <a:r>
                  <a:rPr lang="en-US" altLang="ko-KR" sz="1600" spc="-80" dirty="0">
                    <a:latin typeface="Rix고딕 M" panose="02020603020101020101" pitchFamily="18" charset="-127"/>
                    <a:ea typeface="Rix고딕 M" panose="02020603020101020101" pitchFamily="18" charset="-127"/>
                  </a:rPr>
                  <a:t>, </a:t>
                </a:r>
                <a:r>
                  <a:rPr lang="ko-KR" altLang="en-US" sz="1600" spc="-80" dirty="0">
                    <a:latin typeface="Rix고딕 M" panose="02020603020101020101" pitchFamily="18" charset="-127"/>
                    <a:ea typeface="Rix고딕 M" panose="02020603020101020101" pitchFamily="18" charset="-127"/>
                  </a:rPr>
                  <a:t>해군</a:t>
                </a:r>
                <a:r>
                  <a:rPr lang="en-US" altLang="ko-KR" sz="1600" spc="-80" dirty="0">
                    <a:latin typeface="Rix고딕 M" panose="02020603020101020101" pitchFamily="18" charset="-127"/>
                    <a:ea typeface="Rix고딕 M" panose="02020603020101020101" pitchFamily="18" charset="-127"/>
                  </a:rPr>
                  <a:t>(2</a:t>
                </a:r>
                <a:r>
                  <a:rPr lang="ko-KR" altLang="en-US" sz="1600" spc="-80" dirty="0">
                    <a:latin typeface="Rix고딕 M" panose="02020603020101020101" pitchFamily="18" charset="-127"/>
                    <a:ea typeface="Rix고딕 M" panose="02020603020101020101" pitchFamily="18" charset="-127"/>
                  </a:rPr>
                  <a:t>개</a:t>
                </a:r>
                <a:r>
                  <a:rPr lang="en-US" altLang="ko-KR" sz="1600" spc="-80" dirty="0">
                    <a:latin typeface="Rix고딕 M" panose="02020603020101020101" pitchFamily="18" charset="-127"/>
                    <a:ea typeface="Rix고딕 M" panose="02020603020101020101" pitchFamily="18" charset="-127"/>
                  </a:rPr>
                  <a:t>), </a:t>
                </a:r>
                <a:r>
                  <a:rPr lang="ko-KR" altLang="en-US" sz="1600" spc="-80" dirty="0">
                    <a:latin typeface="Rix고딕 M" panose="02020603020101020101" pitchFamily="18" charset="-127"/>
                    <a:ea typeface="Rix고딕 M" panose="02020603020101020101" pitchFamily="18" charset="-127"/>
                  </a:rPr>
                  <a:t>공군</a:t>
                </a:r>
              </a:p>
            </p:txBody>
          </p:sp>
        </p:grpSp>
        <p:sp>
          <p:nvSpPr>
            <p:cNvPr id="115" name="양쪽 모서리가 잘린 사각형 114"/>
            <p:cNvSpPr/>
            <p:nvPr/>
          </p:nvSpPr>
          <p:spPr>
            <a:xfrm flipV="1">
              <a:off x="395251" y="4621116"/>
              <a:ext cx="7262849" cy="1129085"/>
            </a:xfrm>
            <a:prstGeom prst="snip2SameRect">
              <a:avLst/>
            </a:prstGeom>
            <a:noFill/>
            <a:ln w="25400">
              <a:gradFill>
                <a:gsLst>
                  <a:gs pos="0">
                    <a:schemeClr val="bg1">
                      <a:lumMod val="50000"/>
                    </a:schemeClr>
                  </a:gs>
                  <a:gs pos="100000">
                    <a:schemeClr val="accent1">
                      <a:tint val="23500"/>
                      <a:satMod val="160000"/>
                      <a:alpha val="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 smtClean="0">
                <a:solidFill>
                  <a:schemeClr val="tx1"/>
                </a:solidFill>
              </a:endParaRPr>
            </a:p>
          </p:txBody>
        </p:sp>
        <p:grpSp>
          <p:nvGrpSpPr>
            <p:cNvPr id="116" name="그룹 115"/>
            <p:cNvGrpSpPr/>
            <p:nvPr/>
          </p:nvGrpSpPr>
          <p:grpSpPr>
            <a:xfrm>
              <a:off x="1297538" y="4566362"/>
              <a:ext cx="4035505" cy="1438914"/>
              <a:chOff x="1764684" y="4539660"/>
              <a:chExt cx="4035505" cy="1438914"/>
            </a:xfrm>
          </p:grpSpPr>
          <p:pic>
            <p:nvPicPr>
              <p:cNvPr id="117" name="Picture 4" descr="G:\work\다원아이씨티\국방전산정보원\이미지들-12.png"/>
              <p:cNvPicPr>
                <a:picLocks noChangeAspect="1" noChangeArrowheads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764684" y="4539660"/>
                <a:ext cx="4035505" cy="143891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18" name="TextBox 117"/>
              <p:cNvSpPr txBox="1"/>
              <p:nvPr/>
            </p:nvSpPr>
            <p:spPr>
              <a:xfrm>
                <a:off x="2234977" y="5115322"/>
                <a:ext cx="3303148" cy="63094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ko-KR" altLang="en-US" spc="-80" dirty="0">
                    <a:latin typeface="Rix모던고딕 EB" panose="02020603020101020101" pitchFamily="18" charset="-127"/>
                    <a:ea typeface="Rix모던고딕 EB" panose="02020603020101020101" pitchFamily="18" charset="-127"/>
                  </a:rPr>
                  <a:t>무선망 체계</a:t>
                </a:r>
                <a:r>
                  <a:rPr lang="en-US" altLang="ko-KR" spc="-80" dirty="0">
                    <a:latin typeface="Rix모던고딕 EB" panose="02020603020101020101" pitchFamily="18" charset="-127"/>
                    <a:ea typeface="Rix모던고딕 EB" panose="02020603020101020101" pitchFamily="18" charset="-127"/>
                  </a:rPr>
                  <a:t>(4</a:t>
                </a:r>
                <a:r>
                  <a:rPr lang="ko-KR" altLang="en-US" spc="-80" dirty="0">
                    <a:latin typeface="Rix모던고딕 EB" panose="02020603020101020101" pitchFamily="18" charset="-127"/>
                    <a:ea typeface="Rix모던고딕 EB" panose="02020603020101020101" pitchFamily="18" charset="-127"/>
                  </a:rPr>
                  <a:t>개</a:t>
                </a:r>
                <a:r>
                  <a:rPr lang="en-US" altLang="ko-KR" spc="-80" dirty="0">
                    <a:latin typeface="Rix모던고딕 EB" panose="02020603020101020101" pitchFamily="18" charset="-127"/>
                    <a:ea typeface="Rix모던고딕 EB" panose="02020603020101020101" pitchFamily="18" charset="-127"/>
                  </a:rPr>
                  <a:t>)</a:t>
                </a:r>
              </a:p>
              <a:p>
                <a:pPr algn="ctr"/>
                <a:r>
                  <a:rPr lang="ko-KR" altLang="en-US" sz="1600" spc="-80" dirty="0" smtClean="0">
                    <a:latin typeface="Rix고딕 M" panose="02020603020101020101" pitchFamily="18" charset="-127"/>
                    <a:ea typeface="Rix고딕 M" panose="02020603020101020101" pitchFamily="18" charset="-127"/>
                  </a:rPr>
                  <a:t>무선망</a:t>
                </a:r>
                <a:r>
                  <a:rPr lang="en-US" altLang="ko-KR" sz="1600" spc="-80" dirty="0">
                    <a:latin typeface="Rix고딕 M" panose="02020603020101020101" pitchFamily="18" charset="-127"/>
                    <a:ea typeface="Rix고딕 M" panose="02020603020101020101" pitchFamily="18" charset="-127"/>
                  </a:rPr>
                  <a:t>(2</a:t>
                </a:r>
                <a:r>
                  <a:rPr lang="ko-KR" altLang="en-US" sz="1600" spc="-80" dirty="0">
                    <a:latin typeface="Rix고딕 M" panose="02020603020101020101" pitchFamily="18" charset="-127"/>
                    <a:ea typeface="Rix고딕 M" panose="02020603020101020101" pitchFamily="18" charset="-127"/>
                  </a:rPr>
                  <a:t>개</a:t>
                </a:r>
                <a:r>
                  <a:rPr lang="en-US" altLang="ko-KR" sz="1600" spc="-80" dirty="0">
                    <a:latin typeface="Rix고딕 M" panose="02020603020101020101" pitchFamily="18" charset="-127"/>
                    <a:ea typeface="Rix고딕 M" panose="02020603020101020101" pitchFamily="18" charset="-127"/>
                  </a:rPr>
                  <a:t>), </a:t>
                </a:r>
                <a:r>
                  <a:rPr lang="ko-KR" altLang="en-US" sz="1600" spc="-80" dirty="0">
                    <a:latin typeface="Rix고딕 M" panose="02020603020101020101" pitchFamily="18" charset="-127"/>
                    <a:ea typeface="Rix고딕 M" panose="02020603020101020101" pitchFamily="18" charset="-127"/>
                  </a:rPr>
                  <a:t>위성망</a:t>
                </a:r>
                <a:r>
                  <a:rPr lang="en-US" altLang="ko-KR" sz="1600" spc="-80" dirty="0">
                    <a:latin typeface="Rix고딕 M" panose="02020603020101020101" pitchFamily="18" charset="-127"/>
                    <a:ea typeface="Rix고딕 M" panose="02020603020101020101" pitchFamily="18" charset="-127"/>
                  </a:rPr>
                  <a:t>, </a:t>
                </a:r>
                <a:r>
                  <a:rPr lang="ko-KR" altLang="en-US" sz="1600" spc="-80" dirty="0">
                    <a:latin typeface="Rix고딕 M" panose="02020603020101020101" pitchFamily="18" charset="-127"/>
                    <a:ea typeface="Rix고딕 M" panose="02020603020101020101" pitchFamily="18" charset="-127"/>
                  </a:rPr>
                  <a:t>마이크로웨이브망</a:t>
                </a:r>
              </a:p>
            </p:txBody>
          </p:sp>
        </p:grpSp>
        <p:grpSp>
          <p:nvGrpSpPr>
            <p:cNvPr id="119" name="그룹 118"/>
            <p:cNvGrpSpPr/>
            <p:nvPr/>
          </p:nvGrpSpPr>
          <p:grpSpPr>
            <a:xfrm>
              <a:off x="8175736" y="1637882"/>
              <a:ext cx="2310694" cy="1006258"/>
              <a:chOff x="8175736" y="1637882"/>
              <a:chExt cx="2310694" cy="1006258"/>
            </a:xfrm>
          </p:grpSpPr>
          <p:sp>
            <p:nvSpPr>
              <p:cNvPr id="120" name="직사각형 119"/>
              <p:cNvSpPr/>
              <p:nvPr/>
            </p:nvSpPr>
            <p:spPr>
              <a:xfrm>
                <a:off x="8175736" y="1703783"/>
                <a:ext cx="2310693" cy="940357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82935" tIns="41468" rIns="82935" bIns="41468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lvl="1" algn="ctr">
                  <a:spcBef>
                    <a:spcPct val="0"/>
                  </a:spcBef>
                </a:pPr>
                <a:endParaRPr lang="ko-KR" altLang="en-US" sz="1633" spc="-91" dirty="0">
                  <a:solidFill>
                    <a:schemeClr val="bg1"/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  <a:cs typeface="+mj-cs"/>
                </a:endParaRPr>
              </a:p>
            </p:txBody>
          </p:sp>
          <p:sp>
            <p:nvSpPr>
              <p:cNvPr id="121" name="TextBox 120"/>
              <p:cNvSpPr txBox="1"/>
              <p:nvPr/>
            </p:nvSpPr>
            <p:spPr>
              <a:xfrm>
                <a:off x="8251936" y="2143238"/>
                <a:ext cx="2161414" cy="401919"/>
              </a:xfrm>
              <a:prstGeom prst="rect">
                <a:avLst/>
              </a:prstGeom>
              <a:noFill/>
              <a:ln w="6350">
                <a:noFill/>
              </a:ln>
              <a:effectLst/>
              <a:scene3d>
                <a:camera prst="orthographicFront"/>
                <a:lightRig rig="threePt" dir="t"/>
              </a:scene3d>
              <a:sp3d>
                <a:bevelT w="0" h="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0" rIns="0" bIns="0" rtlCol="0" anchor="t" anchorCtr="0">
                <a:spAutoFit/>
                <a:sp3d>
                  <a:bevelT w="0" h="0"/>
                  <a:contourClr>
                    <a:schemeClr val="bg1"/>
                  </a:contourClr>
                </a:sp3d>
              </a:bodyPr>
              <a:lstStyle>
                <a:defPPr>
                  <a:defRPr lang="ko-KR"/>
                </a:defPPr>
                <a:lvl1pPr lvl="0" indent="-457200" algn="ctr" eaLnBrk="0" latinLnBrk="0" hangingPunct="0">
                  <a:lnSpc>
                    <a:spcPct val="100000"/>
                  </a:lnSpc>
                  <a:spcBef>
                    <a:spcPts val="200"/>
                  </a:spcBef>
                  <a:spcAft>
                    <a:spcPts val="600"/>
                  </a:spcAft>
                  <a:defRPr sz="1700" spc="-50">
                    <a:ln w="0"/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뫼비우스 Bold" panose="02000500000000000000" pitchFamily="2" charset="-127"/>
                    <a:ea typeface="뫼비우스 Bold" panose="02000500000000000000" pitchFamily="2" charset="-127"/>
                  </a:defRPr>
                </a:lvl1pPr>
              </a:lstStyle>
              <a:p>
                <a:pPr marL="0" lvl="1" indent="-305734" algn="ctr" defTabSz="978348" fontAlgn="base" latinLnBrk="0">
                  <a:spcBef>
                    <a:spcPct val="0"/>
                  </a:spcBef>
                  <a:spcAft>
                    <a:spcPct val="0"/>
                  </a:spcAft>
                  <a:buClr>
                    <a:prstClr val="white"/>
                  </a:buClr>
                  <a:buSzPct val="80000"/>
                  <a:tabLst>
                    <a:tab pos="5578468" algn="l"/>
                  </a:tabLst>
                  <a:defRPr/>
                </a:pPr>
                <a:r>
                  <a:rPr lang="ko-KR" altLang="en-US" sz="1451" spc="-118" dirty="0" smtClean="0">
                    <a:ln>
                      <a:solidFill>
                        <a:prstClr val="white">
                          <a:alpha val="10000"/>
                        </a:prstClr>
                      </a:solidFill>
                    </a:ln>
                    <a:solidFill>
                      <a:schemeClr val="tx1"/>
                    </a:solidFill>
                    <a:latin typeface="Rix모던고딕 B" panose="02020603020101020101" pitchFamily="18" charset="-127"/>
                    <a:ea typeface="Rix모던고딕 B" panose="02020603020101020101" pitchFamily="18" charset="-127"/>
                  </a:rPr>
                  <a:t>인터넷 체계</a:t>
                </a:r>
                <a:r>
                  <a:rPr lang="en-US" altLang="ko-KR" sz="1451" spc="-118" dirty="0" smtClean="0">
                    <a:ln>
                      <a:solidFill>
                        <a:prstClr val="white">
                          <a:alpha val="10000"/>
                        </a:prstClr>
                      </a:solidFill>
                    </a:ln>
                    <a:solidFill>
                      <a:schemeClr val="tx1"/>
                    </a:solidFill>
                    <a:latin typeface="Rix모던고딕 B" panose="02020603020101020101" pitchFamily="18" charset="-127"/>
                    <a:ea typeface="Rix모던고딕 B" panose="02020603020101020101" pitchFamily="18" charset="-127"/>
                  </a:rPr>
                  <a:t>, </a:t>
                </a:r>
              </a:p>
              <a:p>
                <a:pPr marL="0" lvl="1" indent="-305734" algn="ctr" defTabSz="978348" fontAlgn="base" latinLnBrk="0">
                  <a:spcBef>
                    <a:spcPct val="0"/>
                  </a:spcBef>
                  <a:spcAft>
                    <a:spcPct val="0"/>
                  </a:spcAft>
                  <a:buClr>
                    <a:prstClr val="white"/>
                  </a:buClr>
                  <a:buSzPct val="80000"/>
                  <a:tabLst>
                    <a:tab pos="5578468" algn="l"/>
                  </a:tabLst>
                  <a:defRPr/>
                </a:pPr>
                <a:r>
                  <a:rPr lang="ko-KR" altLang="en-US" sz="1451" spc="-118" dirty="0" smtClean="0">
                    <a:ln>
                      <a:solidFill>
                        <a:prstClr val="white">
                          <a:alpha val="10000"/>
                        </a:prstClr>
                      </a:solidFill>
                    </a:ln>
                    <a:solidFill>
                      <a:schemeClr val="tx1"/>
                    </a:solidFill>
                    <a:latin typeface="Rix모던고딕 B" panose="02020603020101020101" pitchFamily="18" charset="-127"/>
                    <a:ea typeface="Rix모던고딕 B" panose="02020603020101020101" pitchFamily="18" charset="-127"/>
                  </a:rPr>
                  <a:t>인트라넷 체계 설치</a:t>
                </a:r>
                <a:endParaRPr lang="en-US" altLang="ko-KR" sz="1451" spc="-118" dirty="0" smtClean="0">
                  <a:ln>
                    <a:solidFill>
                      <a:prstClr val="white">
                        <a:alpha val="10000"/>
                      </a:prstClr>
                    </a:solidFill>
                  </a:ln>
                  <a:solidFill>
                    <a:schemeClr val="tx1"/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</a:endParaRPr>
              </a:p>
            </p:txBody>
          </p:sp>
          <p:grpSp>
            <p:nvGrpSpPr>
              <p:cNvPr id="122" name="그룹 121"/>
              <p:cNvGrpSpPr/>
              <p:nvPr/>
            </p:nvGrpSpPr>
            <p:grpSpPr>
              <a:xfrm>
                <a:off x="8175736" y="1703781"/>
                <a:ext cx="2310694" cy="386117"/>
                <a:chOff x="6085535" y="1464881"/>
                <a:chExt cx="1507947" cy="581627"/>
              </a:xfrm>
            </p:grpSpPr>
            <p:sp>
              <p:nvSpPr>
                <p:cNvPr id="124" name="직사각형 123"/>
                <p:cNvSpPr/>
                <p:nvPr/>
              </p:nvSpPr>
              <p:spPr>
                <a:xfrm>
                  <a:off x="6085535" y="1464881"/>
                  <a:ext cx="1507947" cy="581627"/>
                </a:xfrm>
                <a:prstGeom prst="rect">
                  <a:avLst/>
                </a:prstGeom>
                <a:solidFill>
                  <a:srgbClr val="1B91C1"/>
                </a:solidFill>
                <a:ln w="3175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497845" marR="0" lvl="1" indent="0" defTabSz="99569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b="0" i="0" u="none" strike="noStrike" kern="0" cap="none" spc="0" normalizeH="0" baseline="0" noProof="0" dirty="0" smtClean="0">
                    <a:ln>
                      <a:noFill/>
                    </a:ln>
                    <a:solidFill>
                      <a:srgbClr val="C02338"/>
                    </a:solidFill>
                    <a:effectLst/>
                    <a:uLnTx/>
                    <a:uFillTx/>
                    <a:latin typeface="Calibri"/>
                    <a:ea typeface="맑은 고딕" panose="020B0503020000020004" pitchFamily="50" charset="-127"/>
                    <a:cs typeface="+mn-cs"/>
                  </a:endParaRPr>
                </a:p>
              </p:txBody>
            </p:sp>
            <p:sp>
              <p:nvSpPr>
                <p:cNvPr id="125" name="직사각형 124"/>
                <p:cNvSpPr/>
                <p:nvPr/>
              </p:nvSpPr>
              <p:spPr>
                <a:xfrm>
                  <a:off x="6289184" y="1556613"/>
                  <a:ext cx="1100651" cy="417257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square" lIns="0" tIns="0" rIns="0" bIns="0" anchor="ctr" anchorCtr="0">
                  <a:spAutoFit/>
                  <a:scene3d>
                    <a:camera prst="orthographicFront"/>
                    <a:lightRig rig="threePt" dir="t"/>
                  </a:scene3d>
                  <a:sp3d>
                    <a:bevelT w="0"/>
                  </a:sp3d>
                </a:bodyPr>
                <a:lstStyle/>
                <a:p>
                  <a:pPr marL="0" lvl="1" indent="-297308" algn="ctr" defTabSz="951382" fontAlgn="base" latinLnBrk="0">
                    <a:spcBef>
                      <a:spcPct val="0"/>
                    </a:spcBef>
                    <a:spcAft>
                      <a:spcPct val="0"/>
                    </a:spcAft>
                    <a:buClr>
                      <a:prstClr val="white"/>
                    </a:buClr>
                    <a:buSzPct val="80000"/>
                    <a:tabLst>
                      <a:tab pos="5424707" algn="l"/>
                    </a:tabLst>
                    <a:defRPr/>
                  </a:pPr>
                  <a:r>
                    <a:rPr lang="ko-KR" altLang="en-US" sz="1800" spc="-200" dirty="0" smtClean="0">
                      <a:solidFill>
                        <a:prstClr val="white"/>
                      </a:solidFill>
                      <a:latin typeface="Rix모던고딕 EB" panose="02020603020101020101" pitchFamily="18" charset="-127"/>
                      <a:ea typeface="Rix모던고딕 EB" panose="02020603020101020101" pitchFamily="18" charset="-127"/>
                    </a:rPr>
                    <a:t>초기 구성 목표</a:t>
                  </a:r>
                  <a:endParaRPr lang="ko-KR" altLang="en-US" sz="1800" spc="-200" dirty="0">
                    <a:solidFill>
                      <a:prstClr val="white"/>
                    </a:solidFill>
                    <a:latin typeface="Rix모던고딕 EB" panose="02020603020101020101" pitchFamily="18" charset="-127"/>
                    <a:ea typeface="Rix모던고딕 EB" panose="02020603020101020101" pitchFamily="18" charset="-127"/>
                  </a:endParaRPr>
                </a:p>
              </p:txBody>
            </p:sp>
          </p:grpSp>
          <p:pic>
            <p:nvPicPr>
              <p:cNvPr id="123" name="Picture 8" descr="G:\work\아이티센시스템즈\경찰청공조조회유지보수\icon&amp;dia\클립아트-02.png"/>
              <p:cNvPicPr>
                <a:picLocks noChangeAspect="1" noChangeArrowheads="1"/>
              </p:cNvPicPr>
              <p:nvPr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326493" y="1637882"/>
                <a:ext cx="368276" cy="40379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126" name="그룹 125"/>
            <p:cNvGrpSpPr/>
            <p:nvPr/>
          </p:nvGrpSpPr>
          <p:grpSpPr>
            <a:xfrm>
              <a:off x="8175736" y="2696773"/>
              <a:ext cx="2310694" cy="1006258"/>
              <a:chOff x="8175736" y="2796107"/>
              <a:chExt cx="2310694" cy="1006258"/>
            </a:xfrm>
          </p:grpSpPr>
          <p:sp>
            <p:nvSpPr>
              <p:cNvPr id="127" name="직사각형 126"/>
              <p:cNvSpPr/>
              <p:nvPr/>
            </p:nvSpPr>
            <p:spPr>
              <a:xfrm>
                <a:off x="8175736" y="2862008"/>
                <a:ext cx="2310693" cy="940357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82935" tIns="41468" rIns="82935" bIns="41468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lvl="1" algn="ctr">
                  <a:spcBef>
                    <a:spcPct val="0"/>
                  </a:spcBef>
                </a:pPr>
                <a:endParaRPr lang="ko-KR" altLang="en-US" sz="1633" spc="-91" dirty="0">
                  <a:solidFill>
                    <a:schemeClr val="bg1"/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  <a:cs typeface="+mj-cs"/>
                </a:endParaRPr>
              </a:p>
            </p:txBody>
          </p:sp>
          <p:sp>
            <p:nvSpPr>
              <p:cNvPr id="128" name="TextBox 127"/>
              <p:cNvSpPr txBox="1"/>
              <p:nvPr/>
            </p:nvSpPr>
            <p:spPr>
              <a:xfrm>
                <a:off x="8251936" y="3301463"/>
                <a:ext cx="2161414" cy="401919"/>
              </a:xfrm>
              <a:prstGeom prst="rect">
                <a:avLst/>
              </a:prstGeom>
              <a:noFill/>
              <a:ln w="6350">
                <a:noFill/>
              </a:ln>
              <a:effectLst/>
              <a:scene3d>
                <a:camera prst="orthographicFront"/>
                <a:lightRig rig="threePt" dir="t"/>
              </a:scene3d>
              <a:sp3d>
                <a:bevelT w="0" h="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0" rIns="0" bIns="0" rtlCol="0" anchor="t" anchorCtr="0">
                <a:spAutoFit/>
                <a:sp3d>
                  <a:bevelT w="0" h="0"/>
                  <a:contourClr>
                    <a:schemeClr val="bg1"/>
                  </a:contourClr>
                </a:sp3d>
              </a:bodyPr>
              <a:lstStyle>
                <a:defPPr>
                  <a:defRPr lang="ko-KR"/>
                </a:defPPr>
                <a:lvl1pPr lvl="0" indent="-457200" algn="ctr" eaLnBrk="0" latinLnBrk="0" hangingPunct="0">
                  <a:lnSpc>
                    <a:spcPct val="100000"/>
                  </a:lnSpc>
                  <a:spcBef>
                    <a:spcPts val="200"/>
                  </a:spcBef>
                  <a:spcAft>
                    <a:spcPts val="600"/>
                  </a:spcAft>
                  <a:defRPr sz="1700" spc="-50">
                    <a:ln w="0"/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뫼비우스 Bold" panose="02000500000000000000" pitchFamily="2" charset="-127"/>
                    <a:ea typeface="뫼비우스 Bold" panose="02000500000000000000" pitchFamily="2" charset="-127"/>
                  </a:defRPr>
                </a:lvl1pPr>
              </a:lstStyle>
              <a:p>
                <a:pPr marL="0" lvl="1" indent="-305734" algn="ctr" defTabSz="978348" fontAlgn="base" latinLnBrk="0">
                  <a:spcBef>
                    <a:spcPct val="0"/>
                  </a:spcBef>
                  <a:spcAft>
                    <a:spcPct val="0"/>
                  </a:spcAft>
                  <a:buClr>
                    <a:prstClr val="white"/>
                  </a:buClr>
                  <a:buSzPct val="80000"/>
                  <a:tabLst>
                    <a:tab pos="5578468" algn="l"/>
                  </a:tabLst>
                  <a:defRPr/>
                </a:pPr>
                <a:r>
                  <a:rPr lang="ko-KR" altLang="en-US" sz="1451" spc="-118" dirty="0">
                    <a:ln>
                      <a:solidFill>
                        <a:prstClr val="white">
                          <a:alpha val="10000"/>
                        </a:prstClr>
                      </a:solidFill>
                    </a:ln>
                    <a:solidFill>
                      <a:schemeClr val="tx1"/>
                    </a:solidFill>
                    <a:latin typeface="Rix모던고딕 B" panose="02020603020101020101" pitchFamily="18" charset="-127"/>
                    <a:ea typeface="Rix모던고딕 B" panose="02020603020101020101" pitchFamily="18" charset="-127"/>
                  </a:rPr>
                  <a:t>대상 이관 이전 후 </a:t>
                </a:r>
                <a:endParaRPr lang="en-US" altLang="ko-KR" sz="1451" spc="-118" dirty="0" smtClean="0">
                  <a:ln>
                    <a:solidFill>
                      <a:prstClr val="white">
                        <a:alpha val="10000"/>
                      </a:prstClr>
                    </a:solidFill>
                  </a:ln>
                  <a:solidFill>
                    <a:schemeClr val="tx1"/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</a:endParaRPr>
              </a:p>
              <a:p>
                <a:pPr marL="0" lvl="1" indent="-305734" algn="ctr" defTabSz="978348" fontAlgn="base" latinLnBrk="0">
                  <a:spcBef>
                    <a:spcPct val="0"/>
                  </a:spcBef>
                  <a:spcAft>
                    <a:spcPct val="0"/>
                  </a:spcAft>
                  <a:buClr>
                    <a:prstClr val="white"/>
                  </a:buClr>
                  <a:buSzPct val="80000"/>
                  <a:tabLst>
                    <a:tab pos="5578468" algn="l"/>
                  </a:tabLst>
                  <a:defRPr/>
                </a:pPr>
                <a:r>
                  <a:rPr lang="ko-KR" altLang="en-US" sz="1451" spc="-118" dirty="0" smtClean="0">
                    <a:ln>
                      <a:solidFill>
                        <a:prstClr val="white">
                          <a:alpha val="10000"/>
                        </a:prstClr>
                      </a:solidFill>
                    </a:ln>
                    <a:solidFill>
                      <a:schemeClr val="tx1"/>
                    </a:solidFill>
                    <a:latin typeface="Rix모던고딕 B" panose="02020603020101020101" pitchFamily="18" charset="-127"/>
                    <a:ea typeface="Rix모던고딕 B" panose="02020603020101020101" pitchFamily="18" charset="-127"/>
                  </a:rPr>
                  <a:t>추가 설치 </a:t>
                </a:r>
                <a:r>
                  <a:rPr lang="ko-KR" altLang="en-US" sz="1451" spc="-118" dirty="0">
                    <a:ln>
                      <a:solidFill>
                        <a:prstClr val="white">
                          <a:alpha val="10000"/>
                        </a:prstClr>
                      </a:solidFill>
                    </a:ln>
                    <a:solidFill>
                      <a:schemeClr val="tx1"/>
                    </a:solidFill>
                    <a:latin typeface="Rix모던고딕 B" panose="02020603020101020101" pitchFamily="18" charset="-127"/>
                    <a:ea typeface="Rix모던고딕 B" panose="02020603020101020101" pitchFamily="18" charset="-127"/>
                  </a:rPr>
                  <a:t>요구 발생 가능</a:t>
                </a:r>
              </a:p>
            </p:txBody>
          </p:sp>
          <p:grpSp>
            <p:nvGrpSpPr>
              <p:cNvPr id="129" name="그룹 128"/>
              <p:cNvGrpSpPr/>
              <p:nvPr/>
            </p:nvGrpSpPr>
            <p:grpSpPr>
              <a:xfrm>
                <a:off x="8175736" y="2862006"/>
                <a:ext cx="2310694" cy="386117"/>
                <a:chOff x="6085535" y="1464881"/>
                <a:chExt cx="1507947" cy="581627"/>
              </a:xfrm>
            </p:grpSpPr>
            <p:sp>
              <p:nvSpPr>
                <p:cNvPr id="131" name="직사각형 130"/>
                <p:cNvSpPr/>
                <p:nvPr/>
              </p:nvSpPr>
              <p:spPr>
                <a:xfrm>
                  <a:off x="6085535" y="1464881"/>
                  <a:ext cx="1507947" cy="581627"/>
                </a:xfrm>
                <a:prstGeom prst="rect">
                  <a:avLst/>
                </a:prstGeom>
                <a:solidFill>
                  <a:srgbClr val="1B91C1"/>
                </a:solidFill>
                <a:ln w="3175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497845" marR="0" lvl="1" indent="0" defTabSz="99569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b="0" i="0" u="none" strike="noStrike" kern="0" cap="none" spc="0" normalizeH="0" baseline="0" noProof="0" dirty="0" smtClean="0">
                    <a:ln>
                      <a:noFill/>
                    </a:ln>
                    <a:solidFill>
                      <a:srgbClr val="C02338"/>
                    </a:solidFill>
                    <a:effectLst/>
                    <a:uLnTx/>
                    <a:uFillTx/>
                    <a:latin typeface="Calibri"/>
                    <a:ea typeface="맑은 고딕" panose="020B0503020000020004" pitchFamily="50" charset="-127"/>
                    <a:cs typeface="+mn-cs"/>
                  </a:endParaRPr>
                </a:p>
              </p:txBody>
            </p:sp>
            <p:sp>
              <p:nvSpPr>
                <p:cNvPr id="132" name="직사각형 131"/>
                <p:cNvSpPr/>
                <p:nvPr/>
              </p:nvSpPr>
              <p:spPr>
                <a:xfrm>
                  <a:off x="6289184" y="1556613"/>
                  <a:ext cx="1100651" cy="417257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square" lIns="0" tIns="0" rIns="0" bIns="0" anchor="ctr" anchorCtr="0">
                  <a:spAutoFit/>
                  <a:scene3d>
                    <a:camera prst="orthographicFront"/>
                    <a:lightRig rig="threePt" dir="t"/>
                  </a:scene3d>
                  <a:sp3d>
                    <a:bevelT w="0"/>
                  </a:sp3d>
                </a:bodyPr>
                <a:lstStyle/>
                <a:p>
                  <a:pPr marL="0" lvl="1" indent="-297308" algn="ctr" defTabSz="951382" fontAlgn="base" latinLnBrk="0">
                    <a:spcBef>
                      <a:spcPct val="0"/>
                    </a:spcBef>
                    <a:spcAft>
                      <a:spcPct val="0"/>
                    </a:spcAft>
                    <a:buClr>
                      <a:prstClr val="white"/>
                    </a:buClr>
                    <a:buSzPct val="80000"/>
                    <a:tabLst>
                      <a:tab pos="5424707" algn="l"/>
                    </a:tabLst>
                    <a:defRPr/>
                  </a:pPr>
                  <a:r>
                    <a:rPr lang="ko-KR" altLang="en-US" sz="1800" spc="-200" dirty="0">
                      <a:solidFill>
                        <a:prstClr val="white"/>
                      </a:solidFill>
                      <a:latin typeface="Rix모던고딕 EB" panose="02020603020101020101" pitchFamily="18" charset="-127"/>
                      <a:ea typeface="Rix모던고딕 EB" panose="02020603020101020101" pitchFamily="18" charset="-127"/>
                    </a:rPr>
                    <a:t>이전 중</a:t>
                  </a:r>
                  <a:r>
                    <a:rPr lang="en-US" altLang="ko-KR" sz="1800" spc="-200" dirty="0">
                      <a:solidFill>
                        <a:prstClr val="white"/>
                      </a:solidFill>
                      <a:latin typeface="Rix모던고딕 EB" panose="02020603020101020101" pitchFamily="18" charset="-127"/>
                      <a:ea typeface="Rix모던고딕 EB" panose="02020603020101020101" pitchFamily="18" charset="-127"/>
                    </a:rPr>
                    <a:t>/</a:t>
                  </a:r>
                  <a:r>
                    <a:rPr lang="ko-KR" altLang="en-US" sz="1800" spc="-200" dirty="0">
                      <a:solidFill>
                        <a:prstClr val="white"/>
                      </a:solidFill>
                      <a:latin typeface="Rix모던고딕 EB" panose="02020603020101020101" pitchFamily="18" charset="-127"/>
                      <a:ea typeface="Rix모던고딕 EB" panose="02020603020101020101" pitchFamily="18" charset="-127"/>
                    </a:rPr>
                    <a:t>후 목표</a:t>
                  </a:r>
                </a:p>
              </p:txBody>
            </p:sp>
          </p:grpSp>
          <p:pic>
            <p:nvPicPr>
              <p:cNvPr id="130" name="Picture 8" descr="G:\work\아이티센시스템즈\경찰청공조조회유지보수\icon&amp;dia\클립아트-02.png"/>
              <p:cNvPicPr>
                <a:picLocks noChangeAspect="1" noChangeArrowheads="1"/>
              </p:cNvPicPr>
              <p:nvPr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326493" y="2796107"/>
                <a:ext cx="368276" cy="40379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133" name="직사각형 132"/>
            <p:cNvSpPr/>
            <p:nvPr/>
          </p:nvSpPr>
          <p:spPr>
            <a:xfrm>
              <a:off x="8175736" y="4061654"/>
              <a:ext cx="2310693" cy="1865756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82935" tIns="41468" rIns="82935" bIns="4146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lvl="1" algn="ctr">
                <a:spcBef>
                  <a:spcPct val="0"/>
                </a:spcBef>
              </a:pPr>
              <a:endParaRPr lang="ko-KR" altLang="en-US" sz="1633" spc="-91" dirty="0">
                <a:solidFill>
                  <a:schemeClr val="bg1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  <a:cs typeface="+mj-cs"/>
              </a:endParaRPr>
            </a:p>
          </p:txBody>
        </p:sp>
        <p:sp>
          <p:nvSpPr>
            <p:cNvPr id="134" name="직사각형 133"/>
            <p:cNvSpPr/>
            <p:nvPr/>
          </p:nvSpPr>
          <p:spPr>
            <a:xfrm>
              <a:off x="8349466" y="4253355"/>
              <a:ext cx="1981449" cy="1495943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wrap="square" lIns="0" tIns="0" rIns="0" bIns="0" anchor="ctr" anchorCtr="0">
              <a:spAutoFit/>
              <a:scene3d>
                <a:camera prst="orthographicFront"/>
                <a:lightRig rig="threePt" dir="t"/>
              </a:scene3d>
              <a:sp3d>
                <a:bevelT w="0"/>
              </a:sp3d>
            </a:bodyPr>
            <a:lstStyle/>
            <a:p>
              <a:pPr marL="0" lvl="1" indent="-297308" algn="r" defTabSz="951382" fontAlgn="base" latinLnBrk="0">
                <a:spcBef>
                  <a:spcPct val="0"/>
                </a:spcBef>
                <a:spcAft>
                  <a:spcPct val="0"/>
                </a:spcAft>
                <a:buClr>
                  <a:prstClr val="white"/>
                </a:buClr>
                <a:buSzPct val="80000"/>
                <a:tabLst>
                  <a:tab pos="5424707" algn="l"/>
                </a:tabLst>
                <a:defRPr/>
              </a:pPr>
              <a:r>
                <a:rPr lang="ko-KR" altLang="en-US" sz="1600" spc="-80" dirty="0">
                  <a:solidFill>
                    <a:schemeClr val="bg1">
                      <a:lumMod val="95000"/>
                    </a:schemeClr>
                  </a:solidFill>
                  <a:latin typeface="Rix모던고딕 M" panose="02020603020101020101" pitchFamily="18" charset="-127"/>
                  <a:ea typeface="Rix모던고딕 M" panose="02020603020101020101" pitchFamily="18" charset="-127"/>
                </a:rPr>
                <a:t>제안사는 </a:t>
              </a:r>
              <a:endParaRPr lang="en-US" altLang="ko-KR" sz="1600" spc="-80" dirty="0" smtClean="0">
                <a:solidFill>
                  <a:schemeClr val="bg1">
                    <a:lumMod val="95000"/>
                  </a:schemeClr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endParaRPr>
            </a:p>
            <a:p>
              <a:pPr marL="0" lvl="1" indent="-297308" algn="r" defTabSz="951382" fontAlgn="base" latinLnBrk="0">
                <a:spcBef>
                  <a:spcPct val="0"/>
                </a:spcBef>
                <a:spcAft>
                  <a:spcPct val="0"/>
                </a:spcAft>
                <a:buClr>
                  <a:prstClr val="white"/>
                </a:buClr>
                <a:buSzPct val="80000"/>
                <a:tabLst>
                  <a:tab pos="5424707" algn="l"/>
                </a:tabLst>
                <a:defRPr/>
              </a:pPr>
              <a:r>
                <a:rPr lang="ko-KR" altLang="en-US" sz="1600" spc="-80" dirty="0" smtClean="0">
                  <a:solidFill>
                    <a:schemeClr val="bg1">
                      <a:lumMod val="95000"/>
                    </a:schemeClr>
                  </a:solidFill>
                  <a:latin typeface="Rix모던고딕 M" panose="02020603020101020101" pitchFamily="18" charset="-127"/>
                  <a:ea typeface="Rix모던고딕 M" panose="02020603020101020101" pitchFamily="18" charset="-127"/>
                </a:rPr>
                <a:t>군 </a:t>
              </a:r>
              <a:r>
                <a:rPr lang="ko-KR" altLang="en-US" sz="1600" spc="-80" dirty="0">
                  <a:solidFill>
                    <a:schemeClr val="bg1">
                      <a:lumMod val="95000"/>
                    </a:schemeClr>
                  </a:solidFill>
                  <a:latin typeface="Rix모던고딕 M" panose="02020603020101020101" pitchFamily="18" charset="-127"/>
                  <a:ea typeface="Rix모던고딕 M" panose="02020603020101020101" pitchFamily="18" charset="-127"/>
                </a:rPr>
                <a:t>체계에 대한 </a:t>
              </a:r>
              <a:endParaRPr lang="en-US" altLang="ko-KR" sz="1600" spc="-80" dirty="0" smtClean="0">
                <a:solidFill>
                  <a:schemeClr val="bg1">
                    <a:lumMod val="95000"/>
                  </a:schemeClr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endParaRPr>
            </a:p>
            <a:p>
              <a:pPr marL="0" lvl="1" indent="-297308" algn="r" defTabSz="951382" fontAlgn="base" latinLnBrk="0">
                <a:spcBef>
                  <a:spcPct val="0"/>
                </a:spcBef>
                <a:spcAft>
                  <a:spcPct val="0"/>
                </a:spcAft>
                <a:buClr>
                  <a:prstClr val="white"/>
                </a:buClr>
                <a:buSzPct val="80000"/>
                <a:tabLst>
                  <a:tab pos="5424707" algn="l"/>
                </a:tabLst>
                <a:defRPr/>
              </a:pPr>
              <a:r>
                <a:rPr lang="ko-KR" altLang="en-US" sz="1600" spc="-80" dirty="0" smtClean="0">
                  <a:solidFill>
                    <a:schemeClr val="bg1">
                      <a:lumMod val="95000"/>
                    </a:schemeClr>
                  </a:solidFill>
                  <a:latin typeface="Rix모던고딕 M" panose="02020603020101020101" pitchFamily="18" charset="-127"/>
                  <a:ea typeface="Rix모던고딕 M" panose="02020603020101020101" pitchFamily="18" charset="-127"/>
                </a:rPr>
                <a:t>이해를 </a:t>
              </a:r>
              <a:r>
                <a:rPr lang="ko-KR" altLang="en-US" sz="1600" spc="-80" dirty="0">
                  <a:solidFill>
                    <a:schemeClr val="bg1">
                      <a:lumMod val="95000"/>
                    </a:schemeClr>
                  </a:solidFill>
                  <a:latin typeface="Rix모던고딕 M" panose="02020603020101020101" pitchFamily="18" charset="-127"/>
                  <a:ea typeface="Rix모던고딕 M" panose="02020603020101020101" pitchFamily="18" charset="-127"/>
                </a:rPr>
                <a:t>바탕으로 </a:t>
              </a:r>
              <a:endParaRPr lang="en-US" altLang="ko-KR" sz="1600" spc="-80" dirty="0" smtClean="0">
                <a:solidFill>
                  <a:schemeClr val="bg1">
                    <a:lumMod val="95000"/>
                  </a:schemeClr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endParaRPr>
            </a:p>
            <a:p>
              <a:pPr marL="0" lvl="1" indent="-297308" algn="r" defTabSz="951382" fontAlgn="base" latinLnBrk="0">
                <a:spcBef>
                  <a:spcPct val="0"/>
                </a:spcBef>
                <a:spcAft>
                  <a:spcPct val="0"/>
                </a:spcAft>
                <a:buClr>
                  <a:prstClr val="white"/>
                </a:buClr>
                <a:buSzPct val="80000"/>
                <a:tabLst>
                  <a:tab pos="5424707" algn="l"/>
                </a:tabLst>
                <a:defRPr/>
              </a:pPr>
              <a:r>
                <a:rPr lang="ko-KR" altLang="en-US" sz="2000" spc="-230" dirty="0" smtClean="0">
                  <a:solidFill>
                    <a:srgbClr val="FFFF00"/>
                  </a:solidFill>
                  <a:latin typeface="Rix모던고딕 EB" panose="02020603020101020101" pitchFamily="18" charset="-127"/>
                  <a:ea typeface="Rix모던고딕 EB" panose="02020603020101020101" pitchFamily="18" charset="-127"/>
                </a:rPr>
                <a:t>이전 </a:t>
              </a:r>
              <a:r>
                <a:rPr lang="ko-KR" altLang="en-US" sz="2000" spc="-230" dirty="0">
                  <a:solidFill>
                    <a:srgbClr val="FFFF00"/>
                  </a:solidFill>
                  <a:latin typeface="Rix모던고딕 EB" panose="02020603020101020101" pitchFamily="18" charset="-127"/>
                  <a:ea typeface="Rix모던고딕 EB" panose="02020603020101020101" pitchFamily="18" charset="-127"/>
                </a:rPr>
                <a:t>기관 </a:t>
              </a:r>
              <a:r>
                <a:rPr lang="ko-KR" altLang="en-US" sz="2000" spc="-230" dirty="0" smtClean="0">
                  <a:solidFill>
                    <a:srgbClr val="FFFF00"/>
                  </a:solidFill>
                  <a:latin typeface="Rix모던고딕 EB" panose="02020603020101020101" pitchFamily="18" charset="-127"/>
                  <a:ea typeface="Rix모던고딕 EB" panose="02020603020101020101" pitchFamily="18" charset="-127"/>
                </a:rPr>
                <a:t> 설치 </a:t>
              </a:r>
              <a:r>
                <a:rPr lang="ko-KR" altLang="en-US" sz="2000" spc="-230" dirty="0">
                  <a:solidFill>
                    <a:srgbClr val="FFFF00"/>
                  </a:solidFill>
                  <a:latin typeface="Rix모던고딕 EB" panose="02020603020101020101" pitchFamily="18" charset="-127"/>
                  <a:ea typeface="Rix모던고딕 EB" panose="02020603020101020101" pitchFamily="18" charset="-127"/>
                </a:rPr>
                <a:t>요구에 성실히 </a:t>
              </a:r>
              <a:r>
                <a:rPr lang="ko-KR" altLang="en-US" sz="2000" spc="-230" dirty="0" smtClean="0">
                  <a:solidFill>
                    <a:srgbClr val="FFFF00"/>
                  </a:solidFill>
                  <a:latin typeface="Rix모던고딕 EB" panose="02020603020101020101" pitchFamily="18" charset="-127"/>
                  <a:ea typeface="Rix모던고딕 EB" panose="02020603020101020101" pitchFamily="18" charset="-127"/>
                </a:rPr>
                <a:t>지원할 </a:t>
              </a:r>
              <a:r>
                <a:rPr lang="ko-KR" altLang="en-US" sz="2000" spc="-230" dirty="0">
                  <a:solidFill>
                    <a:srgbClr val="FFFF00"/>
                  </a:solidFill>
                  <a:latin typeface="Rix모던고딕 EB" panose="02020603020101020101" pitchFamily="18" charset="-127"/>
                  <a:ea typeface="Rix모던고딕 EB" panose="02020603020101020101" pitchFamily="18" charset="-127"/>
                </a:rPr>
                <a:t>것을 약속합니다</a:t>
              </a:r>
              <a:r>
                <a:rPr lang="en-US" altLang="ko-KR" sz="2000" spc="-230" dirty="0">
                  <a:solidFill>
                    <a:srgbClr val="FFFF00"/>
                  </a:solidFill>
                  <a:latin typeface="Rix모던고딕 EB" panose="02020603020101020101" pitchFamily="18" charset="-127"/>
                  <a:ea typeface="Rix모던고딕 EB" panose="02020603020101020101" pitchFamily="18" charset="-127"/>
                </a:rPr>
                <a:t>.</a:t>
              </a:r>
            </a:p>
          </p:txBody>
        </p:sp>
        <p:pic>
          <p:nvPicPr>
            <p:cNvPr id="135" name="Picture 9" descr="G:\work\아이티센시스템즈\경찰청공조조회유지보수\icon&amp;dia\남자셋2.png"/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07660" y="3566606"/>
              <a:ext cx="1409671" cy="140132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5694768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그림 1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0693400" cy="7561263"/>
          </a:xfrm>
          <a:prstGeom prst="rect">
            <a:avLst/>
          </a:prstGeom>
        </p:spPr>
      </p:pic>
      <p:sp>
        <p:nvSpPr>
          <p:cNvPr id="121" name="TextBox 120"/>
          <p:cNvSpPr txBox="1"/>
          <p:nvPr/>
        </p:nvSpPr>
        <p:spPr>
          <a:xfrm>
            <a:off x="1713448" y="1306162"/>
            <a:ext cx="8292819" cy="604058"/>
          </a:xfrm>
          <a:prstGeom prst="rect">
            <a:avLst/>
          </a:prstGeom>
          <a:noFill/>
        </p:spPr>
        <p:txBody>
          <a:bodyPr wrap="square" lIns="95293" tIns="47648" rIns="95293" bIns="47648" rtlCol="0">
            <a:spAutoFit/>
          </a:bodyPr>
          <a:lstStyle>
            <a:defPPr>
              <a:defRPr lang="ko-KR"/>
            </a:defPPr>
            <a:lvl1pPr>
              <a:lnSpc>
                <a:spcPct val="110000"/>
              </a:lnSpc>
              <a:defRPr sz="1542" b="0" spc="-136">
                <a:ln/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Rix모던고딕 B" panose="02020603020101020101" pitchFamily="18" charset="-127"/>
                <a:ea typeface="Rix모던고딕 B" panose="02020603020101020101" pitchFamily="18" charset="-127"/>
              </a:defRPr>
            </a:lvl1pPr>
          </a:lstStyle>
          <a:p>
            <a:r>
              <a:rPr lang="ko-KR" altLang="en-US" sz="2300" dirty="0">
                <a:solidFill>
                  <a:schemeClr val="tx2">
                    <a:lumMod val="75000"/>
                  </a:schemeClr>
                </a:solidFill>
              </a:rPr>
              <a:t>업무 연속성</a:t>
            </a:r>
            <a:r>
              <a:rPr lang="en-US" altLang="ko-KR" sz="2300" dirty="0">
                <a:solidFill>
                  <a:schemeClr val="tx2">
                    <a:lumMod val="75000"/>
                  </a:schemeClr>
                </a:solidFill>
              </a:rPr>
              <a:t>, </a:t>
            </a:r>
            <a:r>
              <a:rPr lang="ko-KR" altLang="en-US" sz="2300" dirty="0">
                <a:solidFill>
                  <a:schemeClr val="tx2">
                    <a:lumMod val="75000"/>
                  </a:schemeClr>
                </a:solidFill>
              </a:rPr>
              <a:t>안정성</a:t>
            </a:r>
            <a:r>
              <a:rPr lang="en-US" altLang="ko-KR" sz="2300" dirty="0">
                <a:solidFill>
                  <a:schemeClr val="tx2">
                    <a:lumMod val="75000"/>
                  </a:schemeClr>
                </a:solidFill>
              </a:rPr>
              <a:t>, </a:t>
            </a:r>
            <a:r>
              <a:rPr lang="ko-KR" altLang="en-US" sz="2300" dirty="0">
                <a:solidFill>
                  <a:schemeClr val="tx2">
                    <a:lumMod val="75000"/>
                  </a:schemeClr>
                </a:solidFill>
              </a:rPr>
              <a:t>전문성</a:t>
            </a:r>
            <a:r>
              <a:rPr lang="en-US" altLang="ko-KR" sz="2300" dirty="0">
                <a:solidFill>
                  <a:schemeClr val="tx2">
                    <a:lumMod val="75000"/>
                  </a:schemeClr>
                </a:solidFill>
              </a:rPr>
              <a:t>, </a:t>
            </a:r>
            <a:r>
              <a:rPr lang="ko-KR" altLang="en-US" sz="2300" dirty="0">
                <a:solidFill>
                  <a:schemeClr val="tx2">
                    <a:lumMod val="75000"/>
                  </a:schemeClr>
                </a:solidFill>
              </a:rPr>
              <a:t>보안성</a:t>
            </a:r>
            <a:r>
              <a:rPr lang="en-US" altLang="ko-KR" sz="2300" dirty="0">
                <a:solidFill>
                  <a:schemeClr val="tx2">
                    <a:lumMod val="75000"/>
                  </a:schemeClr>
                </a:solidFill>
              </a:rPr>
              <a:t>, </a:t>
            </a:r>
            <a:r>
              <a:rPr lang="ko-KR" altLang="en-US" sz="2300" dirty="0">
                <a:solidFill>
                  <a:schemeClr val="tx2">
                    <a:lumMod val="75000"/>
                  </a:schemeClr>
                </a:solidFill>
              </a:rPr>
              <a:t>확장성의 </a:t>
            </a:r>
            <a:r>
              <a:rPr lang="en-US" altLang="ko-KR" sz="3000" dirty="0">
                <a:solidFill>
                  <a:srgbClr val="C00000"/>
                </a:solidFill>
              </a:rPr>
              <a:t>5S</a:t>
            </a:r>
            <a:r>
              <a:rPr lang="ko-KR" altLang="en-US" sz="2300" dirty="0">
                <a:solidFill>
                  <a:schemeClr val="tx2">
                    <a:lumMod val="75000"/>
                  </a:schemeClr>
                </a:solidFill>
              </a:rPr>
              <a:t>를 </a:t>
            </a:r>
            <a:r>
              <a:rPr lang="ko-KR" altLang="en-US" sz="2300" dirty="0" smtClean="0">
                <a:solidFill>
                  <a:schemeClr val="tx2">
                    <a:lumMod val="75000"/>
                  </a:schemeClr>
                </a:solidFill>
              </a:rPr>
              <a:t>지향합니다</a:t>
            </a:r>
            <a:r>
              <a:rPr lang="en-US" altLang="ko-KR" sz="2300" dirty="0">
                <a:solidFill>
                  <a:schemeClr val="tx2">
                    <a:lumMod val="75000"/>
                  </a:schemeClr>
                </a:solidFill>
              </a:rPr>
              <a:t>.</a:t>
            </a:r>
            <a:endParaRPr lang="ko-KR" altLang="en-US" dirty="0"/>
          </a:p>
        </p:txBody>
      </p:sp>
      <p:pic>
        <p:nvPicPr>
          <p:cNvPr id="56" name="Picture 5" descr="G:\work\대신정보통신\2014광주전산센터\2015광주센터\2015 광주 정보시스템1군\작업방\완료\2015광주전산센터1군-07-20.jp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45437"/>
            <a:ext cx="10693400" cy="234946"/>
          </a:xfrm>
          <a:prstGeom prst="rect">
            <a:avLst/>
          </a:prstGeom>
          <a:noFill/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8" name="직사각형 67"/>
          <p:cNvSpPr/>
          <p:nvPr/>
        </p:nvSpPr>
        <p:spPr>
          <a:xfrm>
            <a:off x="637746" y="537630"/>
            <a:ext cx="1912256" cy="445394"/>
          </a:xfrm>
          <a:prstGeom prst="rect">
            <a:avLst/>
          </a:prstGeom>
          <a:solidFill>
            <a:schemeClr val="tx2">
              <a:lumMod val="75000"/>
              <a:alpha val="4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82935" tIns="41468" rIns="82935" bIns="108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1" algn="ctr">
              <a:spcBef>
                <a:spcPct val="0"/>
              </a:spcBef>
            </a:pPr>
            <a:r>
              <a:rPr lang="en-US" altLang="ko-KR" sz="2500" spc="-96" dirty="0">
                <a:solidFill>
                  <a:srgbClr val="FF0000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  <a:cs typeface="+mj-cs"/>
              </a:rPr>
              <a:t>S</a:t>
            </a:r>
            <a:r>
              <a:rPr lang="en-US" altLang="ko-KR" sz="1700" spc="-96" dirty="0">
                <a:solidFill>
                  <a:schemeClr val="bg1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  <a:cs typeface="+mj-cs"/>
              </a:rPr>
              <a:t>chedule </a:t>
            </a:r>
            <a:endParaRPr lang="ko-KR" altLang="en-US" sz="1700" spc="-96" dirty="0">
              <a:solidFill>
                <a:schemeClr val="bg1"/>
              </a:solidFill>
              <a:latin typeface="Rix모던고딕 B" panose="02020603020101020101" pitchFamily="18" charset="-127"/>
              <a:ea typeface="Rix모던고딕 B" panose="02020603020101020101" pitchFamily="18" charset="-127"/>
              <a:cs typeface="+mj-cs"/>
            </a:endParaRPr>
          </a:p>
        </p:txBody>
      </p:sp>
      <p:grpSp>
        <p:nvGrpSpPr>
          <p:cNvPr id="24" name="그룹 23"/>
          <p:cNvGrpSpPr/>
          <p:nvPr/>
        </p:nvGrpSpPr>
        <p:grpSpPr>
          <a:xfrm>
            <a:off x="160380" y="437607"/>
            <a:ext cx="970986" cy="841566"/>
            <a:chOff x="589005" y="437607"/>
            <a:chExt cx="970986" cy="841566"/>
          </a:xfrm>
        </p:grpSpPr>
        <p:sp>
          <p:nvSpPr>
            <p:cNvPr id="71" name="TextBox 70"/>
            <p:cNvSpPr txBox="1"/>
            <p:nvPr/>
          </p:nvSpPr>
          <p:spPr>
            <a:xfrm>
              <a:off x="589005" y="1048341"/>
              <a:ext cx="970986" cy="23083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ko-KR"/>
              </a:defPPr>
              <a:lvl1pPr algn="ctr">
                <a:defRPr sz="2000" b="1">
                  <a:ln w="22225">
                    <a:solidFill>
                      <a:schemeClr val="accent2"/>
                    </a:solidFill>
                    <a:prstDash val="solid"/>
                  </a:ln>
                  <a:solidFill>
                    <a:schemeClr val="accent2">
                      <a:lumMod val="40000"/>
                      <a:lumOff val="60000"/>
                    </a:schemeClr>
                  </a:solidFill>
                  <a:latin typeface="+mn-ea"/>
                </a:defRPr>
              </a:lvl1pPr>
            </a:lstStyle>
            <a:p>
              <a:pPr defTabSz="767222" latinLnBrk="0">
                <a:spcBef>
                  <a:spcPts val="84"/>
                </a:spcBef>
                <a:spcAft>
                  <a:spcPts val="84"/>
                </a:spcAft>
              </a:pPr>
              <a:r>
                <a:rPr lang="ko-KR" altLang="en-US" sz="1500" b="0" spc="-191" dirty="0">
                  <a:ln>
                    <a:solidFill>
                      <a:prstClr val="white">
                        <a:alpha val="10000"/>
                      </a:prstClr>
                    </a:solidFill>
                  </a:ln>
                  <a:solidFill>
                    <a:schemeClr val="tx2">
                      <a:lumMod val="75000"/>
                    </a:schemeClr>
                  </a:solidFill>
                  <a:latin typeface="Rix모던고딕 EB" panose="02020603020101020101" pitchFamily="18" charset="-127"/>
                  <a:ea typeface="Rix모던고딕 EB" panose="02020603020101020101" pitchFamily="18" charset="-127"/>
                </a:rPr>
                <a:t>업무 연속성</a:t>
              </a:r>
            </a:p>
          </p:txBody>
        </p:sp>
        <p:cxnSp>
          <p:nvCxnSpPr>
            <p:cNvPr id="9" name="직선 연결선 8"/>
            <p:cNvCxnSpPr/>
            <p:nvPr/>
          </p:nvCxnSpPr>
          <p:spPr>
            <a:xfrm>
              <a:off x="1076076" y="437607"/>
              <a:ext cx="0" cy="619658"/>
            </a:xfrm>
            <a:prstGeom prst="line">
              <a:avLst/>
            </a:prstGeom>
            <a:ln w="190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" name="그룹 4"/>
            <p:cNvGrpSpPr/>
            <p:nvPr/>
          </p:nvGrpSpPr>
          <p:grpSpPr>
            <a:xfrm>
              <a:off x="937935" y="590571"/>
              <a:ext cx="262136" cy="262136"/>
              <a:chOff x="1076074" y="638175"/>
              <a:chExt cx="262136" cy="262136"/>
            </a:xfrm>
          </p:grpSpPr>
          <p:sp>
            <p:nvSpPr>
              <p:cNvPr id="3" name="타원 2"/>
              <p:cNvSpPr/>
              <p:nvPr/>
            </p:nvSpPr>
            <p:spPr>
              <a:xfrm>
                <a:off x="1076074" y="638175"/>
                <a:ext cx="262136" cy="262136"/>
              </a:xfrm>
              <a:prstGeom prst="ellipse">
                <a:avLst/>
              </a:prstGeom>
              <a:solidFill>
                <a:schemeClr val="tx2">
                  <a:lumMod val="7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 smtClean="0">
                  <a:solidFill>
                    <a:schemeClr val="tx1"/>
                  </a:solidFill>
                </a:endParaRPr>
              </a:p>
            </p:txBody>
          </p:sp>
          <p:sp>
            <p:nvSpPr>
              <p:cNvPr id="4" name="이등변 삼각형 3"/>
              <p:cNvSpPr/>
              <p:nvPr/>
            </p:nvSpPr>
            <p:spPr>
              <a:xfrm rot="5400000">
                <a:off x="1162602" y="714815"/>
                <a:ext cx="138111" cy="119061"/>
              </a:xfrm>
              <a:prstGeom prst="triangl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 smtClean="0">
                  <a:solidFill>
                    <a:schemeClr val="tx1"/>
                  </a:solidFill>
                </a:endParaRPr>
              </a:p>
            </p:txBody>
          </p:sp>
        </p:grpSp>
      </p:grpSp>
      <p:sp>
        <p:nvSpPr>
          <p:cNvPr id="96" name="직사각형 95"/>
          <p:cNvSpPr/>
          <p:nvPr/>
        </p:nvSpPr>
        <p:spPr>
          <a:xfrm>
            <a:off x="4447790" y="537630"/>
            <a:ext cx="1912256" cy="445394"/>
          </a:xfrm>
          <a:prstGeom prst="rect">
            <a:avLst/>
          </a:prstGeom>
          <a:solidFill>
            <a:schemeClr val="tx2">
              <a:lumMod val="75000"/>
              <a:alpha val="4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82935" tIns="41468" rIns="82935" bIns="108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1" algn="ctr">
              <a:spcBef>
                <a:spcPct val="0"/>
              </a:spcBef>
            </a:pPr>
            <a:r>
              <a:rPr lang="en-US" altLang="ko-KR" sz="2500" spc="-96" dirty="0" smtClean="0">
                <a:solidFill>
                  <a:srgbClr val="FF0000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  <a:cs typeface="+mj-cs"/>
              </a:rPr>
              <a:t>S</a:t>
            </a:r>
            <a:r>
              <a:rPr lang="en-US" altLang="ko-KR" sz="1700" spc="-96" dirty="0" smtClean="0">
                <a:solidFill>
                  <a:schemeClr val="bg1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  <a:cs typeface="+mj-cs"/>
              </a:rPr>
              <a:t>pecialty</a:t>
            </a:r>
            <a:endParaRPr lang="en-US" altLang="ko-KR" sz="1700" spc="-96" dirty="0">
              <a:solidFill>
                <a:schemeClr val="bg1"/>
              </a:solidFill>
              <a:latin typeface="Rix모던고딕 B" panose="02020603020101020101" pitchFamily="18" charset="-127"/>
              <a:ea typeface="Rix모던고딕 B" panose="02020603020101020101" pitchFamily="18" charset="-127"/>
              <a:cs typeface="+mj-cs"/>
            </a:endParaRPr>
          </a:p>
        </p:txBody>
      </p:sp>
      <p:sp>
        <p:nvSpPr>
          <p:cNvPr id="97" name="직사각형 96"/>
          <p:cNvSpPr/>
          <p:nvPr/>
        </p:nvSpPr>
        <p:spPr>
          <a:xfrm>
            <a:off x="2550002" y="537630"/>
            <a:ext cx="1912256" cy="445394"/>
          </a:xfrm>
          <a:prstGeom prst="rect">
            <a:avLst/>
          </a:prstGeom>
          <a:solidFill>
            <a:schemeClr val="accent5">
              <a:lumMod val="75000"/>
              <a:alpha val="4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82935" tIns="41468" rIns="82935" bIns="108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1" algn="ctr">
              <a:spcBef>
                <a:spcPct val="0"/>
              </a:spcBef>
            </a:pPr>
            <a:r>
              <a:rPr lang="en-US" altLang="ko-KR" sz="2500" spc="-96" dirty="0" smtClean="0">
                <a:solidFill>
                  <a:srgbClr val="FF0000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  <a:cs typeface="+mj-cs"/>
              </a:rPr>
              <a:t>S</a:t>
            </a:r>
            <a:r>
              <a:rPr lang="en-US" altLang="ko-KR" sz="1700" spc="-96" dirty="0" smtClean="0">
                <a:solidFill>
                  <a:schemeClr val="bg1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  <a:cs typeface="+mj-cs"/>
              </a:rPr>
              <a:t>tability</a:t>
            </a:r>
            <a:endParaRPr lang="en-US" altLang="ko-KR" sz="1700" spc="-96" dirty="0">
              <a:solidFill>
                <a:schemeClr val="bg1"/>
              </a:solidFill>
              <a:latin typeface="Rix모던고딕 B" panose="02020603020101020101" pitchFamily="18" charset="-127"/>
              <a:ea typeface="Rix모던고딕 B" panose="02020603020101020101" pitchFamily="18" charset="-127"/>
              <a:cs typeface="+mj-cs"/>
            </a:endParaRPr>
          </a:p>
        </p:txBody>
      </p:sp>
      <p:sp>
        <p:nvSpPr>
          <p:cNvPr id="98" name="직사각형 97"/>
          <p:cNvSpPr/>
          <p:nvPr/>
        </p:nvSpPr>
        <p:spPr>
          <a:xfrm>
            <a:off x="6337226" y="537630"/>
            <a:ext cx="1912256" cy="445394"/>
          </a:xfrm>
          <a:prstGeom prst="rect">
            <a:avLst/>
          </a:prstGeom>
          <a:solidFill>
            <a:schemeClr val="accent5">
              <a:lumMod val="75000"/>
              <a:alpha val="4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82935" tIns="41468" rIns="82935" bIns="108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1" algn="ctr">
              <a:spcBef>
                <a:spcPct val="0"/>
              </a:spcBef>
            </a:pPr>
            <a:r>
              <a:rPr lang="en-US" altLang="ko-KR" sz="2500" spc="-96" dirty="0" smtClean="0">
                <a:solidFill>
                  <a:srgbClr val="FF0000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  <a:cs typeface="+mj-cs"/>
              </a:rPr>
              <a:t>S</a:t>
            </a:r>
            <a:r>
              <a:rPr lang="en-US" altLang="ko-KR" sz="1700" spc="-96" dirty="0" smtClean="0">
                <a:solidFill>
                  <a:schemeClr val="bg1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  <a:cs typeface="+mj-cs"/>
              </a:rPr>
              <a:t>ecurity</a:t>
            </a:r>
            <a:endParaRPr lang="en-US" altLang="ko-KR" sz="1700" spc="-96" dirty="0">
              <a:solidFill>
                <a:schemeClr val="bg1"/>
              </a:solidFill>
              <a:latin typeface="Rix모던고딕 B" panose="02020603020101020101" pitchFamily="18" charset="-127"/>
              <a:ea typeface="Rix모던고딕 B" panose="02020603020101020101" pitchFamily="18" charset="-127"/>
              <a:cs typeface="+mj-cs"/>
            </a:endParaRPr>
          </a:p>
        </p:txBody>
      </p:sp>
      <p:sp>
        <p:nvSpPr>
          <p:cNvPr id="99" name="직사각형 98"/>
          <p:cNvSpPr/>
          <p:nvPr/>
        </p:nvSpPr>
        <p:spPr>
          <a:xfrm>
            <a:off x="8249482" y="537630"/>
            <a:ext cx="1912256" cy="445394"/>
          </a:xfrm>
          <a:prstGeom prst="rect">
            <a:avLst/>
          </a:prstGeom>
          <a:solidFill>
            <a:schemeClr val="tx2">
              <a:lumMod val="75000"/>
              <a:alpha val="4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82935" tIns="41468" rIns="82935" bIns="108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1" algn="ctr">
              <a:spcBef>
                <a:spcPct val="0"/>
              </a:spcBef>
            </a:pPr>
            <a:r>
              <a:rPr lang="en-US" altLang="ko-KR" sz="2500" spc="-96" dirty="0" smtClean="0">
                <a:solidFill>
                  <a:srgbClr val="FF0000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  <a:cs typeface="+mj-cs"/>
              </a:rPr>
              <a:t>S</a:t>
            </a:r>
            <a:r>
              <a:rPr lang="en-US" altLang="ko-KR" sz="1700" spc="-96" dirty="0" smtClean="0">
                <a:solidFill>
                  <a:schemeClr val="bg1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  <a:cs typeface="+mj-cs"/>
              </a:rPr>
              <a:t>calability</a:t>
            </a:r>
            <a:r>
              <a:rPr lang="en-US" altLang="ko-KR" sz="2500" spc="-96" dirty="0" smtClean="0">
                <a:solidFill>
                  <a:srgbClr val="FF0000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  <a:cs typeface="+mj-cs"/>
              </a:rPr>
              <a:t> </a:t>
            </a:r>
            <a:endParaRPr lang="en-US" altLang="ko-KR" sz="2500" spc="-96" dirty="0">
              <a:solidFill>
                <a:srgbClr val="FF0000"/>
              </a:solidFill>
              <a:latin typeface="Rix모던고딕 B" panose="02020603020101020101" pitchFamily="18" charset="-127"/>
              <a:ea typeface="Rix모던고딕 B" panose="02020603020101020101" pitchFamily="18" charset="-127"/>
              <a:cs typeface="+mj-cs"/>
            </a:endParaRPr>
          </a:p>
        </p:txBody>
      </p:sp>
      <p:grpSp>
        <p:nvGrpSpPr>
          <p:cNvPr id="14" name="그룹 13"/>
          <p:cNvGrpSpPr/>
          <p:nvPr/>
        </p:nvGrpSpPr>
        <p:grpSpPr>
          <a:xfrm>
            <a:off x="2060206" y="437607"/>
            <a:ext cx="970986" cy="841566"/>
            <a:chOff x="2528240" y="437607"/>
            <a:chExt cx="970986" cy="841566"/>
          </a:xfrm>
        </p:grpSpPr>
        <p:sp>
          <p:nvSpPr>
            <p:cNvPr id="59" name="TextBox 58"/>
            <p:cNvSpPr txBox="1"/>
            <p:nvPr/>
          </p:nvSpPr>
          <p:spPr>
            <a:xfrm>
              <a:off x="2528240" y="1048341"/>
              <a:ext cx="970986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>
              <a:spAutoFit/>
            </a:bodyPr>
            <a:lstStyle>
              <a:defPPr>
                <a:defRPr lang="ko-KR"/>
              </a:defPPr>
              <a:lvl1pPr algn="ctr">
                <a:defRPr sz="2000" b="1">
                  <a:ln w="22225">
                    <a:solidFill>
                      <a:schemeClr val="accent2"/>
                    </a:solidFill>
                    <a:prstDash val="solid"/>
                  </a:ln>
                  <a:solidFill>
                    <a:schemeClr val="accent2">
                      <a:lumMod val="40000"/>
                      <a:lumOff val="60000"/>
                    </a:schemeClr>
                  </a:solidFill>
                  <a:latin typeface="+mn-ea"/>
                </a:defRPr>
              </a:lvl1pPr>
            </a:lstStyle>
            <a:p>
              <a:pPr defTabSz="767222" latinLnBrk="0">
                <a:spcBef>
                  <a:spcPts val="84"/>
                </a:spcBef>
                <a:spcAft>
                  <a:spcPts val="84"/>
                </a:spcAft>
              </a:pPr>
              <a:r>
                <a:rPr lang="ko-KR" altLang="en-US" sz="1500" b="0" spc="-191" dirty="0">
                  <a:ln>
                    <a:solidFill>
                      <a:prstClr val="white">
                        <a:alpha val="10000"/>
                      </a:prstClr>
                    </a:solidFill>
                  </a:ln>
                  <a:solidFill>
                    <a:schemeClr val="accent5">
                      <a:lumMod val="75000"/>
                    </a:schemeClr>
                  </a:solidFill>
                  <a:latin typeface="Rix모던고딕 EB" panose="02020603020101020101" pitchFamily="18" charset="-127"/>
                  <a:ea typeface="Rix모던고딕 EB" panose="02020603020101020101" pitchFamily="18" charset="-127"/>
                </a:rPr>
                <a:t>안정성</a:t>
              </a:r>
            </a:p>
          </p:txBody>
        </p:sp>
        <p:cxnSp>
          <p:nvCxnSpPr>
            <p:cNvPr id="69" name="직선 연결선 68"/>
            <p:cNvCxnSpPr/>
            <p:nvPr/>
          </p:nvCxnSpPr>
          <p:spPr>
            <a:xfrm>
              <a:off x="3018036" y="437607"/>
              <a:ext cx="0" cy="619658"/>
            </a:xfrm>
            <a:prstGeom prst="line">
              <a:avLst/>
            </a:prstGeom>
            <a:ln w="19050">
              <a:solidFill>
                <a:schemeClr val="accent5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0" name="그룹 59"/>
            <p:cNvGrpSpPr/>
            <p:nvPr/>
          </p:nvGrpSpPr>
          <p:grpSpPr>
            <a:xfrm>
              <a:off x="2886696" y="590571"/>
              <a:ext cx="262136" cy="262136"/>
              <a:chOff x="1076074" y="638175"/>
              <a:chExt cx="262136" cy="262136"/>
            </a:xfrm>
          </p:grpSpPr>
          <p:sp>
            <p:nvSpPr>
              <p:cNvPr id="61" name="타원 60"/>
              <p:cNvSpPr/>
              <p:nvPr/>
            </p:nvSpPr>
            <p:spPr>
              <a:xfrm>
                <a:off x="1076074" y="638175"/>
                <a:ext cx="262136" cy="262136"/>
              </a:xfrm>
              <a:prstGeom prst="ellipse">
                <a:avLst/>
              </a:prstGeom>
              <a:solidFill>
                <a:schemeClr val="accent5">
                  <a:lumMod val="7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 smtClean="0">
                  <a:solidFill>
                    <a:schemeClr val="tx1"/>
                  </a:solidFill>
                </a:endParaRPr>
              </a:p>
            </p:txBody>
          </p:sp>
          <p:sp>
            <p:nvSpPr>
              <p:cNvPr id="62" name="이등변 삼각형 61"/>
              <p:cNvSpPr/>
              <p:nvPr/>
            </p:nvSpPr>
            <p:spPr>
              <a:xfrm rot="5400000">
                <a:off x="1162602" y="714815"/>
                <a:ext cx="138111" cy="119061"/>
              </a:xfrm>
              <a:prstGeom prst="triangl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 smtClean="0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72" name="그룹 71"/>
          <p:cNvGrpSpPr/>
          <p:nvPr/>
        </p:nvGrpSpPr>
        <p:grpSpPr>
          <a:xfrm>
            <a:off x="3960032" y="437607"/>
            <a:ext cx="970986" cy="841566"/>
            <a:chOff x="589005" y="437607"/>
            <a:chExt cx="970986" cy="841566"/>
          </a:xfrm>
        </p:grpSpPr>
        <p:sp>
          <p:nvSpPr>
            <p:cNvPr id="73" name="TextBox 72"/>
            <p:cNvSpPr txBox="1"/>
            <p:nvPr/>
          </p:nvSpPr>
          <p:spPr>
            <a:xfrm>
              <a:off x="589005" y="1048341"/>
              <a:ext cx="970986" cy="23083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ko-KR"/>
              </a:defPPr>
              <a:lvl1pPr algn="ctr">
                <a:defRPr sz="2000" b="1">
                  <a:ln w="22225">
                    <a:solidFill>
                      <a:schemeClr val="accent2"/>
                    </a:solidFill>
                    <a:prstDash val="solid"/>
                  </a:ln>
                  <a:solidFill>
                    <a:schemeClr val="accent2">
                      <a:lumMod val="40000"/>
                      <a:lumOff val="60000"/>
                    </a:schemeClr>
                  </a:solidFill>
                  <a:latin typeface="+mn-ea"/>
                </a:defRPr>
              </a:lvl1pPr>
            </a:lstStyle>
            <a:p>
              <a:pPr defTabSz="767222" latinLnBrk="0">
                <a:spcBef>
                  <a:spcPts val="84"/>
                </a:spcBef>
                <a:spcAft>
                  <a:spcPts val="84"/>
                </a:spcAft>
              </a:pPr>
              <a:r>
                <a:rPr lang="ko-KR" altLang="en-US" sz="1500" b="0" spc="-191" dirty="0">
                  <a:ln>
                    <a:solidFill>
                      <a:prstClr val="white">
                        <a:alpha val="10000"/>
                      </a:prstClr>
                    </a:solidFill>
                  </a:ln>
                  <a:solidFill>
                    <a:schemeClr val="tx2">
                      <a:lumMod val="75000"/>
                    </a:schemeClr>
                  </a:solidFill>
                  <a:latin typeface="Rix모던고딕 EB" panose="02020603020101020101" pitchFamily="18" charset="-127"/>
                  <a:ea typeface="Rix모던고딕 EB" panose="02020603020101020101" pitchFamily="18" charset="-127"/>
                </a:rPr>
                <a:t>전문성</a:t>
              </a:r>
            </a:p>
          </p:txBody>
        </p:sp>
        <p:cxnSp>
          <p:nvCxnSpPr>
            <p:cNvPr id="74" name="직선 연결선 73"/>
            <p:cNvCxnSpPr/>
            <p:nvPr/>
          </p:nvCxnSpPr>
          <p:spPr>
            <a:xfrm>
              <a:off x="1076076" y="437607"/>
              <a:ext cx="0" cy="619658"/>
            </a:xfrm>
            <a:prstGeom prst="line">
              <a:avLst/>
            </a:prstGeom>
            <a:ln w="190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75" name="그룹 74"/>
            <p:cNvGrpSpPr/>
            <p:nvPr/>
          </p:nvGrpSpPr>
          <p:grpSpPr>
            <a:xfrm>
              <a:off x="937935" y="590571"/>
              <a:ext cx="262136" cy="262136"/>
              <a:chOff x="1076074" y="638175"/>
              <a:chExt cx="262136" cy="262136"/>
            </a:xfrm>
          </p:grpSpPr>
          <p:sp>
            <p:nvSpPr>
              <p:cNvPr id="76" name="타원 75"/>
              <p:cNvSpPr/>
              <p:nvPr/>
            </p:nvSpPr>
            <p:spPr>
              <a:xfrm>
                <a:off x="1076074" y="638175"/>
                <a:ext cx="262136" cy="262136"/>
              </a:xfrm>
              <a:prstGeom prst="ellipse">
                <a:avLst/>
              </a:prstGeom>
              <a:solidFill>
                <a:schemeClr val="tx2">
                  <a:lumMod val="7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 smtClean="0">
                  <a:solidFill>
                    <a:schemeClr val="tx1"/>
                  </a:solidFill>
                </a:endParaRPr>
              </a:p>
            </p:txBody>
          </p:sp>
          <p:sp>
            <p:nvSpPr>
              <p:cNvPr id="77" name="이등변 삼각형 76"/>
              <p:cNvSpPr/>
              <p:nvPr/>
            </p:nvSpPr>
            <p:spPr>
              <a:xfrm rot="5400000">
                <a:off x="1162602" y="714815"/>
                <a:ext cx="138111" cy="119061"/>
              </a:xfrm>
              <a:prstGeom prst="triangl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 smtClean="0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78" name="그룹 77"/>
          <p:cNvGrpSpPr/>
          <p:nvPr/>
        </p:nvGrpSpPr>
        <p:grpSpPr>
          <a:xfrm>
            <a:off x="5859858" y="437607"/>
            <a:ext cx="970986" cy="841566"/>
            <a:chOff x="2528240" y="437607"/>
            <a:chExt cx="970986" cy="841566"/>
          </a:xfrm>
        </p:grpSpPr>
        <p:sp>
          <p:nvSpPr>
            <p:cNvPr id="81" name="TextBox 80"/>
            <p:cNvSpPr txBox="1"/>
            <p:nvPr/>
          </p:nvSpPr>
          <p:spPr>
            <a:xfrm>
              <a:off x="2528240" y="1048341"/>
              <a:ext cx="970986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>
              <a:spAutoFit/>
            </a:bodyPr>
            <a:lstStyle>
              <a:defPPr>
                <a:defRPr lang="ko-KR"/>
              </a:defPPr>
              <a:lvl1pPr algn="ctr">
                <a:defRPr sz="2000" b="1">
                  <a:ln w="22225">
                    <a:solidFill>
                      <a:schemeClr val="accent2"/>
                    </a:solidFill>
                    <a:prstDash val="solid"/>
                  </a:ln>
                  <a:solidFill>
                    <a:schemeClr val="accent2">
                      <a:lumMod val="40000"/>
                      <a:lumOff val="60000"/>
                    </a:schemeClr>
                  </a:solidFill>
                  <a:latin typeface="+mn-ea"/>
                </a:defRPr>
              </a:lvl1pPr>
            </a:lstStyle>
            <a:p>
              <a:pPr defTabSz="767222" latinLnBrk="0">
                <a:spcBef>
                  <a:spcPts val="84"/>
                </a:spcBef>
                <a:spcAft>
                  <a:spcPts val="84"/>
                </a:spcAft>
              </a:pPr>
              <a:r>
                <a:rPr lang="ko-KR" altLang="en-US" sz="1500" b="0" spc="-191" dirty="0">
                  <a:ln>
                    <a:solidFill>
                      <a:prstClr val="white">
                        <a:alpha val="10000"/>
                      </a:prstClr>
                    </a:solidFill>
                  </a:ln>
                  <a:solidFill>
                    <a:schemeClr val="accent5">
                      <a:lumMod val="75000"/>
                    </a:schemeClr>
                  </a:solidFill>
                  <a:latin typeface="Rix모던고딕 EB" panose="02020603020101020101" pitchFamily="18" charset="-127"/>
                  <a:ea typeface="Rix모던고딕 EB" panose="02020603020101020101" pitchFamily="18" charset="-127"/>
                </a:rPr>
                <a:t>보안성</a:t>
              </a:r>
            </a:p>
          </p:txBody>
        </p:sp>
        <p:cxnSp>
          <p:nvCxnSpPr>
            <p:cNvPr id="83" name="직선 연결선 82"/>
            <p:cNvCxnSpPr/>
            <p:nvPr/>
          </p:nvCxnSpPr>
          <p:spPr>
            <a:xfrm>
              <a:off x="3018036" y="437607"/>
              <a:ext cx="0" cy="619658"/>
            </a:xfrm>
            <a:prstGeom prst="line">
              <a:avLst/>
            </a:prstGeom>
            <a:ln w="19050">
              <a:solidFill>
                <a:schemeClr val="accent5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84" name="그룹 83"/>
            <p:cNvGrpSpPr/>
            <p:nvPr/>
          </p:nvGrpSpPr>
          <p:grpSpPr>
            <a:xfrm>
              <a:off x="2886696" y="590571"/>
              <a:ext cx="262136" cy="262136"/>
              <a:chOff x="1076074" y="638175"/>
              <a:chExt cx="262136" cy="262136"/>
            </a:xfrm>
          </p:grpSpPr>
          <p:sp>
            <p:nvSpPr>
              <p:cNvPr id="85" name="타원 84"/>
              <p:cNvSpPr/>
              <p:nvPr/>
            </p:nvSpPr>
            <p:spPr>
              <a:xfrm>
                <a:off x="1076074" y="638175"/>
                <a:ext cx="262136" cy="262136"/>
              </a:xfrm>
              <a:prstGeom prst="ellipse">
                <a:avLst/>
              </a:prstGeom>
              <a:solidFill>
                <a:schemeClr val="accent5">
                  <a:lumMod val="7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 smtClean="0">
                  <a:solidFill>
                    <a:schemeClr val="tx1"/>
                  </a:solidFill>
                </a:endParaRPr>
              </a:p>
            </p:txBody>
          </p:sp>
          <p:sp>
            <p:nvSpPr>
              <p:cNvPr id="86" name="이등변 삼각형 85"/>
              <p:cNvSpPr/>
              <p:nvPr/>
            </p:nvSpPr>
            <p:spPr>
              <a:xfrm rot="5400000">
                <a:off x="1162602" y="714815"/>
                <a:ext cx="138111" cy="119061"/>
              </a:xfrm>
              <a:prstGeom prst="triangl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 smtClean="0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87" name="그룹 86"/>
          <p:cNvGrpSpPr/>
          <p:nvPr/>
        </p:nvGrpSpPr>
        <p:grpSpPr>
          <a:xfrm>
            <a:off x="7759686" y="437607"/>
            <a:ext cx="970986" cy="841566"/>
            <a:chOff x="2528240" y="437607"/>
            <a:chExt cx="970986" cy="841566"/>
          </a:xfrm>
        </p:grpSpPr>
        <p:sp>
          <p:nvSpPr>
            <p:cNvPr id="88" name="TextBox 87"/>
            <p:cNvSpPr txBox="1"/>
            <p:nvPr/>
          </p:nvSpPr>
          <p:spPr>
            <a:xfrm>
              <a:off x="2528240" y="1048341"/>
              <a:ext cx="970986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>
              <a:spAutoFit/>
            </a:bodyPr>
            <a:lstStyle>
              <a:defPPr>
                <a:defRPr lang="ko-KR"/>
              </a:defPPr>
              <a:lvl1pPr algn="ctr">
                <a:defRPr sz="2000" b="1">
                  <a:ln w="22225">
                    <a:solidFill>
                      <a:schemeClr val="accent2"/>
                    </a:solidFill>
                    <a:prstDash val="solid"/>
                  </a:ln>
                  <a:solidFill>
                    <a:schemeClr val="accent2">
                      <a:lumMod val="40000"/>
                      <a:lumOff val="60000"/>
                    </a:schemeClr>
                  </a:solidFill>
                  <a:latin typeface="+mn-ea"/>
                </a:defRPr>
              </a:lvl1pPr>
            </a:lstStyle>
            <a:p>
              <a:pPr defTabSz="767222" latinLnBrk="0">
                <a:spcBef>
                  <a:spcPts val="84"/>
                </a:spcBef>
                <a:spcAft>
                  <a:spcPts val="84"/>
                </a:spcAft>
              </a:pPr>
              <a:r>
                <a:rPr lang="ko-KR" altLang="en-US" sz="1500" b="0" spc="-191" dirty="0">
                  <a:ln>
                    <a:solidFill>
                      <a:prstClr val="white">
                        <a:alpha val="10000"/>
                      </a:prstClr>
                    </a:solidFill>
                  </a:ln>
                  <a:solidFill>
                    <a:schemeClr val="tx2">
                      <a:lumMod val="75000"/>
                    </a:schemeClr>
                  </a:solidFill>
                  <a:latin typeface="Rix모던고딕 EB" panose="02020603020101020101" pitchFamily="18" charset="-127"/>
                  <a:ea typeface="Rix모던고딕 EB" panose="02020603020101020101" pitchFamily="18" charset="-127"/>
                </a:rPr>
                <a:t>확장성</a:t>
              </a:r>
            </a:p>
          </p:txBody>
        </p:sp>
        <p:cxnSp>
          <p:nvCxnSpPr>
            <p:cNvPr id="89" name="직선 연결선 88"/>
            <p:cNvCxnSpPr/>
            <p:nvPr/>
          </p:nvCxnSpPr>
          <p:spPr>
            <a:xfrm>
              <a:off x="3018036" y="437607"/>
              <a:ext cx="0" cy="619658"/>
            </a:xfrm>
            <a:prstGeom prst="line">
              <a:avLst/>
            </a:prstGeom>
            <a:ln w="190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93" name="그룹 92"/>
            <p:cNvGrpSpPr/>
            <p:nvPr/>
          </p:nvGrpSpPr>
          <p:grpSpPr>
            <a:xfrm>
              <a:off x="2886696" y="590571"/>
              <a:ext cx="262136" cy="262136"/>
              <a:chOff x="1076074" y="638175"/>
              <a:chExt cx="262136" cy="262136"/>
            </a:xfrm>
          </p:grpSpPr>
          <p:sp>
            <p:nvSpPr>
              <p:cNvPr id="94" name="타원 93"/>
              <p:cNvSpPr/>
              <p:nvPr/>
            </p:nvSpPr>
            <p:spPr>
              <a:xfrm>
                <a:off x="1076074" y="638175"/>
                <a:ext cx="262136" cy="262136"/>
              </a:xfrm>
              <a:prstGeom prst="ellipse">
                <a:avLst/>
              </a:prstGeom>
              <a:solidFill>
                <a:schemeClr val="tx2">
                  <a:lumMod val="7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95" name="이등변 삼각형 94"/>
              <p:cNvSpPr/>
              <p:nvPr/>
            </p:nvSpPr>
            <p:spPr>
              <a:xfrm rot="5400000">
                <a:off x="1162602" y="714815"/>
                <a:ext cx="138111" cy="119061"/>
              </a:xfrm>
              <a:prstGeom prst="triangl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 smtClean="0">
                  <a:solidFill>
                    <a:schemeClr val="tx1"/>
                  </a:solidFill>
                </a:endParaRPr>
              </a:p>
            </p:txBody>
          </p:sp>
        </p:grpSp>
      </p:grpSp>
      <p:cxnSp>
        <p:nvCxnSpPr>
          <p:cNvPr id="104" name="직선 연결선 103"/>
          <p:cNvCxnSpPr/>
          <p:nvPr/>
        </p:nvCxnSpPr>
        <p:spPr>
          <a:xfrm>
            <a:off x="10166041" y="437607"/>
            <a:ext cx="0" cy="619658"/>
          </a:xfrm>
          <a:prstGeom prst="line">
            <a:avLst/>
          </a:prstGeom>
          <a:ln w="1905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그룹 1"/>
          <p:cNvGrpSpPr/>
          <p:nvPr/>
        </p:nvGrpSpPr>
        <p:grpSpPr>
          <a:xfrm>
            <a:off x="0" y="2110012"/>
            <a:ext cx="10693400" cy="5451254"/>
            <a:chOff x="0" y="2110012"/>
            <a:chExt cx="10693400" cy="5451254"/>
          </a:xfrm>
        </p:grpSpPr>
        <p:sp>
          <p:nvSpPr>
            <p:cNvPr id="13" name="직사각형 12"/>
            <p:cNvSpPr/>
            <p:nvPr/>
          </p:nvSpPr>
          <p:spPr>
            <a:xfrm>
              <a:off x="0" y="5662662"/>
              <a:ext cx="10693400" cy="1898604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6487" tIns="48244" rIns="96487" bIns="48244" anchor="ctr"/>
            <a:lstStyle/>
            <a:p>
              <a:pPr algn="ctr" defTabSz="952942">
                <a:defRPr/>
              </a:pPr>
              <a:endParaRPr lang="ko-KR" altLang="en-US" dirty="0">
                <a:solidFill>
                  <a:prstClr val="white"/>
                </a:solidFill>
                <a:latin typeface="나눔고딕" pitchFamily="50" charset="-127"/>
                <a:ea typeface="나눔고딕" pitchFamily="50" charset="-127"/>
              </a:endParaRPr>
            </a:p>
          </p:txBody>
        </p:sp>
        <p:grpSp>
          <p:nvGrpSpPr>
            <p:cNvPr id="15" name="그룹 14"/>
            <p:cNvGrpSpPr/>
            <p:nvPr/>
          </p:nvGrpSpPr>
          <p:grpSpPr>
            <a:xfrm>
              <a:off x="6573494" y="3485470"/>
              <a:ext cx="1791636" cy="3237667"/>
              <a:chOff x="6599699" y="3369356"/>
              <a:chExt cx="1829907" cy="3237667"/>
            </a:xfrm>
          </p:grpSpPr>
          <p:sp>
            <p:nvSpPr>
              <p:cNvPr id="16" name="직사각형 15"/>
              <p:cNvSpPr/>
              <p:nvPr/>
            </p:nvSpPr>
            <p:spPr>
              <a:xfrm>
                <a:off x="6599699" y="3369356"/>
                <a:ext cx="1829907" cy="3237667"/>
              </a:xfrm>
              <a:prstGeom prst="rect">
                <a:avLst/>
              </a:prstGeom>
              <a:gradFill>
                <a:gsLst>
                  <a:gs pos="0">
                    <a:schemeClr val="bg1">
                      <a:lumMod val="85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0800" dist="25400" dir="5400000" algn="t" rotWithShape="0">
                  <a:prstClr val="black">
                    <a:alpha val="40000"/>
                  </a:prstClr>
                </a:outerShdw>
              </a:effectLst>
              <a:scene3d>
                <a:camera prst="orthographicFront"/>
                <a:lightRig rig="threePt" dir="t"/>
              </a:scene3d>
              <a:sp3d>
                <a:bevelT h="635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52942"/>
                <a:endParaRPr lang="ko-KR" altLang="en-US" sz="1300" dirty="0">
                  <a:solidFill>
                    <a:prstClr val="white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cxnSp>
            <p:nvCxnSpPr>
              <p:cNvPr id="17" name="직선 연결선 16"/>
              <p:cNvCxnSpPr/>
              <p:nvPr/>
            </p:nvCxnSpPr>
            <p:spPr>
              <a:xfrm>
                <a:off x="6723366" y="5998208"/>
                <a:ext cx="1585743" cy="0"/>
              </a:xfrm>
              <a:prstGeom prst="line">
                <a:avLst/>
              </a:prstGeom>
              <a:ln w="12700" cap="rnd">
                <a:solidFill>
                  <a:schemeClr val="bg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직선 연결선 17"/>
              <p:cNvCxnSpPr/>
              <p:nvPr/>
            </p:nvCxnSpPr>
            <p:spPr>
              <a:xfrm>
                <a:off x="6732866" y="4118238"/>
                <a:ext cx="1585743" cy="0"/>
              </a:xfrm>
              <a:prstGeom prst="line">
                <a:avLst/>
              </a:prstGeom>
              <a:ln w="12700" cap="rnd">
                <a:solidFill>
                  <a:schemeClr val="tx2">
                    <a:lumMod val="75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9" name="TextBox 18"/>
              <p:cNvSpPr txBox="1"/>
              <p:nvPr/>
            </p:nvSpPr>
            <p:spPr>
              <a:xfrm>
                <a:off x="7177868" y="3369356"/>
                <a:ext cx="742765" cy="823439"/>
              </a:xfrm>
              <a:prstGeom prst="rect">
                <a:avLst/>
              </a:prstGeom>
              <a:noFill/>
            </p:spPr>
            <p:txBody>
              <a:bodyPr wrap="none" lIns="90308" tIns="45155" rIns="90308" bIns="45155" rtlCol="0">
                <a:normAutofit/>
              </a:bodyPr>
              <a:lstStyle/>
              <a:p>
                <a:pPr algn="ctr" defTabSz="952942"/>
                <a:r>
                  <a:rPr lang="en-US" altLang="ko-KR" sz="3800" b="1" dirty="0">
                    <a:solidFill>
                      <a:srgbClr val="1F497D">
                        <a:lumMod val="75000"/>
                        <a:alpha val="20000"/>
                      </a:srgbClr>
                    </a:solidFill>
                    <a:latin typeface="나눔명조 ExtraBold" panose="02020603020101020101" pitchFamily="18" charset="-127"/>
                    <a:ea typeface="나눔명조 ExtraBold" panose="02020603020101020101" pitchFamily="18" charset="-127"/>
                  </a:rPr>
                  <a:t>Ⅲ</a:t>
                </a:r>
                <a:endParaRPr lang="ko-KR" altLang="en-US" sz="3800" b="1" dirty="0">
                  <a:solidFill>
                    <a:srgbClr val="1F497D">
                      <a:lumMod val="75000"/>
                      <a:alpha val="20000"/>
                    </a:srgbClr>
                  </a:solidFill>
                  <a:latin typeface="나눔명조 ExtraBold" panose="02020603020101020101" pitchFamily="18" charset="-127"/>
                  <a:ea typeface="나눔명조 ExtraBold" panose="02020603020101020101" pitchFamily="18" charset="-127"/>
                </a:endParaRPr>
              </a:p>
            </p:txBody>
          </p:sp>
          <p:sp>
            <p:nvSpPr>
              <p:cNvPr id="20" name="TextBox 19"/>
              <p:cNvSpPr txBox="1"/>
              <p:nvPr/>
            </p:nvSpPr>
            <p:spPr>
              <a:xfrm>
                <a:off x="6692566" y="4219839"/>
                <a:ext cx="1656370" cy="996108"/>
              </a:xfrm>
              <a:prstGeom prst="rect">
                <a:avLst/>
              </a:prstGeom>
              <a:noFill/>
            </p:spPr>
            <p:txBody>
              <a:bodyPr wrap="square" lIns="90308" tIns="45155" rIns="90308" bIns="45155" rtlCol="0">
                <a:noAutofit/>
              </a:bodyPr>
              <a:lstStyle/>
              <a:p>
                <a:pPr algn="ctr"/>
                <a:r>
                  <a:rPr lang="ko-KR" altLang="en-US" sz="2900" spc="-334" dirty="0">
                    <a:solidFill>
                      <a:schemeClr val="tx1">
                        <a:lumMod val="50000"/>
                        <a:lumOff val="50000"/>
                        <a:alpha val="20000"/>
                      </a:schemeClr>
                    </a:solidFill>
                    <a:latin typeface="Rix모던고딕 EB" panose="02020603020101020101" pitchFamily="18" charset="-127"/>
                    <a:ea typeface="Rix모던고딕 EB" panose="02020603020101020101" pitchFamily="18" charset="-127"/>
                  </a:rPr>
                  <a:t>기술</a:t>
                </a:r>
                <a:endParaRPr lang="en-US" altLang="ko-KR" sz="2900" spc="-334" dirty="0">
                  <a:solidFill>
                    <a:schemeClr val="tx1">
                      <a:lumMod val="50000"/>
                      <a:lumOff val="50000"/>
                      <a:alpha val="20000"/>
                    </a:schemeClr>
                  </a:solidFill>
                  <a:latin typeface="Rix모던고딕 EB" panose="02020603020101020101" pitchFamily="18" charset="-127"/>
                  <a:ea typeface="Rix모던고딕 EB" panose="02020603020101020101" pitchFamily="18" charset="-127"/>
                </a:endParaRPr>
              </a:p>
              <a:p>
                <a:pPr algn="ctr"/>
                <a:r>
                  <a:rPr lang="ko-KR" altLang="en-US" sz="2900" spc="-334" dirty="0">
                    <a:solidFill>
                      <a:schemeClr val="tx1">
                        <a:lumMod val="50000"/>
                        <a:lumOff val="50000"/>
                        <a:alpha val="20000"/>
                      </a:schemeClr>
                    </a:solidFill>
                    <a:latin typeface="Rix모던고딕 EB" panose="02020603020101020101" pitchFamily="18" charset="-127"/>
                    <a:ea typeface="Rix모던고딕 EB" panose="02020603020101020101" pitchFamily="18" charset="-127"/>
                  </a:rPr>
                  <a:t>전략</a:t>
                </a:r>
              </a:p>
            </p:txBody>
          </p:sp>
          <p:cxnSp>
            <p:nvCxnSpPr>
              <p:cNvPr id="21" name="직선 연결선 20"/>
              <p:cNvCxnSpPr/>
              <p:nvPr/>
            </p:nvCxnSpPr>
            <p:spPr>
              <a:xfrm>
                <a:off x="6732866" y="6490000"/>
                <a:ext cx="1585743" cy="0"/>
              </a:xfrm>
              <a:prstGeom prst="line">
                <a:avLst/>
              </a:prstGeom>
              <a:ln w="12700" cap="rnd">
                <a:solidFill>
                  <a:schemeClr val="tx2">
                    <a:lumMod val="75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22" name="Picture 4" descr="G:\work\아이티센시스템즈\경찰청공조조회유지보수\icon&amp;dia\제안서클립아트-58.png"/>
              <p:cNvPicPr>
                <a:picLocks noChangeAspect="1" noChangeArrowheads="1"/>
              </p:cNvPicPr>
              <p:nvPr/>
            </p:nvPicPr>
            <p:blipFill>
              <a:blip r:embed="rId5" cstate="print">
                <a:duotone>
                  <a:schemeClr val="bg2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6">
                        <a14:imgEffect>
                          <a14:brightnessContrast bright="-47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253325" y="5979209"/>
                <a:ext cx="591849" cy="387620"/>
              </a:xfrm>
              <a:prstGeom prst="rect">
                <a:avLst/>
              </a:prstGeom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23" name="그룹 22"/>
            <p:cNvGrpSpPr/>
            <p:nvPr/>
          </p:nvGrpSpPr>
          <p:grpSpPr>
            <a:xfrm>
              <a:off x="8365130" y="3481822"/>
              <a:ext cx="1791636" cy="3237667"/>
              <a:chOff x="8429606" y="3365709"/>
              <a:chExt cx="1829907" cy="3237667"/>
            </a:xfrm>
          </p:grpSpPr>
          <p:sp>
            <p:nvSpPr>
              <p:cNvPr id="25" name="직사각형 24"/>
              <p:cNvSpPr/>
              <p:nvPr/>
            </p:nvSpPr>
            <p:spPr>
              <a:xfrm>
                <a:off x="8429606" y="3365709"/>
                <a:ext cx="1829907" cy="3237667"/>
              </a:xfrm>
              <a:prstGeom prst="rect">
                <a:avLst/>
              </a:prstGeom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rgbClr val="081422"/>
                  </a:gs>
                </a:gsLst>
                <a:lin ang="5400000" scaled="0"/>
              </a:gradFill>
              <a:ln>
                <a:noFill/>
              </a:ln>
              <a:effectLst>
                <a:outerShdw blurRad="50800" dist="25400" dir="5400000" algn="t" rotWithShape="0">
                  <a:prstClr val="black">
                    <a:alpha val="40000"/>
                  </a:prstClr>
                </a:outerShdw>
              </a:effectLst>
              <a:scene3d>
                <a:camera prst="orthographicFront"/>
                <a:lightRig rig="threePt" dir="t"/>
              </a:scene3d>
              <a:sp3d>
                <a:bevelT h="635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52942"/>
                <a:endParaRPr lang="ko-KR" altLang="en-US" sz="1300" dirty="0">
                  <a:solidFill>
                    <a:prstClr val="white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cxnSp>
            <p:nvCxnSpPr>
              <p:cNvPr id="30" name="직선 연결선 29"/>
              <p:cNvCxnSpPr/>
              <p:nvPr/>
            </p:nvCxnSpPr>
            <p:spPr>
              <a:xfrm>
                <a:off x="8561187" y="4118238"/>
                <a:ext cx="1585743" cy="0"/>
              </a:xfrm>
              <a:prstGeom prst="line">
                <a:avLst/>
              </a:prstGeom>
              <a:ln w="12700" cap="rnd">
                <a:solidFill>
                  <a:schemeClr val="bg1">
                    <a:lumMod val="85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3" name="TextBox 32"/>
              <p:cNvSpPr txBox="1"/>
              <p:nvPr/>
            </p:nvSpPr>
            <p:spPr>
              <a:xfrm>
                <a:off x="9012842" y="3369356"/>
                <a:ext cx="742764" cy="823439"/>
              </a:xfrm>
              <a:prstGeom prst="rect">
                <a:avLst/>
              </a:prstGeom>
              <a:noFill/>
            </p:spPr>
            <p:txBody>
              <a:bodyPr wrap="none" lIns="90308" tIns="45155" rIns="90308" bIns="45155" rtlCol="0">
                <a:normAutofit/>
              </a:bodyPr>
              <a:lstStyle/>
              <a:p>
                <a:pPr algn="ctr" defTabSz="952942"/>
                <a:r>
                  <a:rPr lang="en-US" altLang="ko-KR" sz="3800" b="1" dirty="0">
                    <a:solidFill>
                      <a:prstClr val="white">
                        <a:alpha val="20000"/>
                      </a:prstClr>
                    </a:solidFill>
                    <a:latin typeface="나눔명조 ExtraBold" panose="02020603020101020101" pitchFamily="18" charset="-127"/>
                    <a:ea typeface="나눔명조 ExtraBold" panose="02020603020101020101" pitchFamily="18" charset="-127"/>
                  </a:rPr>
                  <a:t>Ⅳ</a:t>
                </a:r>
                <a:endParaRPr lang="ko-KR" altLang="en-US" sz="3800" b="1" dirty="0">
                  <a:solidFill>
                    <a:prstClr val="white">
                      <a:alpha val="20000"/>
                    </a:prstClr>
                  </a:solidFill>
                  <a:latin typeface="나눔명조 ExtraBold" panose="02020603020101020101" pitchFamily="18" charset="-127"/>
                  <a:ea typeface="나눔명조 ExtraBold" panose="02020603020101020101" pitchFamily="18" charset="-127"/>
                </a:endParaRPr>
              </a:p>
            </p:txBody>
          </p:sp>
          <p:cxnSp>
            <p:nvCxnSpPr>
              <p:cNvPr id="35" name="직선 연결선 34"/>
              <p:cNvCxnSpPr/>
              <p:nvPr/>
            </p:nvCxnSpPr>
            <p:spPr>
              <a:xfrm>
                <a:off x="8561187" y="6490000"/>
                <a:ext cx="1585743" cy="0"/>
              </a:xfrm>
              <a:prstGeom prst="line">
                <a:avLst/>
              </a:prstGeom>
              <a:ln w="12700" cap="rnd">
                <a:solidFill>
                  <a:schemeClr val="bg1">
                    <a:lumMod val="85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36" name="그림 36"/>
              <p:cNvPicPr>
                <a:picLocks noChangeAspect="1"/>
              </p:cNvPicPr>
              <p:nvPr/>
            </p:nvPicPr>
            <p:blipFill>
              <a:blip r:embed="rId7" cstate="print">
                <a:grayscl/>
                <a:extLst>
                  <a:ext uri="{BEBA8EAE-BF5A-486C-A8C5-ECC9F3942E4B}">
                    <a14:imgProps xmlns:a14="http://schemas.microsoft.com/office/drawing/2010/main">
                      <a14:imgLayer r:embed="rId8">
                        <a14:imgEffect>
                          <a14:brightnessContrast bright="3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9220350" y="6033614"/>
                <a:ext cx="365747" cy="3313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grpSp>
          <p:nvGrpSpPr>
            <p:cNvPr id="37" name="그룹 36"/>
            <p:cNvGrpSpPr/>
            <p:nvPr/>
          </p:nvGrpSpPr>
          <p:grpSpPr>
            <a:xfrm>
              <a:off x="579479" y="3485470"/>
              <a:ext cx="1791636" cy="3237667"/>
              <a:chOff x="6599699" y="3369356"/>
              <a:chExt cx="1829907" cy="3237667"/>
            </a:xfrm>
          </p:grpSpPr>
          <p:sp>
            <p:nvSpPr>
              <p:cNvPr id="38" name="직사각형 37"/>
              <p:cNvSpPr/>
              <p:nvPr/>
            </p:nvSpPr>
            <p:spPr>
              <a:xfrm>
                <a:off x="6599699" y="3369356"/>
                <a:ext cx="1829907" cy="3237667"/>
              </a:xfrm>
              <a:prstGeom prst="rect">
                <a:avLst/>
              </a:prstGeom>
              <a:gradFill>
                <a:gsLst>
                  <a:gs pos="0">
                    <a:schemeClr val="bg1">
                      <a:lumMod val="85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0800" dist="25400" dir="5400000" algn="t" rotWithShape="0">
                  <a:prstClr val="black">
                    <a:alpha val="40000"/>
                  </a:prstClr>
                </a:outerShdw>
              </a:effectLst>
              <a:scene3d>
                <a:camera prst="orthographicFront"/>
                <a:lightRig rig="threePt" dir="t"/>
              </a:scene3d>
              <a:sp3d>
                <a:bevelT h="635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52942"/>
                <a:endParaRPr lang="ko-KR" altLang="en-US" sz="1300" dirty="0">
                  <a:solidFill>
                    <a:prstClr val="white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cxnSp>
            <p:nvCxnSpPr>
              <p:cNvPr id="39" name="직선 연결선 38"/>
              <p:cNvCxnSpPr/>
              <p:nvPr/>
            </p:nvCxnSpPr>
            <p:spPr>
              <a:xfrm>
                <a:off x="6723366" y="5998208"/>
                <a:ext cx="1585743" cy="0"/>
              </a:xfrm>
              <a:prstGeom prst="line">
                <a:avLst/>
              </a:prstGeom>
              <a:ln w="12700" cap="rnd">
                <a:solidFill>
                  <a:schemeClr val="bg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직선 연결선 39"/>
              <p:cNvCxnSpPr/>
              <p:nvPr/>
            </p:nvCxnSpPr>
            <p:spPr>
              <a:xfrm>
                <a:off x="6732866" y="4118238"/>
                <a:ext cx="1585743" cy="0"/>
              </a:xfrm>
              <a:prstGeom prst="line">
                <a:avLst/>
              </a:prstGeom>
              <a:ln w="12700" cap="rnd">
                <a:solidFill>
                  <a:schemeClr val="tx2">
                    <a:lumMod val="75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1" name="TextBox 40"/>
              <p:cNvSpPr txBox="1"/>
              <p:nvPr/>
            </p:nvSpPr>
            <p:spPr>
              <a:xfrm>
                <a:off x="7177868" y="3369356"/>
                <a:ext cx="742765" cy="823439"/>
              </a:xfrm>
              <a:prstGeom prst="rect">
                <a:avLst/>
              </a:prstGeom>
              <a:noFill/>
            </p:spPr>
            <p:txBody>
              <a:bodyPr wrap="none" lIns="90308" tIns="45155" rIns="90308" bIns="45155" rtlCol="0">
                <a:normAutofit/>
              </a:bodyPr>
              <a:lstStyle/>
              <a:p>
                <a:pPr algn="ctr" defTabSz="952942"/>
                <a:r>
                  <a:rPr lang="en-US" altLang="ko-KR" sz="3800" b="1" dirty="0">
                    <a:solidFill>
                      <a:srgbClr val="1F497D">
                        <a:lumMod val="75000"/>
                        <a:alpha val="20000"/>
                      </a:srgbClr>
                    </a:solidFill>
                    <a:latin typeface="나눔명조 ExtraBold" panose="02020603020101020101" pitchFamily="18" charset="-127"/>
                    <a:ea typeface="나눔명조 ExtraBold" panose="02020603020101020101" pitchFamily="18" charset="-127"/>
                  </a:rPr>
                  <a:t>Ⅰ</a:t>
                </a:r>
                <a:endParaRPr lang="ko-KR" altLang="en-US" sz="3800" b="1" dirty="0">
                  <a:solidFill>
                    <a:srgbClr val="1F497D">
                      <a:lumMod val="75000"/>
                      <a:alpha val="20000"/>
                    </a:srgbClr>
                  </a:solidFill>
                  <a:latin typeface="나눔명조 ExtraBold" panose="02020603020101020101" pitchFamily="18" charset="-127"/>
                  <a:ea typeface="나눔명조 ExtraBold" panose="02020603020101020101" pitchFamily="18" charset="-127"/>
                </a:endParaRPr>
              </a:p>
            </p:txBody>
          </p:sp>
          <p:sp>
            <p:nvSpPr>
              <p:cNvPr id="42" name="TextBox 41"/>
              <p:cNvSpPr txBox="1"/>
              <p:nvPr/>
            </p:nvSpPr>
            <p:spPr>
              <a:xfrm>
                <a:off x="6692566" y="4219839"/>
                <a:ext cx="1656370" cy="996108"/>
              </a:xfrm>
              <a:prstGeom prst="rect">
                <a:avLst/>
              </a:prstGeom>
              <a:noFill/>
            </p:spPr>
            <p:txBody>
              <a:bodyPr wrap="square" lIns="90308" tIns="45155" rIns="90308" bIns="45155" rtlCol="0">
                <a:noAutofit/>
              </a:bodyPr>
              <a:lstStyle/>
              <a:p>
                <a:pPr algn="ctr"/>
                <a:r>
                  <a:rPr lang="ko-KR" altLang="en-US" sz="2900" spc="-334" dirty="0">
                    <a:solidFill>
                      <a:schemeClr val="tx1">
                        <a:lumMod val="50000"/>
                        <a:lumOff val="50000"/>
                        <a:alpha val="20000"/>
                      </a:schemeClr>
                    </a:solidFill>
                    <a:latin typeface="Rix모던고딕 EB" panose="02020603020101020101" pitchFamily="18" charset="-127"/>
                    <a:ea typeface="Rix모던고딕 EB" panose="02020603020101020101" pitchFamily="18" charset="-127"/>
                  </a:rPr>
                  <a:t>사업의</a:t>
                </a:r>
                <a:endParaRPr lang="en-US" altLang="ko-KR" sz="2900" spc="-334" dirty="0">
                  <a:solidFill>
                    <a:schemeClr val="tx1">
                      <a:lumMod val="50000"/>
                      <a:lumOff val="50000"/>
                      <a:alpha val="20000"/>
                    </a:schemeClr>
                  </a:solidFill>
                  <a:latin typeface="Rix모던고딕 EB" panose="02020603020101020101" pitchFamily="18" charset="-127"/>
                  <a:ea typeface="Rix모던고딕 EB" panose="02020603020101020101" pitchFamily="18" charset="-127"/>
                </a:endParaRPr>
              </a:p>
              <a:p>
                <a:pPr algn="ctr"/>
                <a:r>
                  <a:rPr lang="ko-KR" altLang="en-US" sz="2900" spc="-334" dirty="0">
                    <a:solidFill>
                      <a:schemeClr val="tx1">
                        <a:lumMod val="50000"/>
                        <a:lumOff val="50000"/>
                        <a:alpha val="20000"/>
                      </a:schemeClr>
                    </a:solidFill>
                    <a:latin typeface="Rix모던고딕 EB" panose="02020603020101020101" pitchFamily="18" charset="-127"/>
                    <a:ea typeface="Rix모던고딕 EB" panose="02020603020101020101" pitchFamily="18" charset="-127"/>
                  </a:rPr>
                  <a:t>이해</a:t>
                </a:r>
              </a:p>
            </p:txBody>
          </p:sp>
          <p:cxnSp>
            <p:nvCxnSpPr>
              <p:cNvPr id="43" name="직선 연결선 42"/>
              <p:cNvCxnSpPr/>
              <p:nvPr/>
            </p:nvCxnSpPr>
            <p:spPr>
              <a:xfrm>
                <a:off x="6732866" y="6490000"/>
                <a:ext cx="1585743" cy="0"/>
              </a:xfrm>
              <a:prstGeom prst="line">
                <a:avLst/>
              </a:prstGeom>
              <a:ln w="12700" cap="rnd">
                <a:solidFill>
                  <a:schemeClr val="tx2">
                    <a:lumMod val="75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pic>
          <p:nvPicPr>
            <p:cNvPr id="44" name="그림 43"/>
            <p:cNvPicPr>
              <a:picLocks noChangeAspect="1"/>
            </p:cNvPicPr>
            <p:nvPr/>
          </p:nvPicPr>
          <p:blipFill>
            <a:blip r:embed="rId9" cstate="print">
              <a:extLst>
                <a:ext uri="{BEBA8EAE-BF5A-486C-A8C5-ECC9F3942E4B}">
                  <a14:imgProps xmlns:a14="http://schemas.microsoft.com/office/drawing/2010/main">
                    <a14:imgLayer r:embed="rId10">
                      <a14:imgEffect>
                        <a14:brightnessContrast bright="-2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76890" y="6137896"/>
              <a:ext cx="571945" cy="444485"/>
            </a:xfrm>
            <a:prstGeom prst="rect">
              <a:avLst/>
            </a:prstGeom>
          </p:spPr>
        </p:pic>
        <p:grpSp>
          <p:nvGrpSpPr>
            <p:cNvPr id="45" name="그룹 44"/>
            <p:cNvGrpSpPr/>
            <p:nvPr/>
          </p:nvGrpSpPr>
          <p:grpSpPr>
            <a:xfrm>
              <a:off x="2370320" y="2110012"/>
              <a:ext cx="4589266" cy="4902589"/>
              <a:chOff x="2294852" y="1993899"/>
              <a:chExt cx="4687298" cy="4902589"/>
            </a:xfrm>
          </p:grpSpPr>
          <p:grpSp>
            <p:nvGrpSpPr>
              <p:cNvPr id="46" name="그룹 45"/>
              <p:cNvGrpSpPr/>
              <p:nvPr/>
            </p:nvGrpSpPr>
            <p:grpSpPr>
              <a:xfrm>
                <a:off x="6590074" y="1993899"/>
                <a:ext cx="392076" cy="4902589"/>
                <a:chOff x="2910942" y="1993899"/>
                <a:chExt cx="392076" cy="4902589"/>
              </a:xfrm>
            </p:grpSpPr>
            <p:sp>
              <p:nvSpPr>
                <p:cNvPr id="53" name="이등변 삼각형 52"/>
                <p:cNvSpPr/>
                <p:nvPr/>
              </p:nvSpPr>
              <p:spPr>
                <a:xfrm flipH="1">
                  <a:off x="2920566" y="1993899"/>
                  <a:ext cx="366411" cy="1371809"/>
                </a:xfrm>
                <a:prstGeom prst="triangle">
                  <a:avLst>
                    <a:gd name="adj" fmla="val 100000"/>
                  </a:avLst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952942"/>
                  <a:endParaRPr lang="ko-KR" altLang="en-US" dirty="0">
                    <a:solidFill>
                      <a:prstClr val="white"/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endParaRPr>
                </a:p>
              </p:txBody>
            </p:sp>
            <p:sp>
              <p:nvSpPr>
                <p:cNvPr id="54" name="이등변 삼각형 53"/>
                <p:cNvSpPr/>
                <p:nvPr/>
              </p:nvSpPr>
              <p:spPr>
                <a:xfrm rot="10800000">
                  <a:off x="2910942" y="6616522"/>
                  <a:ext cx="392076" cy="279966"/>
                </a:xfrm>
                <a:prstGeom prst="triangle">
                  <a:avLst>
                    <a:gd name="adj" fmla="val 100000"/>
                  </a:avLst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952942"/>
                  <a:endParaRPr lang="ko-KR" altLang="en-US" dirty="0">
                    <a:solidFill>
                      <a:prstClr val="white"/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endParaRPr>
                </a:p>
              </p:txBody>
            </p:sp>
          </p:grpSp>
          <p:sp>
            <p:nvSpPr>
              <p:cNvPr id="47" name="직사각형 46"/>
              <p:cNvSpPr/>
              <p:nvPr/>
            </p:nvSpPr>
            <p:spPr>
              <a:xfrm>
                <a:off x="2294852" y="1993900"/>
                <a:ext cx="4304847" cy="4897838"/>
              </a:xfrm>
              <a:prstGeom prst="rect">
                <a:avLst/>
              </a:prstGeom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rgbClr val="081422"/>
                  </a:gs>
                </a:gsLst>
                <a:lin ang="5400000" scaled="0"/>
              </a:gradFill>
              <a:ln>
                <a:noFill/>
              </a:ln>
              <a:effectLst>
                <a:outerShdw blurRad="50800" dist="25400" dir="5400000" algn="t" rotWithShape="0">
                  <a:prstClr val="black">
                    <a:alpha val="40000"/>
                  </a:prstClr>
                </a:outerShdw>
              </a:effectLst>
              <a:scene3d>
                <a:camera prst="orthographicFront"/>
                <a:lightRig rig="threePt" dir="t"/>
              </a:scene3d>
              <a:sp3d>
                <a:bevelT h="635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52942"/>
                <a:endParaRPr lang="ko-KR" altLang="en-US" sz="1300" dirty="0">
                  <a:solidFill>
                    <a:prstClr val="white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cxnSp>
            <p:nvCxnSpPr>
              <p:cNvPr id="48" name="직선 연결선 47"/>
              <p:cNvCxnSpPr/>
              <p:nvPr/>
            </p:nvCxnSpPr>
            <p:spPr>
              <a:xfrm>
                <a:off x="2460177" y="3066725"/>
                <a:ext cx="4013777" cy="0"/>
              </a:xfrm>
              <a:prstGeom prst="line">
                <a:avLst/>
              </a:prstGeom>
              <a:ln w="12700" cap="rnd">
                <a:solidFill>
                  <a:schemeClr val="bg1">
                    <a:lumMod val="85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9" name="TextBox 48"/>
              <p:cNvSpPr txBox="1"/>
              <p:nvPr/>
            </p:nvSpPr>
            <p:spPr>
              <a:xfrm>
                <a:off x="2402950" y="2065895"/>
                <a:ext cx="957419" cy="1045299"/>
              </a:xfrm>
              <a:prstGeom prst="rect">
                <a:avLst/>
              </a:prstGeom>
              <a:noFill/>
            </p:spPr>
            <p:txBody>
              <a:bodyPr wrap="none" lIns="90308" tIns="45155" rIns="90308" bIns="45155" rtlCol="0">
                <a:spAutoFit/>
              </a:bodyPr>
              <a:lstStyle/>
              <a:p>
                <a:pPr defTabSz="952942"/>
                <a:r>
                  <a:rPr lang="en-US" altLang="ko-KR" sz="6200" b="1" dirty="0">
                    <a:solidFill>
                      <a:prstClr val="white"/>
                    </a:solidFill>
                    <a:latin typeface="나눔명조 ExtraBold" panose="02020603020101020101" pitchFamily="18" charset="-127"/>
                    <a:ea typeface="나눔명조 ExtraBold" panose="02020603020101020101" pitchFamily="18" charset="-127"/>
                  </a:rPr>
                  <a:t>Ⅱ</a:t>
                </a:r>
                <a:endParaRPr lang="ko-KR" altLang="en-US" sz="6200" b="1" dirty="0">
                  <a:solidFill>
                    <a:prstClr val="white"/>
                  </a:solidFill>
                  <a:latin typeface="나눔명조 ExtraBold" panose="02020603020101020101" pitchFamily="18" charset="-127"/>
                  <a:ea typeface="나눔명조 ExtraBold" panose="02020603020101020101" pitchFamily="18" charset="-127"/>
                </a:endParaRPr>
              </a:p>
            </p:txBody>
          </p:sp>
          <p:sp>
            <p:nvSpPr>
              <p:cNvPr id="50" name="TextBox 49"/>
              <p:cNvSpPr txBox="1"/>
              <p:nvPr/>
            </p:nvSpPr>
            <p:spPr>
              <a:xfrm>
                <a:off x="2926065" y="2306366"/>
                <a:ext cx="3547889" cy="706745"/>
              </a:xfrm>
              <a:prstGeom prst="rect">
                <a:avLst/>
              </a:prstGeom>
              <a:noFill/>
            </p:spPr>
            <p:txBody>
              <a:bodyPr wrap="square" lIns="90308" tIns="45155" rIns="90308" bIns="45155" rtlCol="0">
                <a:spAutoFit/>
              </a:bodyPr>
              <a:lstStyle/>
              <a:p>
                <a:pPr algn="r" defTabSz="952942"/>
                <a:r>
                  <a:rPr lang="ko-KR" altLang="en-US" sz="4000" spc="-334" dirty="0">
                    <a:solidFill>
                      <a:prstClr val="white"/>
                    </a:solidFill>
                    <a:latin typeface="Rix모던고딕 EB" panose="02020603020101020101" pitchFamily="18" charset="-127"/>
                    <a:ea typeface="Rix모던고딕 EB" panose="02020603020101020101" pitchFamily="18" charset="-127"/>
                  </a:rPr>
                  <a:t>추진 전략</a:t>
                </a:r>
              </a:p>
            </p:txBody>
          </p:sp>
          <p:cxnSp>
            <p:nvCxnSpPr>
              <p:cNvPr id="51" name="직선 연결선 50"/>
              <p:cNvCxnSpPr/>
              <p:nvPr/>
            </p:nvCxnSpPr>
            <p:spPr>
              <a:xfrm>
                <a:off x="2460177" y="6756505"/>
                <a:ext cx="4013777" cy="0"/>
              </a:xfrm>
              <a:prstGeom prst="line">
                <a:avLst/>
              </a:prstGeom>
              <a:ln w="12700" cap="rnd">
                <a:solidFill>
                  <a:schemeClr val="bg1">
                    <a:lumMod val="85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2" name="TextBox 51"/>
              <p:cNvSpPr txBox="1"/>
              <p:nvPr/>
            </p:nvSpPr>
            <p:spPr>
              <a:xfrm>
                <a:off x="2555348" y="3325118"/>
                <a:ext cx="3727355" cy="2824248"/>
              </a:xfrm>
              <a:prstGeom prst="rect">
                <a:avLst/>
              </a:prstGeom>
              <a:noFill/>
            </p:spPr>
            <p:txBody>
              <a:bodyPr wrap="square" lIns="90308" tIns="45155" rIns="90308" bIns="45155" rtlCol="0">
                <a:spAutoFit/>
              </a:bodyPr>
              <a:lstStyle/>
              <a:p>
                <a:pPr defTabSz="952942">
                  <a:lnSpc>
                    <a:spcPct val="120000"/>
                  </a:lnSpc>
                </a:pPr>
                <a:r>
                  <a:rPr lang="en-US" altLang="ko-KR" sz="2900" spc="-191" dirty="0">
                    <a:ln/>
                    <a:solidFill>
                      <a:prstClr val="white"/>
                    </a:solidFill>
                    <a:latin typeface="Rix모던고딕 B" panose="02020603020101020101" pitchFamily="18" charset="-127"/>
                    <a:ea typeface="Rix모던고딕 B" panose="02020603020101020101" pitchFamily="18" charset="-127"/>
                  </a:rPr>
                  <a:t>1. </a:t>
                </a:r>
                <a:r>
                  <a:rPr lang="ko-KR" altLang="en-US" sz="2900" spc="-191" dirty="0">
                    <a:ln/>
                    <a:solidFill>
                      <a:prstClr val="white"/>
                    </a:solidFill>
                    <a:latin typeface="Rix모던고딕 B" panose="02020603020101020101" pitchFamily="18" charset="-127"/>
                    <a:ea typeface="Rix모던고딕 B" panose="02020603020101020101" pitchFamily="18" charset="-127"/>
                  </a:rPr>
                  <a:t>전략 </a:t>
                </a:r>
                <a:r>
                  <a:rPr lang="en-US" altLang="ko-KR" sz="2900" spc="-191" dirty="0" smtClean="0">
                    <a:ln/>
                    <a:solidFill>
                      <a:prstClr val="white"/>
                    </a:solidFill>
                    <a:latin typeface="Rix모던고딕 B" panose="02020603020101020101" pitchFamily="18" charset="-127"/>
                    <a:ea typeface="Rix모던고딕 B" panose="02020603020101020101" pitchFamily="18" charset="-127"/>
                  </a:rPr>
                  <a:t>1      </a:t>
                </a:r>
                <a:r>
                  <a:rPr lang="ko-KR" altLang="en-US" sz="2800" spc="-191" dirty="0" smtClean="0">
                    <a:ln/>
                    <a:solidFill>
                      <a:prstClr val="white"/>
                    </a:solidFill>
                    <a:latin typeface="Rix모던고딕 B" panose="02020603020101020101" pitchFamily="18" charset="-127"/>
                    <a:ea typeface="Rix모던고딕 B" panose="02020603020101020101" pitchFamily="18" charset="-127"/>
                  </a:rPr>
                  <a:t>업무연속성</a:t>
                </a:r>
                <a:endParaRPr lang="ko-KR" altLang="en-US" sz="2900" spc="-191" dirty="0">
                  <a:ln/>
                  <a:solidFill>
                    <a:prstClr val="white"/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</a:endParaRPr>
              </a:p>
              <a:p>
                <a:pPr defTabSz="952942">
                  <a:lnSpc>
                    <a:spcPct val="120000"/>
                  </a:lnSpc>
                </a:pPr>
                <a:r>
                  <a:rPr lang="en-US" altLang="ko-KR" sz="2900" spc="-191" dirty="0">
                    <a:ln/>
                    <a:solidFill>
                      <a:prstClr val="white"/>
                    </a:solidFill>
                    <a:latin typeface="Rix모던고딕 B" panose="02020603020101020101" pitchFamily="18" charset="-127"/>
                    <a:ea typeface="Rix모던고딕 B" panose="02020603020101020101" pitchFamily="18" charset="-127"/>
                  </a:rPr>
                  <a:t>2. </a:t>
                </a:r>
                <a:r>
                  <a:rPr lang="ko-KR" altLang="en-US" sz="2900" spc="-191" dirty="0" smtClean="0">
                    <a:ln/>
                    <a:solidFill>
                      <a:prstClr val="white"/>
                    </a:solidFill>
                    <a:latin typeface="Rix모던고딕 B" panose="02020603020101020101" pitchFamily="18" charset="-127"/>
                    <a:ea typeface="Rix모던고딕 B" panose="02020603020101020101" pitchFamily="18" charset="-127"/>
                  </a:rPr>
                  <a:t>전략 </a:t>
                </a:r>
                <a:r>
                  <a:rPr lang="en-US" altLang="ko-KR" sz="2900" spc="-191" dirty="0" smtClean="0">
                    <a:ln/>
                    <a:solidFill>
                      <a:prstClr val="white"/>
                    </a:solidFill>
                    <a:latin typeface="Rix모던고딕 B" panose="02020603020101020101" pitchFamily="18" charset="-127"/>
                    <a:ea typeface="Rix모던고딕 B" panose="02020603020101020101" pitchFamily="18" charset="-127"/>
                  </a:rPr>
                  <a:t>2      </a:t>
                </a:r>
                <a:r>
                  <a:rPr lang="ko-KR" altLang="en-US" sz="2800" spc="-191" dirty="0" smtClean="0">
                    <a:ln/>
                    <a:solidFill>
                      <a:prstClr val="white"/>
                    </a:solidFill>
                    <a:latin typeface="Rix모던고딕 B" panose="02020603020101020101" pitchFamily="18" charset="-127"/>
                    <a:ea typeface="Rix모던고딕 B" panose="02020603020101020101" pitchFamily="18" charset="-127"/>
                  </a:rPr>
                  <a:t>안정성</a:t>
                </a:r>
                <a:endParaRPr lang="ko-KR" altLang="en-US" sz="2900" spc="-191" dirty="0">
                  <a:ln/>
                  <a:solidFill>
                    <a:prstClr val="white"/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</a:endParaRPr>
              </a:p>
              <a:p>
                <a:pPr>
                  <a:lnSpc>
                    <a:spcPct val="120000"/>
                  </a:lnSpc>
                </a:pPr>
                <a:r>
                  <a:rPr lang="en-US" altLang="ko-KR" sz="2900" spc="-191" dirty="0">
                    <a:ln/>
                    <a:solidFill>
                      <a:prstClr val="white"/>
                    </a:solidFill>
                    <a:latin typeface="Rix모던고딕 B" panose="02020603020101020101" pitchFamily="18" charset="-127"/>
                    <a:ea typeface="Rix모던고딕 B" panose="02020603020101020101" pitchFamily="18" charset="-127"/>
                  </a:rPr>
                  <a:t>3. </a:t>
                </a:r>
                <a:r>
                  <a:rPr lang="ko-KR" altLang="en-US" sz="2900" spc="-191" dirty="0" smtClean="0">
                    <a:ln/>
                    <a:solidFill>
                      <a:prstClr val="white"/>
                    </a:solidFill>
                    <a:latin typeface="Rix모던고딕 B" panose="02020603020101020101" pitchFamily="18" charset="-127"/>
                    <a:ea typeface="Rix모던고딕 B" panose="02020603020101020101" pitchFamily="18" charset="-127"/>
                  </a:rPr>
                  <a:t>전략 </a:t>
                </a:r>
                <a:r>
                  <a:rPr lang="en-US" altLang="ko-KR" sz="2900" spc="-191" dirty="0" smtClean="0">
                    <a:ln/>
                    <a:solidFill>
                      <a:prstClr val="white"/>
                    </a:solidFill>
                    <a:latin typeface="Rix모던고딕 B" panose="02020603020101020101" pitchFamily="18" charset="-127"/>
                    <a:ea typeface="Rix모던고딕 B" panose="02020603020101020101" pitchFamily="18" charset="-127"/>
                  </a:rPr>
                  <a:t>3</a:t>
                </a:r>
                <a:r>
                  <a:rPr lang="en-US" altLang="ko-KR" sz="2900" spc="-191" dirty="0">
                    <a:ln/>
                    <a:solidFill>
                      <a:prstClr val="white"/>
                    </a:solidFill>
                    <a:latin typeface="Rix모던고딕 B" panose="02020603020101020101" pitchFamily="18" charset="-127"/>
                    <a:ea typeface="Rix모던고딕 B" panose="02020603020101020101" pitchFamily="18" charset="-127"/>
                  </a:rPr>
                  <a:t> </a:t>
                </a:r>
                <a:r>
                  <a:rPr lang="en-US" altLang="ko-KR" sz="2900" spc="-191" dirty="0" smtClean="0">
                    <a:ln/>
                    <a:solidFill>
                      <a:prstClr val="white"/>
                    </a:solidFill>
                    <a:latin typeface="Rix모던고딕 B" panose="02020603020101020101" pitchFamily="18" charset="-127"/>
                    <a:ea typeface="Rix모던고딕 B" panose="02020603020101020101" pitchFamily="18" charset="-127"/>
                  </a:rPr>
                  <a:t>     </a:t>
                </a:r>
                <a:r>
                  <a:rPr lang="ko-KR" altLang="en-US" sz="2800" spc="-191" dirty="0" smtClean="0">
                    <a:ln/>
                    <a:solidFill>
                      <a:prstClr val="white"/>
                    </a:solidFill>
                    <a:latin typeface="Rix모던고딕 B" panose="02020603020101020101" pitchFamily="18" charset="-127"/>
                    <a:ea typeface="Rix모던고딕 B" panose="02020603020101020101" pitchFamily="18" charset="-127"/>
                  </a:rPr>
                  <a:t>전문성</a:t>
                </a:r>
                <a:endParaRPr lang="ko-KR" altLang="en-US" sz="2900" spc="-191" dirty="0">
                  <a:ln/>
                  <a:solidFill>
                    <a:prstClr val="white"/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</a:endParaRPr>
              </a:p>
              <a:p>
                <a:pPr>
                  <a:lnSpc>
                    <a:spcPct val="120000"/>
                  </a:lnSpc>
                </a:pPr>
                <a:r>
                  <a:rPr lang="en-US" altLang="ko-KR" sz="2900" spc="-191" dirty="0">
                    <a:ln/>
                    <a:solidFill>
                      <a:prstClr val="white"/>
                    </a:solidFill>
                    <a:latin typeface="Rix모던고딕 B" panose="02020603020101020101" pitchFamily="18" charset="-127"/>
                    <a:ea typeface="Rix모던고딕 B" panose="02020603020101020101" pitchFamily="18" charset="-127"/>
                  </a:rPr>
                  <a:t>4. </a:t>
                </a:r>
                <a:r>
                  <a:rPr lang="ko-KR" altLang="en-US" sz="2900" spc="-191" dirty="0" smtClean="0">
                    <a:ln/>
                    <a:solidFill>
                      <a:prstClr val="white"/>
                    </a:solidFill>
                    <a:latin typeface="Rix모던고딕 B" panose="02020603020101020101" pitchFamily="18" charset="-127"/>
                    <a:ea typeface="Rix모던고딕 B" panose="02020603020101020101" pitchFamily="18" charset="-127"/>
                  </a:rPr>
                  <a:t>전략 </a:t>
                </a:r>
                <a:r>
                  <a:rPr lang="en-US" altLang="ko-KR" sz="2900" spc="-191" dirty="0" smtClean="0">
                    <a:ln/>
                    <a:solidFill>
                      <a:prstClr val="white"/>
                    </a:solidFill>
                    <a:latin typeface="Rix모던고딕 B" panose="02020603020101020101" pitchFamily="18" charset="-127"/>
                    <a:ea typeface="Rix모던고딕 B" panose="02020603020101020101" pitchFamily="18" charset="-127"/>
                  </a:rPr>
                  <a:t>4</a:t>
                </a:r>
                <a:r>
                  <a:rPr lang="en-US" altLang="ko-KR" sz="2900" spc="-191" dirty="0">
                    <a:ln/>
                    <a:solidFill>
                      <a:prstClr val="white"/>
                    </a:solidFill>
                    <a:latin typeface="Rix모던고딕 B" panose="02020603020101020101" pitchFamily="18" charset="-127"/>
                    <a:ea typeface="Rix모던고딕 B" panose="02020603020101020101" pitchFamily="18" charset="-127"/>
                  </a:rPr>
                  <a:t> </a:t>
                </a:r>
                <a:r>
                  <a:rPr lang="en-US" altLang="ko-KR" sz="2900" spc="-191" dirty="0" smtClean="0">
                    <a:ln/>
                    <a:solidFill>
                      <a:prstClr val="white"/>
                    </a:solidFill>
                    <a:latin typeface="Rix모던고딕 B" panose="02020603020101020101" pitchFamily="18" charset="-127"/>
                    <a:ea typeface="Rix모던고딕 B" panose="02020603020101020101" pitchFamily="18" charset="-127"/>
                  </a:rPr>
                  <a:t>     </a:t>
                </a:r>
                <a:r>
                  <a:rPr lang="ko-KR" altLang="en-US" sz="2800" spc="-191" dirty="0" smtClean="0">
                    <a:ln/>
                    <a:solidFill>
                      <a:prstClr val="white"/>
                    </a:solidFill>
                    <a:latin typeface="Rix모던고딕 B" panose="02020603020101020101" pitchFamily="18" charset="-127"/>
                    <a:ea typeface="Rix모던고딕 B" panose="02020603020101020101" pitchFamily="18" charset="-127"/>
                  </a:rPr>
                  <a:t>보안성</a:t>
                </a:r>
                <a:endParaRPr lang="en-US" altLang="ko-KR" sz="2900" spc="-191" dirty="0">
                  <a:ln/>
                  <a:solidFill>
                    <a:prstClr val="white"/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</a:endParaRPr>
              </a:p>
              <a:p>
                <a:pPr>
                  <a:lnSpc>
                    <a:spcPct val="120000"/>
                  </a:lnSpc>
                </a:pPr>
                <a:r>
                  <a:rPr lang="en-US" altLang="ko-KR" sz="2900" spc="-191" dirty="0">
                    <a:ln/>
                    <a:solidFill>
                      <a:prstClr val="white"/>
                    </a:solidFill>
                    <a:latin typeface="Rix모던고딕 B" panose="02020603020101020101" pitchFamily="18" charset="-127"/>
                    <a:ea typeface="Rix모던고딕 B" panose="02020603020101020101" pitchFamily="18" charset="-127"/>
                  </a:rPr>
                  <a:t>5. </a:t>
                </a:r>
                <a:r>
                  <a:rPr lang="ko-KR" altLang="en-US" sz="2900" spc="-191" dirty="0" smtClean="0">
                    <a:ln/>
                    <a:solidFill>
                      <a:prstClr val="white"/>
                    </a:solidFill>
                    <a:latin typeface="Rix모던고딕 B" panose="02020603020101020101" pitchFamily="18" charset="-127"/>
                    <a:ea typeface="Rix모던고딕 B" panose="02020603020101020101" pitchFamily="18" charset="-127"/>
                  </a:rPr>
                  <a:t>전략 </a:t>
                </a:r>
                <a:r>
                  <a:rPr lang="en-US" altLang="ko-KR" sz="2900" spc="-191" dirty="0" smtClean="0">
                    <a:ln/>
                    <a:solidFill>
                      <a:prstClr val="white"/>
                    </a:solidFill>
                    <a:latin typeface="Rix모던고딕 B" panose="02020603020101020101" pitchFamily="18" charset="-127"/>
                    <a:ea typeface="Rix모던고딕 B" panose="02020603020101020101" pitchFamily="18" charset="-127"/>
                  </a:rPr>
                  <a:t>5</a:t>
                </a:r>
                <a:r>
                  <a:rPr lang="en-US" altLang="ko-KR" sz="2900" spc="-191" dirty="0">
                    <a:ln/>
                    <a:solidFill>
                      <a:prstClr val="white"/>
                    </a:solidFill>
                    <a:latin typeface="Rix모던고딕 B" panose="02020603020101020101" pitchFamily="18" charset="-127"/>
                    <a:ea typeface="Rix모던고딕 B" panose="02020603020101020101" pitchFamily="18" charset="-127"/>
                  </a:rPr>
                  <a:t> </a:t>
                </a:r>
                <a:r>
                  <a:rPr lang="en-US" altLang="ko-KR" sz="2900" spc="-191" dirty="0" smtClean="0">
                    <a:ln/>
                    <a:solidFill>
                      <a:prstClr val="white"/>
                    </a:solidFill>
                    <a:latin typeface="Rix모던고딕 B" panose="02020603020101020101" pitchFamily="18" charset="-127"/>
                    <a:ea typeface="Rix모던고딕 B" panose="02020603020101020101" pitchFamily="18" charset="-127"/>
                  </a:rPr>
                  <a:t>     </a:t>
                </a:r>
                <a:r>
                  <a:rPr lang="ko-KR" altLang="en-US" sz="2800" spc="-191" dirty="0" smtClean="0">
                    <a:ln/>
                    <a:solidFill>
                      <a:prstClr val="white"/>
                    </a:solidFill>
                    <a:latin typeface="Rix모던고딕 B" panose="02020603020101020101" pitchFamily="18" charset="-127"/>
                    <a:ea typeface="Rix모던고딕 B" panose="02020603020101020101" pitchFamily="18" charset="-127"/>
                  </a:rPr>
                  <a:t>확장성</a:t>
                </a:r>
                <a:endParaRPr lang="ko-KR" altLang="en-US" sz="2800" spc="-191" dirty="0">
                  <a:ln/>
                  <a:solidFill>
                    <a:prstClr val="white"/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</a:endParaRPr>
              </a:p>
            </p:txBody>
          </p:sp>
        </p:grpSp>
        <p:pic>
          <p:nvPicPr>
            <p:cNvPr id="55" name="Picture 3" descr="G:\work\아이티센시스템즈\경찰청공조조회유지보수\icon&amp;dia\제안서클립아트-56.png"/>
            <p:cNvPicPr>
              <a:picLocks noChangeAspect="1" noChangeArrowheads="1"/>
            </p:cNvPicPr>
            <p:nvPr/>
          </p:nvPicPr>
          <p:blipFill>
            <a:blip r:embed="rId11" cstate="print">
              <a:extLst>
                <a:ext uri="{BEBA8EAE-BF5A-486C-A8C5-ECC9F3942E4B}">
                  <a14:imgProps xmlns:a14="http://schemas.microsoft.com/office/drawing/2010/main">
                    <a14:imgLayer r:embed="rId12">
                      <a14:imgEffect>
                        <a14:brightnessContrast bright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645338" y="5778775"/>
              <a:ext cx="658375" cy="96276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7" name="TextBox 56"/>
            <p:cNvSpPr txBox="1"/>
            <p:nvPr/>
          </p:nvSpPr>
          <p:spPr>
            <a:xfrm>
              <a:off x="8507519" y="4389535"/>
              <a:ext cx="1621728" cy="996108"/>
            </a:xfrm>
            <a:prstGeom prst="rect">
              <a:avLst/>
            </a:prstGeom>
            <a:noFill/>
          </p:spPr>
          <p:txBody>
            <a:bodyPr wrap="square" lIns="95293" tIns="47648" rIns="95293" bIns="47648" rtlCol="0">
              <a:noAutofit/>
            </a:bodyPr>
            <a:lstStyle/>
            <a:p>
              <a:pPr algn="ctr"/>
              <a:r>
                <a:rPr lang="ko-KR" altLang="en-US" sz="2900" spc="-334" dirty="0">
                  <a:solidFill>
                    <a:schemeClr val="bg1">
                      <a:alpha val="20000"/>
                    </a:schemeClr>
                  </a:solidFill>
                  <a:latin typeface="Rix모던고딕 EB" panose="02020603020101020101" pitchFamily="18" charset="-127"/>
                  <a:ea typeface="Rix모던고딕 EB" panose="02020603020101020101" pitchFamily="18" charset="-127"/>
                </a:rPr>
                <a:t>관리</a:t>
              </a:r>
              <a:endParaRPr lang="en-US" altLang="ko-KR" sz="2900" spc="-334" dirty="0">
                <a:solidFill>
                  <a:schemeClr val="bg1">
                    <a:alpha val="20000"/>
                  </a:schemeClr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endParaRPr>
            </a:p>
            <a:p>
              <a:pPr algn="ctr"/>
              <a:r>
                <a:rPr lang="ko-KR" altLang="en-US" sz="2900" spc="-334" dirty="0">
                  <a:solidFill>
                    <a:schemeClr val="bg1">
                      <a:alpha val="20000"/>
                    </a:schemeClr>
                  </a:solidFill>
                  <a:latin typeface="Rix모던고딕 EB" panose="02020603020101020101" pitchFamily="18" charset="-127"/>
                  <a:ea typeface="Rix모던고딕 EB" panose="02020603020101020101" pitchFamily="18" charset="-127"/>
                </a:rPr>
                <a:t>전략</a:t>
              </a:r>
            </a:p>
          </p:txBody>
        </p:sp>
        <p:sp>
          <p:nvSpPr>
            <p:cNvPr id="79" name="타원 78"/>
            <p:cNvSpPr/>
            <p:nvPr/>
          </p:nvSpPr>
          <p:spPr>
            <a:xfrm>
              <a:off x="4027154" y="3608708"/>
              <a:ext cx="262136" cy="262136"/>
            </a:xfrm>
            <a:prstGeom prst="ellipse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 smtClean="0">
                <a:solidFill>
                  <a:schemeClr val="tx1"/>
                </a:solidFill>
              </a:endParaRPr>
            </a:p>
          </p:txBody>
        </p:sp>
        <p:sp>
          <p:nvSpPr>
            <p:cNvPr id="80" name="이등변 삼각형 79"/>
            <p:cNvSpPr/>
            <p:nvPr/>
          </p:nvSpPr>
          <p:spPr>
            <a:xfrm rot="5400000">
              <a:off x="4113682" y="3685348"/>
              <a:ext cx="138111" cy="119061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 smtClean="0">
                <a:solidFill>
                  <a:schemeClr val="tx1"/>
                </a:solidFill>
              </a:endParaRPr>
            </a:p>
          </p:txBody>
        </p:sp>
        <p:sp>
          <p:nvSpPr>
            <p:cNvPr id="82" name="타원 81"/>
            <p:cNvSpPr/>
            <p:nvPr/>
          </p:nvSpPr>
          <p:spPr>
            <a:xfrm>
              <a:off x="4027154" y="4189391"/>
              <a:ext cx="262136" cy="262136"/>
            </a:xfrm>
            <a:prstGeom prst="ellipse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 smtClean="0">
                <a:solidFill>
                  <a:schemeClr val="tx1"/>
                </a:solidFill>
              </a:endParaRPr>
            </a:p>
          </p:txBody>
        </p:sp>
        <p:sp>
          <p:nvSpPr>
            <p:cNvPr id="90" name="이등변 삼각형 89"/>
            <p:cNvSpPr/>
            <p:nvPr/>
          </p:nvSpPr>
          <p:spPr>
            <a:xfrm rot="5400000">
              <a:off x="4113682" y="4266031"/>
              <a:ext cx="138111" cy="119061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 smtClean="0">
                <a:solidFill>
                  <a:schemeClr val="tx1"/>
                </a:solidFill>
              </a:endParaRPr>
            </a:p>
          </p:txBody>
        </p:sp>
        <p:sp>
          <p:nvSpPr>
            <p:cNvPr id="91" name="타원 90"/>
            <p:cNvSpPr/>
            <p:nvPr/>
          </p:nvSpPr>
          <p:spPr>
            <a:xfrm>
              <a:off x="4027154" y="4695034"/>
              <a:ext cx="262136" cy="262136"/>
            </a:xfrm>
            <a:prstGeom prst="ellipse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 smtClean="0">
                <a:solidFill>
                  <a:schemeClr val="tx1"/>
                </a:solidFill>
              </a:endParaRPr>
            </a:p>
          </p:txBody>
        </p:sp>
        <p:sp>
          <p:nvSpPr>
            <p:cNvPr id="92" name="이등변 삼각형 91"/>
            <p:cNvSpPr/>
            <p:nvPr/>
          </p:nvSpPr>
          <p:spPr>
            <a:xfrm rot="5400000">
              <a:off x="4113682" y="4771674"/>
              <a:ext cx="138111" cy="119061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 smtClean="0">
                <a:solidFill>
                  <a:schemeClr val="tx1"/>
                </a:solidFill>
              </a:endParaRPr>
            </a:p>
          </p:txBody>
        </p:sp>
        <p:sp>
          <p:nvSpPr>
            <p:cNvPr id="100" name="타원 99"/>
            <p:cNvSpPr/>
            <p:nvPr/>
          </p:nvSpPr>
          <p:spPr>
            <a:xfrm>
              <a:off x="4027154" y="5246523"/>
              <a:ext cx="262136" cy="262136"/>
            </a:xfrm>
            <a:prstGeom prst="ellipse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 smtClean="0">
                <a:solidFill>
                  <a:schemeClr val="tx1"/>
                </a:solidFill>
              </a:endParaRPr>
            </a:p>
          </p:txBody>
        </p:sp>
        <p:sp>
          <p:nvSpPr>
            <p:cNvPr id="101" name="이등변 삼각형 100"/>
            <p:cNvSpPr/>
            <p:nvPr/>
          </p:nvSpPr>
          <p:spPr>
            <a:xfrm rot="5400000">
              <a:off x="4113682" y="5323163"/>
              <a:ext cx="138111" cy="119061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 smtClean="0">
                <a:solidFill>
                  <a:schemeClr val="tx1"/>
                </a:solidFill>
              </a:endParaRPr>
            </a:p>
          </p:txBody>
        </p:sp>
        <p:sp>
          <p:nvSpPr>
            <p:cNvPr id="102" name="타원 101"/>
            <p:cNvSpPr/>
            <p:nvPr/>
          </p:nvSpPr>
          <p:spPr>
            <a:xfrm>
              <a:off x="4027154" y="5772354"/>
              <a:ext cx="262136" cy="262136"/>
            </a:xfrm>
            <a:prstGeom prst="ellipse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 smtClean="0">
                <a:solidFill>
                  <a:schemeClr val="tx1"/>
                </a:solidFill>
              </a:endParaRPr>
            </a:p>
          </p:txBody>
        </p:sp>
        <p:sp>
          <p:nvSpPr>
            <p:cNvPr id="103" name="이등변 삼각형 102"/>
            <p:cNvSpPr/>
            <p:nvPr/>
          </p:nvSpPr>
          <p:spPr>
            <a:xfrm rot="5400000">
              <a:off x="4113682" y="5848994"/>
              <a:ext cx="138111" cy="119061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 smtClean="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919377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직사각형 89"/>
          <p:cNvSpPr/>
          <p:nvPr/>
        </p:nvSpPr>
        <p:spPr>
          <a:xfrm>
            <a:off x="0" y="1"/>
            <a:ext cx="10693401" cy="7561262"/>
          </a:xfrm>
          <a:prstGeom prst="rect">
            <a:avLst/>
          </a:prstGeom>
          <a:pattFill prst="dotGrid">
            <a:fgClr>
              <a:schemeClr val="bg1">
                <a:lumMod val="85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 smtClean="0">
              <a:solidFill>
                <a:schemeClr val="tx1"/>
              </a:solidFill>
            </a:endParaRPr>
          </a:p>
        </p:txBody>
      </p:sp>
      <p:pic>
        <p:nvPicPr>
          <p:cNvPr id="95" name="Picture 119" descr="16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917" b="32269"/>
          <a:stretch/>
        </p:blipFill>
        <p:spPr bwMode="auto">
          <a:xfrm flipH="1">
            <a:off x="0" y="0"/>
            <a:ext cx="10693401" cy="218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0" name="Picture 2" descr="G:\work\아이티센시스템즈\경찰청공조조회유지보수\icon&amp;dia\남자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5400" y="237128"/>
            <a:ext cx="1422400" cy="2282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8" name="그림 14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664"/>
          <a:stretch/>
        </p:blipFill>
        <p:spPr bwMode="auto">
          <a:xfrm>
            <a:off x="8639379" y="186437"/>
            <a:ext cx="2054021" cy="21583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1" name="TextBox 160"/>
          <p:cNvSpPr txBox="1"/>
          <p:nvPr/>
        </p:nvSpPr>
        <p:spPr>
          <a:xfrm>
            <a:off x="1397000" y="1443422"/>
            <a:ext cx="1173140" cy="3539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algn="ctr">
              <a:defRPr sz="2000" b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+mn-ea"/>
              </a:defRPr>
            </a:lvl1pPr>
          </a:lstStyle>
          <a:p>
            <a:pPr algn="l" defTabSz="767222" latinLnBrk="0">
              <a:spcBef>
                <a:spcPts val="84"/>
              </a:spcBef>
              <a:spcAft>
                <a:spcPts val="84"/>
              </a:spcAft>
            </a:pPr>
            <a:r>
              <a:rPr lang="ko-KR" altLang="en-US" sz="2300" spc="-250" dirty="0">
                <a:ln>
                  <a:solidFill>
                    <a:prstClr val="white">
                      <a:alpha val="10000"/>
                    </a:prst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핵심 이슈 </a:t>
            </a:r>
            <a:endParaRPr lang="en-US" altLang="ko-KR" sz="2300" spc="-250" dirty="0">
              <a:ln>
                <a:solidFill>
                  <a:prstClr val="white">
                    <a:alpha val="10000"/>
                  </a:prst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Rix모던고딕 B" panose="02020603020101020101" pitchFamily="18" charset="-127"/>
              <a:ea typeface="Rix모던고딕 B" panose="02020603020101020101" pitchFamily="18" charset="-127"/>
            </a:endParaRPr>
          </a:p>
        </p:txBody>
      </p:sp>
      <p:grpSp>
        <p:nvGrpSpPr>
          <p:cNvPr id="9" name="그룹 8"/>
          <p:cNvGrpSpPr/>
          <p:nvPr/>
        </p:nvGrpSpPr>
        <p:grpSpPr>
          <a:xfrm>
            <a:off x="5785697" y="698917"/>
            <a:ext cx="2732591" cy="1174648"/>
            <a:chOff x="5785697" y="576690"/>
            <a:chExt cx="2732591" cy="1174648"/>
          </a:xfrm>
        </p:grpSpPr>
        <p:sp>
          <p:nvSpPr>
            <p:cNvPr id="162" name="TextBox 161"/>
            <p:cNvSpPr txBox="1"/>
            <p:nvPr/>
          </p:nvSpPr>
          <p:spPr>
            <a:xfrm>
              <a:off x="5785697" y="742628"/>
              <a:ext cx="1894476" cy="84638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ko-KR"/>
              </a:defPPr>
              <a:lvl1pPr algn="ctr">
                <a:defRPr sz="2000" b="1">
                  <a:ln w="22225">
                    <a:solidFill>
                      <a:schemeClr val="accent2"/>
                    </a:solidFill>
                    <a:prstDash val="solid"/>
                  </a:ln>
                  <a:solidFill>
                    <a:schemeClr val="accent2">
                      <a:lumMod val="40000"/>
                      <a:lumOff val="60000"/>
                    </a:schemeClr>
                  </a:solidFill>
                  <a:latin typeface="+mn-ea"/>
                </a:defRPr>
              </a:lvl1pPr>
            </a:lstStyle>
            <a:p>
              <a:pPr algn="l" defTabSz="767222" latinLnBrk="0"/>
              <a:r>
                <a:rPr lang="ko-KR" altLang="en-US" spc="-191" dirty="0">
                  <a:ln>
                    <a:solidFill>
                      <a:prstClr val="white">
                        <a:alpha val="10000"/>
                      </a:prstClr>
                    </a:solidFill>
                  </a:ln>
                  <a:solidFill>
                    <a:schemeClr val="tx1"/>
                  </a:solidFill>
                  <a:latin typeface="Rix모던고딕 L" panose="02020603020101020101" pitchFamily="18" charset="-127"/>
                  <a:ea typeface="Rix모던고딕 L" panose="02020603020101020101" pitchFamily="18" charset="-127"/>
                </a:rPr>
                <a:t> </a:t>
              </a:r>
              <a:r>
                <a:rPr lang="ko-KR" altLang="en-US" spc="-191" dirty="0" smtClean="0">
                  <a:ln>
                    <a:solidFill>
                      <a:prstClr val="white">
                        <a:alpha val="10000"/>
                      </a:prstClr>
                    </a:solidFill>
                  </a:ln>
                  <a:solidFill>
                    <a:schemeClr val="tx1"/>
                  </a:solidFill>
                  <a:latin typeface="Rix모던고딕 L" panose="02020603020101020101" pitchFamily="18" charset="-127"/>
                  <a:ea typeface="Rix모던고딕 L" panose="02020603020101020101" pitchFamily="18" charset="-127"/>
                </a:rPr>
                <a:t>다원아이씨티의  </a:t>
              </a:r>
              <a:endParaRPr lang="en-US" altLang="ko-KR" spc="-191" dirty="0" smtClean="0">
                <a:ln>
                  <a:solidFill>
                    <a:prstClr val="white">
                      <a:alpha val="10000"/>
                    </a:prstClr>
                  </a:solidFill>
                </a:ln>
                <a:solidFill>
                  <a:schemeClr val="tx1"/>
                </a:solidFill>
                <a:latin typeface="Rix모던고딕 L" panose="02020603020101020101" pitchFamily="18" charset="-127"/>
                <a:ea typeface="Rix모던고딕 L" panose="02020603020101020101" pitchFamily="18" charset="-127"/>
              </a:endParaRPr>
            </a:p>
            <a:p>
              <a:pPr algn="l" defTabSz="767222" latinLnBrk="0"/>
              <a:r>
                <a:rPr lang="ko-KR" altLang="en-US" sz="3500" spc="-300" dirty="0" smtClean="0">
                  <a:ln>
                    <a:solidFill>
                      <a:prstClr val="white">
                        <a:alpha val="10000"/>
                      </a:prstClr>
                    </a:solidFill>
                  </a:ln>
                  <a:solidFill>
                    <a:schemeClr val="tx2">
                      <a:lumMod val="75000"/>
                    </a:schemeClr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</a:rPr>
                <a:t>수행 전략</a:t>
              </a:r>
              <a:endParaRPr lang="en-US" altLang="ko-KR" sz="3500" spc="-300" dirty="0">
                <a:ln>
                  <a:solidFill>
                    <a:prstClr val="white">
                      <a:alpha val="10000"/>
                    </a:prstClr>
                  </a:solidFill>
                </a:ln>
                <a:solidFill>
                  <a:schemeClr val="tx2">
                    <a:lumMod val="75000"/>
                  </a:schemeClr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endParaRPr>
            </a:p>
          </p:txBody>
        </p:sp>
        <p:sp>
          <p:nvSpPr>
            <p:cNvPr id="16" name="직사각형 15"/>
            <p:cNvSpPr/>
            <p:nvPr/>
          </p:nvSpPr>
          <p:spPr>
            <a:xfrm>
              <a:off x="7350406" y="576690"/>
              <a:ext cx="1167882" cy="1174648"/>
            </a:xfrm>
            <a:prstGeom prst="rect">
              <a:avLst/>
            </a:prstGeom>
            <a:noFill/>
          </p:spPr>
          <p:txBody>
            <a:bodyPr wrap="none" lIns="96487" tIns="48244" rIns="96487" bIns="48244">
              <a:spAutoFit/>
            </a:bodyPr>
            <a:lstStyle/>
            <a:p>
              <a:pPr algn="ctr"/>
              <a:r>
                <a:rPr lang="en-US" altLang="ko-KR" sz="7000" b="1" spc="-500" dirty="0">
                  <a:ln w="9525">
                    <a:noFill/>
                    <a:prstDash val="solid"/>
                  </a:ln>
                  <a:pattFill prst="dkDnDiag">
                    <a:fgClr>
                      <a:srgbClr val="C00000"/>
                    </a:fgClr>
                    <a:bgClr>
                      <a:schemeClr val="accent6">
                        <a:lumMod val="50000"/>
                      </a:schemeClr>
                    </a:bgClr>
                  </a:pattFill>
                  <a:latin typeface="Rix모던고딕 EB" panose="02020603020101020101" pitchFamily="18" charset="-127"/>
                  <a:ea typeface="Rix모던고딕 EB" panose="02020603020101020101" pitchFamily="18" charset="-127"/>
                </a:rPr>
                <a:t>5S</a:t>
              </a:r>
            </a:p>
          </p:txBody>
        </p:sp>
      </p:grpSp>
      <p:grpSp>
        <p:nvGrpSpPr>
          <p:cNvPr id="7" name="그룹 6"/>
          <p:cNvGrpSpPr/>
          <p:nvPr/>
        </p:nvGrpSpPr>
        <p:grpSpPr>
          <a:xfrm>
            <a:off x="0" y="1797365"/>
            <a:ext cx="10693400" cy="961421"/>
            <a:chOff x="0" y="1894750"/>
            <a:chExt cx="10693400" cy="961421"/>
          </a:xfrm>
        </p:grpSpPr>
        <p:grpSp>
          <p:nvGrpSpPr>
            <p:cNvPr id="6" name="그룹 5"/>
            <p:cNvGrpSpPr/>
            <p:nvPr/>
          </p:nvGrpSpPr>
          <p:grpSpPr>
            <a:xfrm>
              <a:off x="6814848" y="1986689"/>
              <a:ext cx="3878552" cy="756914"/>
              <a:chOff x="6814848" y="1986689"/>
              <a:chExt cx="3878552" cy="756914"/>
            </a:xfrm>
          </p:grpSpPr>
          <p:sp>
            <p:nvSpPr>
              <p:cNvPr id="72" name="직사각형 71"/>
              <p:cNvSpPr/>
              <p:nvPr/>
            </p:nvSpPr>
            <p:spPr>
              <a:xfrm>
                <a:off x="6814848" y="1986689"/>
                <a:ext cx="3878552" cy="756914"/>
              </a:xfrm>
              <a:prstGeom prst="rect">
                <a:avLst/>
              </a:prstGeom>
              <a:solidFill>
                <a:srgbClr val="1B91C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82935" tIns="41468" rIns="82935" bIns="41468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lvl="1" algn="ctr">
                  <a:spcBef>
                    <a:spcPct val="0"/>
                  </a:spcBef>
                </a:pPr>
                <a:endParaRPr lang="ko-KR" altLang="en-US" sz="1700" spc="-96" dirty="0">
                  <a:solidFill>
                    <a:schemeClr val="bg1"/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  <a:cs typeface="+mj-cs"/>
                </a:endParaRPr>
              </a:p>
            </p:txBody>
          </p:sp>
          <p:sp>
            <p:nvSpPr>
              <p:cNvPr id="166" name="TextBox 165"/>
              <p:cNvSpPr txBox="1"/>
              <p:nvPr/>
            </p:nvSpPr>
            <p:spPr>
              <a:xfrm>
                <a:off x="7212054" y="2081776"/>
                <a:ext cx="2127505" cy="575542"/>
              </a:xfrm>
              <a:prstGeom prst="rect">
                <a:avLst/>
              </a:prstGeom>
              <a:noFill/>
              <a:ln w="6350">
                <a:noFill/>
              </a:ln>
              <a:effectLst/>
              <a:scene3d>
                <a:camera prst="orthographicFront"/>
                <a:lightRig rig="threePt" dir="t"/>
              </a:scene3d>
              <a:sp3d>
                <a:bevelT w="0" h="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t" anchorCtr="0">
                <a:spAutoFit/>
                <a:sp3d>
                  <a:bevelT w="0" h="0"/>
                  <a:contourClr>
                    <a:schemeClr val="bg1"/>
                  </a:contourClr>
                </a:sp3d>
              </a:bodyPr>
              <a:lstStyle>
                <a:defPPr>
                  <a:defRPr lang="ko-KR"/>
                </a:defPPr>
                <a:lvl1pPr lvl="0" indent="-457200" algn="ctr" eaLnBrk="0" latinLnBrk="0" hangingPunct="0">
                  <a:lnSpc>
                    <a:spcPct val="100000"/>
                  </a:lnSpc>
                  <a:spcBef>
                    <a:spcPts val="200"/>
                  </a:spcBef>
                  <a:spcAft>
                    <a:spcPts val="600"/>
                  </a:spcAft>
                  <a:defRPr sz="1700" spc="-50">
                    <a:ln w="0"/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뫼비우스 Bold" panose="02000500000000000000" pitchFamily="2" charset="-127"/>
                    <a:ea typeface="뫼비우스 Bold" panose="02000500000000000000" pitchFamily="2" charset="-127"/>
                  </a:defRPr>
                </a:lvl1pPr>
              </a:lstStyle>
              <a:p>
                <a:pPr marL="137818" lvl="1" indent="-137818" defTabSz="1032353" fontAlgn="base" latinLnBrk="0">
                  <a:lnSpc>
                    <a:spcPct val="11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prstClr val="white"/>
                  </a:buClr>
                  <a:buSzPct val="80000"/>
                  <a:buFont typeface="Arial" panose="020B0604020202020204" pitchFamily="34" charset="0"/>
                  <a:buChar char="•"/>
                  <a:tabLst>
                    <a:tab pos="5886399" algn="l"/>
                  </a:tabLst>
                  <a:defRPr/>
                </a:pPr>
                <a:r>
                  <a:rPr lang="ko-KR" altLang="en-US" sz="1700" b="1" spc="-191" dirty="0">
                    <a:ln>
                      <a:solidFill>
                        <a:prstClr val="white">
                          <a:alpha val="10000"/>
                        </a:prstClr>
                      </a:solidFill>
                    </a:ln>
                    <a:solidFill>
                      <a:schemeClr val="bg1"/>
                    </a:solidFill>
                    <a:latin typeface="Rix모던고딕 B" panose="02020603020101020101" pitchFamily="18" charset="-127"/>
                    <a:ea typeface="Rix모던고딕 B" panose="02020603020101020101" pitchFamily="18" charset="-127"/>
                  </a:rPr>
                  <a:t>확장된 일정 </a:t>
                </a:r>
                <a:r>
                  <a:rPr lang="ko-KR" altLang="en-US" sz="1700" b="1" spc="-191" dirty="0" smtClean="0">
                    <a:ln>
                      <a:solidFill>
                        <a:prstClr val="white">
                          <a:alpha val="10000"/>
                        </a:prstClr>
                      </a:solidFill>
                    </a:ln>
                    <a:solidFill>
                      <a:schemeClr val="bg1"/>
                    </a:solidFill>
                    <a:latin typeface="Rix모던고딕 B" panose="02020603020101020101" pitchFamily="18" charset="-127"/>
                    <a:ea typeface="Rix모던고딕 B" panose="02020603020101020101" pitchFamily="18" charset="-127"/>
                    <a:sym typeface="Wingdings" panose="05000000000000000000" pitchFamily="2" charset="2"/>
                  </a:rPr>
                  <a:t>ㆍ</a:t>
                </a:r>
                <a:r>
                  <a:rPr lang="ko-KR" altLang="en-US" sz="1700" b="1" spc="-191" dirty="0" smtClean="0">
                    <a:ln>
                      <a:solidFill>
                        <a:prstClr val="white">
                          <a:alpha val="10000"/>
                        </a:prstClr>
                      </a:solidFill>
                    </a:ln>
                    <a:solidFill>
                      <a:schemeClr val="bg1"/>
                    </a:solidFill>
                    <a:latin typeface="Rix모던고딕 B" panose="02020603020101020101" pitchFamily="18" charset="-127"/>
                    <a:ea typeface="Rix모던고딕 B" panose="02020603020101020101" pitchFamily="18" charset="-127"/>
                  </a:rPr>
                  <a:t>인력 </a:t>
                </a:r>
                <a:r>
                  <a:rPr lang="ko-KR" altLang="en-US" sz="1700" b="1" spc="-191" dirty="0">
                    <a:ln>
                      <a:solidFill>
                        <a:prstClr val="white">
                          <a:alpha val="10000"/>
                        </a:prstClr>
                      </a:solidFill>
                    </a:ln>
                    <a:solidFill>
                      <a:schemeClr val="bg1"/>
                    </a:solidFill>
                    <a:latin typeface="Rix모던고딕 B" panose="02020603020101020101" pitchFamily="18" charset="-127"/>
                    <a:ea typeface="Rix모던고딕 B" panose="02020603020101020101" pitchFamily="18" charset="-127"/>
                  </a:rPr>
                  <a:t>관리</a:t>
                </a:r>
                <a:r>
                  <a:rPr lang="en-US" altLang="ko-KR" sz="1700" b="1" spc="-191" dirty="0">
                    <a:ln>
                      <a:solidFill>
                        <a:prstClr val="white">
                          <a:alpha val="10000"/>
                        </a:prstClr>
                      </a:solidFill>
                    </a:ln>
                    <a:solidFill>
                      <a:schemeClr val="bg1"/>
                    </a:solidFill>
                    <a:latin typeface="Rix모던고딕 B" panose="02020603020101020101" pitchFamily="18" charset="-127"/>
                    <a:ea typeface="Rix모던고딕 B" panose="02020603020101020101" pitchFamily="18" charset="-127"/>
                  </a:rPr>
                  <a:t/>
                </a:r>
                <a:br>
                  <a:rPr lang="en-US" altLang="ko-KR" sz="1700" b="1" spc="-191" dirty="0">
                    <a:ln>
                      <a:solidFill>
                        <a:prstClr val="white">
                          <a:alpha val="10000"/>
                        </a:prstClr>
                      </a:solidFill>
                    </a:ln>
                    <a:solidFill>
                      <a:schemeClr val="bg1"/>
                    </a:solidFill>
                    <a:latin typeface="Rix모던고딕 B" panose="02020603020101020101" pitchFamily="18" charset="-127"/>
                    <a:ea typeface="Rix모던고딕 B" panose="02020603020101020101" pitchFamily="18" charset="-127"/>
                  </a:rPr>
                </a:br>
                <a:r>
                  <a:rPr lang="en-US" altLang="ko-KR" sz="1700" b="1" spc="-191" dirty="0">
                    <a:ln>
                      <a:solidFill>
                        <a:prstClr val="white">
                          <a:alpha val="10000"/>
                        </a:prstClr>
                      </a:solidFill>
                    </a:ln>
                    <a:solidFill>
                      <a:schemeClr val="bg1"/>
                    </a:solidFill>
                    <a:latin typeface="Rix모던고딕 B" panose="02020603020101020101" pitchFamily="18" charset="-127"/>
                    <a:ea typeface="Rix모던고딕 B" panose="02020603020101020101" pitchFamily="18" charset="-127"/>
                  </a:rPr>
                  <a:t>(3</a:t>
                </a:r>
                <a:r>
                  <a:rPr lang="ko-KR" altLang="en-US" sz="1700" b="1" spc="-191" dirty="0" smtClean="0">
                    <a:ln>
                      <a:solidFill>
                        <a:prstClr val="white">
                          <a:alpha val="10000"/>
                        </a:prstClr>
                      </a:solidFill>
                    </a:ln>
                    <a:solidFill>
                      <a:schemeClr val="bg1"/>
                    </a:solidFill>
                    <a:latin typeface="Rix모던고딕 B" panose="02020603020101020101" pitchFamily="18" charset="-127"/>
                    <a:ea typeface="Rix모던고딕 B" panose="02020603020101020101" pitchFamily="18" charset="-127"/>
                  </a:rPr>
                  <a:t>개월 </a:t>
                </a:r>
                <a:r>
                  <a:rPr lang="en-US" altLang="ko-KR" sz="1700" b="1" spc="-191" dirty="0" smtClean="0">
                    <a:ln>
                      <a:solidFill>
                        <a:prstClr val="white">
                          <a:alpha val="10000"/>
                        </a:prstClr>
                      </a:solidFill>
                    </a:ln>
                    <a:solidFill>
                      <a:schemeClr val="bg1"/>
                    </a:solidFill>
                    <a:latin typeface="Rix모던고딕 B" panose="02020603020101020101" pitchFamily="18" charset="-127"/>
                    <a:ea typeface="Rix모던고딕 B" panose="02020603020101020101" pitchFamily="18" charset="-127"/>
                  </a:rPr>
                  <a:t>+ 5 </a:t>
                </a:r>
                <a:r>
                  <a:rPr lang="ko-KR" altLang="en-US" sz="1700" b="1" spc="-191" dirty="0" smtClean="0">
                    <a:ln>
                      <a:solidFill>
                        <a:prstClr val="white">
                          <a:alpha val="10000"/>
                        </a:prstClr>
                      </a:solidFill>
                    </a:ln>
                    <a:solidFill>
                      <a:schemeClr val="bg1"/>
                    </a:solidFill>
                    <a:latin typeface="Rix모던고딕 B" panose="02020603020101020101" pitchFamily="18" charset="-127"/>
                    <a:ea typeface="Rix모던고딕 B" panose="02020603020101020101" pitchFamily="18" charset="-127"/>
                  </a:rPr>
                  <a:t>개월  </a:t>
                </a:r>
                <a:r>
                  <a:rPr lang="en-US" altLang="ko-KR" sz="1700" b="1" spc="-191" dirty="0" smtClean="0">
                    <a:ln>
                      <a:solidFill>
                        <a:prstClr val="white">
                          <a:alpha val="10000"/>
                        </a:prstClr>
                      </a:solidFill>
                    </a:ln>
                    <a:solidFill>
                      <a:schemeClr val="bg1"/>
                    </a:solidFill>
                    <a:latin typeface="Rix모던고딕 B" panose="02020603020101020101" pitchFamily="18" charset="-127"/>
                    <a:ea typeface="Rix모던고딕 B" panose="02020603020101020101" pitchFamily="18" charset="-127"/>
                    <a:sym typeface="Wingdings" panose="05000000000000000000" pitchFamily="2" charset="2"/>
                  </a:rPr>
                  <a:t>  8</a:t>
                </a:r>
                <a:r>
                  <a:rPr lang="ko-KR" altLang="en-US" sz="1700" b="1" spc="-191" dirty="0">
                    <a:ln>
                      <a:solidFill>
                        <a:prstClr val="white">
                          <a:alpha val="10000"/>
                        </a:prstClr>
                      </a:solidFill>
                    </a:ln>
                    <a:solidFill>
                      <a:schemeClr val="bg1"/>
                    </a:solidFill>
                    <a:latin typeface="Rix모던고딕 B" panose="02020603020101020101" pitchFamily="18" charset="-127"/>
                    <a:ea typeface="Rix모던고딕 B" panose="02020603020101020101" pitchFamily="18" charset="-127"/>
                    <a:sym typeface="Wingdings" panose="05000000000000000000" pitchFamily="2" charset="2"/>
                  </a:rPr>
                  <a:t>개월</a:t>
                </a:r>
                <a:r>
                  <a:rPr lang="en-US" altLang="ko-KR" sz="1700" b="1" spc="-191" dirty="0">
                    <a:ln>
                      <a:solidFill>
                        <a:prstClr val="white">
                          <a:alpha val="10000"/>
                        </a:prstClr>
                      </a:solidFill>
                    </a:ln>
                    <a:solidFill>
                      <a:schemeClr val="bg1"/>
                    </a:solidFill>
                    <a:latin typeface="Rix모던고딕 B" panose="02020603020101020101" pitchFamily="18" charset="-127"/>
                    <a:ea typeface="Rix모던고딕 B" panose="02020603020101020101" pitchFamily="18" charset="-127"/>
                    <a:sym typeface="Wingdings" panose="05000000000000000000" pitchFamily="2" charset="2"/>
                  </a:rPr>
                  <a:t>)</a:t>
                </a:r>
                <a:endParaRPr lang="ko-KR" altLang="en-US" sz="1700" b="1" spc="-191" dirty="0">
                  <a:ln>
                    <a:solidFill>
                      <a:prstClr val="white">
                        <a:alpha val="10000"/>
                      </a:prstClr>
                    </a:solidFill>
                  </a:ln>
                  <a:solidFill>
                    <a:schemeClr val="bg1"/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</a:endParaRPr>
              </a:p>
            </p:txBody>
          </p:sp>
        </p:grpSp>
        <p:grpSp>
          <p:nvGrpSpPr>
            <p:cNvPr id="5" name="그룹 4"/>
            <p:cNvGrpSpPr/>
            <p:nvPr/>
          </p:nvGrpSpPr>
          <p:grpSpPr>
            <a:xfrm>
              <a:off x="0" y="1986689"/>
              <a:ext cx="5054600" cy="756914"/>
              <a:chOff x="0" y="1986689"/>
              <a:chExt cx="5054600" cy="756914"/>
            </a:xfrm>
          </p:grpSpPr>
          <p:sp>
            <p:nvSpPr>
              <p:cNvPr id="65" name="직사각형 64"/>
              <p:cNvSpPr/>
              <p:nvPr/>
            </p:nvSpPr>
            <p:spPr>
              <a:xfrm>
                <a:off x="0" y="1986689"/>
                <a:ext cx="5054600" cy="756914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82935" tIns="41468" rIns="82935" bIns="41468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lvl="1" algn="ctr">
                  <a:spcBef>
                    <a:spcPct val="0"/>
                  </a:spcBef>
                </a:pPr>
                <a:endParaRPr lang="ko-KR" altLang="en-US" sz="1700" spc="-96" dirty="0">
                  <a:solidFill>
                    <a:schemeClr val="bg1"/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  <a:cs typeface="+mj-cs"/>
                </a:endParaRPr>
              </a:p>
            </p:txBody>
          </p:sp>
          <p:grpSp>
            <p:nvGrpSpPr>
              <p:cNvPr id="76" name="그룹 75"/>
              <p:cNvGrpSpPr/>
              <p:nvPr/>
            </p:nvGrpSpPr>
            <p:grpSpPr>
              <a:xfrm>
                <a:off x="490812" y="2102511"/>
                <a:ext cx="456326" cy="528195"/>
                <a:chOff x="554204" y="2140317"/>
                <a:chExt cx="466074" cy="566339"/>
              </a:xfrm>
            </p:grpSpPr>
            <p:sp>
              <p:nvSpPr>
                <p:cNvPr id="77" name="직사각형 76"/>
                <p:cNvSpPr/>
                <p:nvPr/>
              </p:nvSpPr>
              <p:spPr>
                <a:xfrm>
                  <a:off x="554204" y="2140317"/>
                  <a:ext cx="466074" cy="566339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82935" tIns="41468" rIns="82935" bIns="41468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lvl="1" algn="ctr">
                    <a:spcBef>
                      <a:spcPct val="0"/>
                    </a:spcBef>
                  </a:pPr>
                  <a:endParaRPr lang="ko-KR" altLang="en-US" sz="1700" spc="-96" dirty="0">
                    <a:solidFill>
                      <a:schemeClr val="bg1"/>
                    </a:solidFill>
                    <a:latin typeface="Rix모던고딕 B" panose="02020603020101020101" pitchFamily="18" charset="-127"/>
                    <a:ea typeface="Rix모던고딕 B" panose="02020603020101020101" pitchFamily="18" charset="-127"/>
                    <a:cs typeface="+mj-cs"/>
                  </a:endParaRPr>
                </a:p>
              </p:txBody>
            </p:sp>
            <p:sp>
              <p:nvSpPr>
                <p:cNvPr id="92" name="TextBox 91"/>
                <p:cNvSpPr txBox="1"/>
                <p:nvPr/>
              </p:nvSpPr>
              <p:spPr>
                <a:xfrm>
                  <a:off x="609084" y="2235516"/>
                  <a:ext cx="356314" cy="379503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>
                  <a:defPPr>
                    <a:defRPr lang="ko-KR"/>
                  </a:defPPr>
                  <a:lvl1pPr algn="ctr">
                    <a:defRPr sz="2000" b="1">
                      <a:ln w="22225">
                        <a:solidFill>
                          <a:schemeClr val="accent2"/>
                        </a:solidFill>
                        <a:prstDash val="solid"/>
                      </a:ln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latin typeface="+mn-ea"/>
                    </a:defRPr>
                  </a:lvl1pPr>
                </a:lstStyle>
                <a:p>
                  <a:pPr defTabSz="767222" latinLnBrk="0">
                    <a:spcBef>
                      <a:spcPts val="84"/>
                    </a:spcBef>
                    <a:spcAft>
                      <a:spcPts val="84"/>
                    </a:spcAft>
                  </a:pPr>
                  <a:r>
                    <a:rPr lang="en-US" altLang="ko-KR" sz="2300" spc="-191" dirty="0">
                      <a:ln>
                        <a:solidFill>
                          <a:prstClr val="white">
                            <a:alpha val="10000"/>
                          </a:prstClr>
                        </a:solidFill>
                      </a:ln>
                      <a:solidFill>
                        <a:schemeClr val="bg1">
                          <a:lumMod val="85000"/>
                        </a:schemeClr>
                      </a:solidFill>
                      <a:latin typeface="Rix모던고딕 B" panose="02020603020101020101" pitchFamily="18" charset="-127"/>
                      <a:ea typeface="Rix모던고딕 B" panose="02020603020101020101" pitchFamily="18" charset="-127"/>
                    </a:rPr>
                    <a:t>01</a:t>
                  </a:r>
                </a:p>
              </p:txBody>
            </p:sp>
          </p:grpSp>
          <p:sp>
            <p:nvSpPr>
              <p:cNvPr id="174" name="TextBox 173"/>
              <p:cNvSpPr txBox="1"/>
              <p:nvPr/>
            </p:nvSpPr>
            <p:spPr>
              <a:xfrm>
                <a:off x="1152636" y="2098104"/>
                <a:ext cx="3212418" cy="523220"/>
              </a:xfrm>
              <a:prstGeom prst="rect">
                <a:avLst/>
              </a:prstGeom>
              <a:noFill/>
              <a:ln w="6350">
                <a:noFill/>
              </a:ln>
              <a:effectLst/>
              <a:scene3d>
                <a:camera prst="orthographicFront"/>
                <a:lightRig rig="threePt" dir="t"/>
              </a:scene3d>
              <a:sp3d>
                <a:bevelT w="0" h="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t" anchorCtr="0">
                <a:spAutoFit/>
                <a:sp3d>
                  <a:bevelT w="0" h="0"/>
                  <a:contourClr>
                    <a:schemeClr val="bg1"/>
                  </a:contourClr>
                </a:sp3d>
              </a:bodyPr>
              <a:lstStyle>
                <a:defPPr>
                  <a:defRPr lang="ko-KR"/>
                </a:defPPr>
                <a:lvl1pPr lvl="0" indent="-457200" algn="ctr" eaLnBrk="0" latinLnBrk="0" hangingPunct="0">
                  <a:lnSpc>
                    <a:spcPct val="100000"/>
                  </a:lnSpc>
                  <a:spcBef>
                    <a:spcPts val="200"/>
                  </a:spcBef>
                  <a:spcAft>
                    <a:spcPts val="600"/>
                  </a:spcAft>
                  <a:defRPr sz="1700" spc="-50">
                    <a:ln w="0"/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뫼비우스 Bold" panose="02000500000000000000" pitchFamily="2" charset="-127"/>
                    <a:ea typeface="뫼비우스 Bold" panose="02000500000000000000" pitchFamily="2" charset="-127"/>
                  </a:defRPr>
                </a:lvl1pPr>
              </a:lstStyle>
              <a:p>
                <a:pPr marL="0" lvl="1" indent="-322611" defTabSz="1032353" fontAlgn="base" latinLnBrk="0">
                  <a:spcBef>
                    <a:spcPct val="0"/>
                  </a:spcBef>
                  <a:spcAft>
                    <a:spcPct val="0"/>
                  </a:spcAft>
                  <a:buClr>
                    <a:prstClr val="white"/>
                  </a:buClr>
                  <a:buSzPct val="80000"/>
                  <a:tabLst>
                    <a:tab pos="5886399" algn="l"/>
                  </a:tabLst>
                  <a:defRPr/>
                </a:pPr>
                <a:r>
                  <a:rPr lang="ko-KR" altLang="en-US" sz="1500" b="1" spc="-125" dirty="0">
                    <a:ln>
                      <a:solidFill>
                        <a:prstClr val="white">
                          <a:alpha val="10000"/>
                        </a:prstClr>
                      </a:solidFill>
                    </a:ln>
                    <a:solidFill>
                      <a:schemeClr val="tx1"/>
                    </a:solidFill>
                    <a:latin typeface="Rix모던고딕 B" panose="02020603020101020101" pitchFamily="18" charset="-127"/>
                    <a:ea typeface="Rix모던고딕 B" panose="02020603020101020101" pitchFamily="18" charset="-127"/>
                  </a:rPr>
                  <a:t>구축 후 다수 기관이 입주 함에 따른 </a:t>
                </a:r>
                <a:r>
                  <a:rPr lang="ko-KR" altLang="en-US" sz="1700" b="1" spc="-125" dirty="0">
                    <a:ln>
                      <a:solidFill>
                        <a:prstClr val="white">
                          <a:alpha val="10000"/>
                        </a:prstClr>
                      </a:solidFill>
                    </a:ln>
                    <a:solidFill>
                      <a:srgbClr val="FF0000"/>
                    </a:solidFill>
                    <a:latin typeface="Rix모던고딕 B" panose="02020603020101020101" pitchFamily="18" charset="-127"/>
                    <a:ea typeface="Rix모던고딕 B" panose="02020603020101020101" pitchFamily="18" charset="-127"/>
                  </a:rPr>
                  <a:t>일정 관리</a:t>
                </a:r>
                <a:endParaRPr lang="en-US" altLang="ko-KR" sz="1500" b="1" spc="-125" dirty="0">
                  <a:ln>
                    <a:solidFill>
                      <a:prstClr val="white">
                        <a:alpha val="10000"/>
                      </a:prstClr>
                    </a:solidFill>
                  </a:ln>
                  <a:solidFill>
                    <a:srgbClr val="FF0000"/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</a:endParaRPr>
              </a:p>
              <a:p>
                <a:pPr marL="0" lvl="1" indent="-322611" defTabSz="1032353" fontAlgn="base" latinLnBrk="0">
                  <a:spcBef>
                    <a:spcPct val="0"/>
                  </a:spcBef>
                  <a:spcAft>
                    <a:spcPct val="0"/>
                  </a:spcAft>
                  <a:buClr>
                    <a:prstClr val="white"/>
                  </a:buClr>
                  <a:buSzPct val="80000"/>
                  <a:tabLst>
                    <a:tab pos="5886399" algn="l"/>
                  </a:tabLst>
                  <a:defRPr/>
                </a:pPr>
                <a:r>
                  <a:rPr lang="ko-KR" altLang="en-US" sz="1500" b="1" spc="-125" dirty="0">
                    <a:ln>
                      <a:solidFill>
                        <a:prstClr val="white">
                          <a:alpha val="10000"/>
                        </a:prstClr>
                      </a:solidFill>
                    </a:ln>
                    <a:solidFill>
                      <a:schemeClr val="tx1"/>
                    </a:solidFill>
                    <a:latin typeface="Rix모던고딕 B" panose="02020603020101020101" pitchFamily="18" charset="-127"/>
                    <a:ea typeface="Rix모던고딕 B" panose="02020603020101020101" pitchFamily="18" charset="-127"/>
                  </a:rPr>
                  <a:t>조정 및 </a:t>
                </a:r>
                <a:r>
                  <a:rPr lang="ko-KR" altLang="en-US" sz="1700" b="1" spc="-125" dirty="0">
                    <a:ln>
                      <a:solidFill>
                        <a:prstClr val="white">
                          <a:alpha val="10000"/>
                        </a:prstClr>
                      </a:solidFill>
                    </a:ln>
                    <a:solidFill>
                      <a:srgbClr val="FF0000"/>
                    </a:solidFill>
                    <a:latin typeface="Rix모던고딕 B" panose="02020603020101020101" pitchFamily="18" charset="-127"/>
                    <a:ea typeface="Rix모던고딕 B" panose="02020603020101020101" pitchFamily="18" charset="-127"/>
                  </a:rPr>
                  <a:t>별도 대응 조직</a:t>
                </a:r>
                <a:r>
                  <a:rPr lang="ko-KR" altLang="en-US" sz="1500" b="1" spc="-125" dirty="0">
                    <a:ln>
                      <a:solidFill>
                        <a:prstClr val="white">
                          <a:alpha val="10000"/>
                        </a:prstClr>
                      </a:solidFill>
                    </a:ln>
                    <a:solidFill>
                      <a:schemeClr val="tx1"/>
                    </a:solidFill>
                    <a:latin typeface="Rix모던고딕 B" panose="02020603020101020101" pitchFamily="18" charset="-127"/>
                    <a:ea typeface="Rix모던고딕 B" panose="02020603020101020101" pitchFamily="18" charset="-127"/>
                  </a:rPr>
                  <a:t> 필요</a:t>
                </a:r>
                <a:endParaRPr lang="en-US" altLang="ko-KR" sz="1500" b="1" spc="-125" dirty="0">
                  <a:ln>
                    <a:solidFill>
                      <a:prstClr val="white">
                        <a:alpha val="10000"/>
                      </a:prstClr>
                    </a:solidFill>
                  </a:ln>
                  <a:solidFill>
                    <a:schemeClr val="tx1"/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</a:endParaRPr>
              </a:p>
            </p:txBody>
          </p:sp>
        </p:grpSp>
        <p:grpSp>
          <p:nvGrpSpPr>
            <p:cNvPr id="4" name="그룹 3"/>
            <p:cNvGrpSpPr/>
            <p:nvPr/>
          </p:nvGrpSpPr>
          <p:grpSpPr>
            <a:xfrm>
              <a:off x="4936862" y="2081776"/>
              <a:ext cx="2198818" cy="561316"/>
              <a:chOff x="4440107" y="2081776"/>
              <a:chExt cx="2198818" cy="561316"/>
            </a:xfrm>
          </p:grpSpPr>
          <p:sp>
            <p:nvSpPr>
              <p:cNvPr id="93" name="오른쪽 화살표 92"/>
              <p:cNvSpPr/>
              <p:nvPr/>
            </p:nvSpPr>
            <p:spPr>
              <a:xfrm>
                <a:off x="4440107" y="2081776"/>
                <a:ext cx="2198818" cy="561316"/>
              </a:xfrm>
              <a:prstGeom prst="rightArrow">
                <a:avLst>
                  <a:gd name="adj1" fmla="val 62745"/>
                  <a:gd name="adj2" fmla="val 56373"/>
                </a:avLst>
              </a:prstGeom>
              <a:solidFill>
                <a:schemeClr val="tx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82935" tIns="41468" rIns="82935" bIns="41468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ko-KR" altLang="en-US" dirty="0"/>
              </a:p>
            </p:txBody>
          </p:sp>
          <p:sp>
            <p:nvSpPr>
              <p:cNvPr id="71" name="직사각형 70"/>
              <p:cNvSpPr/>
              <p:nvPr/>
            </p:nvSpPr>
            <p:spPr>
              <a:xfrm>
                <a:off x="5034942" y="2175332"/>
                <a:ext cx="1255528" cy="345356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82935" tIns="41468" rIns="82935" bIns="41468" numCol="1" spcCol="0" rtlCol="0" fromWordArt="0" anchor="ctr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marL="0" lvl="1" algn="r">
                  <a:spcBef>
                    <a:spcPct val="0"/>
                  </a:spcBef>
                </a:pPr>
                <a:r>
                  <a:rPr lang="en-US" altLang="ko-KR" sz="1700" spc="-96" dirty="0">
                    <a:solidFill>
                      <a:schemeClr val="bg1"/>
                    </a:solidFill>
                    <a:latin typeface="Rix모던고딕 B" panose="02020603020101020101" pitchFamily="18" charset="-127"/>
                    <a:ea typeface="Rix모던고딕 B" panose="02020603020101020101" pitchFamily="18" charset="-127"/>
                    <a:cs typeface="+mj-cs"/>
                  </a:rPr>
                  <a:t>Schedule </a:t>
                </a:r>
                <a:endParaRPr lang="ko-KR" altLang="en-US" sz="1700" spc="-96" dirty="0">
                  <a:solidFill>
                    <a:schemeClr val="bg1"/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  <a:cs typeface="+mj-cs"/>
                </a:endParaRPr>
              </a:p>
            </p:txBody>
          </p:sp>
        </p:grpSp>
        <p:grpSp>
          <p:nvGrpSpPr>
            <p:cNvPr id="3" name="그룹 2"/>
            <p:cNvGrpSpPr/>
            <p:nvPr/>
          </p:nvGrpSpPr>
          <p:grpSpPr>
            <a:xfrm>
              <a:off x="4506724" y="1894750"/>
              <a:ext cx="1091648" cy="961421"/>
              <a:chOff x="4009969" y="1894750"/>
              <a:chExt cx="1091648" cy="961421"/>
            </a:xfrm>
          </p:grpSpPr>
          <p:sp>
            <p:nvSpPr>
              <p:cNvPr id="2" name="타원 1"/>
              <p:cNvSpPr/>
              <p:nvPr/>
            </p:nvSpPr>
            <p:spPr>
              <a:xfrm>
                <a:off x="4073521" y="1894750"/>
                <a:ext cx="961421" cy="961421"/>
              </a:xfrm>
              <a:prstGeom prst="ellipse">
                <a:avLst/>
              </a:prstGeom>
              <a:solidFill>
                <a:schemeClr val="bg1"/>
              </a:solidFill>
              <a:ln w="57150">
                <a:solidFill>
                  <a:schemeClr val="tx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 smtClean="0">
                  <a:solidFill>
                    <a:schemeClr val="tx1"/>
                  </a:solidFill>
                </a:endParaRPr>
              </a:p>
            </p:txBody>
          </p:sp>
          <p:sp>
            <p:nvSpPr>
              <p:cNvPr id="94" name="TextBox 93"/>
              <p:cNvSpPr txBox="1"/>
              <p:nvPr/>
            </p:nvSpPr>
            <p:spPr>
              <a:xfrm>
                <a:off x="4009969" y="2094224"/>
                <a:ext cx="1091648" cy="52322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>
                <a:defPPr>
                  <a:defRPr lang="ko-KR"/>
                </a:defPPr>
                <a:lvl1pPr algn="ctr">
                  <a:defRPr sz="2000" b="1">
                    <a:ln w="22225">
                      <a:solidFill>
                        <a:schemeClr val="accent2"/>
                      </a:solidFill>
                      <a:prstDash val="solid"/>
                    </a:ln>
                    <a:solidFill>
                      <a:schemeClr val="accent2">
                        <a:lumMod val="40000"/>
                        <a:lumOff val="60000"/>
                      </a:schemeClr>
                    </a:solidFill>
                    <a:latin typeface="+mn-ea"/>
                  </a:defRPr>
                </a:lvl1pPr>
              </a:lstStyle>
              <a:p>
                <a:pPr defTabSz="767222" latinLnBrk="0"/>
                <a:r>
                  <a:rPr lang="ko-KR" altLang="en-US" sz="1700" spc="-191" dirty="0" smtClean="0">
                    <a:ln>
                      <a:solidFill>
                        <a:prstClr val="white">
                          <a:alpha val="10000"/>
                        </a:prstClr>
                      </a:solidFill>
                    </a:ln>
                    <a:solidFill>
                      <a:schemeClr val="tx2">
                        <a:lumMod val="75000"/>
                      </a:schemeClr>
                    </a:solidFill>
                    <a:latin typeface="Rix모던고딕 EB" panose="02020603020101020101" pitchFamily="18" charset="-127"/>
                    <a:ea typeface="Rix모던고딕 EB" panose="02020603020101020101" pitchFamily="18" charset="-127"/>
                  </a:rPr>
                  <a:t>업무</a:t>
                </a:r>
                <a:endParaRPr lang="en-US" altLang="ko-KR" sz="1700" spc="-191" dirty="0" smtClean="0">
                  <a:ln>
                    <a:solidFill>
                      <a:prstClr val="white">
                        <a:alpha val="10000"/>
                      </a:prstClr>
                    </a:solidFill>
                  </a:ln>
                  <a:solidFill>
                    <a:schemeClr val="tx2">
                      <a:lumMod val="75000"/>
                    </a:schemeClr>
                  </a:solidFill>
                  <a:latin typeface="Rix모던고딕 EB" panose="02020603020101020101" pitchFamily="18" charset="-127"/>
                  <a:ea typeface="Rix모던고딕 EB" panose="02020603020101020101" pitchFamily="18" charset="-127"/>
                </a:endParaRPr>
              </a:p>
              <a:p>
                <a:pPr defTabSz="767222" latinLnBrk="0"/>
                <a:r>
                  <a:rPr lang="ko-KR" altLang="en-US" sz="1700" spc="-191" dirty="0" smtClean="0">
                    <a:ln>
                      <a:solidFill>
                        <a:prstClr val="white">
                          <a:alpha val="10000"/>
                        </a:prstClr>
                      </a:solidFill>
                    </a:ln>
                    <a:solidFill>
                      <a:schemeClr val="tx2">
                        <a:lumMod val="75000"/>
                      </a:schemeClr>
                    </a:solidFill>
                    <a:latin typeface="Rix모던고딕 EB" panose="02020603020101020101" pitchFamily="18" charset="-127"/>
                    <a:ea typeface="Rix모던고딕 EB" panose="02020603020101020101" pitchFamily="18" charset="-127"/>
                  </a:rPr>
                  <a:t>연속성</a:t>
                </a:r>
                <a:endParaRPr lang="ko-KR" altLang="en-US" sz="1700" spc="-191" dirty="0">
                  <a:ln>
                    <a:solidFill>
                      <a:prstClr val="white">
                        <a:alpha val="10000"/>
                      </a:prstClr>
                    </a:solidFill>
                  </a:ln>
                  <a:solidFill>
                    <a:schemeClr val="tx2">
                      <a:lumMod val="75000"/>
                    </a:schemeClr>
                  </a:solidFill>
                  <a:latin typeface="Rix모던고딕 EB" panose="02020603020101020101" pitchFamily="18" charset="-127"/>
                  <a:ea typeface="Rix모던고딕 EB" panose="02020603020101020101" pitchFamily="18" charset="-127"/>
                </a:endParaRPr>
              </a:p>
            </p:txBody>
          </p:sp>
        </p:grpSp>
      </p:grpSp>
      <p:grpSp>
        <p:nvGrpSpPr>
          <p:cNvPr id="70" name="그룹 69"/>
          <p:cNvGrpSpPr/>
          <p:nvPr/>
        </p:nvGrpSpPr>
        <p:grpSpPr>
          <a:xfrm>
            <a:off x="0" y="2897534"/>
            <a:ext cx="10693400" cy="961421"/>
            <a:chOff x="0" y="1894750"/>
            <a:chExt cx="10693400" cy="961421"/>
          </a:xfrm>
        </p:grpSpPr>
        <p:grpSp>
          <p:nvGrpSpPr>
            <p:cNvPr id="73" name="그룹 72"/>
            <p:cNvGrpSpPr/>
            <p:nvPr/>
          </p:nvGrpSpPr>
          <p:grpSpPr>
            <a:xfrm>
              <a:off x="6814848" y="1986689"/>
              <a:ext cx="3878552" cy="756914"/>
              <a:chOff x="6814848" y="1986689"/>
              <a:chExt cx="3878552" cy="756914"/>
            </a:xfrm>
          </p:grpSpPr>
          <p:sp>
            <p:nvSpPr>
              <p:cNvPr id="108" name="직사각형 107"/>
              <p:cNvSpPr/>
              <p:nvPr/>
            </p:nvSpPr>
            <p:spPr>
              <a:xfrm>
                <a:off x="6814848" y="1986689"/>
                <a:ext cx="3878552" cy="756914"/>
              </a:xfrm>
              <a:prstGeom prst="rect">
                <a:avLst/>
              </a:prstGeom>
              <a:solidFill>
                <a:schemeClr val="tx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82935" tIns="41468" rIns="82935" bIns="41468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1"/>
                <a:endParaRPr lang="ko-KR" altLang="en-US" dirty="0"/>
              </a:p>
            </p:txBody>
          </p:sp>
          <p:sp>
            <p:nvSpPr>
              <p:cNvPr id="116" name="TextBox 115"/>
              <p:cNvSpPr txBox="1"/>
              <p:nvPr/>
            </p:nvSpPr>
            <p:spPr>
              <a:xfrm>
                <a:off x="7212054" y="2081776"/>
                <a:ext cx="2798202" cy="575542"/>
              </a:xfrm>
              <a:prstGeom prst="rect">
                <a:avLst/>
              </a:prstGeom>
              <a:noFill/>
              <a:ln w="6350">
                <a:noFill/>
              </a:ln>
              <a:effectLst/>
              <a:scene3d>
                <a:camera prst="orthographicFront"/>
                <a:lightRig rig="threePt" dir="t"/>
              </a:scene3d>
              <a:sp3d>
                <a:bevelT w="0" h="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t" anchorCtr="0">
                <a:spAutoFit/>
                <a:sp3d>
                  <a:bevelT w="0" h="0"/>
                  <a:contourClr>
                    <a:schemeClr val="bg1"/>
                  </a:contourClr>
                </a:sp3d>
              </a:bodyPr>
              <a:lstStyle>
                <a:defPPr>
                  <a:defRPr lang="ko-KR"/>
                </a:defPPr>
                <a:lvl1pPr lvl="0" indent="-457200" algn="ctr" eaLnBrk="0" latinLnBrk="0" hangingPunct="0">
                  <a:lnSpc>
                    <a:spcPct val="100000"/>
                  </a:lnSpc>
                  <a:spcBef>
                    <a:spcPts val="200"/>
                  </a:spcBef>
                  <a:spcAft>
                    <a:spcPts val="600"/>
                  </a:spcAft>
                  <a:defRPr sz="1700" spc="-50">
                    <a:ln w="0"/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뫼비우스 Bold" panose="02000500000000000000" pitchFamily="2" charset="-127"/>
                    <a:ea typeface="뫼비우스 Bold" panose="02000500000000000000" pitchFamily="2" charset="-127"/>
                  </a:defRPr>
                </a:lvl1pPr>
              </a:lstStyle>
              <a:p>
                <a:pPr marL="137818" lvl="1" indent="-137818" defTabSz="1032353" fontAlgn="base" latinLnBrk="0">
                  <a:lnSpc>
                    <a:spcPct val="11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prstClr val="white"/>
                  </a:buClr>
                  <a:buSzPct val="80000"/>
                  <a:buFont typeface="Arial" panose="020B0604020202020204" pitchFamily="34" charset="0"/>
                  <a:buChar char="•"/>
                  <a:tabLst>
                    <a:tab pos="5886399" algn="l"/>
                  </a:tabLst>
                  <a:defRPr/>
                </a:pPr>
                <a:r>
                  <a:rPr lang="ko-KR" altLang="en-US" sz="1700" b="1" spc="-191" dirty="0">
                    <a:ln>
                      <a:solidFill>
                        <a:prstClr val="white">
                          <a:alpha val="10000"/>
                        </a:prstClr>
                      </a:solidFill>
                    </a:ln>
                    <a:solidFill>
                      <a:prstClr val="white"/>
                    </a:solidFill>
                    <a:latin typeface="Rix모던고딕 B" panose="02020603020101020101" pitchFamily="18" charset="-127"/>
                    <a:ea typeface="Rix모던고딕 B" panose="02020603020101020101" pitchFamily="18" charset="-127"/>
                  </a:rPr>
                  <a:t>고급 엔지니어 </a:t>
                </a:r>
                <a:r>
                  <a:rPr lang="en-US" altLang="ko-KR" sz="1700" b="1" spc="-191" dirty="0" smtClean="0">
                    <a:ln>
                      <a:solidFill>
                        <a:prstClr val="white">
                          <a:alpha val="10000"/>
                        </a:prstClr>
                      </a:solidFill>
                    </a:ln>
                    <a:solidFill>
                      <a:prstClr val="white"/>
                    </a:solidFill>
                    <a:latin typeface="Rix모던고딕 B" panose="02020603020101020101" pitchFamily="18" charset="-127"/>
                    <a:ea typeface="Rix모던고딕 B" panose="02020603020101020101" pitchFamily="18" charset="-127"/>
                  </a:rPr>
                  <a:t>27</a:t>
                </a:r>
                <a:r>
                  <a:rPr lang="ko-KR" altLang="en-US" sz="1700" b="1" spc="-191" dirty="0" smtClean="0">
                    <a:ln>
                      <a:solidFill>
                        <a:prstClr val="white">
                          <a:alpha val="10000"/>
                        </a:prstClr>
                      </a:solidFill>
                    </a:ln>
                    <a:solidFill>
                      <a:prstClr val="white"/>
                    </a:solidFill>
                    <a:latin typeface="Rix모던고딕 B" panose="02020603020101020101" pitchFamily="18" charset="-127"/>
                    <a:ea typeface="Rix모던고딕 B" panose="02020603020101020101" pitchFamily="18" charset="-127"/>
                  </a:rPr>
                  <a:t>명 </a:t>
                </a:r>
                <a:r>
                  <a:rPr lang="ko-KR" altLang="en-US" sz="1700" b="1" spc="-191" dirty="0">
                    <a:ln>
                      <a:solidFill>
                        <a:prstClr val="white">
                          <a:alpha val="10000"/>
                        </a:prstClr>
                      </a:solidFill>
                    </a:ln>
                    <a:solidFill>
                      <a:prstClr val="white"/>
                    </a:solidFill>
                    <a:latin typeface="Rix모던고딕 B" panose="02020603020101020101" pitchFamily="18" charset="-127"/>
                    <a:ea typeface="Rix모던고딕 B" panose="02020603020101020101" pitchFamily="18" charset="-127"/>
                  </a:rPr>
                  <a:t>투입</a:t>
                </a:r>
                <a:endParaRPr lang="en-US" altLang="ko-KR" sz="1700" b="1" spc="-191" dirty="0">
                  <a:ln>
                    <a:solidFill>
                      <a:prstClr val="white">
                        <a:alpha val="10000"/>
                      </a:prstClr>
                    </a:solidFill>
                  </a:ln>
                  <a:solidFill>
                    <a:prstClr val="white"/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</a:endParaRPr>
              </a:p>
              <a:p>
                <a:pPr marL="137818" lvl="1" indent="-137818" defTabSz="1032353" fontAlgn="base" latinLnBrk="0">
                  <a:lnSpc>
                    <a:spcPct val="11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prstClr val="white"/>
                  </a:buClr>
                  <a:buSzPct val="80000"/>
                  <a:buFont typeface="Arial" panose="020B0604020202020204" pitchFamily="34" charset="0"/>
                  <a:buChar char="•"/>
                  <a:tabLst>
                    <a:tab pos="5886399" algn="l"/>
                  </a:tabLst>
                  <a:defRPr/>
                </a:pPr>
                <a:r>
                  <a:rPr lang="ko-KR" altLang="en-US" sz="1700" b="1" spc="-160" dirty="0">
                    <a:ln>
                      <a:solidFill>
                        <a:prstClr val="white">
                          <a:alpha val="10000"/>
                        </a:prstClr>
                      </a:solidFill>
                    </a:ln>
                    <a:solidFill>
                      <a:prstClr val="white"/>
                    </a:solidFill>
                    <a:latin typeface="Rix모던고딕 B" panose="02020603020101020101" pitchFamily="18" charset="-127"/>
                    <a:ea typeface="Rix모던고딕 B" panose="02020603020101020101" pitchFamily="18" charset="-127"/>
                  </a:rPr>
                  <a:t>철저한 사전 분석을 통한 일정 </a:t>
                </a:r>
                <a:r>
                  <a:rPr lang="ko-KR" altLang="en-US" sz="1700" b="1" spc="-160" dirty="0" smtClean="0">
                    <a:ln>
                      <a:solidFill>
                        <a:prstClr val="white">
                          <a:alpha val="10000"/>
                        </a:prstClr>
                      </a:solidFill>
                    </a:ln>
                    <a:solidFill>
                      <a:prstClr val="white"/>
                    </a:solidFill>
                    <a:latin typeface="Rix모던고딕 B" panose="02020603020101020101" pitchFamily="18" charset="-127"/>
                    <a:ea typeface="Rix모던고딕 B" panose="02020603020101020101" pitchFamily="18" charset="-127"/>
                  </a:rPr>
                  <a:t>준수</a:t>
                </a:r>
                <a:endParaRPr lang="ko-KR" altLang="en-US" sz="1700" b="1" spc="-160" dirty="0">
                  <a:ln>
                    <a:solidFill>
                      <a:prstClr val="white">
                        <a:alpha val="10000"/>
                      </a:prstClr>
                    </a:solidFill>
                  </a:ln>
                  <a:solidFill>
                    <a:prstClr val="white"/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</a:endParaRPr>
              </a:p>
            </p:txBody>
          </p:sp>
        </p:grpSp>
        <p:grpSp>
          <p:nvGrpSpPr>
            <p:cNvPr id="74" name="그룹 73"/>
            <p:cNvGrpSpPr/>
            <p:nvPr/>
          </p:nvGrpSpPr>
          <p:grpSpPr>
            <a:xfrm>
              <a:off x="0" y="1986689"/>
              <a:ext cx="5054600" cy="756914"/>
              <a:chOff x="0" y="1986689"/>
              <a:chExt cx="5054600" cy="756914"/>
            </a:xfrm>
          </p:grpSpPr>
          <p:sp>
            <p:nvSpPr>
              <p:cNvPr id="85" name="직사각형 84"/>
              <p:cNvSpPr/>
              <p:nvPr/>
            </p:nvSpPr>
            <p:spPr>
              <a:xfrm>
                <a:off x="0" y="1986689"/>
                <a:ext cx="5054600" cy="756914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82935" tIns="41468" rIns="82935" bIns="41468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lvl="1" algn="ctr">
                  <a:spcBef>
                    <a:spcPct val="0"/>
                  </a:spcBef>
                </a:pPr>
                <a:endParaRPr lang="ko-KR" altLang="en-US" sz="1700" spc="-96" dirty="0">
                  <a:solidFill>
                    <a:schemeClr val="bg1"/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  <a:cs typeface="+mj-cs"/>
                </a:endParaRPr>
              </a:p>
            </p:txBody>
          </p:sp>
          <p:grpSp>
            <p:nvGrpSpPr>
              <p:cNvPr id="86" name="그룹 85"/>
              <p:cNvGrpSpPr/>
              <p:nvPr/>
            </p:nvGrpSpPr>
            <p:grpSpPr>
              <a:xfrm>
                <a:off x="490812" y="2102511"/>
                <a:ext cx="456326" cy="528195"/>
                <a:chOff x="554204" y="2140317"/>
                <a:chExt cx="466074" cy="566339"/>
              </a:xfrm>
            </p:grpSpPr>
            <p:sp>
              <p:nvSpPr>
                <p:cNvPr id="98" name="직사각형 97"/>
                <p:cNvSpPr/>
                <p:nvPr/>
              </p:nvSpPr>
              <p:spPr>
                <a:xfrm>
                  <a:off x="554204" y="2140317"/>
                  <a:ext cx="466074" cy="566339"/>
                </a:xfrm>
                <a:prstGeom prst="rect">
                  <a:avLst/>
                </a:prstGeom>
                <a:solidFill>
                  <a:schemeClr val="tx1">
                    <a:lumMod val="50000"/>
                    <a:lumOff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82935" tIns="41468" rIns="82935" bIns="41468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lvl="1" algn="ctr">
                    <a:spcBef>
                      <a:spcPct val="0"/>
                    </a:spcBef>
                  </a:pPr>
                  <a:endParaRPr lang="ko-KR" altLang="en-US" sz="1700" spc="-96" dirty="0">
                    <a:solidFill>
                      <a:schemeClr val="bg1"/>
                    </a:solidFill>
                    <a:latin typeface="Rix모던고딕 B" panose="02020603020101020101" pitchFamily="18" charset="-127"/>
                    <a:ea typeface="Rix모던고딕 B" panose="02020603020101020101" pitchFamily="18" charset="-127"/>
                    <a:cs typeface="+mj-cs"/>
                  </a:endParaRPr>
                </a:p>
              </p:txBody>
            </p:sp>
            <p:sp>
              <p:nvSpPr>
                <p:cNvPr id="103" name="TextBox 102"/>
                <p:cNvSpPr txBox="1"/>
                <p:nvPr/>
              </p:nvSpPr>
              <p:spPr>
                <a:xfrm>
                  <a:off x="609084" y="2235516"/>
                  <a:ext cx="356314" cy="379503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>
                  <a:defPPr>
                    <a:defRPr lang="ko-KR"/>
                  </a:defPPr>
                  <a:lvl1pPr algn="ctr">
                    <a:defRPr sz="2000" b="1">
                      <a:ln w="22225">
                        <a:solidFill>
                          <a:schemeClr val="accent2"/>
                        </a:solidFill>
                        <a:prstDash val="solid"/>
                      </a:ln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latin typeface="+mn-ea"/>
                    </a:defRPr>
                  </a:lvl1pPr>
                </a:lstStyle>
                <a:p>
                  <a:pPr defTabSz="767222" latinLnBrk="0">
                    <a:spcBef>
                      <a:spcPts val="84"/>
                    </a:spcBef>
                    <a:spcAft>
                      <a:spcPts val="84"/>
                    </a:spcAft>
                  </a:pPr>
                  <a:r>
                    <a:rPr lang="en-US" altLang="ko-KR" sz="2300" spc="-191" dirty="0" smtClean="0">
                      <a:ln>
                        <a:solidFill>
                          <a:prstClr val="white">
                            <a:alpha val="10000"/>
                          </a:prstClr>
                        </a:solidFill>
                      </a:ln>
                      <a:solidFill>
                        <a:schemeClr val="bg1">
                          <a:lumMod val="85000"/>
                        </a:schemeClr>
                      </a:solidFill>
                      <a:latin typeface="Rix모던고딕 B" panose="02020603020101020101" pitchFamily="18" charset="-127"/>
                      <a:ea typeface="Rix모던고딕 B" panose="02020603020101020101" pitchFamily="18" charset="-127"/>
                    </a:rPr>
                    <a:t>02</a:t>
                  </a:r>
                  <a:endParaRPr lang="en-US" altLang="ko-KR" sz="2300" spc="-191" dirty="0">
                    <a:ln>
                      <a:solidFill>
                        <a:prstClr val="white">
                          <a:alpha val="10000"/>
                        </a:prstClr>
                      </a:solidFill>
                    </a:ln>
                    <a:solidFill>
                      <a:schemeClr val="bg1">
                        <a:lumMod val="85000"/>
                      </a:schemeClr>
                    </a:solidFill>
                    <a:latin typeface="Rix모던고딕 B" panose="02020603020101020101" pitchFamily="18" charset="-127"/>
                    <a:ea typeface="Rix모던고딕 B" panose="02020603020101020101" pitchFamily="18" charset="-127"/>
                  </a:endParaRPr>
                </a:p>
              </p:txBody>
            </p:sp>
          </p:grpSp>
          <p:sp>
            <p:nvSpPr>
              <p:cNvPr id="87" name="TextBox 86"/>
              <p:cNvSpPr txBox="1"/>
              <p:nvPr/>
            </p:nvSpPr>
            <p:spPr>
              <a:xfrm>
                <a:off x="1152636" y="2098104"/>
                <a:ext cx="2782813" cy="492443"/>
              </a:xfrm>
              <a:prstGeom prst="rect">
                <a:avLst/>
              </a:prstGeom>
              <a:noFill/>
              <a:ln w="6350">
                <a:noFill/>
              </a:ln>
              <a:effectLst/>
              <a:scene3d>
                <a:camera prst="orthographicFront"/>
                <a:lightRig rig="threePt" dir="t"/>
              </a:scene3d>
              <a:sp3d>
                <a:bevelT w="0" h="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t" anchorCtr="0">
                <a:spAutoFit/>
                <a:sp3d>
                  <a:bevelT w="0" h="0"/>
                  <a:contourClr>
                    <a:schemeClr val="bg1"/>
                  </a:contourClr>
                </a:sp3d>
              </a:bodyPr>
              <a:lstStyle>
                <a:defPPr>
                  <a:defRPr lang="ko-KR"/>
                </a:defPPr>
                <a:lvl1pPr lvl="0" indent="-457200" algn="ctr" eaLnBrk="0" latinLnBrk="0" hangingPunct="0">
                  <a:lnSpc>
                    <a:spcPct val="100000"/>
                  </a:lnSpc>
                  <a:spcBef>
                    <a:spcPts val="200"/>
                  </a:spcBef>
                  <a:spcAft>
                    <a:spcPts val="600"/>
                  </a:spcAft>
                  <a:defRPr sz="1700" spc="-50">
                    <a:ln w="0"/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뫼비우스 Bold" panose="02000500000000000000" pitchFamily="2" charset="-127"/>
                    <a:ea typeface="뫼비우스 Bold" panose="02000500000000000000" pitchFamily="2" charset="-127"/>
                  </a:defRPr>
                </a:lvl1pPr>
              </a:lstStyle>
              <a:p>
                <a:pPr marL="0" lvl="1" indent="-322611" defTabSz="1032353" fontAlgn="base" latinLnBrk="0">
                  <a:spcBef>
                    <a:spcPct val="0"/>
                  </a:spcBef>
                  <a:spcAft>
                    <a:spcPct val="0"/>
                  </a:spcAft>
                  <a:buClr>
                    <a:prstClr val="white"/>
                  </a:buClr>
                  <a:buSzPct val="80000"/>
                  <a:tabLst>
                    <a:tab pos="5886399" algn="l"/>
                  </a:tabLst>
                </a:pPr>
                <a:r>
                  <a:rPr lang="ko-KR" altLang="en-US" sz="1500" b="1" spc="-172" dirty="0">
                    <a:ln>
                      <a:solidFill>
                        <a:prstClr val="white">
                          <a:alpha val="10000"/>
                        </a:prstClr>
                      </a:solidFill>
                    </a:ln>
                    <a:solidFill>
                      <a:prstClr val="black"/>
                    </a:solidFill>
                    <a:latin typeface="Rix모던고딕 B" panose="02020603020101020101" pitchFamily="18" charset="-127"/>
                    <a:ea typeface="Rix모던고딕 B" panose="02020603020101020101" pitchFamily="18" charset="-127"/>
                  </a:rPr>
                  <a:t>다종 </a:t>
                </a:r>
                <a:r>
                  <a:rPr lang="en-US" altLang="ko-KR" sz="1500" b="1" spc="-172" dirty="0">
                    <a:ln>
                      <a:solidFill>
                        <a:prstClr val="white">
                          <a:alpha val="10000"/>
                        </a:prstClr>
                      </a:solidFill>
                    </a:ln>
                    <a:solidFill>
                      <a:prstClr val="black"/>
                    </a:solidFill>
                    <a:latin typeface="Rix모던고딕 B" panose="02020603020101020101" pitchFamily="18" charset="-127"/>
                    <a:ea typeface="Rix모던고딕 B" panose="02020603020101020101" pitchFamily="18" charset="-127"/>
                  </a:rPr>
                  <a:t>(12</a:t>
                </a:r>
                <a:r>
                  <a:rPr lang="ko-KR" altLang="en-US" sz="1500" b="1" spc="-172" dirty="0">
                    <a:ln>
                      <a:solidFill>
                        <a:prstClr val="white">
                          <a:alpha val="10000"/>
                        </a:prstClr>
                      </a:solidFill>
                    </a:ln>
                    <a:solidFill>
                      <a:prstClr val="black"/>
                    </a:solidFill>
                    <a:latin typeface="Rix모던고딕 B" panose="02020603020101020101" pitchFamily="18" charset="-127"/>
                    <a:ea typeface="Rix모던고딕 B" panose="02020603020101020101" pitchFamily="18" charset="-127"/>
                  </a:rPr>
                  <a:t>종</a:t>
                </a:r>
                <a:r>
                  <a:rPr lang="en-US" altLang="ko-KR" sz="1500" b="1" spc="-172" dirty="0">
                    <a:ln>
                      <a:solidFill>
                        <a:prstClr val="white">
                          <a:alpha val="10000"/>
                        </a:prstClr>
                      </a:solidFill>
                    </a:ln>
                    <a:solidFill>
                      <a:prstClr val="black"/>
                    </a:solidFill>
                    <a:latin typeface="Rix모던고딕 B" panose="02020603020101020101" pitchFamily="18" charset="-127"/>
                    <a:ea typeface="Rix모던고딕 B" panose="02020603020101020101" pitchFamily="18" charset="-127"/>
                  </a:rPr>
                  <a:t>), </a:t>
                </a:r>
                <a:r>
                  <a:rPr lang="ko-KR" altLang="en-US" sz="1500" b="1" spc="-172" dirty="0">
                    <a:ln>
                      <a:solidFill>
                        <a:prstClr val="white">
                          <a:alpha val="10000"/>
                        </a:prstClr>
                      </a:solidFill>
                    </a:ln>
                    <a:solidFill>
                      <a:prstClr val="black"/>
                    </a:solidFill>
                    <a:latin typeface="Rix모던고딕 B" panose="02020603020101020101" pitchFamily="18" charset="-127"/>
                    <a:ea typeface="Rix모던고딕 B" panose="02020603020101020101" pitchFamily="18" charset="-127"/>
                  </a:rPr>
                  <a:t>다수</a:t>
                </a:r>
                <a:r>
                  <a:rPr lang="en-US" altLang="ko-KR" sz="1500" b="1" spc="-172" dirty="0">
                    <a:ln>
                      <a:solidFill>
                        <a:prstClr val="white">
                          <a:alpha val="10000"/>
                        </a:prstClr>
                      </a:solidFill>
                    </a:ln>
                    <a:solidFill>
                      <a:prstClr val="black"/>
                    </a:solidFill>
                    <a:latin typeface="Rix모던고딕 B" panose="02020603020101020101" pitchFamily="18" charset="-127"/>
                    <a:ea typeface="Rix모던고딕 B" panose="02020603020101020101" pitchFamily="18" charset="-127"/>
                  </a:rPr>
                  <a:t>(141</a:t>
                </a:r>
                <a:r>
                  <a:rPr lang="ko-KR" altLang="en-US" sz="1500" b="1" spc="-172" dirty="0">
                    <a:ln>
                      <a:solidFill>
                        <a:prstClr val="white">
                          <a:alpha val="10000"/>
                        </a:prstClr>
                      </a:solidFill>
                    </a:ln>
                    <a:solidFill>
                      <a:prstClr val="black"/>
                    </a:solidFill>
                    <a:latin typeface="Rix모던고딕 B" panose="02020603020101020101" pitchFamily="18" charset="-127"/>
                    <a:ea typeface="Rix모던고딕 B" panose="02020603020101020101" pitchFamily="18" charset="-127"/>
                  </a:rPr>
                  <a:t>식</a:t>
                </a:r>
                <a:r>
                  <a:rPr lang="en-US" altLang="ko-KR" sz="1500" b="1" spc="-172" dirty="0">
                    <a:ln>
                      <a:solidFill>
                        <a:prstClr val="white">
                          <a:alpha val="10000"/>
                        </a:prstClr>
                      </a:solidFill>
                    </a:ln>
                    <a:solidFill>
                      <a:prstClr val="black"/>
                    </a:solidFill>
                    <a:latin typeface="Rix모던고딕 B" panose="02020603020101020101" pitchFamily="18" charset="-127"/>
                    <a:ea typeface="Rix모던고딕 B" panose="02020603020101020101" pitchFamily="18" charset="-127"/>
                  </a:rPr>
                  <a:t>) </a:t>
                </a:r>
                <a:r>
                  <a:rPr lang="ko-KR" altLang="en-US" sz="1500" b="1" spc="-172" dirty="0">
                    <a:ln>
                      <a:solidFill>
                        <a:prstClr val="white">
                          <a:alpha val="10000"/>
                        </a:prstClr>
                      </a:solidFill>
                    </a:ln>
                    <a:solidFill>
                      <a:prstClr val="black"/>
                    </a:solidFill>
                    <a:latin typeface="Rix모던고딕 B" panose="02020603020101020101" pitchFamily="18" charset="-127"/>
                    <a:ea typeface="Rix모던고딕 B" panose="02020603020101020101" pitchFamily="18" charset="-127"/>
                  </a:rPr>
                  <a:t>장비를  </a:t>
                </a:r>
                <a:endParaRPr lang="en-US" altLang="ko-KR" sz="1500" b="1" spc="-172" dirty="0">
                  <a:ln>
                    <a:solidFill>
                      <a:prstClr val="white">
                        <a:alpha val="10000"/>
                      </a:prstClr>
                    </a:solidFill>
                  </a:ln>
                  <a:solidFill>
                    <a:prstClr val="black"/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</a:endParaRPr>
              </a:p>
              <a:p>
                <a:pPr marL="0" lvl="1" indent="-322611" defTabSz="1032353" fontAlgn="base" latinLnBrk="0">
                  <a:spcBef>
                    <a:spcPct val="0"/>
                  </a:spcBef>
                  <a:spcAft>
                    <a:spcPct val="0"/>
                  </a:spcAft>
                  <a:buClr>
                    <a:prstClr val="white"/>
                  </a:buClr>
                  <a:buSzPct val="80000"/>
                  <a:tabLst>
                    <a:tab pos="5886399" algn="l"/>
                  </a:tabLst>
                </a:pPr>
                <a:r>
                  <a:rPr lang="ko-KR" altLang="en-US" sz="1700" b="1" dirty="0" smtClean="0">
                    <a:ln>
                      <a:solidFill>
                        <a:prstClr val="white">
                          <a:alpha val="10000"/>
                        </a:prstClr>
                      </a:solidFill>
                    </a:ln>
                    <a:solidFill>
                      <a:srgbClr val="FF0000"/>
                    </a:solidFill>
                    <a:latin typeface="Rix모던고딕 B" panose="02020603020101020101" pitchFamily="18" charset="-127"/>
                    <a:ea typeface="Rix모던고딕 B" panose="02020603020101020101" pitchFamily="18" charset="-127"/>
                  </a:rPr>
                  <a:t>단기간 </a:t>
                </a:r>
                <a:r>
                  <a:rPr lang="ko-KR" altLang="en-US" sz="1700" b="1" dirty="0">
                    <a:ln>
                      <a:solidFill>
                        <a:prstClr val="white">
                          <a:alpha val="10000"/>
                        </a:prstClr>
                      </a:solidFill>
                    </a:ln>
                    <a:solidFill>
                      <a:srgbClr val="FF0000"/>
                    </a:solidFill>
                    <a:latin typeface="Rix모던고딕 B" panose="02020603020101020101" pitchFamily="18" charset="-127"/>
                    <a:ea typeface="Rix모던고딕 B" panose="02020603020101020101" pitchFamily="18" charset="-127"/>
                  </a:rPr>
                  <a:t>내</a:t>
                </a:r>
                <a:r>
                  <a:rPr lang="ko-KR" altLang="en-US" sz="1500" b="1" dirty="0">
                    <a:ln>
                      <a:solidFill>
                        <a:prstClr val="white">
                          <a:alpha val="10000"/>
                        </a:prstClr>
                      </a:solidFill>
                    </a:ln>
                    <a:solidFill>
                      <a:prstClr val="black"/>
                    </a:solidFill>
                    <a:latin typeface="Rix모던고딕 B" panose="02020603020101020101" pitchFamily="18" charset="-127"/>
                    <a:ea typeface="Rix모던고딕 B" panose="02020603020101020101" pitchFamily="18" charset="-127"/>
                  </a:rPr>
                  <a:t>에  안정적으로 구축 필요</a:t>
                </a:r>
                <a:endParaRPr lang="en-US" altLang="ko-KR" sz="1500" b="1" dirty="0">
                  <a:ln>
                    <a:solidFill>
                      <a:prstClr val="white">
                        <a:alpha val="10000"/>
                      </a:prstClr>
                    </a:solidFill>
                  </a:ln>
                  <a:solidFill>
                    <a:prstClr val="black"/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</a:endParaRPr>
              </a:p>
            </p:txBody>
          </p:sp>
        </p:grpSp>
        <p:grpSp>
          <p:nvGrpSpPr>
            <p:cNvPr id="78" name="그룹 77"/>
            <p:cNvGrpSpPr/>
            <p:nvPr/>
          </p:nvGrpSpPr>
          <p:grpSpPr>
            <a:xfrm>
              <a:off x="4936862" y="2081776"/>
              <a:ext cx="2198818" cy="561316"/>
              <a:chOff x="4440107" y="2081776"/>
              <a:chExt cx="2198818" cy="561316"/>
            </a:xfrm>
          </p:grpSpPr>
          <p:sp>
            <p:nvSpPr>
              <p:cNvPr id="83" name="오른쪽 화살표 82"/>
              <p:cNvSpPr/>
              <p:nvPr/>
            </p:nvSpPr>
            <p:spPr>
              <a:xfrm>
                <a:off x="4440107" y="2081776"/>
                <a:ext cx="2198818" cy="561316"/>
              </a:xfrm>
              <a:prstGeom prst="rightArrow">
                <a:avLst>
                  <a:gd name="adj1" fmla="val 62745"/>
                  <a:gd name="adj2" fmla="val 56373"/>
                </a:avLst>
              </a:prstGeom>
              <a:solidFill>
                <a:srgbClr val="1B91C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82935" tIns="41468" rIns="82935" bIns="41468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ko-KR" altLang="en-US" dirty="0"/>
              </a:p>
            </p:txBody>
          </p:sp>
          <p:sp>
            <p:nvSpPr>
              <p:cNvPr id="84" name="직사각형 83"/>
              <p:cNvSpPr/>
              <p:nvPr/>
            </p:nvSpPr>
            <p:spPr>
              <a:xfrm>
                <a:off x="5034942" y="2175332"/>
                <a:ext cx="1255528" cy="345356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82935" tIns="41468" rIns="82935" bIns="41468" numCol="1" spcCol="0" rtlCol="0" fromWordArt="0" anchor="ctr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marL="0" lvl="1" algn="r">
                  <a:spcBef>
                    <a:spcPct val="0"/>
                  </a:spcBef>
                </a:pPr>
                <a:r>
                  <a:rPr lang="en-US" altLang="ko-KR" sz="1700" spc="-96" dirty="0">
                    <a:solidFill>
                      <a:schemeClr val="bg1"/>
                    </a:solidFill>
                    <a:latin typeface="Rix모던고딕 B" panose="02020603020101020101" pitchFamily="18" charset="-127"/>
                    <a:ea typeface="Rix모던고딕 B" panose="02020603020101020101" pitchFamily="18" charset="-127"/>
                    <a:cs typeface="+mj-cs"/>
                  </a:rPr>
                  <a:t>Stability</a:t>
                </a:r>
              </a:p>
            </p:txBody>
          </p:sp>
        </p:grpSp>
        <p:grpSp>
          <p:nvGrpSpPr>
            <p:cNvPr id="79" name="그룹 78"/>
            <p:cNvGrpSpPr/>
            <p:nvPr/>
          </p:nvGrpSpPr>
          <p:grpSpPr>
            <a:xfrm>
              <a:off x="4506724" y="1894750"/>
              <a:ext cx="1091648" cy="961421"/>
              <a:chOff x="4009969" y="1894750"/>
              <a:chExt cx="1091648" cy="961421"/>
            </a:xfrm>
          </p:grpSpPr>
          <p:sp>
            <p:nvSpPr>
              <p:cNvPr id="80" name="타원 79"/>
              <p:cNvSpPr/>
              <p:nvPr/>
            </p:nvSpPr>
            <p:spPr>
              <a:xfrm>
                <a:off x="4073521" y="1894750"/>
                <a:ext cx="961421" cy="961421"/>
              </a:xfrm>
              <a:prstGeom prst="ellipse">
                <a:avLst/>
              </a:prstGeom>
              <a:solidFill>
                <a:schemeClr val="bg1"/>
              </a:solidFill>
              <a:ln w="57150">
                <a:solidFill>
                  <a:srgbClr val="1B91C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 smtClean="0">
                  <a:solidFill>
                    <a:schemeClr val="tx1"/>
                  </a:solidFill>
                </a:endParaRPr>
              </a:p>
            </p:txBody>
          </p:sp>
          <p:sp>
            <p:nvSpPr>
              <p:cNvPr id="81" name="TextBox 80"/>
              <p:cNvSpPr txBox="1"/>
              <p:nvPr/>
            </p:nvSpPr>
            <p:spPr>
              <a:xfrm>
                <a:off x="4009969" y="2248991"/>
                <a:ext cx="1091648" cy="26161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>
                <a:defPPr>
                  <a:defRPr lang="ko-KR"/>
                </a:defPPr>
                <a:lvl1pPr algn="ctr">
                  <a:defRPr sz="2000" b="1">
                    <a:ln w="22225">
                      <a:solidFill>
                        <a:schemeClr val="accent2"/>
                      </a:solidFill>
                      <a:prstDash val="solid"/>
                    </a:ln>
                    <a:solidFill>
                      <a:schemeClr val="accent2">
                        <a:lumMod val="40000"/>
                        <a:lumOff val="60000"/>
                      </a:schemeClr>
                    </a:solidFill>
                    <a:latin typeface="+mn-ea"/>
                  </a:defRPr>
                </a:lvl1pPr>
              </a:lstStyle>
              <a:p>
                <a:pPr defTabSz="767222" latinLnBrk="0"/>
                <a:r>
                  <a:rPr lang="ko-KR" altLang="en-US" sz="1700" spc="-191" dirty="0">
                    <a:ln>
                      <a:solidFill>
                        <a:prstClr val="white">
                          <a:alpha val="10000"/>
                        </a:prstClr>
                      </a:solidFill>
                    </a:ln>
                    <a:solidFill>
                      <a:schemeClr val="tx2">
                        <a:lumMod val="75000"/>
                      </a:schemeClr>
                    </a:solidFill>
                    <a:latin typeface="Rix모던고딕 EB" panose="02020603020101020101" pitchFamily="18" charset="-127"/>
                    <a:ea typeface="Rix모던고딕 EB" panose="02020603020101020101" pitchFamily="18" charset="-127"/>
                  </a:rPr>
                  <a:t>안정성</a:t>
                </a:r>
              </a:p>
            </p:txBody>
          </p:sp>
        </p:grpSp>
      </p:grpSp>
      <p:grpSp>
        <p:nvGrpSpPr>
          <p:cNvPr id="117" name="그룹 116"/>
          <p:cNvGrpSpPr/>
          <p:nvPr/>
        </p:nvGrpSpPr>
        <p:grpSpPr>
          <a:xfrm>
            <a:off x="0" y="3997703"/>
            <a:ext cx="10693400" cy="961421"/>
            <a:chOff x="0" y="1894750"/>
            <a:chExt cx="10693400" cy="961421"/>
          </a:xfrm>
        </p:grpSpPr>
        <p:grpSp>
          <p:nvGrpSpPr>
            <p:cNvPr id="120" name="그룹 119"/>
            <p:cNvGrpSpPr/>
            <p:nvPr/>
          </p:nvGrpSpPr>
          <p:grpSpPr>
            <a:xfrm>
              <a:off x="6814848" y="1986689"/>
              <a:ext cx="3878552" cy="756914"/>
              <a:chOff x="6814848" y="1986689"/>
              <a:chExt cx="3878552" cy="756914"/>
            </a:xfrm>
          </p:grpSpPr>
          <p:sp>
            <p:nvSpPr>
              <p:cNvPr id="139" name="직사각형 138"/>
              <p:cNvSpPr/>
              <p:nvPr/>
            </p:nvSpPr>
            <p:spPr>
              <a:xfrm>
                <a:off x="6814848" y="1986689"/>
                <a:ext cx="3878552" cy="756914"/>
              </a:xfrm>
              <a:prstGeom prst="rect">
                <a:avLst/>
              </a:prstGeom>
              <a:solidFill>
                <a:srgbClr val="1B91C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82935" tIns="41468" rIns="82935" bIns="41468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lvl="1" algn="ctr">
                  <a:spcBef>
                    <a:spcPct val="0"/>
                  </a:spcBef>
                </a:pPr>
                <a:endParaRPr lang="ko-KR" altLang="en-US" sz="1700" spc="-96" dirty="0">
                  <a:solidFill>
                    <a:schemeClr val="bg1"/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  <a:cs typeface="+mj-cs"/>
                </a:endParaRPr>
              </a:p>
            </p:txBody>
          </p:sp>
          <p:sp>
            <p:nvSpPr>
              <p:cNvPr id="140" name="TextBox 139"/>
              <p:cNvSpPr txBox="1"/>
              <p:nvPr/>
            </p:nvSpPr>
            <p:spPr>
              <a:xfrm>
                <a:off x="7212054" y="2081776"/>
                <a:ext cx="2176943" cy="563039"/>
              </a:xfrm>
              <a:prstGeom prst="rect">
                <a:avLst/>
              </a:prstGeom>
              <a:noFill/>
              <a:ln w="6350">
                <a:noFill/>
              </a:ln>
              <a:effectLst/>
              <a:scene3d>
                <a:camera prst="orthographicFront"/>
                <a:lightRig rig="threePt" dir="t"/>
              </a:scene3d>
              <a:sp3d>
                <a:bevelT w="0" h="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t" anchorCtr="0">
                <a:spAutoFit/>
                <a:sp3d>
                  <a:bevelT w="0" h="0"/>
                  <a:contourClr>
                    <a:schemeClr val="bg1"/>
                  </a:contourClr>
                </a:sp3d>
              </a:bodyPr>
              <a:lstStyle>
                <a:defPPr>
                  <a:defRPr lang="ko-KR"/>
                </a:defPPr>
                <a:lvl1pPr lvl="0" indent="-457200" algn="ctr" eaLnBrk="0" latinLnBrk="0" hangingPunct="0">
                  <a:lnSpc>
                    <a:spcPct val="100000"/>
                  </a:lnSpc>
                  <a:spcBef>
                    <a:spcPts val="200"/>
                  </a:spcBef>
                  <a:spcAft>
                    <a:spcPts val="600"/>
                  </a:spcAft>
                  <a:defRPr sz="1700" spc="-50">
                    <a:ln w="0"/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뫼비우스 Bold" panose="02000500000000000000" pitchFamily="2" charset="-127"/>
                    <a:ea typeface="뫼비우스 Bold" panose="02000500000000000000" pitchFamily="2" charset="-127"/>
                  </a:defRPr>
                </a:lvl1pPr>
              </a:lstStyle>
              <a:p>
                <a:pPr marL="137818" lvl="1" indent="-137818" defTabSz="1032353" fontAlgn="base" latinLnBrk="0">
                  <a:lnSpc>
                    <a:spcPct val="11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prstClr val="white"/>
                  </a:buClr>
                  <a:buSzPct val="80000"/>
                  <a:buFont typeface="Arial" panose="020B0604020202020204" pitchFamily="34" charset="0"/>
                  <a:buChar char="•"/>
                  <a:tabLst>
                    <a:tab pos="5886399" algn="l"/>
                  </a:tabLst>
                  <a:defRPr/>
                </a:pPr>
                <a:r>
                  <a:rPr lang="ko-KR" altLang="en-US" sz="1700" b="1" spc="-191" dirty="0">
                    <a:ln>
                      <a:solidFill>
                        <a:prstClr val="white">
                          <a:alpha val="10000"/>
                        </a:prstClr>
                      </a:solidFill>
                    </a:ln>
                    <a:solidFill>
                      <a:prstClr val="white"/>
                    </a:solidFill>
                    <a:latin typeface="Rix모던고딕 B" panose="02020603020101020101" pitchFamily="18" charset="-127"/>
                    <a:ea typeface="Rix모던고딕 B" panose="02020603020101020101" pitchFamily="18" charset="-127"/>
                  </a:rPr>
                  <a:t>군 경험 </a:t>
                </a:r>
                <a:r>
                  <a:rPr lang="en-US" altLang="ko-KR" sz="1700" b="1" spc="-191" dirty="0">
                    <a:ln>
                      <a:solidFill>
                        <a:prstClr val="white">
                          <a:alpha val="10000"/>
                        </a:prstClr>
                      </a:solidFill>
                    </a:ln>
                    <a:solidFill>
                      <a:prstClr val="white"/>
                    </a:solidFill>
                    <a:latin typeface="Rix모던고딕 B" panose="02020603020101020101" pitchFamily="18" charset="-127"/>
                    <a:ea typeface="Rix모던고딕 B" panose="02020603020101020101" pitchFamily="18" charset="-127"/>
                  </a:rPr>
                  <a:t>20</a:t>
                </a:r>
                <a:r>
                  <a:rPr lang="ko-KR" altLang="en-US" sz="1700" b="1" spc="-191" dirty="0">
                    <a:ln>
                      <a:solidFill>
                        <a:prstClr val="white">
                          <a:alpha val="10000"/>
                        </a:prstClr>
                      </a:solidFill>
                    </a:ln>
                    <a:solidFill>
                      <a:prstClr val="white"/>
                    </a:solidFill>
                    <a:latin typeface="Rix모던고딕 B" panose="02020603020101020101" pitchFamily="18" charset="-127"/>
                    <a:ea typeface="Rix모던고딕 B" panose="02020603020101020101" pitchFamily="18" charset="-127"/>
                  </a:rPr>
                  <a:t>년 이상의</a:t>
                </a:r>
                <a:r>
                  <a:rPr lang="en-US" altLang="ko-KR" sz="1700" b="1" spc="-191" dirty="0">
                    <a:ln>
                      <a:solidFill>
                        <a:prstClr val="white">
                          <a:alpha val="10000"/>
                        </a:prstClr>
                      </a:solidFill>
                    </a:ln>
                    <a:solidFill>
                      <a:prstClr val="white"/>
                    </a:solidFill>
                    <a:latin typeface="Rix모던고딕 B" panose="02020603020101020101" pitchFamily="18" charset="-127"/>
                    <a:ea typeface="Rix모던고딕 B" panose="02020603020101020101" pitchFamily="18" charset="-127"/>
                  </a:rPr>
                  <a:t> PM </a:t>
                </a:r>
                <a:r>
                  <a:rPr lang="ko-KR" altLang="en-US" sz="1700" b="1" spc="-191" dirty="0">
                    <a:ln>
                      <a:solidFill>
                        <a:prstClr val="white">
                          <a:alpha val="10000"/>
                        </a:prstClr>
                      </a:solidFill>
                    </a:ln>
                    <a:solidFill>
                      <a:prstClr val="white"/>
                    </a:solidFill>
                    <a:latin typeface="Rix모던고딕 B" panose="02020603020101020101" pitchFamily="18" charset="-127"/>
                    <a:ea typeface="Rix모던고딕 B" panose="02020603020101020101" pitchFamily="18" charset="-127"/>
                  </a:rPr>
                  <a:t>및</a:t>
                </a:r>
                <a:r>
                  <a:rPr lang="en-US" altLang="ko-KR" sz="1700" b="1" spc="-191" dirty="0">
                    <a:ln>
                      <a:solidFill>
                        <a:prstClr val="white">
                          <a:alpha val="10000"/>
                        </a:prstClr>
                      </a:solidFill>
                    </a:ln>
                    <a:solidFill>
                      <a:prstClr val="white"/>
                    </a:solidFill>
                    <a:latin typeface="Rix모던고딕 B" panose="02020603020101020101" pitchFamily="18" charset="-127"/>
                    <a:ea typeface="Rix모던고딕 B" panose="02020603020101020101" pitchFamily="18" charset="-127"/>
                  </a:rPr>
                  <a:t/>
                </a:r>
                <a:br>
                  <a:rPr lang="en-US" altLang="ko-KR" sz="1700" b="1" spc="-191" dirty="0">
                    <a:ln>
                      <a:solidFill>
                        <a:prstClr val="white">
                          <a:alpha val="10000"/>
                        </a:prstClr>
                      </a:solidFill>
                    </a:ln>
                    <a:solidFill>
                      <a:prstClr val="white"/>
                    </a:solidFill>
                    <a:latin typeface="Rix모던고딕 B" panose="02020603020101020101" pitchFamily="18" charset="-127"/>
                    <a:ea typeface="Rix모던고딕 B" panose="02020603020101020101" pitchFamily="18" charset="-127"/>
                  </a:rPr>
                </a:br>
                <a:r>
                  <a:rPr lang="ko-KR" altLang="en-US" sz="1700" b="1" spc="-191" dirty="0">
                    <a:ln>
                      <a:solidFill>
                        <a:prstClr val="white">
                          <a:alpha val="10000"/>
                        </a:prstClr>
                      </a:solidFill>
                    </a:ln>
                    <a:solidFill>
                      <a:prstClr val="white"/>
                    </a:solidFill>
                    <a:latin typeface="Rix모던고딕 B" panose="02020603020101020101" pitchFamily="18" charset="-127"/>
                    <a:ea typeface="Rix모던고딕 B" panose="02020603020101020101" pitchFamily="18" charset="-127"/>
                  </a:rPr>
                  <a:t>군사전문가</a:t>
                </a:r>
                <a:r>
                  <a:rPr lang="en-US" altLang="ko-KR" sz="1700" b="1" spc="-191" dirty="0">
                    <a:ln>
                      <a:solidFill>
                        <a:prstClr val="white">
                          <a:alpha val="10000"/>
                        </a:prstClr>
                      </a:solidFill>
                    </a:ln>
                    <a:solidFill>
                      <a:prstClr val="white"/>
                    </a:solidFill>
                    <a:latin typeface="Rix모던고딕 B" panose="02020603020101020101" pitchFamily="18" charset="-127"/>
                    <a:ea typeface="Rix모던고딕 B" panose="02020603020101020101" pitchFamily="18" charset="-127"/>
                  </a:rPr>
                  <a:t> </a:t>
                </a:r>
                <a:r>
                  <a:rPr lang="ko-KR" altLang="en-US" sz="1700" b="1" spc="-191" dirty="0">
                    <a:ln>
                      <a:solidFill>
                        <a:prstClr val="white">
                          <a:alpha val="10000"/>
                        </a:prstClr>
                      </a:solidFill>
                    </a:ln>
                    <a:solidFill>
                      <a:prstClr val="white"/>
                    </a:solidFill>
                    <a:latin typeface="Rix모던고딕 B" panose="02020603020101020101" pitchFamily="18" charset="-127"/>
                    <a:ea typeface="Rix모던고딕 B" panose="02020603020101020101" pitchFamily="18" charset="-127"/>
                  </a:rPr>
                  <a:t>투입</a:t>
                </a:r>
              </a:p>
            </p:txBody>
          </p:sp>
        </p:grpSp>
        <p:grpSp>
          <p:nvGrpSpPr>
            <p:cNvPr id="122" name="그룹 121"/>
            <p:cNvGrpSpPr/>
            <p:nvPr/>
          </p:nvGrpSpPr>
          <p:grpSpPr>
            <a:xfrm>
              <a:off x="0" y="1986689"/>
              <a:ext cx="5054600" cy="756914"/>
              <a:chOff x="0" y="1986689"/>
              <a:chExt cx="5054600" cy="756914"/>
            </a:xfrm>
          </p:grpSpPr>
          <p:sp>
            <p:nvSpPr>
              <p:cNvPr id="133" name="직사각형 132"/>
              <p:cNvSpPr/>
              <p:nvPr/>
            </p:nvSpPr>
            <p:spPr>
              <a:xfrm>
                <a:off x="0" y="1986689"/>
                <a:ext cx="5054600" cy="756914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82935" tIns="41468" rIns="82935" bIns="41468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lvl="1" algn="ctr">
                  <a:spcBef>
                    <a:spcPct val="0"/>
                  </a:spcBef>
                </a:pPr>
                <a:endParaRPr lang="ko-KR" altLang="en-US" sz="1700" spc="-96" dirty="0">
                  <a:solidFill>
                    <a:schemeClr val="bg1"/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  <a:cs typeface="+mj-cs"/>
                </a:endParaRPr>
              </a:p>
            </p:txBody>
          </p:sp>
          <p:grpSp>
            <p:nvGrpSpPr>
              <p:cNvPr id="135" name="그룹 134"/>
              <p:cNvGrpSpPr/>
              <p:nvPr/>
            </p:nvGrpSpPr>
            <p:grpSpPr>
              <a:xfrm>
                <a:off x="490812" y="2102511"/>
                <a:ext cx="456326" cy="528195"/>
                <a:chOff x="554204" y="2140317"/>
                <a:chExt cx="466074" cy="566339"/>
              </a:xfrm>
            </p:grpSpPr>
            <p:sp>
              <p:nvSpPr>
                <p:cNvPr id="137" name="직사각형 136"/>
                <p:cNvSpPr/>
                <p:nvPr/>
              </p:nvSpPr>
              <p:spPr>
                <a:xfrm>
                  <a:off x="554204" y="2140317"/>
                  <a:ext cx="466074" cy="566339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82935" tIns="41468" rIns="82935" bIns="41468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lvl="1" algn="ctr">
                    <a:spcBef>
                      <a:spcPct val="0"/>
                    </a:spcBef>
                  </a:pPr>
                  <a:endParaRPr lang="ko-KR" altLang="en-US" sz="1700" spc="-96" dirty="0">
                    <a:solidFill>
                      <a:schemeClr val="bg1"/>
                    </a:solidFill>
                    <a:latin typeface="Rix모던고딕 B" panose="02020603020101020101" pitchFamily="18" charset="-127"/>
                    <a:ea typeface="Rix모던고딕 B" panose="02020603020101020101" pitchFamily="18" charset="-127"/>
                    <a:cs typeface="+mj-cs"/>
                  </a:endParaRPr>
                </a:p>
              </p:txBody>
            </p:sp>
            <p:sp>
              <p:nvSpPr>
                <p:cNvPr id="138" name="TextBox 137"/>
                <p:cNvSpPr txBox="1"/>
                <p:nvPr/>
              </p:nvSpPr>
              <p:spPr>
                <a:xfrm>
                  <a:off x="609084" y="2235516"/>
                  <a:ext cx="356314" cy="379503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>
                  <a:defPPr>
                    <a:defRPr lang="ko-KR"/>
                  </a:defPPr>
                  <a:lvl1pPr algn="ctr">
                    <a:defRPr sz="2000" b="1">
                      <a:ln w="22225">
                        <a:solidFill>
                          <a:schemeClr val="accent2"/>
                        </a:solidFill>
                        <a:prstDash val="solid"/>
                      </a:ln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latin typeface="+mn-ea"/>
                    </a:defRPr>
                  </a:lvl1pPr>
                </a:lstStyle>
                <a:p>
                  <a:pPr defTabSz="767222" latinLnBrk="0">
                    <a:spcBef>
                      <a:spcPts val="84"/>
                    </a:spcBef>
                    <a:spcAft>
                      <a:spcPts val="84"/>
                    </a:spcAft>
                  </a:pPr>
                  <a:r>
                    <a:rPr lang="en-US" altLang="ko-KR" sz="2300" spc="-191" dirty="0" smtClean="0">
                      <a:ln>
                        <a:solidFill>
                          <a:prstClr val="white">
                            <a:alpha val="10000"/>
                          </a:prstClr>
                        </a:solidFill>
                      </a:ln>
                      <a:solidFill>
                        <a:schemeClr val="bg1">
                          <a:lumMod val="85000"/>
                        </a:schemeClr>
                      </a:solidFill>
                      <a:latin typeface="Rix모던고딕 B" panose="02020603020101020101" pitchFamily="18" charset="-127"/>
                      <a:ea typeface="Rix모던고딕 B" panose="02020603020101020101" pitchFamily="18" charset="-127"/>
                    </a:rPr>
                    <a:t>03</a:t>
                  </a:r>
                  <a:endParaRPr lang="en-US" altLang="ko-KR" sz="2300" spc="-191" dirty="0">
                    <a:ln>
                      <a:solidFill>
                        <a:prstClr val="white">
                          <a:alpha val="10000"/>
                        </a:prstClr>
                      </a:solidFill>
                    </a:ln>
                    <a:solidFill>
                      <a:schemeClr val="bg1">
                        <a:lumMod val="85000"/>
                      </a:schemeClr>
                    </a:solidFill>
                    <a:latin typeface="Rix모던고딕 B" panose="02020603020101020101" pitchFamily="18" charset="-127"/>
                    <a:ea typeface="Rix모던고딕 B" panose="02020603020101020101" pitchFamily="18" charset="-127"/>
                  </a:endParaRPr>
                </a:p>
              </p:txBody>
            </p:sp>
          </p:grpSp>
          <p:sp>
            <p:nvSpPr>
              <p:cNvPr id="136" name="TextBox 135"/>
              <p:cNvSpPr txBox="1"/>
              <p:nvPr/>
            </p:nvSpPr>
            <p:spPr>
              <a:xfrm>
                <a:off x="1152636" y="2098104"/>
                <a:ext cx="2829301" cy="523220"/>
              </a:xfrm>
              <a:prstGeom prst="rect">
                <a:avLst/>
              </a:prstGeom>
              <a:noFill/>
              <a:ln w="6350">
                <a:noFill/>
              </a:ln>
              <a:effectLst/>
              <a:scene3d>
                <a:camera prst="orthographicFront"/>
                <a:lightRig rig="threePt" dir="t"/>
              </a:scene3d>
              <a:sp3d>
                <a:bevelT w="0" h="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t" anchorCtr="0">
                <a:spAutoFit/>
                <a:sp3d>
                  <a:bevelT w="0" h="0"/>
                  <a:contourClr>
                    <a:schemeClr val="bg1"/>
                  </a:contourClr>
                </a:sp3d>
              </a:bodyPr>
              <a:lstStyle>
                <a:defPPr>
                  <a:defRPr lang="ko-KR"/>
                </a:defPPr>
                <a:lvl1pPr lvl="0" indent="-457200" algn="ctr" eaLnBrk="0" latinLnBrk="0" hangingPunct="0">
                  <a:lnSpc>
                    <a:spcPct val="100000"/>
                  </a:lnSpc>
                  <a:spcBef>
                    <a:spcPts val="200"/>
                  </a:spcBef>
                  <a:spcAft>
                    <a:spcPts val="600"/>
                  </a:spcAft>
                  <a:defRPr sz="1700" spc="-50">
                    <a:ln w="0"/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뫼비우스 Bold" panose="02000500000000000000" pitchFamily="2" charset="-127"/>
                    <a:ea typeface="뫼비우스 Bold" panose="02000500000000000000" pitchFamily="2" charset="-127"/>
                  </a:defRPr>
                </a:lvl1pPr>
              </a:lstStyle>
              <a:p>
                <a:pPr marL="0" lvl="1" indent="-322611" defTabSz="1032353" fontAlgn="base" latinLnBrk="0">
                  <a:spcBef>
                    <a:spcPct val="0"/>
                  </a:spcBef>
                  <a:spcAft>
                    <a:spcPct val="0"/>
                  </a:spcAft>
                  <a:buClr>
                    <a:prstClr val="white"/>
                  </a:buClr>
                  <a:buSzPct val="80000"/>
                  <a:tabLst>
                    <a:tab pos="5886399" algn="l"/>
                  </a:tabLst>
                  <a:defRPr/>
                </a:pPr>
                <a:r>
                  <a:rPr lang="ko-KR" altLang="en-US" sz="1500" b="1" spc="-125" dirty="0">
                    <a:ln>
                      <a:solidFill>
                        <a:prstClr val="white">
                          <a:alpha val="10000"/>
                        </a:prstClr>
                      </a:solidFill>
                    </a:ln>
                    <a:solidFill>
                      <a:prstClr val="black"/>
                    </a:solidFill>
                    <a:latin typeface="Rix모던고딕 B" panose="02020603020101020101" pitchFamily="18" charset="-127"/>
                    <a:ea typeface="Rix모던고딕 B" panose="02020603020101020101" pitchFamily="18" charset="-127"/>
                  </a:rPr>
                  <a:t>단순 구축이 아닌 </a:t>
                </a:r>
                <a:r>
                  <a:rPr lang="ko-KR" altLang="en-US" sz="1700" b="1" spc="-125" dirty="0" smtClean="0">
                    <a:ln>
                      <a:solidFill>
                        <a:prstClr val="white">
                          <a:alpha val="10000"/>
                        </a:prstClr>
                      </a:solidFill>
                    </a:ln>
                    <a:solidFill>
                      <a:srgbClr val="FF0000"/>
                    </a:solidFill>
                    <a:latin typeface="Rix모던고딕 B" panose="02020603020101020101" pitchFamily="18" charset="-127"/>
                    <a:ea typeface="Rix모던고딕 B" panose="02020603020101020101" pitchFamily="18" charset="-127"/>
                  </a:rPr>
                  <a:t>구축</a:t>
                </a:r>
                <a:r>
                  <a:rPr lang="ko-KR" altLang="en-US" sz="1700" b="1" spc="-125" dirty="0">
                    <a:ln>
                      <a:solidFill>
                        <a:prstClr val="white">
                          <a:alpha val="10000"/>
                        </a:prstClr>
                      </a:solidFill>
                    </a:ln>
                    <a:solidFill>
                      <a:srgbClr val="FF0000"/>
                    </a:solidFill>
                    <a:latin typeface="Rix모던고딕 B" panose="02020603020101020101" pitchFamily="18" charset="-127"/>
                    <a:ea typeface="Rix모던고딕 B" panose="02020603020101020101" pitchFamily="18" charset="-127"/>
                    <a:sym typeface="Wingdings" panose="05000000000000000000" pitchFamily="2" charset="2"/>
                  </a:rPr>
                  <a:t>ㆍ</a:t>
                </a:r>
                <a:r>
                  <a:rPr lang="ko-KR" altLang="en-US" sz="1700" b="1" spc="-125" dirty="0" smtClean="0">
                    <a:ln>
                      <a:solidFill>
                        <a:prstClr val="white">
                          <a:alpha val="10000"/>
                        </a:prstClr>
                      </a:solidFill>
                    </a:ln>
                    <a:solidFill>
                      <a:srgbClr val="FF0000"/>
                    </a:solidFill>
                    <a:latin typeface="Rix모던고딕 B" panose="02020603020101020101" pitchFamily="18" charset="-127"/>
                    <a:ea typeface="Rix모던고딕 B" panose="02020603020101020101" pitchFamily="18" charset="-127"/>
                  </a:rPr>
                  <a:t>이전 </a:t>
                </a:r>
                <a:r>
                  <a:rPr lang="ko-KR" altLang="en-US" sz="1700" b="1" spc="-125" dirty="0">
                    <a:ln>
                      <a:solidFill>
                        <a:prstClr val="white">
                          <a:alpha val="10000"/>
                        </a:prstClr>
                      </a:solidFill>
                    </a:ln>
                    <a:solidFill>
                      <a:srgbClr val="FF0000"/>
                    </a:solidFill>
                    <a:latin typeface="Rix모던고딕 B" panose="02020603020101020101" pitchFamily="18" charset="-127"/>
                    <a:ea typeface="Rix모던고딕 B" panose="02020603020101020101" pitchFamily="18" charset="-127"/>
                  </a:rPr>
                  <a:t>사업</a:t>
                </a:r>
                <a:r>
                  <a:rPr lang="ko-KR" altLang="en-US" sz="1500" b="1" spc="-125" dirty="0">
                    <a:ln>
                      <a:solidFill>
                        <a:prstClr val="white">
                          <a:alpha val="10000"/>
                        </a:prstClr>
                      </a:solidFill>
                    </a:ln>
                    <a:solidFill>
                      <a:prstClr val="black"/>
                    </a:solidFill>
                    <a:latin typeface="Rix모던고딕 B" panose="02020603020101020101" pitchFamily="18" charset="-127"/>
                    <a:ea typeface="Rix모던고딕 B" panose="02020603020101020101" pitchFamily="18" charset="-127"/>
                  </a:rPr>
                  <a:t>으로</a:t>
                </a:r>
                <a:endParaRPr lang="en-US" altLang="ko-KR" sz="1500" b="1" spc="-125" dirty="0">
                  <a:ln>
                    <a:solidFill>
                      <a:prstClr val="white">
                        <a:alpha val="10000"/>
                      </a:prstClr>
                    </a:solidFill>
                  </a:ln>
                  <a:solidFill>
                    <a:prstClr val="black"/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</a:endParaRPr>
              </a:p>
              <a:p>
                <a:pPr marL="0" lvl="1" indent="-322611" defTabSz="1032353" fontAlgn="base" latinLnBrk="0">
                  <a:spcBef>
                    <a:spcPct val="0"/>
                  </a:spcBef>
                  <a:spcAft>
                    <a:spcPct val="0"/>
                  </a:spcAft>
                  <a:buClr>
                    <a:prstClr val="white"/>
                  </a:buClr>
                  <a:buSzPct val="80000"/>
                  <a:tabLst>
                    <a:tab pos="5886399" algn="l"/>
                  </a:tabLst>
                  <a:defRPr/>
                </a:pPr>
                <a:r>
                  <a:rPr lang="ko-KR" altLang="en-US" sz="1700" b="1" spc="-125" dirty="0">
                    <a:ln>
                      <a:solidFill>
                        <a:prstClr val="white">
                          <a:alpha val="10000"/>
                        </a:prstClr>
                      </a:solidFill>
                    </a:ln>
                    <a:solidFill>
                      <a:srgbClr val="FF0000"/>
                    </a:solidFill>
                    <a:latin typeface="Rix모던고딕 B" panose="02020603020101020101" pitchFamily="18" charset="-127"/>
                    <a:ea typeface="Rix모던고딕 B" panose="02020603020101020101" pitchFamily="18" charset="-127"/>
                  </a:rPr>
                  <a:t>군 </a:t>
                </a:r>
                <a:r>
                  <a:rPr lang="ko-KR" altLang="en-US" sz="1700" b="1" spc="-125" dirty="0" smtClean="0">
                    <a:ln>
                      <a:solidFill>
                        <a:prstClr val="white">
                          <a:alpha val="10000"/>
                        </a:prstClr>
                      </a:solidFill>
                    </a:ln>
                    <a:solidFill>
                      <a:srgbClr val="FF0000"/>
                    </a:solidFill>
                    <a:latin typeface="Rix모던고딕 B" panose="02020603020101020101" pitchFamily="18" charset="-127"/>
                    <a:ea typeface="Rix모던고딕 B" panose="02020603020101020101" pitchFamily="18" charset="-127"/>
                  </a:rPr>
                  <a:t>업무</a:t>
                </a:r>
                <a:r>
                  <a:rPr lang="ko-KR" altLang="en-US" sz="1700" b="1" spc="-125" dirty="0">
                    <a:ln>
                      <a:solidFill>
                        <a:prstClr val="white">
                          <a:alpha val="10000"/>
                        </a:prstClr>
                      </a:solidFill>
                    </a:ln>
                    <a:solidFill>
                      <a:srgbClr val="FF0000"/>
                    </a:solidFill>
                    <a:latin typeface="Rix모던고딕 B" panose="02020603020101020101" pitchFamily="18" charset="-127"/>
                    <a:ea typeface="Rix모던고딕 B" panose="02020603020101020101" pitchFamily="18" charset="-127"/>
                    <a:sym typeface="Wingdings" panose="05000000000000000000" pitchFamily="2" charset="2"/>
                  </a:rPr>
                  <a:t>ㆍ</a:t>
                </a:r>
                <a:r>
                  <a:rPr lang="ko-KR" altLang="en-US" sz="1700" b="1" spc="-125" dirty="0" smtClean="0">
                    <a:ln>
                      <a:solidFill>
                        <a:prstClr val="white">
                          <a:alpha val="10000"/>
                        </a:prstClr>
                      </a:solidFill>
                    </a:ln>
                    <a:solidFill>
                      <a:srgbClr val="FF0000"/>
                    </a:solidFill>
                    <a:latin typeface="Rix모던고딕 B" panose="02020603020101020101" pitchFamily="18" charset="-127"/>
                    <a:ea typeface="Rix모던고딕 B" panose="02020603020101020101" pitchFamily="18" charset="-127"/>
                  </a:rPr>
                  <a:t>체계</a:t>
                </a:r>
                <a:r>
                  <a:rPr lang="ko-KR" altLang="en-US" sz="1500" b="1" spc="-125" dirty="0" smtClean="0">
                    <a:ln>
                      <a:solidFill>
                        <a:prstClr val="white">
                          <a:alpha val="10000"/>
                        </a:prstClr>
                      </a:solidFill>
                    </a:ln>
                    <a:solidFill>
                      <a:prstClr val="black"/>
                    </a:solidFill>
                    <a:latin typeface="Rix모던고딕 B" panose="02020603020101020101" pitchFamily="18" charset="-127"/>
                    <a:ea typeface="Rix모던고딕 B" panose="02020603020101020101" pitchFamily="18" charset="-127"/>
                  </a:rPr>
                  <a:t>에 </a:t>
                </a:r>
                <a:r>
                  <a:rPr lang="ko-KR" altLang="en-US" sz="1500" b="1" spc="-125" dirty="0">
                    <a:ln>
                      <a:solidFill>
                        <a:prstClr val="white">
                          <a:alpha val="10000"/>
                        </a:prstClr>
                      </a:solidFill>
                    </a:ln>
                    <a:solidFill>
                      <a:prstClr val="black"/>
                    </a:solidFill>
                    <a:latin typeface="Rix모던고딕 B" panose="02020603020101020101" pitchFamily="18" charset="-127"/>
                    <a:ea typeface="Rix모던고딕 B" panose="02020603020101020101" pitchFamily="18" charset="-127"/>
                  </a:rPr>
                  <a:t>대한 깊은 이해 필요</a:t>
                </a:r>
                <a:endParaRPr lang="en-US" altLang="ko-KR" sz="1500" b="1" spc="-125" dirty="0">
                  <a:ln>
                    <a:solidFill>
                      <a:prstClr val="white">
                        <a:alpha val="10000"/>
                      </a:prstClr>
                    </a:solidFill>
                  </a:ln>
                  <a:solidFill>
                    <a:prstClr val="black"/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</a:endParaRPr>
              </a:p>
            </p:txBody>
          </p:sp>
        </p:grpSp>
        <p:grpSp>
          <p:nvGrpSpPr>
            <p:cNvPr id="123" name="그룹 122"/>
            <p:cNvGrpSpPr/>
            <p:nvPr/>
          </p:nvGrpSpPr>
          <p:grpSpPr>
            <a:xfrm>
              <a:off x="4936862" y="2081776"/>
              <a:ext cx="2198818" cy="561316"/>
              <a:chOff x="4440107" y="2081776"/>
              <a:chExt cx="2198818" cy="561316"/>
            </a:xfrm>
          </p:grpSpPr>
          <p:sp>
            <p:nvSpPr>
              <p:cNvPr id="127" name="오른쪽 화살표 126"/>
              <p:cNvSpPr/>
              <p:nvPr/>
            </p:nvSpPr>
            <p:spPr>
              <a:xfrm>
                <a:off x="4440107" y="2081776"/>
                <a:ext cx="2198818" cy="561316"/>
              </a:xfrm>
              <a:prstGeom prst="rightArrow">
                <a:avLst>
                  <a:gd name="adj1" fmla="val 62745"/>
                  <a:gd name="adj2" fmla="val 56373"/>
                </a:avLst>
              </a:prstGeom>
              <a:solidFill>
                <a:schemeClr val="tx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82935" tIns="41468" rIns="82935" bIns="41468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ko-KR" altLang="en-US" dirty="0"/>
              </a:p>
            </p:txBody>
          </p:sp>
          <p:sp>
            <p:nvSpPr>
              <p:cNvPr id="130" name="직사각형 129"/>
              <p:cNvSpPr/>
              <p:nvPr/>
            </p:nvSpPr>
            <p:spPr>
              <a:xfrm>
                <a:off x="5034942" y="2175332"/>
                <a:ext cx="1255528" cy="345356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82935" tIns="41468" rIns="82935" bIns="41468" numCol="1" spcCol="0" rtlCol="0" fromWordArt="0" anchor="ctr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marL="0" lvl="1" algn="r">
                  <a:spcBef>
                    <a:spcPct val="0"/>
                  </a:spcBef>
                </a:pPr>
                <a:r>
                  <a:rPr lang="en-US" altLang="ko-KR" sz="1700" spc="-96" dirty="0">
                    <a:solidFill>
                      <a:schemeClr val="bg1"/>
                    </a:solidFill>
                    <a:latin typeface="Rix모던고딕 B" panose="02020603020101020101" pitchFamily="18" charset="-127"/>
                    <a:ea typeface="Rix모던고딕 B" panose="02020603020101020101" pitchFamily="18" charset="-127"/>
                    <a:cs typeface="+mj-cs"/>
                  </a:rPr>
                  <a:t>Specialty</a:t>
                </a:r>
              </a:p>
            </p:txBody>
          </p:sp>
        </p:grpSp>
        <p:grpSp>
          <p:nvGrpSpPr>
            <p:cNvPr id="124" name="그룹 123"/>
            <p:cNvGrpSpPr/>
            <p:nvPr/>
          </p:nvGrpSpPr>
          <p:grpSpPr>
            <a:xfrm>
              <a:off x="4506724" y="1894750"/>
              <a:ext cx="1091648" cy="961421"/>
              <a:chOff x="4009969" y="1894750"/>
              <a:chExt cx="1091648" cy="961421"/>
            </a:xfrm>
          </p:grpSpPr>
          <p:sp>
            <p:nvSpPr>
              <p:cNvPr id="125" name="타원 124"/>
              <p:cNvSpPr/>
              <p:nvPr/>
            </p:nvSpPr>
            <p:spPr>
              <a:xfrm>
                <a:off x="4073521" y="1894750"/>
                <a:ext cx="961421" cy="961421"/>
              </a:xfrm>
              <a:prstGeom prst="ellipse">
                <a:avLst/>
              </a:prstGeom>
              <a:solidFill>
                <a:schemeClr val="bg1"/>
              </a:solidFill>
              <a:ln w="57150">
                <a:solidFill>
                  <a:schemeClr val="tx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 smtClean="0">
                  <a:solidFill>
                    <a:schemeClr val="tx1"/>
                  </a:solidFill>
                </a:endParaRPr>
              </a:p>
            </p:txBody>
          </p:sp>
          <p:sp>
            <p:nvSpPr>
              <p:cNvPr id="126" name="TextBox 125"/>
              <p:cNvSpPr txBox="1"/>
              <p:nvPr/>
            </p:nvSpPr>
            <p:spPr>
              <a:xfrm>
                <a:off x="4009969" y="2244968"/>
                <a:ext cx="1091648" cy="26161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>
                <a:defPPr>
                  <a:defRPr lang="ko-KR"/>
                </a:defPPr>
                <a:lvl1pPr algn="ctr">
                  <a:defRPr sz="2000" b="1">
                    <a:ln w="22225">
                      <a:solidFill>
                        <a:schemeClr val="accent2"/>
                      </a:solidFill>
                      <a:prstDash val="solid"/>
                    </a:ln>
                    <a:solidFill>
                      <a:schemeClr val="accent2">
                        <a:lumMod val="40000"/>
                        <a:lumOff val="60000"/>
                      </a:schemeClr>
                    </a:solidFill>
                    <a:latin typeface="+mn-ea"/>
                  </a:defRPr>
                </a:lvl1pPr>
              </a:lstStyle>
              <a:p>
                <a:pPr defTabSz="767222" latinLnBrk="0"/>
                <a:r>
                  <a:rPr lang="ko-KR" altLang="en-US" sz="1700" spc="-191" dirty="0">
                    <a:ln>
                      <a:solidFill>
                        <a:prstClr val="white">
                          <a:alpha val="10000"/>
                        </a:prstClr>
                      </a:solidFill>
                    </a:ln>
                    <a:solidFill>
                      <a:schemeClr val="tx2">
                        <a:lumMod val="75000"/>
                      </a:schemeClr>
                    </a:solidFill>
                    <a:latin typeface="Rix모던고딕 EB" panose="02020603020101020101" pitchFamily="18" charset="-127"/>
                    <a:ea typeface="Rix모던고딕 EB" panose="02020603020101020101" pitchFamily="18" charset="-127"/>
                  </a:rPr>
                  <a:t>전문성</a:t>
                </a:r>
              </a:p>
            </p:txBody>
          </p:sp>
        </p:grpSp>
      </p:grpSp>
      <p:grpSp>
        <p:nvGrpSpPr>
          <p:cNvPr id="141" name="그룹 140"/>
          <p:cNvGrpSpPr/>
          <p:nvPr/>
        </p:nvGrpSpPr>
        <p:grpSpPr>
          <a:xfrm>
            <a:off x="0" y="5097872"/>
            <a:ext cx="10693400" cy="961421"/>
            <a:chOff x="0" y="1894750"/>
            <a:chExt cx="10693400" cy="961421"/>
          </a:xfrm>
        </p:grpSpPr>
        <p:grpSp>
          <p:nvGrpSpPr>
            <p:cNvPr id="142" name="그룹 141"/>
            <p:cNvGrpSpPr/>
            <p:nvPr/>
          </p:nvGrpSpPr>
          <p:grpSpPr>
            <a:xfrm>
              <a:off x="6814848" y="1986689"/>
              <a:ext cx="3878552" cy="756914"/>
              <a:chOff x="6814848" y="1986689"/>
              <a:chExt cx="3878552" cy="756914"/>
            </a:xfrm>
          </p:grpSpPr>
          <p:sp>
            <p:nvSpPr>
              <p:cNvPr id="158" name="직사각형 157"/>
              <p:cNvSpPr/>
              <p:nvPr/>
            </p:nvSpPr>
            <p:spPr>
              <a:xfrm>
                <a:off x="6814848" y="1986689"/>
                <a:ext cx="3878552" cy="756914"/>
              </a:xfrm>
              <a:prstGeom prst="rect">
                <a:avLst/>
              </a:prstGeom>
              <a:solidFill>
                <a:schemeClr val="tx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82935" tIns="41468" rIns="82935" bIns="41468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1"/>
                <a:endParaRPr lang="ko-KR" altLang="en-US" dirty="0"/>
              </a:p>
            </p:txBody>
          </p:sp>
          <p:sp>
            <p:nvSpPr>
              <p:cNvPr id="159" name="TextBox 158"/>
              <p:cNvSpPr txBox="1"/>
              <p:nvPr/>
            </p:nvSpPr>
            <p:spPr>
              <a:xfrm>
                <a:off x="7212054" y="2081776"/>
                <a:ext cx="2689454" cy="563039"/>
              </a:xfrm>
              <a:prstGeom prst="rect">
                <a:avLst/>
              </a:prstGeom>
              <a:noFill/>
              <a:ln w="6350">
                <a:noFill/>
              </a:ln>
              <a:effectLst/>
              <a:scene3d>
                <a:camera prst="orthographicFront"/>
                <a:lightRig rig="threePt" dir="t"/>
              </a:scene3d>
              <a:sp3d>
                <a:bevelT w="0" h="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t" anchorCtr="0">
                <a:spAutoFit/>
                <a:sp3d>
                  <a:bevelT w="0" h="0"/>
                  <a:contourClr>
                    <a:schemeClr val="bg1"/>
                  </a:contourClr>
                </a:sp3d>
              </a:bodyPr>
              <a:lstStyle>
                <a:defPPr>
                  <a:defRPr lang="ko-KR"/>
                </a:defPPr>
                <a:lvl1pPr lvl="0" indent="-457200" algn="ctr" eaLnBrk="0" latinLnBrk="0" hangingPunct="0">
                  <a:lnSpc>
                    <a:spcPct val="100000"/>
                  </a:lnSpc>
                  <a:spcBef>
                    <a:spcPts val="200"/>
                  </a:spcBef>
                  <a:spcAft>
                    <a:spcPts val="600"/>
                  </a:spcAft>
                  <a:defRPr sz="1700" spc="-50">
                    <a:ln w="0"/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뫼비우스 Bold" panose="02000500000000000000" pitchFamily="2" charset="-127"/>
                    <a:ea typeface="뫼비우스 Bold" panose="02000500000000000000" pitchFamily="2" charset="-127"/>
                  </a:defRPr>
                </a:lvl1pPr>
              </a:lstStyle>
              <a:p>
                <a:pPr marL="137818" lvl="1" indent="-137818" defTabSz="1032353" fontAlgn="base" latinLnBrk="0">
                  <a:lnSpc>
                    <a:spcPct val="11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prstClr val="white"/>
                  </a:buClr>
                  <a:buSzPct val="80000"/>
                  <a:buFont typeface="Arial" panose="020B0604020202020204" pitchFamily="34" charset="0"/>
                  <a:buChar char="•"/>
                  <a:tabLst>
                    <a:tab pos="5886399" algn="l"/>
                  </a:tabLst>
                  <a:defRPr/>
                </a:pPr>
                <a:r>
                  <a:rPr lang="ko-KR" altLang="en-US" sz="1700" b="1" spc="-191" dirty="0">
                    <a:ln>
                      <a:solidFill>
                        <a:prstClr val="white">
                          <a:alpha val="10000"/>
                        </a:prstClr>
                      </a:solidFill>
                    </a:ln>
                    <a:solidFill>
                      <a:prstClr val="white"/>
                    </a:solidFill>
                    <a:latin typeface="Rix모던고딕 B" panose="02020603020101020101" pitchFamily="18" charset="-127"/>
                    <a:ea typeface="Rix모던고딕 B" panose="02020603020101020101" pitchFamily="18" charset="-127"/>
                  </a:rPr>
                  <a:t>기존 정보보호 체계와의 완벽 연동</a:t>
                </a:r>
                <a:endParaRPr lang="en-US" altLang="ko-KR" sz="1700" b="1" spc="-191" dirty="0">
                  <a:ln>
                    <a:solidFill>
                      <a:prstClr val="white">
                        <a:alpha val="10000"/>
                      </a:prstClr>
                    </a:solidFill>
                  </a:ln>
                  <a:solidFill>
                    <a:prstClr val="white"/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</a:endParaRPr>
              </a:p>
              <a:p>
                <a:pPr marL="137818" lvl="1" indent="-137818" defTabSz="1032353" fontAlgn="base" latinLnBrk="0">
                  <a:lnSpc>
                    <a:spcPct val="11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prstClr val="white"/>
                  </a:buClr>
                  <a:buSzPct val="80000"/>
                  <a:buFont typeface="Arial" panose="020B0604020202020204" pitchFamily="34" charset="0"/>
                  <a:buChar char="•"/>
                  <a:tabLst>
                    <a:tab pos="5886399" algn="l"/>
                  </a:tabLst>
                  <a:defRPr/>
                </a:pPr>
                <a:r>
                  <a:rPr lang="en-US" altLang="ko-KR" sz="1700" b="1" spc="-191" dirty="0">
                    <a:ln>
                      <a:solidFill>
                        <a:prstClr val="white">
                          <a:alpha val="10000"/>
                        </a:prstClr>
                      </a:solidFill>
                    </a:ln>
                    <a:solidFill>
                      <a:prstClr val="white"/>
                    </a:solidFill>
                    <a:latin typeface="Rix모던고딕 B" panose="02020603020101020101" pitchFamily="18" charset="-127"/>
                    <a:ea typeface="Rix모던고딕 B" panose="02020603020101020101" pitchFamily="18" charset="-127"/>
                  </a:rPr>
                  <a:t>NW</a:t>
                </a:r>
                <a:r>
                  <a:rPr lang="ko-KR" altLang="en-US" sz="1700" b="1" spc="-191" dirty="0">
                    <a:ln>
                      <a:solidFill>
                        <a:prstClr val="white">
                          <a:alpha val="10000"/>
                        </a:prstClr>
                      </a:solidFill>
                    </a:ln>
                    <a:solidFill>
                      <a:prstClr val="white"/>
                    </a:solidFill>
                    <a:latin typeface="Rix모던고딕 B" panose="02020603020101020101" pitchFamily="18" charset="-127"/>
                    <a:ea typeface="Rix모던고딕 B" panose="02020603020101020101" pitchFamily="18" charset="-127"/>
                  </a:rPr>
                  <a:t>장비에 대한 보안 적합성 검증</a:t>
                </a:r>
              </a:p>
            </p:txBody>
          </p:sp>
        </p:grpSp>
        <p:grpSp>
          <p:nvGrpSpPr>
            <p:cNvPr id="143" name="그룹 142"/>
            <p:cNvGrpSpPr/>
            <p:nvPr/>
          </p:nvGrpSpPr>
          <p:grpSpPr>
            <a:xfrm>
              <a:off x="0" y="1986689"/>
              <a:ext cx="5054600" cy="756914"/>
              <a:chOff x="0" y="1986689"/>
              <a:chExt cx="5054600" cy="756914"/>
            </a:xfrm>
          </p:grpSpPr>
          <p:sp>
            <p:nvSpPr>
              <p:cNvPr id="153" name="직사각형 152"/>
              <p:cNvSpPr/>
              <p:nvPr/>
            </p:nvSpPr>
            <p:spPr>
              <a:xfrm>
                <a:off x="0" y="1986689"/>
                <a:ext cx="5054600" cy="756914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82935" tIns="41468" rIns="82935" bIns="41468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lvl="1" algn="ctr">
                  <a:spcBef>
                    <a:spcPct val="0"/>
                  </a:spcBef>
                </a:pPr>
                <a:endParaRPr lang="ko-KR" altLang="en-US" sz="1700" spc="-96" dirty="0">
                  <a:solidFill>
                    <a:schemeClr val="bg1"/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  <a:cs typeface="+mj-cs"/>
                </a:endParaRPr>
              </a:p>
            </p:txBody>
          </p:sp>
          <p:grpSp>
            <p:nvGrpSpPr>
              <p:cNvPr id="154" name="그룹 153"/>
              <p:cNvGrpSpPr/>
              <p:nvPr/>
            </p:nvGrpSpPr>
            <p:grpSpPr>
              <a:xfrm>
                <a:off x="490812" y="2102511"/>
                <a:ext cx="456326" cy="528195"/>
                <a:chOff x="554204" y="2140317"/>
                <a:chExt cx="466074" cy="566339"/>
              </a:xfrm>
            </p:grpSpPr>
            <p:sp>
              <p:nvSpPr>
                <p:cNvPr id="156" name="직사각형 155"/>
                <p:cNvSpPr/>
                <p:nvPr/>
              </p:nvSpPr>
              <p:spPr>
                <a:xfrm>
                  <a:off x="554204" y="2140317"/>
                  <a:ext cx="466074" cy="566339"/>
                </a:xfrm>
                <a:prstGeom prst="rect">
                  <a:avLst/>
                </a:prstGeom>
                <a:solidFill>
                  <a:schemeClr val="tx1">
                    <a:lumMod val="50000"/>
                    <a:lumOff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82935" tIns="41468" rIns="82935" bIns="41468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lvl="1" algn="ctr">
                    <a:spcBef>
                      <a:spcPct val="0"/>
                    </a:spcBef>
                  </a:pPr>
                  <a:endParaRPr lang="ko-KR" altLang="en-US" sz="1700" spc="-96" dirty="0">
                    <a:solidFill>
                      <a:schemeClr val="bg1"/>
                    </a:solidFill>
                    <a:latin typeface="Rix모던고딕 B" panose="02020603020101020101" pitchFamily="18" charset="-127"/>
                    <a:ea typeface="Rix모던고딕 B" panose="02020603020101020101" pitchFamily="18" charset="-127"/>
                    <a:cs typeface="+mj-cs"/>
                  </a:endParaRPr>
                </a:p>
              </p:txBody>
            </p:sp>
            <p:sp>
              <p:nvSpPr>
                <p:cNvPr id="157" name="TextBox 156"/>
                <p:cNvSpPr txBox="1"/>
                <p:nvPr/>
              </p:nvSpPr>
              <p:spPr>
                <a:xfrm>
                  <a:off x="609084" y="2235516"/>
                  <a:ext cx="356314" cy="379503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>
                  <a:defPPr>
                    <a:defRPr lang="ko-KR"/>
                  </a:defPPr>
                  <a:lvl1pPr algn="ctr">
                    <a:defRPr sz="2000" b="1">
                      <a:ln w="22225">
                        <a:solidFill>
                          <a:schemeClr val="accent2"/>
                        </a:solidFill>
                        <a:prstDash val="solid"/>
                      </a:ln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latin typeface="+mn-ea"/>
                    </a:defRPr>
                  </a:lvl1pPr>
                </a:lstStyle>
                <a:p>
                  <a:pPr defTabSz="767222" latinLnBrk="0">
                    <a:spcBef>
                      <a:spcPts val="84"/>
                    </a:spcBef>
                    <a:spcAft>
                      <a:spcPts val="84"/>
                    </a:spcAft>
                  </a:pPr>
                  <a:r>
                    <a:rPr lang="en-US" altLang="ko-KR" sz="2300" spc="-191" dirty="0" smtClean="0">
                      <a:ln>
                        <a:solidFill>
                          <a:prstClr val="white">
                            <a:alpha val="10000"/>
                          </a:prstClr>
                        </a:solidFill>
                      </a:ln>
                      <a:solidFill>
                        <a:schemeClr val="bg1">
                          <a:lumMod val="85000"/>
                        </a:schemeClr>
                      </a:solidFill>
                      <a:latin typeface="Rix모던고딕 B" panose="02020603020101020101" pitchFamily="18" charset="-127"/>
                      <a:ea typeface="Rix모던고딕 B" panose="02020603020101020101" pitchFamily="18" charset="-127"/>
                    </a:rPr>
                    <a:t>04</a:t>
                  </a:r>
                  <a:endParaRPr lang="en-US" altLang="ko-KR" sz="2300" spc="-191" dirty="0">
                    <a:ln>
                      <a:solidFill>
                        <a:prstClr val="white">
                          <a:alpha val="10000"/>
                        </a:prstClr>
                      </a:solidFill>
                    </a:ln>
                    <a:solidFill>
                      <a:schemeClr val="bg1">
                        <a:lumMod val="85000"/>
                      </a:schemeClr>
                    </a:solidFill>
                    <a:latin typeface="Rix모던고딕 B" panose="02020603020101020101" pitchFamily="18" charset="-127"/>
                    <a:ea typeface="Rix모던고딕 B" panose="02020603020101020101" pitchFamily="18" charset="-127"/>
                  </a:endParaRPr>
                </a:p>
              </p:txBody>
            </p:sp>
          </p:grpSp>
          <p:sp>
            <p:nvSpPr>
              <p:cNvPr id="155" name="TextBox 154"/>
              <p:cNvSpPr txBox="1"/>
              <p:nvPr/>
            </p:nvSpPr>
            <p:spPr>
              <a:xfrm>
                <a:off x="1152636" y="2098104"/>
                <a:ext cx="2502288" cy="523220"/>
              </a:xfrm>
              <a:prstGeom prst="rect">
                <a:avLst/>
              </a:prstGeom>
              <a:noFill/>
              <a:ln w="6350">
                <a:noFill/>
              </a:ln>
              <a:effectLst/>
              <a:scene3d>
                <a:camera prst="orthographicFront"/>
                <a:lightRig rig="threePt" dir="t"/>
              </a:scene3d>
              <a:sp3d>
                <a:bevelT w="0" h="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t" anchorCtr="0">
                <a:spAutoFit/>
                <a:sp3d>
                  <a:bevelT w="0" h="0"/>
                  <a:contourClr>
                    <a:schemeClr val="bg1"/>
                  </a:contourClr>
                </a:sp3d>
              </a:bodyPr>
              <a:lstStyle>
                <a:defPPr>
                  <a:defRPr lang="ko-KR"/>
                </a:defPPr>
                <a:lvl1pPr lvl="0" indent="-457200" algn="ctr" eaLnBrk="0" latinLnBrk="0" hangingPunct="0">
                  <a:lnSpc>
                    <a:spcPct val="100000"/>
                  </a:lnSpc>
                  <a:spcBef>
                    <a:spcPts val="200"/>
                  </a:spcBef>
                  <a:spcAft>
                    <a:spcPts val="600"/>
                  </a:spcAft>
                  <a:defRPr sz="1700" spc="-50">
                    <a:ln w="0"/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뫼비우스 Bold" panose="02000500000000000000" pitchFamily="2" charset="-127"/>
                    <a:ea typeface="뫼비우스 Bold" panose="02000500000000000000" pitchFamily="2" charset="-127"/>
                  </a:defRPr>
                </a:lvl1pPr>
              </a:lstStyle>
              <a:p>
                <a:pPr marL="0" lvl="1" indent="-322611" defTabSz="1032353" fontAlgn="base" latinLnBrk="0">
                  <a:spcBef>
                    <a:spcPct val="0"/>
                  </a:spcBef>
                  <a:spcAft>
                    <a:spcPct val="0"/>
                  </a:spcAft>
                  <a:buClr>
                    <a:prstClr val="white"/>
                  </a:buClr>
                  <a:buSzPct val="80000"/>
                  <a:tabLst>
                    <a:tab pos="5886399" algn="l"/>
                  </a:tabLst>
                  <a:defRPr/>
                </a:pPr>
                <a:r>
                  <a:rPr lang="ko-KR" altLang="en-US" sz="1500" b="1" spc="-125" dirty="0">
                    <a:ln>
                      <a:solidFill>
                        <a:prstClr val="white">
                          <a:alpha val="10000"/>
                        </a:prstClr>
                      </a:solidFill>
                    </a:ln>
                    <a:solidFill>
                      <a:prstClr val="black"/>
                    </a:solidFill>
                    <a:latin typeface="Rix모던고딕 B" panose="02020603020101020101" pitchFamily="18" charset="-127"/>
                    <a:ea typeface="Rix모던고딕 B" panose="02020603020101020101" pitchFamily="18" charset="-127"/>
                  </a:rPr>
                  <a:t>기존 </a:t>
                </a:r>
                <a:r>
                  <a:rPr lang="ko-KR" altLang="en-US" sz="1700" b="1" spc="-125" dirty="0">
                    <a:ln>
                      <a:solidFill>
                        <a:prstClr val="white">
                          <a:alpha val="10000"/>
                        </a:prstClr>
                      </a:solidFill>
                    </a:ln>
                    <a:solidFill>
                      <a:srgbClr val="FF0000"/>
                    </a:solidFill>
                    <a:latin typeface="Rix모던고딕 B" panose="02020603020101020101" pitchFamily="18" charset="-127"/>
                    <a:ea typeface="Rix모던고딕 B" panose="02020603020101020101" pitchFamily="18" charset="-127"/>
                  </a:rPr>
                  <a:t>정보보호 체계</a:t>
                </a:r>
                <a:r>
                  <a:rPr lang="ko-KR" altLang="en-US" sz="1500" b="1" spc="-125" dirty="0">
                    <a:ln>
                      <a:solidFill>
                        <a:prstClr val="white">
                          <a:alpha val="10000"/>
                        </a:prstClr>
                      </a:solidFill>
                    </a:ln>
                    <a:solidFill>
                      <a:prstClr val="black"/>
                    </a:solidFill>
                    <a:latin typeface="Rix모던고딕 B" panose="02020603020101020101" pitchFamily="18" charset="-127"/>
                    <a:ea typeface="Rix모던고딕 B" panose="02020603020101020101" pitchFamily="18" charset="-127"/>
                  </a:rPr>
                  <a:t>와의 </a:t>
                </a:r>
                <a:r>
                  <a:rPr lang="ko-KR" altLang="en-US" sz="1700" b="1" spc="-125" dirty="0">
                    <a:ln>
                      <a:solidFill>
                        <a:prstClr val="white">
                          <a:alpha val="10000"/>
                        </a:prstClr>
                      </a:solidFill>
                    </a:ln>
                    <a:solidFill>
                      <a:srgbClr val="FF0000"/>
                    </a:solidFill>
                    <a:latin typeface="Rix모던고딕 B" panose="02020603020101020101" pitchFamily="18" charset="-127"/>
                    <a:ea typeface="Rix모던고딕 B" panose="02020603020101020101" pitchFamily="18" charset="-127"/>
                  </a:rPr>
                  <a:t>연동</a:t>
                </a:r>
                <a:r>
                  <a:rPr lang="ko-KR" altLang="en-US" sz="1500" b="1" spc="-125" dirty="0">
                    <a:ln>
                      <a:solidFill>
                        <a:prstClr val="white">
                          <a:alpha val="10000"/>
                        </a:prstClr>
                      </a:solidFill>
                    </a:ln>
                    <a:solidFill>
                      <a:prstClr val="black"/>
                    </a:solidFill>
                    <a:latin typeface="Rix모던고딕 B" panose="02020603020101020101" pitchFamily="18" charset="-127"/>
                    <a:ea typeface="Rix모던고딕 B" panose="02020603020101020101" pitchFamily="18" charset="-127"/>
                  </a:rPr>
                  <a:t> 및 </a:t>
                </a:r>
                <a:endParaRPr lang="en-US" altLang="ko-KR" sz="1500" b="1" spc="-125" dirty="0">
                  <a:ln>
                    <a:solidFill>
                      <a:prstClr val="white">
                        <a:alpha val="10000"/>
                      </a:prstClr>
                    </a:solidFill>
                  </a:ln>
                  <a:solidFill>
                    <a:prstClr val="black"/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</a:endParaRPr>
              </a:p>
              <a:p>
                <a:pPr marL="0" lvl="1" indent="-322611" defTabSz="1032353" fontAlgn="base" latinLnBrk="0">
                  <a:spcBef>
                    <a:spcPct val="0"/>
                  </a:spcBef>
                  <a:spcAft>
                    <a:spcPct val="0"/>
                  </a:spcAft>
                  <a:buClr>
                    <a:prstClr val="white"/>
                  </a:buClr>
                  <a:buSzPct val="80000"/>
                  <a:tabLst>
                    <a:tab pos="5886399" algn="l"/>
                  </a:tabLst>
                  <a:defRPr/>
                </a:pPr>
                <a:r>
                  <a:rPr lang="ko-KR" altLang="en-US" sz="1500" b="1" spc="-125" dirty="0">
                    <a:ln>
                      <a:solidFill>
                        <a:prstClr val="white">
                          <a:alpha val="10000"/>
                        </a:prstClr>
                      </a:solidFill>
                    </a:ln>
                    <a:solidFill>
                      <a:prstClr val="black"/>
                    </a:solidFill>
                    <a:latin typeface="Rix모던고딕 B" panose="02020603020101020101" pitchFamily="18" charset="-127"/>
                    <a:ea typeface="Rix모던고딕 B" panose="02020603020101020101" pitchFamily="18" charset="-127"/>
                  </a:rPr>
                  <a:t>도입 장비에 대한 </a:t>
                </a:r>
                <a:r>
                  <a:rPr lang="ko-KR" altLang="en-US" sz="1700" b="1" spc="-125" dirty="0">
                    <a:ln>
                      <a:solidFill>
                        <a:prstClr val="white">
                          <a:alpha val="10000"/>
                        </a:prstClr>
                      </a:solidFill>
                    </a:ln>
                    <a:solidFill>
                      <a:srgbClr val="FF0000"/>
                    </a:solidFill>
                    <a:latin typeface="Rix모던고딕 B" panose="02020603020101020101" pitchFamily="18" charset="-127"/>
                    <a:ea typeface="Rix모던고딕 B" panose="02020603020101020101" pitchFamily="18" charset="-127"/>
                  </a:rPr>
                  <a:t>보안성 검증</a:t>
                </a:r>
                <a:r>
                  <a:rPr lang="ko-KR" altLang="en-US" sz="1500" b="1" spc="-125" dirty="0">
                    <a:ln>
                      <a:solidFill>
                        <a:prstClr val="white">
                          <a:alpha val="10000"/>
                        </a:prstClr>
                      </a:solidFill>
                    </a:ln>
                    <a:solidFill>
                      <a:prstClr val="black"/>
                    </a:solidFill>
                    <a:latin typeface="Rix모던고딕 B" panose="02020603020101020101" pitchFamily="18" charset="-127"/>
                    <a:ea typeface="Rix모던고딕 B" panose="02020603020101020101" pitchFamily="18" charset="-127"/>
                  </a:rPr>
                  <a:t> 필요</a:t>
                </a:r>
                <a:endParaRPr lang="en-US" altLang="ko-KR" sz="1500" b="1" spc="-125" dirty="0">
                  <a:ln>
                    <a:solidFill>
                      <a:prstClr val="white">
                        <a:alpha val="10000"/>
                      </a:prstClr>
                    </a:solidFill>
                  </a:ln>
                  <a:solidFill>
                    <a:prstClr val="black"/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</a:endParaRPr>
              </a:p>
            </p:txBody>
          </p:sp>
        </p:grpSp>
        <p:grpSp>
          <p:nvGrpSpPr>
            <p:cNvPr id="144" name="그룹 143"/>
            <p:cNvGrpSpPr/>
            <p:nvPr/>
          </p:nvGrpSpPr>
          <p:grpSpPr>
            <a:xfrm>
              <a:off x="4936862" y="2081776"/>
              <a:ext cx="2198818" cy="561316"/>
              <a:chOff x="4440107" y="2081776"/>
              <a:chExt cx="2198818" cy="561316"/>
            </a:xfrm>
          </p:grpSpPr>
          <p:sp>
            <p:nvSpPr>
              <p:cNvPr id="151" name="오른쪽 화살표 150"/>
              <p:cNvSpPr/>
              <p:nvPr/>
            </p:nvSpPr>
            <p:spPr>
              <a:xfrm>
                <a:off x="4440107" y="2081776"/>
                <a:ext cx="2198818" cy="561316"/>
              </a:xfrm>
              <a:prstGeom prst="rightArrow">
                <a:avLst>
                  <a:gd name="adj1" fmla="val 62745"/>
                  <a:gd name="adj2" fmla="val 56373"/>
                </a:avLst>
              </a:prstGeom>
              <a:solidFill>
                <a:srgbClr val="1B91C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82935" tIns="41468" rIns="82935" bIns="41468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ko-KR" altLang="en-US" dirty="0"/>
              </a:p>
            </p:txBody>
          </p:sp>
          <p:sp>
            <p:nvSpPr>
              <p:cNvPr id="152" name="직사각형 151"/>
              <p:cNvSpPr/>
              <p:nvPr/>
            </p:nvSpPr>
            <p:spPr>
              <a:xfrm>
                <a:off x="5034942" y="2175332"/>
                <a:ext cx="1255528" cy="345356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82935" tIns="41468" rIns="82935" bIns="41468" numCol="1" spcCol="0" rtlCol="0" fromWordArt="0" anchor="ctr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marL="0" lvl="1" algn="r">
                  <a:spcBef>
                    <a:spcPct val="0"/>
                  </a:spcBef>
                </a:pPr>
                <a:r>
                  <a:rPr lang="en-US" altLang="ko-KR" sz="1700" spc="-96" dirty="0">
                    <a:solidFill>
                      <a:schemeClr val="bg1"/>
                    </a:solidFill>
                    <a:latin typeface="Rix모던고딕 B" panose="02020603020101020101" pitchFamily="18" charset="-127"/>
                    <a:ea typeface="Rix모던고딕 B" panose="02020603020101020101" pitchFamily="18" charset="-127"/>
                    <a:cs typeface="+mj-cs"/>
                  </a:rPr>
                  <a:t>Security</a:t>
                </a:r>
              </a:p>
            </p:txBody>
          </p:sp>
        </p:grpSp>
        <p:grpSp>
          <p:nvGrpSpPr>
            <p:cNvPr id="148" name="그룹 147"/>
            <p:cNvGrpSpPr/>
            <p:nvPr/>
          </p:nvGrpSpPr>
          <p:grpSpPr>
            <a:xfrm>
              <a:off x="4506724" y="1894750"/>
              <a:ext cx="1091648" cy="961421"/>
              <a:chOff x="4009969" y="1894750"/>
              <a:chExt cx="1091648" cy="961421"/>
            </a:xfrm>
          </p:grpSpPr>
          <p:sp>
            <p:nvSpPr>
              <p:cNvPr id="149" name="타원 148"/>
              <p:cNvSpPr/>
              <p:nvPr/>
            </p:nvSpPr>
            <p:spPr>
              <a:xfrm>
                <a:off x="4073521" y="1894750"/>
                <a:ext cx="961421" cy="961421"/>
              </a:xfrm>
              <a:prstGeom prst="ellipse">
                <a:avLst/>
              </a:prstGeom>
              <a:solidFill>
                <a:schemeClr val="bg1"/>
              </a:solidFill>
              <a:ln w="57150">
                <a:solidFill>
                  <a:srgbClr val="1B91C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50" name="TextBox 149"/>
              <p:cNvSpPr txBox="1"/>
              <p:nvPr/>
            </p:nvSpPr>
            <p:spPr>
              <a:xfrm>
                <a:off x="4009969" y="2246838"/>
                <a:ext cx="1091648" cy="26161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>
                <a:defPPr>
                  <a:defRPr lang="ko-KR"/>
                </a:defPPr>
                <a:lvl1pPr algn="ctr">
                  <a:defRPr sz="2000" b="1">
                    <a:ln w="22225">
                      <a:solidFill>
                        <a:schemeClr val="accent2"/>
                      </a:solidFill>
                      <a:prstDash val="solid"/>
                    </a:ln>
                    <a:solidFill>
                      <a:schemeClr val="accent2">
                        <a:lumMod val="40000"/>
                        <a:lumOff val="60000"/>
                      </a:schemeClr>
                    </a:solidFill>
                    <a:latin typeface="+mn-ea"/>
                  </a:defRPr>
                </a:lvl1pPr>
              </a:lstStyle>
              <a:p>
                <a:pPr defTabSz="767222" latinLnBrk="0"/>
                <a:r>
                  <a:rPr lang="ko-KR" altLang="en-US" sz="1700" spc="-191" dirty="0" smtClean="0">
                    <a:ln>
                      <a:solidFill>
                        <a:prstClr val="white">
                          <a:alpha val="10000"/>
                        </a:prstClr>
                      </a:solidFill>
                    </a:ln>
                    <a:solidFill>
                      <a:schemeClr val="tx2">
                        <a:lumMod val="75000"/>
                      </a:schemeClr>
                    </a:solidFill>
                    <a:latin typeface="Rix모던고딕 EB" panose="02020603020101020101" pitchFamily="18" charset="-127"/>
                    <a:ea typeface="Rix모던고딕 EB" panose="02020603020101020101" pitchFamily="18" charset="-127"/>
                  </a:rPr>
                  <a:t>보안성</a:t>
                </a:r>
                <a:endParaRPr lang="ko-KR" altLang="en-US" sz="1700" spc="-191" dirty="0">
                  <a:ln>
                    <a:solidFill>
                      <a:prstClr val="white">
                        <a:alpha val="10000"/>
                      </a:prstClr>
                    </a:solidFill>
                  </a:ln>
                  <a:solidFill>
                    <a:schemeClr val="tx2">
                      <a:lumMod val="75000"/>
                    </a:schemeClr>
                  </a:solidFill>
                  <a:latin typeface="Rix모던고딕 EB" panose="02020603020101020101" pitchFamily="18" charset="-127"/>
                  <a:ea typeface="Rix모던고딕 EB" panose="02020603020101020101" pitchFamily="18" charset="-127"/>
                </a:endParaRPr>
              </a:p>
            </p:txBody>
          </p:sp>
        </p:grpSp>
      </p:grpSp>
      <p:grpSp>
        <p:nvGrpSpPr>
          <p:cNvPr id="160" name="그룹 159"/>
          <p:cNvGrpSpPr/>
          <p:nvPr/>
        </p:nvGrpSpPr>
        <p:grpSpPr>
          <a:xfrm>
            <a:off x="0" y="6198041"/>
            <a:ext cx="10693400" cy="961421"/>
            <a:chOff x="0" y="1894750"/>
            <a:chExt cx="10693400" cy="961421"/>
          </a:xfrm>
        </p:grpSpPr>
        <p:grpSp>
          <p:nvGrpSpPr>
            <p:cNvPr id="163" name="그룹 162"/>
            <p:cNvGrpSpPr/>
            <p:nvPr/>
          </p:nvGrpSpPr>
          <p:grpSpPr>
            <a:xfrm>
              <a:off x="6814848" y="1986689"/>
              <a:ext cx="3878552" cy="756914"/>
              <a:chOff x="6814848" y="1986689"/>
              <a:chExt cx="3878552" cy="756914"/>
            </a:xfrm>
          </p:grpSpPr>
          <p:sp>
            <p:nvSpPr>
              <p:cNvPr id="179" name="직사각형 178"/>
              <p:cNvSpPr/>
              <p:nvPr/>
            </p:nvSpPr>
            <p:spPr>
              <a:xfrm>
                <a:off x="6814848" y="1986689"/>
                <a:ext cx="3878552" cy="756914"/>
              </a:xfrm>
              <a:prstGeom prst="rect">
                <a:avLst/>
              </a:prstGeom>
              <a:solidFill>
                <a:srgbClr val="1B91C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82935" tIns="41468" rIns="82935" bIns="41468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lvl="1" algn="ctr">
                  <a:spcBef>
                    <a:spcPct val="0"/>
                  </a:spcBef>
                </a:pPr>
                <a:endParaRPr lang="ko-KR" altLang="en-US" sz="1700" spc="-96" dirty="0">
                  <a:solidFill>
                    <a:schemeClr val="bg1"/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  <a:cs typeface="+mj-cs"/>
                </a:endParaRPr>
              </a:p>
            </p:txBody>
          </p:sp>
          <p:sp>
            <p:nvSpPr>
              <p:cNvPr id="180" name="TextBox 179"/>
              <p:cNvSpPr txBox="1"/>
              <p:nvPr/>
            </p:nvSpPr>
            <p:spPr>
              <a:xfrm>
                <a:off x="7212054" y="2228104"/>
                <a:ext cx="2897203" cy="275268"/>
              </a:xfrm>
              <a:prstGeom prst="rect">
                <a:avLst/>
              </a:prstGeom>
              <a:noFill/>
              <a:ln w="6350">
                <a:noFill/>
              </a:ln>
              <a:effectLst/>
              <a:scene3d>
                <a:camera prst="orthographicFront"/>
                <a:lightRig rig="threePt" dir="t"/>
              </a:scene3d>
              <a:sp3d>
                <a:bevelT w="0" h="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t" anchorCtr="0">
                <a:spAutoFit/>
                <a:sp3d>
                  <a:bevelT w="0" h="0"/>
                  <a:contourClr>
                    <a:schemeClr val="bg1"/>
                  </a:contourClr>
                </a:sp3d>
              </a:bodyPr>
              <a:lstStyle>
                <a:defPPr>
                  <a:defRPr lang="ko-KR"/>
                </a:defPPr>
                <a:lvl1pPr lvl="0" indent="-457200" algn="ctr" eaLnBrk="0" latinLnBrk="0" hangingPunct="0">
                  <a:lnSpc>
                    <a:spcPct val="100000"/>
                  </a:lnSpc>
                  <a:spcBef>
                    <a:spcPts val="200"/>
                  </a:spcBef>
                  <a:spcAft>
                    <a:spcPts val="600"/>
                  </a:spcAft>
                  <a:defRPr sz="1700" spc="-50">
                    <a:ln w="0"/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뫼비우스 Bold" panose="02000500000000000000" pitchFamily="2" charset="-127"/>
                    <a:ea typeface="뫼비우스 Bold" panose="02000500000000000000" pitchFamily="2" charset="-127"/>
                  </a:defRPr>
                </a:lvl1pPr>
              </a:lstStyle>
              <a:p>
                <a:pPr marL="137818" lvl="1" indent="-137818" defTabSz="1032353" fontAlgn="base" latinLnBrk="0">
                  <a:lnSpc>
                    <a:spcPct val="11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prstClr val="white"/>
                  </a:buClr>
                  <a:buSzPct val="80000"/>
                  <a:buFont typeface="Arial" panose="020B0604020202020204" pitchFamily="34" charset="0"/>
                  <a:buChar char="•"/>
                  <a:tabLst>
                    <a:tab pos="5886399" algn="l"/>
                  </a:tabLst>
                  <a:defRPr/>
                </a:pPr>
                <a:r>
                  <a:rPr lang="ko-KR" altLang="en-US" sz="1700" b="1" spc="-191" dirty="0">
                    <a:ln>
                      <a:solidFill>
                        <a:prstClr val="white">
                          <a:alpha val="10000"/>
                        </a:prstClr>
                      </a:solidFill>
                    </a:ln>
                    <a:solidFill>
                      <a:prstClr val="white"/>
                    </a:solidFill>
                    <a:latin typeface="Rix모던고딕 B" panose="02020603020101020101" pitchFamily="18" charset="-127"/>
                    <a:ea typeface="Rix모던고딕 B" panose="02020603020101020101" pitchFamily="18" charset="-127"/>
                  </a:rPr>
                  <a:t>가상화</a:t>
                </a:r>
                <a:r>
                  <a:rPr lang="en-US" altLang="ko-KR" sz="1700" b="1" spc="-191" dirty="0">
                    <a:ln>
                      <a:solidFill>
                        <a:prstClr val="white">
                          <a:alpha val="10000"/>
                        </a:prstClr>
                      </a:solidFill>
                    </a:ln>
                    <a:solidFill>
                      <a:prstClr val="white"/>
                    </a:solidFill>
                    <a:latin typeface="Rix모던고딕 B" panose="02020603020101020101" pitchFamily="18" charset="-127"/>
                    <a:ea typeface="Rix모던고딕 B" panose="02020603020101020101" pitchFamily="18" charset="-127"/>
                  </a:rPr>
                  <a:t>, 100G </a:t>
                </a:r>
                <a:r>
                  <a:rPr lang="ko-KR" altLang="en-US" sz="1700" b="1" spc="-191" dirty="0">
                    <a:ln>
                      <a:solidFill>
                        <a:prstClr val="white">
                          <a:alpha val="10000"/>
                        </a:prstClr>
                      </a:solidFill>
                    </a:ln>
                    <a:solidFill>
                      <a:prstClr val="white"/>
                    </a:solidFill>
                    <a:latin typeface="Rix모던고딕 B" panose="02020603020101020101" pitchFamily="18" charset="-127"/>
                    <a:ea typeface="Rix모던고딕 B" panose="02020603020101020101" pitchFamily="18" charset="-127"/>
                  </a:rPr>
                  <a:t>등 新 기술 확장성 제공</a:t>
                </a:r>
              </a:p>
            </p:txBody>
          </p:sp>
        </p:grpSp>
        <p:grpSp>
          <p:nvGrpSpPr>
            <p:cNvPr id="164" name="그룹 163"/>
            <p:cNvGrpSpPr/>
            <p:nvPr/>
          </p:nvGrpSpPr>
          <p:grpSpPr>
            <a:xfrm>
              <a:off x="0" y="1986689"/>
              <a:ext cx="5054600" cy="756914"/>
              <a:chOff x="0" y="1986689"/>
              <a:chExt cx="5054600" cy="756914"/>
            </a:xfrm>
          </p:grpSpPr>
          <p:sp>
            <p:nvSpPr>
              <p:cNvPr id="172" name="직사각형 171"/>
              <p:cNvSpPr/>
              <p:nvPr/>
            </p:nvSpPr>
            <p:spPr>
              <a:xfrm>
                <a:off x="0" y="1986689"/>
                <a:ext cx="5054600" cy="756914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82935" tIns="41468" rIns="82935" bIns="41468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lvl="1" algn="ctr">
                  <a:spcBef>
                    <a:spcPct val="0"/>
                  </a:spcBef>
                </a:pPr>
                <a:endParaRPr lang="ko-KR" altLang="en-US" sz="1700" spc="-96" dirty="0">
                  <a:solidFill>
                    <a:schemeClr val="bg1"/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  <a:cs typeface="+mj-cs"/>
                </a:endParaRPr>
              </a:p>
            </p:txBody>
          </p:sp>
          <p:grpSp>
            <p:nvGrpSpPr>
              <p:cNvPr id="173" name="그룹 172"/>
              <p:cNvGrpSpPr/>
              <p:nvPr/>
            </p:nvGrpSpPr>
            <p:grpSpPr>
              <a:xfrm>
                <a:off x="490812" y="2102511"/>
                <a:ext cx="456326" cy="528195"/>
                <a:chOff x="554204" y="2140317"/>
                <a:chExt cx="466074" cy="566339"/>
              </a:xfrm>
            </p:grpSpPr>
            <p:sp>
              <p:nvSpPr>
                <p:cNvPr id="177" name="직사각형 176"/>
                <p:cNvSpPr/>
                <p:nvPr/>
              </p:nvSpPr>
              <p:spPr>
                <a:xfrm>
                  <a:off x="554204" y="2140317"/>
                  <a:ext cx="466074" cy="566339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82935" tIns="41468" rIns="82935" bIns="41468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lvl="1" algn="ctr">
                    <a:spcBef>
                      <a:spcPct val="0"/>
                    </a:spcBef>
                  </a:pPr>
                  <a:endParaRPr lang="ko-KR" altLang="en-US" sz="1700" spc="-96" dirty="0">
                    <a:solidFill>
                      <a:schemeClr val="bg1"/>
                    </a:solidFill>
                    <a:latin typeface="Rix모던고딕 B" panose="02020603020101020101" pitchFamily="18" charset="-127"/>
                    <a:ea typeface="Rix모던고딕 B" panose="02020603020101020101" pitchFamily="18" charset="-127"/>
                    <a:cs typeface="+mj-cs"/>
                  </a:endParaRPr>
                </a:p>
              </p:txBody>
            </p:sp>
            <p:sp>
              <p:nvSpPr>
                <p:cNvPr id="178" name="TextBox 177"/>
                <p:cNvSpPr txBox="1"/>
                <p:nvPr/>
              </p:nvSpPr>
              <p:spPr>
                <a:xfrm>
                  <a:off x="609084" y="2235516"/>
                  <a:ext cx="356314" cy="379503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>
                  <a:defPPr>
                    <a:defRPr lang="ko-KR"/>
                  </a:defPPr>
                  <a:lvl1pPr algn="ctr">
                    <a:defRPr sz="2000" b="1">
                      <a:ln w="22225">
                        <a:solidFill>
                          <a:schemeClr val="accent2"/>
                        </a:solidFill>
                        <a:prstDash val="solid"/>
                      </a:ln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latin typeface="+mn-ea"/>
                    </a:defRPr>
                  </a:lvl1pPr>
                </a:lstStyle>
                <a:p>
                  <a:pPr defTabSz="767222" latinLnBrk="0">
                    <a:spcBef>
                      <a:spcPts val="84"/>
                    </a:spcBef>
                    <a:spcAft>
                      <a:spcPts val="84"/>
                    </a:spcAft>
                  </a:pPr>
                  <a:r>
                    <a:rPr lang="en-US" altLang="ko-KR" sz="2300" spc="-191" dirty="0" smtClean="0">
                      <a:ln>
                        <a:solidFill>
                          <a:prstClr val="white">
                            <a:alpha val="10000"/>
                          </a:prstClr>
                        </a:solidFill>
                      </a:ln>
                      <a:solidFill>
                        <a:schemeClr val="bg1">
                          <a:lumMod val="85000"/>
                        </a:schemeClr>
                      </a:solidFill>
                      <a:latin typeface="Rix모던고딕 B" panose="02020603020101020101" pitchFamily="18" charset="-127"/>
                      <a:ea typeface="Rix모던고딕 B" panose="02020603020101020101" pitchFamily="18" charset="-127"/>
                    </a:rPr>
                    <a:t>05</a:t>
                  </a:r>
                  <a:endParaRPr lang="en-US" altLang="ko-KR" sz="2300" spc="-191" dirty="0">
                    <a:ln>
                      <a:solidFill>
                        <a:prstClr val="white">
                          <a:alpha val="10000"/>
                        </a:prstClr>
                      </a:solidFill>
                    </a:ln>
                    <a:solidFill>
                      <a:schemeClr val="bg1">
                        <a:lumMod val="85000"/>
                      </a:schemeClr>
                    </a:solidFill>
                    <a:latin typeface="Rix모던고딕 B" panose="02020603020101020101" pitchFamily="18" charset="-127"/>
                    <a:ea typeface="Rix모던고딕 B" panose="02020603020101020101" pitchFamily="18" charset="-127"/>
                  </a:endParaRPr>
                </a:p>
              </p:txBody>
            </p:sp>
          </p:grpSp>
          <p:sp>
            <p:nvSpPr>
              <p:cNvPr id="176" name="TextBox 175"/>
              <p:cNvSpPr txBox="1"/>
              <p:nvPr/>
            </p:nvSpPr>
            <p:spPr>
              <a:xfrm>
                <a:off x="1152636" y="2098104"/>
                <a:ext cx="3214021" cy="492443"/>
              </a:xfrm>
              <a:prstGeom prst="rect">
                <a:avLst/>
              </a:prstGeom>
              <a:noFill/>
              <a:ln w="6350">
                <a:noFill/>
              </a:ln>
              <a:effectLst/>
              <a:scene3d>
                <a:camera prst="orthographicFront"/>
                <a:lightRig rig="threePt" dir="t"/>
              </a:scene3d>
              <a:sp3d>
                <a:bevelT w="0" h="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t" anchorCtr="0">
                <a:spAutoFit/>
                <a:sp3d>
                  <a:bevelT w="0" h="0"/>
                  <a:contourClr>
                    <a:schemeClr val="bg1"/>
                  </a:contourClr>
                </a:sp3d>
              </a:bodyPr>
              <a:lstStyle>
                <a:defPPr>
                  <a:defRPr lang="ko-KR"/>
                </a:defPPr>
                <a:lvl1pPr lvl="0" indent="-457200" algn="ctr" eaLnBrk="0" latinLnBrk="0" hangingPunct="0">
                  <a:lnSpc>
                    <a:spcPct val="100000"/>
                  </a:lnSpc>
                  <a:spcBef>
                    <a:spcPts val="200"/>
                  </a:spcBef>
                  <a:spcAft>
                    <a:spcPts val="600"/>
                  </a:spcAft>
                  <a:defRPr sz="1700" spc="-50">
                    <a:ln w="0"/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뫼비우스 Bold" panose="02000500000000000000" pitchFamily="2" charset="-127"/>
                    <a:ea typeface="뫼비우스 Bold" panose="02000500000000000000" pitchFamily="2" charset="-127"/>
                  </a:defRPr>
                </a:lvl1pPr>
              </a:lstStyle>
              <a:p>
                <a:pPr marL="0" lvl="1" indent="-322611" defTabSz="1032353" fontAlgn="base" latinLnBrk="0">
                  <a:spcBef>
                    <a:spcPct val="0"/>
                  </a:spcBef>
                  <a:spcAft>
                    <a:spcPct val="0"/>
                  </a:spcAft>
                  <a:buClr>
                    <a:prstClr val="white"/>
                  </a:buClr>
                  <a:buSzPct val="80000"/>
                  <a:tabLst>
                    <a:tab pos="5886399" algn="l"/>
                  </a:tabLst>
                  <a:defRPr/>
                </a:pPr>
                <a:r>
                  <a:rPr lang="ko-KR" altLang="en-US" sz="1500" b="1" spc="-125" dirty="0">
                    <a:ln>
                      <a:solidFill>
                        <a:prstClr val="white">
                          <a:alpha val="10000"/>
                        </a:prstClr>
                      </a:solidFill>
                    </a:ln>
                    <a:solidFill>
                      <a:prstClr val="black"/>
                    </a:solidFill>
                    <a:latin typeface="Rix모던고딕 B" panose="02020603020101020101" pitchFamily="18" charset="-127"/>
                    <a:ea typeface="Rix모던고딕 B" panose="02020603020101020101" pitchFamily="18" charset="-127"/>
                  </a:rPr>
                  <a:t>향후 </a:t>
                </a:r>
                <a:r>
                  <a:rPr lang="ko-KR" altLang="en-US" sz="1700" b="1" spc="-125" dirty="0" smtClean="0">
                    <a:ln>
                      <a:solidFill>
                        <a:prstClr val="white">
                          <a:alpha val="10000"/>
                        </a:prstClr>
                      </a:solidFill>
                    </a:ln>
                    <a:solidFill>
                      <a:srgbClr val="FF0000"/>
                    </a:solidFill>
                    <a:latin typeface="Rix모던고딕 B" panose="02020603020101020101" pitchFamily="18" charset="-127"/>
                    <a:ea typeface="Rix모던고딕 B" panose="02020603020101020101" pitchFamily="18" charset="-127"/>
                  </a:rPr>
                  <a:t>기술</a:t>
                </a:r>
                <a:r>
                  <a:rPr lang="ko-KR" altLang="en-US" sz="1700" b="1" spc="-125" dirty="0">
                    <a:ln>
                      <a:solidFill>
                        <a:prstClr val="white">
                          <a:alpha val="10000"/>
                        </a:prstClr>
                      </a:solidFill>
                    </a:ln>
                    <a:solidFill>
                      <a:srgbClr val="FF0000"/>
                    </a:solidFill>
                    <a:latin typeface="Rix모던고딕 B" panose="02020603020101020101" pitchFamily="18" charset="-127"/>
                    <a:ea typeface="Rix모던고딕 B" panose="02020603020101020101" pitchFamily="18" charset="-127"/>
                    <a:sym typeface="Wingdings" panose="05000000000000000000" pitchFamily="2" charset="2"/>
                  </a:rPr>
                  <a:t>ㆍ</a:t>
                </a:r>
                <a:r>
                  <a:rPr lang="ko-KR" altLang="en-US" sz="1700" b="1" spc="-125" dirty="0" smtClean="0">
                    <a:ln>
                      <a:solidFill>
                        <a:prstClr val="white">
                          <a:alpha val="10000"/>
                        </a:prstClr>
                      </a:solidFill>
                    </a:ln>
                    <a:solidFill>
                      <a:srgbClr val="FF0000"/>
                    </a:solidFill>
                    <a:latin typeface="Rix모던고딕 B" panose="02020603020101020101" pitchFamily="18" charset="-127"/>
                    <a:ea typeface="Rix모던고딕 B" panose="02020603020101020101" pitchFamily="18" charset="-127"/>
                  </a:rPr>
                  <a:t>수요 </a:t>
                </a:r>
                <a:r>
                  <a:rPr lang="ko-KR" altLang="en-US" sz="1700" b="1" spc="-125" dirty="0">
                    <a:ln>
                      <a:solidFill>
                        <a:prstClr val="white">
                          <a:alpha val="10000"/>
                        </a:prstClr>
                      </a:solidFill>
                    </a:ln>
                    <a:solidFill>
                      <a:srgbClr val="FF0000"/>
                    </a:solidFill>
                    <a:latin typeface="Rix모던고딕 B" panose="02020603020101020101" pitchFamily="18" charset="-127"/>
                    <a:ea typeface="Rix모던고딕 B" panose="02020603020101020101" pitchFamily="18" charset="-127"/>
                  </a:rPr>
                  <a:t>변화</a:t>
                </a:r>
                <a:r>
                  <a:rPr lang="ko-KR" altLang="en-US" sz="1500" b="1" spc="-125" dirty="0">
                    <a:ln>
                      <a:solidFill>
                        <a:prstClr val="white">
                          <a:alpha val="10000"/>
                        </a:prstClr>
                      </a:solidFill>
                    </a:ln>
                    <a:solidFill>
                      <a:prstClr val="black"/>
                    </a:solidFill>
                    <a:latin typeface="Rix모던고딕 B" panose="02020603020101020101" pitchFamily="18" charset="-127"/>
                    <a:ea typeface="Rix모던고딕 B" panose="02020603020101020101" pitchFamily="18" charset="-127"/>
                  </a:rPr>
                  <a:t>에 따라 유연한 구성이 </a:t>
                </a:r>
                <a:endParaRPr lang="en-US" altLang="ko-KR" sz="1500" b="1" spc="-125" dirty="0">
                  <a:ln>
                    <a:solidFill>
                      <a:prstClr val="white">
                        <a:alpha val="10000"/>
                      </a:prstClr>
                    </a:solidFill>
                  </a:ln>
                  <a:solidFill>
                    <a:prstClr val="black"/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</a:endParaRPr>
              </a:p>
              <a:p>
                <a:pPr marL="0" lvl="1" indent="-322611" defTabSz="1032353" fontAlgn="base" latinLnBrk="0">
                  <a:spcBef>
                    <a:spcPct val="0"/>
                  </a:spcBef>
                  <a:spcAft>
                    <a:spcPct val="0"/>
                  </a:spcAft>
                  <a:buClr>
                    <a:prstClr val="white"/>
                  </a:buClr>
                  <a:buSzPct val="80000"/>
                  <a:tabLst>
                    <a:tab pos="5886399" algn="l"/>
                  </a:tabLst>
                  <a:defRPr/>
                </a:pPr>
                <a:r>
                  <a:rPr lang="ko-KR" altLang="en-US" sz="1500" b="1" spc="-125" dirty="0">
                    <a:ln>
                      <a:solidFill>
                        <a:prstClr val="white">
                          <a:alpha val="10000"/>
                        </a:prstClr>
                      </a:solidFill>
                    </a:ln>
                    <a:solidFill>
                      <a:prstClr val="black"/>
                    </a:solidFill>
                    <a:latin typeface="Rix모던고딕 B" panose="02020603020101020101" pitchFamily="18" charset="-127"/>
                    <a:ea typeface="Rix모던고딕 B" panose="02020603020101020101" pitchFamily="18" charset="-127"/>
                  </a:rPr>
                  <a:t>가능한 장비 필요</a:t>
                </a:r>
                <a:endParaRPr lang="en-US" altLang="ko-KR" sz="1500" b="1" spc="-125" dirty="0">
                  <a:ln>
                    <a:solidFill>
                      <a:prstClr val="white">
                        <a:alpha val="10000"/>
                      </a:prstClr>
                    </a:solidFill>
                  </a:ln>
                  <a:solidFill>
                    <a:prstClr val="black"/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</a:endParaRPr>
              </a:p>
            </p:txBody>
          </p:sp>
        </p:grpSp>
        <p:grpSp>
          <p:nvGrpSpPr>
            <p:cNvPr id="165" name="그룹 164"/>
            <p:cNvGrpSpPr/>
            <p:nvPr/>
          </p:nvGrpSpPr>
          <p:grpSpPr>
            <a:xfrm>
              <a:off x="4936862" y="2081776"/>
              <a:ext cx="2198818" cy="561316"/>
              <a:chOff x="4440107" y="2081776"/>
              <a:chExt cx="2198818" cy="561316"/>
            </a:xfrm>
          </p:grpSpPr>
          <p:sp>
            <p:nvSpPr>
              <p:cNvPr id="170" name="오른쪽 화살표 169"/>
              <p:cNvSpPr/>
              <p:nvPr/>
            </p:nvSpPr>
            <p:spPr>
              <a:xfrm>
                <a:off x="4440107" y="2081776"/>
                <a:ext cx="2198818" cy="561316"/>
              </a:xfrm>
              <a:prstGeom prst="rightArrow">
                <a:avLst>
                  <a:gd name="adj1" fmla="val 62745"/>
                  <a:gd name="adj2" fmla="val 56373"/>
                </a:avLst>
              </a:prstGeom>
              <a:solidFill>
                <a:schemeClr val="tx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82935" tIns="41468" rIns="82935" bIns="41468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ko-KR" altLang="en-US" dirty="0"/>
              </a:p>
            </p:txBody>
          </p:sp>
          <p:sp>
            <p:nvSpPr>
              <p:cNvPr id="171" name="직사각형 170"/>
              <p:cNvSpPr/>
              <p:nvPr/>
            </p:nvSpPr>
            <p:spPr>
              <a:xfrm>
                <a:off x="5034942" y="2175332"/>
                <a:ext cx="1255528" cy="345356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82935" tIns="41468" rIns="82935" bIns="41468" numCol="1" spcCol="0" rtlCol="0" fromWordArt="0" anchor="ctr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marL="0" lvl="1" algn="r">
                  <a:spcBef>
                    <a:spcPct val="0"/>
                  </a:spcBef>
                </a:pPr>
                <a:r>
                  <a:rPr lang="en-US" altLang="ko-KR" sz="1700" spc="-96" dirty="0">
                    <a:solidFill>
                      <a:schemeClr val="bg1"/>
                    </a:solidFill>
                    <a:latin typeface="Rix모던고딕 B" panose="02020603020101020101" pitchFamily="18" charset="-127"/>
                    <a:ea typeface="Rix모던고딕 B" panose="02020603020101020101" pitchFamily="18" charset="-127"/>
                    <a:cs typeface="+mj-cs"/>
                  </a:rPr>
                  <a:t>Scalability </a:t>
                </a:r>
              </a:p>
            </p:txBody>
          </p:sp>
        </p:grpSp>
        <p:grpSp>
          <p:nvGrpSpPr>
            <p:cNvPr id="167" name="그룹 166"/>
            <p:cNvGrpSpPr/>
            <p:nvPr/>
          </p:nvGrpSpPr>
          <p:grpSpPr>
            <a:xfrm>
              <a:off x="4506724" y="1894750"/>
              <a:ext cx="1091648" cy="961421"/>
              <a:chOff x="4009969" y="1894750"/>
              <a:chExt cx="1091648" cy="961421"/>
            </a:xfrm>
          </p:grpSpPr>
          <p:sp>
            <p:nvSpPr>
              <p:cNvPr id="168" name="타원 167"/>
              <p:cNvSpPr/>
              <p:nvPr/>
            </p:nvSpPr>
            <p:spPr>
              <a:xfrm>
                <a:off x="4073521" y="1894750"/>
                <a:ext cx="961421" cy="961421"/>
              </a:xfrm>
              <a:prstGeom prst="ellipse">
                <a:avLst/>
              </a:prstGeom>
              <a:solidFill>
                <a:schemeClr val="bg1"/>
              </a:solidFill>
              <a:ln w="57150">
                <a:solidFill>
                  <a:schemeClr val="tx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 smtClean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9" name="TextBox 168"/>
              <p:cNvSpPr txBox="1"/>
              <p:nvPr/>
            </p:nvSpPr>
            <p:spPr>
              <a:xfrm>
                <a:off x="4009969" y="2245084"/>
                <a:ext cx="1091648" cy="26161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>
                <a:defPPr>
                  <a:defRPr lang="ko-KR"/>
                </a:defPPr>
                <a:lvl1pPr algn="ctr">
                  <a:defRPr sz="2000" b="1">
                    <a:ln w="22225">
                      <a:solidFill>
                        <a:schemeClr val="accent2"/>
                      </a:solidFill>
                      <a:prstDash val="solid"/>
                    </a:ln>
                    <a:solidFill>
                      <a:schemeClr val="accent2">
                        <a:lumMod val="40000"/>
                        <a:lumOff val="60000"/>
                      </a:schemeClr>
                    </a:solidFill>
                    <a:latin typeface="+mn-ea"/>
                  </a:defRPr>
                </a:lvl1pPr>
              </a:lstStyle>
              <a:p>
                <a:pPr defTabSz="767222" latinLnBrk="0"/>
                <a:r>
                  <a:rPr lang="ko-KR" altLang="en-US" sz="1700" spc="-191" dirty="0" smtClean="0">
                    <a:ln>
                      <a:solidFill>
                        <a:prstClr val="white">
                          <a:alpha val="10000"/>
                        </a:prstClr>
                      </a:solidFill>
                    </a:ln>
                    <a:solidFill>
                      <a:schemeClr val="tx2">
                        <a:lumMod val="75000"/>
                      </a:schemeClr>
                    </a:solidFill>
                    <a:latin typeface="Rix모던고딕 EB" panose="02020603020101020101" pitchFamily="18" charset="-127"/>
                    <a:ea typeface="Rix모던고딕 EB" panose="02020603020101020101" pitchFamily="18" charset="-127"/>
                  </a:rPr>
                  <a:t>확장성</a:t>
                </a:r>
                <a:endParaRPr lang="ko-KR" altLang="en-US" sz="1700" spc="-191" dirty="0">
                  <a:ln>
                    <a:solidFill>
                      <a:prstClr val="white">
                        <a:alpha val="10000"/>
                      </a:prstClr>
                    </a:solidFill>
                  </a:ln>
                  <a:solidFill>
                    <a:schemeClr val="tx2">
                      <a:lumMod val="75000"/>
                    </a:schemeClr>
                  </a:solidFill>
                  <a:latin typeface="Rix모던고딕 EB" panose="02020603020101020101" pitchFamily="18" charset="-127"/>
                  <a:ea typeface="Rix모던고딕 EB" panose="02020603020101020101" pitchFamily="18" charset="-127"/>
                </a:endParaRPr>
              </a:p>
            </p:txBody>
          </p:sp>
        </p:grpSp>
      </p:grpSp>
      <p:sp>
        <p:nvSpPr>
          <p:cNvPr id="96" name="직사각형 95"/>
          <p:cNvSpPr/>
          <p:nvPr/>
        </p:nvSpPr>
        <p:spPr>
          <a:xfrm>
            <a:off x="0" y="7429500"/>
            <a:ext cx="10693400" cy="13176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6487" tIns="48244" rIns="96487" bIns="48244" anchor="ctr"/>
          <a:lstStyle/>
          <a:p>
            <a:pPr algn="ctr" defTabSz="952942">
              <a:defRPr/>
            </a:pPr>
            <a:endParaRPr lang="ko-KR" altLang="en-US" dirty="0">
              <a:solidFill>
                <a:prstClr val="white"/>
              </a:solidFill>
              <a:latin typeface="나눔고딕" pitchFamily="50" charset="-127"/>
              <a:ea typeface="나눔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865570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3" name="그룹 202"/>
          <p:cNvGrpSpPr/>
          <p:nvPr/>
        </p:nvGrpSpPr>
        <p:grpSpPr>
          <a:xfrm>
            <a:off x="438150" y="2538386"/>
            <a:ext cx="3479468" cy="45719"/>
            <a:chOff x="917158" y="2538387"/>
            <a:chExt cx="3000460" cy="0"/>
          </a:xfrm>
        </p:grpSpPr>
        <p:cxnSp>
          <p:nvCxnSpPr>
            <p:cNvPr id="204" name="직선 연결선 203"/>
            <p:cNvCxnSpPr/>
            <p:nvPr/>
          </p:nvCxnSpPr>
          <p:spPr>
            <a:xfrm>
              <a:off x="917158" y="2538387"/>
              <a:ext cx="1000153" cy="0"/>
            </a:xfrm>
            <a:prstGeom prst="line">
              <a:avLst/>
            </a:prstGeom>
            <a:ln w="57150">
              <a:solidFill>
                <a:schemeClr val="tx1">
                  <a:lumMod val="50000"/>
                  <a:lumOff val="50000"/>
                </a:schemeClr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직선 연결선 204"/>
            <p:cNvCxnSpPr/>
            <p:nvPr/>
          </p:nvCxnSpPr>
          <p:spPr>
            <a:xfrm>
              <a:off x="1917312" y="2538387"/>
              <a:ext cx="1000153" cy="0"/>
            </a:xfrm>
            <a:prstGeom prst="line">
              <a:avLst/>
            </a:prstGeom>
            <a:ln w="57150">
              <a:solidFill>
                <a:schemeClr val="tx1">
                  <a:lumMod val="50000"/>
                  <a:lumOff val="50000"/>
                </a:schemeClr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" name="직선 연결선 205"/>
            <p:cNvCxnSpPr/>
            <p:nvPr/>
          </p:nvCxnSpPr>
          <p:spPr>
            <a:xfrm>
              <a:off x="2917465" y="2538387"/>
              <a:ext cx="1000153" cy="0"/>
            </a:xfrm>
            <a:prstGeom prst="line">
              <a:avLst/>
            </a:prstGeom>
            <a:ln w="57150">
              <a:solidFill>
                <a:schemeClr val="tx1">
                  <a:lumMod val="50000"/>
                  <a:lumOff val="50000"/>
                </a:schemeClr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7" name="그룹 206"/>
          <p:cNvGrpSpPr/>
          <p:nvPr/>
        </p:nvGrpSpPr>
        <p:grpSpPr>
          <a:xfrm>
            <a:off x="4312777" y="2538386"/>
            <a:ext cx="5964698" cy="261963"/>
            <a:chOff x="4284202" y="2538387"/>
            <a:chExt cx="5015890" cy="0"/>
          </a:xfrm>
        </p:grpSpPr>
        <p:cxnSp>
          <p:nvCxnSpPr>
            <p:cNvPr id="208" name="직선 연결선 207"/>
            <p:cNvCxnSpPr/>
            <p:nvPr/>
          </p:nvCxnSpPr>
          <p:spPr>
            <a:xfrm>
              <a:off x="4284202" y="2538387"/>
              <a:ext cx="1000153" cy="0"/>
            </a:xfrm>
            <a:prstGeom prst="line">
              <a:avLst/>
            </a:prstGeom>
            <a:ln w="57150">
              <a:solidFill>
                <a:schemeClr val="tx1">
                  <a:lumMod val="50000"/>
                  <a:lumOff val="50000"/>
                </a:schemeClr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직선 연결선 208"/>
            <p:cNvCxnSpPr/>
            <p:nvPr/>
          </p:nvCxnSpPr>
          <p:spPr>
            <a:xfrm>
              <a:off x="5284355" y="2538387"/>
              <a:ext cx="1000153" cy="0"/>
            </a:xfrm>
            <a:prstGeom prst="line">
              <a:avLst/>
            </a:prstGeom>
            <a:ln w="57150">
              <a:solidFill>
                <a:schemeClr val="tx1">
                  <a:lumMod val="50000"/>
                  <a:lumOff val="50000"/>
                </a:schemeClr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" name="직선 연결선 209"/>
            <p:cNvCxnSpPr/>
            <p:nvPr/>
          </p:nvCxnSpPr>
          <p:spPr>
            <a:xfrm>
              <a:off x="6284509" y="2538387"/>
              <a:ext cx="1000153" cy="0"/>
            </a:xfrm>
            <a:prstGeom prst="line">
              <a:avLst/>
            </a:prstGeom>
            <a:ln w="57150">
              <a:solidFill>
                <a:schemeClr val="tx1">
                  <a:lumMod val="50000"/>
                  <a:lumOff val="50000"/>
                </a:schemeClr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" name="직선 연결선 210"/>
            <p:cNvCxnSpPr/>
            <p:nvPr/>
          </p:nvCxnSpPr>
          <p:spPr>
            <a:xfrm>
              <a:off x="7299786" y="2538387"/>
              <a:ext cx="1000153" cy="0"/>
            </a:xfrm>
            <a:prstGeom prst="line">
              <a:avLst/>
            </a:prstGeom>
            <a:ln w="57150">
              <a:solidFill>
                <a:schemeClr val="tx1">
                  <a:lumMod val="50000"/>
                  <a:lumOff val="50000"/>
                </a:schemeClr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" name="직선 연결선 211"/>
            <p:cNvCxnSpPr/>
            <p:nvPr/>
          </p:nvCxnSpPr>
          <p:spPr>
            <a:xfrm>
              <a:off x="8299939" y="2538387"/>
              <a:ext cx="1000153" cy="0"/>
            </a:xfrm>
            <a:prstGeom prst="line">
              <a:avLst/>
            </a:prstGeom>
            <a:ln w="57150">
              <a:solidFill>
                <a:schemeClr val="tx1">
                  <a:lumMod val="50000"/>
                  <a:lumOff val="50000"/>
                </a:schemeClr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3" name="왼쪽/오른쪽 화살표 212"/>
          <p:cNvSpPr/>
          <p:nvPr/>
        </p:nvSpPr>
        <p:spPr>
          <a:xfrm>
            <a:off x="438150" y="5515740"/>
            <a:ext cx="3479468" cy="517522"/>
          </a:xfrm>
          <a:prstGeom prst="leftRightArrow">
            <a:avLst>
              <a:gd name="adj1" fmla="val 61009"/>
              <a:gd name="adj2" fmla="val 50000"/>
            </a:avLst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6487" tIns="48244" rIns="96487" bIns="48244" rtlCol="0" anchor="ctr"/>
          <a:lstStyle/>
          <a:p>
            <a:pPr algn="ctr"/>
            <a:r>
              <a:rPr lang="ko-KR" altLang="en-US" dirty="0" smtClean="0">
                <a:latin typeface="Rix모던고딕 EB" panose="02020603020101020101" pitchFamily="18" charset="-127"/>
                <a:ea typeface="Rix모던고딕 EB" panose="02020603020101020101" pitchFamily="18" charset="-127"/>
              </a:rPr>
              <a:t>구축</a:t>
            </a:r>
          </a:p>
        </p:txBody>
      </p:sp>
      <p:sp>
        <p:nvSpPr>
          <p:cNvPr id="214" name="왼쪽/오른쪽 화살표 213"/>
          <p:cNvSpPr/>
          <p:nvPr/>
        </p:nvSpPr>
        <p:spPr>
          <a:xfrm>
            <a:off x="4329291" y="5515740"/>
            <a:ext cx="5919609" cy="517522"/>
          </a:xfrm>
          <a:prstGeom prst="leftRightArrow">
            <a:avLst>
              <a:gd name="adj1" fmla="val 61009"/>
              <a:gd name="adj2" fmla="val 50000"/>
            </a:avLst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6487" tIns="48244" rIns="96487" bIns="48244" rtlCol="0" anchor="ctr"/>
          <a:lstStyle/>
          <a:p>
            <a:pPr algn="ctr"/>
            <a:r>
              <a:rPr lang="ko-KR" altLang="en-US" dirty="0" smtClean="0">
                <a:latin typeface="Rix모던고딕 EB" panose="02020603020101020101" pitchFamily="18" charset="-127"/>
                <a:ea typeface="Rix모던고딕 EB" panose="02020603020101020101" pitchFamily="18" charset="-127"/>
              </a:rPr>
              <a:t>이전 지원</a:t>
            </a:r>
            <a:endParaRPr lang="ko-KR" altLang="en-US" dirty="0">
              <a:latin typeface="Rix모던고딕 EB" panose="02020603020101020101" pitchFamily="18" charset="-127"/>
              <a:ea typeface="Rix모던고딕 EB" panose="02020603020101020101" pitchFamily="18" charset="-127"/>
            </a:endParaRPr>
          </a:p>
        </p:txBody>
      </p:sp>
      <p:sp>
        <p:nvSpPr>
          <p:cNvPr id="215" name="TextBox 214"/>
          <p:cNvSpPr txBox="1"/>
          <p:nvPr/>
        </p:nvSpPr>
        <p:spPr>
          <a:xfrm>
            <a:off x="8485226" y="2060640"/>
            <a:ext cx="1211245" cy="402250"/>
          </a:xfrm>
          <a:prstGeom prst="rect">
            <a:avLst/>
          </a:prstGeom>
          <a:noFill/>
        </p:spPr>
        <p:txBody>
          <a:bodyPr wrap="square" lIns="37987" tIns="37987" rIns="37987" bIns="37987" rtlCol="0">
            <a:noAutofit/>
          </a:bodyPr>
          <a:lstStyle>
            <a:defPPr>
              <a:defRPr lang="ko-KR"/>
            </a:defPPr>
            <a:lvl1pPr marL="171450" indent="-171450">
              <a:buFont typeface="Arial" panose="020B0604020202020204" pitchFamily="34" charset="0"/>
              <a:buChar char="•"/>
              <a:defRPr sz="1000"/>
            </a:lvl1pPr>
          </a:lstStyle>
          <a:p>
            <a:pPr marL="126000" indent="-126000"/>
            <a:r>
              <a:rPr lang="en-US" altLang="ko-KR" spc="-5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6</a:t>
            </a:r>
            <a:r>
              <a:rPr lang="ko-KR" altLang="en-US" spc="-5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개 </a:t>
            </a:r>
            <a:r>
              <a:rPr lang="ko-KR" altLang="en-US" spc="-50" dirty="0">
                <a:solidFill>
                  <a:schemeClr val="tx1">
                    <a:lumMod val="65000"/>
                    <a:lumOff val="35000"/>
                  </a:schemeClr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부처</a:t>
            </a:r>
            <a:endParaRPr lang="en-US" altLang="ko-KR" spc="-50" dirty="0">
              <a:solidFill>
                <a:schemeClr val="tx1">
                  <a:lumMod val="65000"/>
                  <a:lumOff val="35000"/>
                </a:schemeClr>
              </a:solidFill>
              <a:latin typeface="Rix모던고딕 M" panose="02020603020101020101" pitchFamily="18" charset="-127"/>
              <a:ea typeface="Rix모던고딕 M" panose="02020603020101020101" pitchFamily="18" charset="-127"/>
            </a:endParaRPr>
          </a:p>
          <a:p>
            <a:pPr marL="126000" indent="-126000"/>
            <a:r>
              <a:rPr lang="ko-KR" altLang="en-US" spc="-5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약 </a:t>
            </a:r>
            <a:r>
              <a:rPr lang="en-US" altLang="ko-KR" spc="-5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500</a:t>
            </a:r>
            <a:r>
              <a:rPr lang="ko-KR" altLang="en-US" spc="-5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명 </a:t>
            </a:r>
            <a:r>
              <a:rPr lang="ko-KR" altLang="en-US" spc="-50" dirty="0">
                <a:solidFill>
                  <a:schemeClr val="tx1">
                    <a:lumMod val="65000"/>
                    <a:lumOff val="35000"/>
                  </a:schemeClr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이전</a:t>
            </a:r>
          </a:p>
        </p:txBody>
      </p:sp>
      <p:sp>
        <p:nvSpPr>
          <p:cNvPr id="216" name="TextBox 215"/>
          <p:cNvSpPr txBox="1"/>
          <p:nvPr/>
        </p:nvSpPr>
        <p:spPr>
          <a:xfrm>
            <a:off x="495360" y="3078578"/>
            <a:ext cx="3033584" cy="368666"/>
          </a:xfrm>
          <a:prstGeom prst="rect">
            <a:avLst/>
          </a:prstGeom>
          <a:noFill/>
        </p:spPr>
        <p:txBody>
          <a:bodyPr wrap="square" lIns="96487" tIns="48244" rIns="96487" bIns="48244" rtlCol="0">
            <a:noAutofit/>
          </a:bodyPr>
          <a:lstStyle>
            <a:defPPr>
              <a:defRPr lang="ko-KR"/>
            </a:defPPr>
          </a:lstStyle>
          <a:p>
            <a:r>
              <a:rPr lang="ko-KR" altLang="en-US" sz="1800" spc="-200" dirty="0">
                <a:solidFill>
                  <a:srgbClr val="C00000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단기간 다수 고급 인력 투입</a:t>
            </a:r>
          </a:p>
        </p:txBody>
      </p:sp>
      <p:sp>
        <p:nvSpPr>
          <p:cNvPr id="217" name="TextBox 216"/>
          <p:cNvSpPr txBox="1"/>
          <p:nvPr/>
        </p:nvSpPr>
        <p:spPr>
          <a:xfrm>
            <a:off x="4464909" y="3103085"/>
            <a:ext cx="2071979" cy="335151"/>
          </a:xfrm>
          <a:prstGeom prst="rect">
            <a:avLst/>
          </a:prstGeom>
          <a:noFill/>
        </p:spPr>
        <p:txBody>
          <a:bodyPr wrap="square" lIns="96487" tIns="48244" rIns="96487" bIns="48244" rtlCol="0">
            <a:noAutofit/>
          </a:bodyPr>
          <a:lstStyle>
            <a:defPPr>
              <a:defRPr lang="ko-KR"/>
            </a:defPPr>
          </a:lstStyle>
          <a:p>
            <a:r>
              <a:rPr lang="ko-KR" altLang="en-US" sz="1800" spc="-200" dirty="0">
                <a:solidFill>
                  <a:srgbClr val="C00000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장기간 최적인력 투입</a:t>
            </a:r>
          </a:p>
        </p:txBody>
      </p:sp>
      <p:sp>
        <p:nvSpPr>
          <p:cNvPr id="218" name="TextBox 217"/>
          <p:cNvSpPr txBox="1"/>
          <p:nvPr/>
        </p:nvSpPr>
        <p:spPr>
          <a:xfrm>
            <a:off x="546795" y="2574669"/>
            <a:ext cx="978699" cy="269623"/>
          </a:xfrm>
          <a:prstGeom prst="rect">
            <a:avLst/>
          </a:prstGeom>
          <a:noFill/>
        </p:spPr>
        <p:txBody>
          <a:bodyPr wrap="square" lIns="37987" tIns="37987" rIns="37987" bIns="37987" rtlCol="0">
            <a:noAutofit/>
          </a:bodyPr>
          <a:lstStyle>
            <a:defPPr>
              <a:defRPr lang="ko-KR"/>
            </a:defPPr>
          </a:lstStyle>
          <a:p>
            <a:pPr algn="ctr"/>
            <a:r>
              <a:rPr lang="ko-KR" altLang="en-US" sz="11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현황 조사 분석</a:t>
            </a:r>
          </a:p>
        </p:txBody>
      </p:sp>
      <p:graphicFrame>
        <p:nvGraphicFramePr>
          <p:cNvPr id="219" name="표 2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9702357"/>
              </p:ext>
            </p:extLst>
          </p:nvPr>
        </p:nvGraphicFramePr>
        <p:xfrm>
          <a:off x="584875" y="3442653"/>
          <a:ext cx="3089785" cy="184418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64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8089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14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8094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339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0" dirty="0" smtClean="0">
                          <a:solidFill>
                            <a:schemeClr val="bg1"/>
                          </a:solidFill>
                          <a:latin typeface="Rix모던고딕 B" panose="02020603020101020101" pitchFamily="18" charset="-127"/>
                          <a:ea typeface="Rix모던고딕 B" panose="02020603020101020101" pitchFamily="18" charset="-127"/>
                        </a:rPr>
                        <a:t>구분</a:t>
                      </a:r>
                      <a:endParaRPr lang="ko-KR" altLang="en-US" sz="900" b="0" dirty="0">
                        <a:solidFill>
                          <a:schemeClr val="bg1"/>
                        </a:solidFill>
                        <a:latin typeface="Rix모던고딕 B" panose="02020603020101020101" pitchFamily="18" charset="-127"/>
                        <a:ea typeface="Rix모던고딕 B" panose="02020603020101020101" pitchFamily="18" charset="-127"/>
                      </a:endParaRPr>
                    </a:p>
                  </a:txBody>
                  <a:tcPr marL="38861" marR="38861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dkHorz">
                      <a:fgClr>
                        <a:schemeClr val="accent5">
                          <a:lumMod val="50000"/>
                        </a:schemeClr>
                      </a:fgClr>
                      <a:bgClr>
                        <a:schemeClr val="tx2">
                          <a:lumMod val="50000"/>
                        </a:schemeClr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0" dirty="0" smtClean="0">
                          <a:solidFill>
                            <a:schemeClr val="bg1"/>
                          </a:solidFill>
                          <a:latin typeface="Rix모던고딕 B" panose="02020603020101020101" pitchFamily="18" charset="-127"/>
                          <a:ea typeface="Rix모던고딕 B" panose="02020603020101020101" pitchFamily="18" charset="-127"/>
                        </a:rPr>
                        <a:t>업무</a:t>
                      </a:r>
                      <a:endParaRPr lang="ko-KR" altLang="en-US" sz="900" b="0" dirty="0">
                        <a:solidFill>
                          <a:schemeClr val="bg1"/>
                        </a:solidFill>
                        <a:latin typeface="Rix모던고딕 B" panose="02020603020101020101" pitchFamily="18" charset="-127"/>
                        <a:ea typeface="Rix모던고딕 B" panose="02020603020101020101" pitchFamily="18" charset="-127"/>
                      </a:endParaRPr>
                    </a:p>
                  </a:txBody>
                  <a:tcPr marL="38861" marR="38861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dkHorz">
                      <a:fgClr>
                        <a:schemeClr val="accent5">
                          <a:lumMod val="50000"/>
                        </a:schemeClr>
                      </a:fgClr>
                      <a:bgClr>
                        <a:schemeClr val="tx2">
                          <a:lumMod val="50000"/>
                        </a:schemeClr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0" dirty="0" smtClean="0">
                          <a:solidFill>
                            <a:schemeClr val="bg1"/>
                          </a:solidFill>
                          <a:latin typeface="Rix모던고딕 B" panose="02020603020101020101" pitchFamily="18" charset="-127"/>
                          <a:ea typeface="Rix모던고딕 B" panose="02020603020101020101" pitchFamily="18" charset="-127"/>
                        </a:rPr>
                        <a:t>상주</a:t>
                      </a:r>
                      <a:endParaRPr lang="en-US" altLang="ko-KR" sz="900" b="0" dirty="0" smtClean="0">
                        <a:solidFill>
                          <a:schemeClr val="bg1"/>
                        </a:solidFill>
                        <a:latin typeface="Rix모던고딕 B" panose="02020603020101020101" pitchFamily="18" charset="-127"/>
                        <a:ea typeface="Rix모던고딕 B" panose="02020603020101020101" pitchFamily="18" charset="-127"/>
                      </a:endParaRPr>
                    </a:p>
                    <a:p>
                      <a:pPr algn="ctr" latinLnBrk="1"/>
                      <a:r>
                        <a:rPr lang="en-US" altLang="ko-KR" sz="900" b="0" dirty="0" smtClean="0">
                          <a:solidFill>
                            <a:schemeClr val="bg1"/>
                          </a:solidFill>
                          <a:latin typeface="Rix모던고딕 B" panose="02020603020101020101" pitchFamily="18" charset="-127"/>
                          <a:ea typeface="Rix모던고딕 B" panose="02020603020101020101" pitchFamily="18" charset="-127"/>
                        </a:rPr>
                        <a:t>/</a:t>
                      </a:r>
                      <a:r>
                        <a:rPr lang="ko-KR" altLang="en-US" sz="900" b="0" dirty="0" smtClean="0">
                          <a:solidFill>
                            <a:schemeClr val="bg1"/>
                          </a:solidFill>
                          <a:latin typeface="Rix모던고딕 B" panose="02020603020101020101" pitchFamily="18" charset="-127"/>
                          <a:ea typeface="Rix모던고딕 B" panose="02020603020101020101" pitchFamily="18" charset="-127"/>
                        </a:rPr>
                        <a:t>비상주</a:t>
                      </a:r>
                      <a:endParaRPr lang="ko-KR" altLang="en-US" sz="900" b="0" dirty="0">
                        <a:solidFill>
                          <a:schemeClr val="bg1"/>
                        </a:solidFill>
                        <a:latin typeface="Rix모던고딕 B" panose="02020603020101020101" pitchFamily="18" charset="-127"/>
                        <a:ea typeface="Rix모던고딕 B" panose="02020603020101020101" pitchFamily="18" charset="-127"/>
                      </a:endParaRPr>
                    </a:p>
                  </a:txBody>
                  <a:tcPr marL="38861" marR="38861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dkHorz">
                      <a:fgClr>
                        <a:schemeClr val="accent5">
                          <a:lumMod val="50000"/>
                        </a:schemeClr>
                      </a:fgClr>
                      <a:bgClr>
                        <a:schemeClr val="tx2">
                          <a:lumMod val="50000"/>
                        </a:schemeClr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dirty="0" smtClean="0">
                          <a:solidFill>
                            <a:schemeClr val="bg1"/>
                          </a:solidFill>
                          <a:latin typeface="Rix모던고딕 B" panose="02020603020101020101" pitchFamily="18" charset="-127"/>
                          <a:ea typeface="Rix모던고딕 B" panose="02020603020101020101" pitchFamily="18" charset="-127"/>
                        </a:rPr>
                        <a:t>M/M</a:t>
                      </a:r>
                      <a:endParaRPr lang="ko-KR" altLang="en-US" sz="900" b="0" dirty="0">
                        <a:solidFill>
                          <a:schemeClr val="bg1"/>
                        </a:solidFill>
                        <a:latin typeface="Rix모던고딕 B" panose="02020603020101020101" pitchFamily="18" charset="-127"/>
                        <a:ea typeface="Rix모던고딕 B" panose="02020603020101020101" pitchFamily="18" charset="-127"/>
                      </a:endParaRPr>
                    </a:p>
                  </a:txBody>
                  <a:tcPr marL="38861" marR="38861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dkHorz">
                      <a:fgClr>
                        <a:schemeClr val="accent5">
                          <a:lumMod val="50000"/>
                        </a:schemeClr>
                      </a:fgClr>
                      <a:bgClr>
                        <a:schemeClr val="tx2">
                          <a:lumMod val="50000"/>
                        </a:schemeClr>
                      </a:bgClr>
                    </a:patt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33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 smtClean="0">
                          <a:solidFill>
                            <a:sysClr val="windowText" lastClr="000000"/>
                          </a:solidFill>
                          <a:latin typeface="Rix모던고딕 M" panose="02020603020101020101" pitchFamily="18" charset="-127"/>
                          <a:ea typeface="Rix모던고딕 M" panose="02020603020101020101" pitchFamily="18" charset="-127"/>
                        </a:rPr>
                        <a:t>사업관리</a:t>
                      </a:r>
                      <a:endParaRPr lang="ko-KR" altLang="en-US" sz="900" dirty="0">
                        <a:solidFill>
                          <a:sysClr val="windowText" lastClr="000000"/>
                        </a:solidFill>
                        <a:latin typeface="Rix모던고딕 M" panose="02020603020101020101" pitchFamily="18" charset="-127"/>
                        <a:ea typeface="Rix모던고딕 M" panose="02020603020101020101" pitchFamily="18" charset="-127"/>
                      </a:endParaRPr>
                    </a:p>
                  </a:txBody>
                  <a:tcPr marL="38861" marR="38861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 smtClean="0">
                          <a:solidFill>
                            <a:sysClr val="windowText" lastClr="000000"/>
                          </a:solidFill>
                          <a:latin typeface="Rix모던고딕 M" panose="02020603020101020101" pitchFamily="18" charset="-127"/>
                          <a:ea typeface="Rix모던고딕 M" panose="02020603020101020101" pitchFamily="18" charset="-127"/>
                        </a:rPr>
                        <a:t>PM, </a:t>
                      </a:r>
                      <a:r>
                        <a:rPr lang="ko-KR" altLang="en-US" sz="900" dirty="0" smtClean="0">
                          <a:solidFill>
                            <a:sysClr val="windowText" lastClr="000000"/>
                          </a:solidFill>
                          <a:latin typeface="Rix모던고딕 M" panose="02020603020101020101" pitchFamily="18" charset="-127"/>
                          <a:ea typeface="Rix모던고딕 M" panose="02020603020101020101" pitchFamily="18" charset="-127"/>
                        </a:rPr>
                        <a:t>사업관리</a:t>
                      </a:r>
                      <a:r>
                        <a:rPr lang="en-US" altLang="ko-KR" sz="900" dirty="0" smtClean="0">
                          <a:solidFill>
                            <a:sysClr val="windowText" lastClr="000000"/>
                          </a:solidFill>
                          <a:latin typeface="Rix모던고딕 M" panose="02020603020101020101" pitchFamily="18" charset="-127"/>
                          <a:ea typeface="Rix모던고딕 M" panose="02020603020101020101" pitchFamily="18" charset="-127"/>
                        </a:rPr>
                        <a:t>, </a:t>
                      </a:r>
                      <a:r>
                        <a:rPr lang="ko-KR" altLang="en-US" sz="900" dirty="0" smtClean="0">
                          <a:solidFill>
                            <a:sysClr val="windowText" lastClr="000000"/>
                          </a:solidFill>
                          <a:latin typeface="Rix모던고딕 M" panose="02020603020101020101" pitchFamily="18" charset="-127"/>
                          <a:ea typeface="Rix모던고딕 M" panose="02020603020101020101" pitchFamily="18" charset="-127"/>
                        </a:rPr>
                        <a:t>군사전문가</a:t>
                      </a:r>
                      <a:endParaRPr lang="ko-KR" altLang="en-US" sz="900" dirty="0">
                        <a:solidFill>
                          <a:sysClr val="windowText" lastClr="000000"/>
                        </a:solidFill>
                        <a:latin typeface="Rix모던고딕 M" panose="02020603020101020101" pitchFamily="18" charset="-127"/>
                        <a:ea typeface="Rix모던고딕 M" panose="02020603020101020101" pitchFamily="18" charset="-127"/>
                      </a:endParaRPr>
                    </a:p>
                  </a:txBody>
                  <a:tcPr marL="38861" marR="38861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 smtClean="0">
                          <a:solidFill>
                            <a:sysClr val="windowText" lastClr="000000"/>
                          </a:solidFill>
                          <a:latin typeface="Rix모던고딕 M" panose="02020603020101020101" pitchFamily="18" charset="-127"/>
                          <a:ea typeface="Rix모던고딕 M" panose="02020603020101020101" pitchFamily="18" charset="-127"/>
                        </a:rPr>
                        <a:t>3</a:t>
                      </a:r>
                      <a:r>
                        <a:rPr lang="ko-KR" altLang="en-US" sz="900" dirty="0" smtClean="0">
                          <a:solidFill>
                            <a:sysClr val="windowText" lastClr="000000"/>
                          </a:solidFill>
                          <a:latin typeface="Rix모던고딕 M" panose="02020603020101020101" pitchFamily="18" charset="-127"/>
                          <a:ea typeface="Rix모던고딕 M" panose="02020603020101020101" pitchFamily="18" charset="-127"/>
                        </a:rPr>
                        <a:t>명</a:t>
                      </a:r>
                      <a:r>
                        <a:rPr lang="en-US" altLang="ko-KR" sz="900" dirty="0" smtClean="0">
                          <a:solidFill>
                            <a:sysClr val="windowText" lastClr="000000"/>
                          </a:solidFill>
                          <a:latin typeface="Rix모던고딕 M" panose="02020603020101020101" pitchFamily="18" charset="-127"/>
                          <a:ea typeface="Rix모던고딕 M" panose="02020603020101020101" pitchFamily="18" charset="-127"/>
                        </a:rPr>
                        <a:t>/2</a:t>
                      </a:r>
                      <a:r>
                        <a:rPr lang="ko-KR" altLang="en-US" sz="900" dirty="0" smtClean="0">
                          <a:solidFill>
                            <a:sysClr val="windowText" lastClr="000000"/>
                          </a:solidFill>
                          <a:latin typeface="Rix모던고딕 M" panose="02020603020101020101" pitchFamily="18" charset="-127"/>
                          <a:ea typeface="Rix모던고딕 M" panose="02020603020101020101" pitchFamily="18" charset="-127"/>
                        </a:rPr>
                        <a:t>명</a:t>
                      </a:r>
                      <a:endParaRPr lang="ko-KR" altLang="en-US" sz="900" dirty="0">
                        <a:solidFill>
                          <a:sysClr val="windowText" lastClr="000000"/>
                        </a:solidFill>
                        <a:latin typeface="Rix모던고딕 M" panose="02020603020101020101" pitchFamily="18" charset="-127"/>
                        <a:ea typeface="Rix모던고딕 M" panose="02020603020101020101" pitchFamily="18" charset="-127"/>
                      </a:endParaRPr>
                    </a:p>
                  </a:txBody>
                  <a:tcPr marL="38861" marR="38861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 smtClean="0">
                          <a:solidFill>
                            <a:sysClr val="windowText" lastClr="000000"/>
                          </a:solidFill>
                          <a:latin typeface="Rix모던고딕 M" panose="02020603020101020101" pitchFamily="18" charset="-127"/>
                          <a:ea typeface="Rix모던고딕 M" panose="02020603020101020101" pitchFamily="18" charset="-127"/>
                        </a:rPr>
                        <a:t>7</a:t>
                      </a:r>
                      <a:endParaRPr lang="ko-KR" altLang="en-US" sz="900" dirty="0">
                        <a:solidFill>
                          <a:sysClr val="windowText" lastClr="000000"/>
                        </a:solidFill>
                        <a:latin typeface="Rix모던고딕 M" panose="02020603020101020101" pitchFamily="18" charset="-127"/>
                        <a:ea typeface="Rix모던고딕 M" panose="02020603020101020101" pitchFamily="18" charset="-127"/>
                      </a:endParaRPr>
                    </a:p>
                  </a:txBody>
                  <a:tcPr marL="38861" marR="38861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5331">
                <a:tc rowSpan="4"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 smtClean="0">
                          <a:solidFill>
                            <a:sysClr val="windowText" lastClr="000000"/>
                          </a:solidFill>
                          <a:latin typeface="Rix모던고딕 M" panose="02020603020101020101" pitchFamily="18" charset="-127"/>
                          <a:ea typeface="Rix모던고딕 M" panose="02020603020101020101" pitchFamily="18" charset="-127"/>
                        </a:rPr>
                        <a:t>구축 팀</a:t>
                      </a:r>
                      <a:endParaRPr lang="ko-KR" altLang="en-US" sz="900" dirty="0">
                        <a:solidFill>
                          <a:sysClr val="windowText" lastClr="000000"/>
                        </a:solidFill>
                        <a:latin typeface="Rix모던고딕 M" panose="02020603020101020101" pitchFamily="18" charset="-127"/>
                        <a:ea typeface="Rix모던고딕 M" panose="02020603020101020101" pitchFamily="18" charset="-127"/>
                      </a:endParaRPr>
                    </a:p>
                  </a:txBody>
                  <a:tcPr marL="38861" marR="38861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 smtClean="0">
                          <a:solidFill>
                            <a:sysClr val="windowText" lastClr="000000"/>
                          </a:solidFill>
                          <a:latin typeface="Rix모던고딕 M" panose="02020603020101020101" pitchFamily="18" charset="-127"/>
                          <a:ea typeface="Rix모던고딕 M" panose="02020603020101020101" pitchFamily="18" charset="-127"/>
                        </a:rPr>
                        <a:t>네트워크</a:t>
                      </a:r>
                      <a:endParaRPr lang="ko-KR" altLang="en-US" sz="900" dirty="0">
                        <a:solidFill>
                          <a:sysClr val="windowText" lastClr="000000"/>
                        </a:solidFill>
                        <a:latin typeface="Rix모던고딕 M" panose="02020603020101020101" pitchFamily="18" charset="-127"/>
                        <a:ea typeface="Rix모던고딕 M" panose="02020603020101020101" pitchFamily="18" charset="-127"/>
                      </a:endParaRPr>
                    </a:p>
                  </a:txBody>
                  <a:tcPr marL="38861" marR="38861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 smtClean="0">
                          <a:solidFill>
                            <a:sysClr val="windowText" lastClr="000000"/>
                          </a:solidFill>
                          <a:latin typeface="Rix모던고딕 M" panose="02020603020101020101" pitchFamily="18" charset="-127"/>
                          <a:ea typeface="Rix모던고딕 M" panose="02020603020101020101" pitchFamily="18" charset="-127"/>
                        </a:rPr>
                        <a:t>5</a:t>
                      </a:r>
                      <a:r>
                        <a:rPr lang="ko-KR" altLang="en-US" sz="900" dirty="0" smtClean="0">
                          <a:solidFill>
                            <a:sysClr val="windowText" lastClr="000000"/>
                          </a:solidFill>
                          <a:latin typeface="Rix모던고딕 M" panose="02020603020101020101" pitchFamily="18" charset="-127"/>
                          <a:ea typeface="Rix모던고딕 M" panose="02020603020101020101" pitchFamily="18" charset="-127"/>
                        </a:rPr>
                        <a:t>명</a:t>
                      </a:r>
                      <a:r>
                        <a:rPr lang="en-US" altLang="ko-KR" sz="900" dirty="0" smtClean="0">
                          <a:solidFill>
                            <a:sysClr val="windowText" lastClr="000000"/>
                          </a:solidFill>
                          <a:latin typeface="Rix모던고딕 M" panose="02020603020101020101" pitchFamily="18" charset="-127"/>
                          <a:ea typeface="Rix모던고딕 M" panose="02020603020101020101" pitchFamily="18" charset="-127"/>
                        </a:rPr>
                        <a:t>/1</a:t>
                      </a:r>
                      <a:r>
                        <a:rPr lang="ko-KR" altLang="en-US" sz="900" dirty="0" smtClean="0">
                          <a:solidFill>
                            <a:sysClr val="windowText" lastClr="000000"/>
                          </a:solidFill>
                          <a:latin typeface="Rix모던고딕 M" panose="02020603020101020101" pitchFamily="18" charset="-127"/>
                          <a:ea typeface="Rix모던고딕 M" panose="02020603020101020101" pitchFamily="18" charset="-127"/>
                        </a:rPr>
                        <a:t>명</a:t>
                      </a:r>
                      <a:endParaRPr lang="ko-KR" altLang="en-US" sz="900" dirty="0">
                        <a:solidFill>
                          <a:sysClr val="windowText" lastClr="000000"/>
                        </a:solidFill>
                        <a:latin typeface="Rix모던고딕 M" panose="02020603020101020101" pitchFamily="18" charset="-127"/>
                        <a:ea typeface="Rix모던고딕 M" panose="02020603020101020101" pitchFamily="18" charset="-127"/>
                      </a:endParaRPr>
                    </a:p>
                  </a:txBody>
                  <a:tcPr marL="38861" marR="38861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 smtClean="0">
                          <a:solidFill>
                            <a:sysClr val="windowText" lastClr="000000"/>
                          </a:solidFill>
                          <a:latin typeface="Rix모던고딕 M" panose="02020603020101020101" pitchFamily="18" charset="-127"/>
                          <a:ea typeface="Rix모던고딕 M" panose="02020603020101020101" pitchFamily="18" charset="-127"/>
                        </a:rPr>
                        <a:t>15</a:t>
                      </a:r>
                      <a:endParaRPr lang="ko-KR" altLang="en-US" sz="900" dirty="0">
                        <a:solidFill>
                          <a:sysClr val="windowText" lastClr="000000"/>
                        </a:solidFill>
                        <a:latin typeface="Rix모던고딕 M" panose="02020603020101020101" pitchFamily="18" charset="-127"/>
                        <a:ea typeface="Rix모던고딕 M" panose="02020603020101020101" pitchFamily="18" charset="-127"/>
                      </a:endParaRPr>
                    </a:p>
                  </a:txBody>
                  <a:tcPr marL="38861" marR="38861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5331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 smtClean="0">
                          <a:solidFill>
                            <a:sysClr val="windowText" lastClr="000000"/>
                          </a:solidFill>
                          <a:latin typeface="Rix모던고딕 M" panose="02020603020101020101" pitchFamily="18" charset="-127"/>
                          <a:ea typeface="Rix모던고딕 M" panose="02020603020101020101" pitchFamily="18" charset="-127"/>
                        </a:rPr>
                        <a:t>영상장비</a:t>
                      </a:r>
                      <a:endParaRPr lang="ko-KR" altLang="en-US" sz="900" dirty="0">
                        <a:solidFill>
                          <a:sysClr val="windowText" lastClr="000000"/>
                        </a:solidFill>
                        <a:latin typeface="Rix모던고딕 M" panose="02020603020101020101" pitchFamily="18" charset="-127"/>
                        <a:ea typeface="Rix모던고딕 M" panose="02020603020101020101" pitchFamily="18" charset="-127"/>
                      </a:endParaRPr>
                    </a:p>
                  </a:txBody>
                  <a:tcPr marL="38861" marR="38861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 smtClean="0">
                          <a:solidFill>
                            <a:sysClr val="windowText" lastClr="000000"/>
                          </a:solidFill>
                          <a:latin typeface="Rix모던고딕 M" panose="02020603020101020101" pitchFamily="18" charset="-127"/>
                          <a:ea typeface="Rix모던고딕 M" panose="02020603020101020101" pitchFamily="18" charset="-127"/>
                        </a:rPr>
                        <a:t>6</a:t>
                      </a:r>
                      <a:r>
                        <a:rPr lang="ko-KR" altLang="en-US" sz="900" dirty="0" smtClean="0">
                          <a:solidFill>
                            <a:sysClr val="windowText" lastClr="000000"/>
                          </a:solidFill>
                          <a:latin typeface="Rix모던고딕 M" panose="02020603020101020101" pitchFamily="18" charset="-127"/>
                          <a:ea typeface="Rix모던고딕 M" panose="02020603020101020101" pitchFamily="18" charset="-127"/>
                        </a:rPr>
                        <a:t>명</a:t>
                      </a:r>
                      <a:endParaRPr lang="ko-KR" altLang="en-US" sz="900" dirty="0">
                        <a:solidFill>
                          <a:sysClr val="windowText" lastClr="000000"/>
                        </a:solidFill>
                        <a:latin typeface="Rix모던고딕 M" panose="02020603020101020101" pitchFamily="18" charset="-127"/>
                        <a:ea typeface="Rix모던고딕 M" panose="02020603020101020101" pitchFamily="18" charset="-127"/>
                      </a:endParaRPr>
                    </a:p>
                  </a:txBody>
                  <a:tcPr marL="38861" marR="38861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 smtClean="0">
                          <a:solidFill>
                            <a:sysClr val="windowText" lastClr="000000"/>
                          </a:solidFill>
                          <a:latin typeface="Rix모던고딕 M" panose="02020603020101020101" pitchFamily="18" charset="-127"/>
                          <a:ea typeface="Rix모던고딕 M" panose="02020603020101020101" pitchFamily="18" charset="-127"/>
                        </a:rPr>
                        <a:t>6</a:t>
                      </a:r>
                      <a:endParaRPr lang="ko-KR" altLang="en-US" sz="900" dirty="0">
                        <a:solidFill>
                          <a:sysClr val="windowText" lastClr="000000"/>
                        </a:solidFill>
                        <a:latin typeface="Rix모던고딕 M" panose="02020603020101020101" pitchFamily="18" charset="-127"/>
                        <a:ea typeface="Rix모던고딕 M" panose="02020603020101020101" pitchFamily="18" charset="-127"/>
                      </a:endParaRPr>
                    </a:p>
                  </a:txBody>
                  <a:tcPr marL="38861" marR="38861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5331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 smtClean="0">
                          <a:solidFill>
                            <a:sysClr val="windowText" lastClr="000000"/>
                          </a:solidFill>
                          <a:latin typeface="Rix모던고딕 M" panose="02020603020101020101" pitchFamily="18" charset="-127"/>
                          <a:ea typeface="Rix모던고딕 M" panose="02020603020101020101" pitchFamily="18" charset="-127"/>
                        </a:rPr>
                        <a:t>IP</a:t>
                      </a:r>
                      <a:r>
                        <a:rPr lang="ko-KR" altLang="en-US" sz="900" dirty="0" smtClean="0">
                          <a:solidFill>
                            <a:sysClr val="windowText" lastClr="000000"/>
                          </a:solidFill>
                          <a:latin typeface="Rix모던고딕 M" panose="02020603020101020101" pitchFamily="18" charset="-127"/>
                          <a:ea typeface="Rix모던고딕 M" panose="02020603020101020101" pitchFamily="18" charset="-127"/>
                        </a:rPr>
                        <a:t>관리체계</a:t>
                      </a:r>
                      <a:endParaRPr lang="ko-KR" altLang="en-US" sz="900" dirty="0">
                        <a:solidFill>
                          <a:sysClr val="windowText" lastClr="000000"/>
                        </a:solidFill>
                        <a:latin typeface="Rix모던고딕 M" panose="02020603020101020101" pitchFamily="18" charset="-127"/>
                        <a:ea typeface="Rix모던고딕 M" panose="02020603020101020101" pitchFamily="18" charset="-127"/>
                      </a:endParaRPr>
                    </a:p>
                  </a:txBody>
                  <a:tcPr marL="38861" marR="38861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 smtClean="0">
                          <a:solidFill>
                            <a:sysClr val="windowText" lastClr="000000"/>
                          </a:solidFill>
                          <a:latin typeface="Rix모던고딕 M" panose="02020603020101020101" pitchFamily="18" charset="-127"/>
                          <a:ea typeface="Rix모던고딕 M" panose="02020603020101020101" pitchFamily="18" charset="-127"/>
                        </a:rPr>
                        <a:t>3</a:t>
                      </a:r>
                      <a:r>
                        <a:rPr lang="ko-KR" altLang="en-US" sz="900" dirty="0" smtClean="0">
                          <a:solidFill>
                            <a:sysClr val="windowText" lastClr="000000"/>
                          </a:solidFill>
                          <a:latin typeface="Rix모던고딕 M" panose="02020603020101020101" pitchFamily="18" charset="-127"/>
                          <a:ea typeface="Rix모던고딕 M" panose="02020603020101020101" pitchFamily="18" charset="-127"/>
                        </a:rPr>
                        <a:t>명</a:t>
                      </a:r>
                      <a:endParaRPr lang="ko-KR" altLang="en-US" sz="900" dirty="0">
                        <a:solidFill>
                          <a:sysClr val="windowText" lastClr="000000"/>
                        </a:solidFill>
                        <a:latin typeface="Rix모던고딕 M" panose="02020603020101020101" pitchFamily="18" charset="-127"/>
                        <a:ea typeface="Rix모던고딕 M" panose="02020603020101020101" pitchFamily="18" charset="-127"/>
                      </a:endParaRPr>
                    </a:p>
                  </a:txBody>
                  <a:tcPr marL="38861" marR="38861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 smtClean="0">
                          <a:solidFill>
                            <a:sysClr val="windowText" lastClr="000000"/>
                          </a:solidFill>
                          <a:latin typeface="Rix모던고딕 M" panose="02020603020101020101" pitchFamily="18" charset="-127"/>
                          <a:ea typeface="Rix모던고딕 M" panose="02020603020101020101" pitchFamily="18" charset="-127"/>
                        </a:rPr>
                        <a:t>9</a:t>
                      </a:r>
                      <a:endParaRPr lang="ko-KR" altLang="en-US" sz="900" dirty="0">
                        <a:solidFill>
                          <a:sysClr val="windowText" lastClr="000000"/>
                        </a:solidFill>
                        <a:latin typeface="Rix모던고딕 M" panose="02020603020101020101" pitchFamily="18" charset="-127"/>
                        <a:ea typeface="Rix모던고딕 M" panose="02020603020101020101" pitchFamily="18" charset="-127"/>
                      </a:endParaRPr>
                    </a:p>
                  </a:txBody>
                  <a:tcPr marL="38861" marR="38861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5331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 smtClean="0">
                          <a:solidFill>
                            <a:sysClr val="windowText" lastClr="000000"/>
                          </a:solidFill>
                          <a:latin typeface="Rix모던고딕 M" panose="02020603020101020101" pitchFamily="18" charset="-127"/>
                          <a:ea typeface="Rix모던고딕 M" panose="02020603020101020101" pitchFamily="18" charset="-127"/>
                        </a:rPr>
                        <a:t>문자 전송체계</a:t>
                      </a:r>
                      <a:endParaRPr lang="ko-KR" altLang="en-US" sz="900" dirty="0">
                        <a:solidFill>
                          <a:sysClr val="windowText" lastClr="000000"/>
                        </a:solidFill>
                        <a:latin typeface="Rix모던고딕 M" panose="02020603020101020101" pitchFamily="18" charset="-127"/>
                        <a:ea typeface="Rix모던고딕 M" panose="02020603020101020101" pitchFamily="18" charset="-127"/>
                      </a:endParaRPr>
                    </a:p>
                  </a:txBody>
                  <a:tcPr marL="38861" marR="38861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 smtClean="0">
                          <a:solidFill>
                            <a:sysClr val="windowText" lastClr="000000"/>
                          </a:solidFill>
                          <a:latin typeface="Rix모던고딕 M" panose="02020603020101020101" pitchFamily="18" charset="-127"/>
                          <a:ea typeface="Rix모던고딕 M" panose="02020603020101020101" pitchFamily="18" charset="-127"/>
                        </a:rPr>
                        <a:t>1</a:t>
                      </a:r>
                      <a:r>
                        <a:rPr lang="ko-KR" altLang="en-US" sz="900" dirty="0" smtClean="0">
                          <a:solidFill>
                            <a:sysClr val="windowText" lastClr="000000"/>
                          </a:solidFill>
                          <a:latin typeface="Rix모던고딕 M" panose="02020603020101020101" pitchFamily="18" charset="-127"/>
                          <a:ea typeface="Rix모던고딕 M" panose="02020603020101020101" pitchFamily="18" charset="-127"/>
                        </a:rPr>
                        <a:t>명</a:t>
                      </a:r>
                      <a:endParaRPr lang="ko-KR" altLang="en-US" sz="900" dirty="0">
                        <a:solidFill>
                          <a:sysClr val="windowText" lastClr="000000"/>
                        </a:solidFill>
                        <a:latin typeface="Rix모던고딕 M" panose="02020603020101020101" pitchFamily="18" charset="-127"/>
                        <a:ea typeface="Rix모던고딕 M" panose="02020603020101020101" pitchFamily="18" charset="-127"/>
                      </a:endParaRPr>
                    </a:p>
                  </a:txBody>
                  <a:tcPr marL="38861" marR="38861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 smtClean="0">
                          <a:solidFill>
                            <a:sysClr val="windowText" lastClr="000000"/>
                          </a:solidFill>
                          <a:latin typeface="Rix모던고딕 M" panose="02020603020101020101" pitchFamily="18" charset="-127"/>
                          <a:ea typeface="Rix모던고딕 M" panose="02020603020101020101" pitchFamily="18" charset="-127"/>
                        </a:rPr>
                        <a:t>2</a:t>
                      </a:r>
                      <a:endParaRPr lang="ko-KR" altLang="en-US" sz="900" dirty="0">
                        <a:solidFill>
                          <a:sysClr val="windowText" lastClr="000000"/>
                        </a:solidFill>
                        <a:latin typeface="Rix모던고딕 M" panose="02020603020101020101" pitchFamily="18" charset="-127"/>
                        <a:ea typeface="Rix모던고딕 M" panose="02020603020101020101" pitchFamily="18" charset="-127"/>
                      </a:endParaRPr>
                    </a:p>
                  </a:txBody>
                  <a:tcPr marL="38861" marR="38861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669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 smtClean="0">
                          <a:solidFill>
                            <a:sysClr val="windowText" lastClr="000000"/>
                          </a:solidFill>
                          <a:latin typeface="Rix모던고딕 M" panose="02020603020101020101" pitchFamily="18" charset="-127"/>
                          <a:ea typeface="Rix모던고딕 M" panose="02020603020101020101" pitchFamily="18" charset="-127"/>
                        </a:rPr>
                        <a:t>시험팀</a:t>
                      </a:r>
                      <a:endParaRPr lang="ko-KR" altLang="en-US" sz="900" dirty="0">
                        <a:solidFill>
                          <a:sysClr val="windowText" lastClr="000000"/>
                        </a:solidFill>
                        <a:latin typeface="Rix모던고딕 M" panose="02020603020101020101" pitchFamily="18" charset="-127"/>
                        <a:ea typeface="Rix모던고딕 M" panose="02020603020101020101" pitchFamily="18" charset="-127"/>
                      </a:endParaRPr>
                    </a:p>
                  </a:txBody>
                  <a:tcPr marL="38861" marR="38861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 smtClean="0">
                          <a:solidFill>
                            <a:sysClr val="windowText" lastClr="000000"/>
                          </a:solidFill>
                          <a:latin typeface="Rix모던고딕 M" panose="02020603020101020101" pitchFamily="18" charset="-127"/>
                          <a:ea typeface="Rix모던고딕 M" panose="02020603020101020101" pitchFamily="18" charset="-127"/>
                        </a:rPr>
                        <a:t>IOT, </a:t>
                      </a:r>
                      <a:r>
                        <a:rPr lang="ko-KR" altLang="en-US" sz="900" dirty="0" smtClean="0">
                          <a:solidFill>
                            <a:sysClr val="windowText" lastClr="000000"/>
                          </a:solidFill>
                          <a:latin typeface="Rix모던고딕 M" panose="02020603020101020101" pitchFamily="18" charset="-127"/>
                          <a:ea typeface="Rix모던고딕 M" panose="02020603020101020101" pitchFamily="18" charset="-127"/>
                        </a:rPr>
                        <a:t>보안적합성</a:t>
                      </a:r>
                      <a:r>
                        <a:rPr lang="en-US" altLang="ko-KR" sz="900" dirty="0" smtClean="0">
                          <a:solidFill>
                            <a:sysClr val="windowText" lastClr="000000"/>
                          </a:solidFill>
                          <a:latin typeface="Rix모던고딕 M" panose="02020603020101020101" pitchFamily="18" charset="-127"/>
                          <a:ea typeface="Rix모던고딕 M" panose="02020603020101020101" pitchFamily="18" charset="-127"/>
                        </a:rPr>
                        <a:t>, </a:t>
                      </a:r>
                      <a:r>
                        <a:rPr lang="ko-KR" altLang="en-US" sz="900" dirty="0" smtClean="0">
                          <a:solidFill>
                            <a:sysClr val="windowText" lastClr="000000"/>
                          </a:solidFill>
                          <a:latin typeface="Rix모던고딕 M" panose="02020603020101020101" pitchFamily="18" charset="-127"/>
                          <a:ea typeface="Rix모던고딕 M" panose="02020603020101020101" pitchFamily="18" charset="-127"/>
                        </a:rPr>
                        <a:t>구축 지원</a:t>
                      </a:r>
                      <a:endParaRPr lang="ko-KR" altLang="en-US" sz="900" dirty="0">
                        <a:solidFill>
                          <a:sysClr val="windowText" lastClr="000000"/>
                        </a:solidFill>
                        <a:latin typeface="Rix모던고딕 M" panose="02020603020101020101" pitchFamily="18" charset="-127"/>
                        <a:ea typeface="Rix모던고딕 M" panose="02020603020101020101" pitchFamily="18" charset="-127"/>
                      </a:endParaRPr>
                    </a:p>
                  </a:txBody>
                  <a:tcPr marL="38861" marR="38861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 smtClean="0">
                          <a:solidFill>
                            <a:sysClr val="windowText" lastClr="000000"/>
                          </a:solidFill>
                          <a:latin typeface="Rix모던고딕 M" panose="02020603020101020101" pitchFamily="18" charset="-127"/>
                          <a:ea typeface="Rix모던고딕 M" panose="02020603020101020101" pitchFamily="18" charset="-127"/>
                        </a:rPr>
                        <a:t>4</a:t>
                      </a:r>
                      <a:r>
                        <a:rPr lang="ko-KR" altLang="en-US" sz="900" dirty="0" smtClean="0">
                          <a:solidFill>
                            <a:sysClr val="windowText" lastClr="000000"/>
                          </a:solidFill>
                          <a:latin typeface="Rix모던고딕 M" panose="02020603020101020101" pitchFamily="18" charset="-127"/>
                          <a:ea typeface="Rix모던고딕 M" panose="02020603020101020101" pitchFamily="18" charset="-127"/>
                        </a:rPr>
                        <a:t>명</a:t>
                      </a:r>
                      <a:endParaRPr lang="ko-KR" altLang="en-US" sz="900" dirty="0">
                        <a:solidFill>
                          <a:sysClr val="windowText" lastClr="000000"/>
                        </a:solidFill>
                        <a:latin typeface="Rix모던고딕 M" panose="02020603020101020101" pitchFamily="18" charset="-127"/>
                        <a:ea typeface="Rix모던고딕 M" panose="02020603020101020101" pitchFamily="18" charset="-127"/>
                      </a:endParaRPr>
                    </a:p>
                  </a:txBody>
                  <a:tcPr marL="38861" marR="38861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 smtClean="0">
                          <a:solidFill>
                            <a:sysClr val="windowText" lastClr="000000"/>
                          </a:solidFill>
                          <a:latin typeface="Rix모던고딕 M" panose="02020603020101020101" pitchFamily="18" charset="-127"/>
                          <a:ea typeface="Rix모던고딕 M" panose="02020603020101020101" pitchFamily="18" charset="-127"/>
                        </a:rPr>
                        <a:t>10</a:t>
                      </a:r>
                      <a:endParaRPr lang="ko-KR" altLang="en-US" sz="900" dirty="0">
                        <a:solidFill>
                          <a:sysClr val="windowText" lastClr="000000"/>
                        </a:solidFill>
                        <a:latin typeface="Rix모던고딕 M" panose="02020603020101020101" pitchFamily="18" charset="-127"/>
                        <a:ea typeface="Rix모던고딕 M" panose="02020603020101020101" pitchFamily="18" charset="-127"/>
                      </a:endParaRPr>
                    </a:p>
                  </a:txBody>
                  <a:tcPr marL="38861" marR="38861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07441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 smtClean="0">
                          <a:solidFill>
                            <a:schemeClr val="bg1"/>
                          </a:solidFill>
                          <a:latin typeface="Rix모던고딕 EB" panose="02020603020101020101" pitchFamily="18" charset="-127"/>
                          <a:ea typeface="Rix모던고딕 EB" panose="02020603020101020101" pitchFamily="18" charset="-127"/>
                        </a:rPr>
                        <a:t>합계</a:t>
                      </a:r>
                      <a:endParaRPr lang="ko-KR" altLang="en-US" sz="1000" b="0" dirty="0">
                        <a:solidFill>
                          <a:schemeClr val="bg1"/>
                        </a:solidFill>
                        <a:latin typeface="Rix모던고딕 EB" panose="02020603020101020101" pitchFamily="18" charset="-127"/>
                        <a:ea typeface="Rix모던고딕 EB" panose="02020603020101020101" pitchFamily="18" charset="-127"/>
                      </a:endParaRPr>
                    </a:p>
                  </a:txBody>
                  <a:tcPr marL="38861" marR="38861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dkHorz">
                      <a:fgClr>
                        <a:schemeClr val="accent2">
                          <a:lumMod val="75000"/>
                        </a:schemeClr>
                      </a:fgClr>
                      <a:bgClr>
                        <a:srgbClr val="C00000"/>
                      </a:bgClr>
                    </a:patt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 smtClean="0">
                          <a:solidFill>
                            <a:schemeClr val="bg1"/>
                          </a:solidFill>
                          <a:latin typeface="Rix모던고딕 EB" panose="02020603020101020101" pitchFamily="18" charset="-127"/>
                          <a:ea typeface="Rix모던고딕 EB" panose="02020603020101020101" pitchFamily="18" charset="-127"/>
                        </a:rPr>
                        <a:t>22</a:t>
                      </a:r>
                      <a:r>
                        <a:rPr lang="ko-KR" altLang="en-US" sz="1000" b="0" dirty="0" smtClean="0">
                          <a:solidFill>
                            <a:schemeClr val="bg1"/>
                          </a:solidFill>
                          <a:latin typeface="Rix모던고딕 EB" panose="02020603020101020101" pitchFamily="18" charset="-127"/>
                          <a:ea typeface="Rix모던고딕 EB" panose="02020603020101020101" pitchFamily="18" charset="-127"/>
                        </a:rPr>
                        <a:t>명</a:t>
                      </a:r>
                      <a:r>
                        <a:rPr lang="en-US" altLang="ko-KR" sz="1000" b="0" dirty="0" smtClean="0">
                          <a:solidFill>
                            <a:schemeClr val="bg1"/>
                          </a:solidFill>
                          <a:latin typeface="Rix모던고딕 EB" panose="02020603020101020101" pitchFamily="18" charset="-127"/>
                          <a:ea typeface="Rix모던고딕 EB" panose="02020603020101020101" pitchFamily="18" charset="-127"/>
                        </a:rPr>
                        <a:t>/3</a:t>
                      </a:r>
                      <a:r>
                        <a:rPr lang="ko-KR" altLang="en-US" sz="1000" b="0" dirty="0" smtClean="0">
                          <a:solidFill>
                            <a:schemeClr val="bg1"/>
                          </a:solidFill>
                          <a:latin typeface="Rix모던고딕 EB" panose="02020603020101020101" pitchFamily="18" charset="-127"/>
                          <a:ea typeface="Rix모던고딕 EB" panose="02020603020101020101" pitchFamily="18" charset="-127"/>
                        </a:rPr>
                        <a:t>명</a:t>
                      </a:r>
                      <a:endParaRPr lang="ko-KR" altLang="en-US" sz="1000" b="0" dirty="0">
                        <a:solidFill>
                          <a:schemeClr val="bg1"/>
                        </a:solidFill>
                        <a:latin typeface="Rix모던고딕 EB" panose="02020603020101020101" pitchFamily="18" charset="-127"/>
                        <a:ea typeface="Rix모던고딕 EB" panose="02020603020101020101" pitchFamily="18" charset="-127"/>
                      </a:endParaRPr>
                    </a:p>
                  </a:txBody>
                  <a:tcPr marL="38861" marR="38861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dkHorz">
                      <a:fgClr>
                        <a:schemeClr val="accent2">
                          <a:lumMod val="75000"/>
                        </a:schemeClr>
                      </a:fgClr>
                      <a:bgClr>
                        <a:srgbClr val="C00000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 smtClean="0">
                          <a:solidFill>
                            <a:schemeClr val="bg1"/>
                          </a:solidFill>
                          <a:latin typeface="Rix모던고딕 EB" panose="02020603020101020101" pitchFamily="18" charset="-127"/>
                          <a:ea typeface="Rix모던고딕 EB" panose="02020603020101020101" pitchFamily="18" charset="-127"/>
                        </a:rPr>
                        <a:t>49</a:t>
                      </a:r>
                      <a:endParaRPr lang="ko-KR" altLang="en-US" sz="1000" b="0" dirty="0">
                        <a:solidFill>
                          <a:schemeClr val="bg1"/>
                        </a:solidFill>
                        <a:latin typeface="Rix모던고딕 EB" panose="02020603020101020101" pitchFamily="18" charset="-127"/>
                        <a:ea typeface="Rix모던고딕 EB" panose="02020603020101020101" pitchFamily="18" charset="-127"/>
                      </a:endParaRPr>
                    </a:p>
                  </a:txBody>
                  <a:tcPr marL="38861" marR="38861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dkHorz">
                      <a:fgClr>
                        <a:schemeClr val="accent2">
                          <a:lumMod val="75000"/>
                        </a:schemeClr>
                      </a:fgClr>
                      <a:bgClr>
                        <a:srgbClr val="C00000"/>
                      </a:bgClr>
                    </a:patt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220" name="표 2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5707565"/>
              </p:ext>
            </p:extLst>
          </p:nvPr>
        </p:nvGraphicFramePr>
        <p:xfrm>
          <a:off x="4544760" y="3442654"/>
          <a:ext cx="2701860" cy="10920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76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81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61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3004">
                <a:tc>
                  <a:txBody>
                    <a:bodyPr/>
                    <a:lstStyle/>
                    <a:p>
                      <a:pPr marL="0" algn="ctr" defTabSz="964870" rtl="0" eaLnBrk="1" latinLnBrk="1" hangingPunct="1">
                        <a:lnSpc>
                          <a:spcPct val="150000"/>
                        </a:lnSpc>
                      </a:pPr>
                      <a:r>
                        <a:rPr lang="ko-KR" altLang="en-US" sz="1000" b="0" kern="1200" dirty="0" smtClean="0">
                          <a:solidFill>
                            <a:schemeClr val="bg1"/>
                          </a:solidFill>
                          <a:latin typeface="Rix모던고딕 B" panose="02020603020101020101" pitchFamily="18" charset="-127"/>
                          <a:ea typeface="Rix모던고딕 B" panose="02020603020101020101" pitchFamily="18" charset="-127"/>
                          <a:cs typeface="+mn-cs"/>
                        </a:rPr>
                        <a:t>구분</a:t>
                      </a:r>
                      <a:endParaRPr lang="ko-KR" altLang="en-US" sz="1000" b="0" kern="1200" dirty="0">
                        <a:solidFill>
                          <a:schemeClr val="bg1"/>
                        </a:solidFill>
                        <a:latin typeface="Rix모던고딕 B" panose="02020603020101020101" pitchFamily="18" charset="-127"/>
                        <a:ea typeface="Rix모던고딕 B" panose="02020603020101020101" pitchFamily="18" charset="-127"/>
                        <a:cs typeface="+mn-cs"/>
                      </a:endParaRPr>
                    </a:p>
                  </a:txBody>
                  <a:tcPr marL="38861" marR="38861" marT="0" marB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dkHorz">
                      <a:fgClr>
                        <a:schemeClr val="accent5">
                          <a:lumMod val="50000"/>
                        </a:schemeClr>
                      </a:fgClr>
                      <a:bgClr>
                        <a:schemeClr val="tx2">
                          <a:lumMod val="50000"/>
                        </a:schemeClr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0" algn="ctr" defTabSz="964870" rtl="0" eaLnBrk="1" latinLnBrk="1" hangingPunct="1">
                        <a:lnSpc>
                          <a:spcPct val="150000"/>
                        </a:lnSpc>
                      </a:pPr>
                      <a:r>
                        <a:rPr lang="ko-KR" altLang="en-US" sz="1000" b="0" kern="1200" dirty="0" smtClean="0">
                          <a:solidFill>
                            <a:schemeClr val="bg1"/>
                          </a:solidFill>
                          <a:latin typeface="Rix모던고딕 B" panose="02020603020101020101" pitchFamily="18" charset="-127"/>
                          <a:ea typeface="Rix모던고딕 B" panose="02020603020101020101" pitchFamily="18" charset="-127"/>
                          <a:cs typeface="+mn-cs"/>
                        </a:rPr>
                        <a:t>상주</a:t>
                      </a:r>
                      <a:r>
                        <a:rPr lang="en-US" altLang="ko-KR" sz="1000" b="0" kern="1200" dirty="0" smtClean="0">
                          <a:solidFill>
                            <a:schemeClr val="bg1"/>
                          </a:solidFill>
                          <a:latin typeface="Rix모던고딕 B" panose="02020603020101020101" pitchFamily="18" charset="-127"/>
                          <a:ea typeface="Rix모던고딕 B" panose="02020603020101020101" pitchFamily="18" charset="-127"/>
                          <a:cs typeface="+mn-cs"/>
                        </a:rPr>
                        <a:t>/</a:t>
                      </a:r>
                      <a:r>
                        <a:rPr lang="ko-KR" altLang="en-US" sz="1000" b="0" kern="1200" dirty="0" smtClean="0">
                          <a:solidFill>
                            <a:schemeClr val="bg1"/>
                          </a:solidFill>
                          <a:latin typeface="Rix모던고딕 B" panose="02020603020101020101" pitchFamily="18" charset="-127"/>
                          <a:ea typeface="Rix모던고딕 B" panose="02020603020101020101" pitchFamily="18" charset="-127"/>
                          <a:cs typeface="+mn-cs"/>
                        </a:rPr>
                        <a:t>비상주</a:t>
                      </a:r>
                      <a:endParaRPr lang="ko-KR" altLang="en-US" sz="1000" b="0" kern="1200" dirty="0">
                        <a:solidFill>
                          <a:schemeClr val="bg1"/>
                        </a:solidFill>
                        <a:latin typeface="Rix모던고딕 B" panose="02020603020101020101" pitchFamily="18" charset="-127"/>
                        <a:ea typeface="Rix모던고딕 B" panose="02020603020101020101" pitchFamily="18" charset="-127"/>
                        <a:cs typeface="+mn-cs"/>
                      </a:endParaRPr>
                    </a:p>
                  </a:txBody>
                  <a:tcPr marL="38861" marR="38861" marT="0" marB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dkHorz">
                      <a:fgClr>
                        <a:schemeClr val="accent5">
                          <a:lumMod val="50000"/>
                        </a:schemeClr>
                      </a:fgClr>
                      <a:bgClr>
                        <a:schemeClr val="tx2">
                          <a:lumMod val="50000"/>
                        </a:schemeClr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0" algn="ctr" defTabSz="964870" rtl="0" eaLnBrk="1" latinLnBrk="1" hangingPunct="1">
                        <a:lnSpc>
                          <a:spcPct val="150000"/>
                        </a:lnSpc>
                      </a:pPr>
                      <a:r>
                        <a:rPr lang="en-US" altLang="ko-KR" sz="1000" b="0" kern="1200" dirty="0" smtClean="0">
                          <a:solidFill>
                            <a:schemeClr val="bg1"/>
                          </a:solidFill>
                          <a:latin typeface="Rix모던고딕 B" panose="02020603020101020101" pitchFamily="18" charset="-127"/>
                          <a:ea typeface="Rix모던고딕 B" panose="02020603020101020101" pitchFamily="18" charset="-127"/>
                          <a:cs typeface="+mn-cs"/>
                        </a:rPr>
                        <a:t>M/M</a:t>
                      </a:r>
                      <a:endParaRPr lang="ko-KR" altLang="en-US" sz="1000" b="0" kern="1200" dirty="0">
                        <a:solidFill>
                          <a:schemeClr val="bg1"/>
                        </a:solidFill>
                        <a:latin typeface="Rix모던고딕 B" panose="02020603020101020101" pitchFamily="18" charset="-127"/>
                        <a:ea typeface="Rix모던고딕 B" panose="02020603020101020101" pitchFamily="18" charset="-127"/>
                        <a:cs typeface="+mn-cs"/>
                      </a:endParaRPr>
                    </a:p>
                  </a:txBody>
                  <a:tcPr marL="38861" marR="38861" marT="0" marB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dkHorz">
                      <a:fgClr>
                        <a:schemeClr val="accent5">
                          <a:lumMod val="50000"/>
                        </a:schemeClr>
                      </a:fgClr>
                      <a:bgClr>
                        <a:schemeClr val="tx2">
                          <a:lumMod val="50000"/>
                        </a:schemeClr>
                      </a:bgClr>
                    </a:patt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3004">
                <a:tc>
                  <a:txBody>
                    <a:bodyPr/>
                    <a:lstStyle/>
                    <a:p>
                      <a:pPr marL="0" algn="ctr" defTabSz="964870" rtl="0" eaLnBrk="1" latinLnBrk="1" hangingPunct="1">
                        <a:lnSpc>
                          <a:spcPct val="150000"/>
                        </a:lnSpc>
                      </a:pPr>
                      <a:r>
                        <a:rPr lang="ko-KR" altLang="en-US" sz="900" kern="1200" dirty="0" smtClean="0">
                          <a:solidFill>
                            <a:sysClr val="windowText" lastClr="000000"/>
                          </a:solidFill>
                          <a:latin typeface="Rix모던고딕 M" panose="02020603020101020101" pitchFamily="18" charset="-127"/>
                          <a:ea typeface="Rix모던고딕 M" panose="02020603020101020101" pitchFamily="18" charset="-127"/>
                          <a:cs typeface="+mn-cs"/>
                        </a:rPr>
                        <a:t>안정화</a:t>
                      </a:r>
                      <a:endParaRPr lang="ko-KR" altLang="en-US" sz="900" kern="1200" dirty="0">
                        <a:solidFill>
                          <a:sysClr val="windowText" lastClr="000000"/>
                        </a:solidFill>
                        <a:latin typeface="Rix모던고딕 M" panose="02020603020101020101" pitchFamily="18" charset="-127"/>
                        <a:ea typeface="Rix모던고딕 M" panose="02020603020101020101" pitchFamily="18" charset="-127"/>
                        <a:cs typeface="+mn-cs"/>
                      </a:endParaRPr>
                    </a:p>
                  </a:txBody>
                  <a:tcPr marL="38861" marR="38861" marT="0" marB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64870" rtl="0" eaLnBrk="1" latinLnBrk="1" hangingPunct="1">
                        <a:lnSpc>
                          <a:spcPct val="150000"/>
                        </a:lnSpc>
                      </a:pPr>
                      <a:r>
                        <a:rPr lang="en-US" altLang="ko-KR" sz="900" kern="1200" dirty="0" smtClean="0">
                          <a:solidFill>
                            <a:sysClr val="windowText" lastClr="000000"/>
                          </a:solidFill>
                          <a:latin typeface="Rix모던고딕 M" panose="02020603020101020101" pitchFamily="18" charset="-127"/>
                          <a:ea typeface="Rix모던고딕 M" panose="02020603020101020101" pitchFamily="18" charset="-127"/>
                          <a:cs typeface="+mn-cs"/>
                        </a:rPr>
                        <a:t>5</a:t>
                      </a:r>
                      <a:r>
                        <a:rPr lang="ko-KR" altLang="en-US" sz="900" kern="1200" dirty="0" smtClean="0">
                          <a:solidFill>
                            <a:sysClr val="windowText" lastClr="000000"/>
                          </a:solidFill>
                          <a:latin typeface="Rix모던고딕 M" panose="02020603020101020101" pitchFamily="18" charset="-127"/>
                          <a:ea typeface="Rix모던고딕 M" panose="02020603020101020101" pitchFamily="18" charset="-127"/>
                          <a:cs typeface="+mn-cs"/>
                        </a:rPr>
                        <a:t>명</a:t>
                      </a:r>
                      <a:r>
                        <a:rPr lang="en-US" altLang="ko-KR" sz="900" kern="1200" dirty="0" smtClean="0">
                          <a:solidFill>
                            <a:sysClr val="windowText" lastClr="000000"/>
                          </a:solidFill>
                          <a:latin typeface="Rix모던고딕 M" panose="02020603020101020101" pitchFamily="18" charset="-127"/>
                          <a:ea typeface="Rix모던고딕 M" panose="02020603020101020101" pitchFamily="18" charset="-127"/>
                          <a:cs typeface="+mn-cs"/>
                        </a:rPr>
                        <a:t>/6</a:t>
                      </a:r>
                      <a:r>
                        <a:rPr lang="ko-KR" altLang="en-US" sz="900" kern="1200" dirty="0" smtClean="0">
                          <a:solidFill>
                            <a:sysClr val="windowText" lastClr="000000"/>
                          </a:solidFill>
                          <a:latin typeface="Rix모던고딕 M" panose="02020603020101020101" pitchFamily="18" charset="-127"/>
                          <a:ea typeface="Rix모던고딕 M" panose="02020603020101020101" pitchFamily="18" charset="-127"/>
                          <a:cs typeface="+mn-cs"/>
                        </a:rPr>
                        <a:t>명</a:t>
                      </a:r>
                      <a:endParaRPr lang="ko-KR" altLang="en-US" sz="900" kern="1200" dirty="0">
                        <a:solidFill>
                          <a:sysClr val="windowText" lastClr="000000"/>
                        </a:solidFill>
                        <a:latin typeface="Rix모던고딕 M" panose="02020603020101020101" pitchFamily="18" charset="-127"/>
                        <a:ea typeface="Rix모던고딕 M" panose="02020603020101020101" pitchFamily="18" charset="-127"/>
                        <a:cs typeface="+mn-cs"/>
                      </a:endParaRPr>
                    </a:p>
                  </a:txBody>
                  <a:tcPr marL="38861" marR="38861" marT="0" marB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64870" rtl="0" eaLnBrk="1" latinLnBrk="1" hangingPunct="1">
                        <a:lnSpc>
                          <a:spcPct val="150000"/>
                        </a:lnSpc>
                      </a:pPr>
                      <a:r>
                        <a:rPr lang="en-US" altLang="ko-KR" sz="900" kern="1200" dirty="0" smtClean="0">
                          <a:solidFill>
                            <a:sysClr val="windowText" lastClr="000000"/>
                          </a:solidFill>
                          <a:latin typeface="Rix모던고딕 M" panose="02020603020101020101" pitchFamily="18" charset="-127"/>
                          <a:ea typeface="Rix모던고딕 M" panose="02020603020101020101" pitchFamily="18" charset="-127"/>
                          <a:cs typeface="+mn-cs"/>
                        </a:rPr>
                        <a:t>12.5</a:t>
                      </a:r>
                      <a:endParaRPr lang="ko-KR" altLang="en-US" sz="900" kern="1200" dirty="0">
                        <a:solidFill>
                          <a:sysClr val="windowText" lastClr="000000"/>
                        </a:solidFill>
                        <a:latin typeface="Rix모던고딕 M" panose="02020603020101020101" pitchFamily="18" charset="-127"/>
                        <a:ea typeface="Rix모던고딕 M" panose="02020603020101020101" pitchFamily="18" charset="-127"/>
                        <a:cs typeface="+mn-cs"/>
                      </a:endParaRPr>
                    </a:p>
                  </a:txBody>
                  <a:tcPr marL="38861" marR="38861" marT="0" marB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3004">
                <a:tc>
                  <a:txBody>
                    <a:bodyPr/>
                    <a:lstStyle/>
                    <a:p>
                      <a:pPr marL="0" algn="ctr" defTabSz="964870" rtl="0" eaLnBrk="1" latinLnBrk="1" hangingPunct="1">
                        <a:lnSpc>
                          <a:spcPct val="150000"/>
                        </a:lnSpc>
                      </a:pPr>
                      <a:r>
                        <a:rPr lang="ko-KR" altLang="en-US" sz="900" kern="1200" dirty="0" smtClean="0">
                          <a:solidFill>
                            <a:sysClr val="windowText" lastClr="000000"/>
                          </a:solidFill>
                          <a:latin typeface="Rix모던고딕 M" panose="02020603020101020101" pitchFamily="18" charset="-127"/>
                          <a:ea typeface="Rix모던고딕 M" panose="02020603020101020101" pitchFamily="18" charset="-127"/>
                          <a:cs typeface="+mn-cs"/>
                        </a:rPr>
                        <a:t>이전 지원</a:t>
                      </a:r>
                      <a:endParaRPr lang="ko-KR" altLang="en-US" sz="900" kern="1200" dirty="0">
                        <a:solidFill>
                          <a:sysClr val="windowText" lastClr="000000"/>
                        </a:solidFill>
                        <a:latin typeface="Rix모던고딕 M" panose="02020603020101020101" pitchFamily="18" charset="-127"/>
                        <a:ea typeface="Rix모던고딕 M" panose="02020603020101020101" pitchFamily="18" charset="-127"/>
                        <a:cs typeface="+mn-cs"/>
                      </a:endParaRPr>
                    </a:p>
                  </a:txBody>
                  <a:tcPr marL="38861" marR="38861" marT="0" marB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64870" rtl="0" eaLnBrk="1" latinLnBrk="1" hangingPunct="1">
                        <a:lnSpc>
                          <a:spcPct val="150000"/>
                        </a:lnSpc>
                      </a:pPr>
                      <a:r>
                        <a:rPr lang="en-US" altLang="ko-KR" sz="900" kern="1200" dirty="0" smtClean="0">
                          <a:solidFill>
                            <a:sysClr val="windowText" lastClr="000000"/>
                          </a:solidFill>
                          <a:latin typeface="Rix모던고딕 M" panose="02020603020101020101" pitchFamily="18" charset="-127"/>
                          <a:ea typeface="Rix모던고딕 M" panose="02020603020101020101" pitchFamily="18" charset="-127"/>
                          <a:cs typeface="+mn-cs"/>
                        </a:rPr>
                        <a:t>2</a:t>
                      </a:r>
                      <a:r>
                        <a:rPr lang="ko-KR" altLang="en-US" sz="900" kern="1200" dirty="0" smtClean="0">
                          <a:solidFill>
                            <a:sysClr val="windowText" lastClr="000000"/>
                          </a:solidFill>
                          <a:latin typeface="Rix모던고딕 M" panose="02020603020101020101" pitchFamily="18" charset="-127"/>
                          <a:ea typeface="Rix모던고딕 M" panose="02020603020101020101" pitchFamily="18" charset="-127"/>
                          <a:cs typeface="+mn-cs"/>
                        </a:rPr>
                        <a:t>명</a:t>
                      </a:r>
                      <a:r>
                        <a:rPr lang="en-US" altLang="ko-KR" sz="900" kern="1200" dirty="0" smtClean="0">
                          <a:solidFill>
                            <a:sysClr val="windowText" lastClr="000000"/>
                          </a:solidFill>
                          <a:latin typeface="Rix모던고딕 M" panose="02020603020101020101" pitchFamily="18" charset="-127"/>
                          <a:ea typeface="Rix모던고딕 M" panose="02020603020101020101" pitchFamily="18" charset="-127"/>
                          <a:cs typeface="+mn-cs"/>
                        </a:rPr>
                        <a:t>/1</a:t>
                      </a:r>
                      <a:r>
                        <a:rPr lang="ko-KR" altLang="en-US" sz="900" kern="1200" dirty="0" smtClean="0">
                          <a:solidFill>
                            <a:sysClr val="windowText" lastClr="000000"/>
                          </a:solidFill>
                          <a:latin typeface="Rix모던고딕 M" panose="02020603020101020101" pitchFamily="18" charset="-127"/>
                          <a:ea typeface="Rix모던고딕 M" panose="02020603020101020101" pitchFamily="18" charset="-127"/>
                          <a:cs typeface="+mn-cs"/>
                        </a:rPr>
                        <a:t>명</a:t>
                      </a:r>
                      <a:endParaRPr lang="ko-KR" altLang="en-US" sz="900" kern="1200" dirty="0">
                        <a:solidFill>
                          <a:sysClr val="windowText" lastClr="000000"/>
                        </a:solidFill>
                        <a:latin typeface="Rix모던고딕 M" panose="02020603020101020101" pitchFamily="18" charset="-127"/>
                        <a:ea typeface="Rix모던고딕 M" panose="02020603020101020101" pitchFamily="18" charset="-127"/>
                        <a:cs typeface="+mn-cs"/>
                      </a:endParaRPr>
                    </a:p>
                  </a:txBody>
                  <a:tcPr marL="38861" marR="38861" marT="0" marB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64870" rtl="0" eaLnBrk="1" latinLnBrk="1" hangingPunct="1">
                        <a:lnSpc>
                          <a:spcPct val="150000"/>
                        </a:lnSpc>
                      </a:pPr>
                      <a:r>
                        <a:rPr lang="en-US" altLang="ko-KR" sz="900" kern="1200" dirty="0" smtClean="0">
                          <a:solidFill>
                            <a:sysClr val="windowText" lastClr="000000"/>
                          </a:solidFill>
                          <a:latin typeface="Rix모던고딕 M" panose="02020603020101020101" pitchFamily="18" charset="-127"/>
                          <a:ea typeface="Rix모던고딕 M" panose="02020603020101020101" pitchFamily="18" charset="-127"/>
                          <a:cs typeface="+mn-cs"/>
                        </a:rPr>
                        <a:t>4</a:t>
                      </a:r>
                      <a:endParaRPr lang="ko-KR" altLang="en-US" sz="900" kern="1200" dirty="0">
                        <a:solidFill>
                          <a:sysClr val="windowText" lastClr="000000"/>
                        </a:solidFill>
                        <a:latin typeface="Rix모던고딕 M" panose="02020603020101020101" pitchFamily="18" charset="-127"/>
                        <a:ea typeface="Rix모던고딕 M" panose="02020603020101020101" pitchFamily="18" charset="-127"/>
                        <a:cs typeface="+mn-cs"/>
                      </a:endParaRPr>
                    </a:p>
                  </a:txBody>
                  <a:tcPr marL="38861" marR="38861" marT="0" marB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3004">
                <a:tc>
                  <a:txBody>
                    <a:bodyPr/>
                    <a:lstStyle/>
                    <a:p>
                      <a:pPr marL="0" algn="ctr" defTabSz="964870" rtl="0" eaLnBrk="1" latinLnBrk="1" hangingPunct="1">
                        <a:lnSpc>
                          <a:spcPct val="150000"/>
                        </a:lnSpc>
                      </a:pPr>
                      <a:r>
                        <a:rPr lang="ko-KR" altLang="en-US" sz="1000" b="0" kern="1200" dirty="0" smtClean="0">
                          <a:solidFill>
                            <a:schemeClr val="bg1"/>
                          </a:solidFill>
                          <a:latin typeface="Rix모던고딕 EB" panose="02020603020101020101" pitchFamily="18" charset="-127"/>
                          <a:ea typeface="Rix모던고딕 EB" panose="02020603020101020101" pitchFamily="18" charset="-127"/>
                          <a:cs typeface="+mn-cs"/>
                        </a:rPr>
                        <a:t>합계</a:t>
                      </a:r>
                      <a:endParaRPr lang="ko-KR" altLang="en-US" sz="1000" b="0" kern="1200" dirty="0">
                        <a:solidFill>
                          <a:schemeClr val="bg1"/>
                        </a:solidFill>
                        <a:latin typeface="Rix모던고딕 EB" panose="02020603020101020101" pitchFamily="18" charset="-127"/>
                        <a:ea typeface="Rix모던고딕 EB" panose="02020603020101020101" pitchFamily="18" charset="-127"/>
                        <a:cs typeface="+mn-cs"/>
                      </a:endParaRPr>
                    </a:p>
                  </a:txBody>
                  <a:tcPr marL="38861" marR="38861" marT="0" marB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dkHorz">
                      <a:fgClr>
                        <a:srgbClr val="C00000"/>
                      </a:fgClr>
                      <a:bgClr>
                        <a:schemeClr val="accent2">
                          <a:lumMod val="75000"/>
                        </a:schemeClr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0" algn="ctr" defTabSz="964870" rtl="0" eaLnBrk="1" latinLnBrk="1" hangingPunct="1">
                        <a:lnSpc>
                          <a:spcPct val="150000"/>
                        </a:lnSpc>
                      </a:pPr>
                      <a:r>
                        <a:rPr lang="en-US" altLang="ko-KR" sz="1000" b="0" kern="1200" dirty="0" smtClean="0">
                          <a:solidFill>
                            <a:schemeClr val="bg1"/>
                          </a:solidFill>
                          <a:latin typeface="Rix모던고딕 EB" panose="02020603020101020101" pitchFamily="18" charset="-127"/>
                          <a:ea typeface="Rix모던고딕 EB" panose="02020603020101020101" pitchFamily="18" charset="-127"/>
                          <a:cs typeface="+mn-cs"/>
                        </a:rPr>
                        <a:t>7</a:t>
                      </a:r>
                      <a:r>
                        <a:rPr lang="ko-KR" altLang="en-US" sz="1000" b="0" kern="1200" dirty="0" smtClean="0">
                          <a:solidFill>
                            <a:schemeClr val="bg1"/>
                          </a:solidFill>
                          <a:latin typeface="Rix모던고딕 EB" panose="02020603020101020101" pitchFamily="18" charset="-127"/>
                          <a:ea typeface="Rix모던고딕 EB" panose="02020603020101020101" pitchFamily="18" charset="-127"/>
                          <a:cs typeface="+mn-cs"/>
                        </a:rPr>
                        <a:t>명</a:t>
                      </a:r>
                      <a:r>
                        <a:rPr lang="en-US" altLang="ko-KR" sz="1000" b="0" kern="1200" dirty="0" smtClean="0">
                          <a:solidFill>
                            <a:schemeClr val="bg1"/>
                          </a:solidFill>
                          <a:latin typeface="Rix모던고딕 EB" panose="02020603020101020101" pitchFamily="18" charset="-127"/>
                          <a:ea typeface="Rix모던고딕 EB" panose="02020603020101020101" pitchFamily="18" charset="-127"/>
                          <a:cs typeface="+mn-cs"/>
                        </a:rPr>
                        <a:t>/7</a:t>
                      </a:r>
                      <a:r>
                        <a:rPr lang="ko-KR" altLang="en-US" sz="1000" b="0" kern="1200" dirty="0" smtClean="0">
                          <a:solidFill>
                            <a:schemeClr val="bg1"/>
                          </a:solidFill>
                          <a:latin typeface="Rix모던고딕 EB" panose="02020603020101020101" pitchFamily="18" charset="-127"/>
                          <a:ea typeface="Rix모던고딕 EB" panose="02020603020101020101" pitchFamily="18" charset="-127"/>
                          <a:cs typeface="+mn-cs"/>
                        </a:rPr>
                        <a:t>명</a:t>
                      </a:r>
                      <a:endParaRPr lang="ko-KR" altLang="en-US" sz="1000" b="0" kern="1200" dirty="0">
                        <a:solidFill>
                          <a:schemeClr val="bg1"/>
                        </a:solidFill>
                        <a:latin typeface="Rix모던고딕 EB" panose="02020603020101020101" pitchFamily="18" charset="-127"/>
                        <a:ea typeface="Rix모던고딕 EB" panose="02020603020101020101" pitchFamily="18" charset="-127"/>
                        <a:cs typeface="+mn-cs"/>
                      </a:endParaRPr>
                    </a:p>
                  </a:txBody>
                  <a:tcPr marL="38861" marR="38861" marT="0" marB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dkHorz">
                      <a:fgClr>
                        <a:srgbClr val="C00000"/>
                      </a:fgClr>
                      <a:bgClr>
                        <a:schemeClr val="accent2">
                          <a:lumMod val="75000"/>
                        </a:schemeClr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0" algn="ctr" defTabSz="964870" rtl="0" eaLnBrk="1" latinLnBrk="1" hangingPunct="1">
                        <a:lnSpc>
                          <a:spcPct val="150000"/>
                        </a:lnSpc>
                      </a:pPr>
                      <a:r>
                        <a:rPr lang="en-US" altLang="ko-KR" sz="1000" b="0" kern="1200" dirty="0" smtClean="0">
                          <a:solidFill>
                            <a:schemeClr val="bg1"/>
                          </a:solidFill>
                          <a:latin typeface="Rix모던고딕 EB" panose="02020603020101020101" pitchFamily="18" charset="-127"/>
                          <a:ea typeface="Rix모던고딕 EB" panose="02020603020101020101" pitchFamily="18" charset="-127"/>
                          <a:cs typeface="+mn-cs"/>
                        </a:rPr>
                        <a:t>16.5 M.M</a:t>
                      </a:r>
                      <a:endParaRPr lang="ko-KR" altLang="en-US" sz="1000" b="0" kern="1200" dirty="0">
                        <a:solidFill>
                          <a:schemeClr val="bg1"/>
                        </a:solidFill>
                        <a:latin typeface="Rix모던고딕 EB" panose="02020603020101020101" pitchFamily="18" charset="-127"/>
                        <a:ea typeface="Rix모던고딕 EB" panose="02020603020101020101" pitchFamily="18" charset="-127"/>
                        <a:cs typeface="+mn-cs"/>
                      </a:endParaRPr>
                    </a:p>
                  </a:txBody>
                  <a:tcPr marL="38861" marR="38861" marT="0" marB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dkHorz">
                      <a:fgClr>
                        <a:srgbClr val="C00000"/>
                      </a:fgClr>
                      <a:bgClr>
                        <a:schemeClr val="accent2">
                          <a:lumMod val="75000"/>
                        </a:schemeClr>
                      </a:bgClr>
                    </a:patt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222" name="그룹 221"/>
          <p:cNvGrpSpPr/>
          <p:nvPr/>
        </p:nvGrpSpPr>
        <p:grpSpPr>
          <a:xfrm>
            <a:off x="0" y="6210300"/>
            <a:ext cx="10693398" cy="864379"/>
            <a:chOff x="0" y="6597523"/>
            <a:chExt cx="10693398" cy="477156"/>
          </a:xfrm>
        </p:grpSpPr>
        <p:grpSp>
          <p:nvGrpSpPr>
            <p:cNvPr id="223" name="그룹 222"/>
            <p:cNvGrpSpPr/>
            <p:nvPr/>
          </p:nvGrpSpPr>
          <p:grpSpPr>
            <a:xfrm>
              <a:off x="0" y="6597523"/>
              <a:ext cx="10693398" cy="477156"/>
              <a:chOff x="0" y="6553942"/>
              <a:chExt cx="10693398" cy="520737"/>
            </a:xfrm>
          </p:grpSpPr>
          <p:sp>
            <p:nvSpPr>
              <p:cNvPr id="227" name="직사각형 226"/>
              <p:cNvSpPr/>
              <p:nvPr/>
            </p:nvSpPr>
            <p:spPr>
              <a:xfrm>
                <a:off x="0" y="6553942"/>
                <a:ext cx="2185910" cy="520737"/>
              </a:xfrm>
              <a:prstGeom prst="rect">
                <a:avLst/>
              </a:prstGeom>
              <a:solidFill>
                <a:srgbClr val="1B91C1"/>
              </a:solidFill>
              <a:ln w="3175" cap="flat" cmpd="sng" algn="ctr">
                <a:noFill/>
                <a:prstDash val="solid"/>
              </a:ln>
              <a:effectLst/>
            </p:spPr>
            <p:txBody>
              <a:bodyPr lIns="96487" tIns="48244" rIns="96487" bIns="48244" anchor="ctr"/>
              <a:lstStyle/>
              <a:p>
                <a:pPr marL="525326" lvl="1" defTabSz="1050652" latinLnBrk="0"/>
                <a:endParaRPr lang="ko-KR" altLang="en-US" kern="0" dirty="0">
                  <a:solidFill>
                    <a:srgbClr val="C02338"/>
                  </a:solidFill>
                  <a:latin typeface="Calibri"/>
                  <a:ea typeface="맑은 고딕" panose="020B0503020000020004" pitchFamily="50" charset="-127"/>
                </a:endParaRPr>
              </a:p>
            </p:txBody>
          </p:sp>
          <p:sp>
            <p:nvSpPr>
              <p:cNvPr id="228" name="직사각형 227"/>
              <p:cNvSpPr/>
              <p:nvPr/>
            </p:nvSpPr>
            <p:spPr>
              <a:xfrm>
                <a:off x="2185909" y="6553942"/>
                <a:ext cx="8507489" cy="520737"/>
              </a:xfrm>
              <a:prstGeom prst="rect">
                <a:avLst/>
              </a:prstGeom>
              <a:solidFill>
                <a:schemeClr val="tx2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497845" lvl="1" defTabSz="995690"/>
                <a:endParaRPr lang="ko-KR" altLang="en-US" sz="2000" dirty="0">
                  <a:solidFill>
                    <a:schemeClr val="lt1"/>
                  </a:solidFill>
                </a:endParaRPr>
              </a:p>
            </p:txBody>
          </p:sp>
        </p:grpSp>
        <p:pic>
          <p:nvPicPr>
            <p:cNvPr id="224" name="Picture 2" descr="G:\work\아이티센시스템즈\경찰청공조조회유지보수\icon&amp;dia\제안서템플릿이미지-54.png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4825" y="6721346"/>
              <a:ext cx="540712" cy="24580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25" name="직사각형 224"/>
            <p:cNvSpPr/>
            <p:nvPr/>
          </p:nvSpPr>
          <p:spPr>
            <a:xfrm>
              <a:off x="927035" y="6696886"/>
              <a:ext cx="1188138" cy="2616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0" tIns="0" rIns="0" bIns="0" anchor="ctr" anchorCtr="0">
              <a:spAutoFit/>
              <a:scene3d>
                <a:camera prst="orthographicFront"/>
                <a:lightRig rig="threePt" dir="t"/>
              </a:scene3d>
              <a:sp3d>
                <a:bevelT w="0"/>
              </a:sp3d>
            </a:bodyPr>
            <a:lstStyle/>
            <a:p>
              <a:pPr marL="0" lvl="1" indent="-313719" defTabSz="1003898" fontAlgn="base" latinLnBrk="0">
                <a:spcBef>
                  <a:spcPct val="0"/>
                </a:spcBef>
                <a:spcAft>
                  <a:spcPct val="0"/>
                </a:spcAft>
                <a:buClr>
                  <a:prstClr val="white"/>
                </a:buClr>
                <a:buSzPct val="80000"/>
                <a:tabLst>
                  <a:tab pos="5724151" algn="l"/>
                </a:tabLst>
                <a:defRPr/>
              </a:pPr>
              <a:r>
                <a:rPr lang="en-US" altLang="ko-KR" sz="1700" b="1" spc="-84" dirty="0">
                  <a:solidFill>
                    <a:prstClr val="white"/>
                  </a:solidFill>
                  <a:latin typeface="Rix모던고딕 EB" panose="02020603020101020101" pitchFamily="18" charset="-127"/>
                  <a:ea typeface="Rix모던고딕 EB" panose="02020603020101020101" pitchFamily="18" charset="-127"/>
                </a:rPr>
                <a:t>Key Words</a:t>
              </a:r>
              <a:endParaRPr lang="ko-KR" altLang="en-US" sz="1700" b="1" spc="-84" dirty="0">
                <a:solidFill>
                  <a:prstClr val="white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endParaRPr>
            </a:p>
          </p:txBody>
        </p:sp>
        <p:sp>
          <p:nvSpPr>
            <p:cNvPr id="226" name="직사각형 225"/>
            <p:cNvSpPr/>
            <p:nvPr/>
          </p:nvSpPr>
          <p:spPr>
            <a:xfrm>
              <a:off x="2326550" y="6660440"/>
              <a:ext cx="8100150" cy="35509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0" tIns="0" rIns="0" bIns="0" anchor="ctr" anchorCtr="0">
              <a:spAutoFit/>
              <a:scene3d>
                <a:camera prst="orthographicFront"/>
                <a:lightRig rig="threePt" dir="t"/>
              </a:scene3d>
              <a:sp3d>
                <a:bevelT w="0"/>
              </a:sp3d>
            </a:bodyPr>
            <a:lstStyle/>
            <a:p>
              <a:pPr marL="185940" lvl="1" indent="-185940" defTabSz="1050652" fontAlgn="base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>
                  <a:prstClr val="white"/>
                </a:buClr>
                <a:buSzPct val="80000"/>
                <a:buFont typeface="Arial" panose="020B0604020202020204" pitchFamily="34" charset="0"/>
                <a:buChar char="•"/>
                <a:tabLst>
                  <a:tab pos="5724151" algn="l"/>
                </a:tabLst>
              </a:pPr>
              <a:r>
                <a:rPr lang="ko-KR" altLang="en-US" spc="-211" dirty="0">
                  <a:solidFill>
                    <a:prstClr val="white"/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</a:rPr>
                <a:t>안정적 네트워크</a:t>
              </a:r>
              <a:r>
                <a:rPr lang="en-US" altLang="ko-KR" spc="-211" dirty="0">
                  <a:solidFill>
                    <a:prstClr val="white"/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</a:rPr>
                <a:t>,  </a:t>
              </a:r>
              <a:r>
                <a:rPr lang="ko-KR" altLang="en-US" spc="-211" dirty="0">
                  <a:solidFill>
                    <a:prstClr val="white"/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</a:rPr>
                <a:t>영상시스템 등 구축 후 </a:t>
              </a:r>
              <a:r>
                <a:rPr lang="ko-KR" altLang="en-US" spc="-211" dirty="0" smtClean="0">
                  <a:solidFill>
                    <a:prstClr val="white"/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</a:rPr>
                <a:t>기관 </a:t>
              </a:r>
              <a:r>
                <a:rPr lang="ko-KR" altLang="en-US" spc="-211" dirty="0">
                  <a:solidFill>
                    <a:prstClr val="white"/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</a:rPr>
                <a:t>이전시 지원이 무엇 보다 중요</a:t>
              </a:r>
              <a:endParaRPr lang="en-US" altLang="ko-KR" spc="-211" dirty="0">
                <a:solidFill>
                  <a:prstClr val="white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endParaRPr>
            </a:p>
            <a:p>
              <a:pPr marL="185940" lvl="1" indent="-185940" defTabSz="1050652" fontAlgn="base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>
                  <a:prstClr val="white"/>
                </a:buClr>
                <a:buSzPct val="80000"/>
                <a:buFont typeface="Arial" panose="020B0604020202020204" pitchFamily="34" charset="0"/>
                <a:buChar char="•"/>
                <a:tabLst>
                  <a:tab pos="5724151" algn="l"/>
                </a:tabLst>
              </a:pPr>
              <a:r>
                <a:rPr lang="ko-KR" altLang="en-US" spc="-160" dirty="0">
                  <a:solidFill>
                    <a:prstClr val="white"/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</a:rPr>
                <a:t>이전 시 변경</a:t>
              </a:r>
              <a:r>
                <a:rPr lang="en-US" altLang="ko-KR" spc="-160" dirty="0">
                  <a:solidFill>
                    <a:prstClr val="white"/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</a:rPr>
                <a:t>, </a:t>
              </a:r>
              <a:r>
                <a:rPr lang="ko-KR" altLang="en-US" spc="-160" dirty="0">
                  <a:solidFill>
                    <a:prstClr val="white"/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</a:rPr>
                <a:t>최적화 등 </a:t>
              </a:r>
              <a:r>
                <a:rPr lang="ko-KR" altLang="en-US" spc="-160" dirty="0" smtClean="0">
                  <a:solidFill>
                    <a:prstClr val="white"/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</a:rPr>
                <a:t>구성 </a:t>
              </a:r>
              <a:r>
                <a:rPr lang="ko-KR" altLang="en-US" spc="-160" dirty="0">
                  <a:solidFill>
                    <a:prstClr val="white"/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</a:rPr>
                <a:t>변경 </a:t>
              </a:r>
              <a:r>
                <a:rPr lang="ko-KR" altLang="en-US" spc="-160" dirty="0" smtClean="0">
                  <a:solidFill>
                    <a:prstClr val="white"/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</a:rPr>
                <a:t>발생 지원</a:t>
              </a:r>
              <a:endParaRPr lang="ko-KR" altLang="en-US" spc="-160" dirty="0">
                <a:solidFill>
                  <a:prstClr val="white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endParaRPr>
            </a:p>
          </p:txBody>
        </p:sp>
      </p:grpSp>
      <p:pic>
        <p:nvPicPr>
          <p:cNvPr id="229" name="Picture 12" descr="G:\work\다원아이씨티\충북교육정보원\표지-07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1429476" flipH="1">
            <a:off x="145638" y="1147303"/>
            <a:ext cx="1816558" cy="6906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2" name="TextBox 231"/>
          <p:cNvSpPr txBox="1"/>
          <p:nvPr/>
        </p:nvSpPr>
        <p:spPr>
          <a:xfrm>
            <a:off x="1325945" y="1207560"/>
            <a:ext cx="1510670" cy="461665"/>
          </a:xfrm>
          <a:prstGeom prst="rect">
            <a:avLst/>
          </a:prstGeom>
          <a:noFill/>
          <a:ln w="6350">
            <a:noFill/>
          </a:ln>
          <a:effectLst/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 anchorCtr="0">
            <a:spAutoFit/>
            <a:sp3d>
              <a:bevelT w="0" h="0"/>
              <a:contourClr>
                <a:schemeClr val="bg1"/>
              </a:contourClr>
            </a:sp3d>
          </a:bodyPr>
          <a:lstStyle>
            <a:defPPr>
              <a:defRPr lang="ko-KR"/>
            </a:defPPr>
            <a:lvl1pPr lvl="0" indent="-457200" algn="ctr" eaLnBrk="0" latinLnBrk="0" hangingPunct="0">
              <a:lnSpc>
                <a:spcPct val="100000"/>
              </a:lnSpc>
              <a:spcBef>
                <a:spcPts val="200"/>
              </a:spcBef>
              <a:spcAft>
                <a:spcPts val="600"/>
              </a:spcAft>
              <a:defRPr sz="1700" spc="-50">
                <a:ln w="0"/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뫼비우스 Bold" panose="02000500000000000000" pitchFamily="2" charset="-127"/>
                <a:ea typeface="뫼비우스 Bold" panose="02000500000000000000" pitchFamily="2" charset="-127"/>
              </a:defRPr>
            </a:lvl1pPr>
          </a:lstStyle>
          <a:p>
            <a:pPr indent="0" algn="r" defTabSz="845889" eaLnBrk="1" hangingPunct="1">
              <a:spcBef>
                <a:spcPts val="93"/>
              </a:spcBef>
              <a:spcAft>
                <a:spcPts val="93"/>
              </a:spcAft>
            </a:pPr>
            <a:r>
              <a:rPr lang="en-US" altLang="ko-KR" sz="3000" spc="-180" dirty="0">
                <a:ln>
                  <a:solidFill>
                    <a:prstClr val="white">
                      <a:alpha val="10000"/>
                    </a:prstClr>
                  </a:solidFill>
                </a:ln>
                <a:solidFill>
                  <a:srgbClr val="FFFF00"/>
                </a:solidFill>
                <a:effectLst/>
                <a:latin typeface="Rix모던고딕 B" panose="02020603020101020101" pitchFamily="18" charset="-127"/>
                <a:ea typeface="Rix모던고딕 B" panose="02020603020101020101" pitchFamily="18" charset="-127"/>
              </a:rPr>
              <a:t>Schedule </a:t>
            </a:r>
          </a:p>
        </p:txBody>
      </p:sp>
      <p:cxnSp>
        <p:nvCxnSpPr>
          <p:cNvPr id="234" name="직선 연결선 233"/>
          <p:cNvCxnSpPr/>
          <p:nvPr/>
        </p:nvCxnSpPr>
        <p:spPr>
          <a:xfrm>
            <a:off x="3060103" y="1131846"/>
            <a:ext cx="0" cy="609981"/>
          </a:xfrm>
          <a:prstGeom prst="line">
            <a:avLst/>
          </a:prstGeom>
          <a:ln w="38100">
            <a:solidFill>
              <a:srgbClr val="3EB1EA">
                <a:alpha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5" name="직사각형 234"/>
          <p:cNvSpPr/>
          <p:nvPr/>
        </p:nvSpPr>
        <p:spPr>
          <a:xfrm>
            <a:off x="3236288" y="1143157"/>
            <a:ext cx="4214295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 anchorCtr="0">
            <a:spAutoFit/>
            <a:scene3d>
              <a:camera prst="orthographicFront"/>
              <a:lightRig rig="threePt" dir="t"/>
            </a:scene3d>
            <a:sp3d>
              <a:bevelT w="0"/>
            </a:sp3d>
          </a:bodyPr>
          <a:lstStyle/>
          <a:p>
            <a:pPr marL="0" lvl="1" indent="-297308" fontAlgn="base">
              <a:spcBef>
                <a:spcPct val="0"/>
              </a:spcBef>
              <a:spcAft>
                <a:spcPct val="0"/>
              </a:spcAft>
              <a:buClr>
                <a:prstClr val="white"/>
              </a:buClr>
              <a:buSzPct val="80000"/>
              <a:tabLst>
                <a:tab pos="5424707" algn="l"/>
              </a:tabLst>
            </a:pPr>
            <a:r>
              <a:rPr lang="ko-KR" altLang="en-US" spc="-150" dirty="0">
                <a:solidFill>
                  <a:schemeClr val="bg1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  <a:cs typeface="+mj-cs"/>
              </a:rPr>
              <a:t>구축 후 다수 기관 수용을 위해 </a:t>
            </a:r>
            <a:endParaRPr lang="en-US" altLang="ko-KR" spc="-150" dirty="0" smtClean="0">
              <a:solidFill>
                <a:schemeClr val="bg1"/>
              </a:solidFill>
              <a:latin typeface="Rix모던고딕 B" panose="02020603020101020101" pitchFamily="18" charset="-127"/>
              <a:ea typeface="Rix모던고딕 B" panose="02020603020101020101" pitchFamily="18" charset="-127"/>
              <a:cs typeface="+mj-cs"/>
            </a:endParaRPr>
          </a:p>
          <a:p>
            <a:pPr marL="0" lvl="1" indent="-297308" fontAlgn="base">
              <a:spcBef>
                <a:spcPct val="0"/>
              </a:spcBef>
              <a:spcAft>
                <a:spcPct val="0"/>
              </a:spcAft>
              <a:buClr>
                <a:prstClr val="white"/>
              </a:buClr>
              <a:buSzPct val="80000"/>
              <a:tabLst>
                <a:tab pos="5424707" algn="l"/>
              </a:tabLst>
            </a:pPr>
            <a:r>
              <a:rPr lang="ko-KR" altLang="en-US" spc="-150" dirty="0" smtClean="0">
                <a:solidFill>
                  <a:schemeClr val="bg1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  <a:cs typeface="+mj-cs"/>
              </a:rPr>
              <a:t>일정 </a:t>
            </a:r>
            <a:r>
              <a:rPr lang="ko-KR" altLang="en-US" spc="-150" dirty="0">
                <a:solidFill>
                  <a:schemeClr val="bg1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  <a:cs typeface="+mj-cs"/>
              </a:rPr>
              <a:t>관리 조정 및 별도 대응 조직이 필요 합니다</a:t>
            </a:r>
            <a:r>
              <a:rPr lang="en-US" altLang="ko-KR" spc="-150" dirty="0">
                <a:solidFill>
                  <a:schemeClr val="bg1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  <a:cs typeface="+mj-cs"/>
              </a:rPr>
              <a:t>.</a:t>
            </a:r>
          </a:p>
        </p:txBody>
      </p:sp>
      <p:grpSp>
        <p:nvGrpSpPr>
          <p:cNvPr id="236" name="그룹 235"/>
          <p:cNvGrpSpPr/>
          <p:nvPr/>
        </p:nvGrpSpPr>
        <p:grpSpPr>
          <a:xfrm>
            <a:off x="3917618" y="1862138"/>
            <a:ext cx="411673" cy="4348162"/>
            <a:chOff x="3917618" y="1862138"/>
            <a:chExt cx="411673" cy="4348162"/>
          </a:xfrm>
        </p:grpSpPr>
        <p:sp>
          <p:nvSpPr>
            <p:cNvPr id="237" name="직사각형 236"/>
            <p:cNvSpPr/>
            <p:nvPr/>
          </p:nvSpPr>
          <p:spPr>
            <a:xfrm>
              <a:off x="3917618" y="1862138"/>
              <a:ext cx="411673" cy="4348162"/>
            </a:xfrm>
            <a:prstGeom prst="rect">
              <a:avLst/>
            </a:prstGeom>
            <a:gradFill>
              <a:gsLst>
                <a:gs pos="0">
                  <a:schemeClr val="tx2">
                    <a:lumMod val="50000"/>
                  </a:schemeClr>
                </a:gs>
                <a:gs pos="50000">
                  <a:schemeClr val="accent5"/>
                </a:gs>
                <a:gs pos="100000">
                  <a:schemeClr val="tx2">
                    <a:lumMod val="50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eaVert" lIns="96487" tIns="48244" rIns="96487" bIns="48244" rtlCol="0" anchor="ctr"/>
            <a:lstStyle/>
            <a:p>
              <a:pPr algn="ctr"/>
              <a:r>
                <a:rPr lang="ko-KR" altLang="en-US" sz="1500" dirty="0" smtClean="0">
                  <a:solidFill>
                    <a:schemeClr val="bg1"/>
                  </a:solidFill>
                  <a:latin typeface="Rix모던고딕 EB" panose="02020603020101020101" pitchFamily="18" charset="-127"/>
                  <a:ea typeface="Rix모던고딕 EB" panose="02020603020101020101" pitchFamily="18" charset="-127"/>
                </a:rPr>
                <a:t>무중단 업무 연속성 확보 </a:t>
              </a:r>
              <a:r>
                <a:rPr lang="en-US" altLang="ko-KR" sz="1500" dirty="0" smtClean="0">
                  <a:solidFill>
                    <a:schemeClr val="bg1"/>
                  </a:solidFill>
                  <a:latin typeface="Rix모던고딕 EB" panose="02020603020101020101" pitchFamily="18" charset="-127"/>
                  <a:ea typeface="Rix모던고딕 EB" panose="02020603020101020101" pitchFamily="18" charset="-127"/>
                </a:rPr>
                <a:t>(    </a:t>
              </a:r>
              <a:r>
                <a:rPr lang="ko-KR" altLang="en-US" sz="1500" dirty="0" smtClean="0">
                  <a:solidFill>
                    <a:schemeClr val="bg1"/>
                  </a:solidFill>
                  <a:latin typeface="Rix모던고딕 EB" panose="02020603020101020101" pitchFamily="18" charset="-127"/>
                  <a:ea typeface="Rix모던고딕 EB" panose="02020603020101020101" pitchFamily="18" charset="-127"/>
                </a:rPr>
                <a:t>월</a:t>
              </a:r>
              <a:r>
                <a:rPr lang="en-US" altLang="ko-KR" sz="1500" dirty="0" smtClean="0">
                  <a:solidFill>
                    <a:schemeClr val="bg1"/>
                  </a:solidFill>
                  <a:latin typeface="Rix모던고딕 EB" panose="02020603020101020101" pitchFamily="18" charset="-127"/>
                  <a:ea typeface="Rix모던고딕 EB" panose="02020603020101020101" pitchFamily="18" charset="-127"/>
                </a:rPr>
                <a:t>)</a:t>
              </a:r>
              <a:endParaRPr lang="ko-KR" altLang="en-US" sz="1500" dirty="0">
                <a:solidFill>
                  <a:schemeClr val="bg1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endParaRPr>
            </a:p>
          </p:txBody>
        </p:sp>
        <p:sp>
          <p:nvSpPr>
            <p:cNvPr id="238" name="직사각형 237"/>
            <p:cNvSpPr/>
            <p:nvPr/>
          </p:nvSpPr>
          <p:spPr>
            <a:xfrm>
              <a:off x="3952932" y="4832548"/>
              <a:ext cx="319561" cy="32316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spAutoFit/>
            </a:bodyPr>
            <a:lstStyle/>
            <a:p>
              <a:pPr lvl="0" algn="ctr"/>
              <a:r>
                <a:rPr lang="en-US" altLang="ko-KR" sz="1500" dirty="0" smtClean="0">
                  <a:solidFill>
                    <a:prstClr val="white"/>
                  </a:solidFill>
                  <a:latin typeface="Rix모던고딕 EB" panose="02020603020101020101" pitchFamily="18" charset="-127"/>
                  <a:ea typeface="Rix모던고딕 EB" panose="02020603020101020101" pitchFamily="18" charset="-127"/>
                </a:rPr>
                <a:t>4</a:t>
              </a:r>
              <a:endParaRPr lang="ko-KR" altLang="en-US" dirty="0" smtClean="0">
                <a:solidFill>
                  <a:schemeClr val="tx1"/>
                </a:solidFill>
              </a:endParaRPr>
            </a:p>
          </p:txBody>
        </p:sp>
      </p:grpSp>
      <p:grpSp>
        <p:nvGrpSpPr>
          <p:cNvPr id="239" name="그룹 238"/>
          <p:cNvGrpSpPr/>
          <p:nvPr/>
        </p:nvGrpSpPr>
        <p:grpSpPr>
          <a:xfrm>
            <a:off x="4436149" y="4651640"/>
            <a:ext cx="5757856" cy="692465"/>
            <a:chOff x="4436149" y="4686565"/>
            <a:chExt cx="5757856" cy="692465"/>
          </a:xfrm>
        </p:grpSpPr>
        <p:grpSp>
          <p:nvGrpSpPr>
            <p:cNvPr id="240" name="그룹 239"/>
            <p:cNvGrpSpPr/>
            <p:nvPr/>
          </p:nvGrpSpPr>
          <p:grpSpPr>
            <a:xfrm>
              <a:off x="4436149" y="4961577"/>
              <a:ext cx="5757856" cy="417453"/>
              <a:chOff x="4634603" y="4443784"/>
              <a:chExt cx="5757856" cy="417453"/>
            </a:xfrm>
          </p:grpSpPr>
          <p:grpSp>
            <p:nvGrpSpPr>
              <p:cNvPr id="250" name="그룹 249"/>
              <p:cNvGrpSpPr/>
              <p:nvPr/>
            </p:nvGrpSpPr>
            <p:grpSpPr>
              <a:xfrm>
                <a:off x="4634603" y="4443784"/>
                <a:ext cx="975621" cy="417453"/>
                <a:chOff x="4634603" y="4443784"/>
                <a:chExt cx="975621" cy="417453"/>
              </a:xfrm>
            </p:grpSpPr>
            <p:sp>
              <p:nvSpPr>
                <p:cNvPr id="266" name="갈매기형 수장 265"/>
                <p:cNvSpPr/>
                <p:nvPr/>
              </p:nvSpPr>
              <p:spPr>
                <a:xfrm flipV="1">
                  <a:off x="4634603" y="4443784"/>
                  <a:ext cx="975621" cy="417453"/>
                </a:xfrm>
                <a:prstGeom prst="chevron">
                  <a:avLst>
                    <a:gd name="adj" fmla="val 25786"/>
                  </a:avLst>
                </a:prstGeom>
                <a:solidFill>
                  <a:srgbClr val="0DB7C7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eaLnBrk="1" fontAlgn="auto" latinLnBrk="1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ko-KR" altLang="en-US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67" name="직사각형 266"/>
                <p:cNvSpPr/>
                <p:nvPr/>
              </p:nvSpPr>
              <p:spPr>
                <a:xfrm>
                  <a:off x="4678603" y="4496196"/>
                  <a:ext cx="912447" cy="307777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marL="0" lvl="1" algn="ctr">
                    <a:spcBef>
                      <a:spcPct val="0"/>
                    </a:spcBef>
                  </a:pPr>
                  <a:r>
                    <a:rPr lang="ko-KR" altLang="en-US" sz="1350" spc="-100" dirty="0">
                      <a:solidFill>
                        <a:schemeClr val="bg1"/>
                      </a:solidFill>
                      <a:latin typeface="Rix모던고딕 B" panose="02020603020101020101" pitchFamily="18" charset="-127"/>
                      <a:ea typeface="Rix모던고딕 B" panose="02020603020101020101" pitchFamily="18" charset="-127"/>
                      <a:cs typeface="+mj-cs"/>
                    </a:rPr>
                    <a:t>현황조사</a:t>
                  </a:r>
                </a:p>
              </p:txBody>
            </p:sp>
          </p:grpSp>
          <p:grpSp>
            <p:nvGrpSpPr>
              <p:cNvPr id="251" name="그룹 250"/>
              <p:cNvGrpSpPr/>
              <p:nvPr/>
            </p:nvGrpSpPr>
            <p:grpSpPr>
              <a:xfrm>
                <a:off x="5591050" y="4443784"/>
                <a:ext cx="975621" cy="417453"/>
                <a:chOff x="4634603" y="4443784"/>
                <a:chExt cx="975621" cy="417453"/>
              </a:xfrm>
            </p:grpSpPr>
            <p:sp>
              <p:nvSpPr>
                <p:cNvPr id="264" name="갈매기형 수장 263"/>
                <p:cNvSpPr/>
                <p:nvPr/>
              </p:nvSpPr>
              <p:spPr>
                <a:xfrm flipV="1">
                  <a:off x="4634603" y="4443784"/>
                  <a:ext cx="975621" cy="417453"/>
                </a:xfrm>
                <a:prstGeom prst="chevron">
                  <a:avLst>
                    <a:gd name="adj" fmla="val 25786"/>
                  </a:avLst>
                </a:prstGeom>
                <a:solidFill>
                  <a:schemeClr val="accent5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eaLnBrk="1" fontAlgn="auto" latinLnBrk="1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ko-KR" altLang="en-US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65" name="직사각형 264"/>
                <p:cNvSpPr/>
                <p:nvPr/>
              </p:nvSpPr>
              <p:spPr>
                <a:xfrm>
                  <a:off x="4678603" y="4496196"/>
                  <a:ext cx="912447" cy="307777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marL="0" lvl="1" algn="ctr">
                    <a:spcBef>
                      <a:spcPct val="0"/>
                    </a:spcBef>
                  </a:pPr>
                  <a:r>
                    <a:rPr lang="ko-KR" altLang="en-US" sz="1350" spc="-100" dirty="0">
                      <a:solidFill>
                        <a:schemeClr val="bg1"/>
                      </a:solidFill>
                      <a:latin typeface="Rix모던고딕 B" panose="02020603020101020101" pitchFamily="18" charset="-127"/>
                      <a:ea typeface="Rix모던고딕 B" panose="02020603020101020101" pitchFamily="18" charset="-127"/>
                      <a:cs typeface="+mj-cs"/>
                    </a:rPr>
                    <a:t>분석</a:t>
                  </a:r>
                </a:p>
              </p:txBody>
            </p:sp>
          </p:grpSp>
          <p:grpSp>
            <p:nvGrpSpPr>
              <p:cNvPr id="252" name="그룹 251"/>
              <p:cNvGrpSpPr/>
              <p:nvPr/>
            </p:nvGrpSpPr>
            <p:grpSpPr>
              <a:xfrm>
                <a:off x="6547497" y="4443784"/>
                <a:ext cx="975621" cy="417453"/>
                <a:chOff x="4634603" y="4443784"/>
                <a:chExt cx="975621" cy="417453"/>
              </a:xfrm>
            </p:grpSpPr>
            <p:sp>
              <p:nvSpPr>
                <p:cNvPr id="262" name="갈매기형 수장 261"/>
                <p:cNvSpPr/>
                <p:nvPr/>
              </p:nvSpPr>
              <p:spPr>
                <a:xfrm flipV="1">
                  <a:off x="4634603" y="4443784"/>
                  <a:ext cx="975621" cy="417453"/>
                </a:xfrm>
                <a:prstGeom prst="chevron">
                  <a:avLst>
                    <a:gd name="adj" fmla="val 25786"/>
                  </a:avLst>
                </a:prstGeom>
                <a:solidFill>
                  <a:srgbClr val="0DB7C7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eaLnBrk="1" fontAlgn="auto" latinLnBrk="1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ko-KR" altLang="en-US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63" name="직사각형 262"/>
                <p:cNvSpPr/>
                <p:nvPr/>
              </p:nvSpPr>
              <p:spPr>
                <a:xfrm>
                  <a:off x="4678603" y="4496196"/>
                  <a:ext cx="912447" cy="307777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marL="0" lvl="1" algn="ctr">
                    <a:spcBef>
                      <a:spcPct val="0"/>
                    </a:spcBef>
                  </a:pPr>
                  <a:r>
                    <a:rPr lang="ko-KR" altLang="en-US" sz="1350" spc="-100" dirty="0">
                      <a:solidFill>
                        <a:schemeClr val="bg1"/>
                      </a:solidFill>
                      <a:latin typeface="Rix모던고딕 B" panose="02020603020101020101" pitchFamily="18" charset="-127"/>
                      <a:ea typeface="Rix모던고딕 B" panose="02020603020101020101" pitchFamily="18" charset="-127"/>
                      <a:cs typeface="+mj-cs"/>
                    </a:rPr>
                    <a:t>설계</a:t>
                  </a:r>
                </a:p>
              </p:txBody>
            </p:sp>
          </p:grpSp>
          <p:grpSp>
            <p:nvGrpSpPr>
              <p:cNvPr id="253" name="그룹 252"/>
              <p:cNvGrpSpPr/>
              <p:nvPr/>
            </p:nvGrpSpPr>
            <p:grpSpPr>
              <a:xfrm>
                <a:off x="7503944" y="4443784"/>
                <a:ext cx="975621" cy="417453"/>
                <a:chOff x="4634603" y="4443784"/>
                <a:chExt cx="975621" cy="417453"/>
              </a:xfrm>
            </p:grpSpPr>
            <p:sp>
              <p:nvSpPr>
                <p:cNvPr id="260" name="갈매기형 수장 259"/>
                <p:cNvSpPr/>
                <p:nvPr/>
              </p:nvSpPr>
              <p:spPr>
                <a:xfrm flipV="1">
                  <a:off x="4634603" y="4443784"/>
                  <a:ext cx="975621" cy="417453"/>
                </a:xfrm>
                <a:prstGeom prst="chevron">
                  <a:avLst>
                    <a:gd name="adj" fmla="val 25786"/>
                  </a:avLst>
                </a:prstGeom>
                <a:solidFill>
                  <a:schemeClr val="accent5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eaLnBrk="1" fontAlgn="auto" latinLnBrk="1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ko-KR" altLang="en-US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61" name="직사각형 260"/>
                <p:cNvSpPr/>
                <p:nvPr/>
              </p:nvSpPr>
              <p:spPr>
                <a:xfrm>
                  <a:off x="4678603" y="4496196"/>
                  <a:ext cx="912447" cy="307777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marL="0" lvl="1" algn="ctr">
                    <a:spcBef>
                      <a:spcPct val="0"/>
                    </a:spcBef>
                  </a:pPr>
                  <a:r>
                    <a:rPr lang="ko-KR" altLang="en-US" sz="1350" spc="-100" dirty="0">
                      <a:solidFill>
                        <a:schemeClr val="bg1"/>
                      </a:solidFill>
                      <a:latin typeface="Rix모던고딕 B" panose="02020603020101020101" pitchFamily="18" charset="-127"/>
                      <a:ea typeface="Rix모던고딕 B" panose="02020603020101020101" pitchFamily="18" charset="-127"/>
                      <a:cs typeface="+mj-cs"/>
                    </a:rPr>
                    <a:t>검수</a:t>
                  </a:r>
                  <a:r>
                    <a:rPr lang="en-US" altLang="ko-KR" sz="1350" spc="-100" dirty="0">
                      <a:solidFill>
                        <a:schemeClr val="bg1"/>
                      </a:solidFill>
                      <a:latin typeface="Rix모던고딕 B" panose="02020603020101020101" pitchFamily="18" charset="-127"/>
                      <a:ea typeface="Rix모던고딕 B" panose="02020603020101020101" pitchFamily="18" charset="-127"/>
                      <a:cs typeface="+mj-cs"/>
                    </a:rPr>
                    <a:t>/</a:t>
                  </a:r>
                  <a:r>
                    <a:rPr lang="ko-KR" altLang="en-US" sz="1350" spc="-100" dirty="0">
                      <a:solidFill>
                        <a:schemeClr val="bg1"/>
                      </a:solidFill>
                      <a:latin typeface="Rix모던고딕 B" panose="02020603020101020101" pitchFamily="18" charset="-127"/>
                      <a:ea typeface="Rix모던고딕 B" panose="02020603020101020101" pitchFamily="18" charset="-127"/>
                      <a:cs typeface="+mj-cs"/>
                    </a:rPr>
                    <a:t>시험</a:t>
                  </a:r>
                </a:p>
              </p:txBody>
            </p:sp>
          </p:grpSp>
          <p:grpSp>
            <p:nvGrpSpPr>
              <p:cNvPr id="254" name="그룹 253"/>
              <p:cNvGrpSpPr/>
              <p:nvPr/>
            </p:nvGrpSpPr>
            <p:grpSpPr>
              <a:xfrm>
                <a:off x="8460391" y="4443784"/>
                <a:ext cx="975621" cy="417453"/>
                <a:chOff x="4634603" y="4443784"/>
                <a:chExt cx="975621" cy="417453"/>
              </a:xfrm>
            </p:grpSpPr>
            <p:sp>
              <p:nvSpPr>
                <p:cNvPr id="258" name="갈매기형 수장 257"/>
                <p:cNvSpPr/>
                <p:nvPr/>
              </p:nvSpPr>
              <p:spPr>
                <a:xfrm flipV="1">
                  <a:off x="4634603" y="4443784"/>
                  <a:ext cx="975621" cy="417453"/>
                </a:xfrm>
                <a:prstGeom prst="chevron">
                  <a:avLst>
                    <a:gd name="adj" fmla="val 25786"/>
                  </a:avLst>
                </a:prstGeom>
                <a:solidFill>
                  <a:srgbClr val="0DB7C7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eaLnBrk="1" fontAlgn="auto" latinLnBrk="1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ko-KR" altLang="en-US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59" name="직사각형 258"/>
                <p:cNvSpPr/>
                <p:nvPr/>
              </p:nvSpPr>
              <p:spPr>
                <a:xfrm>
                  <a:off x="4678603" y="4496196"/>
                  <a:ext cx="912447" cy="307777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marL="0" lvl="1" algn="ctr">
                    <a:spcBef>
                      <a:spcPct val="0"/>
                    </a:spcBef>
                  </a:pPr>
                  <a:r>
                    <a:rPr lang="ko-KR" altLang="en-US" sz="1350" spc="-100" dirty="0">
                      <a:solidFill>
                        <a:schemeClr val="bg1"/>
                      </a:solidFill>
                      <a:latin typeface="Rix모던고딕 B" panose="02020603020101020101" pitchFamily="18" charset="-127"/>
                      <a:ea typeface="Rix모던고딕 B" panose="02020603020101020101" pitchFamily="18" charset="-127"/>
                      <a:cs typeface="+mj-cs"/>
                    </a:rPr>
                    <a:t>구축</a:t>
                  </a:r>
                </a:p>
              </p:txBody>
            </p:sp>
          </p:grpSp>
          <p:grpSp>
            <p:nvGrpSpPr>
              <p:cNvPr id="255" name="그룹 254"/>
              <p:cNvGrpSpPr/>
              <p:nvPr/>
            </p:nvGrpSpPr>
            <p:grpSpPr>
              <a:xfrm>
                <a:off x="9416838" y="4443784"/>
                <a:ext cx="975621" cy="417453"/>
                <a:chOff x="4634603" y="4443784"/>
                <a:chExt cx="975621" cy="417453"/>
              </a:xfrm>
            </p:grpSpPr>
            <p:sp>
              <p:nvSpPr>
                <p:cNvPr id="256" name="갈매기형 수장 255"/>
                <p:cNvSpPr/>
                <p:nvPr/>
              </p:nvSpPr>
              <p:spPr>
                <a:xfrm flipV="1">
                  <a:off x="4634603" y="4443784"/>
                  <a:ext cx="975621" cy="417453"/>
                </a:xfrm>
                <a:prstGeom prst="chevron">
                  <a:avLst>
                    <a:gd name="adj" fmla="val 25786"/>
                  </a:avLst>
                </a:prstGeom>
                <a:solidFill>
                  <a:schemeClr val="accent5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eaLnBrk="1" fontAlgn="auto" latinLnBrk="1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ko-KR" altLang="en-US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57" name="직사각형 256"/>
                <p:cNvSpPr/>
                <p:nvPr/>
              </p:nvSpPr>
              <p:spPr>
                <a:xfrm>
                  <a:off x="4678603" y="4496196"/>
                  <a:ext cx="912447" cy="307777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marL="0" lvl="1" algn="ctr">
                    <a:spcBef>
                      <a:spcPct val="0"/>
                    </a:spcBef>
                  </a:pPr>
                  <a:r>
                    <a:rPr lang="ko-KR" altLang="en-US" sz="1350" spc="-100" dirty="0">
                      <a:solidFill>
                        <a:schemeClr val="bg1"/>
                      </a:solidFill>
                      <a:latin typeface="Rix모던고딕 B" panose="02020603020101020101" pitchFamily="18" charset="-127"/>
                      <a:ea typeface="Rix모던고딕 B" panose="02020603020101020101" pitchFamily="18" charset="-127"/>
                      <a:cs typeface="+mj-cs"/>
                    </a:rPr>
                    <a:t>안정화</a:t>
                  </a:r>
                </a:p>
              </p:txBody>
            </p:sp>
          </p:grpSp>
        </p:grpSp>
        <p:grpSp>
          <p:nvGrpSpPr>
            <p:cNvPr id="241" name="그룹 240"/>
            <p:cNvGrpSpPr/>
            <p:nvPr/>
          </p:nvGrpSpPr>
          <p:grpSpPr>
            <a:xfrm>
              <a:off x="5449861" y="4686565"/>
              <a:ext cx="789188" cy="332155"/>
              <a:chOff x="8293480" y="2042170"/>
              <a:chExt cx="1319759" cy="532472"/>
            </a:xfrm>
          </p:grpSpPr>
          <p:sp>
            <p:nvSpPr>
              <p:cNvPr id="248" name="모서리가 둥근 직사각형 247"/>
              <p:cNvSpPr/>
              <p:nvPr/>
            </p:nvSpPr>
            <p:spPr>
              <a:xfrm>
                <a:off x="8448897" y="2090479"/>
                <a:ext cx="1005800" cy="377201"/>
              </a:xfrm>
              <a:prstGeom prst="roundRect">
                <a:avLst>
                  <a:gd name="adj" fmla="val 3807"/>
                </a:avLst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>
                <a:spAutoFit/>
              </a:bodyPr>
              <a:lstStyle/>
              <a:p>
                <a:pPr algn="ctr"/>
                <a:r>
                  <a:rPr lang="ko-KR" altLang="en-US" sz="900" spc="-50" dirty="0">
                    <a:solidFill>
                      <a:schemeClr val="tx1"/>
                    </a:solidFill>
                    <a:latin typeface="Rix모던고딕 B" panose="02020603020101020101" pitchFamily="18" charset="-127"/>
                    <a:ea typeface="Rix모던고딕 B" panose="02020603020101020101" pitchFamily="18" charset="-127"/>
                  </a:rPr>
                  <a:t>일부변경</a:t>
                </a:r>
              </a:p>
            </p:txBody>
          </p:sp>
          <p:sp>
            <p:nvSpPr>
              <p:cNvPr id="249" name="Freeform 65"/>
              <p:cNvSpPr>
                <a:spLocks/>
              </p:cNvSpPr>
              <p:nvPr/>
            </p:nvSpPr>
            <p:spPr bwMode="auto">
              <a:xfrm>
                <a:off x="8293480" y="2042170"/>
                <a:ext cx="1319759" cy="532472"/>
              </a:xfrm>
              <a:custGeom>
                <a:avLst/>
                <a:gdLst>
                  <a:gd name="T0" fmla="*/ 733039 w 396"/>
                  <a:gd name="T1" fmla="*/ 822928 h 248"/>
                  <a:gd name="T2" fmla="*/ 754225 w 396"/>
                  <a:gd name="T3" fmla="*/ 822928 h 248"/>
                  <a:gd name="T4" fmla="*/ 754225 w 396"/>
                  <a:gd name="T5" fmla="*/ 882623 h 248"/>
                  <a:gd name="T6" fmla="*/ 728802 w 396"/>
                  <a:gd name="T7" fmla="*/ 886886 h 248"/>
                  <a:gd name="T8" fmla="*/ 258470 w 396"/>
                  <a:gd name="T9" fmla="*/ 776026 h 248"/>
                  <a:gd name="T10" fmla="*/ 67795 w 396"/>
                  <a:gd name="T11" fmla="*/ 639582 h 248"/>
                  <a:gd name="T12" fmla="*/ 50846 w 396"/>
                  <a:gd name="T13" fmla="*/ 370957 h 248"/>
                  <a:gd name="T14" fmla="*/ 512704 w 396"/>
                  <a:gd name="T15" fmla="*/ 81014 h 248"/>
                  <a:gd name="T16" fmla="*/ 1495739 w 396"/>
                  <a:gd name="T17" fmla="*/ 225986 h 248"/>
                  <a:gd name="T18" fmla="*/ 1660990 w 396"/>
                  <a:gd name="T19" fmla="*/ 528722 h 248"/>
                  <a:gd name="T20" fmla="*/ 1601669 w 396"/>
                  <a:gd name="T21" fmla="*/ 652374 h 248"/>
                  <a:gd name="T22" fmla="*/ 1381335 w 396"/>
                  <a:gd name="T23" fmla="*/ 831456 h 248"/>
                  <a:gd name="T24" fmla="*/ 881342 w 396"/>
                  <a:gd name="T25" fmla="*/ 1010539 h 248"/>
                  <a:gd name="T26" fmla="*/ 546601 w 396"/>
                  <a:gd name="T27" fmla="*/ 1027595 h 248"/>
                  <a:gd name="T28" fmla="*/ 885579 w 396"/>
                  <a:gd name="T29" fmla="*/ 972165 h 248"/>
                  <a:gd name="T30" fmla="*/ 1254217 w 396"/>
                  <a:gd name="T31" fmla="*/ 839984 h 248"/>
                  <a:gd name="T32" fmla="*/ 1572008 w 396"/>
                  <a:gd name="T33" fmla="*/ 584152 h 248"/>
                  <a:gd name="T34" fmla="*/ 1597433 w 396"/>
                  <a:gd name="T35" fmla="*/ 486082 h 248"/>
                  <a:gd name="T36" fmla="*/ 1432181 w 396"/>
                  <a:gd name="T37" fmla="*/ 255833 h 248"/>
                  <a:gd name="T38" fmla="*/ 508467 w 396"/>
                  <a:gd name="T39" fmla="*/ 149235 h 248"/>
                  <a:gd name="T40" fmla="*/ 101693 w 396"/>
                  <a:gd name="T41" fmla="*/ 413596 h 248"/>
                  <a:gd name="T42" fmla="*/ 292368 w 396"/>
                  <a:gd name="T43" fmla="*/ 720595 h 248"/>
                  <a:gd name="T44" fmla="*/ 733039 w 396"/>
                  <a:gd name="T45" fmla="*/ 822928 h 248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</a:gdLst>
                <a:ahLst/>
                <a:cxnLst>
                  <a:cxn ang="T46">
                    <a:pos x="T0" y="T1"/>
                  </a:cxn>
                  <a:cxn ang="T47">
                    <a:pos x="T2" y="T3"/>
                  </a:cxn>
                  <a:cxn ang="T48">
                    <a:pos x="T4" y="T5"/>
                  </a:cxn>
                  <a:cxn ang="T49">
                    <a:pos x="T6" y="T7"/>
                  </a:cxn>
                  <a:cxn ang="T50">
                    <a:pos x="T8" y="T9"/>
                  </a:cxn>
                  <a:cxn ang="T51">
                    <a:pos x="T10" y="T11"/>
                  </a:cxn>
                  <a:cxn ang="T52">
                    <a:pos x="T12" y="T13"/>
                  </a:cxn>
                  <a:cxn ang="T53">
                    <a:pos x="T14" y="T15"/>
                  </a:cxn>
                  <a:cxn ang="T54">
                    <a:pos x="T16" y="T17"/>
                  </a:cxn>
                  <a:cxn ang="T55">
                    <a:pos x="T18" y="T19"/>
                  </a:cxn>
                  <a:cxn ang="T56">
                    <a:pos x="T20" y="T21"/>
                  </a:cxn>
                  <a:cxn ang="T57">
                    <a:pos x="T22" y="T23"/>
                  </a:cxn>
                  <a:cxn ang="T58">
                    <a:pos x="T24" y="T25"/>
                  </a:cxn>
                  <a:cxn ang="T59">
                    <a:pos x="T26" y="T27"/>
                  </a:cxn>
                  <a:cxn ang="T60">
                    <a:pos x="T28" y="T29"/>
                  </a:cxn>
                  <a:cxn ang="T61">
                    <a:pos x="T30" y="T31"/>
                  </a:cxn>
                  <a:cxn ang="T62">
                    <a:pos x="T32" y="T33"/>
                  </a:cxn>
                  <a:cxn ang="T63">
                    <a:pos x="T34" y="T35"/>
                  </a:cxn>
                  <a:cxn ang="T64">
                    <a:pos x="T36" y="T37"/>
                  </a:cxn>
                  <a:cxn ang="T65">
                    <a:pos x="T38" y="T39"/>
                  </a:cxn>
                  <a:cxn ang="T66">
                    <a:pos x="T40" y="T41"/>
                  </a:cxn>
                  <a:cxn ang="T67">
                    <a:pos x="T42" y="T43"/>
                  </a:cxn>
                  <a:cxn ang="T68">
                    <a:pos x="T44" y="T45"/>
                  </a:cxn>
                </a:cxnLst>
                <a:rect l="0" t="0" r="r" b="b"/>
                <a:pathLst>
                  <a:path w="396" h="248">
                    <a:moveTo>
                      <a:pt x="173" y="193"/>
                    </a:moveTo>
                    <a:cubicBezTo>
                      <a:pt x="175" y="193"/>
                      <a:pt x="176" y="193"/>
                      <a:pt x="178" y="193"/>
                    </a:cubicBezTo>
                    <a:cubicBezTo>
                      <a:pt x="193" y="196"/>
                      <a:pt x="217" y="202"/>
                      <a:pt x="178" y="207"/>
                    </a:cubicBezTo>
                    <a:cubicBezTo>
                      <a:pt x="177" y="207"/>
                      <a:pt x="174" y="208"/>
                      <a:pt x="172" y="208"/>
                    </a:cubicBezTo>
                    <a:cubicBezTo>
                      <a:pt x="170" y="207"/>
                      <a:pt x="124" y="208"/>
                      <a:pt x="61" y="182"/>
                    </a:cubicBezTo>
                    <a:cubicBezTo>
                      <a:pt x="46" y="174"/>
                      <a:pt x="30" y="166"/>
                      <a:pt x="16" y="150"/>
                    </a:cubicBezTo>
                    <a:cubicBezTo>
                      <a:pt x="1" y="134"/>
                      <a:pt x="0" y="106"/>
                      <a:pt x="12" y="87"/>
                    </a:cubicBezTo>
                    <a:cubicBezTo>
                      <a:pt x="34" y="48"/>
                      <a:pt x="79" y="30"/>
                      <a:pt x="121" y="19"/>
                    </a:cubicBezTo>
                    <a:cubicBezTo>
                      <a:pt x="206" y="0"/>
                      <a:pt x="298" y="13"/>
                      <a:pt x="353" y="53"/>
                    </a:cubicBezTo>
                    <a:cubicBezTo>
                      <a:pt x="380" y="72"/>
                      <a:pt x="396" y="101"/>
                      <a:pt x="392" y="124"/>
                    </a:cubicBezTo>
                    <a:cubicBezTo>
                      <a:pt x="387" y="146"/>
                      <a:pt x="377" y="153"/>
                      <a:pt x="378" y="153"/>
                    </a:cubicBezTo>
                    <a:cubicBezTo>
                      <a:pt x="378" y="153"/>
                      <a:pt x="359" y="177"/>
                      <a:pt x="326" y="195"/>
                    </a:cubicBezTo>
                    <a:cubicBezTo>
                      <a:pt x="292" y="214"/>
                      <a:pt x="247" y="230"/>
                      <a:pt x="208" y="237"/>
                    </a:cubicBezTo>
                    <a:cubicBezTo>
                      <a:pt x="143" y="248"/>
                      <a:pt x="122" y="241"/>
                      <a:pt x="129" y="241"/>
                    </a:cubicBezTo>
                    <a:cubicBezTo>
                      <a:pt x="136" y="239"/>
                      <a:pt x="170" y="238"/>
                      <a:pt x="209" y="228"/>
                    </a:cubicBezTo>
                    <a:cubicBezTo>
                      <a:pt x="205" y="229"/>
                      <a:pt x="253" y="219"/>
                      <a:pt x="296" y="197"/>
                    </a:cubicBezTo>
                    <a:cubicBezTo>
                      <a:pt x="342" y="176"/>
                      <a:pt x="374" y="138"/>
                      <a:pt x="371" y="137"/>
                    </a:cubicBezTo>
                    <a:cubicBezTo>
                      <a:pt x="371" y="137"/>
                      <a:pt x="378" y="129"/>
                      <a:pt x="377" y="114"/>
                    </a:cubicBezTo>
                    <a:cubicBezTo>
                      <a:pt x="377" y="98"/>
                      <a:pt x="363" y="76"/>
                      <a:pt x="338" y="60"/>
                    </a:cubicBezTo>
                    <a:cubicBezTo>
                      <a:pt x="287" y="28"/>
                      <a:pt x="199" y="15"/>
                      <a:pt x="120" y="35"/>
                    </a:cubicBezTo>
                    <a:cubicBezTo>
                      <a:pt x="81" y="45"/>
                      <a:pt x="40" y="64"/>
                      <a:pt x="24" y="97"/>
                    </a:cubicBezTo>
                    <a:cubicBezTo>
                      <a:pt x="4" y="132"/>
                      <a:pt x="42" y="157"/>
                      <a:pt x="69" y="169"/>
                    </a:cubicBezTo>
                    <a:cubicBezTo>
                      <a:pt x="127" y="192"/>
                      <a:pt x="171" y="192"/>
                      <a:pt x="173" y="193"/>
                    </a:cubicBezTo>
                    <a:close/>
                  </a:path>
                </a:pathLst>
              </a:custGeom>
              <a:solidFill>
                <a:srgbClr val="C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txBody>
              <a:bodyPr/>
              <a:lstStyle/>
              <a:p>
                <a:endParaRPr lang="ko-KR" altLang="en-US" dirty="0">
                  <a:solidFill>
                    <a:srgbClr val="000000"/>
                  </a:solidFill>
                  <a:latin typeface="해수부체B" panose="02020603020101020101" pitchFamily="18" charset="-127"/>
                  <a:ea typeface="해수부체B" panose="02020603020101020101" pitchFamily="18" charset="-127"/>
                </a:endParaRPr>
              </a:p>
            </p:txBody>
          </p:sp>
        </p:grpSp>
        <p:grpSp>
          <p:nvGrpSpPr>
            <p:cNvPr id="242" name="그룹 241"/>
            <p:cNvGrpSpPr/>
            <p:nvPr/>
          </p:nvGrpSpPr>
          <p:grpSpPr>
            <a:xfrm>
              <a:off x="6393043" y="4686565"/>
              <a:ext cx="789188" cy="332155"/>
              <a:chOff x="8293480" y="2042170"/>
              <a:chExt cx="1319759" cy="532472"/>
            </a:xfrm>
          </p:grpSpPr>
          <p:sp>
            <p:nvSpPr>
              <p:cNvPr id="246" name="모서리가 둥근 직사각형 245"/>
              <p:cNvSpPr/>
              <p:nvPr/>
            </p:nvSpPr>
            <p:spPr>
              <a:xfrm>
                <a:off x="8448897" y="2090479"/>
                <a:ext cx="1005800" cy="377201"/>
              </a:xfrm>
              <a:prstGeom prst="roundRect">
                <a:avLst>
                  <a:gd name="adj" fmla="val 3807"/>
                </a:avLst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>
                <a:spAutoFit/>
              </a:bodyPr>
              <a:lstStyle/>
              <a:p>
                <a:pPr algn="ctr"/>
                <a:r>
                  <a:rPr lang="ko-KR" altLang="en-US" sz="900" spc="-50" dirty="0">
                    <a:solidFill>
                      <a:schemeClr val="tx1"/>
                    </a:solidFill>
                    <a:latin typeface="Rix모던고딕 B" panose="02020603020101020101" pitchFamily="18" charset="-127"/>
                    <a:ea typeface="Rix모던고딕 B" panose="02020603020101020101" pitchFamily="18" charset="-127"/>
                  </a:rPr>
                  <a:t>일부변경</a:t>
                </a:r>
              </a:p>
            </p:txBody>
          </p:sp>
          <p:sp>
            <p:nvSpPr>
              <p:cNvPr id="247" name="Freeform 65"/>
              <p:cNvSpPr>
                <a:spLocks/>
              </p:cNvSpPr>
              <p:nvPr/>
            </p:nvSpPr>
            <p:spPr bwMode="auto">
              <a:xfrm>
                <a:off x="8293480" y="2042170"/>
                <a:ext cx="1319759" cy="532472"/>
              </a:xfrm>
              <a:custGeom>
                <a:avLst/>
                <a:gdLst>
                  <a:gd name="T0" fmla="*/ 733039 w 396"/>
                  <a:gd name="T1" fmla="*/ 822928 h 248"/>
                  <a:gd name="T2" fmla="*/ 754225 w 396"/>
                  <a:gd name="T3" fmla="*/ 822928 h 248"/>
                  <a:gd name="T4" fmla="*/ 754225 w 396"/>
                  <a:gd name="T5" fmla="*/ 882623 h 248"/>
                  <a:gd name="T6" fmla="*/ 728802 w 396"/>
                  <a:gd name="T7" fmla="*/ 886886 h 248"/>
                  <a:gd name="T8" fmla="*/ 258470 w 396"/>
                  <a:gd name="T9" fmla="*/ 776026 h 248"/>
                  <a:gd name="T10" fmla="*/ 67795 w 396"/>
                  <a:gd name="T11" fmla="*/ 639582 h 248"/>
                  <a:gd name="T12" fmla="*/ 50846 w 396"/>
                  <a:gd name="T13" fmla="*/ 370957 h 248"/>
                  <a:gd name="T14" fmla="*/ 512704 w 396"/>
                  <a:gd name="T15" fmla="*/ 81014 h 248"/>
                  <a:gd name="T16" fmla="*/ 1495739 w 396"/>
                  <a:gd name="T17" fmla="*/ 225986 h 248"/>
                  <a:gd name="T18" fmla="*/ 1660990 w 396"/>
                  <a:gd name="T19" fmla="*/ 528722 h 248"/>
                  <a:gd name="T20" fmla="*/ 1601669 w 396"/>
                  <a:gd name="T21" fmla="*/ 652374 h 248"/>
                  <a:gd name="T22" fmla="*/ 1381335 w 396"/>
                  <a:gd name="T23" fmla="*/ 831456 h 248"/>
                  <a:gd name="T24" fmla="*/ 881342 w 396"/>
                  <a:gd name="T25" fmla="*/ 1010539 h 248"/>
                  <a:gd name="T26" fmla="*/ 546601 w 396"/>
                  <a:gd name="T27" fmla="*/ 1027595 h 248"/>
                  <a:gd name="T28" fmla="*/ 885579 w 396"/>
                  <a:gd name="T29" fmla="*/ 972165 h 248"/>
                  <a:gd name="T30" fmla="*/ 1254217 w 396"/>
                  <a:gd name="T31" fmla="*/ 839984 h 248"/>
                  <a:gd name="T32" fmla="*/ 1572008 w 396"/>
                  <a:gd name="T33" fmla="*/ 584152 h 248"/>
                  <a:gd name="T34" fmla="*/ 1597433 w 396"/>
                  <a:gd name="T35" fmla="*/ 486082 h 248"/>
                  <a:gd name="T36" fmla="*/ 1432181 w 396"/>
                  <a:gd name="T37" fmla="*/ 255833 h 248"/>
                  <a:gd name="T38" fmla="*/ 508467 w 396"/>
                  <a:gd name="T39" fmla="*/ 149235 h 248"/>
                  <a:gd name="T40" fmla="*/ 101693 w 396"/>
                  <a:gd name="T41" fmla="*/ 413596 h 248"/>
                  <a:gd name="T42" fmla="*/ 292368 w 396"/>
                  <a:gd name="T43" fmla="*/ 720595 h 248"/>
                  <a:gd name="T44" fmla="*/ 733039 w 396"/>
                  <a:gd name="T45" fmla="*/ 822928 h 248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</a:gdLst>
                <a:ahLst/>
                <a:cxnLst>
                  <a:cxn ang="T46">
                    <a:pos x="T0" y="T1"/>
                  </a:cxn>
                  <a:cxn ang="T47">
                    <a:pos x="T2" y="T3"/>
                  </a:cxn>
                  <a:cxn ang="T48">
                    <a:pos x="T4" y="T5"/>
                  </a:cxn>
                  <a:cxn ang="T49">
                    <a:pos x="T6" y="T7"/>
                  </a:cxn>
                  <a:cxn ang="T50">
                    <a:pos x="T8" y="T9"/>
                  </a:cxn>
                  <a:cxn ang="T51">
                    <a:pos x="T10" y="T11"/>
                  </a:cxn>
                  <a:cxn ang="T52">
                    <a:pos x="T12" y="T13"/>
                  </a:cxn>
                  <a:cxn ang="T53">
                    <a:pos x="T14" y="T15"/>
                  </a:cxn>
                  <a:cxn ang="T54">
                    <a:pos x="T16" y="T17"/>
                  </a:cxn>
                  <a:cxn ang="T55">
                    <a:pos x="T18" y="T19"/>
                  </a:cxn>
                  <a:cxn ang="T56">
                    <a:pos x="T20" y="T21"/>
                  </a:cxn>
                  <a:cxn ang="T57">
                    <a:pos x="T22" y="T23"/>
                  </a:cxn>
                  <a:cxn ang="T58">
                    <a:pos x="T24" y="T25"/>
                  </a:cxn>
                  <a:cxn ang="T59">
                    <a:pos x="T26" y="T27"/>
                  </a:cxn>
                  <a:cxn ang="T60">
                    <a:pos x="T28" y="T29"/>
                  </a:cxn>
                  <a:cxn ang="T61">
                    <a:pos x="T30" y="T31"/>
                  </a:cxn>
                  <a:cxn ang="T62">
                    <a:pos x="T32" y="T33"/>
                  </a:cxn>
                  <a:cxn ang="T63">
                    <a:pos x="T34" y="T35"/>
                  </a:cxn>
                  <a:cxn ang="T64">
                    <a:pos x="T36" y="T37"/>
                  </a:cxn>
                  <a:cxn ang="T65">
                    <a:pos x="T38" y="T39"/>
                  </a:cxn>
                  <a:cxn ang="T66">
                    <a:pos x="T40" y="T41"/>
                  </a:cxn>
                  <a:cxn ang="T67">
                    <a:pos x="T42" y="T43"/>
                  </a:cxn>
                  <a:cxn ang="T68">
                    <a:pos x="T44" y="T45"/>
                  </a:cxn>
                </a:cxnLst>
                <a:rect l="0" t="0" r="r" b="b"/>
                <a:pathLst>
                  <a:path w="396" h="248">
                    <a:moveTo>
                      <a:pt x="173" y="193"/>
                    </a:moveTo>
                    <a:cubicBezTo>
                      <a:pt x="175" y="193"/>
                      <a:pt x="176" y="193"/>
                      <a:pt x="178" y="193"/>
                    </a:cubicBezTo>
                    <a:cubicBezTo>
                      <a:pt x="193" y="196"/>
                      <a:pt x="217" y="202"/>
                      <a:pt x="178" y="207"/>
                    </a:cubicBezTo>
                    <a:cubicBezTo>
                      <a:pt x="177" y="207"/>
                      <a:pt x="174" y="208"/>
                      <a:pt x="172" y="208"/>
                    </a:cubicBezTo>
                    <a:cubicBezTo>
                      <a:pt x="170" y="207"/>
                      <a:pt x="124" y="208"/>
                      <a:pt x="61" y="182"/>
                    </a:cubicBezTo>
                    <a:cubicBezTo>
                      <a:pt x="46" y="174"/>
                      <a:pt x="30" y="166"/>
                      <a:pt x="16" y="150"/>
                    </a:cubicBezTo>
                    <a:cubicBezTo>
                      <a:pt x="1" y="134"/>
                      <a:pt x="0" y="106"/>
                      <a:pt x="12" y="87"/>
                    </a:cubicBezTo>
                    <a:cubicBezTo>
                      <a:pt x="34" y="48"/>
                      <a:pt x="79" y="30"/>
                      <a:pt x="121" y="19"/>
                    </a:cubicBezTo>
                    <a:cubicBezTo>
                      <a:pt x="206" y="0"/>
                      <a:pt x="298" y="13"/>
                      <a:pt x="353" y="53"/>
                    </a:cubicBezTo>
                    <a:cubicBezTo>
                      <a:pt x="380" y="72"/>
                      <a:pt x="396" y="101"/>
                      <a:pt x="392" y="124"/>
                    </a:cubicBezTo>
                    <a:cubicBezTo>
                      <a:pt x="387" y="146"/>
                      <a:pt x="377" y="153"/>
                      <a:pt x="378" y="153"/>
                    </a:cubicBezTo>
                    <a:cubicBezTo>
                      <a:pt x="378" y="153"/>
                      <a:pt x="359" y="177"/>
                      <a:pt x="326" y="195"/>
                    </a:cubicBezTo>
                    <a:cubicBezTo>
                      <a:pt x="292" y="214"/>
                      <a:pt x="247" y="230"/>
                      <a:pt x="208" y="237"/>
                    </a:cubicBezTo>
                    <a:cubicBezTo>
                      <a:pt x="143" y="248"/>
                      <a:pt x="122" y="241"/>
                      <a:pt x="129" y="241"/>
                    </a:cubicBezTo>
                    <a:cubicBezTo>
                      <a:pt x="136" y="239"/>
                      <a:pt x="170" y="238"/>
                      <a:pt x="209" y="228"/>
                    </a:cubicBezTo>
                    <a:cubicBezTo>
                      <a:pt x="205" y="229"/>
                      <a:pt x="253" y="219"/>
                      <a:pt x="296" y="197"/>
                    </a:cubicBezTo>
                    <a:cubicBezTo>
                      <a:pt x="342" y="176"/>
                      <a:pt x="374" y="138"/>
                      <a:pt x="371" y="137"/>
                    </a:cubicBezTo>
                    <a:cubicBezTo>
                      <a:pt x="371" y="137"/>
                      <a:pt x="378" y="129"/>
                      <a:pt x="377" y="114"/>
                    </a:cubicBezTo>
                    <a:cubicBezTo>
                      <a:pt x="377" y="98"/>
                      <a:pt x="363" y="76"/>
                      <a:pt x="338" y="60"/>
                    </a:cubicBezTo>
                    <a:cubicBezTo>
                      <a:pt x="287" y="28"/>
                      <a:pt x="199" y="15"/>
                      <a:pt x="120" y="35"/>
                    </a:cubicBezTo>
                    <a:cubicBezTo>
                      <a:pt x="81" y="45"/>
                      <a:pt x="40" y="64"/>
                      <a:pt x="24" y="97"/>
                    </a:cubicBezTo>
                    <a:cubicBezTo>
                      <a:pt x="4" y="132"/>
                      <a:pt x="42" y="157"/>
                      <a:pt x="69" y="169"/>
                    </a:cubicBezTo>
                    <a:cubicBezTo>
                      <a:pt x="127" y="192"/>
                      <a:pt x="171" y="192"/>
                      <a:pt x="173" y="193"/>
                    </a:cubicBezTo>
                    <a:close/>
                  </a:path>
                </a:pathLst>
              </a:custGeom>
              <a:solidFill>
                <a:srgbClr val="C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txBody>
              <a:bodyPr/>
              <a:lstStyle/>
              <a:p>
                <a:endParaRPr lang="ko-KR" altLang="en-US" dirty="0">
                  <a:solidFill>
                    <a:srgbClr val="000000"/>
                  </a:solidFill>
                  <a:latin typeface="해수부체B" panose="02020603020101020101" pitchFamily="18" charset="-127"/>
                  <a:ea typeface="해수부체B" panose="02020603020101020101" pitchFamily="18" charset="-127"/>
                </a:endParaRPr>
              </a:p>
            </p:txBody>
          </p:sp>
        </p:grpSp>
        <p:grpSp>
          <p:nvGrpSpPr>
            <p:cNvPr id="243" name="그룹 242"/>
            <p:cNvGrpSpPr/>
            <p:nvPr/>
          </p:nvGrpSpPr>
          <p:grpSpPr>
            <a:xfrm>
              <a:off x="8281111" y="4686565"/>
              <a:ext cx="789188" cy="332155"/>
              <a:chOff x="8293480" y="2042170"/>
              <a:chExt cx="1319759" cy="532472"/>
            </a:xfrm>
          </p:grpSpPr>
          <p:sp>
            <p:nvSpPr>
              <p:cNvPr id="244" name="모서리가 둥근 직사각형 243"/>
              <p:cNvSpPr/>
              <p:nvPr/>
            </p:nvSpPr>
            <p:spPr>
              <a:xfrm>
                <a:off x="8448897" y="2090479"/>
                <a:ext cx="1005800" cy="377201"/>
              </a:xfrm>
              <a:prstGeom prst="roundRect">
                <a:avLst>
                  <a:gd name="adj" fmla="val 3807"/>
                </a:avLst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>
                <a:spAutoFit/>
              </a:bodyPr>
              <a:lstStyle/>
              <a:p>
                <a:pPr algn="ctr"/>
                <a:r>
                  <a:rPr lang="ko-KR" altLang="en-US" sz="900" spc="-50" dirty="0">
                    <a:solidFill>
                      <a:schemeClr val="tx1"/>
                    </a:solidFill>
                    <a:latin typeface="Rix모던고딕 B" panose="02020603020101020101" pitchFamily="18" charset="-127"/>
                    <a:ea typeface="Rix모던고딕 B" panose="02020603020101020101" pitchFamily="18" charset="-127"/>
                  </a:rPr>
                  <a:t>일부변경</a:t>
                </a:r>
              </a:p>
            </p:txBody>
          </p:sp>
          <p:sp>
            <p:nvSpPr>
              <p:cNvPr id="245" name="Freeform 65"/>
              <p:cNvSpPr>
                <a:spLocks/>
              </p:cNvSpPr>
              <p:nvPr/>
            </p:nvSpPr>
            <p:spPr bwMode="auto">
              <a:xfrm>
                <a:off x="8293480" y="2042170"/>
                <a:ext cx="1319759" cy="532472"/>
              </a:xfrm>
              <a:custGeom>
                <a:avLst/>
                <a:gdLst>
                  <a:gd name="T0" fmla="*/ 733039 w 396"/>
                  <a:gd name="T1" fmla="*/ 822928 h 248"/>
                  <a:gd name="T2" fmla="*/ 754225 w 396"/>
                  <a:gd name="T3" fmla="*/ 822928 h 248"/>
                  <a:gd name="T4" fmla="*/ 754225 w 396"/>
                  <a:gd name="T5" fmla="*/ 882623 h 248"/>
                  <a:gd name="T6" fmla="*/ 728802 w 396"/>
                  <a:gd name="T7" fmla="*/ 886886 h 248"/>
                  <a:gd name="T8" fmla="*/ 258470 w 396"/>
                  <a:gd name="T9" fmla="*/ 776026 h 248"/>
                  <a:gd name="T10" fmla="*/ 67795 w 396"/>
                  <a:gd name="T11" fmla="*/ 639582 h 248"/>
                  <a:gd name="T12" fmla="*/ 50846 w 396"/>
                  <a:gd name="T13" fmla="*/ 370957 h 248"/>
                  <a:gd name="T14" fmla="*/ 512704 w 396"/>
                  <a:gd name="T15" fmla="*/ 81014 h 248"/>
                  <a:gd name="T16" fmla="*/ 1495739 w 396"/>
                  <a:gd name="T17" fmla="*/ 225986 h 248"/>
                  <a:gd name="T18" fmla="*/ 1660990 w 396"/>
                  <a:gd name="T19" fmla="*/ 528722 h 248"/>
                  <a:gd name="T20" fmla="*/ 1601669 w 396"/>
                  <a:gd name="T21" fmla="*/ 652374 h 248"/>
                  <a:gd name="T22" fmla="*/ 1381335 w 396"/>
                  <a:gd name="T23" fmla="*/ 831456 h 248"/>
                  <a:gd name="T24" fmla="*/ 881342 w 396"/>
                  <a:gd name="T25" fmla="*/ 1010539 h 248"/>
                  <a:gd name="T26" fmla="*/ 546601 w 396"/>
                  <a:gd name="T27" fmla="*/ 1027595 h 248"/>
                  <a:gd name="T28" fmla="*/ 885579 w 396"/>
                  <a:gd name="T29" fmla="*/ 972165 h 248"/>
                  <a:gd name="T30" fmla="*/ 1254217 w 396"/>
                  <a:gd name="T31" fmla="*/ 839984 h 248"/>
                  <a:gd name="T32" fmla="*/ 1572008 w 396"/>
                  <a:gd name="T33" fmla="*/ 584152 h 248"/>
                  <a:gd name="T34" fmla="*/ 1597433 w 396"/>
                  <a:gd name="T35" fmla="*/ 486082 h 248"/>
                  <a:gd name="T36" fmla="*/ 1432181 w 396"/>
                  <a:gd name="T37" fmla="*/ 255833 h 248"/>
                  <a:gd name="T38" fmla="*/ 508467 w 396"/>
                  <a:gd name="T39" fmla="*/ 149235 h 248"/>
                  <a:gd name="T40" fmla="*/ 101693 w 396"/>
                  <a:gd name="T41" fmla="*/ 413596 h 248"/>
                  <a:gd name="T42" fmla="*/ 292368 w 396"/>
                  <a:gd name="T43" fmla="*/ 720595 h 248"/>
                  <a:gd name="T44" fmla="*/ 733039 w 396"/>
                  <a:gd name="T45" fmla="*/ 822928 h 248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</a:gdLst>
                <a:ahLst/>
                <a:cxnLst>
                  <a:cxn ang="T46">
                    <a:pos x="T0" y="T1"/>
                  </a:cxn>
                  <a:cxn ang="T47">
                    <a:pos x="T2" y="T3"/>
                  </a:cxn>
                  <a:cxn ang="T48">
                    <a:pos x="T4" y="T5"/>
                  </a:cxn>
                  <a:cxn ang="T49">
                    <a:pos x="T6" y="T7"/>
                  </a:cxn>
                  <a:cxn ang="T50">
                    <a:pos x="T8" y="T9"/>
                  </a:cxn>
                  <a:cxn ang="T51">
                    <a:pos x="T10" y="T11"/>
                  </a:cxn>
                  <a:cxn ang="T52">
                    <a:pos x="T12" y="T13"/>
                  </a:cxn>
                  <a:cxn ang="T53">
                    <a:pos x="T14" y="T15"/>
                  </a:cxn>
                  <a:cxn ang="T54">
                    <a:pos x="T16" y="T17"/>
                  </a:cxn>
                  <a:cxn ang="T55">
                    <a:pos x="T18" y="T19"/>
                  </a:cxn>
                  <a:cxn ang="T56">
                    <a:pos x="T20" y="T21"/>
                  </a:cxn>
                  <a:cxn ang="T57">
                    <a:pos x="T22" y="T23"/>
                  </a:cxn>
                  <a:cxn ang="T58">
                    <a:pos x="T24" y="T25"/>
                  </a:cxn>
                  <a:cxn ang="T59">
                    <a:pos x="T26" y="T27"/>
                  </a:cxn>
                  <a:cxn ang="T60">
                    <a:pos x="T28" y="T29"/>
                  </a:cxn>
                  <a:cxn ang="T61">
                    <a:pos x="T30" y="T31"/>
                  </a:cxn>
                  <a:cxn ang="T62">
                    <a:pos x="T32" y="T33"/>
                  </a:cxn>
                  <a:cxn ang="T63">
                    <a:pos x="T34" y="T35"/>
                  </a:cxn>
                  <a:cxn ang="T64">
                    <a:pos x="T36" y="T37"/>
                  </a:cxn>
                  <a:cxn ang="T65">
                    <a:pos x="T38" y="T39"/>
                  </a:cxn>
                  <a:cxn ang="T66">
                    <a:pos x="T40" y="T41"/>
                  </a:cxn>
                  <a:cxn ang="T67">
                    <a:pos x="T42" y="T43"/>
                  </a:cxn>
                  <a:cxn ang="T68">
                    <a:pos x="T44" y="T45"/>
                  </a:cxn>
                </a:cxnLst>
                <a:rect l="0" t="0" r="r" b="b"/>
                <a:pathLst>
                  <a:path w="396" h="248">
                    <a:moveTo>
                      <a:pt x="173" y="193"/>
                    </a:moveTo>
                    <a:cubicBezTo>
                      <a:pt x="175" y="193"/>
                      <a:pt x="176" y="193"/>
                      <a:pt x="178" y="193"/>
                    </a:cubicBezTo>
                    <a:cubicBezTo>
                      <a:pt x="193" y="196"/>
                      <a:pt x="217" y="202"/>
                      <a:pt x="178" y="207"/>
                    </a:cubicBezTo>
                    <a:cubicBezTo>
                      <a:pt x="177" y="207"/>
                      <a:pt x="174" y="208"/>
                      <a:pt x="172" y="208"/>
                    </a:cubicBezTo>
                    <a:cubicBezTo>
                      <a:pt x="170" y="207"/>
                      <a:pt x="124" y="208"/>
                      <a:pt x="61" y="182"/>
                    </a:cubicBezTo>
                    <a:cubicBezTo>
                      <a:pt x="46" y="174"/>
                      <a:pt x="30" y="166"/>
                      <a:pt x="16" y="150"/>
                    </a:cubicBezTo>
                    <a:cubicBezTo>
                      <a:pt x="1" y="134"/>
                      <a:pt x="0" y="106"/>
                      <a:pt x="12" y="87"/>
                    </a:cubicBezTo>
                    <a:cubicBezTo>
                      <a:pt x="34" y="48"/>
                      <a:pt x="79" y="30"/>
                      <a:pt x="121" y="19"/>
                    </a:cubicBezTo>
                    <a:cubicBezTo>
                      <a:pt x="206" y="0"/>
                      <a:pt x="298" y="13"/>
                      <a:pt x="353" y="53"/>
                    </a:cubicBezTo>
                    <a:cubicBezTo>
                      <a:pt x="380" y="72"/>
                      <a:pt x="396" y="101"/>
                      <a:pt x="392" y="124"/>
                    </a:cubicBezTo>
                    <a:cubicBezTo>
                      <a:pt x="387" y="146"/>
                      <a:pt x="377" y="153"/>
                      <a:pt x="378" y="153"/>
                    </a:cubicBezTo>
                    <a:cubicBezTo>
                      <a:pt x="378" y="153"/>
                      <a:pt x="359" y="177"/>
                      <a:pt x="326" y="195"/>
                    </a:cubicBezTo>
                    <a:cubicBezTo>
                      <a:pt x="292" y="214"/>
                      <a:pt x="247" y="230"/>
                      <a:pt x="208" y="237"/>
                    </a:cubicBezTo>
                    <a:cubicBezTo>
                      <a:pt x="143" y="248"/>
                      <a:pt x="122" y="241"/>
                      <a:pt x="129" y="241"/>
                    </a:cubicBezTo>
                    <a:cubicBezTo>
                      <a:pt x="136" y="239"/>
                      <a:pt x="170" y="238"/>
                      <a:pt x="209" y="228"/>
                    </a:cubicBezTo>
                    <a:cubicBezTo>
                      <a:pt x="205" y="229"/>
                      <a:pt x="253" y="219"/>
                      <a:pt x="296" y="197"/>
                    </a:cubicBezTo>
                    <a:cubicBezTo>
                      <a:pt x="342" y="176"/>
                      <a:pt x="374" y="138"/>
                      <a:pt x="371" y="137"/>
                    </a:cubicBezTo>
                    <a:cubicBezTo>
                      <a:pt x="371" y="137"/>
                      <a:pt x="378" y="129"/>
                      <a:pt x="377" y="114"/>
                    </a:cubicBezTo>
                    <a:cubicBezTo>
                      <a:pt x="377" y="98"/>
                      <a:pt x="363" y="76"/>
                      <a:pt x="338" y="60"/>
                    </a:cubicBezTo>
                    <a:cubicBezTo>
                      <a:pt x="287" y="28"/>
                      <a:pt x="199" y="15"/>
                      <a:pt x="120" y="35"/>
                    </a:cubicBezTo>
                    <a:cubicBezTo>
                      <a:pt x="81" y="45"/>
                      <a:pt x="40" y="64"/>
                      <a:pt x="24" y="97"/>
                    </a:cubicBezTo>
                    <a:cubicBezTo>
                      <a:pt x="4" y="132"/>
                      <a:pt x="42" y="157"/>
                      <a:pt x="69" y="169"/>
                    </a:cubicBezTo>
                    <a:cubicBezTo>
                      <a:pt x="127" y="192"/>
                      <a:pt x="171" y="192"/>
                      <a:pt x="173" y="193"/>
                    </a:cubicBezTo>
                    <a:close/>
                  </a:path>
                </a:pathLst>
              </a:custGeom>
              <a:solidFill>
                <a:srgbClr val="C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txBody>
              <a:bodyPr/>
              <a:lstStyle/>
              <a:p>
                <a:endParaRPr lang="ko-KR" altLang="en-US" dirty="0">
                  <a:solidFill>
                    <a:srgbClr val="000000"/>
                  </a:solidFill>
                  <a:latin typeface="해수부체B" panose="02020603020101020101" pitchFamily="18" charset="-127"/>
                  <a:ea typeface="해수부체B" panose="02020603020101020101" pitchFamily="18" charset="-127"/>
                </a:endParaRPr>
              </a:p>
            </p:txBody>
          </p:sp>
        </p:grpSp>
      </p:grpSp>
      <p:sp>
        <p:nvSpPr>
          <p:cNvPr id="268" name="TextBox 267"/>
          <p:cNvSpPr txBox="1"/>
          <p:nvPr/>
        </p:nvSpPr>
        <p:spPr>
          <a:xfrm>
            <a:off x="1696559" y="2574669"/>
            <a:ext cx="978699" cy="269623"/>
          </a:xfrm>
          <a:prstGeom prst="rect">
            <a:avLst/>
          </a:prstGeom>
          <a:noFill/>
        </p:spPr>
        <p:txBody>
          <a:bodyPr wrap="square" lIns="37987" tIns="37987" rIns="37987" bIns="37987" rtlCol="0">
            <a:noAutofit/>
          </a:bodyPr>
          <a:lstStyle>
            <a:defPPr>
              <a:defRPr lang="ko-KR"/>
            </a:defPPr>
          </a:lstStyle>
          <a:p>
            <a:pPr algn="ctr"/>
            <a:r>
              <a:rPr lang="ko-KR" altLang="en-US" sz="11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구축</a:t>
            </a:r>
          </a:p>
        </p:txBody>
      </p:sp>
      <p:sp>
        <p:nvSpPr>
          <p:cNvPr id="269" name="TextBox 268"/>
          <p:cNvSpPr txBox="1"/>
          <p:nvPr/>
        </p:nvSpPr>
        <p:spPr>
          <a:xfrm>
            <a:off x="2839514" y="2574669"/>
            <a:ext cx="978699" cy="269623"/>
          </a:xfrm>
          <a:prstGeom prst="rect">
            <a:avLst/>
          </a:prstGeom>
          <a:noFill/>
        </p:spPr>
        <p:txBody>
          <a:bodyPr wrap="square" lIns="37987" tIns="37987" rIns="37987" bIns="37987" rtlCol="0">
            <a:noAutofit/>
          </a:bodyPr>
          <a:lstStyle>
            <a:defPPr>
              <a:defRPr lang="ko-KR"/>
            </a:defPPr>
          </a:lstStyle>
          <a:p>
            <a:pPr algn="ctr"/>
            <a:r>
              <a:rPr lang="ko-KR" altLang="en-US" sz="11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안정화</a:t>
            </a:r>
            <a:r>
              <a:rPr lang="en-US" altLang="ko-KR" sz="11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/</a:t>
            </a:r>
            <a:r>
              <a:rPr lang="ko-KR" altLang="en-US" sz="11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검수</a:t>
            </a:r>
          </a:p>
        </p:txBody>
      </p:sp>
      <p:sp>
        <p:nvSpPr>
          <p:cNvPr id="270" name="TextBox 269"/>
          <p:cNvSpPr txBox="1"/>
          <p:nvPr/>
        </p:nvSpPr>
        <p:spPr>
          <a:xfrm>
            <a:off x="4419797" y="2574669"/>
            <a:ext cx="978699" cy="269623"/>
          </a:xfrm>
          <a:prstGeom prst="rect">
            <a:avLst/>
          </a:prstGeom>
          <a:noFill/>
        </p:spPr>
        <p:txBody>
          <a:bodyPr wrap="square" lIns="37987" tIns="37987" rIns="37987" bIns="37987" rtlCol="0">
            <a:noAutofit/>
          </a:bodyPr>
          <a:lstStyle>
            <a:defPPr>
              <a:defRPr lang="ko-KR"/>
            </a:defPPr>
          </a:lstStyle>
          <a:p>
            <a:pPr algn="ctr"/>
            <a:r>
              <a:rPr lang="en-US" altLang="ko-KR" sz="11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A</a:t>
            </a:r>
            <a:r>
              <a:rPr lang="ko-KR" altLang="en-US" sz="11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부처</a:t>
            </a:r>
          </a:p>
        </p:txBody>
      </p:sp>
      <p:pic>
        <p:nvPicPr>
          <p:cNvPr id="271" name="Picture 5" descr="G:\work\아이티센시스템즈\경찰청공조조회유지보수\icon&amp;dia\제안서템플릿이미지-100.pn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30920" y="2114523"/>
            <a:ext cx="457200" cy="4111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2" name="Picture 5" descr="G:\work\아이티센시스템즈\경찰청공조조회유지보수\icon&amp;dia\제안서템플릿이미지-100.pn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68870" y="2114523"/>
            <a:ext cx="457200" cy="4111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3" name="Picture 5" descr="G:\work\아이티센시스템즈\경찰청공조조회유지보수\icon&amp;dia\제안서템플릿이미지-100.pn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97531" y="2114523"/>
            <a:ext cx="457200" cy="4111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74" name="TextBox 273"/>
          <p:cNvSpPr txBox="1"/>
          <p:nvPr/>
        </p:nvSpPr>
        <p:spPr>
          <a:xfrm>
            <a:off x="5618207" y="2574669"/>
            <a:ext cx="978699" cy="269623"/>
          </a:xfrm>
          <a:prstGeom prst="rect">
            <a:avLst/>
          </a:prstGeom>
          <a:noFill/>
        </p:spPr>
        <p:txBody>
          <a:bodyPr wrap="square" lIns="37987" tIns="37987" rIns="37987" bIns="37987" rtlCol="0">
            <a:noAutofit/>
          </a:bodyPr>
          <a:lstStyle>
            <a:defPPr>
              <a:defRPr lang="ko-KR"/>
            </a:defPPr>
          </a:lstStyle>
          <a:p>
            <a:pPr algn="ctr"/>
            <a:r>
              <a:rPr lang="en-US" altLang="ko-KR" sz="1100" spc="-5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B</a:t>
            </a:r>
            <a:r>
              <a:rPr lang="ko-KR" altLang="en-US" sz="1100" spc="-5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부처</a:t>
            </a:r>
            <a:endParaRPr lang="ko-KR" altLang="en-US" sz="1100" spc="-50" dirty="0">
              <a:solidFill>
                <a:schemeClr val="tx1">
                  <a:lumMod val="75000"/>
                  <a:lumOff val="25000"/>
                </a:schemeClr>
              </a:solidFill>
              <a:latin typeface="Rix모던고딕 B" panose="02020603020101020101" pitchFamily="18" charset="-127"/>
              <a:ea typeface="Rix모던고딕 B" panose="02020603020101020101" pitchFamily="18" charset="-127"/>
            </a:endParaRPr>
          </a:p>
        </p:txBody>
      </p:sp>
      <p:sp>
        <p:nvSpPr>
          <p:cNvPr id="275" name="TextBox 274"/>
          <p:cNvSpPr txBox="1"/>
          <p:nvPr/>
        </p:nvSpPr>
        <p:spPr>
          <a:xfrm>
            <a:off x="9180557" y="2574669"/>
            <a:ext cx="978699" cy="269623"/>
          </a:xfrm>
          <a:prstGeom prst="rect">
            <a:avLst/>
          </a:prstGeom>
          <a:noFill/>
        </p:spPr>
        <p:txBody>
          <a:bodyPr wrap="square" lIns="37987" tIns="37987" rIns="37987" bIns="37987" rtlCol="0">
            <a:noAutofit/>
          </a:bodyPr>
          <a:lstStyle>
            <a:defPPr>
              <a:defRPr lang="ko-KR"/>
            </a:defPPr>
          </a:lstStyle>
          <a:p>
            <a:pPr algn="ctr"/>
            <a:r>
              <a:rPr lang="en-US" altLang="ko-KR" sz="1100" spc="-5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N</a:t>
            </a:r>
            <a:r>
              <a:rPr lang="ko-KR" altLang="en-US" sz="1100" spc="-5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부처</a:t>
            </a:r>
            <a:endParaRPr lang="ko-KR" altLang="en-US" sz="1100" spc="-50" dirty="0">
              <a:solidFill>
                <a:schemeClr val="tx1">
                  <a:lumMod val="75000"/>
                  <a:lumOff val="25000"/>
                </a:schemeClr>
              </a:solidFill>
              <a:latin typeface="Rix모던고딕 B" panose="02020603020101020101" pitchFamily="18" charset="-127"/>
              <a:ea typeface="Rix모던고딕 B" panose="02020603020101020101" pitchFamily="18" charset="-127"/>
            </a:endParaRPr>
          </a:p>
        </p:txBody>
      </p:sp>
      <p:pic>
        <p:nvPicPr>
          <p:cNvPr id="276" name="Picture 6" descr="G:\work\아이티센시스템즈\경찰청공조조회유지보수\icon&amp;dia\2014광주전산센터-13-13.png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43193" y="2999820"/>
            <a:ext cx="706437" cy="4143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77" name="그룹 276"/>
          <p:cNvGrpSpPr/>
          <p:nvPr/>
        </p:nvGrpSpPr>
        <p:grpSpPr>
          <a:xfrm>
            <a:off x="6341422" y="2923998"/>
            <a:ext cx="241486" cy="502064"/>
            <a:chOff x="6305027" y="2882240"/>
            <a:chExt cx="300651" cy="625071"/>
          </a:xfrm>
        </p:grpSpPr>
        <p:pic>
          <p:nvPicPr>
            <p:cNvPr id="278" name="Picture 7" descr="G:\work\아이티센시스템즈\경찰청공조조회유지보수\icon&amp;dia\클립아트-07.png"/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440544" y="2976639"/>
              <a:ext cx="165134" cy="53067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79" name="Picture 8" descr="G:\work\아이티센시스템즈\경찰청공조조회유지보수\icon&amp;dia\클립아트-08.png"/>
            <p:cNvPicPr>
              <a:picLocks noChangeAspect="1" noChangeArrowheads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305027" y="2882240"/>
              <a:ext cx="182481" cy="58423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280" name="그룹 279"/>
          <p:cNvGrpSpPr/>
          <p:nvPr/>
        </p:nvGrpSpPr>
        <p:grpSpPr>
          <a:xfrm>
            <a:off x="7450584" y="3222028"/>
            <a:ext cx="3242818" cy="1312641"/>
            <a:chOff x="7450584" y="3174435"/>
            <a:chExt cx="3242818" cy="1312641"/>
          </a:xfrm>
        </p:grpSpPr>
        <p:sp>
          <p:nvSpPr>
            <p:cNvPr id="281" name="양쪽 모서리가 둥근 사각형 280"/>
            <p:cNvSpPr/>
            <p:nvPr/>
          </p:nvSpPr>
          <p:spPr>
            <a:xfrm rot="16200000">
              <a:off x="8415672" y="2209347"/>
              <a:ext cx="1312641" cy="3242818"/>
            </a:xfrm>
            <a:prstGeom prst="round2SameRect">
              <a:avLst>
                <a:gd name="adj1" fmla="val 8795"/>
                <a:gd name="adj2" fmla="val 0"/>
              </a:avLst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 smtClean="0"/>
            </a:p>
          </p:txBody>
        </p:sp>
        <p:sp>
          <p:nvSpPr>
            <p:cNvPr id="282" name="TextBox 281"/>
            <p:cNvSpPr txBox="1"/>
            <p:nvPr/>
          </p:nvSpPr>
          <p:spPr>
            <a:xfrm>
              <a:off x="8995270" y="3581451"/>
              <a:ext cx="1329409" cy="731939"/>
            </a:xfrm>
            <a:prstGeom prst="rect">
              <a:avLst/>
            </a:prstGeom>
            <a:noFill/>
          </p:spPr>
          <p:txBody>
            <a:bodyPr wrap="square" lIns="36000" tIns="36000" rIns="36000" bIns="36000" rtlCol="0">
              <a:noAutofit/>
            </a:bodyPr>
            <a:lstStyle>
              <a:defPPr>
                <a:defRPr lang="ko-KR"/>
              </a:defPPr>
            </a:lstStyle>
            <a:p>
              <a:pPr marL="90457" indent="-90457">
                <a:buFont typeface="Arial" panose="020B0604020202020204" pitchFamily="34" charset="0"/>
                <a:buChar char="•"/>
              </a:pPr>
              <a:r>
                <a:rPr lang="ko-KR" altLang="en-US" sz="1000" spc="-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Rix모던고딕 M" panose="02020603020101020101" pitchFamily="18" charset="-127"/>
                  <a:ea typeface="Rix모던고딕 M" panose="02020603020101020101" pitchFamily="18" charset="-127"/>
                </a:rPr>
                <a:t>업무 변경 지원</a:t>
              </a:r>
              <a:endParaRPr lang="en-US" altLang="ko-KR" sz="10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endParaRPr>
            </a:p>
            <a:p>
              <a:pPr marL="90457" indent="-90457">
                <a:buFont typeface="Arial" panose="020B0604020202020204" pitchFamily="34" charset="0"/>
                <a:buChar char="•"/>
              </a:pPr>
              <a:r>
                <a:rPr lang="ko-KR" altLang="en-US" sz="1000" spc="-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Rix모던고딕 M" panose="02020603020101020101" pitchFamily="18" charset="-127"/>
                  <a:ea typeface="Rix모던고딕 M" panose="02020603020101020101" pitchFamily="18" charset="-127"/>
                </a:rPr>
                <a:t>문제점 개선</a:t>
              </a:r>
              <a:endParaRPr lang="en-US" altLang="ko-KR" sz="10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endParaRPr>
            </a:p>
            <a:p>
              <a:pPr marL="90457" indent="-90457">
                <a:buFont typeface="Arial" panose="020B0604020202020204" pitchFamily="34" charset="0"/>
                <a:buChar char="•"/>
              </a:pPr>
              <a:r>
                <a:rPr lang="ko-KR" altLang="en-US" sz="1000" spc="-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Rix모던고딕 M" panose="02020603020101020101" pitchFamily="18" charset="-127"/>
                  <a:ea typeface="Rix모던고딕 M" panose="02020603020101020101" pitchFamily="18" charset="-127"/>
                </a:rPr>
                <a:t>최종 안정화</a:t>
              </a:r>
              <a:endParaRPr lang="en-US" altLang="ko-KR" sz="10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endParaRPr>
            </a:p>
            <a:p>
              <a:pPr marL="90457" indent="-90457">
                <a:buFont typeface="Arial" panose="020B0604020202020204" pitchFamily="34" charset="0"/>
                <a:buChar char="•"/>
              </a:pPr>
              <a:r>
                <a:rPr lang="ko-KR" altLang="en-US" sz="1000" spc="-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Rix모던고딕 M" panose="02020603020101020101" pitchFamily="18" charset="-127"/>
                  <a:ea typeface="Rix모던고딕 M" panose="02020603020101020101" pitchFamily="18" charset="-127"/>
                </a:rPr>
                <a:t>관제 등록 지원</a:t>
              </a:r>
            </a:p>
          </p:txBody>
        </p:sp>
        <p:sp>
          <p:nvSpPr>
            <p:cNvPr id="283" name="TextBox 282"/>
            <p:cNvSpPr txBox="1"/>
            <p:nvPr/>
          </p:nvSpPr>
          <p:spPr>
            <a:xfrm>
              <a:off x="7609164" y="3581451"/>
              <a:ext cx="1444262" cy="731939"/>
            </a:xfrm>
            <a:prstGeom prst="rect">
              <a:avLst/>
            </a:prstGeom>
            <a:noFill/>
          </p:spPr>
          <p:txBody>
            <a:bodyPr wrap="square" lIns="36000" tIns="36000" rIns="36000" bIns="36000" rtlCol="0">
              <a:noAutofit/>
            </a:bodyPr>
            <a:lstStyle>
              <a:defPPr>
                <a:defRPr lang="ko-KR"/>
              </a:defPPr>
            </a:lstStyle>
            <a:p>
              <a:pPr marL="90457" indent="-90457">
                <a:buFont typeface="Arial" panose="020B0604020202020204" pitchFamily="34" charset="0"/>
                <a:buChar char="•"/>
              </a:pPr>
              <a:r>
                <a:rPr lang="en-US" altLang="ko-KR" sz="1000" spc="-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Rix모던고딕 M" panose="02020603020101020101" pitchFamily="18" charset="-127"/>
                  <a:ea typeface="Rix모던고딕 M" panose="02020603020101020101" pitchFamily="18" charset="-127"/>
                </a:rPr>
                <a:t>IP</a:t>
              </a:r>
              <a:r>
                <a:rPr lang="ko-KR" altLang="en-US" sz="1000" spc="-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Rix모던고딕 M" panose="02020603020101020101" pitchFamily="18" charset="-127"/>
                  <a:ea typeface="Rix모던고딕 M" panose="02020603020101020101" pitchFamily="18" charset="-127"/>
                </a:rPr>
                <a:t>정보 현행화</a:t>
              </a:r>
              <a:endParaRPr lang="en-US" altLang="ko-KR" sz="10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endParaRPr>
            </a:p>
            <a:p>
              <a:pPr marL="90457" indent="-90457">
                <a:buFont typeface="Arial" panose="020B0604020202020204" pitchFamily="34" charset="0"/>
                <a:buChar char="•"/>
              </a:pPr>
              <a:r>
                <a:rPr lang="en-US" altLang="ko-KR" sz="1000" spc="-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Rix모던고딕 M" panose="02020603020101020101" pitchFamily="18" charset="-127"/>
                  <a:ea typeface="Rix모던고딕 M" panose="02020603020101020101" pitchFamily="18" charset="-127"/>
                </a:rPr>
                <a:t>Config </a:t>
              </a:r>
              <a:r>
                <a:rPr lang="ko-KR" altLang="en-US" sz="1000" spc="-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Rix모던고딕 M" panose="02020603020101020101" pitchFamily="18" charset="-127"/>
                  <a:ea typeface="Rix모던고딕 M" panose="02020603020101020101" pitchFamily="18" charset="-127"/>
                </a:rPr>
                <a:t>현행화</a:t>
              </a:r>
              <a:endParaRPr lang="en-US" altLang="ko-KR" sz="10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endParaRPr>
            </a:p>
            <a:p>
              <a:pPr marL="90457" indent="-90457">
                <a:buFont typeface="Arial" panose="020B0604020202020204" pitchFamily="34" charset="0"/>
                <a:buChar char="•"/>
              </a:pPr>
              <a:r>
                <a:rPr lang="ko-KR" altLang="en-US" sz="1000" spc="-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Rix모던고딕 M" panose="02020603020101020101" pitchFamily="18" charset="-127"/>
                  <a:ea typeface="Rix모던고딕 M" panose="02020603020101020101" pitchFamily="18" charset="-127"/>
                </a:rPr>
                <a:t>추가</a:t>
              </a:r>
              <a:r>
                <a:rPr lang="en-US" altLang="ko-KR" sz="1000" spc="-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Rix모던고딕 M" panose="02020603020101020101" pitchFamily="18" charset="-127"/>
                  <a:ea typeface="Rix모던고딕 M" panose="02020603020101020101" pitchFamily="18" charset="-127"/>
                </a:rPr>
                <a:t> </a:t>
              </a:r>
              <a:r>
                <a:rPr lang="ko-KR" altLang="en-US" sz="1000" spc="-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Rix모던고딕 M" panose="02020603020101020101" pitchFamily="18" charset="-127"/>
                  <a:ea typeface="Rix모던고딕 M" panose="02020603020101020101" pitchFamily="18" charset="-127"/>
                </a:rPr>
                <a:t>케이블 포설</a:t>
              </a:r>
              <a:endParaRPr lang="en-US" altLang="ko-KR" sz="10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endParaRPr>
            </a:p>
            <a:p>
              <a:pPr marL="90457" indent="-90457">
                <a:buFont typeface="Arial" panose="020B0604020202020204" pitchFamily="34" charset="0"/>
                <a:buChar char="•"/>
              </a:pPr>
              <a:r>
                <a:rPr lang="ko-KR" altLang="en-US" sz="1000" spc="-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Rix모던고딕 M" panose="02020603020101020101" pitchFamily="18" charset="-127"/>
                  <a:ea typeface="Rix모던고딕 M" panose="02020603020101020101" pitchFamily="18" charset="-127"/>
                </a:rPr>
                <a:t>기존 장비 철거 재활용</a:t>
              </a:r>
              <a:endParaRPr lang="en-US" altLang="ko-KR" sz="10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endParaRPr>
            </a:p>
            <a:p>
              <a:pPr marL="90457" indent="-90457">
                <a:buFont typeface="Arial" panose="020B0604020202020204" pitchFamily="34" charset="0"/>
                <a:buChar char="•"/>
              </a:pPr>
              <a:r>
                <a:rPr lang="ko-KR" altLang="en-US" sz="1000" spc="-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Rix모던고딕 M" panose="02020603020101020101" pitchFamily="18" charset="-127"/>
                  <a:ea typeface="Rix모던고딕 M" panose="02020603020101020101" pitchFamily="18" charset="-127"/>
                </a:rPr>
                <a:t>서비스 안정성 시험</a:t>
              </a:r>
            </a:p>
          </p:txBody>
        </p:sp>
        <p:grpSp>
          <p:nvGrpSpPr>
            <p:cNvPr id="284" name="그룹 283"/>
            <p:cNvGrpSpPr/>
            <p:nvPr/>
          </p:nvGrpSpPr>
          <p:grpSpPr>
            <a:xfrm>
              <a:off x="7552871" y="3255047"/>
              <a:ext cx="2792754" cy="289937"/>
              <a:chOff x="7366502" y="3158994"/>
              <a:chExt cx="3062657" cy="289937"/>
            </a:xfrm>
          </p:grpSpPr>
          <p:grpSp>
            <p:nvGrpSpPr>
              <p:cNvPr id="285" name="그룹 284"/>
              <p:cNvGrpSpPr/>
              <p:nvPr/>
            </p:nvGrpSpPr>
            <p:grpSpPr>
              <a:xfrm>
                <a:off x="7366502" y="3158994"/>
                <a:ext cx="1491032" cy="289937"/>
                <a:chOff x="6597409" y="2168740"/>
                <a:chExt cx="1491032" cy="359830"/>
              </a:xfrm>
            </p:grpSpPr>
            <p:sp>
              <p:nvSpPr>
                <p:cNvPr id="289" name="양쪽 모서리가 둥근 사각형 288"/>
                <p:cNvSpPr/>
                <p:nvPr/>
              </p:nvSpPr>
              <p:spPr>
                <a:xfrm rot="16200000">
                  <a:off x="7172591" y="1612721"/>
                  <a:ext cx="340667" cy="1491032"/>
                </a:xfrm>
                <a:prstGeom prst="round2SameRect">
                  <a:avLst>
                    <a:gd name="adj1" fmla="val 32023"/>
                    <a:gd name="adj2" fmla="val 0"/>
                  </a:avLst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 smtClean="0"/>
                </a:p>
              </p:txBody>
            </p:sp>
            <p:sp>
              <p:nvSpPr>
                <p:cNvPr id="290" name="직사각형 289"/>
                <p:cNvSpPr/>
                <p:nvPr/>
              </p:nvSpPr>
              <p:spPr>
                <a:xfrm>
                  <a:off x="6661775" y="2168740"/>
                  <a:ext cx="1130075" cy="307778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marL="0" lvl="1">
                    <a:spcBef>
                      <a:spcPct val="0"/>
                    </a:spcBef>
                  </a:pPr>
                  <a:r>
                    <a:rPr lang="ko-KR" altLang="en-US" sz="1400" spc="-1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Rix모던고딕 B" panose="02020603020101020101" pitchFamily="18" charset="-127"/>
                      <a:ea typeface="Rix모던고딕 B" panose="02020603020101020101" pitchFamily="18" charset="-127"/>
                      <a:cs typeface="+mj-cs"/>
                    </a:rPr>
                    <a:t>입주 지원</a:t>
                  </a:r>
                </a:p>
              </p:txBody>
            </p:sp>
          </p:grpSp>
          <p:grpSp>
            <p:nvGrpSpPr>
              <p:cNvPr id="286" name="그룹 285"/>
              <p:cNvGrpSpPr/>
              <p:nvPr/>
            </p:nvGrpSpPr>
            <p:grpSpPr>
              <a:xfrm>
                <a:off x="8938127" y="3158994"/>
                <a:ext cx="1491032" cy="289937"/>
                <a:chOff x="6597409" y="2168740"/>
                <a:chExt cx="1491032" cy="359830"/>
              </a:xfrm>
            </p:grpSpPr>
            <p:sp>
              <p:nvSpPr>
                <p:cNvPr id="287" name="양쪽 모서리가 둥근 사각형 286"/>
                <p:cNvSpPr/>
                <p:nvPr/>
              </p:nvSpPr>
              <p:spPr>
                <a:xfrm rot="5400000" flipH="1">
                  <a:off x="7172591" y="1612721"/>
                  <a:ext cx="340667" cy="1491032"/>
                </a:xfrm>
                <a:prstGeom prst="round2SameRect">
                  <a:avLst>
                    <a:gd name="adj1" fmla="val 32023"/>
                    <a:gd name="adj2" fmla="val 0"/>
                  </a:avLst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 smtClean="0"/>
                </a:p>
              </p:txBody>
            </p:sp>
            <p:sp>
              <p:nvSpPr>
                <p:cNvPr id="288" name="직사각형 287"/>
                <p:cNvSpPr/>
                <p:nvPr/>
              </p:nvSpPr>
              <p:spPr>
                <a:xfrm>
                  <a:off x="6661775" y="2168740"/>
                  <a:ext cx="1130075" cy="307778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marL="0" lvl="1">
                    <a:spcBef>
                      <a:spcPct val="0"/>
                    </a:spcBef>
                  </a:pPr>
                  <a:r>
                    <a:rPr lang="ko-KR" altLang="en-US" sz="1400" spc="-1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Rix모던고딕 B" panose="02020603020101020101" pitchFamily="18" charset="-127"/>
                      <a:ea typeface="Rix모던고딕 B" panose="02020603020101020101" pitchFamily="18" charset="-127"/>
                      <a:cs typeface="+mj-cs"/>
                    </a:rPr>
                    <a:t>안정화 지원</a:t>
                  </a:r>
                </a:p>
              </p:txBody>
            </p:sp>
          </p:grpSp>
        </p:grpSp>
      </p:grpSp>
      <p:cxnSp>
        <p:nvCxnSpPr>
          <p:cNvPr id="291" name="직선 연결선 290"/>
          <p:cNvCxnSpPr/>
          <p:nvPr/>
        </p:nvCxnSpPr>
        <p:spPr>
          <a:xfrm>
            <a:off x="8941077" y="3260128"/>
            <a:ext cx="0" cy="1224409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제목 1"/>
          <p:cNvSpPr txBox="1">
            <a:spLocks/>
          </p:cNvSpPr>
          <p:nvPr/>
        </p:nvSpPr>
        <p:spPr>
          <a:xfrm>
            <a:off x="1190737" y="321227"/>
            <a:ext cx="1048002" cy="421098"/>
          </a:xfrm>
          <a:prstGeom prst="rect">
            <a:avLst/>
          </a:prstGeom>
        </p:spPr>
        <p:txBody>
          <a:bodyPr lIns="96487" tIns="48244" rIns="96487" bIns="48244"/>
          <a:lstStyle>
            <a:lvl1pPr algn="l" defTabSz="995690" rtl="0" eaLnBrk="1" latinLnBrk="1" hangingPunct="1">
              <a:spcBef>
                <a:spcPct val="0"/>
              </a:spcBef>
              <a:buNone/>
              <a:defRPr sz="3500" kern="1200">
                <a:solidFill>
                  <a:schemeClr val="tx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+mj-cs"/>
              </a:defRPr>
            </a:lvl1pPr>
          </a:lstStyle>
          <a:p>
            <a:r>
              <a:rPr lang="ko-KR" altLang="en-US" sz="1800" spc="-96" dirty="0" smtClean="0">
                <a:solidFill>
                  <a:schemeClr val="bg1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전략 </a:t>
            </a:r>
            <a:r>
              <a:rPr lang="en-US" altLang="ko-KR" sz="1800" spc="-96" dirty="0" smtClean="0">
                <a:solidFill>
                  <a:schemeClr val="bg1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01</a:t>
            </a:r>
            <a:endParaRPr lang="ko-KR" altLang="en-US" sz="1800" spc="-96" dirty="0">
              <a:solidFill>
                <a:schemeClr val="bg1"/>
              </a:solidFill>
              <a:latin typeface="Rix모던고딕 B" panose="02020603020101020101" pitchFamily="18" charset="-127"/>
              <a:ea typeface="Rix모던고딕 B" panose="02020603020101020101" pitchFamily="18" charset="-127"/>
            </a:endParaRPr>
          </a:p>
        </p:txBody>
      </p:sp>
      <p:sp>
        <p:nvSpPr>
          <p:cNvPr id="104" name="TextBox 103"/>
          <p:cNvSpPr txBox="1"/>
          <p:nvPr/>
        </p:nvSpPr>
        <p:spPr>
          <a:xfrm>
            <a:off x="2404577" y="356680"/>
            <a:ext cx="1068085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algn="ctr">
              <a:defRPr sz="2000" b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+mn-ea"/>
              </a:defRPr>
            </a:lvl1pPr>
          </a:lstStyle>
          <a:p>
            <a:pPr defTabSz="767222" latinLnBrk="0">
              <a:spcBef>
                <a:spcPts val="84"/>
              </a:spcBef>
              <a:spcAft>
                <a:spcPts val="84"/>
              </a:spcAft>
            </a:pPr>
            <a:r>
              <a:rPr lang="ko-KR" altLang="en-US" b="0" spc="-191" dirty="0">
                <a:ln>
                  <a:solidFill>
                    <a:prstClr val="white">
                      <a:alpha val="10000"/>
                    </a:prstClr>
                  </a:solidFill>
                </a:ln>
                <a:solidFill>
                  <a:schemeClr val="bg1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업무 연속성</a:t>
            </a:r>
          </a:p>
        </p:txBody>
      </p:sp>
    </p:spTree>
    <p:extLst>
      <p:ext uri="{BB962C8B-B14F-4D97-AF65-F5344CB8AC3E}">
        <p14:creationId xmlns:p14="http://schemas.microsoft.com/office/powerpoint/2010/main" val="23843990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직사각형 98"/>
          <p:cNvSpPr/>
          <p:nvPr/>
        </p:nvSpPr>
        <p:spPr>
          <a:xfrm>
            <a:off x="495300" y="5591175"/>
            <a:ext cx="6204353" cy="1447799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9569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ko-KR" altLang="en-US" sz="1700" spc="-150" dirty="0">
              <a:ln/>
              <a:solidFill>
                <a:schemeClr val="bg1"/>
              </a:solidFill>
              <a:latin typeface="Rix모던고딕 EB" pitchFamily="18" charset="-127"/>
              <a:ea typeface="Rix모던고딕 EB" pitchFamily="18" charset="-127"/>
            </a:endParaRPr>
          </a:p>
        </p:txBody>
      </p:sp>
      <p:grpSp>
        <p:nvGrpSpPr>
          <p:cNvPr id="101" name="그룹 100"/>
          <p:cNvGrpSpPr/>
          <p:nvPr/>
        </p:nvGrpSpPr>
        <p:grpSpPr>
          <a:xfrm>
            <a:off x="581077" y="6115050"/>
            <a:ext cx="523757" cy="834085"/>
            <a:chOff x="-629964" y="6115050"/>
            <a:chExt cx="1763373" cy="834085"/>
          </a:xfrm>
        </p:grpSpPr>
        <p:sp>
          <p:nvSpPr>
            <p:cNvPr id="102" name="직사각형 101"/>
            <p:cNvSpPr/>
            <p:nvPr/>
          </p:nvSpPr>
          <p:spPr>
            <a:xfrm>
              <a:off x="-629964" y="6429375"/>
              <a:ext cx="1763373" cy="51976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 smtClean="0"/>
            </a:p>
          </p:txBody>
        </p:sp>
        <p:sp>
          <p:nvSpPr>
            <p:cNvPr id="103" name="직사각형 102"/>
            <p:cNvSpPr/>
            <p:nvPr/>
          </p:nvSpPr>
          <p:spPr>
            <a:xfrm>
              <a:off x="-629964" y="6115050"/>
              <a:ext cx="1763373" cy="25988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 smtClean="0"/>
            </a:p>
          </p:txBody>
        </p:sp>
      </p:grpSp>
      <p:sp>
        <p:nvSpPr>
          <p:cNvPr id="104" name="직사각형 103"/>
          <p:cNvSpPr/>
          <p:nvPr/>
        </p:nvSpPr>
        <p:spPr>
          <a:xfrm>
            <a:off x="1171686" y="6429375"/>
            <a:ext cx="1763373" cy="519760"/>
          </a:xfrm>
          <a:prstGeom prst="rect">
            <a:avLst/>
          </a:prstGeom>
          <a:solidFill>
            <a:schemeClr val="bg1">
              <a:alpha val="8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 smtClean="0"/>
          </a:p>
        </p:txBody>
      </p:sp>
      <p:sp>
        <p:nvSpPr>
          <p:cNvPr id="105" name="직사각형 104"/>
          <p:cNvSpPr/>
          <p:nvPr/>
        </p:nvSpPr>
        <p:spPr>
          <a:xfrm>
            <a:off x="3009333" y="6429375"/>
            <a:ext cx="1763373" cy="519760"/>
          </a:xfrm>
          <a:prstGeom prst="rect">
            <a:avLst/>
          </a:prstGeom>
          <a:solidFill>
            <a:schemeClr val="bg1">
              <a:alpha val="8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 smtClean="0"/>
          </a:p>
        </p:txBody>
      </p:sp>
      <p:sp>
        <p:nvSpPr>
          <p:cNvPr id="106" name="직사각형 105"/>
          <p:cNvSpPr/>
          <p:nvPr/>
        </p:nvSpPr>
        <p:spPr>
          <a:xfrm>
            <a:off x="4846978" y="6429375"/>
            <a:ext cx="1763373" cy="519760"/>
          </a:xfrm>
          <a:prstGeom prst="rect">
            <a:avLst/>
          </a:prstGeom>
          <a:solidFill>
            <a:schemeClr val="bg1">
              <a:alpha val="8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 smtClean="0"/>
          </a:p>
        </p:txBody>
      </p:sp>
      <p:grpSp>
        <p:nvGrpSpPr>
          <p:cNvPr id="107" name="그룹 106"/>
          <p:cNvGrpSpPr/>
          <p:nvPr/>
        </p:nvGrpSpPr>
        <p:grpSpPr>
          <a:xfrm>
            <a:off x="495299" y="2053952"/>
            <a:ext cx="6204353" cy="385085"/>
            <a:chOff x="794613" y="2411623"/>
            <a:chExt cx="4804438" cy="396000"/>
          </a:xfrm>
        </p:grpSpPr>
        <p:sp>
          <p:nvSpPr>
            <p:cNvPr id="108" name="Text Box 358" descr="도식1"/>
            <p:cNvSpPr>
              <a:spLocks noChangeArrowheads="1"/>
            </p:cNvSpPr>
            <p:nvPr/>
          </p:nvSpPr>
          <p:spPr bwMode="auto">
            <a:xfrm>
              <a:off x="794613" y="2411623"/>
              <a:ext cx="4804438" cy="396000"/>
            </a:xfrm>
            <a:prstGeom prst="roundRect">
              <a:avLst>
                <a:gd name="adj" fmla="val 0"/>
              </a:avLst>
            </a:prstGeom>
            <a:gradFill flip="none" rotWithShape="1">
              <a:gsLst>
                <a:gs pos="0">
                  <a:srgbClr val="003C57"/>
                </a:gs>
                <a:gs pos="100000">
                  <a:srgbClr val="015478"/>
                </a:gs>
              </a:gsLst>
              <a:lin ang="10800000" scaled="1"/>
              <a:tileRect/>
            </a:gradFill>
            <a:ln w="12700" cap="rnd" cmpd="sng">
              <a:noFill/>
              <a:prstDash val="solid"/>
              <a:headEnd type="none" w="lg" len="med"/>
              <a:tailEnd type="none" w="lg" len="med"/>
            </a:ln>
            <a:effectLst>
              <a:outerShdw blurRad="38100" dist="12700" dir="5400000" sx="99000" sy="99000" algn="t" rotWithShape="0">
                <a:prstClr val="black">
                  <a:alpha val="25000"/>
                </a:prstClr>
              </a:outerShdw>
            </a:effectLst>
          </p:spPr>
          <p:style>
            <a:lnRef idx="1">
              <a:schemeClr val="accent5"/>
            </a:lnRef>
            <a:fillRef idx="3">
              <a:schemeClr val="accent5"/>
            </a:fillRef>
            <a:effectRef idx="2">
              <a:schemeClr val="accent5"/>
            </a:effectRef>
            <a:fontRef idx="minor">
              <a:schemeClr val="lt1"/>
            </a:fontRef>
          </p:style>
          <p:txBody>
            <a:bodyPr wrap="none" tIns="158759"/>
            <a:lstStyle/>
            <a:p>
              <a:pPr algn="ctr" latinLnBrk="0"/>
              <a:endParaRPr lang="ko-KR" altLang="en-US" sz="1700" spc="-93" dirty="0">
                <a:gradFill>
                  <a:gsLst>
                    <a:gs pos="0">
                      <a:prstClr val="white"/>
                    </a:gs>
                    <a:gs pos="100000">
                      <a:prstClr val="white"/>
                    </a:gs>
                  </a:gsLst>
                  <a:lin ang="5400000" scaled="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ix모던고딕 B" panose="02020603020101020101" pitchFamily="18" charset="-127"/>
                <a:ea typeface="Rix모던고딕 B" panose="02020603020101020101" pitchFamily="18" charset="-127"/>
              </a:endParaRPr>
            </a:p>
          </p:txBody>
        </p:sp>
        <p:sp>
          <p:nvSpPr>
            <p:cNvPr id="109" name="TextBox 108"/>
            <p:cNvSpPr txBox="1"/>
            <p:nvPr/>
          </p:nvSpPr>
          <p:spPr>
            <a:xfrm>
              <a:off x="1483993" y="2475111"/>
              <a:ext cx="3341211" cy="269025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spAutoFit/>
            </a:bodyPr>
            <a:lstStyle>
              <a:defPPr>
                <a:defRPr lang="ko-KR"/>
              </a:defPPr>
              <a:lvl1pPr algn="ctr">
                <a:defRPr sz="2000">
                  <a:gradFill flip="none" rotWithShape="1">
                    <a:gsLst>
                      <a:gs pos="0">
                        <a:prstClr val="white">
                          <a:lumMod val="0"/>
                          <a:lumOff val="100000"/>
                        </a:prstClr>
                      </a:gs>
                      <a:gs pos="100000">
                        <a:prstClr val="white">
                          <a:lumMod val="0"/>
                          <a:lumOff val="100000"/>
                        </a:prstClr>
                      </a:gs>
                    </a:gsLst>
                    <a:lin ang="6000000" scaled="0"/>
                    <a:tileRect/>
                  </a:gradFill>
                  <a:latin typeface="뫼비우스 Bold" panose="02000500000000000000" pitchFamily="2" charset="-127"/>
                  <a:ea typeface="뫼비우스 Bold" panose="02000500000000000000" pitchFamily="2" charset="-127"/>
                </a:defRPr>
              </a:lvl1pPr>
              <a:lvl2pPr>
                <a:defRPr>
                  <a:solidFill>
                    <a:schemeClr val="tx1"/>
                  </a:solidFill>
                </a:defRPr>
              </a:lvl2pPr>
              <a:lvl3pPr>
                <a:defRPr>
                  <a:solidFill>
                    <a:schemeClr val="tx1"/>
                  </a:solidFill>
                </a:defRPr>
              </a:lvl3pPr>
              <a:lvl4pPr>
                <a:defRPr>
                  <a:solidFill>
                    <a:schemeClr val="tx1"/>
                  </a:solidFill>
                </a:defRPr>
              </a:lvl4pPr>
              <a:lvl5pPr>
                <a:defRPr>
                  <a:solidFill>
                    <a:schemeClr val="tx1"/>
                  </a:solidFill>
                </a:defRPr>
              </a:lvl5pPr>
              <a:lvl6pPr>
                <a:defRPr>
                  <a:solidFill>
                    <a:schemeClr val="tx1"/>
                  </a:solidFill>
                </a:defRPr>
              </a:lvl6pPr>
              <a:lvl7pPr>
                <a:defRPr>
                  <a:solidFill>
                    <a:schemeClr val="tx1"/>
                  </a:solidFill>
                </a:defRPr>
              </a:lvl7pPr>
              <a:lvl8pPr>
                <a:defRPr>
                  <a:solidFill>
                    <a:schemeClr val="tx1"/>
                  </a:solidFill>
                </a:defRPr>
              </a:lvl8pPr>
              <a:lvl9pPr>
                <a:defRPr>
                  <a:solidFill>
                    <a:schemeClr val="tx1"/>
                  </a:solidFill>
                </a:defRPr>
              </a:lvl9pPr>
            </a:lstStyle>
            <a:p>
              <a:pPr latinLnBrk="0"/>
              <a:r>
                <a:rPr lang="ko-KR" altLang="en-US" sz="1700" spc="-93" dirty="0">
                  <a:latin typeface="Rix모던고딕 B" panose="02020603020101020101" pitchFamily="18" charset="-127"/>
                  <a:ea typeface="Rix모던고딕 B" panose="02020603020101020101" pitchFamily="18" charset="-127"/>
                </a:rPr>
                <a:t>최고의 </a:t>
              </a:r>
              <a:r>
                <a:rPr lang="ko-KR" altLang="en-US" sz="1700" spc="-93" dirty="0" smtClean="0">
                  <a:latin typeface="Rix모던고딕 B" panose="02020603020101020101" pitchFamily="18" charset="-127"/>
                  <a:ea typeface="Rix모던고딕 B" panose="02020603020101020101" pitchFamily="18" charset="-127"/>
                </a:rPr>
                <a:t>군</a:t>
              </a:r>
              <a:r>
                <a:rPr lang="ko-KR" altLang="en-US" sz="1700" spc="-93" dirty="0">
                  <a:latin typeface="Rix모던고딕 B" panose="02020603020101020101" pitchFamily="18" charset="-127"/>
                  <a:ea typeface="Rix모던고딕 B" panose="02020603020101020101" pitchFamily="18" charset="-127"/>
                  <a:sym typeface="Wingdings" panose="05000000000000000000" pitchFamily="2" charset="2"/>
                </a:rPr>
                <a:t>ㆍ</a:t>
              </a:r>
              <a:r>
                <a:rPr lang="ko-KR" altLang="en-US" sz="1700" spc="-93" dirty="0" smtClean="0">
                  <a:latin typeface="Rix모던고딕 B" panose="02020603020101020101" pitchFamily="18" charset="-127"/>
                  <a:ea typeface="Rix모던고딕 B" panose="02020603020101020101" pitchFamily="18" charset="-127"/>
                </a:rPr>
                <a:t>네트워크 </a:t>
              </a:r>
              <a:r>
                <a:rPr lang="ko-KR" altLang="en-US" sz="1700" spc="-93" dirty="0">
                  <a:latin typeface="Rix모던고딕 B" panose="02020603020101020101" pitchFamily="18" charset="-127"/>
                  <a:ea typeface="Rix모던고딕 B" panose="02020603020101020101" pitchFamily="18" charset="-127"/>
                </a:rPr>
                <a:t>전문가로 구성된 수행 조직 구성</a:t>
              </a:r>
            </a:p>
          </p:txBody>
        </p:sp>
      </p:grpSp>
      <p:sp>
        <p:nvSpPr>
          <p:cNvPr id="110" name="TextBox 109"/>
          <p:cNvSpPr txBox="1"/>
          <p:nvPr/>
        </p:nvSpPr>
        <p:spPr>
          <a:xfrm>
            <a:off x="7153275" y="2068065"/>
            <a:ext cx="3033777" cy="928427"/>
          </a:xfrm>
          <a:prstGeom prst="rect">
            <a:avLst/>
          </a:prstGeom>
          <a:noFill/>
        </p:spPr>
        <p:txBody>
          <a:bodyPr wrap="none" lIns="96487" tIns="48244" rIns="96487" bIns="48244" rtlCol="0">
            <a:spAutoFit/>
          </a:bodyPr>
          <a:lstStyle/>
          <a:p>
            <a:pPr>
              <a:lnSpc>
                <a:spcPct val="90000"/>
              </a:lnSpc>
            </a:pPr>
            <a:r>
              <a:rPr lang="ko-KR" altLang="en-US" sz="2000" b="1" spc="-200" dirty="0">
                <a:solidFill>
                  <a:srgbClr val="C00000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총 투입 인원 </a:t>
            </a:r>
            <a:r>
              <a:rPr lang="en-US" altLang="ko-KR" sz="2000" b="1" spc="-200" dirty="0">
                <a:solidFill>
                  <a:srgbClr val="C00000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: </a:t>
            </a:r>
            <a:r>
              <a:rPr lang="en-US" altLang="ko-KR" sz="3000" b="1" spc="-200" dirty="0" smtClean="0">
                <a:solidFill>
                  <a:srgbClr val="C00000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27</a:t>
            </a:r>
            <a:r>
              <a:rPr lang="ko-KR" altLang="en-US" sz="3000" b="1" spc="-200" dirty="0" smtClean="0">
                <a:solidFill>
                  <a:srgbClr val="C00000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명</a:t>
            </a:r>
            <a:endParaRPr lang="en-US" altLang="ko-KR" sz="3000" b="1" spc="-200" dirty="0">
              <a:solidFill>
                <a:srgbClr val="C00000"/>
              </a:solidFill>
              <a:latin typeface="Rix모던고딕 B" panose="02020603020101020101" pitchFamily="18" charset="-127"/>
              <a:ea typeface="Rix모던고딕 B" panose="02020603020101020101" pitchFamily="18" charset="-127"/>
            </a:endParaRPr>
          </a:p>
          <a:p>
            <a:pPr>
              <a:lnSpc>
                <a:spcPct val="90000"/>
              </a:lnSpc>
            </a:pPr>
            <a:r>
              <a:rPr lang="ko-KR" altLang="en-US" sz="2000" b="1" spc="-200" dirty="0">
                <a:solidFill>
                  <a:srgbClr val="C00000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총 투입 </a:t>
            </a:r>
            <a:r>
              <a:rPr lang="en-US" altLang="ko-KR" sz="2000" b="1" spc="-200" dirty="0" smtClean="0">
                <a:solidFill>
                  <a:srgbClr val="C00000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M/M </a:t>
            </a:r>
            <a:r>
              <a:rPr lang="en-US" altLang="ko-KR" sz="2000" b="1" spc="-200" dirty="0">
                <a:solidFill>
                  <a:srgbClr val="C00000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: </a:t>
            </a:r>
            <a:r>
              <a:rPr lang="en-US" altLang="ko-KR" sz="3000" b="1" spc="-200" dirty="0" smtClean="0">
                <a:solidFill>
                  <a:srgbClr val="C00000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65.5M/M</a:t>
            </a:r>
            <a:endParaRPr lang="ko-KR" altLang="en-US" sz="3000" b="1" spc="-200" dirty="0">
              <a:solidFill>
                <a:srgbClr val="C00000"/>
              </a:solidFill>
              <a:latin typeface="Rix모던고딕 B" panose="02020603020101020101" pitchFamily="18" charset="-127"/>
              <a:ea typeface="Rix모던고딕 B" panose="02020603020101020101" pitchFamily="18" charset="-127"/>
            </a:endParaRPr>
          </a:p>
        </p:txBody>
      </p:sp>
      <p:sp>
        <p:nvSpPr>
          <p:cNvPr id="111" name="직사각형 110"/>
          <p:cNvSpPr/>
          <p:nvPr/>
        </p:nvSpPr>
        <p:spPr>
          <a:xfrm>
            <a:off x="2992585" y="2993833"/>
            <a:ext cx="3384636" cy="506389"/>
          </a:xfrm>
          <a:prstGeom prst="rect">
            <a:avLst/>
          </a:prstGeom>
          <a:noFill/>
          <a:effectLst/>
        </p:spPr>
        <p:txBody>
          <a:bodyPr wrap="square" lIns="101081" tIns="50540" rIns="101081" bIns="50540" anchor="ctr">
            <a:noAutofit/>
          </a:bodyPr>
          <a:lstStyle/>
          <a:p>
            <a:pPr defTabSz="1010797" latinLnBrk="0">
              <a:lnSpc>
                <a:spcPct val="80000"/>
              </a:lnSpc>
            </a:pPr>
            <a:r>
              <a:rPr lang="ko-KR" altLang="en-US" sz="1800" spc="-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군 </a:t>
            </a:r>
            <a:r>
              <a:rPr lang="ko-KR" altLang="en-US" sz="1800" spc="-200" dirty="0">
                <a:solidFill>
                  <a:schemeClr val="tx1">
                    <a:lumMod val="65000"/>
                    <a:lumOff val="35000"/>
                  </a:schemeClr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경험 </a:t>
            </a:r>
            <a:r>
              <a:rPr lang="en-US" altLang="ko-KR" sz="1800" spc="-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|  </a:t>
            </a:r>
            <a:r>
              <a:rPr lang="en-US" altLang="ko-KR" sz="2200" spc="-200" dirty="0">
                <a:solidFill>
                  <a:schemeClr val="accent5">
                    <a:lumMod val="75000"/>
                  </a:schemeClr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21</a:t>
            </a:r>
            <a:r>
              <a:rPr lang="ko-KR" altLang="en-US" sz="2200" spc="-200" dirty="0" smtClean="0">
                <a:solidFill>
                  <a:schemeClr val="accent5">
                    <a:lumMod val="75000"/>
                  </a:schemeClr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년</a:t>
            </a:r>
            <a:r>
              <a:rPr lang="ko-KR" altLang="en-US" sz="2200" spc="-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 </a:t>
            </a:r>
            <a:r>
              <a:rPr lang="ko-KR" altLang="en-US" sz="1800" spc="-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ㆍ </a:t>
            </a:r>
            <a:r>
              <a:rPr lang="ko-KR" altLang="en-US" sz="1800" spc="-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공공 </a:t>
            </a:r>
            <a:r>
              <a:rPr lang="en-US" altLang="ko-KR" sz="1800" spc="-200" dirty="0">
                <a:solidFill>
                  <a:schemeClr val="tx1">
                    <a:lumMod val="65000"/>
                    <a:lumOff val="35000"/>
                  </a:schemeClr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NI</a:t>
            </a:r>
            <a:r>
              <a:rPr lang="ko-KR" altLang="en-US" sz="1800" spc="-200" dirty="0">
                <a:solidFill>
                  <a:schemeClr val="tx1">
                    <a:lumMod val="65000"/>
                    <a:lumOff val="35000"/>
                  </a:schemeClr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 경험  </a:t>
            </a:r>
            <a:r>
              <a:rPr lang="en-US" altLang="ko-KR" sz="1800" spc="-200" dirty="0">
                <a:solidFill>
                  <a:schemeClr val="tx1">
                    <a:lumMod val="65000"/>
                    <a:lumOff val="35000"/>
                  </a:schemeClr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|   </a:t>
            </a:r>
            <a:r>
              <a:rPr lang="en-US" altLang="ko-KR" sz="2200" spc="-200" dirty="0">
                <a:solidFill>
                  <a:schemeClr val="accent5">
                    <a:lumMod val="75000"/>
                  </a:schemeClr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6</a:t>
            </a:r>
            <a:r>
              <a:rPr lang="ko-KR" altLang="en-US" sz="2200" spc="-200" dirty="0">
                <a:solidFill>
                  <a:schemeClr val="accent5">
                    <a:lumMod val="75000"/>
                  </a:schemeClr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년</a:t>
            </a:r>
            <a:endParaRPr lang="en-US" altLang="ko-KR" sz="2200" spc="-200" dirty="0">
              <a:solidFill>
                <a:schemeClr val="accent5">
                  <a:lumMod val="75000"/>
                </a:schemeClr>
              </a:solidFill>
              <a:latin typeface="Rix모던고딕 EB" panose="02020603020101020101" pitchFamily="18" charset="-127"/>
              <a:ea typeface="Rix모던고딕 EB" panose="02020603020101020101" pitchFamily="18" charset="-127"/>
            </a:endParaRPr>
          </a:p>
        </p:txBody>
      </p:sp>
      <p:sp>
        <p:nvSpPr>
          <p:cNvPr id="112" name="직사각형 111"/>
          <p:cNvSpPr/>
          <p:nvPr/>
        </p:nvSpPr>
        <p:spPr>
          <a:xfrm>
            <a:off x="1483950" y="2867356"/>
            <a:ext cx="1505086" cy="506389"/>
          </a:xfrm>
          <a:prstGeom prst="rect">
            <a:avLst/>
          </a:prstGeom>
          <a:noFill/>
          <a:effectLst/>
        </p:spPr>
        <p:txBody>
          <a:bodyPr wrap="square" lIns="101081" tIns="50540" rIns="101081" bIns="50540" anchor="ctr">
            <a:noAutofit/>
          </a:bodyPr>
          <a:lstStyle/>
          <a:p>
            <a:pPr defTabSz="1010797" latinLnBrk="0">
              <a:lnSpc>
                <a:spcPct val="80000"/>
              </a:lnSpc>
            </a:pPr>
            <a:r>
              <a:rPr lang="en-US" altLang="ko-KR" spc="-106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PM :</a:t>
            </a:r>
          </a:p>
          <a:p>
            <a:pPr defTabSz="1010797" latinLnBrk="0">
              <a:lnSpc>
                <a:spcPct val="80000"/>
              </a:lnSpc>
            </a:pPr>
            <a:r>
              <a:rPr lang="ko-KR" altLang="en-US" sz="2500" spc="-106" dirty="0" smtClean="0">
                <a:solidFill>
                  <a:schemeClr val="accent5">
                    <a:lumMod val="75000"/>
                  </a:schemeClr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최창식</a:t>
            </a:r>
            <a:r>
              <a:rPr lang="ko-KR" altLang="en-US" sz="2100" spc="-106" dirty="0" smtClean="0">
                <a:solidFill>
                  <a:schemeClr val="accent5">
                    <a:lumMod val="75000"/>
                  </a:schemeClr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 </a:t>
            </a:r>
            <a:r>
              <a:rPr lang="ko-KR" altLang="en-US" spc="-106" dirty="0">
                <a:solidFill>
                  <a:schemeClr val="accent5">
                    <a:lumMod val="75000"/>
                  </a:schemeClr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이사</a:t>
            </a:r>
            <a:endParaRPr lang="en-US" altLang="ko-KR" spc="-106" dirty="0">
              <a:solidFill>
                <a:schemeClr val="accent5">
                  <a:lumMod val="75000"/>
                </a:schemeClr>
              </a:solidFill>
              <a:latin typeface="Rix모던고딕 B" panose="02020603020101020101" pitchFamily="18" charset="-127"/>
              <a:ea typeface="Rix모던고딕 B" panose="02020603020101020101" pitchFamily="18" charset="-127"/>
            </a:endParaRPr>
          </a:p>
        </p:txBody>
      </p:sp>
      <p:sp>
        <p:nvSpPr>
          <p:cNvPr id="113" name="AutoShape 140"/>
          <p:cNvSpPr>
            <a:spLocks noChangeArrowheads="1"/>
          </p:cNvSpPr>
          <p:nvPr/>
        </p:nvSpPr>
        <p:spPr bwMode="gray">
          <a:xfrm>
            <a:off x="1542757" y="5786554"/>
            <a:ext cx="1238305" cy="264903"/>
          </a:xfrm>
          <a:prstGeom prst="roundRect">
            <a:avLst>
              <a:gd name="adj" fmla="val 16667"/>
            </a:avLst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48244" rIns="0" bIns="48244" numCol="1" rtlCol="0" anchor="ctr" anchorCtr="0" compatLnSpc="1">
            <a:prstTxWarp prst="textNoShape">
              <a:avLst/>
            </a:prstTxWarp>
          </a:bodyPr>
          <a:lstStyle/>
          <a:p>
            <a:pPr marL="0" lvl="1" algn="ctr" defTabSz="1197712" eaLnBrk="0" fontAlgn="base" latinLnBrk="0" hangingPunct="0">
              <a:spcBef>
                <a:spcPct val="0"/>
              </a:spcBef>
              <a:spcAft>
                <a:spcPct val="0"/>
              </a:spcAft>
              <a:buClr>
                <a:srgbClr val="3271AA"/>
              </a:buClr>
              <a:buSzPct val="140000"/>
              <a:tabLst>
                <a:tab pos="6489417" algn="l"/>
              </a:tabLst>
            </a:pPr>
            <a:r>
              <a:rPr lang="ko-KR" altLang="en-US" sz="1800" dirty="0">
                <a:solidFill>
                  <a:schemeClr val="bg1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홍종규 </a:t>
            </a:r>
            <a:r>
              <a:rPr lang="ko-KR" altLang="en-US" sz="1400" dirty="0">
                <a:solidFill>
                  <a:schemeClr val="bg1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차장</a:t>
            </a:r>
          </a:p>
        </p:txBody>
      </p:sp>
      <p:sp>
        <p:nvSpPr>
          <p:cNvPr id="118" name="직사각형 117"/>
          <p:cNvSpPr/>
          <p:nvPr/>
        </p:nvSpPr>
        <p:spPr>
          <a:xfrm>
            <a:off x="7181850" y="3036569"/>
            <a:ext cx="2943801" cy="4002406"/>
          </a:xfrm>
          <a:prstGeom prst="rect">
            <a:avLst/>
          </a:prstGeom>
          <a:solidFill>
            <a:srgbClr val="31859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9569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ko-KR" altLang="en-US" sz="1700" spc="-150" dirty="0">
              <a:ln/>
              <a:solidFill>
                <a:schemeClr val="bg1"/>
              </a:solidFill>
              <a:latin typeface="Rix모던고딕 EB" pitchFamily="18" charset="-127"/>
              <a:ea typeface="Rix모던고딕 EB" pitchFamily="18" charset="-127"/>
            </a:endParaRPr>
          </a:p>
        </p:txBody>
      </p:sp>
      <p:sp>
        <p:nvSpPr>
          <p:cNvPr id="123" name="TextBox 122"/>
          <p:cNvSpPr txBox="1"/>
          <p:nvPr/>
        </p:nvSpPr>
        <p:spPr>
          <a:xfrm>
            <a:off x="588214" y="6099579"/>
            <a:ext cx="496223" cy="297485"/>
          </a:xfrm>
          <a:prstGeom prst="rect">
            <a:avLst/>
          </a:prstGeom>
          <a:noFill/>
        </p:spPr>
        <p:txBody>
          <a:bodyPr wrap="none" lIns="96487" tIns="48244" rIns="96487" bIns="48244" rtlCol="0">
            <a:spAutoFit/>
          </a:bodyPr>
          <a:lstStyle/>
          <a:p>
            <a:r>
              <a:rPr lang="ko-KR" altLang="en-US" sz="1300" dirty="0" smtClean="0">
                <a:solidFill>
                  <a:schemeClr val="bg1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경력</a:t>
            </a:r>
            <a:endParaRPr lang="ko-KR" altLang="en-US" sz="1300" dirty="0">
              <a:solidFill>
                <a:schemeClr val="bg1"/>
              </a:solidFill>
              <a:latin typeface="Rix모던고딕 B" panose="02020603020101020101" pitchFamily="18" charset="-127"/>
              <a:ea typeface="Rix모던고딕 B" panose="02020603020101020101" pitchFamily="18" charset="-127"/>
            </a:endParaRPr>
          </a:p>
        </p:txBody>
      </p:sp>
      <p:sp>
        <p:nvSpPr>
          <p:cNvPr id="126" name="TextBox 125"/>
          <p:cNvSpPr txBox="1"/>
          <p:nvPr/>
        </p:nvSpPr>
        <p:spPr>
          <a:xfrm>
            <a:off x="1184311" y="6436550"/>
            <a:ext cx="1195132" cy="497540"/>
          </a:xfrm>
          <a:prstGeom prst="rect">
            <a:avLst/>
          </a:prstGeom>
          <a:noFill/>
        </p:spPr>
        <p:txBody>
          <a:bodyPr wrap="none" lIns="96487" tIns="48244" rIns="96487" bIns="48244" rtlCol="0">
            <a:spAutoFit/>
          </a:bodyPr>
          <a:lstStyle/>
          <a:p>
            <a:pPr marL="108000" indent="-108000">
              <a:buFont typeface="Arial" panose="020B0604020202020204" pitchFamily="34" charset="0"/>
              <a:buChar char="•"/>
            </a:pPr>
            <a:r>
              <a:rPr lang="en-US" altLang="ko-KR" sz="1300" spc="-1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ITIL </a:t>
            </a:r>
            <a:r>
              <a:rPr lang="ko-KR" altLang="en-US" sz="130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기반</a:t>
            </a:r>
            <a:r>
              <a:rPr lang="en-US" altLang="ko-KR" sz="130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/>
            </a:r>
            <a:br>
              <a:rPr lang="en-US" altLang="ko-KR" sz="130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</a:br>
            <a:r>
              <a:rPr lang="ko-KR" altLang="en-US" sz="130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사업 관리 전문</a:t>
            </a:r>
          </a:p>
        </p:txBody>
      </p:sp>
      <p:sp>
        <p:nvSpPr>
          <p:cNvPr id="143" name="위쪽 화살표 142"/>
          <p:cNvSpPr/>
          <p:nvPr/>
        </p:nvSpPr>
        <p:spPr>
          <a:xfrm>
            <a:off x="1602802" y="5141901"/>
            <a:ext cx="4491746" cy="472651"/>
          </a:xfrm>
          <a:prstGeom prst="upArrow">
            <a:avLst>
              <a:gd name="adj1" fmla="val 50000"/>
              <a:gd name="adj2" fmla="val 100000"/>
            </a:avLst>
          </a:prstGeom>
          <a:gradFill flip="none" rotWithShape="1">
            <a:gsLst>
              <a:gs pos="0">
                <a:schemeClr val="bg1">
                  <a:lumMod val="65000"/>
                </a:schemeClr>
              </a:gs>
              <a:gs pos="50000">
                <a:schemeClr val="bg1">
                  <a:lumMod val="7500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6487" tIns="48244" rIns="96487" bIns="48244" rtlCol="0" anchor="ctr"/>
          <a:lstStyle/>
          <a:p>
            <a:pPr algn="ctr"/>
            <a:endParaRPr lang="ko-KR" altLang="en-US" dirty="0" smtClean="0">
              <a:latin typeface="Rix모던고딕 B" panose="02020603020101020101" pitchFamily="18" charset="-127"/>
              <a:ea typeface="Rix모던고딕 B" panose="02020603020101020101" pitchFamily="18" charset="-127"/>
            </a:endParaRPr>
          </a:p>
        </p:txBody>
      </p:sp>
      <p:sp>
        <p:nvSpPr>
          <p:cNvPr id="148" name="TextBox 147"/>
          <p:cNvSpPr txBox="1"/>
          <p:nvPr/>
        </p:nvSpPr>
        <p:spPr>
          <a:xfrm>
            <a:off x="1331732" y="1206689"/>
            <a:ext cx="1251432" cy="461665"/>
          </a:xfrm>
          <a:prstGeom prst="rect">
            <a:avLst/>
          </a:prstGeom>
          <a:noFill/>
          <a:ln w="6350">
            <a:noFill/>
          </a:ln>
          <a:effectLst/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 anchorCtr="0">
            <a:spAutoFit/>
            <a:sp3d>
              <a:bevelT w="0" h="0"/>
              <a:contourClr>
                <a:schemeClr val="bg1"/>
              </a:contourClr>
            </a:sp3d>
          </a:bodyPr>
          <a:lstStyle>
            <a:defPPr>
              <a:defRPr lang="ko-KR"/>
            </a:defPPr>
            <a:lvl1pPr lvl="0" indent="-457200" algn="ctr" eaLnBrk="0" latinLnBrk="0" hangingPunct="0">
              <a:lnSpc>
                <a:spcPct val="100000"/>
              </a:lnSpc>
              <a:spcBef>
                <a:spcPts val="200"/>
              </a:spcBef>
              <a:spcAft>
                <a:spcPts val="600"/>
              </a:spcAft>
              <a:defRPr sz="1700" spc="-50">
                <a:ln w="0"/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뫼비우스 Bold" panose="02000500000000000000" pitchFamily="2" charset="-127"/>
                <a:ea typeface="뫼비우스 Bold" panose="02000500000000000000" pitchFamily="2" charset="-127"/>
              </a:defRPr>
            </a:lvl1pPr>
          </a:lstStyle>
          <a:p>
            <a:pPr indent="0" algn="r" defTabSz="845889" eaLnBrk="1" hangingPunct="1">
              <a:spcBef>
                <a:spcPts val="93"/>
              </a:spcBef>
              <a:spcAft>
                <a:spcPts val="93"/>
              </a:spcAft>
            </a:pPr>
            <a:r>
              <a:rPr lang="en-US" altLang="ko-KR" sz="3000" spc="-180" dirty="0">
                <a:ln>
                  <a:solidFill>
                    <a:prstClr val="white">
                      <a:alpha val="10000"/>
                    </a:prstClr>
                  </a:solidFill>
                </a:ln>
                <a:solidFill>
                  <a:srgbClr val="FFFF00"/>
                </a:solidFill>
                <a:effectLst/>
                <a:latin typeface="Rix모던고딕 B" panose="02020603020101020101" pitchFamily="18" charset="-127"/>
                <a:ea typeface="Rix모던고딕 B" panose="02020603020101020101" pitchFamily="18" charset="-127"/>
              </a:rPr>
              <a:t>Stability</a:t>
            </a:r>
          </a:p>
        </p:txBody>
      </p:sp>
      <p:cxnSp>
        <p:nvCxnSpPr>
          <p:cNvPr id="170" name="직선 연결선 169"/>
          <p:cNvCxnSpPr/>
          <p:nvPr/>
        </p:nvCxnSpPr>
        <p:spPr>
          <a:xfrm>
            <a:off x="3041950" y="1131846"/>
            <a:ext cx="0" cy="609981"/>
          </a:xfrm>
          <a:prstGeom prst="line">
            <a:avLst/>
          </a:prstGeom>
          <a:ln w="38100">
            <a:solidFill>
              <a:srgbClr val="3EB1EA">
                <a:alpha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1" name="직사각형 170"/>
          <p:cNvSpPr/>
          <p:nvPr/>
        </p:nvSpPr>
        <p:spPr>
          <a:xfrm>
            <a:off x="3236288" y="1143157"/>
            <a:ext cx="3834383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 anchorCtr="0">
            <a:spAutoFit/>
            <a:scene3d>
              <a:camera prst="orthographicFront"/>
              <a:lightRig rig="threePt" dir="t"/>
            </a:scene3d>
            <a:sp3d>
              <a:bevelT w="0"/>
            </a:sp3d>
          </a:bodyPr>
          <a:lstStyle/>
          <a:p>
            <a:pPr marL="0" lvl="1" indent="-297308" fontAlgn="base">
              <a:spcBef>
                <a:spcPct val="0"/>
              </a:spcBef>
              <a:spcAft>
                <a:spcPct val="0"/>
              </a:spcAft>
              <a:buClr>
                <a:prstClr val="white"/>
              </a:buClr>
              <a:buSzPct val="80000"/>
              <a:tabLst>
                <a:tab pos="5424707" algn="l"/>
              </a:tabLst>
            </a:pPr>
            <a:r>
              <a:rPr lang="ko-KR" altLang="en-US" spc="-150" dirty="0">
                <a:solidFill>
                  <a:schemeClr val="bg1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  <a:cs typeface="+mj-cs"/>
              </a:rPr>
              <a:t>단기간</a:t>
            </a:r>
            <a:r>
              <a:rPr lang="en-US" altLang="ko-KR" spc="-150" dirty="0">
                <a:solidFill>
                  <a:schemeClr val="bg1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  <a:cs typeface="+mj-cs"/>
              </a:rPr>
              <a:t>(3</a:t>
            </a:r>
            <a:r>
              <a:rPr lang="ko-KR" altLang="en-US" spc="-150" dirty="0">
                <a:solidFill>
                  <a:schemeClr val="bg1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  <a:cs typeface="+mj-cs"/>
              </a:rPr>
              <a:t>개월</a:t>
            </a:r>
            <a:r>
              <a:rPr lang="en-US" altLang="ko-KR" spc="-150" dirty="0" smtClean="0">
                <a:solidFill>
                  <a:schemeClr val="bg1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  <a:cs typeface="+mj-cs"/>
              </a:rPr>
              <a:t>) </a:t>
            </a:r>
            <a:r>
              <a:rPr lang="ko-KR" altLang="en-US" spc="-150" dirty="0" smtClean="0">
                <a:solidFill>
                  <a:schemeClr val="bg1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  <a:cs typeface="+mj-cs"/>
              </a:rPr>
              <a:t>다수 </a:t>
            </a:r>
            <a:r>
              <a:rPr lang="ko-KR" altLang="en-US" spc="-150" dirty="0">
                <a:solidFill>
                  <a:schemeClr val="bg1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  <a:cs typeface="+mj-cs"/>
              </a:rPr>
              <a:t>장비를 안정적으로 </a:t>
            </a:r>
            <a:endParaRPr lang="en-US" altLang="ko-KR" spc="-150" dirty="0" smtClean="0">
              <a:solidFill>
                <a:schemeClr val="bg1"/>
              </a:solidFill>
              <a:latin typeface="Rix모던고딕 B" panose="02020603020101020101" pitchFamily="18" charset="-127"/>
              <a:ea typeface="Rix모던고딕 B" panose="02020603020101020101" pitchFamily="18" charset="-127"/>
              <a:cs typeface="+mj-cs"/>
            </a:endParaRPr>
          </a:p>
          <a:p>
            <a:pPr marL="0" lvl="1" indent="-297308" fontAlgn="base">
              <a:spcBef>
                <a:spcPct val="0"/>
              </a:spcBef>
              <a:spcAft>
                <a:spcPct val="0"/>
              </a:spcAft>
              <a:buClr>
                <a:prstClr val="white"/>
              </a:buClr>
              <a:buSzPct val="80000"/>
              <a:tabLst>
                <a:tab pos="5424707" algn="l"/>
              </a:tabLst>
            </a:pPr>
            <a:r>
              <a:rPr lang="ko-KR" altLang="en-US" spc="-150" dirty="0" smtClean="0">
                <a:solidFill>
                  <a:schemeClr val="bg1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  <a:cs typeface="+mj-cs"/>
              </a:rPr>
              <a:t>구축하기 </a:t>
            </a:r>
            <a:r>
              <a:rPr lang="ko-KR" altLang="en-US" spc="-150" dirty="0">
                <a:solidFill>
                  <a:schemeClr val="bg1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  <a:cs typeface="+mj-cs"/>
              </a:rPr>
              <a:t>위해 다수의 전문가가 필요합니다</a:t>
            </a:r>
            <a:r>
              <a:rPr lang="en-US" altLang="ko-KR" spc="-150" dirty="0">
                <a:solidFill>
                  <a:schemeClr val="bg1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  <a:cs typeface="+mj-cs"/>
              </a:rPr>
              <a:t>.</a:t>
            </a:r>
          </a:p>
        </p:txBody>
      </p:sp>
      <p:sp>
        <p:nvSpPr>
          <p:cNvPr id="177" name="직사각형 176"/>
          <p:cNvSpPr/>
          <p:nvPr/>
        </p:nvSpPr>
        <p:spPr>
          <a:xfrm>
            <a:off x="7281199" y="3518822"/>
            <a:ext cx="2748626" cy="341537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 smtClean="0"/>
          </a:p>
        </p:txBody>
      </p:sp>
      <p:sp>
        <p:nvSpPr>
          <p:cNvPr id="178" name="직사각형 177"/>
          <p:cNvSpPr/>
          <p:nvPr/>
        </p:nvSpPr>
        <p:spPr>
          <a:xfrm>
            <a:off x="7181849" y="3078986"/>
            <a:ext cx="2943801" cy="39572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9569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ko-KR" altLang="en-US" sz="1700" spc="-150" dirty="0">
                <a:ln/>
                <a:solidFill>
                  <a:schemeClr val="bg1"/>
                </a:solidFill>
                <a:latin typeface="Rix모던고딕 EB" pitchFamily="18" charset="-127"/>
                <a:ea typeface="Rix모던고딕 EB" pitchFamily="18" charset="-127"/>
              </a:rPr>
              <a:t>사전 준비 사항</a:t>
            </a:r>
          </a:p>
        </p:txBody>
      </p:sp>
      <p:sp>
        <p:nvSpPr>
          <p:cNvPr id="179" name="TextBox 178"/>
          <p:cNvSpPr txBox="1"/>
          <p:nvPr/>
        </p:nvSpPr>
        <p:spPr>
          <a:xfrm>
            <a:off x="7319299" y="3488677"/>
            <a:ext cx="2491451" cy="3191098"/>
          </a:xfrm>
          <a:prstGeom prst="rect">
            <a:avLst/>
          </a:prstGeom>
          <a:noFill/>
        </p:spPr>
        <p:txBody>
          <a:bodyPr wrap="square" lIns="96487" tIns="48244" rIns="96487" bIns="48244" rtlCol="0">
            <a:spAutoFit/>
          </a:bodyPr>
          <a:lstStyle>
            <a:defPPr>
              <a:defRPr lang="ko-KR"/>
            </a:defPPr>
            <a:lvl1pPr marL="123825" indent="-123825">
              <a:buFont typeface="Arial" panose="020B0604020202020204" pitchFamily="34" charset="0"/>
              <a:buChar char="•"/>
              <a:defRPr sz="1200"/>
            </a:lvl1pPr>
          </a:lstStyle>
          <a:p>
            <a:pPr>
              <a:lnSpc>
                <a:spcPct val="170000"/>
              </a:lnSpc>
            </a:pPr>
            <a:r>
              <a:rPr lang="ko-KR" altLang="en-US" sz="1500" spc="-130" dirty="0">
                <a:latin typeface="Rix모던고딕 B" panose="02020603020101020101" pitchFamily="18" charset="-127"/>
                <a:ea typeface="Rix모던고딕 B" panose="02020603020101020101" pitchFamily="18" charset="-127"/>
              </a:rPr>
              <a:t>건물 내부 </a:t>
            </a:r>
            <a:r>
              <a:rPr lang="en-US" altLang="ko-KR" sz="1500" spc="-130" dirty="0">
                <a:latin typeface="Rix모던고딕 B" panose="02020603020101020101" pitchFamily="18" charset="-127"/>
                <a:ea typeface="Rix모던고딕 B" panose="02020603020101020101" pitchFamily="18" charset="-127"/>
              </a:rPr>
              <a:t>TPS</a:t>
            </a:r>
            <a:r>
              <a:rPr lang="ko-KR" altLang="en-US" sz="1500" spc="-130" dirty="0">
                <a:latin typeface="Rix모던고딕 B" panose="02020603020101020101" pitchFamily="18" charset="-127"/>
                <a:ea typeface="Rix모던고딕 B" panose="02020603020101020101" pitchFamily="18" charset="-127"/>
              </a:rPr>
              <a:t>실 현황 파악</a:t>
            </a:r>
            <a:endParaRPr lang="en-US" altLang="ko-KR" sz="1500" spc="-130" dirty="0">
              <a:latin typeface="Rix모던고딕 B" panose="02020603020101020101" pitchFamily="18" charset="-127"/>
              <a:ea typeface="Rix모던고딕 B" panose="02020603020101020101" pitchFamily="18" charset="-127"/>
            </a:endParaRPr>
          </a:p>
          <a:p>
            <a:pPr>
              <a:lnSpc>
                <a:spcPct val="170000"/>
              </a:lnSpc>
            </a:pPr>
            <a:r>
              <a:rPr lang="ko-KR" altLang="en-US" sz="1500" spc="-130" dirty="0">
                <a:latin typeface="Rix모던고딕 B" panose="02020603020101020101" pitchFamily="18" charset="-127"/>
                <a:ea typeface="Rix모던고딕 B" panose="02020603020101020101" pitchFamily="18" charset="-127"/>
              </a:rPr>
              <a:t>케이블 포설 현황 파악</a:t>
            </a:r>
            <a:endParaRPr lang="en-US" altLang="ko-KR" sz="1500" spc="-130" dirty="0">
              <a:latin typeface="Rix모던고딕 B" panose="02020603020101020101" pitchFamily="18" charset="-127"/>
              <a:ea typeface="Rix모던고딕 B" panose="02020603020101020101" pitchFamily="18" charset="-127"/>
            </a:endParaRPr>
          </a:p>
          <a:p>
            <a:pPr>
              <a:lnSpc>
                <a:spcPct val="170000"/>
              </a:lnSpc>
            </a:pPr>
            <a:r>
              <a:rPr lang="ko-KR" altLang="en-US" sz="1500" spc="-130" dirty="0">
                <a:latin typeface="Rix모던고딕 B" panose="02020603020101020101" pitchFamily="18" charset="-127"/>
                <a:ea typeface="Rix모던고딕 B" panose="02020603020101020101" pitchFamily="18" charset="-127"/>
              </a:rPr>
              <a:t>라우팅 구성</a:t>
            </a:r>
            <a:endParaRPr lang="en-US" altLang="ko-KR" sz="1500" spc="-130" dirty="0">
              <a:latin typeface="Rix모던고딕 B" panose="02020603020101020101" pitchFamily="18" charset="-127"/>
              <a:ea typeface="Rix모던고딕 B" panose="02020603020101020101" pitchFamily="18" charset="-127"/>
            </a:endParaRPr>
          </a:p>
          <a:p>
            <a:pPr>
              <a:lnSpc>
                <a:spcPct val="170000"/>
              </a:lnSpc>
            </a:pPr>
            <a:r>
              <a:rPr lang="en-US" altLang="ko-KR" sz="1500" spc="-130" dirty="0">
                <a:latin typeface="Rix모던고딕 B" panose="02020603020101020101" pitchFamily="18" charset="-127"/>
                <a:ea typeface="Rix모던고딕 B" panose="02020603020101020101" pitchFamily="18" charset="-127"/>
              </a:rPr>
              <a:t>IP</a:t>
            </a:r>
            <a:r>
              <a:rPr lang="ko-KR" altLang="en-US" sz="1500" spc="-130" dirty="0">
                <a:latin typeface="Rix모던고딕 B" panose="02020603020101020101" pitchFamily="18" charset="-127"/>
                <a:ea typeface="Rix모던고딕 B" panose="02020603020101020101" pitchFamily="18" charset="-127"/>
              </a:rPr>
              <a:t>설계</a:t>
            </a:r>
            <a:endParaRPr lang="en-US" altLang="ko-KR" sz="1500" spc="-130" dirty="0">
              <a:latin typeface="Rix모던고딕 B" panose="02020603020101020101" pitchFamily="18" charset="-127"/>
              <a:ea typeface="Rix모던고딕 B" panose="02020603020101020101" pitchFamily="18" charset="-127"/>
            </a:endParaRPr>
          </a:p>
          <a:p>
            <a:pPr>
              <a:lnSpc>
                <a:spcPct val="170000"/>
              </a:lnSpc>
            </a:pPr>
            <a:r>
              <a:rPr lang="ko-KR" altLang="en-US" sz="1500" spc="-130" dirty="0">
                <a:latin typeface="Rix모던고딕 B" panose="02020603020101020101" pitchFamily="18" charset="-127"/>
                <a:ea typeface="Rix모던고딕 B" panose="02020603020101020101" pitchFamily="18" charset="-127"/>
              </a:rPr>
              <a:t>실 적용 </a:t>
            </a:r>
            <a:r>
              <a:rPr lang="en-US" altLang="ko-KR" sz="1500" spc="-130" dirty="0">
                <a:latin typeface="Rix모던고딕 B" panose="02020603020101020101" pitchFamily="18" charset="-127"/>
                <a:ea typeface="Rix모던고딕 B" panose="02020603020101020101" pitchFamily="18" charset="-127"/>
              </a:rPr>
              <a:t>Config</a:t>
            </a:r>
          </a:p>
          <a:p>
            <a:pPr>
              <a:lnSpc>
                <a:spcPct val="170000"/>
              </a:lnSpc>
            </a:pPr>
            <a:r>
              <a:rPr lang="ko-KR" altLang="en-US" sz="1500" spc="-130" dirty="0">
                <a:latin typeface="Rix모던고딕 B" panose="02020603020101020101" pitchFamily="18" charset="-127"/>
                <a:ea typeface="Rix모던고딕 B" panose="02020603020101020101" pitchFamily="18" charset="-127"/>
              </a:rPr>
              <a:t>세부 일정 계획</a:t>
            </a:r>
            <a:endParaRPr lang="en-US" altLang="ko-KR" sz="1500" spc="-130" dirty="0">
              <a:latin typeface="Rix모던고딕 B" panose="02020603020101020101" pitchFamily="18" charset="-127"/>
              <a:ea typeface="Rix모던고딕 B" panose="02020603020101020101" pitchFamily="18" charset="-127"/>
            </a:endParaRPr>
          </a:p>
          <a:p>
            <a:pPr>
              <a:lnSpc>
                <a:spcPct val="170000"/>
              </a:lnSpc>
            </a:pPr>
            <a:r>
              <a:rPr lang="ko-KR" altLang="en-US" sz="1500" spc="-130" dirty="0">
                <a:latin typeface="Rix모던고딕 B" panose="02020603020101020101" pitchFamily="18" charset="-127"/>
                <a:ea typeface="Rix모던고딕 B" panose="02020603020101020101" pitchFamily="18" charset="-127"/>
              </a:rPr>
              <a:t>안정화 계획</a:t>
            </a:r>
            <a:endParaRPr lang="en-US" altLang="ko-KR" sz="1500" spc="-130" dirty="0">
              <a:latin typeface="Rix모던고딕 B" panose="02020603020101020101" pitchFamily="18" charset="-127"/>
              <a:ea typeface="Rix모던고딕 B" panose="02020603020101020101" pitchFamily="18" charset="-127"/>
            </a:endParaRPr>
          </a:p>
          <a:p>
            <a:pPr>
              <a:lnSpc>
                <a:spcPct val="170000"/>
              </a:lnSpc>
            </a:pPr>
            <a:r>
              <a:rPr lang="ko-KR" altLang="en-US" sz="1500" spc="-130" dirty="0">
                <a:latin typeface="Rix모던고딕 B" panose="02020603020101020101" pitchFamily="18" charset="-127"/>
                <a:ea typeface="Rix모던고딕 B" panose="02020603020101020101" pitchFamily="18" charset="-127"/>
              </a:rPr>
              <a:t>이전 시 기술지원 계획</a:t>
            </a:r>
            <a:r>
              <a:rPr lang="en-US" altLang="ko-KR" sz="1500" spc="-130" dirty="0">
                <a:latin typeface="Rix모던고딕 B" panose="02020603020101020101" pitchFamily="18" charset="-127"/>
                <a:ea typeface="Rix모던고딕 B" panose="02020603020101020101" pitchFamily="18" charset="-127"/>
              </a:rPr>
              <a:t> </a:t>
            </a:r>
            <a:endParaRPr lang="ko-KR" altLang="en-US" sz="1500" spc="-130" dirty="0">
              <a:latin typeface="Rix모던고딕 B" panose="02020603020101020101" pitchFamily="18" charset="-127"/>
              <a:ea typeface="Rix모던고딕 B" panose="02020603020101020101" pitchFamily="18" charset="-127"/>
            </a:endParaRPr>
          </a:p>
        </p:txBody>
      </p:sp>
      <p:cxnSp>
        <p:nvCxnSpPr>
          <p:cNvPr id="181" name="직선 연결선 180"/>
          <p:cNvCxnSpPr/>
          <p:nvPr/>
        </p:nvCxnSpPr>
        <p:spPr>
          <a:xfrm flipV="1">
            <a:off x="7319299" y="3949948"/>
            <a:ext cx="2710528" cy="1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직선 연결선 181"/>
          <p:cNvCxnSpPr/>
          <p:nvPr/>
        </p:nvCxnSpPr>
        <p:spPr>
          <a:xfrm flipV="1">
            <a:off x="7319299" y="4330948"/>
            <a:ext cx="2710528" cy="1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" name="직선 연결선 182"/>
          <p:cNvCxnSpPr/>
          <p:nvPr/>
        </p:nvCxnSpPr>
        <p:spPr>
          <a:xfrm flipV="1">
            <a:off x="7319299" y="4725976"/>
            <a:ext cx="2710528" cy="1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" name="직선 연결선 183"/>
          <p:cNvCxnSpPr/>
          <p:nvPr/>
        </p:nvCxnSpPr>
        <p:spPr>
          <a:xfrm flipV="1">
            <a:off x="7319299" y="5116501"/>
            <a:ext cx="2710528" cy="1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5" name="직선 연결선 184"/>
          <p:cNvCxnSpPr/>
          <p:nvPr/>
        </p:nvCxnSpPr>
        <p:spPr>
          <a:xfrm flipV="1">
            <a:off x="7319299" y="5502027"/>
            <a:ext cx="2710528" cy="1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6" name="직선 연결선 185"/>
          <p:cNvCxnSpPr/>
          <p:nvPr/>
        </p:nvCxnSpPr>
        <p:spPr>
          <a:xfrm flipV="1">
            <a:off x="7319299" y="5892552"/>
            <a:ext cx="2710528" cy="1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8" name="직선 연결선 187"/>
          <p:cNvCxnSpPr/>
          <p:nvPr/>
        </p:nvCxnSpPr>
        <p:spPr>
          <a:xfrm flipV="1">
            <a:off x="7319299" y="6269121"/>
            <a:ext cx="2710528" cy="1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9" name="Picture 2" descr="G:\work\아이티센시스템즈\경찰청공조조회유지보수\icon&amp;dia\제안서템플릿이미지-53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55918" y="6115050"/>
            <a:ext cx="1109663" cy="923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0" name="직사각형 189"/>
          <p:cNvSpPr/>
          <p:nvPr/>
        </p:nvSpPr>
        <p:spPr>
          <a:xfrm>
            <a:off x="1171686" y="6115050"/>
            <a:ext cx="1763373" cy="259880"/>
          </a:xfrm>
          <a:prstGeom prst="rect">
            <a:avLst/>
          </a:prstGeom>
          <a:solidFill>
            <a:schemeClr val="bg1">
              <a:alpha val="8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 smtClean="0"/>
          </a:p>
        </p:txBody>
      </p:sp>
      <p:sp>
        <p:nvSpPr>
          <p:cNvPr id="209" name="직사각형 208"/>
          <p:cNvSpPr/>
          <p:nvPr/>
        </p:nvSpPr>
        <p:spPr>
          <a:xfrm>
            <a:off x="3009333" y="6115050"/>
            <a:ext cx="1763373" cy="259880"/>
          </a:xfrm>
          <a:prstGeom prst="rect">
            <a:avLst/>
          </a:prstGeom>
          <a:solidFill>
            <a:schemeClr val="bg1">
              <a:alpha val="8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 smtClean="0"/>
          </a:p>
        </p:txBody>
      </p:sp>
      <p:sp>
        <p:nvSpPr>
          <p:cNvPr id="210" name="직사각형 209"/>
          <p:cNvSpPr/>
          <p:nvPr/>
        </p:nvSpPr>
        <p:spPr>
          <a:xfrm>
            <a:off x="4846978" y="6115050"/>
            <a:ext cx="1763373" cy="259880"/>
          </a:xfrm>
          <a:prstGeom prst="rect">
            <a:avLst/>
          </a:prstGeom>
          <a:solidFill>
            <a:schemeClr val="bg1">
              <a:alpha val="8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 smtClean="0"/>
          </a:p>
        </p:txBody>
      </p:sp>
      <p:sp>
        <p:nvSpPr>
          <p:cNvPr id="211" name="TextBox 210"/>
          <p:cNvSpPr txBox="1"/>
          <p:nvPr/>
        </p:nvSpPr>
        <p:spPr>
          <a:xfrm>
            <a:off x="1184311" y="6096495"/>
            <a:ext cx="618051" cy="297485"/>
          </a:xfrm>
          <a:prstGeom prst="rect">
            <a:avLst/>
          </a:prstGeom>
          <a:noFill/>
        </p:spPr>
        <p:txBody>
          <a:bodyPr wrap="none" lIns="96487" tIns="48244" rIns="96487" bIns="48244" rtlCol="0">
            <a:spAutoFit/>
          </a:bodyPr>
          <a:lstStyle/>
          <a:p>
            <a:pPr marL="108000" indent="-108000">
              <a:buFont typeface="Arial" panose="020B0604020202020204" pitchFamily="34" charset="0"/>
              <a:buChar char="•"/>
            </a:pPr>
            <a:r>
              <a:rPr lang="en-US" altLang="ko-KR" sz="130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16</a:t>
            </a:r>
            <a:r>
              <a:rPr lang="ko-KR" altLang="en-US" sz="1300" spc="-1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년</a:t>
            </a:r>
            <a:endParaRPr lang="ko-KR" altLang="en-US" sz="1300" spc="-100" dirty="0">
              <a:solidFill>
                <a:schemeClr val="tx1">
                  <a:lumMod val="75000"/>
                  <a:lumOff val="25000"/>
                </a:schemeClr>
              </a:solidFill>
              <a:latin typeface="Rix모던고딕 M" panose="02020603020101020101" pitchFamily="18" charset="-127"/>
              <a:ea typeface="Rix모던고딕 M" panose="02020603020101020101" pitchFamily="18" charset="-127"/>
            </a:endParaRPr>
          </a:p>
        </p:txBody>
      </p:sp>
      <p:sp>
        <p:nvSpPr>
          <p:cNvPr id="212" name="TextBox 211"/>
          <p:cNvSpPr txBox="1"/>
          <p:nvPr/>
        </p:nvSpPr>
        <p:spPr>
          <a:xfrm>
            <a:off x="3031998" y="6436550"/>
            <a:ext cx="1195132" cy="497540"/>
          </a:xfrm>
          <a:prstGeom prst="rect">
            <a:avLst/>
          </a:prstGeom>
          <a:noFill/>
        </p:spPr>
        <p:txBody>
          <a:bodyPr wrap="none" lIns="96487" tIns="48244" rIns="96487" bIns="48244" rtlCol="0">
            <a:spAutoFit/>
          </a:bodyPr>
          <a:lstStyle/>
          <a:p>
            <a:pPr marL="108000" indent="-108000">
              <a:buFont typeface="Arial" panose="020B0604020202020204" pitchFamily="34" charset="0"/>
              <a:buChar char="•"/>
            </a:pPr>
            <a:r>
              <a:rPr lang="ko-KR" altLang="en-US" sz="130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네트워크</a:t>
            </a:r>
            <a:br>
              <a:rPr lang="ko-KR" altLang="en-US" sz="130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</a:br>
            <a:r>
              <a:rPr lang="ko-KR" altLang="en-US" sz="130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품질 관리 전문</a:t>
            </a:r>
          </a:p>
        </p:txBody>
      </p:sp>
      <p:sp>
        <p:nvSpPr>
          <p:cNvPr id="213" name="TextBox 212"/>
          <p:cNvSpPr txBox="1"/>
          <p:nvPr/>
        </p:nvSpPr>
        <p:spPr>
          <a:xfrm>
            <a:off x="3031998" y="6096495"/>
            <a:ext cx="618051" cy="297485"/>
          </a:xfrm>
          <a:prstGeom prst="rect">
            <a:avLst/>
          </a:prstGeom>
          <a:noFill/>
        </p:spPr>
        <p:txBody>
          <a:bodyPr wrap="none" lIns="96487" tIns="48244" rIns="96487" bIns="48244" rtlCol="0">
            <a:spAutoFit/>
          </a:bodyPr>
          <a:lstStyle/>
          <a:p>
            <a:pPr marL="108000" indent="-108000">
              <a:buFont typeface="Arial" panose="020B0604020202020204" pitchFamily="34" charset="0"/>
              <a:buChar char="•"/>
            </a:pPr>
            <a:r>
              <a:rPr lang="en-US" altLang="ko-KR" sz="130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16</a:t>
            </a:r>
            <a:r>
              <a:rPr lang="ko-KR" altLang="en-US" sz="1300" spc="-1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년</a:t>
            </a:r>
            <a:endParaRPr lang="ko-KR" altLang="en-US" sz="1300" spc="-100" dirty="0">
              <a:solidFill>
                <a:schemeClr val="tx1">
                  <a:lumMod val="75000"/>
                  <a:lumOff val="25000"/>
                </a:schemeClr>
              </a:solidFill>
              <a:latin typeface="Rix모던고딕 M" panose="02020603020101020101" pitchFamily="18" charset="-127"/>
              <a:ea typeface="Rix모던고딕 M" panose="02020603020101020101" pitchFamily="18" charset="-127"/>
            </a:endParaRPr>
          </a:p>
        </p:txBody>
      </p:sp>
      <p:sp>
        <p:nvSpPr>
          <p:cNvPr id="214" name="TextBox 213"/>
          <p:cNvSpPr txBox="1"/>
          <p:nvPr/>
        </p:nvSpPr>
        <p:spPr>
          <a:xfrm>
            <a:off x="4868130" y="6436550"/>
            <a:ext cx="1095746" cy="497540"/>
          </a:xfrm>
          <a:prstGeom prst="rect">
            <a:avLst/>
          </a:prstGeom>
          <a:noFill/>
        </p:spPr>
        <p:txBody>
          <a:bodyPr wrap="none" lIns="96487" tIns="48244" rIns="96487" bIns="48244" rtlCol="0">
            <a:spAutoFit/>
          </a:bodyPr>
          <a:lstStyle/>
          <a:p>
            <a:pPr marL="108000" indent="-108000">
              <a:buFont typeface="Arial" panose="020B0604020202020204" pitchFamily="34" charset="0"/>
              <a:buChar char="•"/>
            </a:pPr>
            <a:r>
              <a:rPr lang="en-US" altLang="ko-KR" sz="130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23</a:t>
            </a:r>
            <a:r>
              <a:rPr lang="ko-KR" altLang="en-US" sz="130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년 군 경험</a:t>
            </a:r>
          </a:p>
          <a:p>
            <a:pPr marL="108000" indent="-108000">
              <a:buFont typeface="Arial" panose="020B0604020202020204" pitchFamily="34" charset="0"/>
              <a:buChar char="•"/>
            </a:pPr>
            <a:r>
              <a:rPr lang="en-US" altLang="ko-KR" sz="130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7</a:t>
            </a:r>
            <a:r>
              <a:rPr lang="ko-KR" altLang="en-US" sz="130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년 </a:t>
            </a:r>
            <a:r>
              <a:rPr lang="en-US" altLang="ko-KR" sz="130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NI </a:t>
            </a:r>
            <a:r>
              <a:rPr lang="ko-KR" altLang="en-US" sz="130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경험</a:t>
            </a:r>
          </a:p>
        </p:txBody>
      </p:sp>
      <p:sp>
        <p:nvSpPr>
          <p:cNvPr id="215" name="TextBox 214"/>
          <p:cNvSpPr txBox="1"/>
          <p:nvPr/>
        </p:nvSpPr>
        <p:spPr>
          <a:xfrm>
            <a:off x="4868130" y="6096495"/>
            <a:ext cx="618051" cy="297485"/>
          </a:xfrm>
          <a:prstGeom prst="rect">
            <a:avLst/>
          </a:prstGeom>
          <a:noFill/>
        </p:spPr>
        <p:txBody>
          <a:bodyPr wrap="none" lIns="96487" tIns="48244" rIns="96487" bIns="48244" rtlCol="0">
            <a:spAutoFit/>
          </a:bodyPr>
          <a:lstStyle/>
          <a:p>
            <a:pPr marL="108000" indent="-108000">
              <a:buFont typeface="Arial" panose="020B0604020202020204" pitchFamily="34" charset="0"/>
              <a:buChar char="•"/>
            </a:pPr>
            <a:r>
              <a:rPr lang="en-US" altLang="ko-KR" sz="1300" spc="-1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30</a:t>
            </a:r>
            <a:r>
              <a:rPr lang="ko-KR" altLang="en-US" sz="1300" spc="-1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년</a:t>
            </a:r>
            <a:endParaRPr lang="ko-KR" altLang="en-US" sz="1300" spc="-100" dirty="0">
              <a:solidFill>
                <a:schemeClr val="tx1">
                  <a:lumMod val="75000"/>
                  <a:lumOff val="25000"/>
                </a:schemeClr>
              </a:solidFill>
              <a:latin typeface="Rix모던고딕 M" panose="02020603020101020101" pitchFamily="18" charset="-127"/>
              <a:ea typeface="Rix모던고딕 M" panose="02020603020101020101" pitchFamily="18" charset="-127"/>
            </a:endParaRPr>
          </a:p>
        </p:txBody>
      </p:sp>
      <p:sp>
        <p:nvSpPr>
          <p:cNvPr id="216" name="TextBox 215"/>
          <p:cNvSpPr txBox="1"/>
          <p:nvPr/>
        </p:nvSpPr>
        <p:spPr>
          <a:xfrm>
            <a:off x="588214" y="6530939"/>
            <a:ext cx="496223" cy="297485"/>
          </a:xfrm>
          <a:prstGeom prst="rect">
            <a:avLst/>
          </a:prstGeom>
          <a:noFill/>
        </p:spPr>
        <p:txBody>
          <a:bodyPr wrap="none" lIns="96487" tIns="48244" rIns="96487" bIns="48244" rtlCol="0">
            <a:spAutoFit/>
          </a:bodyPr>
          <a:lstStyle/>
          <a:p>
            <a:r>
              <a:rPr lang="ko-KR" altLang="en-US" sz="1300" dirty="0">
                <a:solidFill>
                  <a:schemeClr val="bg1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경험</a:t>
            </a:r>
          </a:p>
        </p:txBody>
      </p:sp>
      <p:sp>
        <p:nvSpPr>
          <p:cNvPr id="217" name="직사각형 216"/>
          <p:cNvSpPr/>
          <p:nvPr/>
        </p:nvSpPr>
        <p:spPr>
          <a:xfrm>
            <a:off x="1171686" y="5459999"/>
            <a:ext cx="1763373" cy="259880"/>
          </a:xfrm>
          <a:prstGeom prst="rect">
            <a:avLst/>
          </a:prstGeom>
          <a:solidFill>
            <a:srgbClr val="1B91C1">
              <a:alpha val="8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1010797" latinLnBrk="0">
              <a:lnSpc>
                <a:spcPct val="110000"/>
              </a:lnSpc>
            </a:pPr>
            <a:r>
              <a:rPr lang="ko-KR" altLang="en-US" sz="1500" spc="-106" dirty="0" smtClean="0">
                <a:gradFill>
                  <a:gsLst>
                    <a:gs pos="0">
                      <a:prstClr val="white"/>
                    </a:gs>
                    <a:gs pos="100000">
                      <a:prstClr val="white"/>
                    </a:gs>
                  </a:gsLst>
                  <a:lin ang="5400000" scaled="0"/>
                </a:gra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사업관리</a:t>
            </a:r>
            <a:endParaRPr lang="ko-KR" altLang="en-US" sz="1500" spc="-106" dirty="0">
              <a:gradFill>
                <a:gsLst>
                  <a:gs pos="0">
                    <a:prstClr val="white"/>
                  </a:gs>
                  <a:gs pos="100000">
                    <a:prstClr val="white"/>
                  </a:gs>
                </a:gsLst>
                <a:lin ang="5400000" scaled="0"/>
              </a:gradFill>
              <a:latin typeface="Rix모던고딕 B" panose="02020603020101020101" pitchFamily="18" charset="-127"/>
              <a:ea typeface="Rix모던고딕 B" panose="02020603020101020101" pitchFamily="18" charset="-127"/>
            </a:endParaRPr>
          </a:p>
        </p:txBody>
      </p:sp>
      <p:sp>
        <p:nvSpPr>
          <p:cNvPr id="218" name="직사각형 217"/>
          <p:cNvSpPr/>
          <p:nvPr/>
        </p:nvSpPr>
        <p:spPr>
          <a:xfrm>
            <a:off x="3009333" y="5459999"/>
            <a:ext cx="1763373" cy="259880"/>
          </a:xfrm>
          <a:prstGeom prst="rect">
            <a:avLst/>
          </a:prstGeom>
          <a:solidFill>
            <a:srgbClr val="1B91C1">
              <a:alpha val="8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1010797" latinLnBrk="0">
              <a:lnSpc>
                <a:spcPct val="110000"/>
              </a:lnSpc>
            </a:pPr>
            <a:r>
              <a:rPr lang="ko-KR" altLang="en-US" sz="1500" spc="-106" dirty="0">
                <a:gradFill>
                  <a:gsLst>
                    <a:gs pos="0">
                      <a:prstClr val="white"/>
                    </a:gs>
                    <a:gs pos="100000">
                      <a:prstClr val="white"/>
                    </a:gs>
                  </a:gsLst>
                  <a:lin ang="5400000" scaled="0"/>
                </a:gra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품질 </a:t>
            </a:r>
            <a:r>
              <a:rPr lang="ko-KR" altLang="en-US" sz="1500" spc="-106" dirty="0" smtClean="0">
                <a:gradFill>
                  <a:gsLst>
                    <a:gs pos="0">
                      <a:prstClr val="white"/>
                    </a:gs>
                    <a:gs pos="100000">
                      <a:prstClr val="white"/>
                    </a:gs>
                  </a:gsLst>
                  <a:lin ang="5400000" scaled="0"/>
                </a:gra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관리</a:t>
            </a:r>
            <a:endParaRPr lang="ko-KR" altLang="en-US" sz="1500" spc="-106" dirty="0">
              <a:gradFill>
                <a:gsLst>
                  <a:gs pos="0">
                    <a:prstClr val="white"/>
                  </a:gs>
                  <a:gs pos="100000">
                    <a:prstClr val="white"/>
                  </a:gs>
                </a:gsLst>
                <a:lin ang="5400000" scaled="0"/>
              </a:gradFill>
              <a:latin typeface="Rix모던고딕 B" panose="02020603020101020101" pitchFamily="18" charset="-127"/>
              <a:ea typeface="Rix모던고딕 B" panose="02020603020101020101" pitchFamily="18" charset="-127"/>
            </a:endParaRPr>
          </a:p>
        </p:txBody>
      </p:sp>
      <p:sp>
        <p:nvSpPr>
          <p:cNvPr id="219" name="직사각형 218"/>
          <p:cNvSpPr/>
          <p:nvPr/>
        </p:nvSpPr>
        <p:spPr>
          <a:xfrm>
            <a:off x="4846978" y="5459999"/>
            <a:ext cx="1763373" cy="259880"/>
          </a:xfrm>
          <a:prstGeom prst="rect">
            <a:avLst/>
          </a:prstGeom>
          <a:solidFill>
            <a:srgbClr val="1B91C1">
              <a:alpha val="8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1010797" latinLnBrk="0">
              <a:lnSpc>
                <a:spcPct val="110000"/>
              </a:lnSpc>
            </a:pPr>
            <a:r>
              <a:rPr lang="ko-KR" altLang="en-US" sz="1500" spc="-106" dirty="0">
                <a:gradFill>
                  <a:gsLst>
                    <a:gs pos="0">
                      <a:prstClr val="white"/>
                    </a:gs>
                    <a:gs pos="100000">
                      <a:prstClr val="white"/>
                    </a:gs>
                  </a:gsLst>
                  <a:lin ang="5400000" scaled="0"/>
                </a:gra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군사 </a:t>
            </a:r>
            <a:r>
              <a:rPr lang="ko-KR" altLang="en-US" sz="1500" spc="-106" dirty="0" smtClean="0">
                <a:gradFill>
                  <a:gsLst>
                    <a:gs pos="0">
                      <a:prstClr val="white"/>
                    </a:gs>
                    <a:gs pos="100000">
                      <a:prstClr val="white"/>
                    </a:gs>
                  </a:gsLst>
                  <a:lin ang="5400000" scaled="0"/>
                </a:gra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전문가</a:t>
            </a:r>
            <a:endParaRPr lang="ko-KR" altLang="en-US" sz="1500" spc="-106" dirty="0">
              <a:gradFill>
                <a:gsLst>
                  <a:gs pos="0">
                    <a:prstClr val="white"/>
                  </a:gs>
                  <a:gs pos="100000">
                    <a:prstClr val="white"/>
                  </a:gs>
                </a:gsLst>
                <a:lin ang="5400000" scaled="0"/>
              </a:gradFill>
              <a:latin typeface="Rix모던고딕 B" panose="02020603020101020101" pitchFamily="18" charset="-127"/>
              <a:ea typeface="Rix모던고딕 B" panose="02020603020101020101" pitchFamily="18" charset="-127"/>
            </a:endParaRPr>
          </a:p>
        </p:txBody>
      </p:sp>
      <p:sp>
        <p:nvSpPr>
          <p:cNvPr id="220" name="AutoShape 140"/>
          <p:cNvSpPr>
            <a:spLocks noChangeArrowheads="1"/>
          </p:cNvSpPr>
          <p:nvPr/>
        </p:nvSpPr>
        <p:spPr bwMode="gray">
          <a:xfrm>
            <a:off x="3404203" y="5786554"/>
            <a:ext cx="1238305" cy="264903"/>
          </a:xfrm>
          <a:prstGeom prst="roundRect">
            <a:avLst>
              <a:gd name="adj" fmla="val 16667"/>
            </a:avLst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48244" rIns="0" bIns="48244" numCol="1" rtlCol="0" anchor="ctr" anchorCtr="0" compatLnSpc="1">
            <a:prstTxWarp prst="textNoShape">
              <a:avLst/>
            </a:prstTxWarp>
          </a:bodyPr>
          <a:lstStyle/>
          <a:p>
            <a:pPr marL="0" lvl="1" algn="ctr" defTabSz="1197712" eaLnBrk="0" fontAlgn="base" latinLnBrk="0" hangingPunct="0">
              <a:spcBef>
                <a:spcPct val="0"/>
              </a:spcBef>
              <a:spcAft>
                <a:spcPct val="0"/>
              </a:spcAft>
              <a:buClr>
                <a:srgbClr val="3271AA"/>
              </a:buClr>
              <a:buSzPct val="140000"/>
              <a:tabLst>
                <a:tab pos="6489417" algn="l"/>
              </a:tabLst>
            </a:pPr>
            <a:r>
              <a:rPr lang="ko-KR" altLang="en-US" sz="1800" dirty="0">
                <a:solidFill>
                  <a:schemeClr val="bg1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김주형 </a:t>
            </a:r>
            <a:r>
              <a:rPr lang="ko-KR" altLang="en-US" sz="1400" dirty="0">
                <a:solidFill>
                  <a:schemeClr val="bg1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부장</a:t>
            </a:r>
          </a:p>
        </p:txBody>
      </p:sp>
      <p:sp>
        <p:nvSpPr>
          <p:cNvPr id="221" name="AutoShape 140"/>
          <p:cNvSpPr>
            <a:spLocks noChangeArrowheads="1"/>
          </p:cNvSpPr>
          <p:nvPr/>
        </p:nvSpPr>
        <p:spPr bwMode="gray">
          <a:xfrm>
            <a:off x="5213574" y="5786554"/>
            <a:ext cx="1238305" cy="264903"/>
          </a:xfrm>
          <a:prstGeom prst="roundRect">
            <a:avLst>
              <a:gd name="adj" fmla="val 16667"/>
            </a:avLst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48244" rIns="0" bIns="48244" numCol="1" rtlCol="0" anchor="ctr" anchorCtr="0" compatLnSpc="1">
            <a:prstTxWarp prst="textNoShape">
              <a:avLst/>
            </a:prstTxWarp>
          </a:bodyPr>
          <a:lstStyle/>
          <a:p>
            <a:pPr marL="0" lvl="1" algn="ctr" defTabSz="1197712" eaLnBrk="0" fontAlgn="base" latinLnBrk="0" hangingPunct="0">
              <a:spcBef>
                <a:spcPct val="0"/>
              </a:spcBef>
              <a:spcAft>
                <a:spcPct val="0"/>
              </a:spcAft>
              <a:buClr>
                <a:srgbClr val="3271AA"/>
              </a:buClr>
              <a:buSzPct val="140000"/>
              <a:tabLst>
                <a:tab pos="6489417" algn="l"/>
              </a:tabLst>
            </a:pPr>
            <a:r>
              <a:rPr lang="ko-KR" altLang="en-US" sz="1800" dirty="0">
                <a:solidFill>
                  <a:schemeClr val="bg1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권오식 </a:t>
            </a:r>
            <a:r>
              <a:rPr lang="ko-KR" altLang="en-US" sz="1400" dirty="0">
                <a:solidFill>
                  <a:schemeClr val="bg1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이사</a:t>
            </a:r>
          </a:p>
        </p:txBody>
      </p:sp>
      <p:sp>
        <p:nvSpPr>
          <p:cNvPr id="222" name="직사각형 221"/>
          <p:cNvSpPr/>
          <p:nvPr/>
        </p:nvSpPr>
        <p:spPr>
          <a:xfrm>
            <a:off x="495300" y="3687548"/>
            <a:ext cx="6204353" cy="1447799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9569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ko-KR" altLang="en-US" sz="1700" spc="-150" dirty="0">
              <a:ln/>
              <a:solidFill>
                <a:schemeClr val="bg1"/>
              </a:solidFill>
              <a:latin typeface="Rix모던고딕 EB" pitchFamily="18" charset="-127"/>
              <a:ea typeface="Rix모던고딕 EB" pitchFamily="18" charset="-127"/>
            </a:endParaRPr>
          </a:p>
        </p:txBody>
      </p:sp>
      <p:grpSp>
        <p:nvGrpSpPr>
          <p:cNvPr id="223" name="그룹 222"/>
          <p:cNvGrpSpPr/>
          <p:nvPr/>
        </p:nvGrpSpPr>
        <p:grpSpPr>
          <a:xfrm>
            <a:off x="581077" y="4211423"/>
            <a:ext cx="523757" cy="834085"/>
            <a:chOff x="-629964" y="6115050"/>
            <a:chExt cx="1763373" cy="834085"/>
          </a:xfrm>
        </p:grpSpPr>
        <p:sp>
          <p:nvSpPr>
            <p:cNvPr id="224" name="직사각형 223"/>
            <p:cNvSpPr/>
            <p:nvPr/>
          </p:nvSpPr>
          <p:spPr>
            <a:xfrm>
              <a:off x="-629964" y="6429375"/>
              <a:ext cx="1763373" cy="51976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 smtClean="0"/>
            </a:p>
          </p:txBody>
        </p:sp>
        <p:sp>
          <p:nvSpPr>
            <p:cNvPr id="225" name="직사각형 224"/>
            <p:cNvSpPr/>
            <p:nvPr/>
          </p:nvSpPr>
          <p:spPr>
            <a:xfrm>
              <a:off x="-629964" y="6115050"/>
              <a:ext cx="1763373" cy="25988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 smtClean="0"/>
            </a:p>
          </p:txBody>
        </p:sp>
      </p:grpSp>
      <p:sp>
        <p:nvSpPr>
          <p:cNvPr id="226" name="직사각형 225"/>
          <p:cNvSpPr/>
          <p:nvPr/>
        </p:nvSpPr>
        <p:spPr>
          <a:xfrm>
            <a:off x="1171686" y="4525748"/>
            <a:ext cx="1763373" cy="5197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 smtClean="0"/>
          </a:p>
        </p:txBody>
      </p:sp>
      <p:sp>
        <p:nvSpPr>
          <p:cNvPr id="227" name="직사각형 226"/>
          <p:cNvSpPr/>
          <p:nvPr/>
        </p:nvSpPr>
        <p:spPr>
          <a:xfrm>
            <a:off x="3009333" y="4525748"/>
            <a:ext cx="1763373" cy="5197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 smtClean="0"/>
          </a:p>
        </p:txBody>
      </p:sp>
      <p:sp>
        <p:nvSpPr>
          <p:cNvPr id="228" name="직사각형 227"/>
          <p:cNvSpPr/>
          <p:nvPr/>
        </p:nvSpPr>
        <p:spPr>
          <a:xfrm>
            <a:off x="4846978" y="4525748"/>
            <a:ext cx="1763373" cy="5197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 smtClean="0"/>
          </a:p>
        </p:txBody>
      </p:sp>
      <p:sp>
        <p:nvSpPr>
          <p:cNvPr id="229" name="AutoShape 140"/>
          <p:cNvSpPr>
            <a:spLocks noChangeArrowheads="1"/>
          </p:cNvSpPr>
          <p:nvPr/>
        </p:nvSpPr>
        <p:spPr bwMode="gray">
          <a:xfrm>
            <a:off x="1542757" y="3882927"/>
            <a:ext cx="1238305" cy="264903"/>
          </a:xfrm>
          <a:prstGeom prst="roundRect">
            <a:avLst>
              <a:gd name="adj" fmla="val 16667"/>
            </a:avLst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48244" rIns="0" bIns="48244" numCol="1" rtlCol="0" anchor="ctr" anchorCtr="0" compatLnSpc="1">
            <a:prstTxWarp prst="textNoShape">
              <a:avLst/>
            </a:prstTxWarp>
          </a:bodyPr>
          <a:lstStyle/>
          <a:p>
            <a:pPr marL="0" lvl="1" algn="ctr" defTabSz="1197712" eaLnBrk="0" fontAlgn="base" latinLnBrk="0" hangingPunct="0">
              <a:spcBef>
                <a:spcPct val="0"/>
              </a:spcBef>
              <a:spcAft>
                <a:spcPct val="0"/>
              </a:spcAft>
              <a:buClr>
                <a:srgbClr val="3271AA"/>
              </a:buClr>
              <a:buSzPct val="140000"/>
              <a:tabLst>
                <a:tab pos="6489417" algn="l"/>
              </a:tabLst>
            </a:pPr>
            <a:r>
              <a:rPr lang="ko-KR" altLang="en-US" sz="1800" dirty="0">
                <a:solidFill>
                  <a:schemeClr val="bg1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송지훈 </a:t>
            </a:r>
            <a:r>
              <a:rPr lang="ko-KR" altLang="en-US" sz="1400" dirty="0">
                <a:solidFill>
                  <a:schemeClr val="bg1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부장</a:t>
            </a:r>
          </a:p>
        </p:txBody>
      </p:sp>
      <p:sp>
        <p:nvSpPr>
          <p:cNvPr id="230" name="TextBox 229"/>
          <p:cNvSpPr txBox="1"/>
          <p:nvPr/>
        </p:nvSpPr>
        <p:spPr>
          <a:xfrm>
            <a:off x="588214" y="4195952"/>
            <a:ext cx="496223" cy="297485"/>
          </a:xfrm>
          <a:prstGeom prst="rect">
            <a:avLst/>
          </a:prstGeom>
          <a:noFill/>
        </p:spPr>
        <p:txBody>
          <a:bodyPr wrap="none" lIns="96487" tIns="48244" rIns="96487" bIns="48244" rtlCol="0">
            <a:spAutoFit/>
          </a:bodyPr>
          <a:lstStyle/>
          <a:p>
            <a:r>
              <a:rPr lang="ko-KR" altLang="en-US" sz="1300" dirty="0" smtClean="0">
                <a:solidFill>
                  <a:schemeClr val="bg1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경력</a:t>
            </a:r>
            <a:endParaRPr lang="ko-KR" altLang="en-US" sz="1300" dirty="0">
              <a:solidFill>
                <a:schemeClr val="bg1"/>
              </a:solidFill>
              <a:latin typeface="Rix모던고딕 B" panose="02020603020101020101" pitchFamily="18" charset="-127"/>
              <a:ea typeface="Rix모던고딕 B" panose="02020603020101020101" pitchFamily="18" charset="-127"/>
            </a:endParaRPr>
          </a:p>
        </p:txBody>
      </p:sp>
      <p:sp>
        <p:nvSpPr>
          <p:cNvPr id="231" name="TextBox 230"/>
          <p:cNvSpPr txBox="1"/>
          <p:nvPr/>
        </p:nvSpPr>
        <p:spPr>
          <a:xfrm>
            <a:off x="1184311" y="4532923"/>
            <a:ext cx="1720454" cy="497540"/>
          </a:xfrm>
          <a:prstGeom prst="rect">
            <a:avLst/>
          </a:prstGeom>
          <a:noFill/>
        </p:spPr>
        <p:txBody>
          <a:bodyPr wrap="square" lIns="96487" tIns="48244" rIns="96487" bIns="48244" rtlCol="0">
            <a:spAutoFit/>
          </a:bodyPr>
          <a:lstStyle/>
          <a:p>
            <a:pPr marL="108000" indent="-108000">
              <a:buFont typeface="Arial" panose="020B0604020202020204" pitchFamily="34" charset="0"/>
              <a:buChar char="•"/>
            </a:pPr>
            <a:r>
              <a:rPr lang="en-US" altLang="ko-KR" sz="130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CCIE</a:t>
            </a:r>
          </a:p>
          <a:p>
            <a:pPr marL="108000" indent="-108000">
              <a:buFont typeface="Arial" panose="020B0604020202020204" pitchFamily="34" charset="0"/>
              <a:buChar char="•"/>
            </a:pPr>
            <a:r>
              <a:rPr lang="ko-KR" altLang="en-US" sz="1300" spc="-70" dirty="0">
                <a:solidFill>
                  <a:schemeClr val="tx1">
                    <a:lumMod val="75000"/>
                    <a:lumOff val="25000"/>
                  </a:schemeClr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대규모 </a:t>
            </a:r>
            <a:r>
              <a:rPr lang="ko-KR" altLang="en-US" sz="1300" spc="-7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네트워크 구축</a:t>
            </a:r>
            <a:endParaRPr lang="ko-KR" altLang="en-US" sz="1300" spc="-70" dirty="0">
              <a:solidFill>
                <a:schemeClr val="tx1">
                  <a:lumMod val="75000"/>
                  <a:lumOff val="25000"/>
                </a:schemeClr>
              </a:solidFill>
              <a:latin typeface="Rix모던고딕 M" panose="02020603020101020101" pitchFamily="18" charset="-127"/>
              <a:ea typeface="Rix모던고딕 M" panose="02020603020101020101" pitchFamily="18" charset="-127"/>
            </a:endParaRPr>
          </a:p>
        </p:txBody>
      </p:sp>
      <p:sp>
        <p:nvSpPr>
          <p:cNvPr id="232" name="직사각형 231"/>
          <p:cNvSpPr/>
          <p:nvPr/>
        </p:nvSpPr>
        <p:spPr>
          <a:xfrm>
            <a:off x="1171686" y="4211423"/>
            <a:ext cx="1763373" cy="2598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 smtClean="0"/>
          </a:p>
        </p:txBody>
      </p:sp>
      <p:sp>
        <p:nvSpPr>
          <p:cNvPr id="233" name="직사각형 232"/>
          <p:cNvSpPr/>
          <p:nvPr/>
        </p:nvSpPr>
        <p:spPr>
          <a:xfrm>
            <a:off x="3009333" y="4211423"/>
            <a:ext cx="1763373" cy="2598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 smtClean="0"/>
          </a:p>
        </p:txBody>
      </p:sp>
      <p:sp>
        <p:nvSpPr>
          <p:cNvPr id="234" name="직사각형 233"/>
          <p:cNvSpPr/>
          <p:nvPr/>
        </p:nvSpPr>
        <p:spPr>
          <a:xfrm>
            <a:off x="4846978" y="4211423"/>
            <a:ext cx="1763373" cy="2598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 smtClean="0"/>
          </a:p>
        </p:txBody>
      </p:sp>
      <p:sp>
        <p:nvSpPr>
          <p:cNvPr id="235" name="TextBox 234"/>
          <p:cNvSpPr txBox="1"/>
          <p:nvPr/>
        </p:nvSpPr>
        <p:spPr>
          <a:xfrm>
            <a:off x="1184311" y="4192868"/>
            <a:ext cx="618051" cy="297485"/>
          </a:xfrm>
          <a:prstGeom prst="rect">
            <a:avLst/>
          </a:prstGeom>
          <a:noFill/>
        </p:spPr>
        <p:txBody>
          <a:bodyPr wrap="none" lIns="96487" tIns="48244" rIns="96487" bIns="48244" rtlCol="0">
            <a:spAutoFit/>
          </a:bodyPr>
          <a:lstStyle/>
          <a:p>
            <a:pPr marL="108000" indent="-108000">
              <a:buFont typeface="Arial" panose="020B0604020202020204" pitchFamily="34" charset="0"/>
              <a:buChar char="•"/>
            </a:pPr>
            <a:r>
              <a:rPr lang="en-US" altLang="ko-KR" sz="1300" spc="-1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17</a:t>
            </a:r>
            <a:r>
              <a:rPr lang="ko-KR" altLang="en-US" sz="1300" spc="-1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년</a:t>
            </a:r>
            <a:endParaRPr lang="ko-KR" altLang="en-US" sz="1300" spc="-100" dirty="0">
              <a:solidFill>
                <a:schemeClr val="tx1">
                  <a:lumMod val="75000"/>
                  <a:lumOff val="25000"/>
                </a:schemeClr>
              </a:solidFill>
              <a:latin typeface="Rix모던고딕 M" panose="02020603020101020101" pitchFamily="18" charset="-127"/>
              <a:ea typeface="Rix모던고딕 M" panose="02020603020101020101" pitchFamily="18" charset="-127"/>
            </a:endParaRPr>
          </a:p>
        </p:txBody>
      </p:sp>
      <p:sp>
        <p:nvSpPr>
          <p:cNvPr id="236" name="TextBox 235"/>
          <p:cNvSpPr txBox="1"/>
          <p:nvPr/>
        </p:nvSpPr>
        <p:spPr>
          <a:xfrm>
            <a:off x="3031998" y="4532923"/>
            <a:ext cx="1740708" cy="497540"/>
          </a:xfrm>
          <a:prstGeom prst="rect">
            <a:avLst/>
          </a:prstGeom>
          <a:noFill/>
        </p:spPr>
        <p:txBody>
          <a:bodyPr wrap="square" lIns="96487" tIns="48244" rIns="96487" bIns="48244" rtlCol="0">
            <a:spAutoFit/>
          </a:bodyPr>
          <a:lstStyle/>
          <a:p>
            <a:pPr marL="108000" indent="-108000">
              <a:buFont typeface="Arial" panose="020B0604020202020204" pitchFamily="34" charset="0"/>
              <a:buChar char="•"/>
            </a:pPr>
            <a:r>
              <a:rPr lang="ko-KR" altLang="en-US" sz="130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대규모 </a:t>
            </a:r>
            <a:r>
              <a:rPr lang="ko-KR" altLang="en-US" sz="1300" spc="-1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사업 구축 전문</a:t>
            </a:r>
            <a:endParaRPr lang="ko-KR" altLang="en-US" sz="1300" spc="-100" dirty="0">
              <a:solidFill>
                <a:schemeClr val="tx1">
                  <a:lumMod val="75000"/>
                  <a:lumOff val="25000"/>
                </a:schemeClr>
              </a:solidFill>
              <a:latin typeface="Rix모던고딕 M" panose="02020603020101020101" pitchFamily="18" charset="-127"/>
              <a:ea typeface="Rix모던고딕 M" panose="02020603020101020101" pitchFamily="18" charset="-127"/>
            </a:endParaRPr>
          </a:p>
          <a:p>
            <a:pPr marL="108000" indent="-108000">
              <a:buFont typeface="Arial" panose="020B0604020202020204" pitchFamily="34" charset="0"/>
              <a:buChar char="•"/>
            </a:pPr>
            <a:r>
              <a:rPr lang="en-US" altLang="ko-KR" sz="130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BMT, </a:t>
            </a:r>
            <a:r>
              <a:rPr lang="ko-KR" altLang="en-US" sz="1300" spc="-1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정보보호 </a:t>
            </a:r>
            <a:endParaRPr lang="ko-KR" altLang="en-US" sz="1300" spc="-100" dirty="0">
              <a:solidFill>
                <a:schemeClr val="tx1">
                  <a:lumMod val="75000"/>
                  <a:lumOff val="25000"/>
                </a:schemeClr>
              </a:solidFill>
              <a:latin typeface="Rix모던고딕 M" panose="02020603020101020101" pitchFamily="18" charset="-127"/>
              <a:ea typeface="Rix모던고딕 M" panose="02020603020101020101" pitchFamily="18" charset="-127"/>
            </a:endParaRPr>
          </a:p>
        </p:txBody>
      </p:sp>
      <p:sp>
        <p:nvSpPr>
          <p:cNvPr id="237" name="TextBox 236"/>
          <p:cNvSpPr txBox="1"/>
          <p:nvPr/>
        </p:nvSpPr>
        <p:spPr>
          <a:xfrm>
            <a:off x="3031998" y="4192868"/>
            <a:ext cx="618051" cy="297485"/>
          </a:xfrm>
          <a:prstGeom prst="rect">
            <a:avLst/>
          </a:prstGeom>
          <a:noFill/>
        </p:spPr>
        <p:txBody>
          <a:bodyPr wrap="none" lIns="96487" tIns="48244" rIns="96487" bIns="48244" rtlCol="0">
            <a:spAutoFit/>
          </a:bodyPr>
          <a:lstStyle/>
          <a:p>
            <a:pPr marL="108000" indent="-108000">
              <a:buFont typeface="Arial" panose="020B0604020202020204" pitchFamily="34" charset="0"/>
              <a:buChar char="•"/>
            </a:pPr>
            <a:r>
              <a:rPr lang="en-US" altLang="ko-KR" sz="1300" spc="-1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15</a:t>
            </a:r>
            <a:r>
              <a:rPr lang="ko-KR" altLang="en-US" sz="1300" spc="-1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년</a:t>
            </a:r>
            <a:endParaRPr lang="ko-KR" altLang="en-US" sz="1300" spc="-100" dirty="0">
              <a:solidFill>
                <a:schemeClr val="tx1">
                  <a:lumMod val="75000"/>
                  <a:lumOff val="25000"/>
                </a:schemeClr>
              </a:solidFill>
              <a:latin typeface="Rix모던고딕 M" panose="02020603020101020101" pitchFamily="18" charset="-127"/>
              <a:ea typeface="Rix모던고딕 M" panose="02020603020101020101" pitchFamily="18" charset="-127"/>
            </a:endParaRPr>
          </a:p>
        </p:txBody>
      </p:sp>
      <p:sp>
        <p:nvSpPr>
          <p:cNvPr id="238" name="TextBox 237"/>
          <p:cNvSpPr txBox="1"/>
          <p:nvPr/>
        </p:nvSpPr>
        <p:spPr>
          <a:xfrm>
            <a:off x="4868130" y="4532923"/>
            <a:ext cx="1640767" cy="497540"/>
          </a:xfrm>
          <a:prstGeom prst="rect">
            <a:avLst/>
          </a:prstGeom>
          <a:noFill/>
        </p:spPr>
        <p:txBody>
          <a:bodyPr wrap="none" lIns="96487" tIns="48244" rIns="96487" bIns="48244" rtlCol="0">
            <a:spAutoFit/>
          </a:bodyPr>
          <a:lstStyle/>
          <a:p>
            <a:pPr marL="108000" indent="-108000">
              <a:buFont typeface="Arial" panose="020B0604020202020204" pitchFamily="34" charset="0"/>
              <a:buChar char="•"/>
            </a:pPr>
            <a:r>
              <a:rPr lang="ko-KR" altLang="en-US" sz="1300" spc="-1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영상 시스템 구축 전문</a:t>
            </a:r>
            <a:endParaRPr lang="en-US" altLang="ko-KR" sz="1300" spc="-100" dirty="0" smtClean="0">
              <a:solidFill>
                <a:schemeClr val="tx1">
                  <a:lumMod val="75000"/>
                  <a:lumOff val="25000"/>
                </a:schemeClr>
              </a:solidFill>
              <a:latin typeface="Rix모던고딕 M" panose="02020603020101020101" pitchFamily="18" charset="-127"/>
              <a:ea typeface="Rix모던고딕 M" panose="02020603020101020101" pitchFamily="18" charset="-127"/>
            </a:endParaRPr>
          </a:p>
          <a:p>
            <a:pPr marL="108000" indent="-108000">
              <a:buFont typeface="Arial" panose="020B0604020202020204" pitchFamily="34" charset="0"/>
              <a:buChar char="•"/>
            </a:pPr>
            <a:r>
              <a:rPr lang="ko-KR" altLang="en-US" sz="1300" spc="-7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영상체계 구축</a:t>
            </a:r>
            <a:endParaRPr lang="ko-KR" altLang="en-US" sz="1300" spc="-70" dirty="0">
              <a:solidFill>
                <a:schemeClr val="tx1">
                  <a:lumMod val="75000"/>
                  <a:lumOff val="25000"/>
                </a:schemeClr>
              </a:solidFill>
              <a:latin typeface="Rix모던고딕 M" panose="02020603020101020101" pitchFamily="18" charset="-127"/>
              <a:ea typeface="Rix모던고딕 M" panose="02020603020101020101" pitchFamily="18" charset="-127"/>
            </a:endParaRPr>
          </a:p>
        </p:txBody>
      </p:sp>
      <p:sp>
        <p:nvSpPr>
          <p:cNvPr id="239" name="TextBox 238"/>
          <p:cNvSpPr txBox="1"/>
          <p:nvPr/>
        </p:nvSpPr>
        <p:spPr>
          <a:xfrm>
            <a:off x="4868130" y="4192868"/>
            <a:ext cx="618051" cy="297485"/>
          </a:xfrm>
          <a:prstGeom prst="rect">
            <a:avLst/>
          </a:prstGeom>
          <a:noFill/>
        </p:spPr>
        <p:txBody>
          <a:bodyPr wrap="none" lIns="96487" tIns="48244" rIns="96487" bIns="48244" rtlCol="0">
            <a:spAutoFit/>
          </a:bodyPr>
          <a:lstStyle/>
          <a:p>
            <a:pPr marL="108000" indent="-108000">
              <a:buFont typeface="Arial" panose="020B0604020202020204" pitchFamily="34" charset="0"/>
              <a:buChar char="•"/>
            </a:pPr>
            <a:r>
              <a:rPr lang="en-US" altLang="ko-KR" sz="1300" spc="-1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21</a:t>
            </a:r>
            <a:r>
              <a:rPr lang="ko-KR" altLang="en-US" sz="1300" spc="-1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년</a:t>
            </a:r>
            <a:endParaRPr lang="ko-KR" altLang="en-US" sz="1300" spc="-100" dirty="0">
              <a:solidFill>
                <a:schemeClr val="tx1">
                  <a:lumMod val="75000"/>
                  <a:lumOff val="25000"/>
                </a:schemeClr>
              </a:solidFill>
              <a:latin typeface="Rix모던고딕 M" panose="02020603020101020101" pitchFamily="18" charset="-127"/>
              <a:ea typeface="Rix모던고딕 M" panose="02020603020101020101" pitchFamily="18" charset="-127"/>
            </a:endParaRPr>
          </a:p>
        </p:txBody>
      </p:sp>
      <p:sp>
        <p:nvSpPr>
          <p:cNvPr id="240" name="TextBox 239"/>
          <p:cNvSpPr txBox="1"/>
          <p:nvPr/>
        </p:nvSpPr>
        <p:spPr>
          <a:xfrm>
            <a:off x="588214" y="4627312"/>
            <a:ext cx="496223" cy="297485"/>
          </a:xfrm>
          <a:prstGeom prst="rect">
            <a:avLst/>
          </a:prstGeom>
          <a:noFill/>
        </p:spPr>
        <p:txBody>
          <a:bodyPr wrap="none" lIns="96487" tIns="48244" rIns="96487" bIns="48244" rtlCol="0">
            <a:spAutoFit/>
          </a:bodyPr>
          <a:lstStyle/>
          <a:p>
            <a:r>
              <a:rPr lang="ko-KR" altLang="en-US" sz="1300" dirty="0">
                <a:solidFill>
                  <a:schemeClr val="bg1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경험</a:t>
            </a:r>
          </a:p>
        </p:txBody>
      </p:sp>
      <p:sp>
        <p:nvSpPr>
          <p:cNvPr id="241" name="직사각형 240"/>
          <p:cNvSpPr/>
          <p:nvPr/>
        </p:nvSpPr>
        <p:spPr>
          <a:xfrm>
            <a:off x="1171686" y="3556372"/>
            <a:ext cx="5438665" cy="259880"/>
          </a:xfrm>
          <a:prstGeom prst="rect">
            <a:avLst/>
          </a:prstGeom>
          <a:solidFill>
            <a:srgbClr val="1B91C1">
              <a:alpha val="8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1010797" latinLnBrk="0">
              <a:lnSpc>
                <a:spcPct val="110000"/>
              </a:lnSpc>
            </a:pPr>
            <a:r>
              <a:rPr lang="ko-KR" altLang="en-US" sz="1500" spc="-106" dirty="0">
                <a:gradFill>
                  <a:gsLst>
                    <a:gs pos="0">
                      <a:prstClr val="white"/>
                    </a:gs>
                    <a:gs pos="100000">
                      <a:prstClr val="white"/>
                    </a:gs>
                  </a:gsLst>
                  <a:lin ang="5400000" scaled="0"/>
                </a:gra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수행 팀 핵심 인력</a:t>
            </a:r>
          </a:p>
        </p:txBody>
      </p:sp>
      <p:sp>
        <p:nvSpPr>
          <p:cNvPr id="242" name="AutoShape 140"/>
          <p:cNvSpPr>
            <a:spLocks noChangeArrowheads="1"/>
          </p:cNvSpPr>
          <p:nvPr/>
        </p:nvSpPr>
        <p:spPr bwMode="gray">
          <a:xfrm>
            <a:off x="3404203" y="3882927"/>
            <a:ext cx="1238305" cy="264903"/>
          </a:xfrm>
          <a:prstGeom prst="roundRect">
            <a:avLst>
              <a:gd name="adj" fmla="val 16667"/>
            </a:avLst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48244" rIns="0" bIns="48244" numCol="1" rtlCol="0" anchor="ctr" anchorCtr="0" compatLnSpc="1">
            <a:prstTxWarp prst="textNoShape">
              <a:avLst/>
            </a:prstTxWarp>
          </a:bodyPr>
          <a:lstStyle/>
          <a:p>
            <a:pPr marL="0" lvl="1" algn="ctr" defTabSz="1197712" eaLnBrk="0" fontAlgn="base" latinLnBrk="0" hangingPunct="0">
              <a:spcBef>
                <a:spcPct val="0"/>
              </a:spcBef>
              <a:spcAft>
                <a:spcPct val="0"/>
              </a:spcAft>
              <a:buClr>
                <a:srgbClr val="3271AA"/>
              </a:buClr>
              <a:buSzPct val="140000"/>
              <a:tabLst>
                <a:tab pos="6489417" algn="l"/>
              </a:tabLst>
            </a:pPr>
            <a:r>
              <a:rPr lang="ko-KR" altLang="en-US" sz="1800" dirty="0">
                <a:solidFill>
                  <a:schemeClr val="bg1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이인성 </a:t>
            </a:r>
            <a:r>
              <a:rPr lang="ko-KR" altLang="en-US" sz="1400" dirty="0">
                <a:solidFill>
                  <a:schemeClr val="bg1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부장</a:t>
            </a:r>
          </a:p>
        </p:txBody>
      </p:sp>
      <p:sp>
        <p:nvSpPr>
          <p:cNvPr id="243" name="AutoShape 140"/>
          <p:cNvSpPr>
            <a:spLocks noChangeArrowheads="1"/>
          </p:cNvSpPr>
          <p:nvPr/>
        </p:nvSpPr>
        <p:spPr bwMode="gray">
          <a:xfrm>
            <a:off x="5213574" y="3882927"/>
            <a:ext cx="1238305" cy="264903"/>
          </a:xfrm>
          <a:prstGeom prst="roundRect">
            <a:avLst>
              <a:gd name="adj" fmla="val 16667"/>
            </a:avLst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48244" rIns="0" bIns="48244" numCol="1" rtlCol="0" anchor="ctr" anchorCtr="0" compatLnSpc="1">
            <a:prstTxWarp prst="textNoShape">
              <a:avLst/>
            </a:prstTxWarp>
          </a:bodyPr>
          <a:lstStyle/>
          <a:p>
            <a:pPr marL="0" lvl="1" algn="ctr" defTabSz="1197712" eaLnBrk="0" fontAlgn="base" latinLnBrk="0" hangingPunct="0">
              <a:spcBef>
                <a:spcPct val="0"/>
              </a:spcBef>
              <a:spcAft>
                <a:spcPct val="0"/>
              </a:spcAft>
              <a:buClr>
                <a:srgbClr val="3271AA"/>
              </a:buClr>
              <a:buSzPct val="140000"/>
              <a:tabLst>
                <a:tab pos="6489417" algn="l"/>
              </a:tabLst>
            </a:pPr>
            <a:r>
              <a:rPr lang="ko-KR" altLang="en-US" sz="1800" dirty="0" smtClean="0">
                <a:solidFill>
                  <a:schemeClr val="bg1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문남호 </a:t>
            </a:r>
            <a:r>
              <a:rPr lang="ko-KR" altLang="en-US" sz="1400" dirty="0">
                <a:solidFill>
                  <a:schemeClr val="bg1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부장</a:t>
            </a:r>
          </a:p>
        </p:txBody>
      </p:sp>
      <p:grpSp>
        <p:nvGrpSpPr>
          <p:cNvPr id="244" name="그룹 243"/>
          <p:cNvGrpSpPr/>
          <p:nvPr/>
        </p:nvGrpSpPr>
        <p:grpSpPr>
          <a:xfrm rot="20524207">
            <a:off x="1213479" y="3822378"/>
            <a:ext cx="403249" cy="396480"/>
            <a:chOff x="-101059" y="4179602"/>
            <a:chExt cx="981661" cy="965184"/>
          </a:xfrm>
        </p:grpSpPr>
        <p:pic>
          <p:nvPicPr>
            <p:cNvPr id="245" name="Picture 4" descr="G:\work\다원아이씨티\국방전산정보원\이미지들-06.png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-74940" y="4179602"/>
              <a:ext cx="908050" cy="9080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46" name="TextBox 245"/>
            <p:cNvSpPr txBox="1"/>
            <p:nvPr/>
          </p:nvSpPr>
          <p:spPr>
            <a:xfrm>
              <a:off x="-101059" y="4570442"/>
              <a:ext cx="981661" cy="574344"/>
            </a:xfrm>
            <a:prstGeom prst="rect">
              <a:avLst/>
            </a:prstGeom>
            <a:noFill/>
          </p:spPr>
          <p:txBody>
            <a:bodyPr wrap="none" lIns="96487" tIns="48244" rIns="96487" bIns="48244" rtlCol="0">
              <a:spAutoFit/>
            </a:bodyPr>
            <a:lstStyle/>
            <a:p>
              <a:pPr algn="ctr"/>
              <a:r>
                <a:rPr lang="ko-KR" altLang="en-US" sz="900" dirty="0" smtClean="0">
                  <a:solidFill>
                    <a:schemeClr val="bg1"/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</a:rPr>
                <a:t>특</a:t>
              </a:r>
              <a:r>
                <a:rPr lang="ko-KR" altLang="en-US" sz="900" dirty="0">
                  <a:solidFill>
                    <a:schemeClr val="bg1"/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</a:rPr>
                <a:t>급</a:t>
              </a:r>
            </a:p>
          </p:txBody>
        </p:sp>
      </p:grpSp>
      <p:grpSp>
        <p:nvGrpSpPr>
          <p:cNvPr id="247" name="그룹 246"/>
          <p:cNvGrpSpPr/>
          <p:nvPr/>
        </p:nvGrpSpPr>
        <p:grpSpPr>
          <a:xfrm>
            <a:off x="776027" y="2578100"/>
            <a:ext cx="657613" cy="922122"/>
            <a:chOff x="648833" y="2514600"/>
            <a:chExt cx="657613" cy="922122"/>
          </a:xfrm>
        </p:grpSpPr>
        <p:grpSp>
          <p:nvGrpSpPr>
            <p:cNvPr id="248" name="그룹 247"/>
            <p:cNvGrpSpPr/>
            <p:nvPr/>
          </p:nvGrpSpPr>
          <p:grpSpPr>
            <a:xfrm rot="20524207">
              <a:off x="648833" y="2850859"/>
              <a:ext cx="507941" cy="520313"/>
              <a:chOff x="-74940" y="4179602"/>
              <a:chExt cx="908050" cy="930167"/>
            </a:xfrm>
          </p:grpSpPr>
          <p:pic>
            <p:nvPicPr>
              <p:cNvPr id="250" name="Picture 4" descr="G:\work\다원아이씨티\국방전산정보원\이미지들-06.png"/>
              <p:cNvPicPr>
                <a:picLocks noChangeAspect="1" noChangeArrowheads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-74940" y="4179602"/>
                <a:ext cx="908050" cy="90805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251" name="TextBox 250"/>
              <p:cNvSpPr txBox="1"/>
              <p:nvPr/>
            </p:nvSpPr>
            <p:spPr>
              <a:xfrm>
                <a:off x="-30857" y="4605464"/>
                <a:ext cx="841251" cy="504305"/>
              </a:xfrm>
              <a:prstGeom prst="rect">
                <a:avLst/>
              </a:prstGeom>
              <a:noFill/>
            </p:spPr>
            <p:txBody>
              <a:bodyPr wrap="none" lIns="96487" tIns="48244" rIns="96487" bIns="48244" rtlCol="0">
                <a:spAutoFit/>
              </a:bodyPr>
              <a:lstStyle/>
              <a:p>
                <a:pPr algn="ctr"/>
                <a:r>
                  <a:rPr lang="ko-KR" altLang="en-US" sz="1200" dirty="0" smtClean="0">
                    <a:solidFill>
                      <a:schemeClr val="bg1"/>
                    </a:solidFill>
                    <a:latin typeface="Rix모던고딕 B" panose="02020603020101020101" pitchFamily="18" charset="-127"/>
                    <a:ea typeface="Rix모던고딕 B" panose="02020603020101020101" pitchFamily="18" charset="-127"/>
                  </a:rPr>
                  <a:t>특</a:t>
                </a:r>
                <a:r>
                  <a:rPr lang="ko-KR" altLang="en-US" sz="1200" dirty="0">
                    <a:solidFill>
                      <a:schemeClr val="bg1"/>
                    </a:solidFill>
                    <a:latin typeface="Rix모던고딕 B" panose="02020603020101020101" pitchFamily="18" charset="-127"/>
                    <a:ea typeface="Rix모던고딕 B" panose="02020603020101020101" pitchFamily="18" charset="-127"/>
                  </a:rPr>
                  <a:t>급</a:t>
                </a:r>
              </a:p>
            </p:txBody>
          </p:sp>
        </p:grpSp>
        <p:pic>
          <p:nvPicPr>
            <p:cNvPr id="249" name="Picture 6" descr="G:\work\아이티센시스템즈\경찰청공조조회유지보수\icon&amp;dia\클립아트-07.png"/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19502" y="2514600"/>
              <a:ext cx="286944" cy="92212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252" name="그룹 251"/>
          <p:cNvGrpSpPr/>
          <p:nvPr/>
        </p:nvGrpSpPr>
        <p:grpSpPr>
          <a:xfrm rot="20524207">
            <a:off x="3026923" y="3822377"/>
            <a:ext cx="403249" cy="396480"/>
            <a:chOff x="-101059" y="4179602"/>
            <a:chExt cx="981661" cy="965184"/>
          </a:xfrm>
        </p:grpSpPr>
        <p:pic>
          <p:nvPicPr>
            <p:cNvPr id="253" name="Picture 4" descr="G:\work\다원아이씨티\국방전산정보원\이미지들-06.png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-74940" y="4179602"/>
              <a:ext cx="908050" cy="9080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54" name="TextBox 253"/>
            <p:cNvSpPr txBox="1"/>
            <p:nvPr/>
          </p:nvSpPr>
          <p:spPr>
            <a:xfrm>
              <a:off x="-101059" y="4570442"/>
              <a:ext cx="981661" cy="574344"/>
            </a:xfrm>
            <a:prstGeom prst="rect">
              <a:avLst/>
            </a:prstGeom>
            <a:noFill/>
          </p:spPr>
          <p:txBody>
            <a:bodyPr wrap="none" lIns="96487" tIns="48244" rIns="96487" bIns="48244" rtlCol="0">
              <a:spAutoFit/>
            </a:bodyPr>
            <a:lstStyle/>
            <a:p>
              <a:pPr algn="ctr"/>
              <a:r>
                <a:rPr lang="ko-KR" altLang="en-US" sz="900" dirty="0" smtClean="0">
                  <a:solidFill>
                    <a:schemeClr val="bg1"/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</a:rPr>
                <a:t>특</a:t>
              </a:r>
              <a:r>
                <a:rPr lang="ko-KR" altLang="en-US" sz="900" dirty="0">
                  <a:solidFill>
                    <a:schemeClr val="bg1"/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</a:rPr>
                <a:t>급</a:t>
              </a:r>
            </a:p>
          </p:txBody>
        </p:sp>
      </p:grpSp>
      <p:grpSp>
        <p:nvGrpSpPr>
          <p:cNvPr id="255" name="그룹 254"/>
          <p:cNvGrpSpPr/>
          <p:nvPr/>
        </p:nvGrpSpPr>
        <p:grpSpPr>
          <a:xfrm rot="20524207">
            <a:off x="4832937" y="3822379"/>
            <a:ext cx="403249" cy="396480"/>
            <a:chOff x="-101058" y="4179602"/>
            <a:chExt cx="981661" cy="965183"/>
          </a:xfrm>
        </p:grpSpPr>
        <p:pic>
          <p:nvPicPr>
            <p:cNvPr id="256" name="Picture 4" descr="G:\work\다원아이씨티\국방전산정보원\이미지들-06.png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-74940" y="4179602"/>
              <a:ext cx="908050" cy="9080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57" name="TextBox 256"/>
            <p:cNvSpPr txBox="1"/>
            <p:nvPr/>
          </p:nvSpPr>
          <p:spPr>
            <a:xfrm>
              <a:off x="-101058" y="4570442"/>
              <a:ext cx="981661" cy="574343"/>
            </a:xfrm>
            <a:prstGeom prst="rect">
              <a:avLst/>
            </a:prstGeom>
            <a:noFill/>
          </p:spPr>
          <p:txBody>
            <a:bodyPr wrap="none" lIns="96487" tIns="48244" rIns="96487" bIns="48244" rtlCol="0">
              <a:spAutoFit/>
            </a:bodyPr>
            <a:lstStyle/>
            <a:p>
              <a:pPr algn="ctr"/>
              <a:r>
                <a:rPr lang="ko-KR" altLang="en-US" sz="900" dirty="0" smtClean="0">
                  <a:solidFill>
                    <a:schemeClr val="bg1"/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</a:rPr>
                <a:t>특급</a:t>
              </a:r>
              <a:endParaRPr lang="ko-KR" altLang="en-US" sz="900" dirty="0">
                <a:solidFill>
                  <a:schemeClr val="bg1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endParaRPr>
            </a:p>
          </p:txBody>
        </p:sp>
      </p:grpSp>
      <p:grpSp>
        <p:nvGrpSpPr>
          <p:cNvPr id="258" name="그룹 257"/>
          <p:cNvGrpSpPr/>
          <p:nvPr/>
        </p:nvGrpSpPr>
        <p:grpSpPr>
          <a:xfrm rot="20524207">
            <a:off x="1213478" y="5732413"/>
            <a:ext cx="403249" cy="396480"/>
            <a:chOff x="-101059" y="4179602"/>
            <a:chExt cx="981661" cy="965184"/>
          </a:xfrm>
        </p:grpSpPr>
        <p:pic>
          <p:nvPicPr>
            <p:cNvPr id="259" name="Picture 4" descr="G:\work\다원아이씨티\국방전산정보원\이미지들-06.png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-74940" y="4179602"/>
              <a:ext cx="908050" cy="9080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60" name="TextBox 259"/>
            <p:cNvSpPr txBox="1"/>
            <p:nvPr/>
          </p:nvSpPr>
          <p:spPr>
            <a:xfrm>
              <a:off x="-101059" y="4570442"/>
              <a:ext cx="981661" cy="574344"/>
            </a:xfrm>
            <a:prstGeom prst="rect">
              <a:avLst/>
            </a:prstGeom>
            <a:noFill/>
          </p:spPr>
          <p:txBody>
            <a:bodyPr wrap="none" lIns="96487" tIns="48244" rIns="96487" bIns="48244" rtlCol="0">
              <a:spAutoFit/>
            </a:bodyPr>
            <a:lstStyle/>
            <a:p>
              <a:pPr algn="ctr"/>
              <a:r>
                <a:rPr lang="ko-KR" altLang="en-US" sz="900" dirty="0" smtClean="0">
                  <a:solidFill>
                    <a:schemeClr val="bg1"/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</a:rPr>
                <a:t>특</a:t>
              </a:r>
              <a:r>
                <a:rPr lang="ko-KR" altLang="en-US" sz="900" dirty="0">
                  <a:solidFill>
                    <a:schemeClr val="bg1"/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</a:rPr>
                <a:t>급</a:t>
              </a:r>
            </a:p>
          </p:txBody>
        </p:sp>
      </p:grpSp>
      <p:grpSp>
        <p:nvGrpSpPr>
          <p:cNvPr id="261" name="그룹 260"/>
          <p:cNvGrpSpPr/>
          <p:nvPr/>
        </p:nvGrpSpPr>
        <p:grpSpPr>
          <a:xfrm rot="20524207">
            <a:off x="3026922" y="5732412"/>
            <a:ext cx="403249" cy="396480"/>
            <a:chOff x="-101059" y="4179602"/>
            <a:chExt cx="981661" cy="965184"/>
          </a:xfrm>
        </p:grpSpPr>
        <p:pic>
          <p:nvPicPr>
            <p:cNvPr id="262" name="Picture 4" descr="G:\work\다원아이씨티\국방전산정보원\이미지들-06.png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-74940" y="4179602"/>
              <a:ext cx="908050" cy="9080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63" name="TextBox 262"/>
            <p:cNvSpPr txBox="1"/>
            <p:nvPr/>
          </p:nvSpPr>
          <p:spPr>
            <a:xfrm>
              <a:off x="-101059" y="4570442"/>
              <a:ext cx="981661" cy="574344"/>
            </a:xfrm>
            <a:prstGeom prst="rect">
              <a:avLst/>
            </a:prstGeom>
            <a:noFill/>
          </p:spPr>
          <p:txBody>
            <a:bodyPr wrap="none" lIns="96487" tIns="48244" rIns="96487" bIns="48244" rtlCol="0">
              <a:spAutoFit/>
            </a:bodyPr>
            <a:lstStyle/>
            <a:p>
              <a:pPr algn="ctr"/>
              <a:r>
                <a:rPr lang="ko-KR" altLang="en-US" sz="900" dirty="0" smtClean="0">
                  <a:solidFill>
                    <a:schemeClr val="bg1"/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</a:rPr>
                <a:t>특</a:t>
              </a:r>
              <a:r>
                <a:rPr lang="ko-KR" altLang="en-US" sz="900" dirty="0">
                  <a:solidFill>
                    <a:schemeClr val="bg1"/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</a:rPr>
                <a:t>급</a:t>
              </a:r>
            </a:p>
          </p:txBody>
        </p:sp>
      </p:grpSp>
      <p:grpSp>
        <p:nvGrpSpPr>
          <p:cNvPr id="264" name="그룹 263"/>
          <p:cNvGrpSpPr/>
          <p:nvPr/>
        </p:nvGrpSpPr>
        <p:grpSpPr>
          <a:xfrm rot="20524207">
            <a:off x="4832935" y="5732413"/>
            <a:ext cx="403249" cy="396480"/>
            <a:chOff x="-101059" y="4179602"/>
            <a:chExt cx="981661" cy="965184"/>
          </a:xfrm>
        </p:grpSpPr>
        <p:pic>
          <p:nvPicPr>
            <p:cNvPr id="265" name="Picture 4" descr="G:\work\다원아이씨티\국방전산정보원\이미지들-06.png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-74940" y="4179602"/>
              <a:ext cx="908050" cy="9080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66" name="TextBox 265"/>
            <p:cNvSpPr txBox="1"/>
            <p:nvPr/>
          </p:nvSpPr>
          <p:spPr>
            <a:xfrm>
              <a:off x="-101059" y="4570442"/>
              <a:ext cx="981661" cy="574344"/>
            </a:xfrm>
            <a:prstGeom prst="rect">
              <a:avLst/>
            </a:prstGeom>
            <a:noFill/>
          </p:spPr>
          <p:txBody>
            <a:bodyPr wrap="none" lIns="96487" tIns="48244" rIns="96487" bIns="48244" rtlCol="0">
              <a:spAutoFit/>
            </a:bodyPr>
            <a:lstStyle/>
            <a:p>
              <a:pPr algn="ctr"/>
              <a:r>
                <a:rPr lang="ko-KR" altLang="en-US" sz="900" dirty="0" smtClean="0">
                  <a:solidFill>
                    <a:schemeClr val="bg1"/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</a:rPr>
                <a:t>특</a:t>
              </a:r>
              <a:r>
                <a:rPr lang="ko-KR" altLang="en-US" sz="900" dirty="0">
                  <a:solidFill>
                    <a:schemeClr val="bg1"/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</a:rPr>
                <a:t>급</a:t>
              </a:r>
            </a:p>
          </p:txBody>
        </p:sp>
      </p:grpSp>
      <p:pic>
        <p:nvPicPr>
          <p:cNvPr id="120" name="Picture 12" descr="G:\work\다원아이씨티\충북교육정보원\표지-07.png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1429476" flipH="1">
            <a:off x="145638" y="1147303"/>
            <a:ext cx="1816558" cy="6906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1" name="제목 1"/>
          <p:cNvSpPr txBox="1">
            <a:spLocks/>
          </p:cNvSpPr>
          <p:nvPr/>
        </p:nvSpPr>
        <p:spPr>
          <a:xfrm>
            <a:off x="1190737" y="321227"/>
            <a:ext cx="1048002" cy="421098"/>
          </a:xfrm>
          <a:prstGeom prst="rect">
            <a:avLst/>
          </a:prstGeom>
        </p:spPr>
        <p:txBody>
          <a:bodyPr lIns="96487" tIns="48244" rIns="96487" bIns="48244"/>
          <a:lstStyle>
            <a:lvl1pPr algn="l" defTabSz="995690" rtl="0" eaLnBrk="1" latinLnBrk="1" hangingPunct="1">
              <a:spcBef>
                <a:spcPct val="0"/>
              </a:spcBef>
              <a:buNone/>
              <a:defRPr sz="3500" kern="1200">
                <a:solidFill>
                  <a:schemeClr val="tx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+mj-cs"/>
              </a:defRPr>
            </a:lvl1pPr>
          </a:lstStyle>
          <a:p>
            <a:r>
              <a:rPr lang="ko-KR" altLang="en-US" sz="1800" spc="-96" dirty="0" smtClean="0">
                <a:solidFill>
                  <a:schemeClr val="bg1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전략 </a:t>
            </a:r>
            <a:r>
              <a:rPr lang="en-US" altLang="ko-KR" sz="1800" spc="-96" dirty="0" smtClean="0">
                <a:solidFill>
                  <a:schemeClr val="bg1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02</a:t>
            </a:r>
            <a:endParaRPr lang="ko-KR" altLang="en-US" sz="1800" spc="-96" dirty="0">
              <a:solidFill>
                <a:schemeClr val="bg1"/>
              </a:solidFill>
              <a:latin typeface="Rix모던고딕 B" panose="02020603020101020101" pitchFamily="18" charset="-127"/>
              <a:ea typeface="Rix모던고딕 B" panose="02020603020101020101" pitchFamily="18" charset="-127"/>
            </a:endParaRPr>
          </a:p>
        </p:txBody>
      </p:sp>
      <p:sp>
        <p:nvSpPr>
          <p:cNvPr id="122" name="TextBox 121"/>
          <p:cNvSpPr txBox="1"/>
          <p:nvPr/>
        </p:nvSpPr>
        <p:spPr>
          <a:xfrm>
            <a:off x="2404577" y="356680"/>
            <a:ext cx="1068085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algn="ctr">
              <a:defRPr sz="2000" b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+mn-ea"/>
              </a:defRPr>
            </a:lvl1pPr>
          </a:lstStyle>
          <a:p>
            <a:pPr algn="l" defTabSz="767222" latinLnBrk="0">
              <a:spcBef>
                <a:spcPts val="84"/>
              </a:spcBef>
              <a:spcAft>
                <a:spcPts val="84"/>
              </a:spcAft>
            </a:pPr>
            <a:r>
              <a:rPr lang="ko-KR" altLang="en-US" b="0" spc="-191" dirty="0">
                <a:ln>
                  <a:solidFill>
                    <a:prstClr val="white">
                      <a:alpha val="10000"/>
                    </a:prstClr>
                  </a:solidFill>
                </a:ln>
                <a:solidFill>
                  <a:schemeClr val="bg1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안정성</a:t>
            </a:r>
          </a:p>
        </p:txBody>
      </p:sp>
    </p:spTree>
    <p:extLst>
      <p:ext uri="{BB962C8B-B14F-4D97-AF65-F5344CB8AC3E}">
        <p14:creationId xmlns:p14="http://schemas.microsoft.com/office/powerpoint/2010/main" val="10794808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9452306"/>
              </p:ext>
            </p:extLst>
          </p:nvPr>
        </p:nvGraphicFramePr>
        <p:xfrm>
          <a:off x="495299" y="2500034"/>
          <a:ext cx="4780471" cy="4615141"/>
        </p:xfrm>
        <a:graphic>
          <a:graphicData uri="http://schemas.openxmlformats.org/drawingml/2006/table">
            <a:tbl>
              <a:tblPr/>
              <a:tblGrid>
                <a:gridCol w="16734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77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83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8057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3034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99614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kern="0" spc="-100" baseline="0" dirty="0">
                          <a:solidFill>
                            <a:schemeClr val="bg1"/>
                          </a:solidFill>
                          <a:effectLst/>
                          <a:latin typeface="Rix모던고딕 B" panose="02020603020101020101" pitchFamily="18" charset="-127"/>
                          <a:ea typeface="Rix모던고딕 B" panose="02020603020101020101" pitchFamily="18" charset="-127"/>
                        </a:rPr>
                        <a:t>사 업 명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kern="0" spc="-100" baseline="0" dirty="0" smtClean="0">
                          <a:solidFill>
                            <a:schemeClr val="bg1"/>
                          </a:solidFill>
                          <a:effectLst/>
                          <a:latin typeface="Rix모던고딕 B" panose="02020603020101020101" pitchFamily="18" charset="-127"/>
                          <a:ea typeface="Rix모던고딕 B" panose="02020603020101020101" pitchFamily="18" charset="-127"/>
                        </a:rPr>
                        <a:t>참여기간</a:t>
                      </a:r>
                      <a:endParaRPr lang="ko-KR" altLang="en-US" sz="1300" kern="0" spc="-100" baseline="0" dirty="0">
                        <a:solidFill>
                          <a:schemeClr val="bg1"/>
                        </a:solidFill>
                        <a:effectLst/>
                        <a:latin typeface="Rix모던고딕 B" panose="02020603020101020101" pitchFamily="18" charset="-127"/>
                        <a:ea typeface="Rix모던고딕 B" panose="02020603020101020101" pitchFamily="18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kern="0" spc="-100" baseline="0" dirty="0" smtClean="0">
                          <a:solidFill>
                            <a:schemeClr val="bg1"/>
                          </a:solidFill>
                          <a:effectLst/>
                          <a:latin typeface="Rix모던고딕 B" panose="02020603020101020101" pitchFamily="18" charset="-127"/>
                          <a:ea typeface="Rix모던고딕 B" panose="02020603020101020101" pitchFamily="18" charset="-127"/>
                        </a:rPr>
                        <a:t>담당 업무</a:t>
                      </a:r>
                      <a:endParaRPr lang="ko-KR" altLang="en-US" sz="1300" kern="0" spc="-100" baseline="0" dirty="0">
                        <a:solidFill>
                          <a:schemeClr val="bg1"/>
                        </a:solidFill>
                        <a:effectLst/>
                        <a:latin typeface="Rix모던고딕 B" panose="02020603020101020101" pitchFamily="18" charset="-127"/>
                        <a:ea typeface="Rix모던고딕 B" panose="02020603020101020101" pitchFamily="18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kern="0" spc="-100" baseline="0" dirty="0" smtClean="0">
                          <a:solidFill>
                            <a:schemeClr val="bg1"/>
                          </a:solidFill>
                          <a:effectLst/>
                          <a:latin typeface="Rix모던고딕 B" panose="02020603020101020101" pitchFamily="18" charset="-127"/>
                          <a:ea typeface="Rix모던고딕 B" panose="02020603020101020101" pitchFamily="18" charset="-127"/>
                        </a:rPr>
                        <a:t>발주처</a:t>
                      </a:r>
                      <a:endParaRPr lang="ko-KR" altLang="en-US" sz="1300" kern="0" spc="-100" baseline="0" dirty="0">
                        <a:solidFill>
                          <a:schemeClr val="bg1"/>
                        </a:solidFill>
                        <a:effectLst/>
                        <a:latin typeface="Rix모던고딕 B" panose="02020603020101020101" pitchFamily="18" charset="-127"/>
                        <a:ea typeface="Rix모던고딕 B" panose="02020603020101020101" pitchFamily="18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kern="0" spc="-100" baseline="0" dirty="0">
                          <a:solidFill>
                            <a:schemeClr val="bg1"/>
                          </a:solidFill>
                          <a:effectLst/>
                          <a:latin typeface="Rix모던고딕 B" panose="02020603020101020101" pitchFamily="18" charset="-127"/>
                          <a:ea typeface="Rix모던고딕 B" panose="02020603020101020101" pitchFamily="18" charset="-127"/>
                        </a:rPr>
                        <a:t>소속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0176">
                <a:tc>
                  <a:txBody>
                    <a:bodyPr/>
                    <a:lstStyle/>
                    <a:p>
                      <a:pPr marL="0" marR="0" indent="0" algn="ctr" defTabSz="96487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0" spc="-70" baseline="0" dirty="0" smtClean="0">
                          <a:solidFill>
                            <a:srgbClr val="000000"/>
                          </a:solidFill>
                          <a:effectLst/>
                          <a:latin typeface="Rix모던고딕 M" panose="02020603020101020101" pitchFamily="18" charset="-127"/>
                          <a:ea typeface="Rix모던고딕 M" panose="02020603020101020101" pitchFamily="18" charset="-127"/>
                          <a:cs typeface="+mn-cs"/>
                        </a:rPr>
                        <a:t>256</a:t>
                      </a:r>
                      <a:r>
                        <a:rPr lang="ko-KR" altLang="en-US" sz="1200" kern="0" spc="-70" baseline="0" dirty="0" smtClean="0">
                          <a:solidFill>
                            <a:srgbClr val="000000"/>
                          </a:solidFill>
                          <a:effectLst/>
                          <a:latin typeface="Rix모던고딕 M" panose="02020603020101020101" pitchFamily="18" charset="-127"/>
                          <a:ea typeface="Rix모던고딕 M" panose="02020603020101020101" pitchFamily="18" charset="-127"/>
                          <a:cs typeface="+mn-cs"/>
                        </a:rPr>
                        <a:t>개 대대</a:t>
                      </a:r>
                      <a:r>
                        <a:rPr lang="en-US" altLang="ko-KR" sz="1200" kern="0" spc="-70" baseline="0" dirty="0" smtClean="0">
                          <a:solidFill>
                            <a:srgbClr val="000000"/>
                          </a:solidFill>
                          <a:effectLst/>
                          <a:latin typeface="Rix모던고딕 M" panose="02020603020101020101" pitchFamily="18" charset="-127"/>
                          <a:ea typeface="Rix모던고딕 M" panose="02020603020101020101" pitchFamily="18" charset="-127"/>
                          <a:cs typeface="+mn-cs"/>
                        </a:rPr>
                        <a:t>, 10</a:t>
                      </a:r>
                      <a:r>
                        <a:rPr lang="ko-KR" altLang="en-US" sz="1200" kern="0" spc="-70" baseline="0" dirty="0">
                          <a:solidFill>
                            <a:srgbClr val="000000"/>
                          </a:solidFill>
                          <a:effectLst/>
                          <a:latin typeface="Rix모던고딕 M" panose="02020603020101020101" pitchFamily="18" charset="-127"/>
                          <a:ea typeface="Rix모던고딕 M" panose="02020603020101020101" pitchFamily="18" charset="-127"/>
                          <a:cs typeface="+mn-cs"/>
                        </a:rPr>
                        <a:t>개 </a:t>
                      </a:r>
                      <a:r>
                        <a:rPr lang="ko-KR" altLang="en-US" sz="1200" kern="0" spc="-70" baseline="0" dirty="0" smtClean="0">
                          <a:solidFill>
                            <a:srgbClr val="000000"/>
                          </a:solidFill>
                          <a:effectLst/>
                          <a:latin typeface="Rix모던고딕 M" panose="02020603020101020101" pitchFamily="18" charset="-127"/>
                          <a:ea typeface="Rix모던고딕 M" panose="02020603020101020101" pitchFamily="18" charset="-127"/>
                          <a:cs typeface="+mn-cs"/>
                        </a:rPr>
                        <a:t>군단</a:t>
                      </a:r>
                      <a:r>
                        <a:rPr lang="en-US" altLang="ko-KR" sz="1200" kern="0" spc="-70" baseline="0" dirty="0" smtClean="0">
                          <a:solidFill>
                            <a:srgbClr val="000000"/>
                          </a:solidFill>
                          <a:effectLst/>
                          <a:latin typeface="Rix모던고딕 M" panose="02020603020101020101" pitchFamily="18" charset="-127"/>
                          <a:ea typeface="Rix모던고딕 M" panose="02020603020101020101" pitchFamily="18" charset="-127"/>
                          <a:cs typeface="+mn-cs"/>
                        </a:rPr>
                        <a:t>, 13</a:t>
                      </a:r>
                      <a:r>
                        <a:rPr lang="ko-KR" altLang="en-US" sz="1200" kern="0" spc="-70" baseline="0" dirty="0">
                          <a:solidFill>
                            <a:srgbClr val="000000"/>
                          </a:solidFill>
                          <a:effectLst/>
                          <a:latin typeface="Rix모던고딕 M" panose="02020603020101020101" pitchFamily="18" charset="-127"/>
                          <a:ea typeface="Rix모던고딕 M" panose="02020603020101020101" pitchFamily="18" charset="-127"/>
                          <a:cs typeface="+mn-cs"/>
                        </a:rPr>
                        <a:t>개 사단 </a:t>
                      </a:r>
                      <a:r>
                        <a:rPr lang="en-US" altLang="ko-KR" sz="1200" kern="0" spc="-70" baseline="0" dirty="0" smtClean="0">
                          <a:solidFill>
                            <a:srgbClr val="000000"/>
                          </a:solidFill>
                          <a:effectLst/>
                          <a:latin typeface="Rix모던고딕 M" panose="02020603020101020101" pitchFamily="18" charset="-127"/>
                          <a:ea typeface="Rix모던고딕 M" panose="02020603020101020101" pitchFamily="18" charset="-127"/>
                          <a:cs typeface="+mn-cs"/>
                        </a:rPr>
                        <a:t>LAN </a:t>
                      </a:r>
                      <a:r>
                        <a:rPr lang="ko-KR" altLang="en-US" sz="1200" kern="0" spc="-70" baseline="0" dirty="0" smtClean="0">
                          <a:solidFill>
                            <a:srgbClr val="000000"/>
                          </a:solidFill>
                          <a:effectLst/>
                          <a:latin typeface="Rix모던고딕 M" panose="02020603020101020101" pitchFamily="18" charset="-127"/>
                          <a:ea typeface="Rix모던고딕 M" panose="02020603020101020101" pitchFamily="18" charset="-127"/>
                          <a:cs typeface="+mn-cs"/>
                        </a:rPr>
                        <a:t>사업 담당</a:t>
                      </a:r>
                      <a:endParaRPr lang="ko-KR" altLang="en-US" sz="1200" kern="0" spc="-70" baseline="0" dirty="0">
                        <a:solidFill>
                          <a:srgbClr val="000000"/>
                        </a:solidFill>
                        <a:effectLst/>
                        <a:latin typeface="Rix모던고딕 M" panose="02020603020101020101" pitchFamily="18" charset="-127"/>
                        <a:ea typeface="Rix모던고딕 M" panose="02020603020101020101" pitchFamily="18" charset="-127"/>
                        <a:cs typeface="+mn-cs"/>
                      </a:endParaRPr>
                    </a:p>
                  </a:txBody>
                  <a:tcPr marL="15873" marR="15873" marT="16212" marB="1621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  <a:alpha val="52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indent="0" algn="ctr" defTabSz="96487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-70" baseline="0" dirty="0">
                          <a:solidFill>
                            <a:srgbClr val="000000"/>
                          </a:solidFill>
                          <a:effectLst/>
                          <a:latin typeface="Rix모던고딕 M" panose="02020603020101020101" pitchFamily="18" charset="-127"/>
                          <a:ea typeface="Rix모던고딕 M" panose="02020603020101020101" pitchFamily="18" charset="-127"/>
                          <a:cs typeface="+mn-cs"/>
                        </a:rPr>
                        <a:t>02.01 ~ 03.02</a:t>
                      </a:r>
                    </a:p>
                  </a:txBody>
                  <a:tcPr marL="15873" marR="15873" marT="16212" marB="16212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indent="0" algn="ctr" defTabSz="96487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70" baseline="0" dirty="0">
                          <a:solidFill>
                            <a:srgbClr val="000000"/>
                          </a:solidFill>
                          <a:effectLst/>
                          <a:latin typeface="Rix모던고딕 M" panose="02020603020101020101" pitchFamily="18" charset="-127"/>
                          <a:ea typeface="Rix모던고딕 M" panose="02020603020101020101" pitchFamily="18" charset="-127"/>
                          <a:cs typeface="+mn-cs"/>
                        </a:rPr>
                        <a:t>전산망</a:t>
                      </a:r>
                      <a:br>
                        <a:rPr lang="ko-KR" altLang="en-US" sz="1200" kern="0" spc="-70" baseline="0" dirty="0">
                          <a:solidFill>
                            <a:srgbClr val="000000"/>
                          </a:solidFill>
                          <a:effectLst/>
                          <a:latin typeface="Rix모던고딕 M" panose="02020603020101020101" pitchFamily="18" charset="-127"/>
                          <a:ea typeface="Rix모던고딕 M" panose="02020603020101020101" pitchFamily="18" charset="-127"/>
                          <a:cs typeface="+mn-cs"/>
                        </a:rPr>
                      </a:br>
                      <a:r>
                        <a:rPr lang="ko-KR" altLang="en-US" sz="1200" kern="0" spc="-70" baseline="0" dirty="0">
                          <a:solidFill>
                            <a:srgbClr val="000000"/>
                          </a:solidFill>
                          <a:effectLst/>
                          <a:latin typeface="Rix모던고딕 M" panose="02020603020101020101" pitchFamily="18" charset="-127"/>
                          <a:ea typeface="Rix모던고딕 M" panose="02020603020101020101" pitchFamily="18" charset="-127"/>
                          <a:cs typeface="+mn-cs"/>
                        </a:rPr>
                        <a:t>시설담당</a:t>
                      </a:r>
                    </a:p>
                  </a:txBody>
                  <a:tcPr marL="15873" marR="15873" marT="16212" marB="16212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  <a:alpha val="2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indent="0" algn="ctr" defTabSz="96487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70" baseline="0" dirty="0">
                          <a:solidFill>
                            <a:srgbClr val="000000"/>
                          </a:solidFill>
                          <a:effectLst/>
                          <a:latin typeface="Rix모던고딕 M" panose="02020603020101020101" pitchFamily="18" charset="-127"/>
                          <a:ea typeface="Rix모던고딕 M" panose="02020603020101020101" pitchFamily="18" charset="-127"/>
                          <a:cs typeface="+mn-cs"/>
                        </a:rPr>
                        <a:t>육군</a:t>
                      </a:r>
                    </a:p>
                  </a:txBody>
                  <a:tcPr marL="15873" marR="15873" marT="16212" marB="16212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70" baseline="0" dirty="0">
                          <a:solidFill>
                            <a:srgbClr val="000000"/>
                          </a:solidFill>
                          <a:effectLst/>
                          <a:latin typeface="Rix모던고딕 M" panose="02020603020101020101" pitchFamily="18" charset="-127"/>
                          <a:ea typeface="Rix모던고딕 M" panose="02020603020101020101" pitchFamily="18" charset="-127"/>
                        </a:rPr>
                        <a:t>육군본부</a:t>
                      </a:r>
                      <a:br>
                        <a:rPr lang="ko-KR" altLang="en-US" sz="1200" kern="0" spc="-70" baseline="0" dirty="0">
                          <a:solidFill>
                            <a:srgbClr val="000000"/>
                          </a:solidFill>
                          <a:effectLst/>
                          <a:latin typeface="Rix모던고딕 M" panose="02020603020101020101" pitchFamily="18" charset="-127"/>
                          <a:ea typeface="Rix모던고딕 M" panose="02020603020101020101" pitchFamily="18" charset="-127"/>
                        </a:rPr>
                      </a:br>
                      <a:r>
                        <a:rPr lang="ko-KR" altLang="en-US" sz="1200" kern="0" spc="-70" baseline="0" dirty="0">
                          <a:solidFill>
                            <a:srgbClr val="000000"/>
                          </a:solidFill>
                          <a:effectLst/>
                          <a:latin typeface="Rix모던고딕 M" panose="02020603020101020101" pitchFamily="18" charset="-127"/>
                          <a:ea typeface="Rix모던고딕 M" panose="02020603020101020101" pitchFamily="18" charset="-127"/>
                        </a:rPr>
                        <a:t>지휘통신참모부</a:t>
                      </a:r>
                    </a:p>
                  </a:txBody>
                  <a:tcPr marL="15873" marR="15873" marT="16212" marB="16212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303">
                <a:tc>
                  <a:txBody>
                    <a:bodyPr/>
                    <a:lstStyle/>
                    <a:p>
                      <a:pPr marL="0" marR="0" indent="0" algn="ctr" defTabSz="96487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70" baseline="0" dirty="0">
                          <a:solidFill>
                            <a:srgbClr val="000000"/>
                          </a:solidFill>
                          <a:effectLst/>
                          <a:latin typeface="Rix모던고딕 M" panose="02020603020101020101" pitchFamily="18" charset="-127"/>
                          <a:ea typeface="Rix모던고딕 M" panose="02020603020101020101" pitchFamily="18" charset="-127"/>
                          <a:cs typeface="+mn-cs"/>
                        </a:rPr>
                        <a:t>육군사관학교 등 </a:t>
                      </a:r>
                      <a:r>
                        <a:rPr lang="en-US" altLang="ko-KR" sz="1200" kern="0" spc="-70" baseline="0" dirty="0">
                          <a:solidFill>
                            <a:srgbClr val="000000"/>
                          </a:solidFill>
                          <a:effectLst/>
                          <a:latin typeface="Rix모던고딕 M" panose="02020603020101020101" pitchFamily="18" charset="-127"/>
                          <a:ea typeface="Rix모던고딕 M" panose="02020603020101020101" pitchFamily="18" charset="-127"/>
                          <a:cs typeface="+mn-cs"/>
                        </a:rPr>
                        <a:t>6</a:t>
                      </a:r>
                      <a:r>
                        <a:rPr lang="ko-KR" altLang="en-US" sz="1200" kern="0" spc="-70" baseline="0" dirty="0">
                          <a:solidFill>
                            <a:srgbClr val="000000"/>
                          </a:solidFill>
                          <a:effectLst/>
                          <a:latin typeface="Rix모던고딕 M" panose="02020603020101020101" pitchFamily="18" charset="-127"/>
                          <a:ea typeface="Rix모던고딕 M" panose="02020603020101020101" pitchFamily="18" charset="-127"/>
                          <a:cs typeface="+mn-cs"/>
                        </a:rPr>
                        <a:t>개 </a:t>
                      </a:r>
                      <a:r>
                        <a:rPr lang="ko-KR" altLang="en-US" sz="1200" kern="0" spc="-100" baseline="0" dirty="0">
                          <a:solidFill>
                            <a:srgbClr val="000000"/>
                          </a:solidFill>
                          <a:effectLst/>
                          <a:latin typeface="Rix모던고딕 M" panose="02020603020101020101" pitchFamily="18" charset="-127"/>
                          <a:ea typeface="Rix모던고딕 M" panose="02020603020101020101" pitchFamily="18" charset="-127"/>
                          <a:cs typeface="+mn-cs"/>
                        </a:rPr>
                        <a:t>학교기관 </a:t>
                      </a:r>
                      <a:r>
                        <a:rPr lang="en-US" altLang="ko-KR" sz="1200" kern="0" spc="-100" baseline="0" dirty="0">
                          <a:solidFill>
                            <a:srgbClr val="000000"/>
                          </a:solidFill>
                          <a:effectLst/>
                          <a:latin typeface="Rix모던고딕 M" panose="02020603020101020101" pitchFamily="18" charset="-127"/>
                          <a:ea typeface="Rix모던고딕 M" panose="02020603020101020101" pitchFamily="18" charset="-127"/>
                          <a:cs typeface="+mn-cs"/>
                        </a:rPr>
                        <a:t>LAN </a:t>
                      </a:r>
                      <a:r>
                        <a:rPr lang="ko-KR" altLang="en-US" sz="1200" kern="0" spc="-100" baseline="0" dirty="0" smtClean="0">
                          <a:solidFill>
                            <a:srgbClr val="000000"/>
                          </a:solidFill>
                          <a:effectLst/>
                          <a:latin typeface="Rix모던고딕 M" panose="02020603020101020101" pitchFamily="18" charset="-127"/>
                          <a:ea typeface="Rix모던고딕 M" panose="02020603020101020101" pitchFamily="18" charset="-127"/>
                          <a:cs typeface="+mn-cs"/>
                        </a:rPr>
                        <a:t>교체 사업 담당</a:t>
                      </a:r>
                      <a:endParaRPr lang="ko-KR" altLang="en-US" sz="1200" kern="0" spc="-100" baseline="0" dirty="0">
                        <a:solidFill>
                          <a:srgbClr val="000000"/>
                        </a:solidFill>
                        <a:effectLst/>
                        <a:latin typeface="Rix모던고딕 M" panose="02020603020101020101" pitchFamily="18" charset="-127"/>
                        <a:ea typeface="Rix모던고딕 M" panose="02020603020101020101" pitchFamily="18" charset="-127"/>
                        <a:cs typeface="+mn-cs"/>
                      </a:endParaRPr>
                    </a:p>
                  </a:txBody>
                  <a:tcPr marL="15873" marR="15873" marT="16212" marB="1621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  <a:alpha val="52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6918">
                <a:tc>
                  <a:txBody>
                    <a:bodyPr/>
                    <a:lstStyle/>
                    <a:p>
                      <a:pPr marL="0" marR="0" indent="0" algn="ctr" defTabSz="96487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70" baseline="0" dirty="0">
                          <a:solidFill>
                            <a:srgbClr val="000000"/>
                          </a:solidFill>
                          <a:effectLst/>
                          <a:latin typeface="Rix모던고딕 M" panose="02020603020101020101" pitchFamily="18" charset="-127"/>
                          <a:ea typeface="Rix모던고딕 M" panose="02020603020101020101" pitchFamily="18" charset="-127"/>
                          <a:cs typeface="+mn-cs"/>
                        </a:rPr>
                        <a:t>육군본부 메가센터 구축</a:t>
                      </a:r>
                    </a:p>
                  </a:txBody>
                  <a:tcPr marL="15873" marR="15873" marT="16212" marB="1621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  <a:alpha val="52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6487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-70" baseline="0" dirty="0">
                          <a:solidFill>
                            <a:srgbClr val="000000"/>
                          </a:solidFill>
                          <a:effectLst/>
                          <a:latin typeface="Rix모던고딕 M" panose="02020603020101020101" pitchFamily="18" charset="-127"/>
                          <a:ea typeface="Rix모던고딕 M" panose="02020603020101020101" pitchFamily="18" charset="-127"/>
                          <a:cs typeface="+mn-cs"/>
                        </a:rPr>
                        <a:t>03.02 ~ 03.08</a:t>
                      </a:r>
                    </a:p>
                  </a:txBody>
                  <a:tcPr marL="15873" marR="15873" marT="16212" marB="16212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6487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70" baseline="0" dirty="0" smtClean="0">
                          <a:solidFill>
                            <a:srgbClr val="000000"/>
                          </a:solidFill>
                          <a:effectLst/>
                          <a:latin typeface="Rix모던고딕 M" panose="02020603020101020101" pitchFamily="18" charset="-127"/>
                          <a:ea typeface="Rix모던고딕 M" panose="02020603020101020101" pitchFamily="18" charset="-127"/>
                          <a:cs typeface="+mn-cs"/>
                        </a:rPr>
                        <a:t>체계운영</a:t>
                      </a:r>
                      <a:r>
                        <a:rPr lang="en-US" altLang="ko-KR" sz="1200" kern="0" spc="-70" baseline="0" dirty="0" smtClean="0">
                          <a:solidFill>
                            <a:srgbClr val="000000"/>
                          </a:solidFill>
                          <a:effectLst/>
                          <a:latin typeface="Rix모던고딕 M" panose="02020603020101020101" pitchFamily="18" charset="-127"/>
                          <a:ea typeface="Rix모던고딕 M" panose="02020603020101020101" pitchFamily="18" charset="-127"/>
                          <a:cs typeface="+mn-cs"/>
                        </a:rPr>
                        <a:t/>
                      </a:r>
                      <a:br>
                        <a:rPr lang="en-US" altLang="ko-KR" sz="1200" kern="0" spc="-70" baseline="0" dirty="0" smtClean="0">
                          <a:solidFill>
                            <a:srgbClr val="000000"/>
                          </a:solidFill>
                          <a:effectLst/>
                          <a:latin typeface="Rix모던고딕 M" panose="02020603020101020101" pitchFamily="18" charset="-127"/>
                          <a:ea typeface="Rix모던고딕 M" panose="02020603020101020101" pitchFamily="18" charset="-127"/>
                          <a:cs typeface="+mn-cs"/>
                        </a:rPr>
                      </a:br>
                      <a:r>
                        <a:rPr lang="ko-KR" altLang="en-US" sz="1200" kern="0" spc="-70" baseline="0" dirty="0" smtClean="0">
                          <a:solidFill>
                            <a:srgbClr val="000000"/>
                          </a:solidFill>
                          <a:effectLst/>
                          <a:latin typeface="Rix모던고딕 M" panose="02020603020101020101" pitchFamily="18" charset="-127"/>
                          <a:ea typeface="Rix모던고딕 M" panose="02020603020101020101" pitchFamily="18" charset="-127"/>
                          <a:cs typeface="+mn-cs"/>
                        </a:rPr>
                        <a:t>담당</a:t>
                      </a:r>
                      <a:endParaRPr lang="ko-KR" altLang="en-US" sz="1200" kern="0" spc="-70" baseline="0" dirty="0">
                        <a:solidFill>
                          <a:srgbClr val="000000"/>
                        </a:solidFill>
                        <a:effectLst/>
                        <a:latin typeface="Rix모던고딕 M" panose="02020603020101020101" pitchFamily="18" charset="-127"/>
                        <a:ea typeface="Rix모던고딕 M" panose="02020603020101020101" pitchFamily="18" charset="-127"/>
                        <a:cs typeface="+mn-cs"/>
                      </a:endParaRPr>
                    </a:p>
                  </a:txBody>
                  <a:tcPr marL="15873" marR="15873" marT="16212" marB="16212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6487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70" baseline="0" dirty="0">
                          <a:solidFill>
                            <a:srgbClr val="000000"/>
                          </a:solidFill>
                          <a:effectLst/>
                          <a:latin typeface="Rix모던고딕 M" panose="02020603020101020101" pitchFamily="18" charset="-127"/>
                          <a:ea typeface="Rix모던고딕 M" panose="02020603020101020101" pitchFamily="18" charset="-127"/>
                          <a:cs typeface="+mn-cs"/>
                        </a:rPr>
                        <a:t>육군</a:t>
                      </a:r>
                    </a:p>
                  </a:txBody>
                  <a:tcPr marL="15873" marR="15873" marT="16212" marB="16212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70" baseline="0" dirty="0">
                          <a:solidFill>
                            <a:srgbClr val="000000"/>
                          </a:solidFill>
                          <a:effectLst/>
                          <a:latin typeface="Rix모던고딕 M" panose="02020603020101020101" pitchFamily="18" charset="-127"/>
                          <a:ea typeface="Rix모던고딕 M" panose="02020603020101020101" pitchFamily="18" charset="-127"/>
                        </a:rPr>
                        <a:t>육군전산소</a:t>
                      </a:r>
                    </a:p>
                  </a:txBody>
                  <a:tcPr marL="15873" marR="15873" marT="16212" marB="16212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6918">
                <a:tc>
                  <a:txBody>
                    <a:bodyPr/>
                    <a:lstStyle/>
                    <a:p>
                      <a:pPr marL="0" marR="0" indent="0" algn="ctr" defTabSz="96487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70" baseline="0" dirty="0">
                          <a:solidFill>
                            <a:srgbClr val="000000"/>
                          </a:solidFill>
                          <a:effectLst/>
                          <a:latin typeface="Rix모던고딕 M" panose="02020603020101020101" pitchFamily="18" charset="-127"/>
                          <a:ea typeface="Rix모던고딕 M" panose="02020603020101020101" pitchFamily="18" charset="-127"/>
                          <a:cs typeface="+mn-cs"/>
                        </a:rPr>
                        <a:t>전자결재 도입 사업</a:t>
                      </a:r>
                    </a:p>
                  </a:txBody>
                  <a:tcPr marL="15873" marR="15873" marT="16212" marB="1621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  <a:alpha val="52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6487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-70" baseline="0" dirty="0">
                          <a:solidFill>
                            <a:srgbClr val="000000"/>
                          </a:solidFill>
                          <a:effectLst/>
                          <a:latin typeface="Rix모던고딕 M" panose="02020603020101020101" pitchFamily="18" charset="-127"/>
                          <a:ea typeface="Rix모던고딕 M" panose="02020603020101020101" pitchFamily="18" charset="-127"/>
                          <a:cs typeface="+mn-cs"/>
                        </a:rPr>
                        <a:t>03.09 ~ 04.10</a:t>
                      </a:r>
                    </a:p>
                  </a:txBody>
                  <a:tcPr marL="15873" marR="15873" marT="16212" marB="16212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6487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70" baseline="0" dirty="0">
                          <a:solidFill>
                            <a:srgbClr val="000000"/>
                          </a:solidFill>
                          <a:effectLst/>
                          <a:latin typeface="Rix모던고딕 M" panose="02020603020101020101" pitchFamily="18" charset="-127"/>
                          <a:ea typeface="Rix모던고딕 M" panose="02020603020101020101" pitchFamily="18" charset="-127"/>
                          <a:cs typeface="+mn-cs"/>
                        </a:rPr>
                        <a:t>사무자동화 발전담당</a:t>
                      </a:r>
                    </a:p>
                  </a:txBody>
                  <a:tcPr marL="15873" marR="15873" marT="16212" marB="16212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6487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70" baseline="0" dirty="0">
                          <a:solidFill>
                            <a:srgbClr val="000000"/>
                          </a:solidFill>
                          <a:effectLst/>
                          <a:latin typeface="Rix모던고딕 M" panose="02020603020101020101" pitchFamily="18" charset="-127"/>
                          <a:ea typeface="Rix모던고딕 M" panose="02020603020101020101" pitchFamily="18" charset="-127"/>
                          <a:cs typeface="+mn-cs"/>
                        </a:rPr>
                        <a:t>국방부</a:t>
                      </a:r>
                    </a:p>
                  </a:txBody>
                  <a:tcPr marL="15873" marR="15873" marT="16212" marB="16212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70" baseline="0" dirty="0">
                          <a:solidFill>
                            <a:srgbClr val="000000"/>
                          </a:solidFill>
                          <a:effectLst/>
                          <a:latin typeface="Rix모던고딕 M" panose="02020603020101020101" pitchFamily="18" charset="-127"/>
                          <a:ea typeface="Rix모던고딕 M" panose="02020603020101020101" pitchFamily="18" charset="-127"/>
                        </a:rPr>
                        <a:t>육군전산소</a:t>
                      </a:r>
                    </a:p>
                  </a:txBody>
                  <a:tcPr marL="15873" marR="15873" marT="16212" marB="16212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26918">
                <a:tc>
                  <a:txBody>
                    <a:bodyPr/>
                    <a:lstStyle/>
                    <a:p>
                      <a:pPr marL="0" marR="0" indent="0" algn="ctr" defTabSz="96487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70" baseline="0" dirty="0" smtClean="0">
                          <a:solidFill>
                            <a:srgbClr val="000000"/>
                          </a:solidFill>
                          <a:effectLst/>
                          <a:latin typeface="Rix모던고딕 M" panose="02020603020101020101" pitchFamily="18" charset="-127"/>
                          <a:ea typeface="Rix모던고딕 M" panose="02020603020101020101" pitchFamily="18" charset="-127"/>
                          <a:cs typeface="+mn-cs"/>
                        </a:rPr>
                        <a:t>국방 의료정보체계</a:t>
                      </a:r>
                      <a:r>
                        <a:rPr lang="en-US" altLang="ko-KR" sz="1200" kern="0" spc="-70" baseline="0" dirty="0" smtClean="0">
                          <a:solidFill>
                            <a:srgbClr val="000000"/>
                          </a:solidFill>
                          <a:effectLst/>
                          <a:latin typeface="Rix모던고딕 M" panose="02020603020101020101" pitchFamily="18" charset="-127"/>
                          <a:ea typeface="Rix모던고딕 M" panose="02020603020101020101" pitchFamily="18" charset="-127"/>
                          <a:cs typeface="+mn-cs"/>
                        </a:rPr>
                        <a:t>(PACS)</a:t>
                      </a:r>
                      <a:br>
                        <a:rPr lang="en-US" altLang="ko-KR" sz="1200" kern="0" spc="-70" baseline="0" dirty="0" smtClean="0">
                          <a:solidFill>
                            <a:srgbClr val="000000"/>
                          </a:solidFill>
                          <a:effectLst/>
                          <a:latin typeface="Rix모던고딕 M" panose="02020603020101020101" pitchFamily="18" charset="-127"/>
                          <a:ea typeface="Rix모던고딕 M" panose="02020603020101020101" pitchFamily="18" charset="-127"/>
                          <a:cs typeface="+mn-cs"/>
                        </a:rPr>
                      </a:br>
                      <a:r>
                        <a:rPr lang="ko-KR" altLang="en-US" sz="1200" kern="0" spc="-70" baseline="0" dirty="0" smtClean="0">
                          <a:solidFill>
                            <a:srgbClr val="000000"/>
                          </a:solidFill>
                          <a:effectLst/>
                          <a:latin typeface="Rix모던고딕 M" panose="02020603020101020101" pitchFamily="18" charset="-127"/>
                          <a:ea typeface="Rix모던고딕 M" panose="02020603020101020101" pitchFamily="18" charset="-127"/>
                          <a:cs typeface="+mn-cs"/>
                        </a:rPr>
                        <a:t>  구축 사업</a:t>
                      </a:r>
                      <a:endParaRPr lang="ko-KR" altLang="en-US" sz="1200" kern="0" spc="-70" baseline="0" dirty="0">
                        <a:solidFill>
                          <a:srgbClr val="000000"/>
                        </a:solidFill>
                        <a:effectLst/>
                        <a:latin typeface="Rix모던고딕 M" panose="02020603020101020101" pitchFamily="18" charset="-127"/>
                        <a:ea typeface="Rix모던고딕 M" panose="02020603020101020101" pitchFamily="18" charset="-127"/>
                        <a:cs typeface="+mn-cs"/>
                      </a:endParaRPr>
                    </a:p>
                  </a:txBody>
                  <a:tcPr marL="15873" marR="15873" marT="16212" marB="1621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  <a:alpha val="52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6487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-70" baseline="0" dirty="0">
                          <a:solidFill>
                            <a:srgbClr val="000000"/>
                          </a:solidFill>
                          <a:effectLst/>
                          <a:latin typeface="Rix모던고딕 M" panose="02020603020101020101" pitchFamily="18" charset="-127"/>
                          <a:ea typeface="Rix모던고딕 M" panose="02020603020101020101" pitchFamily="18" charset="-127"/>
                          <a:cs typeface="+mn-cs"/>
                        </a:rPr>
                        <a:t>04.11 ~ 07.02</a:t>
                      </a:r>
                    </a:p>
                  </a:txBody>
                  <a:tcPr marL="15873" marR="15873" marT="16212" marB="16212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6487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70" baseline="0" dirty="0">
                          <a:solidFill>
                            <a:srgbClr val="000000"/>
                          </a:solidFill>
                          <a:effectLst/>
                          <a:latin typeface="Rix모던고딕 M" panose="02020603020101020101" pitchFamily="18" charset="-127"/>
                          <a:ea typeface="Rix모던고딕 M" panose="02020603020101020101" pitchFamily="18" charset="-127"/>
                          <a:cs typeface="+mn-cs"/>
                        </a:rPr>
                        <a:t>전산담당</a:t>
                      </a:r>
                    </a:p>
                  </a:txBody>
                  <a:tcPr marL="15873" marR="15873" marT="16212" marB="16212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6487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70" baseline="0" dirty="0" smtClean="0">
                          <a:solidFill>
                            <a:srgbClr val="000000"/>
                          </a:solidFill>
                          <a:effectLst/>
                          <a:latin typeface="Rix모던고딕 M" panose="02020603020101020101" pitchFamily="18" charset="-127"/>
                          <a:ea typeface="Rix모던고딕 M" panose="02020603020101020101" pitchFamily="18" charset="-127"/>
                          <a:cs typeface="+mn-cs"/>
                        </a:rPr>
                        <a:t>국군 의무사</a:t>
                      </a:r>
                      <a:endParaRPr lang="ko-KR" altLang="en-US" sz="1200" kern="0" spc="-70" baseline="0" dirty="0">
                        <a:solidFill>
                          <a:srgbClr val="000000"/>
                        </a:solidFill>
                        <a:effectLst/>
                        <a:latin typeface="Rix모던고딕 M" panose="02020603020101020101" pitchFamily="18" charset="-127"/>
                        <a:ea typeface="Rix모던고딕 M" panose="02020603020101020101" pitchFamily="18" charset="-127"/>
                        <a:cs typeface="+mn-cs"/>
                      </a:endParaRPr>
                    </a:p>
                  </a:txBody>
                  <a:tcPr marL="15873" marR="15873" marT="16212" marB="16212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70" baseline="0" dirty="0">
                          <a:solidFill>
                            <a:srgbClr val="000000"/>
                          </a:solidFill>
                          <a:effectLst/>
                          <a:latin typeface="Rix모던고딕 M" panose="02020603020101020101" pitchFamily="18" charset="-127"/>
                          <a:ea typeface="Rix모던고딕 M" panose="02020603020101020101" pitchFamily="18" charset="-127"/>
                        </a:rPr>
                        <a:t>국군대전병원</a:t>
                      </a:r>
                    </a:p>
                  </a:txBody>
                  <a:tcPr marL="15873" marR="15873" marT="16212" marB="16212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26918">
                <a:tc>
                  <a:txBody>
                    <a:bodyPr/>
                    <a:lstStyle/>
                    <a:p>
                      <a:pPr marL="0" marR="0" indent="0" algn="ctr" defTabSz="96487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70" baseline="0" dirty="0">
                          <a:solidFill>
                            <a:srgbClr val="000000"/>
                          </a:solidFill>
                          <a:effectLst/>
                          <a:latin typeface="Rix모던고딕 M" panose="02020603020101020101" pitchFamily="18" charset="-127"/>
                          <a:ea typeface="Rix모던고딕 M" panose="02020603020101020101" pitchFamily="18" charset="-127"/>
                          <a:cs typeface="+mn-cs"/>
                        </a:rPr>
                        <a:t>국방 의료정보체계 </a:t>
                      </a:r>
                      <a:r>
                        <a:rPr lang="en-US" altLang="ko-KR" sz="1200" kern="0" spc="-70" baseline="0" dirty="0" smtClean="0">
                          <a:solidFill>
                            <a:srgbClr val="000000"/>
                          </a:solidFill>
                          <a:effectLst/>
                          <a:latin typeface="Rix모던고딕 M" panose="02020603020101020101" pitchFamily="18" charset="-127"/>
                          <a:ea typeface="Rix모던고딕 M" panose="02020603020101020101" pitchFamily="18" charset="-127"/>
                          <a:cs typeface="+mn-cs"/>
                        </a:rPr>
                        <a:t/>
                      </a:r>
                      <a:br>
                        <a:rPr lang="en-US" altLang="ko-KR" sz="1200" kern="0" spc="-70" baseline="0" dirty="0" smtClean="0">
                          <a:solidFill>
                            <a:srgbClr val="000000"/>
                          </a:solidFill>
                          <a:effectLst/>
                          <a:latin typeface="Rix모던고딕 M" panose="02020603020101020101" pitchFamily="18" charset="-127"/>
                          <a:ea typeface="Rix모던고딕 M" panose="02020603020101020101" pitchFamily="18" charset="-127"/>
                          <a:cs typeface="+mn-cs"/>
                        </a:rPr>
                      </a:br>
                      <a:r>
                        <a:rPr lang="en-US" altLang="ko-KR" sz="1200" kern="0" spc="-70" baseline="0" dirty="0" smtClean="0">
                          <a:solidFill>
                            <a:srgbClr val="000000"/>
                          </a:solidFill>
                          <a:effectLst/>
                          <a:latin typeface="Rix모던고딕 M" panose="02020603020101020101" pitchFamily="18" charset="-127"/>
                          <a:ea typeface="Rix모던고딕 M" panose="02020603020101020101" pitchFamily="18" charset="-127"/>
                          <a:cs typeface="+mn-cs"/>
                        </a:rPr>
                        <a:t>(</a:t>
                      </a:r>
                      <a:r>
                        <a:rPr lang="en-US" altLang="ko-KR" sz="1200" kern="0" spc="-70" baseline="0" dirty="0">
                          <a:solidFill>
                            <a:srgbClr val="000000"/>
                          </a:solidFill>
                          <a:effectLst/>
                          <a:latin typeface="Rix모던고딕 M" panose="02020603020101020101" pitchFamily="18" charset="-127"/>
                          <a:ea typeface="Rix모던고딕 M" panose="02020603020101020101" pitchFamily="18" charset="-127"/>
                          <a:cs typeface="+mn-cs"/>
                        </a:rPr>
                        <a:t>e_DEMIS, </a:t>
                      </a:r>
                      <a:r>
                        <a:rPr lang="en-US" altLang="ko-KR" sz="1200" kern="0" spc="-70" baseline="0" dirty="0" smtClean="0">
                          <a:solidFill>
                            <a:srgbClr val="000000"/>
                          </a:solidFill>
                          <a:effectLst/>
                          <a:latin typeface="Rix모던고딕 M" panose="02020603020101020101" pitchFamily="18" charset="-127"/>
                          <a:ea typeface="Rix모던고딕 M" panose="02020603020101020101" pitchFamily="18" charset="-127"/>
                          <a:cs typeface="+mn-cs"/>
                        </a:rPr>
                        <a:t>PACS)</a:t>
                      </a:r>
                      <a:br>
                        <a:rPr lang="en-US" altLang="ko-KR" sz="1200" kern="0" spc="-70" baseline="0" dirty="0" smtClean="0">
                          <a:solidFill>
                            <a:srgbClr val="000000"/>
                          </a:solidFill>
                          <a:effectLst/>
                          <a:latin typeface="Rix모던고딕 M" panose="02020603020101020101" pitchFamily="18" charset="-127"/>
                          <a:ea typeface="Rix모던고딕 M" panose="02020603020101020101" pitchFamily="18" charset="-127"/>
                          <a:cs typeface="+mn-cs"/>
                        </a:rPr>
                      </a:br>
                      <a:r>
                        <a:rPr lang="ko-KR" altLang="en-US" sz="1200" kern="0" spc="-70" baseline="0" dirty="0" smtClean="0">
                          <a:solidFill>
                            <a:srgbClr val="000000"/>
                          </a:solidFill>
                          <a:effectLst/>
                          <a:latin typeface="Rix모던고딕 M" panose="02020603020101020101" pitchFamily="18" charset="-127"/>
                          <a:ea typeface="Rix모던고딕 M" panose="02020603020101020101" pitchFamily="18" charset="-127"/>
                          <a:cs typeface="+mn-cs"/>
                        </a:rPr>
                        <a:t>구축</a:t>
                      </a:r>
                      <a:r>
                        <a:rPr lang="en-US" altLang="ko-KR" sz="1200" kern="0" spc="-70" baseline="0" dirty="0" smtClean="0">
                          <a:solidFill>
                            <a:srgbClr val="000000"/>
                          </a:solidFill>
                          <a:effectLst/>
                          <a:latin typeface="Rix모던고딕 M" panose="02020603020101020101" pitchFamily="18" charset="-127"/>
                          <a:ea typeface="Rix모던고딕 M" panose="02020603020101020101" pitchFamily="18" charset="-127"/>
                          <a:cs typeface="+mn-cs"/>
                        </a:rPr>
                        <a:t> </a:t>
                      </a:r>
                      <a:r>
                        <a:rPr lang="ko-KR" altLang="en-US" sz="1200" kern="0" spc="-70" baseline="0" dirty="0" smtClean="0">
                          <a:solidFill>
                            <a:srgbClr val="000000"/>
                          </a:solidFill>
                          <a:effectLst/>
                          <a:latin typeface="Rix모던고딕 M" panose="02020603020101020101" pitchFamily="18" charset="-127"/>
                          <a:ea typeface="Rix모던고딕 M" panose="02020603020101020101" pitchFamily="18" charset="-127"/>
                          <a:cs typeface="+mn-cs"/>
                        </a:rPr>
                        <a:t>사업</a:t>
                      </a:r>
                      <a:endParaRPr lang="ko-KR" altLang="en-US" sz="1200" kern="0" spc="-70" baseline="0" dirty="0">
                        <a:solidFill>
                          <a:srgbClr val="000000"/>
                        </a:solidFill>
                        <a:effectLst/>
                        <a:latin typeface="Rix모던고딕 M" panose="02020603020101020101" pitchFamily="18" charset="-127"/>
                        <a:ea typeface="Rix모던고딕 M" panose="02020603020101020101" pitchFamily="18" charset="-127"/>
                        <a:cs typeface="+mn-cs"/>
                      </a:endParaRPr>
                    </a:p>
                  </a:txBody>
                  <a:tcPr marL="15873" marR="15873" marT="16212" marB="1621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  <a:alpha val="52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6487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-70" baseline="0" dirty="0">
                          <a:solidFill>
                            <a:srgbClr val="000000"/>
                          </a:solidFill>
                          <a:effectLst/>
                          <a:latin typeface="Rix모던고딕 M" panose="02020603020101020101" pitchFamily="18" charset="-127"/>
                          <a:ea typeface="Rix모던고딕 M" panose="02020603020101020101" pitchFamily="18" charset="-127"/>
                          <a:cs typeface="+mn-cs"/>
                        </a:rPr>
                        <a:t>07.02 ~ 08.03</a:t>
                      </a:r>
                    </a:p>
                  </a:txBody>
                  <a:tcPr marL="15873" marR="15873" marT="16212" marB="16212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6487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70" baseline="0" dirty="0">
                          <a:solidFill>
                            <a:srgbClr val="000000"/>
                          </a:solidFill>
                          <a:effectLst/>
                          <a:latin typeface="Rix모던고딕 M" panose="02020603020101020101" pitchFamily="18" charset="-127"/>
                          <a:ea typeface="Rix모던고딕 M" panose="02020603020101020101" pitchFamily="18" charset="-127"/>
                          <a:cs typeface="+mn-cs"/>
                        </a:rPr>
                        <a:t>전산사업</a:t>
                      </a:r>
                      <a:br>
                        <a:rPr lang="ko-KR" altLang="en-US" sz="1200" kern="0" spc="-70" baseline="0" dirty="0">
                          <a:solidFill>
                            <a:srgbClr val="000000"/>
                          </a:solidFill>
                          <a:effectLst/>
                          <a:latin typeface="Rix모던고딕 M" panose="02020603020101020101" pitchFamily="18" charset="-127"/>
                          <a:ea typeface="Rix모던고딕 M" panose="02020603020101020101" pitchFamily="18" charset="-127"/>
                          <a:cs typeface="+mn-cs"/>
                        </a:rPr>
                      </a:br>
                      <a:r>
                        <a:rPr lang="ko-KR" altLang="en-US" sz="1200" kern="0" spc="-70" baseline="0" dirty="0">
                          <a:solidFill>
                            <a:srgbClr val="000000"/>
                          </a:solidFill>
                          <a:effectLst/>
                          <a:latin typeface="Rix모던고딕 M" panose="02020603020101020101" pitchFamily="18" charset="-127"/>
                          <a:ea typeface="Rix모던고딕 M" panose="02020603020101020101" pitchFamily="18" charset="-127"/>
                          <a:cs typeface="+mn-cs"/>
                        </a:rPr>
                        <a:t>담당</a:t>
                      </a:r>
                    </a:p>
                  </a:txBody>
                  <a:tcPr marL="15873" marR="15873" marT="16212" marB="16212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6487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70" baseline="0" dirty="0" smtClean="0">
                          <a:solidFill>
                            <a:srgbClr val="000000"/>
                          </a:solidFill>
                          <a:effectLst/>
                          <a:latin typeface="Rix모던고딕 M" panose="02020603020101020101" pitchFamily="18" charset="-127"/>
                          <a:ea typeface="Rix모던고딕 M" panose="02020603020101020101" pitchFamily="18" charset="-127"/>
                          <a:cs typeface="+mn-cs"/>
                        </a:rPr>
                        <a:t>국군 의무사</a:t>
                      </a:r>
                      <a:endParaRPr lang="ko-KR" altLang="en-US" sz="1200" kern="0" spc="-70" baseline="0" dirty="0">
                        <a:solidFill>
                          <a:srgbClr val="000000"/>
                        </a:solidFill>
                        <a:effectLst/>
                        <a:latin typeface="Rix모던고딕 M" panose="02020603020101020101" pitchFamily="18" charset="-127"/>
                        <a:ea typeface="Rix모던고딕 M" panose="02020603020101020101" pitchFamily="18" charset="-127"/>
                        <a:cs typeface="+mn-cs"/>
                      </a:endParaRPr>
                    </a:p>
                  </a:txBody>
                  <a:tcPr marL="15873" marR="15873" marT="16212" marB="16212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70" baseline="0" dirty="0">
                          <a:solidFill>
                            <a:srgbClr val="000000"/>
                          </a:solidFill>
                          <a:effectLst/>
                          <a:latin typeface="Rix모던고딕 M" panose="02020603020101020101" pitchFamily="18" charset="-127"/>
                          <a:ea typeface="Rix모던고딕 M" panose="02020603020101020101" pitchFamily="18" charset="-127"/>
                        </a:rPr>
                        <a:t>국군의무사령부</a:t>
                      </a:r>
                    </a:p>
                  </a:txBody>
                  <a:tcPr marL="15873" marR="15873" marT="16212" marB="16212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89495">
                <a:tc>
                  <a:txBody>
                    <a:bodyPr/>
                    <a:lstStyle/>
                    <a:p>
                      <a:pPr marL="0" marR="0" indent="0" algn="ctr" defTabSz="96487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70" baseline="0" dirty="0" smtClean="0">
                          <a:solidFill>
                            <a:srgbClr val="000000"/>
                          </a:solidFill>
                          <a:effectLst/>
                          <a:latin typeface="Rix모던고딕 M" panose="02020603020101020101" pitchFamily="18" charset="-127"/>
                          <a:ea typeface="Rix모던고딕 M" panose="02020603020101020101" pitchFamily="18" charset="-127"/>
                          <a:cs typeface="+mn-cs"/>
                        </a:rPr>
                        <a:t>육군 </a:t>
                      </a:r>
                      <a:r>
                        <a:rPr lang="ko-KR" altLang="en-US" sz="1200" kern="0" spc="-70" baseline="0" dirty="0" err="1" smtClean="0">
                          <a:solidFill>
                            <a:srgbClr val="000000"/>
                          </a:solidFill>
                          <a:effectLst/>
                          <a:latin typeface="Rix모던고딕 M" panose="02020603020101020101" pitchFamily="18" charset="-127"/>
                          <a:ea typeface="Rix모던고딕 M" panose="02020603020101020101" pitchFamily="18" charset="-127"/>
                          <a:cs typeface="+mn-cs"/>
                        </a:rPr>
                        <a:t>노후랜</a:t>
                      </a:r>
                      <a:r>
                        <a:rPr lang="ko-KR" altLang="en-US" sz="1200" kern="0" spc="-70" baseline="0" dirty="0" smtClean="0">
                          <a:solidFill>
                            <a:srgbClr val="000000"/>
                          </a:solidFill>
                          <a:effectLst/>
                          <a:latin typeface="Rix모던고딕 M" panose="02020603020101020101" pitchFamily="18" charset="-127"/>
                          <a:ea typeface="Rix모던고딕 M" panose="02020603020101020101" pitchFamily="18" charset="-127"/>
                          <a:cs typeface="+mn-cs"/>
                        </a:rPr>
                        <a:t> 장비교체 사업</a:t>
                      </a:r>
                      <a:endParaRPr lang="ko-KR" altLang="en-US" sz="1200" kern="0" spc="-70" baseline="0" dirty="0">
                        <a:solidFill>
                          <a:srgbClr val="000000"/>
                        </a:solidFill>
                        <a:effectLst/>
                        <a:latin typeface="Rix모던고딕 M" panose="02020603020101020101" pitchFamily="18" charset="-127"/>
                        <a:ea typeface="Rix모던고딕 M" panose="02020603020101020101" pitchFamily="18" charset="-127"/>
                        <a:cs typeface="+mn-cs"/>
                      </a:endParaRPr>
                    </a:p>
                  </a:txBody>
                  <a:tcPr marL="15873" marR="15873" marT="16212" marB="1621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  <a:alpha val="52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6487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-70" baseline="0" dirty="0" smtClean="0">
                          <a:solidFill>
                            <a:srgbClr val="000000"/>
                          </a:solidFill>
                          <a:effectLst/>
                          <a:latin typeface="Rix모던고딕 M" panose="02020603020101020101" pitchFamily="18" charset="-127"/>
                          <a:ea typeface="Rix모던고딕 M" panose="02020603020101020101" pitchFamily="18" charset="-127"/>
                          <a:cs typeface="+mn-cs"/>
                        </a:rPr>
                        <a:t>11. 06 ~ 11.11</a:t>
                      </a:r>
                      <a:endParaRPr lang="en-US" sz="1200" kern="0" spc="-70" baseline="0" dirty="0">
                        <a:solidFill>
                          <a:srgbClr val="000000"/>
                        </a:solidFill>
                        <a:effectLst/>
                        <a:latin typeface="Rix모던고딕 M" panose="02020603020101020101" pitchFamily="18" charset="-127"/>
                        <a:ea typeface="Rix모던고딕 M" panose="02020603020101020101" pitchFamily="18" charset="-127"/>
                        <a:cs typeface="+mn-cs"/>
                      </a:endParaRPr>
                    </a:p>
                  </a:txBody>
                  <a:tcPr marL="15873" marR="15873" marT="16212" marB="16212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6487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70" baseline="0" dirty="0" smtClean="0">
                          <a:solidFill>
                            <a:srgbClr val="000000"/>
                          </a:solidFill>
                          <a:effectLst/>
                          <a:latin typeface="Rix모던고딕 M" panose="02020603020101020101" pitchFamily="18" charset="-127"/>
                          <a:ea typeface="Rix모던고딕 M" panose="02020603020101020101" pitchFamily="18" charset="-127"/>
                          <a:cs typeface="+mn-cs"/>
                        </a:rPr>
                        <a:t>군사전문가</a:t>
                      </a:r>
                      <a:endParaRPr lang="ko-KR" altLang="en-US" sz="1200" kern="0" spc="-70" baseline="0" dirty="0">
                        <a:solidFill>
                          <a:srgbClr val="000000"/>
                        </a:solidFill>
                        <a:effectLst/>
                        <a:latin typeface="Rix모던고딕 M" panose="02020603020101020101" pitchFamily="18" charset="-127"/>
                        <a:ea typeface="Rix모던고딕 M" panose="02020603020101020101" pitchFamily="18" charset="-127"/>
                        <a:cs typeface="+mn-cs"/>
                      </a:endParaRPr>
                    </a:p>
                  </a:txBody>
                  <a:tcPr marL="15873" marR="15873" marT="16212" marB="16212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6487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70" baseline="0" dirty="0" smtClean="0">
                          <a:solidFill>
                            <a:srgbClr val="000000"/>
                          </a:solidFill>
                          <a:effectLst/>
                          <a:latin typeface="Rix모던고딕 M" panose="02020603020101020101" pitchFamily="18" charset="-127"/>
                          <a:ea typeface="Rix모던고딕 M" panose="02020603020101020101" pitchFamily="18" charset="-127"/>
                          <a:cs typeface="+mn-cs"/>
                        </a:rPr>
                        <a:t>육군 </a:t>
                      </a:r>
                      <a:endParaRPr lang="en-US" altLang="ko-KR" sz="1200" kern="0" spc="-70" baseline="0" dirty="0" smtClean="0">
                        <a:solidFill>
                          <a:srgbClr val="000000"/>
                        </a:solidFill>
                        <a:effectLst/>
                        <a:latin typeface="Rix모던고딕 M" panose="02020603020101020101" pitchFamily="18" charset="-127"/>
                        <a:ea typeface="Rix모던고딕 M" panose="02020603020101020101" pitchFamily="18" charset="-127"/>
                        <a:cs typeface="+mn-cs"/>
                      </a:endParaRPr>
                    </a:p>
                    <a:p>
                      <a:pPr marL="0" marR="0" indent="0" algn="ctr" defTabSz="96487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70" baseline="0" dirty="0" smtClean="0">
                          <a:solidFill>
                            <a:srgbClr val="000000"/>
                          </a:solidFill>
                          <a:effectLst/>
                          <a:latin typeface="Rix모던고딕 M" panose="02020603020101020101" pitchFamily="18" charset="-127"/>
                          <a:ea typeface="Rix모던고딕 M" panose="02020603020101020101" pitchFamily="18" charset="-127"/>
                          <a:cs typeface="+mn-cs"/>
                        </a:rPr>
                        <a:t>본부</a:t>
                      </a:r>
                      <a:endParaRPr lang="ko-KR" altLang="en-US" sz="1200" kern="0" spc="-70" baseline="0" dirty="0">
                        <a:solidFill>
                          <a:srgbClr val="000000"/>
                        </a:solidFill>
                        <a:effectLst/>
                        <a:latin typeface="Rix모던고딕 M" panose="02020603020101020101" pitchFamily="18" charset="-127"/>
                        <a:ea typeface="Rix모던고딕 M" panose="02020603020101020101" pitchFamily="18" charset="-127"/>
                        <a:cs typeface="+mn-cs"/>
                      </a:endParaRPr>
                    </a:p>
                  </a:txBody>
                  <a:tcPr marL="15873" marR="15873" marT="16212" marB="16212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70" baseline="0" dirty="0" smtClean="0">
                          <a:solidFill>
                            <a:srgbClr val="000000"/>
                          </a:solidFill>
                          <a:effectLst/>
                          <a:latin typeface="Rix모던고딕 M" panose="02020603020101020101" pitchFamily="18" charset="-127"/>
                          <a:ea typeface="Rix모던고딕 M" panose="02020603020101020101" pitchFamily="18" charset="-127"/>
                        </a:rPr>
                        <a:t>롯데정보통신</a:t>
                      </a:r>
                      <a:endParaRPr lang="ko-KR" altLang="en-US" sz="1200" kern="0" spc="-70" baseline="0" dirty="0">
                        <a:solidFill>
                          <a:srgbClr val="000000"/>
                        </a:solidFill>
                        <a:effectLst/>
                        <a:latin typeface="Rix모던고딕 M" panose="02020603020101020101" pitchFamily="18" charset="-127"/>
                        <a:ea typeface="Rix모던고딕 M" panose="02020603020101020101" pitchFamily="18" charset="-127"/>
                      </a:endParaRPr>
                    </a:p>
                  </a:txBody>
                  <a:tcPr marL="15873" marR="15873" marT="16212" marB="16212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3" name="표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4043494"/>
              </p:ext>
            </p:extLst>
          </p:nvPr>
        </p:nvGraphicFramePr>
        <p:xfrm>
          <a:off x="5486400" y="2500034"/>
          <a:ext cx="4783371" cy="4610887"/>
        </p:xfrm>
        <a:graphic>
          <a:graphicData uri="http://schemas.openxmlformats.org/drawingml/2006/table">
            <a:tbl>
              <a:tblPr/>
              <a:tblGrid>
                <a:gridCol w="16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557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57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38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16199">
                <a:tc>
                  <a:txBody>
                    <a:bodyPr/>
                    <a:lstStyle/>
                    <a:p>
                      <a:pPr marL="0" marR="0" indent="0" algn="ctr" defTabSz="964870" rtl="0" eaLnBrk="1" fontAlgn="base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kern="0" spc="-100" baseline="0" dirty="0">
                          <a:solidFill>
                            <a:schemeClr val="bg1"/>
                          </a:solidFill>
                          <a:effectLst/>
                          <a:latin typeface="Rix모던고딕 B" panose="02020603020101020101" pitchFamily="18" charset="-127"/>
                          <a:ea typeface="Rix모던고딕 B" panose="02020603020101020101" pitchFamily="18" charset="-127"/>
                          <a:cs typeface="+mn-cs"/>
                        </a:rPr>
                        <a:t>사 업 명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64870" rtl="0" eaLnBrk="1" fontAlgn="base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kern="0" spc="-100" baseline="0" dirty="0" smtClean="0">
                          <a:solidFill>
                            <a:schemeClr val="bg1"/>
                          </a:solidFill>
                          <a:effectLst/>
                          <a:latin typeface="Rix모던고딕 B" panose="02020603020101020101" pitchFamily="18" charset="-127"/>
                          <a:ea typeface="Rix모던고딕 B" panose="02020603020101020101" pitchFamily="18" charset="-127"/>
                          <a:cs typeface="+mn-cs"/>
                        </a:rPr>
                        <a:t>참여기간</a:t>
                      </a:r>
                      <a:endParaRPr lang="ko-KR" altLang="en-US" sz="1300" kern="0" spc="-100" baseline="0" dirty="0">
                        <a:solidFill>
                          <a:schemeClr val="bg1"/>
                        </a:solidFill>
                        <a:effectLst/>
                        <a:latin typeface="Rix모던고딕 B" panose="02020603020101020101" pitchFamily="18" charset="-127"/>
                        <a:ea typeface="Rix모던고딕 B" panose="02020603020101020101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64870" rtl="0" eaLnBrk="1" fontAlgn="base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kern="0" spc="-100" baseline="0" dirty="0" smtClean="0">
                          <a:solidFill>
                            <a:schemeClr val="bg1"/>
                          </a:solidFill>
                          <a:effectLst/>
                          <a:latin typeface="Rix모던고딕 B" panose="02020603020101020101" pitchFamily="18" charset="-127"/>
                          <a:ea typeface="Rix모던고딕 B" panose="02020603020101020101" pitchFamily="18" charset="-127"/>
                          <a:cs typeface="+mn-cs"/>
                        </a:rPr>
                        <a:t>담당업무</a:t>
                      </a:r>
                      <a:endParaRPr lang="ko-KR" altLang="en-US" sz="1300" kern="0" spc="-100" baseline="0" dirty="0">
                        <a:solidFill>
                          <a:schemeClr val="bg1"/>
                        </a:solidFill>
                        <a:effectLst/>
                        <a:latin typeface="Rix모던고딕 B" panose="02020603020101020101" pitchFamily="18" charset="-127"/>
                        <a:ea typeface="Rix모던고딕 B" panose="02020603020101020101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64870" rtl="0" eaLnBrk="1" fontAlgn="base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kern="0" spc="-100" baseline="0" dirty="0" smtClean="0">
                          <a:solidFill>
                            <a:schemeClr val="bg1"/>
                          </a:solidFill>
                          <a:effectLst/>
                          <a:latin typeface="Rix모던고딕 B" panose="02020603020101020101" pitchFamily="18" charset="-127"/>
                          <a:ea typeface="Rix모던고딕 B" panose="02020603020101020101" pitchFamily="18" charset="-127"/>
                          <a:cs typeface="+mn-cs"/>
                        </a:rPr>
                        <a:t>발주처</a:t>
                      </a:r>
                      <a:endParaRPr lang="ko-KR" altLang="en-US" sz="1300" kern="0" spc="-100" baseline="0" dirty="0">
                        <a:solidFill>
                          <a:schemeClr val="bg1"/>
                        </a:solidFill>
                        <a:effectLst/>
                        <a:latin typeface="Rix모던고딕 B" panose="02020603020101020101" pitchFamily="18" charset="-127"/>
                        <a:ea typeface="Rix모던고딕 B" panose="02020603020101020101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64870" rtl="0" eaLnBrk="1" fontAlgn="base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kern="0" spc="-100" baseline="0" dirty="0">
                          <a:solidFill>
                            <a:schemeClr val="bg1"/>
                          </a:solidFill>
                          <a:effectLst/>
                          <a:latin typeface="Rix모던고딕 B" panose="02020603020101020101" pitchFamily="18" charset="-127"/>
                          <a:ea typeface="Rix모던고딕 B" panose="02020603020101020101" pitchFamily="18" charset="-127"/>
                          <a:cs typeface="+mn-cs"/>
                        </a:rPr>
                        <a:t>소속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1571">
                <a:tc>
                  <a:txBody>
                    <a:bodyPr/>
                    <a:lstStyle/>
                    <a:p>
                      <a:pPr marL="0" marR="0" indent="0" algn="ctr" defTabSz="96487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0" spc="-70" baseline="0" dirty="0">
                          <a:solidFill>
                            <a:srgbClr val="000000"/>
                          </a:solidFill>
                          <a:effectLst/>
                          <a:latin typeface="Rix모던고딕 M" panose="02020603020101020101" pitchFamily="18" charset="-127"/>
                          <a:ea typeface="Rix모던고딕 M" panose="02020603020101020101" pitchFamily="18" charset="-127"/>
                          <a:cs typeface="+mn-cs"/>
                        </a:rPr>
                        <a:t>256</a:t>
                      </a:r>
                      <a:r>
                        <a:rPr lang="ko-KR" altLang="en-US" sz="1200" kern="0" spc="-70" baseline="0" dirty="0">
                          <a:solidFill>
                            <a:srgbClr val="000000"/>
                          </a:solidFill>
                          <a:effectLst/>
                          <a:latin typeface="Rix모던고딕 M" panose="02020603020101020101" pitchFamily="18" charset="-127"/>
                          <a:ea typeface="Rix모던고딕 M" panose="02020603020101020101" pitchFamily="18" charset="-127"/>
                          <a:cs typeface="+mn-cs"/>
                        </a:rPr>
                        <a:t>개 부대 국방전산망 </a:t>
                      </a:r>
                      <a:r>
                        <a:rPr lang="en-US" altLang="ko-KR" sz="1200" kern="0" spc="-70" baseline="0" dirty="0" smtClean="0">
                          <a:solidFill>
                            <a:srgbClr val="000000"/>
                          </a:solidFill>
                          <a:effectLst/>
                          <a:latin typeface="Rix모던고딕 M" panose="02020603020101020101" pitchFamily="18" charset="-127"/>
                          <a:ea typeface="Rix모던고딕 M" panose="02020603020101020101" pitchFamily="18" charset="-127"/>
                          <a:cs typeface="+mn-cs"/>
                        </a:rPr>
                        <a:t/>
                      </a:r>
                      <a:br>
                        <a:rPr lang="en-US" altLang="ko-KR" sz="1200" kern="0" spc="-70" baseline="0" dirty="0" smtClean="0">
                          <a:solidFill>
                            <a:srgbClr val="000000"/>
                          </a:solidFill>
                          <a:effectLst/>
                          <a:latin typeface="Rix모던고딕 M" panose="02020603020101020101" pitchFamily="18" charset="-127"/>
                          <a:ea typeface="Rix모던고딕 M" panose="02020603020101020101" pitchFamily="18" charset="-127"/>
                          <a:cs typeface="+mn-cs"/>
                        </a:rPr>
                      </a:br>
                      <a:r>
                        <a:rPr lang="en-US" altLang="ko-KR" sz="1200" kern="0" spc="-70" baseline="0" dirty="0" smtClean="0">
                          <a:solidFill>
                            <a:srgbClr val="000000"/>
                          </a:solidFill>
                          <a:effectLst/>
                          <a:latin typeface="Rix모던고딕 M" panose="02020603020101020101" pitchFamily="18" charset="-127"/>
                          <a:ea typeface="Rix모던고딕 M" panose="02020603020101020101" pitchFamily="18" charset="-127"/>
                          <a:cs typeface="+mn-cs"/>
                        </a:rPr>
                        <a:t>3</a:t>
                      </a:r>
                      <a:r>
                        <a:rPr lang="ko-KR" altLang="en-US" sz="1200" kern="0" spc="-70" baseline="0" dirty="0">
                          <a:solidFill>
                            <a:srgbClr val="000000"/>
                          </a:solidFill>
                          <a:effectLst/>
                          <a:latin typeface="Rix모던고딕 M" panose="02020603020101020101" pitchFamily="18" charset="-127"/>
                          <a:ea typeface="Rix모던고딕 M" panose="02020603020101020101" pitchFamily="18" charset="-127"/>
                          <a:cs typeface="+mn-cs"/>
                        </a:rPr>
                        <a:t>단계 </a:t>
                      </a:r>
                      <a:r>
                        <a:rPr lang="ko-KR" altLang="en-US" sz="1200" kern="0" spc="-70" baseline="0" dirty="0" smtClean="0">
                          <a:solidFill>
                            <a:srgbClr val="000000"/>
                          </a:solidFill>
                          <a:effectLst/>
                          <a:latin typeface="Rix모던고딕 M" panose="02020603020101020101" pitchFamily="18" charset="-127"/>
                          <a:ea typeface="Rix모던고딕 M" panose="02020603020101020101" pitchFamily="18" charset="-127"/>
                          <a:cs typeface="+mn-cs"/>
                        </a:rPr>
                        <a:t>구축 사업</a:t>
                      </a:r>
                      <a:endParaRPr lang="ko-KR" altLang="en-US" sz="1200" kern="0" spc="-70" baseline="0" dirty="0">
                        <a:solidFill>
                          <a:srgbClr val="000000"/>
                        </a:solidFill>
                        <a:effectLst/>
                        <a:latin typeface="Rix모던고딕 M" panose="02020603020101020101" pitchFamily="18" charset="-127"/>
                        <a:ea typeface="Rix모던고딕 M" panose="02020603020101020101" pitchFamily="18" charset="-127"/>
                        <a:cs typeface="+mn-cs"/>
                      </a:endParaRPr>
                    </a:p>
                  </a:txBody>
                  <a:tcPr marL="11086" marR="11086" marT="11322" marB="1132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  <a:alpha val="52000"/>
                      </a:schemeClr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marR="0" indent="0" algn="ctr" defTabSz="96487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-70" baseline="0" dirty="0" smtClean="0">
                          <a:solidFill>
                            <a:srgbClr val="000000"/>
                          </a:solidFill>
                          <a:effectLst/>
                          <a:latin typeface="Rix모던고딕 M" panose="02020603020101020101" pitchFamily="18" charset="-127"/>
                          <a:ea typeface="Rix모던고딕 M" panose="02020603020101020101" pitchFamily="18" charset="-127"/>
                          <a:cs typeface="+mn-cs"/>
                        </a:rPr>
                        <a:t>97.05 </a:t>
                      </a:r>
                      <a:r>
                        <a:rPr lang="en-US" sz="1200" kern="0" spc="-70" baseline="0" dirty="0">
                          <a:solidFill>
                            <a:srgbClr val="000000"/>
                          </a:solidFill>
                          <a:effectLst/>
                          <a:latin typeface="Rix모던고딕 M" panose="02020603020101020101" pitchFamily="18" charset="-127"/>
                          <a:ea typeface="Rix모던고딕 M" panose="02020603020101020101" pitchFamily="18" charset="-127"/>
                          <a:cs typeface="+mn-cs"/>
                        </a:rPr>
                        <a:t>~ </a:t>
                      </a:r>
                      <a:r>
                        <a:rPr lang="en-US" sz="1200" kern="0" spc="-70" baseline="0" dirty="0" smtClean="0">
                          <a:solidFill>
                            <a:srgbClr val="000000"/>
                          </a:solidFill>
                          <a:effectLst/>
                          <a:latin typeface="Rix모던고딕 M" panose="02020603020101020101" pitchFamily="18" charset="-127"/>
                          <a:ea typeface="Rix모던고딕 M" panose="02020603020101020101" pitchFamily="18" charset="-127"/>
                          <a:cs typeface="+mn-cs"/>
                        </a:rPr>
                        <a:t>99.05</a:t>
                      </a:r>
                      <a:endParaRPr lang="en-US" sz="1200" kern="0" spc="-70" baseline="0" dirty="0">
                        <a:solidFill>
                          <a:srgbClr val="000000"/>
                        </a:solidFill>
                        <a:effectLst/>
                        <a:latin typeface="Rix모던고딕 M" panose="02020603020101020101" pitchFamily="18" charset="-127"/>
                        <a:ea typeface="Rix모던고딕 M" panose="02020603020101020101" pitchFamily="18" charset="-127"/>
                        <a:cs typeface="+mn-cs"/>
                      </a:endParaRPr>
                    </a:p>
                  </a:txBody>
                  <a:tcPr marL="11086" marR="11086" marT="11322" marB="11322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pPr marL="0" marR="0" indent="0" algn="ctr" defTabSz="96487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70" baseline="0" dirty="0">
                          <a:solidFill>
                            <a:srgbClr val="000000"/>
                          </a:solidFill>
                          <a:effectLst/>
                          <a:latin typeface="Rix모던고딕 M" panose="02020603020101020101" pitchFamily="18" charset="-127"/>
                          <a:ea typeface="Rix모던고딕 M" panose="02020603020101020101" pitchFamily="18" charset="-127"/>
                          <a:cs typeface="+mn-cs"/>
                        </a:rPr>
                        <a:t>사업관리</a:t>
                      </a:r>
                    </a:p>
                    <a:p>
                      <a:pPr marL="0" marR="0" indent="0" algn="ctr" defTabSz="96487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70" baseline="0" dirty="0">
                          <a:solidFill>
                            <a:srgbClr val="000000"/>
                          </a:solidFill>
                          <a:effectLst/>
                          <a:latin typeface="Rix모던고딕 M" panose="02020603020101020101" pitchFamily="18" charset="-127"/>
                          <a:ea typeface="Rix모던고딕 M" panose="02020603020101020101" pitchFamily="18" charset="-127"/>
                          <a:cs typeface="+mn-cs"/>
                        </a:rPr>
                        <a:t>담당</a:t>
                      </a:r>
                    </a:p>
                  </a:txBody>
                  <a:tcPr marL="11086" marR="11086" marT="11322" marB="11322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  <a:alpha val="20000"/>
                      </a:schemeClr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marR="0" indent="0" algn="ctr" defTabSz="964870" rtl="0" eaLnBrk="1" fontAlgn="base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70" baseline="0" dirty="0">
                          <a:solidFill>
                            <a:srgbClr val="000000"/>
                          </a:solidFill>
                          <a:effectLst/>
                          <a:latin typeface="Rix모던고딕 M" panose="02020603020101020101" pitchFamily="18" charset="-127"/>
                          <a:ea typeface="Rix모던고딕 M" panose="02020603020101020101" pitchFamily="18" charset="-127"/>
                          <a:cs typeface="+mn-cs"/>
                        </a:rPr>
                        <a:t>국방부</a:t>
                      </a:r>
                    </a:p>
                  </a:txBody>
                  <a:tcPr marL="11086" marR="11086" marT="11322" marB="11322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pPr marL="0" marR="0" indent="0" algn="ctr" defTabSz="96487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70" baseline="0" dirty="0">
                          <a:solidFill>
                            <a:srgbClr val="000000"/>
                          </a:solidFill>
                          <a:effectLst/>
                          <a:latin typeface="Rix모던고딕 M" panose="02020603020101020101" pitchFamily="18" charset="-127"/>
                          <a:ea typeface="Rix모던고딕 M" panose="02020603020101020101" pitchFamily="18" charset="-127"/>
                          <a:cs typeface="+mn-cs"/>
                        </a:rPr>
                        <a:t>국방전산소</a:t>
                      </a:r>
                    </a:p>
                  </a:txBody>
                  <a:tcPr marL="11086" marR="11086" marT="11322" marB="11322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1320">
                <a:tc>
                  <a:txBody>
                    <a:bodyPr/>
                    <a:lstStyle/>
                    <a:p>
                      <a:pPr marL="0" marR="0" indent="0" algn="ctr" defTabSz="96487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70" baseline="0" dirty="0" smtClean="0">
                          <a:solidFill>
                            <a:srgbClr val="000000"/>
                          </a:solidFill>
                          <a:effectLst/>
                          <a:latin typeface="Rix모던고딕 M" panose="02020603020101020101" pitchFamily="18" charset="-127"/>
                          <a:ea typeface="Rix모던고딕 M" panose="02020603020101020101" pitchFamily="18" charset="-127"/>
                          <a:cs typeface="+mn-cs"/>
                        </a:rPr>
                        <a:t>국방인트라넷 </a:t>
                      </a:r>
                      <a:r>
                        <a:rPr lang="ko-KR" altLang="en-US" sz="1200" kern="0" spc="-70" baseline="0" dirty="0">
                          <a:solidFill>
                            <a:srgbClr val="000000"/>
                          </a:solidFill>
                          <a:effectLst/>
                          <a:latin typeface="Rix모던고딕 M" panose="02020603020101020101" pitchFamily="18" charset="-127"/>
                          <a:ea typeface="Rix모던고딕 M" panose="02020603020101020101" pitchFamily="18" charset="-127"/>
                          <a:cs typeface="+mn-cs"/>
                        </a:rPr>
                        <a:t>구축 사업</a:t>
                      </a:r>
                    </a:p>
                  </a:txBody>
                  <a:tcPr marL="11086" marR="11086" marT="11322" marB="1132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  <a:alpha val="52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1571">
                <a:tc>
                  <a:txBody>
                    <a:bodyPr/>
                    <a:lstStyle/>
                    <a:p>
                      <a:pPr marL="0" marR="0" indent="0" algn="ctr" defTabSz="96487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0" spc="-70" baseline="0" dirty="0">
                          <a:solidFill>
                            <a:srgbClr val="000000"/>
                          </a:solidFill>
                          <a:effectLst/>
                          <a:latin typeface="Rix모던고딕 M" panose="02020603020101020101" pitchFamily="18" charset="-127"/>
                          <a:ea typeface="Rix모던고딕 M" panose="02020603020101020101" pitchFamily="18" charset="-127"/>
                          <a:cs typeface="+mn-cs"/>
                        </a:rPr>
                        <a:t>24</a:t>
                      </a:r>
                      <a:r>
                        <a:rPr lang="ko-KR" altLang="en-US" sz="1200" kern="0" spc="-70" baseline="0" dirty="0">
                          <a:solidFill>
                            <a:srgbClr val="000000"/>
                          </a:solidFill>
                          <a:effectLst/>
                          <a:latin typeface="Rix모던고딕 M" panose="02020603020101020101" pitchFamily="18" charset="-127"/>
                          <a:ea typeface="Rix모던고딕 M" panose="02020603020101020101" pitchFamily="18" charset="-127"/>
                          <a:cs typeface="+mn-cs"/>
                        </a:rPr>
                        <a:t>개 부대 국방전산망 </a:t>
                      </a:r>
                      <a:r>
                        <a:rPr lang="en-US" altLang="ko-KR" sz="1200" kern="0" spc="-70" baseline="0" dirty="0" smtClean="0">
                          <a:solidFill>
                            <a:srgbClr val="000000"/>
                          </a:solidFill>
                          <a:effectLst/>
                          <a:latin typeface="Rix모던고딕 M" panose="02020603020101020101" pitchFamily="18" charset="-127"/>
                          <a:ea typeface="Rix모던고딕 M" panose="02020603020101020101" pitchFamily="18" charset="-127"/>
                          <a:cs typeface="+mn-cs"/>
                        </a:rPr>
                        <a:t/>
                      </a:r>
                      <a:br>
                        <a:rPr lang="en-US" altLang="ko-KR" sz="1200" kern="0" spc="-70" baseline="0" dirty="0" smtClean="0">
                          <a:solidFill>
                            <a:srgbClr val="000000"/>
                          </a:solidFill>
                          <a:effectLst/>
                          <a:latin typeface="Rix모던고딕 M" panose="02020603020101020101" pitchFamily="18" charset="-127"/>
                          <a:ea typeface="Rix모던고딕 M" panose="02020603020101020101" pitchFamily="18" charset="-127"/>
                          <a:cs typeface="+mn-cs"/>
                        </a:rPr>
                      </a:br>
                      <a:r>
                        <a:rPr lang="en-US" altLang="ko-KR" sz="1200" kern="0" spc="-70" baseline="0" dirty="0" smtClean="0">
                          <a:solidFill>
                            <a:srgbClr val="000000"/>
                          </a:solidFill>
                          <a:effectLst/>
                          <a:latin typeface="Rix모던고딕 M" panose="02020603020101020101" pitchFamily="18" charset="-127"/>
                          <a:ea typeface="Rix모던고딕 M" panose="02020603020101020101" pitchFamily="18" charset="-127"/>
                          <a:cs typeface="+mn-cs"/>
                        </a:rPr>
                        <a:t>4</a:t>
                      </a:r>
                      <a:r>
                        <a:rPr lang="ko-KR" altLang="en-US" sz="1200" kern="0" spc="-70" baseline="0" dirty="0">
                          <a:solidFill>
                            <a:srgbClr val="000000"/>
                          </a:solidFill>
                          <a:effectLst/>
                          <a:latin typeface="Rix모던고딕 M" panose="02020603020101020101" pitchFamily="18" charset="-127"/>
                          <a:ea typeface="Rix모던고딕 M" panose="02020603020101020101" pitchFamily="18" charset="-127"/>
                          <a:cs typeface="+mn-cs"/>
                        </a:rPr>
                        <a:t>단계 구축 사업</a:t>
                      </a:r>
                    </a:p>
                  </a:txBody>
                  <a:tcPr marL="11086" marR="11086" marT="11322" marB="1132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  <a:alpha val="52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1571">
                <a:tc>
                  <a:txBody>
                    <a:bodyPr/>
                    <a:lstStyle/>
                    <a:p>
                      <a:pPr marL="0" marR="0" indent="0" algn="ctr" defTabSz="96487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0" spc="-70" baseline="0" dirty="0">
                          <a:solidFill>
                            <a:srgbClr val="000000"/>
                          </a:solidFill>
                          <a:effectLst/>
                          <a:latin typeface="Rix모던고딕 M" panose="02020603020101020101" pitchFamily="18" charset="-127"/>
                          <a:ea typeface="Rix모던고딕 M" panose="02020603020101020101" pitchFamily="18" charset="-127"/>
                          <a:cs typeface="+mn-cs"/>
                        </a:rPr>
                        <a:t>25</a:t>
                      </a:r>
                      <a:r>
                        <a:rPr lang="ko-KR" altLang="en-US" sz="1200" kern="0" spc="-70" baseline="0" dirty="0">
                          <a:solidFill>
                            <a:srgbClr val="000000"/>
                          </a:solidFill>
                          <a:effectLst/>
                          <a:latin typeface="Rix모던고딕 M" panose="02020603020101020101" pitchFamily="18" charset="-127"/>
                          <a:ea typeface="Rix모던고딕 M" panose="02020603020101020101" pitchFamily="18" charset="-127"/>
                          <a:cs typeface="+mn-cs"/>
                        </a:rPr>
                        <a:t>개 </a:t>
                      </a:r>
                      <a:r>
                        <a:rPr lang="ko-KR" altLang="en-US" sz="1200" kern="0" spc="-70" baseline="0" dirty="0" smtClean="0">
                          <a:solidFill>
                            <a:srgbClr val="000000"/>
                          </a:solidFill>
                          <a:effectLst/>
                          <a:latin typeface="Rix모던고딕 M" panose="02020603020101020101" pitchFamily="18" charset="-127"/>
                          <a:ea typeface="Rix모던고딕 M" panose="02020603020101020101" pitchFamily="18" charset="-127"/>
                          <a:cs typeface="+mn-cs"/>
                        </a:rPr>
                        <a:t>사단</a:t>
                      </a:r>
                      <a:r>
                        <a:rPr lang="en-US" altLang="ko-KR" sz="1200" kern="0" spc="-70" baseline="0" dirty="0" smtClean="0">
                          <a:solidFill>
                            <a:srgbClr val="000000"/>
                          </a:solidFill>
                          <a:effectLst/>
                          <a:latin typeface="Rix모던고딕 M" panose="02020603020101020101" pitchFamily="18" charset="-127"/>
                          <a:ea typeface="Rix모던고딕 M" panose="02020603020101020101" pitchFamily="18" charset="-127"/>
                          <a:cs typeface="+mn-cs"/>
                        </a:rPr>
                        <a:t>, 16</a:t>
                      </a:r>
                      <a:r>
                        <a:rPr lang="ko-KR" altLang="en-US" sz="1200" kern="0" spc="-70" baseline="0" dirty="0" smtClean="0">
                          <a:solidFill>
                            <a:srgbClr val="000000"/>
                          </a:solidFill>
                          <a:effectLst/>
                          <a:latin typeface="Rix모던고딕 M" panose="02020603020101020101" pitchFamily="18" charset="-127"/>
                          <a:ea typeface="Rix모던고딕 M" panose="02020603020101020101" pitchFamily="18" charset="-127"/>
                          <a:cs typeface="+mn-cs"/>
                        </a:rPr>
                        <a:t>개 학교 </a:t>
                      </a:r>
                      <a:r>
                        <a:rPr lang="en-US" altLang="ko-KR" sz="1200" kern="0" spc="-70" baseline="0" dirty="0" smtClean="0">
                          <a:solidFill>
                            <a:srgbClr val="000000"/>
                          </a:solidFill>
                          <a:effectLst/>
                          <a:latin typeface="Rix모던고딕 M" panose="02020603020101020101" pitchFamily="18" charset="-127"/>
                          <a:ea typeface="Rix모던고딕 M" panose="02020603020101020101" pitchFamily="18" charset="-127"/>
                          <a:cs typeface="+mn-cs"/>
                        </a:rPr>
                        <a:t/>
                      </a:r>
                      <a:br>
                        <a:rPr lang="en-US" altLang="ko-KR" sz="1200" kern="0" spc="-70" baseline="0" dirty="0" smtClean="0">
                          <a:solidFill>
                            <a:srgbClr val="000000"/>
                          </a:solidFill>
                          <a:effectLst/>
                          <a:latin typeface="Rix모던고딕 M" panose="02020603020101020101" pitchFamily="18" charset="-127"/>
                          <a:ea typeface="Rix모던고딕 M" panose="02020603020101020101" pitchFamily="18" charset="-127"/>
                          <a:cs typeface="+mn-cs"/>
                        </a:rPr>
                      </a:br>
                      <a:r>
                        <a:rPr lang="en-US" altLang="ko-KR" sz="1200" kern="0" spc="-70" baseline="0" dirty="0" smtClean="0">
                          <a:solidFill>
                            <a:srgbClr val="000000"/>
                          </a:solidFill>
                          <a:effectLst/>
                          <a:latin typeface="Rix모던고딕 M" panose="02020603020101020101" pitchFamily="18" charset="-127"/>
                          <a:ea typeface="Rix모던고딕 M" panose="02020603020101020101" pitchFamily="18" charset="-127"/>
                          <a:cs typeface="+mn-cs"/>
                        </a:rPr>
                        <a:t>LAN</a:t>
                      </a:r>
                      <a:r>
                        <a:rPr lang="ko-KR" altLang="en-US" sz="1200" kern="0" spc="-70" baseline="0" dirty="0" smtClean="0">
                          <a:solidFill>
                            <a:srgbClr val="000000"/>
                          </a:solidFill>
                          <a:effectLst/>
                          <a:latin typeface="Rix모던고딕 M" panose="02020603020101020101" pitchFamily="18" charset="-127"/>
                          <a:ea typeface="Rix모던고딕 M" panose="02020603020101020101" pitchFamily="18" charset="-127"/>
                          <a:cs typeface="+mn-cs"/>
                        </a:rPr>
                        <a:t>교체 사업</a:t>
                      </a:r>
                      <a:endParaRPr lang="ko-KR" altLang="en-US" sz="1200" kern="0" spc="-70" baseline="0" dirty="0">
                        <a:solidFill>
                          <a:srgbClr val="000000"/>
                        </a:solidFill>
                        <a:effectLst/>
                        <a:latin typeface="Rix모던고딕 M" panose="02020603020101020101" pitchFamily="18" charset="-127"/>
                        <a:ea typeface="Rix모던고딕 M" panose="02020603020101020101" pitchFamily="18" charset="-127"/>
                        <a:cs typeface="+mn-cs"/>
                      </a:endParaRPr>
                    </a:p>
                  </a:txBody>
                  <a:tcPr marL="11086" marR="11086" marT="11322" marB="1132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  <a:alpha val="52000"/>
                      </a:schemeClr>
                    </a:solidFill>
                  </a:tcPr>
                </a:tc>
                <a:tc rowSpan="4">
                  <a:txBody>
                    <a:bodyPr/>
                    <a:lstStyle/>
                    <a:p>
                      <a:pPr marL="0" marR="0" indent="0" algn="ctr" defTabSz="96487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-70" baseline="0" dirty="0" smtClean="0">
                          <a:solidFill>
                            <a:srgbClr val="000000"/>
                          </a:solidFill>
                          <a:effectLst/>
                          <a:latin typeface="Rix모던고딕 M" panose="02020603020101020101" pitchFamily="18" charset="-127"/>
                          <a:ea typeface="Rix모던고딕 M" panose="02020603020101020101" pitchFamily="18" charset="-127"/>
                          <a:cs typeface="+mn-cs"/>
                        </a:rPr>
                        <a:t>99.11 </a:t>
                      </a:r>
                      <a:r>
                        <a:rPr lang="en-US" sz="1200" kern="0" spc="-70" baseline="0" dirty="0">
                          <a:solidFill>
                            <a:srgbClr val="000000"/>
                          </a:solidFill>
                          <a:effectLst/>
                          <a:latin typeface="Rix모던고딕 M" panose="02020603020101020101" pitchFamily="18" charset="-127"/>
                          <a:ea typeface="Rix모던고딕 M" panose="02020603020101020101" pitchFamily="18" charset="-127"/>
                          <a:cs typeface="+mn-cs"/>
                        </a:rPr>
                        <a:t>~ </a:t>
                      </a:r>
                      <a:r>
                        <a:rPr lang="en-US" sz="1200" kern="0" spc="-70" baseline="0" dirty="0" smtClean="0">
                          <a:solidFill>
                            <a:srgbClr val="000000"/>
                          </a:solidFill>
                          <a:effectLst/>
                          <a:latin typeface="Rix모던고딕 M" panose="02020603020101020101" pitchFamily="18" charset="-127"/>
                          <a:ea typeface="Rix모던고딕 M" panose="02020603020101020101" pitchFamily="18" charset="-127"/>
                          <a:cs typeface="+mn-cs"/>
                        </a:rPr>
                        <a:t>03.12</a:t>
                      </a:r>
                      <a:endParaRPr lang="en-US" sz="1200" kern="0" spc="-70" baseline="0" dirty="0">
                        <a:solidFill>
                          <a:srgbClr val="000000"/>
                        </a:solidFill>
                        <a:effectLst/>
                        <a:latin typeface="Rix모던고딕 M" panose="02020603020101020101" pitchFamily="18" charset="-127"/>
                        <a:ea typeface="Rix모던고딕 M" panose="02020603020101020101" pitchFamily="18" charset="-127"/>
                        <a:cs typeface="+mn-cs"/>
                      </a:endParaRPr>
                    </a:p>
                  </a:txBody>
                  <a:tcPr marL="11086" marR="11086" marT="11322" marB="11322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4">
                  <a:txBody>
                    <a:bodyPr/>
                    <a:lstStyle/>
                    <a:p>
                      <a:pPr marL="0" marR="0" indent="0" algn="ctr" defTabSz="96487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70" baseline="0" dirty="0">
                          <a:solidFill>
                            <a:srgbClr val="000000"/>
                          </a:solidFill>
                          <a:effectLst/>
                          <a:latin typeface="Rix모던고딕 M" panose="02020603020101020101" pitchFamily="18" charset="-127"/>
                          <a:ea typeface="Rix모던고딕 M" panose="02020603020101020101" pitchFamily="18" charset="-127"/>
                          <a:cs typeface="+mn-cs"/>
                        </a:rPr>
                        <a:t>기반체계</a:t>
                      </a:r>
                    </a:p>
                    <a:p>
                      <a:pPr marL="0" marR="0" indent="0" algn="ctr" defTabSz="96487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70" baseline="0" dirty="0">
                          <a:solidFill>
                            <a:srgbClr val="000000"/>
                          </a:solidFill>
                          <a:effectLst/>
                          <a:latin typeface="Rix모던고딕 M" panose="02020603020101020101" pitchFamily="18" charset="-127"/>
                          <a:ea typeface="Rix모던고딕 M" panose="02020603020101020101" pitchFamily="18" charset="-127"/>
                          <a:cs typeface="+mn-cs"/>
                        </a:rPr>
                        <a:t>사업담당</a:t>
                      </a:r>
                    </a:p>
                  </a:txBody>
                  <a:tcPr marL="11086" marR="11086" marT="11322" marB="11322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  <a:alpha val="20000"/>
                      </a:schemeClr>
                    </a:solidFill>
                  </a:tcPr>
                </a:tc>
                <a:tc rowSpan="4">
                  <a:txBody>
                    <a:bodyPr/>
                    <a:lstStyle/>
                    <a:p>
                      <a:pPr marL="0" marR="0" indent="0" algn="ctr" defTabSz="964870" rtl="0" eaLnBrk="1" fontAlgn="base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70" baseline="0" dirty="0">
                          <a:solidFill>
                            <a:srgbClr val="000000"/>
                          </a:solidFill>
                          <a:effectLst/>
                          <a:latin typeface="Rix모던고딕 M" panose="02020603020101020101" pitchFamily="18" charset="-127"/>
                          <a:ea typeface="Rix모던고딕 M" panose="02020603020101020101" pitchFamily="18" charset="-127"/>
                          <a:cs typeface="+mn-cs"/>
                        </a:rPr>
                        <a:t>육군본부</a:t>
                      </a:r>
                    </a:p>
                  </a:txBody>
                  <a:tcPr marL="11086" marR="11086" marT="11322" marB="11322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4">
                  <a:txBody>
                    <a:bodyPr/>
                    <a:lstStyle/>
                    <a:p>
                      <a:pPr marL="0" marR="0" indent="0" algn="ctr" defTabSz="96487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70" baseline="0" dirty="0">
                          <a:solidFill>
                            <a:srgbClr val="000000"/>
                          </a:solidFill>
                          <a:effectLst/>
                          <a:latin typeface="Rix모던고딕 M" panose="02020603020101020101" pitchFamily="18" charset="-127"/>
                          <a:ea typeface="Rix모던고딕 M" panose="02020603020101020101" pitchFamily="18" charset="-127"/>
                          <a:cs typeface="+mn-cs"/>
                        </a:rPr>
                        <a:t>육군전산소</a:t>
                      </a:r>
                    </a:p>
                  </a:txBody>
                  <a:tcPr marL="11086" marR="11086" marT="11322" marB="11322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6199">
                <a:tc>
                  <a:txBody>
                    <a:bodyPr/>
                    <a:lstStyle/>
                    <a:p>
                      <a:pPr marL="0" marR="0" indent="0" algn="ctr" defTabSz="96487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0" spc="-70" baseline="0" dirty="0">
                          <a:solidFill>
                            <a:srgbClr val="000000"/>
                          </a:solidFill>
                          <a:effectLst/>
                          <a:latin typeface="Rix모던고딕 M" panose="02020603020101020101" pitchFamily="18" charset="-127"/>
                          <a:ea typeface="Rix모던고딕 M" panose="02020603020101020101" pitchFamily="18" charset="-127"/>
                          <a:cs typeface="+mn-cs"/>
                        </a:rPr>
                        <a:t>10</a:t>
                      </a:r>
                      <a:r>
                        <a:rPr lang="ko-KR" altLang="en-US" sz="1200" kern="0" spc="-70" baseline="0" dirty="0">
                          <a:solidFill>
                            <a:srgbClr val="000000"/>
                          </a:solidFill>
                          <a:effectLst/>
                          <a:latin typeface="Rix모던고딕 M" panose="02020603020101020101" pitchFamily="18" charset="-127"/>
                          <a:ea typeface="Rix모던고딕 M" panose="02020603020101020101" pitchFamily="18" charset="-127"/>
                          <a:cs typeface="+mn-cs"/>
                        </a:rPr>
                        <a:t>개 군단 </a:t>
                      </a:r>
                      <a:r>
                        <a:rPr lang="ko-KR" altLang="en-US" sz="1200" kern="0" spc="-70" baseline="0" dirty="0" smtClean="0">
                          <a:solidFill>
                            <a:srgbClr val="000000"/>
                          </a:solidFill>
                          <a:effectLst/>
                          <a:latin typeface="Rix모던고딕 M" panose="02020603020101020101" pitchFamily="18" charset="-127"/>
                          <a:ea typeface="Rix모던고딕 M" panose="02020603020101020101" pitchFamily="18" charset="-127"/>
                          <a:cs typeface="+mn-cs"/>
                        </a:rPr>
                        <a:t>정보화 교육장 </a:t>
                      </a:r>
                      <a:r>
                        <a:rPr lang="ko-KR" altLang="en-US" sz="1200" kern="0" spc="-70" baseline="0" dirty="0">
                          <a:solidFill>
                            <a:srgbClr val="000000"/>
                          </a:solidFill>
                          <a:effectLst/>
                          <a:latin typeface="Rix모던고딕 M" panose="02020603020101020101" pitchFamily="18" charset="-127"/>
                          <a:ea typeface="Rix모던고딕 M" panose="02020603020101020101" pitchFamily="18" charset="-127"/>
                          <a:cs typeface="+mn-cs"/>
                        </a:rPr>
                        <a:t>구축</a:t>
                      </a:r>
                    </a:p>
                  </a:txBody>
                  <a:tcPr marL="11086" marR="11086" marT="11322" marB="1132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  <a:alpha val="52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1571">
                <a:tc>
                  <a:txBody>
                    <a:bodyPr/>
                    <a:lstStyle/>
                    <a:p>
                      <a:pPr marL="0" marR="0" indent="0" algn="ctr" defTabSz="96487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0" spc="-70" baseline="0" dirty="0">
                          <a:solidFill>
                            <a:srgbClr val="000000"/>
                          </a:solidFill>
                          <a:effectLst/>
                          <a:latin typeface="Rix모던고딕 M" panose="02020603020101020101" pitchFamily="18" charset="-127"/>
                          <a:ea typeface="Rix모던고딕 M" panose="02020603020101020101" pitchFamily="18" charset="-127"/>
                          <a:cs typeface="+mn-cs"/>
                        </a:rPr>
                        <a:t>1500</a:t>
                      </a:r>
                      <a:r>
                        <a:rPr lang="ko-KR" altLang="en-US" sz="1200" kern="0" spc="-70" baseline="0" dirty="0">
                          <a:solidFill>
                            <a:srgbClr val="000000"/>
                          </a:solidFill>
                          <a:effectLst/>
                          <a:latin typeface="Rix모던고딕 M" panose="02020603020101020101" pitchFamily="18" charset="-127"/>
                          <a:ea typeface="Rix모던고딕 M" panose="02020603020101020101" pitchFamily="18" charset="-127"/>
                          <a:cs typeface="+mn-cs"/>
                        </a:rPr>
                        <a:t>개 대대 </a:t>
                      </a:r>
                      <a:r>
                        <a:rPr lang="ko-KR" altLang="en-US" sz="1200" kern="0" spc="-70" baseline="0" dirty="0" smtClean="0">
                          <a:solidFill>
                            <a:srgbClr val="000000"/>
                          </a:solidFill>
                          <a:effectLst/>
                          <a:latin typeface="Rix모던고딕 M" panose="02020603020101020101" pitchFamily="18" charset="-127"/>
                          <a:ea typeface="Rix모던고딕 M" panose="02020603020101020101" pitchFamily="18" charset="-127"/>
                          <a:cs typeface="+mn-cs"/>
                        </a:rPr>
                        <a:t>인터넷 교육장 구축 사업</a:t>
                      </a:r>
                      <a:endParaRPr lang="ko-KR" altLang="en-US" sz="1200" kern="0" spc="-70" baseline="0" dirty="0">
                        <a:solidFill>
                          <a:srgbClr val="000000"/>
                        </a:solidFill>
                        <a:effectLst/>
                        <a:latin typeface="Rix모던고딕 M" panose="02020603020101020101" pitchFamily="18" charset="-127"/>
                        <a:ea typeface="Rix모던고딕 M" panose="02020603020101020101" pitchFamily="18" charset="-127"/>
                        <a:cs typeface="+mn-cs"/>
                      </a:endParaRPr>
                    </a:p>
                  </a:txBody>
                  <a:tcPr marL="11086" marR="11086" marT="11322" marB="1132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  <a:alpha val="52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3967">
                <a:tc>
                  <a:txBody>
                    <a:bodyPr/>
                    <a:lstStyle/>
                    <a:p>
                      <a:pPr marL="0" marR="0" indent="0" algn="ctr" defTabSz="96487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70" baseline="0" dirty="0">
                          <a:solidFill>
                            <a:srgbClr val="000000"/>
                          </a:solidFill>
                          <a:effectLst/>
                          <a:latin typeface="Rix모던고딕 M" panose="02020603020101020101" pitchFamily="18" charset="-127"/>
                          <a:ea typeface="Rix모던고딕 M" panose="02020603020101020101" pitchFamily="18" charset="-127"/>
                          <a:cs typeface="+mn-cs"/>
                        </a:rPr>
                        <a:t>계룡대 </a:t>
                      </a:r>
                      <a:r>
                        <a:rPr lang="en-US" altLang="ko-KR" sz="1200" kern="0" spc="-70" baseline="0" dirty="0">
                          <a:solidFill>
                            <a:srgbClr val="000000"/>
                          </a:solidFill>
                          <a:effectLst/>
                          <a:latin typeface="Rix모던고딕 M" panose="02020603020101020101" pitchFamily="18" charset="-127"/>
                          <a:ea typeface="Rix모던고딕 M" panose="02020603020101020101" pitchFamily="18" charset="-127"/>
                          <a:cs typeface="+mn-cs"/>
                        </a:rPr>
                        <a:t>LAN</a:t>
                      </a:r>
                      <a:r>
                        <a:rPr lang="ko-KR" altLang="en-US" sz="1200" kern="0" spc="-70" baseline="0" dirty="0" smtClean="0">
                          <a:solidFill>
                            <a:srgbClr val="000000"/>
                          </a:solidFill>
                          <a:effectLst/>
                          <a:latin typeface="Rix모던고딕 M" panose="02020603020101020101" pitchFamily="18" charset="-127"/>
                          <a:ea typeface="Rix모던고딕 M" panose="02020603020101020101" pitchFamily="18" charset="-127"/>
                          <a:cs typeface="+mn-cs"/>
                        </a:rPr>
                        <a:t>교체 사업</a:t>
                      </a:r>
                      <a:endParaRPr lang="ko-KR" altLang="en-US" sz="1200" kern="0" spc="-70" baseline="0" dirty="0">
                        <a:solidFill>
                          <a:srgbClr val="000000"/>
                        </a:solidFill>
                        <a:effectLst/>
                        <a:latin typeface="Rix모던고딕 M" panose="02020603020101020101" pitchFamily="18" charset="-127"/>
                        <a:ea typeface="Rix모던고딕 M" panose="02020603020101020101" pitchFamily="18" charset="-127"/>
                        <a:cs typeface="+mn-cs"/>
                      </a:endParaRPr>
                    </a:p>
                  </a:txBody>
                  <a:tcPr marL="11086" marR="11086" marT="11322" marB="1132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  <a:alpha val="52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1571">
                <a:tc>
                  <a:txBody>
                    <a:bodyPr/>
                    <a:lstStyle/>
                    <a:p>
                      <a:pPr marL="0" marR="0" indent="0" algn="ctr" defTabSz="96487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70" baseline="0" dirty="0">
                          <a:solidFill>
                            <a:srgbClr val="000000"/>
                          </a:solidFill>
                          <a:effectLst/>
                          <a:latin typeface="Rix모던고딕 M" panose="02020603020101020101" pitchFamily="18" charset="-127"/>
                          <a:ea typeface="Rix모던고딕 M" panose="02020603020101020101" pitchFamily="18" charset="-127"/>
                          <a:cs typeface="+mn-cs"/>
                        </a:rPr>
                        <a:t>교육사 </a:t>
                      </a:r>
                      <a:r>
                        <a:rPr lang="en-US" altLang="ko-KR" sz="1200" kern="0" spc="-70" baseline="0" dirty="0">
                          <a:solidFill>
                            <a:srgbClr val="000000"/>
                          </a:solidFill>
                          <a:effectLst/>
                          <a:latin typeface="Rix모던고딕 M" panose="02020603020101020101" pitchFamily="18" charset="-127"/>
                          <a:ea typeface="Rix모던고딕 M" panose="02020603020101020101" pitchFamily="18" charset="-127"/>
                          <a:cs typeface="+mn-cs"/>
                        </a:rPr>
                        <a:t>LAN</a:t>
                      </a:r>
                      <a:r>
                        <a:rPr lang="ko-KR" altLang="en-US" sz="1200" kern="0" spc="-70" baseline="0" dirty="0" smtClean="0">
                          <a:solidFill>
                            <a:srgbClr val="000000"/>
                          </a:solidFill>
                          <a:effectLst/>
                          <a:latin typeface="Rix모던고딕 M" panose="02020603020101020101" pitchFamily="18" charset="-127"/>
                          <a:ea typeface="Rix모던고딕 M" panose="02020603020101020101" pitchFamily="18" charset="-127"/>
                          <a:cs typeface="+mn-cs"/>
                        </a:rPr>
                        <a:t>교체 사업</a:t>
                      </a:r>
                      <a:endParaRPr lang="ko-KR" altLang="en-US" sz="1200" kern="0" spc="-70" baseline="0" dirty="0">
                        <a:solidFill>
                          <a:srgbClr val="000000"/>
                        </a:solidFill>
                        <a:effectLst/>
                        <a:latin typeface="Rix모던고딕 M" panose="02020603020101020101" pitchFamily="18" charset="-127"/>
                        <a:ea typeface="Rix모던고딕 M" panose="02020603020101020101" pitchFamily="18" charset="-127"/>
                        <a:cs typeface="+mn-cs"/>
                      </a:endParaRPr>
                    </a:p>
                  </a:txBody>
                  <a:tcPr marL="11086" marR="11086" marT="11322" marB="1132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  <a:alpha val="52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6487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-70" baseline="0" dirty="0" smtClean="0">
                          <a:solidFill>
                            <a:srgbClr val="000000"/>
                          </a:solidFill>
                          <a:effectLst/>
                          <a:latin typeface="Rix모던고딕 M" panose="02020603020101020101" pitchFamily="18" charset="-127"/>
                          <a:ea typeface="Rix모던고딕 M" panose="02020603020101020101" pitchFamily="18" charset="-127"/>
                          <a:cs typeface="+mn-cs"/>
                        </a:rPr>
                        <a:t>04.01 </a:t>
                      </a:r>
                      <a:r>
                        <a:rPr lang="en-US" sz="1200" kern="0" spc="-70" baseline="0" dirty="0">
                          <a:solidFill>
                            <a:srgbClr val="000000"/>
                          </a:solidFill>
                          <a:effectLst/>
                          <a:latin typeface="Rix모던고딕 M" panose="02020603020101020101" pitchFamily="18" charset="-127"/>
                          <a:ea typeface="Rix모던고딕 M" panose="02020603020101020101" pitchFamily="18" charset="-127"/>
                          <a:cs typeface="+mn-cs"/>
                        </a:rPr>
                        <a:t>~ </a:t>
                      </a:r>
                      <a:r>
                        <a:rPr lang="en-US" sz="1200" kern="0" spc="-70" baseline="0" dirty="0" smtClean="0">
                          <a:solidFill>
                            <a:srgbClr val="000000"/>
                          </a:solidFill>
                          <a:effectLst/>
                          <a:latin typeface="Rix모던고딕 M" panose="02020603020101020101" pitchFamily="18" charset="-127"/>
                          <a:ea typeface="Rix모던고딕 M" panose="02020603020101020101" pitchFamily="18" charset="-127"/>
                          <a:cs typeface="+mn-cs"/>
                        </a:rPr>
                        <a:t>04.12</a:t>
                      </a:r>
                      <a:endParaRPr lang="en-US" sz="1200" kern="0" spc="-70" baseline="0" dirty="0">
                        <a:solidFill>
                          <a:srgbClr val="000000"/>
                        </a:solidFill>
                        <a:effectLst/>
                        <a:latin typeface="Rix모던고딕 M" panose="02020603020101020101" pitchFamily="18" charset="-127"/>
                        <a:ea typeface="Rix모던고딕 M" panose="02020603020101020101" pitchFamily="18" charset="-127"/>
                        <a:cs typeface="+mn-cs"/>
                      </a:endParaRPr>
                    </a:p>
                  </a:txBody>
                  <a:tcPr marL="11086" marR="11086" marT="11322" marB="11322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6487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70" baseline="0" dirty="0">
                          <a:solidFill>
                            <a:srgbClr val="000000"/>
                          </a:solidFill>
                          <a:effectLst/>
                          <a:latin typeface="Rix모던고딕 M" panose="02020603020101020101" pitchFamily="18" charset="-127"/>
                          <a:ea typeface="Rix모던고딕 M" panose="02020603020101020101" pitchFamily="18" charset="-127"/>
                          <a:cs typeface="+mn-cs"/>
                        </a:rPr>
                        <a:t>기반체계</a:t>
                      </a:r>
                    </a:p>
                    <a:p>
                      <a:pPr marL="0" marR="0" indent="0" algn="ctr" defTabSz="96487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70" baseline="0" dirty="0">
                          <a:solidFill>
                            <a:srgbClr val="000000"/>
                          </a:solidFill>
                          <a:effectLst/>
                          <a:latin typeface="Rix모던고딕 M" panose="02020603020101020101" pitchFamily="18" charset="-127"/>
                          <a:ea typeface="Rix모던고딕 M" panose="02020603020101020101" pitchFamily="18" charset="-127"/>
                          <a:cs typeface="+mn-cs"/>
                        </a:rPr>
                        <a:t>운영장교</a:t>
                      </a:r>
                    </a:p>
                  </a:txBody>
                  <a:tcPr marL="11086" marR="11086" marT="11322" marB="11322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64870" rtl="0" eaLnBrk="1" fontAlgn="base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70" baseline="0" dirty="0">
                          <a:solidFill>
                            <a:srgbClr val="000000"/>
                          </a:solidFill>
                          <a:effectLst/>
                          <a:latin typeface="Rix모던고딕 M" panose="02020603020101020101" pitchFamily="18" charset="-127"/>
                          <a:ea typeface="Rix모던고딕 M" panose="02020603020101020101" pitchFamily="18" charset="-127"/>
                          <a:cs typeface="+mn-cs"/>
                        </a:rPr>
                        <a:t>교육사</a:t>
                      </a:r>
                    </a:p>
                  </a:txBody>
                  <a:tcPr marL="11086" marR="11086" marT="11322" marB="11322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6487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70" baseline="0" dirty="0" smtClean="0">
                          <a:solidFill>
                            <a:srgbClr val="000000"/>
                          </a:solidFill>
                          <a:effectLst/>
                          <a:latin typeface="Rix모던고딕 M" panose="02020603020101020101" pitchFamily="18" charset="-127"/>
                          <a:ea typeface="Rix모던고딕 M" panose="02020603020101020101" pitchFamily="18" charset="-127"/>
                          <a:cs typeface="+mn-cs"/>
                        </a:rPr>
                        <a:t>육군교육</a:t>
                      </a:r>
                      <a:endParaRPr lang="en-US" altLang="ko-KR" sz="1200" kern="0" spc="-70" baseline="0" dirty="0" smtClean="0">
                        <a:solidFill>
                          <a:srgbClr val="000000"/>
                        </a:solidFill>
                        <a:effectLst/>
                        <a:latin typeface="Rix모던고딕 M" panose="02020603020101020101" pitchFamily="18" charset="-127"/>
                        <a:ea typeface="Rix모던고딕 M" panose="02020603020101020101" pitchFamily="18" charset="-127"/>
                        <a:cs typeface="+mn-cs"/>
                      </a:endParaRPr>
                    </a:p>
                    <a:p>
                      <a:pPr marL="0" marR="0" indent="0" algn="ctr" defTabSz="96487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70" baseline="0" dirty="0" smtClean="0">
                          <a:solidFill>
                            <a:srgbClr val="000000"/>
                          </a:solidFill>
                          <a:effectLst/>
                          <a:latin typeface="Rix모던고딕 M" panose="02020603020101020101" pitchFamily="18" charset="-127"/>
                          <a:ea typeface="Rix모던고딕 M" panose="02020603020101020101" pitchFamily="18" charset="-127"/>
                          <a:cs typeface="+mn-cs"/>
                        </a:rPr>
                        <a:t>사령부</a:t>
                      </a:r>
                      <a:endParaRPr lang="ko-KR" altLang="en-US" sz="1200" kern="0" spc="-70" baseline="0" dirty="0">
                        <a:solidFill>
                          <a:srgbClr val="000000"/>
                        </a:solidFill>
                        <a:effectLst/>
                        <a:latin typeface="Rix모던고딕 M" panose="02020603020101020101" pitchFamily="18" charset="-127"/>
                        <a:ea typeface="Rix모던고딕 M" panose="02020603020101020101" pitchFamily="18" charset="-127"/>
                        <a:cs typeface="+mn-cs"/>
                      </a:endParaRPr>
                    </a:p>
                  </a:txBody>
                  <a:tcPr marL="11086" marR="11086" marT="11322" marB="11322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51571">
                <a:tc>
                  <a:txBody>
                    <a:bodyPr/>
                    <a:lstStyle/>
                    <a:p>
                      <a:pPr marL="0" marR="0" indent="0" algn="ctr" defTabSz="96487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70" baseline="0" dirty="0">
                          <a:solidFill>
                            <a:srgbClr val="000000"/>
                          </a:solidFill>
                          <a:effectLst/>
                          <a:latin typeface="Rix모던고딕 M" panose="02020603020101020101" pitchFamily="18" charset="-127"/>
                          <a:ea typeface="Rix모던고딕 M" panose="02020603020101020101" pitchFamily="18" charset="-127"/>
                          <a:cs typeface="+mn-cs"/>
                        </a:rPr>
                        <a:t>공군 </a:t>
                      </a:r>
                      <a:r>
                        <a:rPr lang="ko-KR" altLang="en-US" sz="1200" kern="0" spc="-70" baseline="0" dirty="0" err="1">
                          <a:solidFill>
                            <a:srgbClr val="000000"/>
                          </a:solidFill>
                          <a:effectLst/>
                          <a:latin typeface="Rix모던고딕 M" panose="02020603020101020101" pitchFamily="18" charset="-127"/>
                          <a:ea typeface="Rix모던고딕 M" panose="02020603020101020101" pitchFamily="18" charset="-127"/>
                          <a:cs typeface="+mn-cs"/>
                        </a:rPr>
                        <a:t>노후랜</a:t>
                      </a:r>
                      <a:r>
                        <a:rPr lang="ko-KR" altLang="en-US" sz="1200" kern="0" spc="-70" baseline="0" dirty="0">
                          <a:solidFill>
                            <a:srgbClr val="000000"/>
                          </a:solidFill>
                          <a:effectLst/>
                          <a:latin typeface="Rix모던고딕 M" panose="02020603020101020101" pitchFamily="18" charset="-127"/>
                          <a:ea typeface="Rix모던고딕 M" panose="02020603020101020101" pitchFamily="18" charset="-127"/>
                          <a:cs typeface="+mn-cs"/>
                        </a:rPr>
                        <a:t> </a:t>
                      </a:r>
                      <a:r>
                        <a:rPr lang="ko-KR" altLang="en-US" sz="1200" kern="0" spc="-70" baseline="0" dirty="0" smtClean="0">
                          <a:solidFill>
                            <a:srgbClr val="000000"/>
                          </a:solidFill>
                          <a:effectLst/>
                          <a:latin typeface="Rix모던고딕 M" panose="02020603020101020101" pitchFamily="18" charset="-127"/>
                          <a:ea typeface="Rix모던고딕 M" panose="02020603020101020101" pitchFamily="18" charset="-127"/>
                          <a:cs typeface="+mn-cs"/>
                        </a:rPr>
                        <a:t>장비교체 사업</a:t>
                      </a:r>
                      <a:endParaRPr lang="ko-KR" altLang="en-US" sz="1200" kern="0" spc="-70" baseline="0" dirty="0">
                        <a:solidFill>
                          <a:srgbClr val="000000"/>
                        </a:solidFill>
                        <a:effectLst/>
                        <a:latin typeface="Rix모던고딕 M" panose="02020603020101020101" pitchFamily="18" charset="-127"/>
                        <a:ea typeface="Rix모던고딕 M" panose="02020603020101020101" pitchFamily="18" charset="-127"/>
                        <a:cs typeface="+mn-cs"/>
                      </a:endParaRPr>
                    </a:p>
                  </a:txBody>
                  <a:tcPr marL="11086" marR="11086" marT="11322" marB="1132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  <a:alpha val="52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6487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-70" baseline="0" dirty="0" smtClean="0">
                          <a:solidFill>
                            <a:srgbClr val="000000"/>
                          </a:solidFill>
                          <a:effectLst/>
                          <a:latin typeface="Rix모던고딕 M" panose="02020603020101020101" pitchFamily="18" charset="-127"/>
                          <a:ea typeface="Rix모던고딕 M" panose="02020603020101020101" pitchFamily="18" charset="-127"/>
                          <a:cs typeface="+mn-cs"/>
                        </a:rPr>
                        <a:t>07.03 </a:t>
                      </a:r>
                      <a:r>
                        <a:rPr lang="en-US" sz="1200" kern="0" spc="-70" baseline="0" dirty="0">
                          <a:solidFill>
                            <a:srgbClr val="000000"/>
                          </a:solidFill>
                          <a:effectLst/>
                          <a:latin typeface="Rix모던고딕 M" panose="02020603020101020101" pitchFamily="18" charset="-127"/>
                          <a:ea typeface="Rix모던고딕 M" panose="02020603020101020101" pitchFamily="18" charset="-127"/>
                          <a:cs typeface="+mn-cs"/>
                        </a:rPr>
                        <a:t>~ </a:t>
                      </a:r>
                      <a:r>
                        <a:rPr lang="en-US" sz="1200" kern="0" spc="-70" baseline="0" dirty="0" smtClean="0">
                          <a:solidFill>
                            <a:srgbClr val="000000"/>
                          </a:solidFill>
                          <a:effectLst/>
                          <a:latin typeface="Rix모던고딕 M" panose="02020603020101020101" pitchFamily="18" charset="-127"/>
                          <a:ea typeface="Rix모던고딕 M" panose="02020603020101020101" pitchFamily="18" charset="-127"/>
                          <a:cs typeface="+mn-cs"/>
                        </a:rPr>
                        <a:t>07.12</a:t>
                      </a:r>
                      <a:endParaRPr lang="en-US" sz="1200" kern="0" spc="-70" baseline="0" dirty="0">
                        <a:solidFill>
                          <a:srgbClr val="000000"/>
                        </a:solidFill>
                        <a:effectLst/>
                        <a:latin typeface="Rix모던고딕 M" panose="02020603020101020101" pitchFamily="18" charset="-127"/>
                        <a:ea typeface="Rix모던고딕 M" panose="02020603020101020101" pitchFamily="18" charset="-127"/>
                        <a:cs typeface="+mn-cs"/>
                      </a:endParaRPr>
                    </a:p>
                  </a:txBody>
                  <a:tcPr marL="11086" marR="11086" marT="11322" marB="11322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6487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70" baseline="0" dirty="0">
                          <a:solidFill>
                            <a:srgbClr val="000000"/>
                          </a:solidFill>
                          <a:effectLst/>
                          <a:latin typeface="Rix모던고딕 M" panose="02020603020101020101" pitchFamily="18" charset="-127"/>
                          <a:ea typeface="Rix모던고딕 M" panose="02020603020101020101" pitchFamily="18" charset="-127"/>
                          <a:cs typeface="+mn-cs"/>
                        </a:rPr>
                        <a:t>사업총괄</a:t>
                      </a:r>
                    </a:p>
                  </a:txBody>
                  <a:tcPr marL="11086" marR="11086" marT="11322" marB="11322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64870" rtl="0" eaLnBrk="1" fontAlgn="base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70" baseline="0" dirty="0">
                          <a:solidFill>
                            <a:srgbClr val="000000"/>
                          </a:solidFill>
                          <a:effectLst/>
                          <a:latin typeface="Rix모던고딕 M" panose="02020603020101020101" pitchFamily="18" charset="-127"/>
                          <a:ea typeface="Rix모던고딕 M" panose="02020603020101020101" pitchFamily="18" charset="-127"/>
                          <a:cs typeface="+mn-cs"/>
                        </a:rPr>
                        <a:t>공군본부</a:t>
                      </a:r>
                    </a:p>
                  </a:txBody>
                  <a:tcPr marL="11086" marR="11086" marT="11322" marB="11322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6487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70" baseline="0" dirty="0">
                          <a:solidFill>
                            <a:srgbClr val="000000"/>
                          </a:solidFill>
                          <a:effectLst/>
                          <a:latin typeface="Rix모던고딕 M" panose="02020603020101020101" pitchFamily="18" charset="-127"/>
                          <a:ea typeface="Rix모던고딕 M" panose="02020603020101020101" pitchFamily="18" charset="-127"/>
                          <a:cs typeface="+mn-cs"/>
                        </a:rPr>
                        <a:t>포스데이타</a:t>
                      </a:r>
                    </a:p>
                  </a:txBody>
                  <a:tcPr marL="11086" marR="11086" marT="11322" marB="11322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51571">
                <a:tc>
                  <a:txBody>
                    <a:bodyPr/>
                    <a:lstStyle/>
                    <a:p>
                      <a:pPr marL="0" marR="0" indent="0" algn="ctr" defTabSz="96487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70" baseline="0" dirty="0">
                          <a:solidFill>
                            <a:srgbClr val="000000"/>
                          </a:solidFill>
                          <a:effectLst/>
                          <a:latin typeface="Rix모던고딕 M" panose="02020603020101020101" pitchFamily="18" charset="-127"/>
                          <a:ea typeface="Rix모던고딕 M" panose="02020603020101020101" pitchFamily="18" charset="-127"/>
                          <a:cs typeface="+mn-cs"/>
                        </a:rPr>
                        <a:t>육군 </a:t>
                      </a:r>
                      <a:r>
                        <a:rPr lang="ko-KR" altLang="en-US" sz="1200" kern="0" spc="-70" baseline="0" dirty="0" err="1">
                          <a:solidFill>
                            <a:srgbClr val="000000"/>
                          </a:solidFill>
                          <a:effectLst/>
                          <a:latin typeface="Rix모던고딕 M" panose="02020603020101020101" pitchFamily="18" charset="-127"/>
                          <a:ea typeface="Rix모던고딕 M" panose="02020603020101020101" pitchFamily="18" charset="-127"/>
                          <a:cs typeface="+mn-cs"/>
                        </a:rPr>
                        <a:t>노후랜</a:t>
                      </a:r>
                      <a:r>
                        <a:rPr lang="ko-KR" altLang="en-US" sz="1200" kern="0" spc="-70" baseline="0" dirty="0">
                          <a:solidFill>
                            <a:srgbClr val="000000"/>
                          </a:solidFill>
                          <a:effectLst/>
                          <a:latin typeface="Rix모던고딕 M" panose="02020603020101020101" pitchFamily="18" charset="-127"/>
                          <a:ea typeface="Rix모던고딕 M" panose="02020603020101020101" pitchFamily="18" charset="-127"/>
                          <a:cs typeface="+mn-cs"/>
                        </a:rPr>
                        <a:t> </a:t>
                      </a:r>
                      <a:r>
                        <a:rPr lang="ko-KR" altLang="en-US" sz="1200" kern="0" spc="-70" baseline="0" dirty="0" smtClean="0">
                          <a:solidFill>
                            <a:srgbClr val="000000"/>
                          </a:solidFill>
                          <a:effectLst/>
                          <a:latin typeface="Rix모던고딕 M" panose="02020603020101020101" pitchFamily="18" charset="-127"/>
                          <a:ea typeface="Rix모던고딕 M" panose="02020603020101020101" pitchFamily="18" charset="-127"/>
                          <a:cs typeface="+mn-cs"/>
                        </a:rPr>
                        <a:t>장비교체 사업</a:t>
                      </a:r>
                      <a:endParaRPr lang="ko-KR" altLang="en-US" sz="1200" kern="0" spc="-70" baseline="0" dirty="0">
                        <a:solidFill>
                          <a:srgbClr val="000000"/>
                        </a:solidFill>
                        <a:effectLst/>
                        <a:latin typeface="Rix모던고딕 M" panose="02020603020101020101" pitchFamily="18" charset="-127"/>
                        <a:ea typeface="Rix모던고딕 M" panose="02020603020101020101" pitchFamily="18" charset="-127"/>
                        <a:cs typeface="+mn-cs"/>
                      </a:endParaRPr>
                    </a:p>
                  </a:txBody>
                  <a:tcPr marL="11086" marR="11086" marT="11322" marB="1132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  <a:alpha val="52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6487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-70" baseline="0" dirty="0" smtClean="0">
                          <a:solidFill>
                            <a:srgbClr val="000000"/>
                          </a:solidFill>
                          <a:effectLst/>
                          <a:latin typeface="Rix모던고딕 M" panose="02020603020101020101" pitchFamily="18" charset="-127"/>
                          <a:ea typeface="Rix모던고딕 M" panose="02020603020101020101" pitchFamily="18" charset="-127"/>
                          <a:cs typeface="+mn-cs"/>
                        </a:rPr>
                        <a:t>11.03 </a:t>
                      </a:r>
                      <a:r>
                        <a:rPr lang="en-US" sz="1200" kern="0" spc="-70" baseline="0" dirty="0">
                          <a:solidFill>
                            <a:srgbClr val="000000"/>
                          </a:solidFill>
                          <a:effectLst/>
                          <a:latin typeface="Rix모던고딕 M" panose="02020603020101020101" pitchFamily="18" charset="-127"/>
                          <a:ea typeface="Rix모던고딕 M" panose="02020603020101020101" pitchFamily="18" charset="-127"/>
                          <a:cs typeface="+mn-cs"/>
                        </a:rPr>
                        <a:t>~ </a:t>
                      </a:r>
                      <a:r>
                        <a:rPr lang="en-US" sz="1200" kern="0" spc="-70" baseline="0" dirty="0" smtClean="0">
                          <a:solidFill>
                            <a:srgbClr val="000000"/>
                          </a:solidFill>
                          <a:effectLst/>
                          <a:latin typeface="Rix모던고딕 M" panose="02020603020101020101" pitchFamily="18" charset="-127"/>
                          <a:ea typeface="Rix모던고딕 M" panose="02020603020101020101" pitchFamily="18" charset="-127"/>
                          <a:cs typeface="+mn-cs"/>
                        </a:rPr>
                        <a:t>11.12</a:t>
                      </a:r>
                      <a:endParaRPr lang="en-US" sz="1200" kern="0" spc="-70" baseline="0" dirty="0">
                        <a:solidFill>
                          <a:srgbClr val="000000"/>
                        </a:solidFill>
                        <a:effectLst/>
                        <a:latin typeface="Rix모던고딕 M" panose="02020603020101020101" pitchFamily="18" charset="-127"/>
                        <a:ea typeface="Rix모던고딕 M" panose="02020603020101020101" pitchFamily="18" charset="-127"/>
                        <a:cs typeface="+mn-cs"/>
                      </a:endParaRPr>
                    </a:p>
                  </a:txBody>
                  <a:tcPr marL="11086" marR="11086" marT="11322" marB="11322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6487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70" baseline="0" dirty="0">
                          <a:solidFill>
                            <a:srgbClr val="000000"/>
                          </a:solidFill>
                          <a:effectLst/>
                          <a:latin typeface="Rix모던고딕 M" panose="02020603020101020101" pitchFamily="18" charset="-127"/>
                          <a:ea typeface="Rix모던고딕 M" panose="02020603020101020101" pitchFamily="18" charset="-127"/>
                          <a:cs typeface="+mn-cs"/>
                        </a:rPr>
                        <a:t>사업총괄</a:t>
                      </a:r>
                    </a:p>
                  </a:txBody>
                  <a:tcPr marL="11086" marR="11086" marT="11322" marB="11322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64870" rtl="0" eaLnBrk="1" fontAlgn="base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70" baseline="0" dirty="0">
                          <a:solidFill>
                            <a:srgbClr val="000000"/>
                          </a:solidFill>
                          <a:effectLst/>
                          <a:latin typeface="Rix모던고딕 M" panose="02020603020101020101" pitchFamily="18" charset="-127"/>
                          <a:ea typeface="Rix모던고딕 M" panose="02020603020101020101" pitchFamily="18" charset="-127"/>
                          <a:cs typeface="+mn-cs"/>
                        </a:rPr>
                        <a:t>육군본부</a:t>
                      </a:r>
                    </a:p>
                  </a:txBody>
                  <a:tcPr marL="11086" marR="11086" marT="11322" marB="11322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6487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70" baseline="0" dirty="0" err="1" smtClean="0">
                          <a:solidFill>
                            <a:srgbClr val="000000"/>
                          </a:solidFill>
                          <a:effectLst/>
                          <a:latin typeface="Rix모던고딕 M" panose="02020603020101020101" pitchFamily="18" charset="-127"/>
                          <a:ea typeface="Rix모던고딕 M" panose="02020603020101020101" pitchFamily="18" charset="-127"/>
                          <a:cs typeface="+mn-cs"/>
                        </a:rPr>
                        <a:t>롯데정보통신</a:t>
                      </a:r>
                      <a:endParaRPr lang="ko-KR" altLang="en-US" sz="1200" kern="0" spc="-70" baseline="0" dirty="0">
                        <a:solidFill>
                          <a:srgbClr val="000000"/>
                        </a:solidFill>
                        <a:effectLst/>
                        <a:latin typeface="Rix모던고딕 M" panose="02020603020101020101" pitchFamily="18" charset="-127"/>
                        <a:ea typeface="Rix모던고딕 M" panose="02020603020101020101" pitchFamily="18" charset="-127"/>
                        <a:cs typeface="+mn-cs"/>
                      </a:endParaRPr>
                    </a:p>
                  </a:txBody>
                  <a:tcPr marL="11086" marR="11086" marT="11322" marB="11322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1324849" y="1177697"/>
            <a:ext cx="1403269" cy="461665"/>
          </a:xfrm>
          <a:prstGeom prst="rect">
            <a:avLst/>
          </a:prstGeom>
          <a:noFill/>
          <a:ln w="6350">
            <a:noFill/>
          </a:ln>
          <a:effectLst/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 anchorCtr="0">
            <a:spAutoFit/>
            <a:sp3d>
              <a:bevelT w="0" h="0"/>
              <a:contourClr>
                <a:schemeClr val="bg1"/>
              </a:contourClr>
            </a:sp3d>
          </a:bodyPr>
          <a:lstStyle>
            <a:defPPr>
              <a:defRPr lang="ko-KR"/>
            </a:defPPr>
            <a:lvl1pPr lvl="0" indent="-457200" algn="ctr" eaLnBrk="0" latinLnBrk="0" hangingPunct="0">
              <a:lnSpc>
                <a:spcPct val="100000"/>
              </a:lnSpc>
              <a:spcBef>
                <a:spcPts val="200"/>
              </a:spcBef>
              <a:spcAft>
                <a:spcPts val="600"/>
              </a:spcAft>
              <a:defRPr sz="1700" spc="-50">
                <a:ln w="0"/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뫼비우스 Bold" panose="02000500000000000000" pitchFamily="2" charset="-127"/>
                <a:ea typeface="뫼비우스 Bold" panose="02000500000000000000" pitchFamily="2" charset="-127"/>
              </a:defRPr>
            </a:lvl1pPr>
          </a:lstStyle>
          <a:p>
            <a:pPr indent="0" algn="r" defTabSz="845889" eaLnBrk="1" hangingPunct="1">
              <a:spcBef>
                <a:spcPts val="93"/>
              </a:spcBef>
              <a:spcAft>
                <a:spcPts val="93"/>
              </a:spcAft>
            </a:pPr>
            <a:r>
              <a:rPr lang="en-US" altLang="ko-KR" sz="3000" spc="-180" dirty="0">
                <a:ln>
                  <a:solidFill>
                    <a:prstClr val="white">
                      <a:alpha val="10000"/>
                    </a:prstClr>
                  </a:solidFill>
                </a:ln>
                <a:solidFill>
                  <a:srgbClr val="FFFF00"/>
                </a:solidFill>
                <a:effectLst/>
                <a:latin typeface="Rix모던고딕 B" panose="02020603020101020101" pitchFamily="18" charset="-127"/>
                <a:ea typeface="Rix모던고딕 B" panose="02020603020101020101" pitchFamily="18" charset="-127"/>
              </a:rPr>
              <a:t>Specialty</a:t>
            </a:r>
          </a:p>
        </p:txBody>
      </p:sp>
      <p:cxnSp>
        <p:nvCxnSpPr>
          <p:cNvPr id="35" name="직선 연결선 34"/>
          <p:cNvCxnSpPr/>
          <p:nvPr/>
        </p:nvCxnSpPr>
        <p:spPr>
          <a:xfrm>
            <a:off x="3041950" y="1131846"/>
            <a:ext cx="0" cy="609981"/>
          </a:xfrm>
          <a:prstGeom prst="line">
            <a:avLst/>
          </a:prstGeom>
          <a:ln w="38100">
            <a:solidFill>
              <a:srgbClr val="3EB1EA">
                <a:alpha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직사각형 35"/>
          <p:cNvSpPr/>
          <p:nvPr/>
        </p:nvSpPr>
        <p:spPr>
          <a:xfrm>
            <a:off x="3236288" y="1143157"/>
            <a:ext cx="3969035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 anchorCtr="0">
            <a:spAutoFit/>
            <a:scene3d>
              <a:camera prst="orthographicFront"/>
              <a:lightRig rig="threePt" dir="t"/>
            </a:scene3d>
            <a:sp3d>
              <a:bevelT w="0"/>
            </a:sp3d>
          </a:bodyPr>
          <a:lstStyle/>
          <a:p>
            <a:pPr marL="0" lvl="1" indent="-297308" fontAlgn="base">
              <a:spcBef>
                <a:spcPct val="0"/>
              </a:spcBef>
              <a:spcAft>
                <a:spcPct val="0"/>
              </a:spcAft>
              <a:buClr>
                <a:prstClr val="white"/>
              </a:buClr>
              <a:buSzPct val="80000"/>
              <a:tabLst>
                <a:tab pos="5424707" algn="l"/>
              </a:tabLst>
            </a:pPr>
            <a:r>
              <a:rPr lang="ko-KR" altLang="en-US" spc="-150" dirty="0">
                <a:solidFill>
                  <a:schemeClr val="bg1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  <a:cs typeface="+mj-cs"/>
              </a:rPr>
              <a:t>단순 구축이 아닌 </a:t>
            </a:r>
            <a:r>
              <a:rPr lang="ko-KR" altLang="en-US" spc="-150" dirty="0" smtClean="0">
                <a:solidFill>
                  <a:schemeClr val="bg1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  <a:cs typeface="+mj-cs"/>
              </a:rPr>
              <a:t>구축 이전 </a:t>
            </a:r>
            <a:r>
              <a:rPr lang="ko-KR" altLang="en-US" spc="-150" dirty="0">
                <a:solidFill>
                  <a:schemeClr val="bg1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  <a:cs typeface="+mj-cs"/>
              </a:rPr>
              <a:t>사업으로 </a:t>
            </a:r>
            <a:endParaRPr lang="en-US" altLang="ko-KR" spc="-150" dirty="0" smtClean="0">
              <a:solidFill>
                <a:schemeClr val="bg1"/>
              </a:solidFill>
              <a:latin typeface="Rix모던고딕 B" panose="02020603020101020101" pitchFamily="18" charset="-127"/>
              <a:ea typeface="Rix모던고딕 B" panose="02020603020101020101" pitchFamily="18" charset="-127"/>
              <a:cs typeface="+mj-cs"/>
            </a:endParaRPr>
          </a:p>
          <a:p>
            <a:pPr marL="0" lvl="1" indent="-297308" fontAlgn="base">
              <a:spcBef>
                <a:spcPct val="0"/>
              </a:spcBef>
              <a:spcAft>
                <a:spcPct val="0"/>
              </a:spcAft>
              <a:buClr>
                <a:prstClr val="white"/>
              </a:buClr>
              <a:buSzPct val="80000"/>
              <a:tabLst>
                <a:tab pos="5424707" algn="l"/>
              </a:tabLst>
            </a:pPr>
            <a:r>
              <a:rPr lang="ko-KR" altLang="en-US" spc="-150" dirty="0" smtClean="0">
                <a:solidFill>
                  <a:schemeClr val="bg1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  <a:cs typeface="+mj-cs"/>
              </a:rPr>
              <a:t>군 </a:t>
            </a:r>
            <a:r>
              <a:rPr lang="ko-KR" altLang="en-US" spc="-150" dirty="0">
                <a:solidFill>
                  <a:schemeClr val="bg1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  <a:cs typeface="+mj-cs"/>
              </a:rPr>
              <a:t>업무 </a:t>
            </a:r>
            <a:r>
              <a:rPr lang="ko-KR" altLang="en-US" spc="-150" dirty="0" smtClean="0">
                <a:solidFill>
                  <a:schemeClr val="bg1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  <a:cs typeface="+mj-cs"/>
              </a:rPr>
              <a:t>체계에 </a:t>
            </a:r>
            <a:r>
              <a:rPr lang="ko-KR" altLang="en-US" spc="-150" dirty="0">
                <a:solidFill>
                  <a:schemeClr val="bg1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  <a:cs typeface="+mj-cs"/>
              </a:rPr>
              <a:t>대한 깊은 이해가 필요합니다</a:t>
            </a:r>
            <a:r>
              <a:rPr lang="en-US" altLang="ko-KR" spc="-150" dirty="0">
                <a:solidFill>
                  <a:schemeClr val="bg1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  <a:cs typeface="+mj-cs"/>
              </a:rPr>
              <a:t>.</a:t>
            </a:r>
          </a:p>
        </p:txBody>
      </p:sp>
      <p:grpSp>
        <p:nvGrpSpPr>
          <p:cNvPr id="37" name="그룹 36"/>
          <p:cNvGrpSpPr/>
          <p:nvPr/>
        </p:nvGrpSpPr>
        <p:grpSpPr>
          <a:xfrm>
            <a:off x="495299" y="2053952"/>
            <a:ext cx="4780471" cy="385085"/>
            <a:chOff x="794613" y="2411623"/>
            <a:chExt cx="4804438" cy="396000"/>
          </a:xfrm>
        </p:grpSpPr>
        <p:sp>
          <p:nvSpPr>
            <p:cNvPr id="38" name="Text Box 358" descr="도식1"/>
            <p:cNvSpPr>
              <a:spLocks noChangeArrowheads="1"/>
            </p:cNvSpPr>
            <p:nvPr/>
          </p:nvSpPr>
          <p:spPr bwMode="auto">
            <a:xfrm>
              <a:off x="794613" y="2411623"/>
              <a:ext cx="4804438" cy="396000"/>
            </a:xfrm>
            <a:prstGeom prst="roundRect">
              <a:avLst>
                <a:gd name="adj" fmla="val 0"/>
              </a:avLst>
            </a:prstGeom>
            <a:gradFill flip="none" rotWithShape="1">
              <a:gsLst>
                <a:gs pos="0">
                  <a:srgbClr val="003C57"/>
                </a:gs>
                <a:gs pos="100000">
                  <a:srgbClr val="015478"/>
                </a:gs>
              </a:gsLst>
              <a:lin ang="10800000" scaled="1"/>
              <a:tileRect/>
            </a:gradFill>
            <a:ln w="12700" cap="rnd" cmpd="sng">
              <a:noFill/>
              <a:prstDash val="solid"/>
              <a:headEnd type="none" w="lg" len="med"/>
              <a:tailEnd type="none" w="lg" len="med"/>
            </a:ln>
            <a:effectLst>
              <a:outerShdw blurRad="38100" dist="12700" dir="5400000" sx="99000" sy="99000" algn="t" rotWithShape="0">
                <a:prstClr val="black">
                  <a:alpha val="25000"/>
                </a:prstClr>
              </a:outerShdw>
            </a:effectLst>
          </p:spPr>
          <p:style>
            <a:lnRef idx="1">
              <a:schemeClr val="accent5"/>
            </a:lnRef>
            <a:fillRef idx="3">
              <a:schemeClr val="accent5"/>
            </a:fillRef>
            <a:effectRef idx="2">
              <a:schemeClr val="accent5"/>
            </a:effectRef>
            <a:fontRef idx="minor">
              <a:schemeClr val="lt1"/>
            </a:fontRef>
          </p:style>
          <p:txBody>
            <a:bodyPr wrap="none" tIns="158759"/>
            <a:lstStyle/>
            <a:p>
              <a:pPr algn="ctr" latinLnBrk="0"/>
              <a:endParaRPr lang="ko-KR" altLang="en-US" sz="1700" spc="-93" dirty="0">
                <a:gradFill>
                  <a:gsLst>
                    <a:gs pos="0">
                      <a:prstClr val="white"/>
                    </a:gs>
                    <a:gs pos="100000">
                      <a:prstClr val="white"/>
                    </a:gs>
                  </a:gsLst>
                  <a:lin ang="5400000" scaled="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ix모던고딕 B" panose="02020603020101020101" pitchFamily="18" charset="-127"/>
                <a:ea typeface="Rix모던고딕 B" panose="02020603020101020101" pitchFamily="18" charset="-127"/>
              </a:endParaRP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2474256" y="2475111"/>
              <a:ext cx="1360684" cy="269025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spAutoFit/>
            </a:bodyPr>
            <a:lstStyle>
              <a:defPPr>
                <a:defRPr lang="ko-KR"/>
              </a:defPPr>
              <a:lvl1pPr algn="ctr">
                <a:defRPr sz="2000">
                  <a:gradFill flip="none" rotWithShape="1">
                    <a:gsLst>
                      <a:gs pos="0">
                        <a:prstClr val="white">
                          <a:lumMod val="0"/>
                          <a:lumOff val="100000"/>
                        </a:prstClr>
                      </a:gs>
                      <a:gs pos="100000">
                        <a:prstClr val="white">
                          <a:lumMod val="0"/>
                          <a:lumOff val="100000"/>
                        </a:prstClr>
                      </a:gs>
                    </a:gsLst>
                    <a:lin ang="6000000" scaled="0"/>
                    <a:tileRect/>
                  </a:gradFill>
                  <a:latin typeface="뫼비우스 Bold" panose="02000500000000000000" pitchFamily="2" charset="-127"/>
                  <a:ea typeface="뫼비우스 Bold" panose="02000500000000000000" pitchFamily="2" charset="-127"/>
                </a:defRPr>
              </a:lvl1pPr>
              <a:lvl2pPr>
                <a:defRPr>
                  <a:solidFill>
                    <a:schemeClr val="tx1"/>
                  </a:solidFill>
                </a:defRPr>
              </a:lvl2pPr>
              <a:lvl3pPr>
                <a:defRPr>
                  <a:solidFill>
                    <a:schemeClr val="tx1"/>
                  </a:solidFill>
                </a:defRPr>
              </a:lvl3pPr>
              <a:lvl4pPr>
                <a:defRPr>
                  <a:solidFill>
                    <a:schemeClr val="tx1"/>
                  </a:solidFill>
                </a:defRPr>
              </a:lvl4pPr>
              <a:lvl5pPr>
                <a:defRPr>
                  <a:solidFill>
                    <a:schemeClr val="tx1"/>
                  </a:solidFill>
                </a:defRPr>
              </a:lvl5pPr>
              <a:lvl6pPr>
                <a:defRPr>
                  <a:solidFill>
                    <a:schemeClr val="tx1"/>
                  </a:solidFill>
                </a:defRPr>
              </a:lvl6pPr>
              <a:lvl7pPr>
                <a:defRPr>
                  <a:solidFill>
                    <a:schemeClr val="tx1"/>
                  </a:solidFill>
                </a:defRPr>
              </a:lvl7pPr>
              <a:lvl8pPr>
                <a:defRPr>
                  <a:solidFill>
                    <a:schemeClr val="tx1"/>
                  </a:solidFill>
                </a:defRPr>
              </a:lvl8pPr>
              <a:lvl9pPr>
                <a:defRPr>
                  <a:solidFill>
                    <a:schemeClr val="tx1"/>
                  </a:solidFill>
                </a:defRPr>
              </a:lvl9pPr>
            </a:lstStyle>
            <a:p>
              <a:pPr latinLnBrk="0"/>
              <a:r>
                <a:rPr lang="ko-KR" altLang="en-US" sz="1700" spc="-93" dirty="0">
                  <a:latin typeface="Rix모던고딕 B" panose="02020603020101020101" pitchFamily="18" charset="-127"/>
                  <a:ea typeface="Rix모던고딕 B" panose="02020603020101020101" pitchFamily="18" charset="-127"/>
                </a:rPr>
                <a:t>군 사업 전문 </a:t>
              </a:r>
              <a:r>
                <a:rPr lang="en-US" altLang="ko-KR" sz="1700" spc="-93" dirty="0">
                  <a:latin typeface="Rix모던고딕 B" panose="02020603020101020101" pitchFamily="18" charset="-127"/>
                  <a:ea typeface="Rix모던고딕 B" panose="02020603020101020101" pitchFamily="18" charset="-127"/>
                </a:rPr>
                <a:t>PM</a:t>
              </a:r>
            </a:p>
          </p:txBody>
        </p:sp>
      </p:grpSp>
      <p:grpSp>
        <p:nvGrpSpPr>
          <p:cNvPr id="40" name="그룹 39"/>
          <p:cNvGrpSpPr/>
          <p:nvPr/>
        </p:nvGrpSpPr>
        <p:grpSpPr>
          <a:xfrm>
            <a:off x="5478987" y="2053952"/>
            <a:ext cx="4780471" cy="385085"/>
            <a:chOff x="794613" y="2411623"/>
            <a:chExt cx="4804438" cy="396000"/>
          </a:xfrm>
        </p:grpSpPr>
        <p:sp>
          <p:nvSpPr>
            <p:cNvPr id="41" name="Text Box 358" descr="도식1"/>
            <p:cNvSpPr>
              <a:spLocks noChangeArrowheads="1"/>
            </p:cNvSpPr>
            <p:nvPr/>
          </p:nvSpPr>
          <p:spPr bwMode="auto">
            <a:xfrm>
              <a:off x="794613" y="2411623"/>
              <a:ext cx="4804438" cy="396000"/>
            </a:xfrm>
            <a:prstGeom prst="roundRect">
              <a:avLst>
                <a:gd name="adj" fmla="val 0"/>
              </a:avLst>
            </a:prstGeom>
            <a:gradFill flip="none" rotWithShape="1">
              <a:gsLst>
                <a:gs pos="0">
                  <a:srgbClr val="003C57"/>
                </a:gs>
                <a:gs pos="100000">
                  <a:srgbClr val="015478"/>
                </a:gs>
              </a:gsLst>
              <a:lin ang="10800000" scaled="1"/>
              <a:tileRect/>
            </a:gradFill>
            <a:ln w="12700" cap="rnd" cmpd="sng">
              <a:noFill/>
              <a:prstDash val="solid"/>
              <a:headEnd type="none" w="lg" len="med"/>
              <a:tailEnd type="none" w="lg" len="med"/>
            </a:ln>
            <a:effectLst>
              <a:outerShdw blurRad="38100" dist="12700" dir="5400000" sx="99000" sy="99000" algn="t" rotWithShape="0">
                <a:prstClr val="black">
                  <a:alpha val="25000"/>
                </a:prstClr>
              </a:outerShdw>
            </a:effectLst>
          </p:spPr>
          <p:style>
            <a:lnRef idx="1">
              <a:schemeClr val="accent5"/>
            </a:lnRef>
            <a:fillRef idx="3">
              <a:schemeClr val="accent5"/>
            </a:fillRef>
            <a:effectRef idx="2">
              <a:schemeClr val="accent5"/>
            </a:effectRef>
            <a:fontRef idx="minor">
              <a:schemeClr val="lt1"/>
            </a:fontRef>
          </p:style>
          <p:txBody>
            <a:bodyPr wrap="none" tIns="158759"/>
            <a:lstStyle/>
            <a:p>
              <a:pPr algn="ctr" latinLnBrk="0"/>
              <a:endParaRPr lang="ko-KR" altLang="en-US" sz="1700" spc="-93" dirty="0">
                <a:gradFill>
                  <a:gsLst>
                    <a:gs pos="0">
                      <a:prstClr val="white"/>
                    </a:gs>
                    <a:gs pos="100000">
                      <a:prstClr val="white"/>
                    </a:gs>
                  </a:gsLst>
                  <a:lin ang="5400000" scaled="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ix모던고딕 B" panose="02020603020101020101" pitchFamily="18" charset="-127"/>
                <a:ea typeface="Rix모던고딕 B" panose="02020603020101020101" pitchFamily="18" charset="-127"/>
              </a:endParaRPr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2670190" y="2475111"/>
              <a:ext cx="968815" cy="269025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spAutoFit/>
            </a:bodyPr>
            <a:lstStyle>
              <a:defPPr>
                <a:defRPr lang="ko-KR"/>
              </a:defPPr>
              <a:lvl1pPr algn="ctr">
                <a:defRPr sz="2000">
                  <a:gradFill flip="none" rotWithShape="1">
                    <a:gsLst>
                      <a:gs pos="0">
                        <a:prstClr val="white">
                          <a:lumMod val="0"/>
                          <a:lumOff val="100000"/>
                        </a:prstClr>
                      </a:gs>
                      <a:gs pos="100000">
                        <a:prstClr val="white">
                          <a:lumMod val="0"/>
                          <a:lumOff val="100000"/>
                        </a:prstClr>
                      </a:gs>
                    </a:gsLst>
                    <a:lin ang="6000000" scaled="0"/>
                    <a:tileRect/>
                  </a:gradFill>
                  <a:latin typeface="뫼비우스 Bold" panose="02000500000000000000" pitchFamily="2" charset="-127"/>
                  <a:ea typeface="뫼비우스 Bold" panose="02000500000000000000" pitchFamily="2" charset="-127"/>
                </a:defRPr>
              </a:lvl1pPr>
              <a:lvl2pPr>
                <a:defRPr>
                  <a:solidFill>
                    <a:schemeClr val="tx1"/>
                  </a:solidFill>
                </a:defRPr>
              </a:lvl2pPr>
              <a:lvl3pPr>
                <a:defRPr>
                  <a:solidFill>
                    <a:schemeClr val="tx1"/>
                  </a:solidFill>
                </a:defRPr>
              </a:lvl3pPr>
              <a:lvl4pPr>
                <a:defRPr>
                  <a:solidFill>
                    <a:schemeClr val="tx1"/>
                  </a:solidFill>
                </a:defRPr>
              </a:lvl4pPr>
              <a:lvl5pPr>
                <a:defRPr>
                  <a:solidFill>
                    <a:schemeClr val="tx1"/>
                  </a:solidFill>
                </a:defRPr>
              </a:lvl5pPr>
              <a:lvl6pPr>
                <a:defRPr>
                  <a:solidFill>
                    <a:schemeClr val="tx1"/>
                  </a:solidFill>
                </a:defRPr>
              </a:lvl6pPr>
              <a:lvl7pPr>
                <a:defRPr>
                  <a:solidFill>
                    <a:schemeClr val="tx1"/>
                  </a:solidFill>
                </a:defRPr>
              </a:lvl7pPr>
              <a:lvl8pPr>
                <a:defRPr>
                  <a:solidFill>
                    <a:schemeClr val="tx1"/>
                  </a:solidFill>
                </a:defRPr>
              </a:lvl8pPr>
              <a:lvl9pPr>
                <a:defRPr>
                  <a:solidFill>
                    <a:schemeClr val="tx1"/>
                  </a:solidFill>
                </a:defRPr>
              </a:lvl9pPr>
            </a:lstStyle>
            <a:p>
              <a:pPr latinLnBrk="0"/>
              <a:r>
                <a:rPr lang="ko-KR" altLang="en-US" sz="1700" spc="-93" dirty="0">
                  <a:latin typeface="Rix모던고딕 B" panose="02020603020101020101" pitchFamily="18" charset="-127"/>
                  <a:ea typeface="Rix모던고딕 B" panose="02020603020101020101" pitchFamily="18" charset="-127"/>
                </a:rPr>
                <a:t>군사 전문가</a:t>
              </a:r>
            </a:p>
          </p:txBody>
        </p:sp>
      </p:grpSp>
      <p:pic>
        <p:nvPicPr>
          <p:cNvPr id="24" name="Picture 12" descr="G:\work\다원아이씨티\충북교육정보원\표지-07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1429476" flipH="1">
            <a:off x="145638" y="1147303"/>
            <a:ext cx="1816558" cy="6906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5" name="제목 1"/>
          <p:cNvSpPr txBox="1">
            <a:spLocks/>
          </p:cNvSpPr>
          <p:nvPr/>
        </p:nvSpPr>
        <p:spPr>
          <a:xfrm>
            <a:off x="1190737" y="321227"/>
            <a:ext cx="1048002" cy="421098"/>
          </a:xfrm>
          <a:prstGeom prst="rect">
            <a:avLst/>
          </a:prstGeom>
        </p:spPr>
        <p:txBody>
          <a:bodyPr lIns="96487" tIns="48244" rIns="96487" bIns="48244"/>
          <a:lstStyle>
            <a:lvl1pPr algn="l" defTabSz="995690" rtl="0" eaLnBrk="1" latinLnBrk="1" hangingPunct="1">
              <a:spcBef>
                <a:spcPct val="0"/>
              </a:spcBef>
              <a:buNone/>
              <a:defRPr sz="3500" kern="1200">
                <a:solidFill>
                  <a:schemeClr val="tx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+mj-cs"/>
              </a:defRPr>
            </a:lvl1pPr>
          </a:lstStyle>
          <a:p>
            <a:r>
              <a:rPr lang="ko-KR" altLang="en-US" sz="1800" spc="-96" dirty="0" smtClean="0">
                <a:solidFill>
                  <a:schemeClr val="bg1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전략 </a:t>
            </a:r>
            <a:r>
              <a:rPr lang="en-US" altLang="ko-KR" sz="1800" spc="-96" dirty="0" smtClean="0">
                <a:solidFill>
                  <a:schemeClr val="bg1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03</a:t>
            </a:r>
            <a:endParaRPr lang="ko-KR" altLang="en-US" sz="1800" spc="-96" dirty="0">
              <a:solidFill>
                <a:schemeClr val="bg1"/>
              </a:solidFill>
              <a:latin typeface="Rix모던고딕 B" panose="02020603020101020101" pitchFamily="18" charset="-127"/>
              <a:ea typeface="Rix모던고딕 B" panose="02020603020101020101" pitchFamily="18" charset="-127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2404577" y="356680"/>
            <a:ext cx="1068085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algn="ctr">
              <a:defRPr sz="2000" b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+mn-ea"/>
              </a:defRPr>
            </a:lvl1pPr>
          </a:lstStyle>
          <a:p>
            <a:pPr algn="l" defTabSz="767222" latinLnBrk="0">
              <a:spcBef>
                <a:spcPts val="84"/>
              </a:spcBef>
              <a:spcAft>
                <a:spcPts val="84"/>
              </a:spcAft>
            </a:pPr>
            <a:r>
              <a:rPr lang="ko-KR" altLang="en-US" b="0" spc="-191" dirty="0">
                <a:ln>
                  <a:solidFill>
                    <a:prstClr val="white">
                      <a:alpha val="10000"/>
                    </a:prstClr>
                  </a:solidFill>
                </a:ln>
                <a:solidFill>
                  <a:schemeClr val="bg1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전문성</a:t>
            </a:r>
          </a:p>
        </p:txBody>
      </p:sp>
    </p:spTree>
    <p:extLst>
      <p:ext uri="{BB962C8B-B14F-4D97-AF65-F5344CB8AC3E}">
        <p14:creationId xmlns:p14="http://schemas.microsoft.com/office/powerpoint/2010/main" val="38556266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직사각형 164"/>
          <p:cNvSpPr/>
          <p:nvPr/>
        </p:nvSpPr>
        <p:spPr>
          <a:xfrm>
            <a:off x="495299" y="2377486"/>
            <a:ext cx="5536592" cy="4667778"/>
          </a:xfrm>
          <a:prstGeom prst="rect">
            <a:avLst/>
          </a:prstGeom>
          <a:solidFill>
            <a:schemeClr val="bg1">
              <a:lumMod val="7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6487" tIns="48244" rIns="96487" bIns="48244" rtlCol="0" anchor="ctr"/>
          <a:lstStyle/>
          <a:p>
            <a:pPr algn="ctr"/>
            <a:endParaRPr lang="ko-KR" altLang="en-US" dirty="0">
              <a:solidFill>
                <a:schemeClr val="tx1">
                  <a:lumMod val="75000"/>
                  <a:lumOff val="25000"/>
                </a:schemeClr>
              </a:solidFill>
              <a:latin typeface="Rix모던고딕 M" panose="02020603020101020101" pitchFamily="18" charset="-127"/>
              <a:ea typeface="Rix모던고딕 M" panose="02020603020101020101" pitchFamily="18" charset="-127"/>
            </a:endParaRPr>
          </a:p>
        </p:txBody>
      </p:sp>
      <p:sp>
        <p:nvSpPr>
          <p:cNvPr id="166" name="AutoShape 108"/>
          <p:cNvSpPr>
            <a:spLocks noChangeArrowheads="1"/>
          </p:cNvSpPr>
          <p:nvPr/>
        </p:nvSpPr>
        <p:spPr bwMode="auto">
          <a:xfrm>
            <a:off x="2884248" y="2600882"/>
            <a:ext cx="2929812" cy="2763926"/>
          </a:xfrm>
          <a:prstGeom prst="roundRect">
            <a:avLst>
              <a:gd name="adj" fmla="val 2500"/>
            </a:avLst>
          </a:prstGeom>
          <a:solidFill>
            <a:schemeClr val="bg1"/>
          </a:solidFill>
          <a:ln>
            <a:noFill/>
          </a:ln>
          <a:extLst/>
        </p:spPr>
        <p:txBody>
          <a:bodyPr wrap="none" anchor="ctr"/>
          <a:lstStyle>
            <a:lvl1pPr eaLnBrk="0" hangingPunct="0">
              <a:defRPr kumimoji="1" b="1">
                <a:solidFill>
                  <a:srgbClr val="4D4D4D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b="1">
                <a:solidFill>
                  <a:srgbClr val="4D4D4D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b="1">
                <a:solidFill>
                  <a:srgbClr val="4D4D4D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b="1">
                <a:solidFill>
                  <a:srgbClr val="4D4D4D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b="1">
                <a:solidFill>
                  <a:srgbClr val="4D4D4D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rgbClr val="4D4D4D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rgbClr val="4D4D4D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rgbClr val="4D4D4D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rgbClr val="4D4D4D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latinLnBrk="0" hangingPunct="1">
              <a:buFontTx/>
              <a:buChar char="•"/>
            </a:pPr>
            <a:endParaRPr kumimoji="0" lang="ko-KR" altLang="en-US" sz="2000" b="0" dirty="0">
              <a:solidFill>
                <a:srgbClr val="FFFFFF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167" name="양쪽 모서리가 둥근 사각형 166"/>
          <p:cNvSpPr/>
          <p:nvPr/>
        </p:nvSpPr>
        <p:spPr>
          <a:xfrm>
            <a:off x="2884248" y="2600881"/>
            <a:ext cx="2929812" cy="324860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 smtClean="0">
              <a:solidFill>
                <a:schemeClr val="tx1"/>
              </a:solidFill>
            </a:endParaRPr>
          </a:p>
        </p:txBody>
      </p:sp>
      <p:sp>
        <p:nvSpPr>
          <p:cNvPr id="168" name="직사각형 167"/>
          <p:cNvSpPr/>
          <p:nvPr/>
        </p:nvSpPr>
        <p:spPr>
          <a:xfrm>
            <a:off x="6167172" y="2377486"/>
            <a:ext cx="4092285" cy="4667778"/>
          </a:xfrm>
          <a:prstGeom prst="rect">
            <a:avLst/>
          </a:prstGeom>
          <a:solidFill>
            <a:schemeClr val="bg1">
              <a:lumMod val="7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6487" tIns="48244" rIns="96487" bIns="48244" rtlCol="0" anchor="ctr"/>
          <a:lstStyle/>
          <a:p>
            <a:pPr algn="ctr"/>
            <a:endParaRPr lang="ko-KR" altLang="en-US" dirty="0" smtClean="0">
              <a:solidFill>
                <a:schemeClr val="tx1">
                  <a:lumMod val="75000"/>
                  <a:lumOff val="25000"/>
                </a:schemeClr>
              </a:solidFill>
              <a:latin typeface="Rix모던고딕 M" panose="02020603020101020101" pitchFamily="18" charset="-127"/>
              <a:ea typeface="Rix모던고딕 M" panose="02020603020101020101" pitchFamily="18" charset="-127"/>
            </a:endParaRPr>
          </a:p>
        </p:txBody>
      </p:sp>
      <p:sp>
        <p:nvSpPr>
          <p:cNvPr id="169" name="Rectangle 114"/>
          <p:cNvSpPr>
            <a:spLocks noChangeAspect="1" noChangeArrowheads="1"/>
          </p:cNvSpPr>
          <p:nvPr/>
        </p:nvSpPr>
        <p:spPr bwMode="auto">
          <a:xfrm>
            <a:off x="6179734" y="2547309"/>
            <a:ext cx="4079723" cy="2214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marL="98425" indent="-98425" algn="just" eaLnBrk="0" hangingPunct="0">
              <a:lnSpc>
                <a:spcPct val="110000"/>
              </a:lnSpc>
              <a:spcBef>
                <a:spcPct val="25000"/>
              </a:spcBef>
              <a:defRPr kumimoji="1" sz="1100">
                <a:solidFill>
                  <a:srgbClr val="0D0D0D"/>
                </a:solidFill>
                <a:latin typeface="KoPub바탕체 Light" panose="02020603020101020101" pitchFamily="18" charset="-127"/>
                <a:ea typeface="KoPub바탕체 Light" panose="02020603020101020101" pitchFamily="18" charset="-127"/>
                <a:cs typeface="굴림" panose="020B0600000101010101" pitchFamily="50" charset="-127"/>
              </a:defRPr>
            </a:lvl1pPr>
            <a:lvl2pPr marL="742950" indent="-285750" algn="just" eaLnBrk="0" hangingPunct="0">
              <a:lnSpc>
                <a:spcPct val="110000"/>
              </a:lnSpc>
              <a:spcBef>
                <a:spcPct val="25000"/>
              </a:spcBef>
              <a:buChar char="–"/>
              <a:defRPr kumimoji="1" sz="1100">
                <a:solidFill>
                  <a:srgbClr val="0D0D0D"/>
                </a:solidFill>
                <a:latin typeface="KoPub바탕체 Light" panose="02020603020101020101" pitchFamily="18" charset="-127"/>
                <a:ea typeface="KoPub바탕체 Light" panose="02020603020101020101" pitchFamily="18" charset="-127"/>
                <a:cs typeface="굴림" panose="020B0600000101010101" pitchFamily="50" charset="-127"/>
              </a:defRPr>
            </a:lvl2pPr>
            <a:lvl3pPr marL="1143000" indent="-228600" algn="just" eaLnBrk="0" hangingPunct="0">
              <a:lnSpc>
                <a:spcPct val="110000"/>
              </a:lnSpc>
              <a:spcBef>
                <a:spcPct val="25000"/>
              </a:spcBef>
              <a:buChar char="•"/>
              <a:defRPr kumimoji="1" sz="1100">
                <a:solidFill>
                  <a:srgbClr val="0D0D0D"/>
                </a:solidFill>
                <a:latin typeface="KoPub바탕체 Light" panose="02020603020101020101" pitchFamily="18" charset="-127"/>
                <a:ea typeface="KoPub바탕체 Light" panose="02020603020101020101" pitchFamily="18" charset="-127"/>
                <a:cs typeface="굴림" panose="020B0600000101010101" pitchFamily="50" charset="-127"/>
              </a:defRPr>
            </a:lvl3pPr>
            <a:lvl4pPr marL="1600200" indent="-228600" algn="just" eaLnBrk="0" hangingPunct="0">
              <a:lnSpc>
                <a:spcPct val="110000"/>
              </a:lnSpc>
              <a:spcBef>
                <a:spcPct val="25000"/>
              </a:spcBef>
              <a:buChar char="–"/>
              <a:defRPr kumimoji="1" sz="1100">
                <a:solidFill>
                  <a:srgbClr val="0D0D0D"/>
                </a:solidFill>
                <a:latin typeface="KoPub바탕체 Light" panose="02020603020101020101" pitchFamily="18" charset="-127"/>
                <a:ea typeface="KoPub바탕체 Light" panose="02020603020101020101" pitchFamily="18" charset="-127"/>
                <a:cs typeface="굴림" panose="020B0600000101010101" pitchFamily="50" charset="-127"/>
              </a:defRPr>
            </a:lvl4pPr>
            <a:lvl5pPr marL="2057400" indent="-228600" algn="just" eaLnBrk="0" hangingPunct="0">
              <a:lnSpc>
                <a:spcPct val="110000"/>
              </a:lnSpc>
              <a:spcBef>
                <a:spcPct val="25000"/>
              </a:spcBef>
              <a:buChar char="»"/>
              <a:defRPr kumimoji="1" sz="1100">
                <a:solidFill>
                  <a:srgbClr val="0D0D0D"/>
                </a:solidFill>
                <a:latin typeface="KoPub바탕체 Light" panose="02020603020101020101" pitchFamily="18" charset="-127"/>
                <a:ea typeface="KoPub바탕체 Light" panose="02020603020101020101" pitchFamily="18" charset="-127"/>
                <a:cs typeface="굴림" panose="020B0600000101010101" pitchFamily="50" charset="-127"/>
              </a:defRPr>
            </a:lvl5pPr>
            <a:lvl6pPr marL="2514600" indent="-228600" algn="just" eaLnBrk="0" fontAlgn="base" hangingPunct="0">
              <a:lnSpc>
                <a:spcPct val="110000"/>
              </a:lnSpc>
              <a:spcBef>
                <a:spcPct val="25000"/>
              </a:spcBef>
              <a:spcAft>
                <a:spcPct val="0"/>
              </a:spcAft>
              <a:buChar char="»"/>
              <a:defRPr kumimoji="1" sz="1100">
                <a:solidFill>
                  <a:srgbClr val="0D0D0D"/>
                </a:solidFill>
                <a:latin typeface="KoPub바탕체 Light" panose="02020603020101020101" pitchFamily="18" charset="-127"/>
                <a:ea typeface="KoPub바탕체 Light" panose="02020603020101020101" pitchFamily="18" charset="-127"/>
                <a:cs typeface="굴림" panose="020B0600000101010101" pitchFamily="50" charset="-127"/>
              </a:defRPr>
            </a:lvl6pPr>
            <a:lvl7pPr marL="2971800" indent="-228600" algn="just" eaLnBrk="0" fontAlgn="base" hangingPunct="0">
              <a:lnSpc>
                <a:spcPct val="110000"/>
              </a:lnSpc>
              <a:spcBef>
                <a:spcPct val="25000"/>
              </a:spcBef>
              <a:spcAft>
                <a:spcPct val="0"/>
              </a:spcAft>
              <a:buChar char="»"/>
              <a:defRPr kumimoji="1" sz="1100">
                <a:solidFill>
                  <a:srgbClr val="0D0D0D"/>
                </a:solidFill>
                <a:latin typeface="KoPub바탕체 Light" panose="02020603020101020101" pitchFamily="18" charset="-127"/>
                <a:ea typeface="KoPub바탕체 Light" panose="02020603020101020101" pitchFamily="18" charset="-127"/>
                <a:cs typeface="굴림" panose="020B0600000101010101" pitchFamily="50" charset="-127"/>
              </a:defRPr>
            </a:lvl7pPr>
            <a:lvl8pPr marL="3429000" indent="-228600" algn="just" eaLnBrk="0" fontAlgn="base" hangingPunct="0">
              <a:lnSpc>
                <a:spcPct val="110000"/>
              </a:lnSpc>
              <a:spcBef>
                <a:spcPct val="25000"/>
              </a:spcBef>
              <a:spcAft>
                <a:spcPct val="0"/>
              </a:spcAft>
              <a:buChar char="»"/>
              <a:defRPr kumimoji="1" sz="1100">
                <a:solidFill>
                  <a:srgbClr val="0D0D0D"/>
                </a:solidFill>
                <a:latin typeface="KoPub바탕체 Light" panose="02020603020101020101" pitchFamily="18" charset="-127"/>
                <a:ea typeface="KoPub바탕체 Light" panose="02020603020101020101" pitchFamily="18" charset="-127"/>
                <a:cs typeface="굴림" panose="020B0600000101010101" pitchFamily="50" charset="-127"/>
              </a:defRPr>
            </a:lvl8pPr>
            <a:lvl9pPr marL="3886200" indent="-228600" algn="just" eaLnBrk="0" fontAlgn="base" hangingPunct="0">
              <a:lnSpc>
                <a:spcPct val="110000"/>
              </a:lnSpc>
              <a:spcBef>
                <a:spcPct val="25000"/>
              </a:spcBef>
              <a:spcAft>
                <a:spcPct val="0"/>
              </a:spcAft>
              <a:buChar char="»"/>
              <a:defRPr kumimoji="1" sz="1100">
                <a:solidFill>
                  <a:srgbClr val="0D0D0D"/>
                </a:solidFill>
                <a:latin typeface="KoPub바탕체 Light" panose="02020603020101020101" pitchFamily="18" charset="-127"/>
                <a:ea typeface="KoPub바탕체 Light" panose="02020603020101020101" pitchFamily="18" charset="-127"/>
                <a:cs typeface="굴림" panose="020B0600000101010101" pitchFamily="50" charset="-127"/>
              </a:defRPr>
            </a:lvl9pPr>
          </a:lstStyle>
          <a:p>
            <a:pPr marL="0" lvl="1" indent="0" algn="ctr" eaLnBrk="1" latinLnBrk="0" hangingPunct="1">
              <a:lnSpc>
                <a:spcPct val="100000"/>
              </a:lnSpc>
              <a:spcBef>
                <a:spcPts val="280"/>
              </a:spcBef>
              <a:spcAft>
                <a:spcPts val="280"/>
              </a:spcAft>
              <a:buClr>
                <a:srgbClr val="333333"/>
              </a:buClr>
              <a:buSzPct val="90000"/>
              <a:buNone/>
            </a:pPr>
            <a:r>
              <a:rPr lang="ko-KR" altLang="en-US" sz="1400" kern="0" spc="-100" dirty="0">
                <a:solidFill>
                  <a:prstClr val="black">
                    <a:lumMod val="95000"/>
                    <a:lumOff val="5000"/>
                  </a:prstClr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  <a:cs typeface="+mn-cs"/>
              </a:rPr>
              <a:t>보안 적합성 검증을 통한 네트워크 장비 보안 강화</a:t>
            </a:r>
          </a:p>
        </p:txBody>
      </p:sp>
      <p:grpSp>
        <p:nvGrpSpPr>
          <p:cNvPr id="170" name="그룹 169"/>
          <p:cNvGrpSpPr/>
          <p:nvPr/>
        </p:nvGrpSpPr>
        <p:grpSpPr>
          <a:xfrm>
            <a:off x="6354186" y="2864820"/>
            <a:ext cx="3668875" cy="3655159"/>
            <a:chOff x="9082318" y="2058518"/>
            <a:chExt cx="3398720" cy="3943045"/>
          </a:xfrm>
        </p:grpSpPr>
        <p:sp>
          <p:nvSpPr>
            <p:cNvPr id="171" name="모서리가 둥근 직사각형 170"/>
            <p:cNvSpPr/>
            <p:nvPr/>
          </p:nvSpPr>
          <p:spPr>
            <a:xfrm>
              <a:off x="9335666" y="2534950"/>
              <a:ext cx="1966506" cy="459736"/>
            </a:xfrm>
            <a:prstGeom prst="roundRect">
              <a:avLst>
                <a:gd name="adj" fmla="val 0"/>
              </a:avLst>
            </a:prstGeom>
            <a:gradFill>
              <a:gsLst>
                <a:gs pos="49000">
                  <a:srgbClr val="05528C"/>
                </a:gs>
                <a:gs pos="52000">
                  <a:srgbClr val="053D74"/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40000" rtlCol="0" anchor="ctr">
              <a:scene3d>
                <a:camera prst="orthographicFront"/>
                <a:lightRig rig="threePt" dir="t"/>
              </a:scene3d>
              <a:sp3d>
                <a:bevelT w="0"/>
              </a:sp3d>
            </a:bodyPr>
            <a:lstStyle/>
            <a:p>
              <a:pPr fontAlgn="base" latinLnBrk="0">
                <a:spcBef>
                  <a:spcPct val="0"/>
                </a:spcBef>
                <a:spcAft>
                  <a:spcPts val="317"/>
                </a:spcAft>
              </a:pPr>
              <a:endParaRPr lang="ko-KR" altLang="en-US" sz="1700" dirty="0">
                <a:solidFill>
                  <a:schemeClr val="bg1"/>
                </a:solidFill>
                <a:latin typeface="Rix모던고딕 EB" pitchFamily="18" charset="-127"/>
                <a:ea typeface="Rix모던고딕 EB" pitchFamily="18" charset="-127"/>
              </a:endParaRPr>
            </a:p>
          </p:txBody>
        </p:sp>
        <p:sp>
          <p:nvSpPr>
            <p:cNvPr id="172" name="직사각형 171"/>
            <p:cNvSpPr/>
            <p:nvPr/>
          </p:nvSpPr>
          <p:spPr>
            <a:xfrm>
              <a:off x="9876020" y="2648714"/>
              <a:ext cx="1370943" cy="248049"/>
            </a:xfrm>
            <a:prstGeom prst="rect">
              <a:avLst/>
            </a:prstGeom>
            <a:effectLst/>
          </p:spPr>
          <p:txBody>
            <a:bodyPr wrap="square" lIns="0" tIns="0" rIns="0" bIns="0" anchor="ctr">
              <a:spAutoFit/>
              <a:scene3d>
                <a:camera prst="orthographicFront">
                  <a:rot lat="0" lon="0" rev="0"/>
                </a:camera>
                <a:lightRig rig="threePt" dir="t"/>
              </a:scene3d>
              <a:sp3d prstMaterial="matte">
                <a:bevelT w="0"/>
              </a:sp3d>
            </a:bodyPr>
            <a:lstStyle/>
            <a:p>
              <a:pPr fontAlgn="base" latinLnBrk="0">
                <a:spcBef>
                  <a:spcPct val="0"/>
                </a:spcBef>
                <a:spcAft>
                  <a:spcPts val="317"/>
                </a:spcAft>
              </a:pPr>
              <a:r>
                <a:rPr lang="ko-KR" altLang="en-US" sz="150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Rix모던고딕 EB" pitchFamily="18" charset="-127"/>
                  <a:ea typeface="Rix모던고딕 EB" pitchFamily="18" charset="-127"/>
                </a:rPr>
                <a:t>암호지원</a:t>
              </a:r>
            </a:p>
          </p:txBody>
        </p:sp>
        <p:sp>
          <p:nvSpPr>
            <p:cNvPr id="173" name="모서리가 둥근 직사각형 172"/>
            <p:cNvSpPr/>
            <p:nvPr/>
          </p:nvSpPr>
          <p:spPr>
            <a:xfrm>
              <a:off x="9350601" y="3008423"/>
              <a:ext cx="1954971" cy="459736"/>
            </a:xfrm>
            <a:prstGeom prst="roundRect">
              <a:avLst>
                <a:gd name="adj" fmla="val 0"/>
              </a:avLst>
            </a:prstGeom>
            <a:gradFill>
              <a:gsLst>
                <a:gs pos="49000">
                  <a:srgbClr val="05528C"/>
                </a:gs>
                <a:gs pos="52000">
                  <a:srgbClr val="053D74"/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40000" rtlCol="0" anchor="ctr">
              <a:scene3d>
                <a:camera prst="orthographicFront"/>
                <a:lightRig rig="threePt" dir="t"/>
              </a:scene3d>
              <a:sp3d>
                <a:bevelT w="0"/>
              </a:sp3d>
            </a:bodyPr>
            <a:lstStyle/>
            <a:p>
              <a:pPr fontAlgn="base" latinLnBrk="0">
                <a:spcBef>
                  <a:spcPct val="0"/>
                </a:spcBef>
                <a:spcAft>
                  <a:spcPts val="317"/>
                </a:spcAft>
              </a:pPr>
              <a:endParaRPr lang="ko-KR" altLang="en-US" sz="1700" dirty="0">
                <a:solidFill>
                  <a:schemeClr val="bg1"/>
                </a:solidFill>
                <a:latin typeface="Rix모던고딕 EB" pitchFamily="18" charset="-127"/>
                <a:ea typeface="Rix모던고딕 EB" pitchFamily="18" charset="-127"/>
              </a:endParaRPr>
            </a:p>
          </p:txBody>
        </p:sp>
        <p:sp>
          <p:nvSpPr>
            <p:cNvPr id="174" name="직사각형 173"/>
            <p:cNvSpPr/>
            <p:nvPr/>
          </p:nvSpPr>
          <p:spPr>
            <a:xfrm>
              <a:off x="9797534" y="3122186"/>
              <a:ext cx="1489376" cy="248049"/>
            </a:xfrm>
            <a:prstGeom prst="rect">
              <a:avLst/>
            </a:prstGeom>
            <a:effectLst/>
          </p:spPr>
          <p:txBody>
            <a:bodyPr wrap="square" lIns="0" tIns="0" rIns="0" bIns="0" anchor="ctr">
              <a:spAutoFit/>
              <a:scene3d>
                <a:camera prst="orthographicFront">
                  <a:rot lat="0" lon="0" rev="0"/>
                </a:camera>
                <a:lightRig rig="threePt" dir="t"/>
              </a:scene3d>
              <a:sp3d prstMaterial="matte">
                <a:bevelT w="0"/>
              </a:sp3d>
            </a:bodyPr>
            <a:lstStyle/>
            <a:p>
              <a:pPr marL="0" lvl="1" defTabSz="739301">
                <a:defRPr/>
              </a:pPr>
              <a:r>
                <a:rPr lang="ko-KR" altLang="en-US" sz="1500" kern="0" spc="-22" dirty="0">
                  <a:solidFill>
                    <a:schemeClr val="bg1"/>
                  </a:solidFill>
                  <a:latin typeface="Rix모던고딕 EB" pitchFamily="18" charset="-127"/>
                  <a:ea typeface="Rix모던고딕 EB" pitchFamily="18" charset="-127"/>
                </a:rPr>
                <a:t>정보흐름통제</a:t>
              </a:r>
            </a:p>
          </p:txBody>
        </p:sp>
        <p:sp>
          <p:nvSpPr>
            <p:cNvPr id="175" name="모서리가 둥근 직사각형 174"/>
            <p:cNvSpPr/>
            <p:nvPr/>
          </p:nvSpPr>
          <p:spPr>
            <a:xfrm>
              <a:off x="9350601" y="3491835"/>
              <a:ext cx="1954971" cy="459736"/>
            </a:xfrm>
            <a:prstGeom prst="roundRect">
              <a:avLst>
                <a:gd name="adj" fmla="val 0"/>
              </a:avLst>
            </a:prstGeom>
            <a:gradFill>
              <a:gsLst>
                <a:gs pos="49000">
                  <a:srgbClr val="05528C"/>
                </a:gs>
                <a:gs pos="52000">
                  <a:srgbClr val="053D74"/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40000" rtlCol="0" anchor="ctr">
              <a:scene3d>
                <a:camera prst="orthographicFront"/>
                <a:lightRig rig="threePt" dir="t"/>
              </a:scene3d>
              <a:sp3d>
                <a:bevelT w="0"/>
              </a:sp3d>
            </a:bodyPr>
            <a:lstStyle/>
            <a:p>
              <a:pPr fontAlgn="base" latinLnBrk="0">
                <a:spcBef>
                  <a:spcPct val="0"/>
                </a:spcBef>
                <a:spcAft>
                  <a:spcPts val="317"/>
                </a:spcAft>
              </a:pPr>
              <a:endParaRPr lang="ko-KR" altLang="en-US" sz="1700" dirty="0">
                <a:solidFill>
                  <a:schemeClr val="bg1"/>
                </a:solidFill>
                <a:latin typeface="Rix모던고딕 EB" pitchFamily="18" charset="-127"/>
                <a:ea typeface="Rix모던고딕 EB" pitchFamily="18" charset="-127"/>
              </a:endParaRPr>
            </a:p>
          </p:txBody>
        </p:sp>
        <p:sp>
          <p:nvSpPr>
            <p:cNvPr id="176" name="직사각형 175"/>
            <p:cNvSpPr/>
            <p:nvPr/>
          </p:nvSpPr>
          <p:spPr>
            <a:xfrm>
              <a:off x="9797534" y="3605598"/>
              <a:ext cx="1489376" cy="248049"/>
            </a:xfrm>
            <a:prstGeom prst="rect">
              <a:avLst/>
            </a:prstGeom>
            <a:effectLst/>
          </p:spPr>
          <p:txBody>
            <a:bodyPr wrap="square" lIns="0" tIns="0" rIns="0" bIns="0" anchor="ctr">
              <a:spAutoFit/>
              <a:scene3d>
                <a:camera prst="orthographicFront">
                  <a:rot lat="0" lon="0" rev="0"/>
                </a:camera>
                <a:lightRig rig="threePt" dir="t"/>
              </a:scene3d>
              <a:sp3d prstMaterial="matte">
                <a:bevelT w="0"/>
              </a:sp3d>
            </a:bodyPr>
            <a:lstStyle/>
            <a:p>
              <a:pPr marL="0" lvl="1" defTabSz="739301">
                <a:defRPr/>
              </a:pPr>
              <a:r>
                <a:rPr lang="ko-KR" altLang="en-US" sz="1500" kern="0" spc="-22" dirty="0">
                  <a:solidFill>
                    <a:schemeClr val="bg1"/>
                  </a:solidFill>
                  <a:latin typeface="Rix모던고딕 EB" pitchFamily="18" charset="-127"/>
                  <a:ea typeface="Rix모던고딕 EB" pitchFamily="18" charset="-127"/>
                </a:rPr>
                <a:t>보안관리</a:t>
              </a:r>
            </a:p>
          </p:txBody>
        </p:sp>
        <p:sp>
          <p:nvSpPr>
            <p:cNvPr id="177" name="모서리가 둥근 직사각형 176"/>
            <p:cNvSpPr/>
            <p:nvPr/>
          </p:nvSpPr>
          <p:spPr>
            <a:xfrm>
              <a:off x="9350601" y="3985185"/>
              <a:ext cx="1954971" cy="459736"/>
            </a:xfrm>
            <a:prstGeom prst="roundRect">
              <a:avLst>
                <a:gd name="adj" fmla="val 0"/>
              </a:avLst>
            </a:prstGeom>
            <a:gradFill>
              <a:gsLst>
                <a:gs pos="49000">
                  <a:srgbClr val="05528C"/>
                </a:gs>
                <a:gs pos="52000">
                  <a:srgbClr val="053D74"/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40000" rtlCol="0" anchor="ctr">
              <a:scene3d>
                <a:camera prst="orthographicFront"/>
                <a:lightRig rig="threePt" dir="t"/>
              </a:scene3d>
              <a:sp3d>
                <a:bevelT w="0"/>
              </a:sp3d>
            </a:bodyPr>
            <a:lstStyle/>
            <a:p>
              <a:pPr fontAlgn="base" latinLnBrk="0">
                <a:spcBef>
                  <a:spcPct val="0"/>
                </a:spcBef>
                <a:spcAft>
                  <a:spcPts val="317"/>
                </a:spcAft>
              </a:pPr>
              <a:endParaRPr lang="ko-KR" altLang="en-US" sz="1700" dirty="0">
                <a:solidFill>
                  <a:schemeClr val="bg1"/>
                </a:solidFill>
                <a:latin typeface="Rix모던고딕 EB" pitchFamily="18" charset="-127"/>
                <a:ea typeface="Rix모던고딕 EB" pitchFamily="18" charset="-127"/>
              </a:endParaRPr>
            </a:p>
          </p:txBody>
        </p:sp>
        <p:sp>
          <p:nvSpPr>
            <p:cNvPr id="178" name="직사각형 177"/>
            <p:cNvSpPr/>
            <p:nvPr/>
          </p:nvSpPr>
          <p:spPr>
            <a:xfrm>
              <a:off x="9797534" y="4098949"/>
              <a:ext cx="1508037" cy="248049"/>
            </a:xfrm>
            <a:prstGeom prst="rect">
              <a:avLst/>
            </a:prstGeom>
            <a:effectLst/>
          </p:spPr>
          <p:txBody>
            <a:bodyPr wrap="square" lIns="0" tIns="0" rIns="0" bIns="0" anchor="ctr">
              <a:spAutoFit/>
              <a:scene3d>
                <a:camera prst="orthographicFront">
                  <a:rot lat="0" lon="0" rev="0"/>
                </a:camera>
                <a:lightRig rig="threePt" dir="t"/>
              </a:scene3d>
              <a:sp3d prstMaterial="matte">
                <a:bevelT w="0"/>
              </a:sp3d>
            </a:bodyPr>
            <a:lstStyle/>
            <a:p>
              <a:pPr marL="0" lvl="1" defTabSz="739301">
                <a:defRPr/>
              </a:pPr>
              <a:r>
                <a:rPr lang="ko-KR" altLang="en-US" sz="1500" kern="0" spc="-22" dirty="0">
                  <a:solidFill>
                    <a:schemeClr val="bg1"/>
                  </a:solidFill>
                  <a:latin typeface="Rix모던고딕 EB" pitchFamily="18" charset="-127"/>
                  <a:ea typeface="Rix모던고딕 EB" pitchFamily="18" charset="-127"/>
                </a:rPr>
                <a:t>자체시험</a:t>
              </a:r>
            </a:p>
          </p:txBody>
        </p:sp>
        <p:sp>
          <p:nvSpPr>
            <p:cNvPr id="179" name="직사각형 178"/>
            <p:cNvSpPr/>
            <p:nvPr/>
          </p:nvSpPr>
          <p:spPr>
            <a:xfrm>
              <a:off x="9337133" y="2058518"/>
              <a:ext cx="1965556" cy="459805"/>
            </a:xfrm>
            <a:prstGeom prst="rect">
              <a:avLst/>
            </a:prstGeom>
            <a:gradFill>
              <a:gsLst>
                <a:gs pos="49000">
                  <a:srgbClr val="05528C"/>
                </a:gs>
                <a:gs pos="52000">
                  <a:srgbClr val="053D74"/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40000" rtlCol="0" anchor="ctr">
              <a:scene3d>
                <a:camera prst="orthographicFront"/>
                <a:lightRig rig="threePt" dir="t"/>
              </a:scene3d>
              <a:sp3d>
                <a:bevelT w="0"/>
              </a:sp3d>
            </a:bodyPr>
            <a:lstStyle/>
            <a:p>
              <a:pPr fontAlgn="base" latinLnBrk="0">
                <a:spcBef>
                  <a:spcPct val="0"/>
                </a:spcBef>
                <a:spcAft>
                  <a:spcPts val="317"/>
                </a:spcAft>
              </a:pPr>
              <a:r>
                <a:rPr lang="ko-KR" altLang="en-US" sz="150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Rix모던고딕 EB" pitchFamily="18" charset="-127"/>
                  <a:ea typeface="Rix모던고딕 EB" pitchFamily="18" charset="-127"/>
                </a:rPr>
                <a:t>식별 및 인증</a:t>
              </a:r>
            </a:p>
          </p:txBody>
        </p:sp>
        <p:pic>
          <p:nvPicPr>
            <p:cNvPr id="180" name="그림 179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082318" y="2121011"/>
              <a:ext cx="525205" cy="469715"/>
            </a:xfrm>
            <a:prstGeom prst="rect">
              <a:avLst/>
            </a:prstGeom>
          </p:spPr>
        </p:pic>
        <p:sp>
          <p:nvSpPr>
            <p:cNvPr id="181" name="직사각형 180"/>
            <p:cNvSpPr/>
            <p:nvPr/>
          </p:nvSpPr>
          <p:spPr>
            <a:xfrm>
              <a:off x="9291993" y="2171632"/>
              <a:ext cx="151467" cy="337466"/>
            </a:xfrm>
            <a:prstGeom prst="rect">
              <a:avLst/>
            </a:prstGeom>
            <a:effectLst/>
          </p:spPr>
          <p:txBody>
            <a:bodyPr wrap="none" lIns="0" tIns="0" rIns="0" bIns="0" anchor="ctr">
              <a:spAutoFit/>
              <a:scene3d>
                <a:camera prst="orthographicFront">
                  <a:rot lat="0" lon="0" rev="0"/>
                </a:camera>
                <a:lightRig rig="threePt" dir="t"/>
              </a:scene3d>
              <a:sp3d prstMaterial="matte">
                <a:bevelT w="0"/>
              </a:sp3d>
            </a:bodyPr>
            <a:lstStyle/>
            <a:p>
              <a:pPr algn="ctr">
                <a:spcAft>
                  <a:spcPts val="317"/>
                </a:spcAft>
              </a:pPr>
              <a:r>
                <a:rPr lang="en-US" altLang="ko-KR" sz="2100" dirty="0">
                  <a:solidFill>
                    <a:srgbClr val="002060"/>
                  </a:solidFill>
                  <a:latin typeface="Rix모던고딕 EB" pitchFamily="18" charset="-127"/>
                  <a:ea typeface="Rix모던고딕 EB" pitchFamily="18" charset="-127"/>
                </a:rPr>
                <a:t>1</a:t>
              </a:r>
              <a:endParaRPr lang="ko-KR" altLang="en-US" sz="2100" dirty="0">
                <a:solidFill>
                  <a:srgbClr val="002060"/>
                </a:solidFill>
                <a:latin typeface="Rix모던고딕 EB" pitchFamily="18" charset="-127"/>
                <a:ea typeface="Rix모던고딕 EB" pitchFamily="18" charset="-127"/>
              </a:endParaRPr>
            </a:p>
          </p:txBody>
        </p:sp>
        <p:pic>
          <p:nvPicPr>
            <p:cNvPr id="182" name="그림 181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082318" y="2594484"/>
              <a:ext cx="525205" cy="469715"/>
            </a:xfrm>
            <a:prstGeom prst="rect">
              <a:avLst/>
            </a:prstGeom>
          </p:spPr>
        </p:pic>
        <p:sp>
          <p:nvSpPr>
            <p:cNvPr id="185" name="직사각형 184"/>
            <p:cNvSpPr/>
            <p:nvPr/>
          </p:nvSpPr>
          <p:spPr>
            <a:xfrm>
              <a:off x="9291993" y="2645105"/>
              <a:ext cx="151467" cy="337466"/>
            </a:xfrm>
            <a:prstGeom prst="rect">
              <a:avLst/>
            </a:prstGeom>
            <a:effectLst/>
          </p:spPr>
          <p:txBody>
            <a:bodyPr wrap="none" lIns="0" tIns="0" rIns="0" bIns="0" anchor="ctr">
              <a:spAutoFit/>
              <a:scene3d>
                <a:camera prst="orthographicFront">
                  <a:rot lat="0" lon="0" rev="0"/>
                </a:camera>
                <a:lightRig rig="threePt" dir="t"/>
              </a:scene3d>
              <a:sp3d prstMaterial="matte">
                <a:bevelT w="0"/>
              </a:sp3d>
            </a:bodyPr>
            <a:lstStyle/>
            <a:p>
              <a:pPr algn="ctr">
                <a:spcAft>
                  <a:spcPts val="317"/>
                </a:spcAft>
              </a:pPr>
              <a:r>
                <a:rPr lang="en-US" altLang="ko-KR" sz="2100" dirty="0">
                  <a:solidFill>
                    <a:srgbClr val="002060"/>
                  </a:solidFill>
                  <a:latin typeface="Rix모던고딕 EB" pitchFamily="18" charset="-127"/>
                  <a:ea typeface="Rix모던고딕 EB" pitchFamily="18" charset="-127"/>
                </a:rPr>
                <a:t>2</a:t>
              </a:r>
              <a:endParaRPr lang="ko-KR" altLang="en-US" sz="2100" dirty="0">
                <a:solidFill>
                  <a:srgbClr val="002060"/>
                </a:solidFill>
                <a:latin typeface="Rix모던고딕 EB" pitchFamily="18" charset="-127"/>
                <a:ea typeface="Rix모던고딕 EB" pitchFamily="18" charset="-127"/>
              </a:endParaRPr>
            </a:p>
          </p:txBody>
        </p:sp>
        <p:pic>
          <p:nvPicPr>
            <p:cNvPr id="233" name="그림 232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082318" y="3067956"/>
              <a:ext cx="525205" cy="469715"/>
            </a:xfrm>
            <a:prstGeom prst="rect">
              <a:avLst/>
            </a:prstGeom>
          </p:spPr>
        </p:pic>
        <p:sp>
          <p:nvSpPr>
            <p:cNvPr id="234" name="직사각형 233"/>
            <p:cNvSpPr/>
            <p:nvPr/>
          </p:nvSpPr>
          <p:spPr>
            <a:xfrm>
              <a:off x="9291993" y="3118579"/>
              <a:ext cx="151467" cy="337466"/>
            </a:xfrm>
            <a:prstGeom prst="rect">
              <a:avLst/>
            </a:prstGeom>
            <a:effectLst/>
          </p:spPr>
          <p:txBody>
            <a:bodyPr wrap="none" lIns="0" tIns="0" rIns="0" bIns="0" anchor="ctr">
              <a:spAutoFit/>
              <a:scene3d>
                <a:camera prst="orthographicFront">
                  <a:rot lat="0" lon="0" rev="0"/>
                </a:camera>
                <a:lightRig rig="threePt" dir="t"/>
              </a:scene3d>
              <a:sp3d prstMaterial="matte">
                <a:bevelT w="0"/>
              </a:sp3d>
            </a:bodyPr>
            <a:lstStyle/>
            <a:p>
              <a:pPr algn="ctr">
                <a:spcAft>
                  <a:spcPts val="317"/>
                </a:spcAft>
              </a:pPr>
              <a:r>
                <a:rPr lang="en-US" altLang="ko-KR" sz="2100" dirty="0">
                  <a:solidFill>
                    <a:srgbClr val="002060"/>
                  </a:solidFill>
                  <a:latin typeface="Rix모던고딕 EB" pitchFamily="18" charset="-127"/>
                  <a:ea typeface="Rix모던고딕 EB" pitchFamily="18" charset="-127"/>
                </a:rPr>
                <a:t>3</a:t>
              </a:r>
              <a:endParaRPr lang="ko-KR" altLang="en-US" sz="2100" dirty="0">
                <a:solidFill>
                  <a:srgbClr val="002060"/>
                </a:solidFill>
                <a:latin typeface="Rix모던고딕 EB" pitchFamily="18" charset="-127"/>
                <a:ea typeface="Rix모던고딕 EB" pitchFamily="18" charset="-127"/>
              </a:endParaRPr>
            </a:p>
          </p:txBody>
        </p:sp>
        <p:pic>
          <p:nvPicPr>
            <p:cNvPr id="236" name="그림 235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082318" y="3551368"/>
              <a:ext cx="525205" cy="469715"/>
            </a:xfrm>
            <a:prstGeom prst="rect">
              <a:avLst/>
            </a:prstGeom>
          </p:spPr>
        </p:pic>
        <p:sp>
          <p:nvSpPr>
            <p:cNvPr id="237" name="직사각형 236"/>
            <p:cNvSpPr/>
            <p:nvPr/>
          </p:nvSpPr>
          <p:spPr>
            <a:xfrm>
              <a:off x="9291993" y="3601990"/>
              <a:ext cx="151467" cy="337466"/>
            </a:xfrm>
            <a:prstGeom prst="rect">
              <a:avLst/>
            </a:prstGeom>
            <a:effectLst/>
          </p:spPr>
          <p:txBody>
            <a:bodyPr wrap="none" lIns="0" tIns="0" rIns="0" bIns="0" anchor="ctr">
              <a:spAutoFit/>
              <a:scene3d>
                <a:camera prst="orthographicFront">
                  <a:rot lat="0" lon="0" rev="0"/>
                </a:camera>
                <a:lightRig rig="threePt" dir="t"/>
              </a:scene3d>
              <a:sp3d prstMaterial="matte">
                <a:bevelT w="0"/>
              </a:sp3d>
            </a:bodyPr>
            <a:lstStyle/>
            <a:p>
              <a:pPr algn="ctr">
                <a:spcAft>
                  <a:spcPts val="317"/>
                </a:spcAft>
              </a:pPr>
              <a:r>
                <a:rPr lang="en-US" altLang="ko-KR" sz="2100" dirty="0">
                  <a:solidFill>
                    <a:srgbClr val="002060"/>
                  </a:solidFill>
                  <a:latin typeface="Rix모던고딕 EB" pitchFamily="18" charset="-127"/>
                  <a:ea typeface="Rix모던고딕 EB" pitchFamily="18" charset="-127"/>
                </a:rPr>
                <a:t>4</a:t>
              </a:r>
              <a:endParaRPr lang="ko-KR" altLang="en-US" sz="2100" dirty="0">
                <a:solidFill>
                  <a:srgbClr val="002060"/>
                </a:solidFill>
                <a:latin typeface="Rix모던고딕 EB" pitchFamily="18" charset="-127"/>
                <a:ea typeface="Rix모던고딕 EB" pitchFamily="18" charset="-127"/>
              </a:endParaRPr>
            </a:p>
          </p:txBody>
        </p:sp>
        <p:pic>
          <p:nvPicPr>
            <p:cNvPr id="238" name="그림 237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082318" y="4044719"/>
              <a:ext cx="525205" cy="469715"/>
            </a:xfrm>
            <a:prstGeom prst="rect">
              <a:avLst/>
            </a:prstGeom>
          </p:spPr>
        </p:pic>
        <p:sp>
          <p:nvSpPr>
            <p:cNvPr id="239" name="직사각형 238"/>
            <p:cNvSpPr/>
            <p:nvPr/>
          </p:nvSpPr>
          <p:spPr>
            <a:xfrm>
              <a:off x="9291993" y="4095340"/>
              <a:ext cx="151467" cy="337466"/>
            </a:xfrm>
            <a:prstGeom prst="rect">
              <a:avLst/>
            </a:prstGeom>
            <a:effectLst/>
          </p:spPr>
          <p:txBody>
            <a:bodyPr wrap="none" lIns="0" tIns="0" rIns="0" bIns="0" anchor="ctr">
              <a:spAutoFit/>
              <a:scene3d>
                <a:camera prst="orthographicFront">
                  <a:rot lat="0" lon="0" rev="0"/>
                </a:camera>
                <a:lightRig rig="threePt" dir="t"/>
              </a:scene3d>
              <a:sp3d prstMaterial="matte">
                <a:bevelT w="0"/>
              </a:sp3d>
            </a:bodyPr>
            <a:lstStyle/>
            <a:p>
              <a:pPr algn="ctr">
                <a:spcAft>
                  <a:spcPts val="317"/>
                </a:spcAft>
              </a:pPr>
              <a:r>
                <a:rPr lang="en-US" altLang="ko-KR" sz="2100" dirty="0">
                  <a:solidFill>
                    <a:srgbClr val="002060"/>
                  </a:solidFill>
                  <a:latin typeface="Rix모던고딕 EB" pitchFamily="18" charset="-127"/>
                  <a:ea typeface="Rix모던고딕 EB" pitchFamily="18" charset="-127"/>
                </a:rPr>
                <a:t>5</a:t>
              </a:r>
              <a:endParaRPr lang="ko-KR" altLang="en-US" sz="2100" dirty="0">
                <a:solidFill>
                  <a:srgbClr val="002060"/>
                </a:solidFill>
                <a:latin typeface="Rix모던고딕 EB" pitchFamily="18" charset="-127"/>
                <a:ea typeface="Rix모던고딕 EB" pitchFamily="18" charset="-127"/>
              </a:endParaRPr>
            </a:p>
          </p:txBody>
        </p:sp>
        <p:sp>
          <p:nvSpPr>
            <p:cNvPr id="240" name="모서리가 둥근 직사각형 239"/>
            <p:cNvSpPr/>
            <p:nvPr/>
          </p:nvSpPr>
          <p:spPr>
            <a:xfrm>
              <a:off x="9350601" y="4475599"/>
              <a:ext cx="1954971" cy="459736"/>
            </a:xfrm>
            <a:prstGeom prst="roundRect">
              <a:avLst>
                <a:gd name="adj" fmla="val 0"/>
              </a:avLst>
            </a:prstGeom>
            <a:gradFill>
              <a:gsLst>
                <a:gs pos="49000">
                  <a:srgbClr val="05528C"/>
                </a:gs>
                <a:gs pos="52000">
                  <a:srgbClr val="053D74"/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40000" rtlCol="0" anchor="ctr">
              <a:scene3d>
                <a:camera prst="orthographicFront"/>
                <a:lightRig rig="threePt" dir="t"/>
              </a:scene3d>
              <a:sp3d>
                <a:bevelT w="0"/>
              </a:sp3d>
            </a:bodyPr>
            <a:lstStyle/>
            <a:p>
              <a:pPr fontAlgn="base" latinLnBrk="0">
                <a:spcBef>
                  <a:spcPct val="0"/>
                </a:spcBef>
                <a:spcAft>
                  <a:spcPts val="317"/>
                </a:spcAft>
              </a:pPr>
              <a:endParaRPr lang="ko-KR" altLang="en-US" sz="1700" dirty="0">
                <a:solidFill>
                  <a:schemeClr val="bg1"/>
                </a:solidFill>
                <a:latin typeface="Rix모던고딕 EB" pitchFamily="18" charset="-127"/>
                <a:ea typeface="Rix모던고딕 EB" pitchFamily="18" charset="-127"/>
              </a:endParaRPr>
            </a:p>
          </p:txBody>
        </p:sp>
        <p:sp>
          <p:nvSpPr>
            <p:cNvPr id="241" name="직사각형 240"/>
            <p:cNvSpPr/>
            <p:nvPr/>
          </p:nvSpPr>
          <p:spPr>
            <a:xfrm>
              <a:off x="9797534" y="4589362"/>
              <a:ext cx="1508037" cy="248049"/>
            </a:xfrm>
            <a:prstGeom prst="rect">
              <a:avLst/>
            </a:prstGeom>
            <a:effectLst/>
          </p:spPr>
          <p:txBody>
            <a:bodyPr wrap="square" lIns="0" tIns="0" rIns="0" bIns="0" anchor="ctr">
              <a:spAutoFit/>
              <a:scene3d>
                <a:camera prst="orthographicFront">
                  <a:rot lat="0" lon="0" rev="0"/>
                </a:camera>
                <a:lightRig rig="threePt" dir="t"/>
              </a:scene3d>
              <a:sp3d prstMaterial="matte">
                <a:bevelT w="0"/>
              </a:sp3d>
            </a:bodyPr>
            <a:lstStyle/>
            <a:p>
              <a:pPr marL="0" lvl="1" defTabSz="739301">
                <a:defRPr/>
              </a:pPr>
              <a:r>
                <a:rPr lang="ko-KR" altLang="en-US" sz="1500" kern="0" spc="-22" dirty="0">
                  <a:solidFill>
                    <a:schemeClr val="bg1"/>
                  </a:solidFill>
                  <a:latin typeface="Rix모던고딕 EB" pitchFamily="18" charset="-127"/>
                  <a:ea typeface="Rix모던고딕 EB" pitchFamily="18" charset="-127"/>
                </a:rPr>
                <a:t>접근통제</a:t>
              </a:r>
            </a:p>
          </p:txBody>
        </p:sp>
        <p:pic>
          <p:nvPicPr>
            <p:cNvPr id="242" name="그림 241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082318" y="4535132"/>
              <a:ext cx="525205" cy="469715"/>
            </a:xfrm>
            <a:prstGeom prst="rect">
              <a:avLst/>
            </a:prstGeom>
          </p:spPr>
        </p:pic>
        <p:sp>
          <p:nvSpPr>
            <p:cNvPr id="243" name="직사각형 242"/>
            <p:cNvSpPr/>
            <p:nvPr/>
          </p:nvSpPr>
          <p:spPr>
            <a:xfrm>
              <a:off x="9291993" y="4585754"/>
              <a:ext cx="151467" cy="337466"/>
            </a:xfrm>
            <a:prstGeom prst="rect">
              <a:avLst/>
            </a:prstGeom>
            <a:effectLst/>
          </p:spPr>
          <p:txBody>
            <a:bodyPr wrap="none" lIns="0" tIns="0" rIns="0" bIns="0" anchor="ctr">
              <a:spAutoFit/>
              <a:scene3d>
                <a:camera prst="orthographicFront">
                  <a:rot lat="0" lon="0" rev="0"/>
                </a:camera>
                <a:lightRig rig="threePt" dir="t"/>
              </a:scene3d>
              <a:sp3d prstMaterial="matte">
                <a:bevelT w="0"/>
              </a:sp3d>
            </a:bodyPr>
            <a:lstStyle/>
            <a:p>
              <a:pPr algn="ctr">
                <a:spcAft>
                  <a:spcPts val="317"/>
                </a:spcAft>
              </a:pPr>
              <a:r>
                <a:rPr lang="en-US" altLang="ko-KR" sz="2100" dirty="0">
                  <a:solidFill>
                    <a:srgbClr val="002060"/>
                  </a:solidFill>
                  <a:latin typeface="Rix모던고딕 EB" pitchFamily="18" charset="-127"/>
                  <a:ea typeface="Rix모던고딕 EB" pitchFamily="18" charset="-127"/>
                </a:rPr>
                <a:t>6</a:t>
              </a:r>
              <a:endParaRPr lang="ko-KR" altLang="en-US" sz="2100" dirty="0">
                <a:solidFill>
                  <a:srgbClr val="002060"/>
                </a:solidFill>
                <a:latin typeface="Rix모던고딕 EB" pitchFamily="18" charset="-127"/>
                <a:ea typeface="Rix모던고딕 EB" pitchFamily="18" charset="-127"/>
              </a:endParaRPr>
            </a:p>
          </p:txBody>
        </p:sp>
        <p:sp>
          <p:nvSpPr>
            <p:cNvPr id="244" name="모서리가 둥근 직사각형 243"/>
            <p:cNvSpPr/>
            <p:nvPr/>
          </p:nvSpPr>
          <p:spPr>
            <a:xfrm>
              <a:off x="11348280" y="2534950"/>
              <a:ext cx="1132758" cy="459736"/>
            </a:xfrm>
            <a:prstGeom prst="roundRect">
              <a:avLst>
                <a:gd name="adj" fmla="val 0"/>
              </a:avLst>
            </a:prstGeom>
            <a:gradFill>
              <a:gsLst>
                <a:gs pos="49000">
                  <a:srgbClr val="05528C"/>
                </a:gs>
                <a:gs pos="52000">
                  <a:srgbClr val="053D74"/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40000" rtlCol="0" anchor="ctr">
              <a:scene3d>
                <a:camera prst="orthographicFront"/>
                <a:lightRig rig="threePt" dir="t"/>
              </a:scene3d>
              <a:sp3d>
                <a:bevelT w="0"/>
              </a:sp3d>
            </a:bodyPr>
            <a:lstStyle/>
            <a:p>
              <a:pPr fontAlgn="base" latinLnBrk="0">
                <a:spcBef>
                  <a:spcPct val="0"/>
                </a:spcBef>
                <a:spcAft>
                  <a:spcPts val="317"/>
                </a:spcAft>
              </a:pPr>
              <a:endParaRPr lang="ko-KR" altLang="en-US" sz="1700" dirty="0">
                <a:solidFill>
                  <a:schemeClr val="bg1"/>
                </a:solidFill>
                <a:latin typeface="Rix모던고딕 EB" pitchFamily="18" charset="-127"/>
                <a:ea typeface="Rix모던고딕 EB" pitchFamily="18" charset="-127"/>
              </a:endParaRPr>
            </a:p>
          </p:txBody>
        </p:sp>
        <p:sp>
          <p:nvSpPr>
            <p:cNvPr id="245" name="직사각형 244"/>
            <p:cNvSpPr/>
            <p:nvPr/>
          </p:nvSpPr>
          <p:spPr>
            <a:xfrm>
              <a:off x="11479203" y="2666431"/>
              <a:ext cx="936373" cy="212613"/>
            </a:xfrm>
            <a:prstGeom prst="rect">
              <a:avLst/>
            </a:prstGeom>
            <a:effectLst/>
          </p:spPr>
          <p:txBody>
            <a:bodyPr wrap="square" lIns="0" tIns="0" rIns="0" bIns="0" anchor="ctr">
              <a:spAutoFit/>
              <a:scene3d>
                <a:camera prst="orthographicFront">
                  <a:rot lat="0" lon="0" rev="0"/>
                </a:camera>
                <a:lightRig rig="threePt" dir="t"/>
              </a:scene3d>
              <a:sp3d prstMaterial="matte">
                <a:bevelT w="0"/>
              </a:sp3d>
            </a:bodyPr>
            <a:lstStyle/>
            <a:p>
              <a:pPr algn="ctr" fontAlgn="base" latinLnBrk="0">
                <a:spcBef>
                  <a:spcPct val="0"/>
                </a:spcBef>
                <a:spcAft>
                  <a:spcPts val="317"/>
                </a:spcAft>
              </a:pPr>
              <a:r>
                <a:rPr lang="ko-KR" altLang="en-US" sz="130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Rix모던고딕 EB" pitchFamily="18" charset="-127"/>
                  <a:ea typeface="Rix모던고딕 EB" pitchFamily="18" charset="-127"/>
                </a:rPr>
                <a:t>시험 항목 </a:t>
              </a:r>
              <a:r>
                <a:rPr lang="en-US" altLang="ko-KR" sz="130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Rix모던고딕 EB" pitchFamily="18" charset="-127"/>
                  <a:ea typeface="Rix모던고딕 EB" pitchFamily="18" charset="-127"/>
                </a:rPr>
                <a:t>: 2</a:t>
              </a:r>
              <a:endParaRPr lang="ko-KR" altLang="en-US" sz="13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ix모던고딕 EB" pitchFamily="18" charset="-127"/>
                <a:ea typeface="Rix모던고딕 EB" pitchFamily="18" charset="-127"/>
              </a:endParaRPr>
            </a:p>
          </p:txBody>
        </p:sp>
        <p:sp>
          <p:nvSpPr>
            <p:cNvPr id="246" name="모서리가 둥근 직사각형 245"/>
            <p:cNvSpPr/>
            <p:nvPr/>
          </p:nvSpPr>
          <p:spPr>
            <a:xfrm>
              <a:off x="11348280" y="2058518"/>
              <a:ext cx="1132758" cy="459736"/>
            </a:xfrm>
            <a:prstGeom prst="roundRect">
              <a:avLst>
                <a:gd name="adj" fmla="val 0"/>
              </a:avLst>
            </a:prstGeom>
            <a:gradFill>
              <a:gsLst>
                <a:gs pos="49000">
                  <a:srgbClr val="05528C"/>
                </a:gs>
                <a:gs pos="52000">
                  <a:srgbClr val="053D74"/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40000" rtlCol="0" anchor="ctr">
              <a:scene3d>
                <a:camera prst="orthographicFront"/>
                <a:lightRig rig="threePt" dir="t"/>
              </a:scene3d>
              <a:sp3d>
                <a:bevelT w="0"/>
              </a:sp3d>
            </a:bodyPr>
            <a:lstStyle/>
            <a:p>
              <a:pPr fontAlgn="base" latinLnBrk="0">
                <a:spcBef>
                  <a:spcPct val="0"/>
                </a:spcBef>
                <a:spcAft>
                  <a:spcPts val="317"/>
                </a:spcAft>
              </a:pPr>
              <a:endParaRPr lang="ko-KR" altLang="en-US" sz="1700" dirty="0">
                <a:solidFill>
                  <a:schemeClr val="bg1"/>
                </a:solidFill>
                <a:latin typeface="Rix모던고딕 EB" pitchFamily="18" charset="-127"/>
                <a:ea typeface="Rix모던고딕 EB" pitchFamily="18" charset="-127"/>
              </a:endParaRPr>
            </a:p>
          </p:txBody>
        </p:sp>
        <p:sp>
          <p:nvSpPr>
            <p:cNvPr id="247" name="직사각형 246"/>
            <p:cNvSpPr/>
            <p:nvPr/>
          </p:nvSpPr>
          <p:spPr>
            <a:xfrm>
              <a:off x="11479203" y="2189998"/>
              <a:ext cx="936373" cy="212613"/>
            </a:xfrm>
            <a:prstGeom prst="rect">
              <a:avLst/>
            </a:prstGeom>
            <a:effectLst/>
          </p:spPr>
          <p:txBody>
            <a:bodyPr wrap="square" lIns="0" tIns="0" rIns="0" bIns="0" anchor="ctr">
              <a:spAutoFit/>
              <a:scene3d>
                <a:camera prst="orthographicFront">
                  <a:rot lat="0" lon="0" rev="0"/>
                </a:camera>
                <a:lightRig rig="threePt" dir="t"/>
              </a:scene3d>
              <a:sp3d prstMaterial="matte">
                <a:bevelT w="0"/>
              </a:sp3d>
            </a:bodyPr>
            <a:lstStyle/>
            <a:p>
              <a:pPr algn="ctr" fontAlgn="base" latinLnBrk="0">
                <a:spcBef>
                  <a:spcPct val="0"/>
                </a:spcBef>
                <a:spcAft>
                  <a:spcPts val="317"/>
                </a:spcAft>
              </a:pPr>
              <a:r>
                <a:rPr lang="ko-KR" altLang="en-US" sz="130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Rix모던고딕 EB" pitchFamily="18" charset="-127"/>
                  <a:ea typeface="Rix모던고딕 EB" pitchFamily="18" charset="-127"/>
                </a:rPr>
                <a:t>시험 항목 </a:t>
              </a:r>
              <a:r>
                <a:rPr lang="en-US" altLang="ko-KR" sz="130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Rix모던고딕 EB" pitchFamily="18" charset="-127"/>
                  <a:ea typeface="Rix모던고딕 EB" pitchFamily="18" charset="-127"/>
                </a:rPr>
                <a:t>: 10</a:t>
              </a:r>
              <a:endParaRPr lang="ko-KR" altLang="en-US" sz="13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ix모던고딕 EB" pitchFamily="18" charset="-127"/>
                <a:ea typeface="Rix모던고딕 EB" pitchFamily="18" charset="-127"/>
              </a:endParaRPr>
            </a:p>
          </p:txBody>
        </p:sp>
        <p:sp>
          <p:nvSpPr>
            <p:cNvPr id="248" name="모서리가 둥근 직사각형 247"/>
            <p:cNvSpPr/>
            <p:nvPr/>
          </p:nvSpPr>
          <p:spPr>
            <a:xfrm>
              <a:off x="11348280" y="3008423"/>
              <a:ext cx="1132758" cy="459736"/>
            </a:xfrm>
            <a:prstGeom prst="roundRect">
              <a:avLst>
                <a:gd name="adj" fmla="val 0"/>
              </a:avLst>
            </a:prstGeom>
            <a:gradFill>
              <a:gsLst>
                <a:gs pos="49000">
                  <a:srgbClr val="05528C"/>
                </a:gs>
                <a:gs pos="52000">
                  <a:srgbClr val="053D74"/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40000" rtlCol="0" anchor="ctr">
              <a:scene3d>
                <a:camera prst="orthographicFront"/>
                <a:lightRig rig="threePt" dir="t"/>
              </a:scene3d>
              <a:sp3d>
                <a:bevelT w="0"/>
              </a:sp3d>
            </a:bodyPr>
            <a:lstStyle/>
            <a:p>
              <a:pPr fontAlgn="base" latinLnBrk="0">
                <a:spcBef>
                  <a:spcPct val="0"/>
                </a:spcBef>
                <a:spcAft>
                  <a:spcPts val="317"/>
                </a:spcAft>
              </a:pPr>
              <a:endParaRPr lang="ko-KR" altLang="en-US" sz="1700" dirty="0">
                <a:solidFill>
                  <a:schemeClr val="bg1"/>
                </a:solidFill>
                <a:latin typeface="Rix모던고딕 EB" pitchFamily="18" charset="-127"/>
                <a:ea typeface="Rix모던고딕 EB" pitchFamily="18" charset="-127"/>
              </a:endParaRPr>
            </a:p>
          </p:txBody>
        </p:sp>
        <p:sp>
          <p:nvSpPr>
            <p:cNvPr id="249" name="직사각형 248"/>
            <p:cNvSpPr/>
            <p:nvPr/>
          </p:nvSpPr>
          <p:spPr>
            <a:xfrm>
              <a:off x="11479203" y="3139904"/>
              <a:ext cx="936373" cy="212613"/>
            </a:xfrm>
            <a:prstGeom prst="rect">
              <a:avLst/>
            </a:prstGeom>
            <a:effectLst/>
          </p:spPr>
          <p:txBody>
            <a:bodyPr wrap="square" lIns="0" tIns="0" rIns="0" bIns="0" anchor="ctr">
              <a:spAutoFit/>
              <a:scene3d>
                <a:camera prst="orthographicFront">
                  <a:rot lat="0" lon="0" rev="0"/>
                </a:camera>
                <a:lightRig rig="threePt" dir="t"/>
              </a:scene3d>
              <a:sp3d prstMaterial="matte">
                <a:bevelT w="0"/>
              </a:sp3d>
            </a:bodyPr>
            <a:lstStyle/>
            <a:p>
              <a:pPr algn="ctr" fontAlgn="base" latinLnBrk="0">
                <a:spcBef>
                  <a:spcPct val="0"/>
                </a:spcBef>
                <a:spcAft>
                  <a:spcPts val="317"/>
                </a:spcAft>
              </a:pPr>
              <a:r>
                <a:rPr lang="ko-KR" altLang="en-US" sz="130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Rix모던고딕 EB" pitchFamily="18" charset="-127"/>
                  <a:ea typeface="Rix모던고딕 EB" pitchFamily="18" charset="-127"/>
                </a:rPr>
                <a:t>시험 항목 </a:t>
              </a:r>
              <a:r>
                <a:rPr lang="en-US" altLang="ko-KR" sz="130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Rix모던고딕 EB" pitchFamily="18" charset="-127"/>
                  <a:ea typeface="Rix모던고딕 EB" pitchFamily="18" charset="-127"/>
                </a:rPr>
                <a:t>: 4</a:t>
              </a:r>
              <a:endParaRPr lang="ko-KR" altLang="en-US" sz="13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ix모던고딕 EB" pitchFamily="18" charset="-127"/>
                <a:ea typeface="Rix모던고딕 EB" pitchFamily="18" charset="-127"/>
              </a:endParaRPr>
            </a:p>
          </p:txBody>
        </p:sp>
        <p:sp>
          <p:nvSpPr>
            <p:cNvPr id="250" name="모서리가 둥근 직사각형 249"/>
            <p:cNvSpPr/>
            <p:nvPr/>
          </p:nvSpPr>
          <p:spPr>
            <a:xfrm>
              <a:off x="11348280" y="3493913"/>
              <a:ext cx="1132758" cy="459736"/>
            </a:xfrm>
            <a:prstGeom prst="roundRect">
              <a:avLst>
                <a:gd name="adj" fmla="val 0"/>
              </a:avLst>
            </a:prstGeom>
            <a:gradFill>
              <a:gsLst>
                <a:gs pos="49000">
                  <a:srgbClr val="05528C"/>
                </a:gs>
                <a:gs pos="52000">
                  <a:srgbClr val="053D74"/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40000" rtlCol="0" anchor="ctr">
              <a:scene3d>
                <a:camera prst="orthographicFront"/>
                <a:lightRig rig="threePt" dir="t"/>
              </a:scene3d>
              <a:sp3d>
                <a:bevelT w="0"/>
              </a:sp3d>
            </a:bodyPr>
            <a:lstStyle/>
            <a:p>
              <a:pPr fontAlgn="base" latinLnBrk="0">
                <a:spcBef>
                  <a:spcPct val="0"/>
                </a:spcBef>
                <a:spcAft>
                  <a:spcPts val="317"/>
                </a:spcAft>
              </a:pPr>
              <a:endParaRPr lang="ko-KR" altLang="en-US" sz="1700" dirty="0">
                <a:solidFill>
                  <a:schemeClr val="bg1"/>
                </a:solidFill>
                <a:latin typeface="Rix모던고딕 EB" pitchFamily="18" charset="-127"/>
                <a:ea typeface="Rix모던고딕 EB" pitchFamily="18" charset="-127"/>
              </a:endParaRPr>
            </a:p>
          </p:txBody>
        </p:sp>
        <p:sp>
          <p:nvSpPr>
            <p:cNvPr id="251" name="직사각형 250"/>
            <p:cNvSpPr/>
            <p:nvPr/>
          </p:nvSpPr>
          <p:spPr>
            <a:xfrm>
              <a:off x="11479203" y="3625393"/>
              <a:ext cx="936373" cy="212613"/>
            </a:xfrm>
            <a:prstGeom prst="rect">
              <a:avLst/>
            </a:prstGeom>
            <a:effectLst/>
          </p:spPr>
          <p:txBody>
            <a:bodyPr wrap="square" lIns="0" tIns="0" rIns="0" bIns="0" anchor="ctr">
              <a:spAutoFit/>
              <a:scene3d>
                <a:camera prst="orthographicFront">
                  <a:rot lat="0" lon="0" rev="0"/>
                </a:camera>
                <a:lightRig rig="threePt" dir="t"/>
              </a:scene3d>
              <a:sp3d prstMaterial="matte">
                <a:bevelT w="0"/>
              </a:sp3d>
            </a:bodyPr>
            <a:lstStyle/>
            <a:p>
              <a:pPr algn="ctr" fontAlgn="base" latinLnBrk="0">
                <a:spcBef>
                  <a:spcPct val="0"/>
                </a:spcBef>
                <a:spcAft>
                  <a:spcPts val="317"/>
                </a:spcAft>
              </a:pPr>
              <a:r>
                <a:rPr lang="ko-KR" altLang="en-US" sz="130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Rix모던고딕 EB" pitchFamily="18" charset="-127"/>
                  <a:ea typeface="Rix모던고딕 EB" pitchFamily="18" charset="-127"/>
                </a:rPr>
                <a:t>시험 항목 </a:t>
              </a:r>
              <a:r>
                <a:rPr lang="en-US" altLang="ko-KR" sz="130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Rix모던고딕 EB" pitchFamily="18" charset="-127"/>
                  <a:ea typeface="Rix모던고딕 EB" pitchFamily="18" charset="-127"/>
                </a:rPr>
                <a:t>: 7</a:t>
              </a:r>
              <a:endParaRPr lang="ko-KR" altLang="en-US" sz="13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ix모던고딕 EB" pitchFamily="18" charset="-127"/>
                <a:ea typeface="Rix모던고딕 EB" pitchFamily="18" charset="-127"/>
              </a:endParaRPr>
            </a:p>
          </p:txBody>
        </p:sp>
        <p:sp>
          <p:nvSpPr>
            <p:cNvPr id="252" name="모서리가 둥근 직사각형 251"/>
            <p:cNvSpPr/>
            <p:nvPr/>
          </p:nvSpPr>
          <p:spPr>
            <a:xfrm>
              <a:off x="11348280" y="3987263"/>
              <a:ext cx="1132758" cy="459736"/>
            </a:xfrm>
            <a:prstGeom prst="roundRect">
              <a:avLst>
                <a:gd name="adj" fmla="val 0"/>
              </a:avLst>
            </a:prstGeom>
            <a:gradFill>
              <a:gsLst>
                <a:gs pos="49000">
                  <a:srgbClr val="05528C"/>
                </a:gs>
                <a:gs pos="52000">
                  <a:srgbClr val="053D74"/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40000" rtlCol="0" anchor="ctr">
              <a:scene3d>
                <a:camera prst="orthographicFront"/>
                <a:lightRig rig="threePt" dir="t"/>
              </a:scene3d>
              <a:sp3d>
                <a:bevelT w="0"/>
              </a:sp3d>
            </a:bodyPr>
            <a:lstStyle/>
            <a:p>
              <a:pPr fontAlgn="base" latinLnBrk="0">
                <a:spcBef>
                  <a:spcPct val="0"/>
                </a:spcBef>
                <a:spcAft>
                  <a:spcPts val="317"/>
                </a:spcAft>
              </a:pPr>
              <a:endParaRPr lang="ko-KR" altLang="en-US" sz="1700" dirty="0">
                <a:solidFill>
                  <a:schemeClr val="bg1"/>
                </a:solidFill>
                <a:latin typeface="Rix모던고딕 EB" pitchFamily="18" charset="-127"/>
                <a:ea typeface="Rix모던고딕 EB" pitchFamily="18" charset="-127"/>
              </a:endParaRPr>
            </a:p>
          </p:txBody>
        </p:sp>
        <p:sp>
          <p:nvSpPr>
            <p:cNvPr id="253" name="직사각형 252"/>
            <p:cNvSpPr/>
            <p:nvPr/>
          </p:nvSpPr>
          <p:spPr>
            <a:xfrm>
              <a:off x="11479203" y="4118745"/>
              <a:ext cx="936373" cy="212613"/>
            </a:xfrm>
            <a:prstGeom prst="rect">
              <a:avLst/>
            </a:prstGeom>
            <a:effectLst/>
          </p:spPr>
          <p:txBody>
            <a:bodyPr wrap="square" lIns="0" tIns="0" rIns="0" bIns="0" anchor="ctr">
              <a:spAutoFit/>
              <a:scene3d>
                <a:camera prst="orthographicFront">
                  <a:rot lat="0" lon="0" rev="0"/>
                </a:camera>
                <a:lightRig rig="threePt" dir="t"/>
              </a:scene3d>
              <a:sp3d prstMaterial="matte">
                <a:bevelT w="0"/>
              </a:sp3d>
            </a:bodyPr>
            <a:lstStyle/>
            <a:p>
              <a:pPr algn="ctr" fontAlgn="base" latinLnBrk="0">
                <a:spcBef>
                  <a:spcPct val="0"/>
                </a:spcBef>
                <a:spcAft>
                  <a:spcPts val="317"/>
                </a:spcAft>
              </a:pPr>
              <a:r>
                <a:rPr lang="ko-KR" altLang="en-US" sz="130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Rix모던고딕 EB" pitchFamily="18" charset="-127"/>
                  <a:ea typeface="Rix모던고딕 EB" pitchFamily="18" charset="-127"/>
                </a:rPr>
                <a:t>시험 항목 </a:t>
              </a:r>
              <a:r>
                <a:rPr lang="en-US" altLang="ko-KR" sz="130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Rix모던고딕 EB" pitchFamily="18" charset="-127"/>
                  <a:ea typeface="Rix모던고딕 EB" pitchFamily="18" charset="-127"/>
                </a:rPr>
                <a:t>: 7</a:t>
              </a:r>
              <a:endParaRPr lang="ko-KR" altLang="en-US" sz="13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ix모던고딕 EB" pitchFamily="18" charset="-127"/>
                <a:ea typeface="Rix모던고딕 EB" pitchFamily="18" charset="-127"/>
              </a:endParaRPr>
            </a:p>
          </p:txBody>
        </p:sp>
        <p:sp>
          <p:nvSpPr>
            <p:cNvPr id="254" name="모서리가 둥근 직사각형 253"/>
            <p:cNvSpPr/>
            <p:nvPr/>
          </p:nvSpPr>
          <p:spPr>
            <a:xfrm>
              <a:off x="11348280" y="4483517"/>
              <a:ext cx="1132758" cy="459736"/>
            </a:xfrm>
            <a:prstGeom prst="roundRect">
              <a:avLst>
                <a:gd name="adj" fmla="val 0"/>
              </a:avLst>
            </a:prstGeom>
            <a:gradFill>
              <a:gsLst>
                <a:gs pos="49000">
                  <a:srgbClr val="05528C"/>
                </a:gs>
                <a:gs pos="52000">
                  <a:srgbClr val="053D74"/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40000" rtlCol="0" anchor="ctr">
              <a:scene3d>
                <a:camera prst="orthographicFront"/>
                <a:lightRig rig="threePt" dir="t"/>
              </a:scene3d>
              <a:sp3d>
                <a:bevelT w="0"/>
              </a:sp3d>
            </a:bodyPr>
            <a:lstStyle/>
            <a:p>
              <a:pPr fontAlgn="base" latinLnBrk="0">
                <a:spcBef>
                  <a:spcPct val="0"/>
                </a:spcBef>
                <a:spcAft>
                  <a:spcPts val="317"/>
                </a:spcAft>
              </a:pPr>
              <a:endParaRPr lang="ko-KR" altLang="en-US" sz="1700" dirty="0">
                <a:solidFill>
                  <a:schemeClr val="bg1"/>
                </a:solidFill>
                <a:latin typeface="Rix모던고딕 EB" pitchFamily="18" charset="-127"/>
                <a:ea typeface="Rix모던고딕 EB" pitchFamily="18" charset="-127"/>
              </a:endParaRPr>
            </a:p>
          </p:txBody>
        </p:sp>
        <p:sp>
          <p:nvSpPr>
            <p:cNvPr id="255" name="직사각형 254"/>
            <p:cNvSpPr/>
            <p:nvPr/>
          </p:nvSpPr>
          <p:spPr>
            <a:xfrm>
              <a:off x="11479203" y="4614999"/>
              <a:ext cx="936373" cy="212613"/>
            </a:xfrm>
            <a:prstGeom prst="rect">
              <a:avLst/>
            </a:prstGeom>
            <a:effectLst/>
          </p:spPr>
          <p:txBody>
            <a:bodyPr wrap="square" lIns="0" tIns="0" rIns="0" bIns="0" anchor="ctr">
              <a:spAutoFit/>
              <a:scene3d>
                <a:camera prst="orthographicFront">
                  <a:rot lat="0" lon="0" rev="0"/>
                </a:camera>
                <a:lightRig rig="threePt" dir="t"/>
              </a:scene3d>
              <a:sp3d prstMaterial="matte">
                <a:bevelT w="0"/>
              </a:sp3d>
            </a:bodyPr>
            <a:lstStyle/>
            <a:p>
              <a:pPr algn="ctr" fontAlgn="base" latinLnBrk="0">
                <a:spcBef>
                  <a:spcPct val="0"/>
                </a:spcBef>
                <a:spcAft>
                  <a:spcPts val="317"/>
                </a:spcAft>
              </a:pPr>
              <a:r>
                <a:rPr lang="ko-KR" altLang="en-US" sz="130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Rix모던고딕 EB" pitchFamily="18" charset="-127"/>
                  <a:ea typeface="Rix모던고딕 EB" pitchFamily="18" charset="-127"/>
                </a:rPr>
                <a:t>시험 항목 </a:t>
              </a:r>
              <a:r>
                <a:rPr lang="en-US" altLang="ko-KR" sz="130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Rix모던고딕 EB" pitchFamily="18" charset="-127"/>
                  <a:ea typeface="Rix모던고딕 EB" pitchFamily="18" charset="-127"/>
                </a:rPr>
                <a:t>: 4</a:t>
              </a:r>
              <a:endParaRPr lang="ko-KR" altLang="en-US" sz="13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ix모던고딕 EB" pitchFamily="18" charset="-127"/>
                <a:ea typeface="Rix모던고딕 EB" pitchFamily="18" charset="-127"/>
              </a:endParaRPr>
            </a:p>
          </p:txBody>
        </p:sp>
        <p:sp>
          <p:nvSpPr>
            <p:cNvPr id="256" name="모서리가 둥근 직사각형 255"/>
            <p:cNvSpPr/>
            <p:nvPr/>
          </p:nvSpPr>
          <p:spPr>
            <a:xfrm>
              <a:off x="9350601" y="4974725"/>
              <a:ext cx="1954971" cy="459736"/>
            </a:xfrm>
            <a:prstGeom prst="roundRect">
              <a:avLst>
                <a:gd name="adj" fmla="val 0"/>
              </a:avLst>
            </a:prstGeom>
            <a:gradFill>
              <a:gsLst>
                <a:gs pos="49000">
                  <a:srgbClr val="05528C"/>
                </a:gs>
                <a:gs pos="52000">
                  <a:srgbClr val="053D74"/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40000" rtlCol="0" anchor="ctr">
              <a:scene3d>
                <a:camera prst="orthographicFront"/>
                <a:lightRig rig="threePt" dir="t"/>
              </a:scene3d>
              <a:sp3d>
                <a:bevelT w="0"/>
              </a:sp3d>
            </a:bodyPr>
            <a:lstStyle/>
            <a:p>
              <a:pPr fontAlgn="base" latinLnBrk="0">
                <a:spcBef>
                  <a:spcPct val="0"/>
                </a:spcBef>
                <a:spcAft>
                  <a:spcPts val="317"/>
                </a:spcAft>
              </a:pPr>
              <a:endParaRPr lang="ko-KR" altLang="en-US" sz="1700" dirty="0">
                <a:solidFill>
                  <a:schemeClr val="bg1"/>
                </a:solidFill>
                <a:latin typeface="Rix모던고딕 EB" pitchFamily="18" charset="-127"/>
                <a:ea typeface="Rix모던고딕 EB" pitchFamily="18" charset="-127"/>
              </a:endParaRPr>
            </a:p>
          </p:txBody>
        </p:sp>
        <p:sp>
          <p:nvSpPr>
            <p:cNvPr id="257" name="직사각형 256"/>
            <p:cNvSpPr/>
            <p:nvPr/>
          </p:nvSpPr>
          <p:spPr>
            <a:xfrm>
              <a:off x="9797534" y="5088488"/>
              <a:ext cx="1508037" cy="248049"/>
            </a:xfrm>
            <a:prstGeom prst="rect">
              <a:avLst/>
            </a:prstGeom>
            <a:effectLst/>
          </p:spPr>
          <p:txBody>
            <a:bodyPr wrap="square" lIns="0" tIns="0" rIns="0" bIns="0" anchor="ctr">
              <a:spAutoFit/>
              <a:scene3d>
                <a:camera prst="orthographicFront">
                  <a:rot lat="0" lon="0" rev="0"/>
                </a:camera>
                <a:lightRig rig="threePt" dir="t"/>
              </a:scene3d>
              <a:sp3d prstMaterial="matte">
                <a:bevelT w="0"/>
              </a:sp3d>
            </a:bodyPr>
            <a:lstStyle/>
            <a:p>
              <a:pPr marL="0" lvl="1" defTabSz="739301">
                <a:defRPr/>
              </a:pPr>
              <a:r>
                <a:rPr lang="ko-KR" altLang="en-US" sz="1500" kern="0" spc="-22" dirty="0">
                  <a:solidFill>
                    <a:schemeClr val="bg1"/>
                  </a:solidFill>
                  <a:latin typeface="Rix모던고딕 EB" pitchFamily="18" charset="-127"/>
                  <a:ea typeface="Rix모던고딕 EB" pitchFamily="18" charset="-127"/>
                </a:rPr>
                <a:t>전송 데이터 보호</a:t>
              </a:r>
            </a:p>
          </p:txBody>
        </p:sp>
        <p:pic>
          <p:nvPicPr>
            <p:cNvPr id="258" name="그림 257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082318" y="5034258"/>
              <a:ext cx="525205" cy="469715"/>
            </a:xfrm>
            <a:prstGeom prst="rect">
              <a:avLst/>
            </a:prstGeom>
          </p:spPr>
        </p:pic>
        <p:sp>
          <p:nvSpPr>
            <p:cNvPr id="259" name="직사각형 258"/>
            <p:cNvSpPr/>
            <p:nvPr/>
          </p:nvSpPr>
          <p:spPr>
            <a:xfrm>
              <a:off x="9291992" y="5084880"/>
              <a:ext cx="151467" cy="337466"/>
            </a:xfrm>
            <a:prstGeom prst="rect">
              <a:avLst/>
            </a:prstGeom>
            <a:effectLst/>
          </p:spPr>
          <p:txBody>
            <a:bodyPr wrap="none" lIns="0" tIns="0" rIns="0" bIns="0" anchor="ctr">
              <a:spAutoFit/>
              <a:scene3d>
                <a:camera prst="orthographicFront">
                  <a:rot lat="0" lon="0" rev="0"/>
                </a:camera>
                <a:lightRig rig="threePt" dir="t"/>
              </a:scene3d>
              <a:sp3d prstMaterial="matte">
                <a:bevelT w="0"/>
              </a:sp3d>
            </a:bodyPr>
            <a:lstStyle/>
            <a:p>
              <a:pPr algn="ctr">
                <a:spcAft>
                  <a:spcPts val="317"/>
                </a:spcAft>
              </a:pPr>
              <a:r>
                <a:rPr lang="en-US" altLang="ko-KR" sz="2100" dirty="0">
                  <a:solidFill>
                    <a:srgbClr val="002060"/>
                  </a:solidFill>
                  <a:latin typeface="Rix모던고딕 EB" pitchFamily="18" charset="-127"/>
                  <a:ea typeface="Rix모던고딕 EB" pitchFamily="18" charset="-127"/>
                </a:rPr>
                <a:t>7</a:t>
              </a:r>
              <a:endParaRPr lang="ko-KR" altLang="en-US" sz="2100" dirty="0">
                <a:solidFill>
                  <a:srgbClr val="002060"/>
                </a:solidFill>
                <a:latin typeface="Rix모던고딕 EB" pitchFamily="18" charset="-127"/>
                <a:ea typeface="Rix모던고딕 EB" pitchFamily="18" charset="-127"/>
              </a:endParaRPr>
            </a:p>
          </p:txBody>
        </p:sp>
        <p:sp>
          <p:nvSpPr>
            <p:cNvPr id="260" name="모서리가 둥근 직사각형 259"/>
            <p:cNvSpPr/>
            <p:nvPr/>
          </p:nvSpPr>
          <p:spPr>
            <a:xfrm>
              <a:off x="11348280" y="4982643"/>
              <a:ext cx="1132758" cy="459736"/>
            </a:xfrm>
            <a:prstGeom prst="roundRect">
              <a:avLst>
                <a:gd name="adj" fmla="val 0"/>
              </a:avLst>
            </a:prstGeom>
            <a:gradFill>
              <a:gsLst>
                <a:gs pos="49000">
                  <a:srgbClr val="05528C"/>
                </a:gs>
                <a:gs pos="52000">
                  <a:srgbClr val="053D74"/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40000" rtlCol="0" anchor="ctr">
              <a:scene3d>
                <a:camera prst="orthographicFront"/>
                <a:lightRig rig="threePt" dir="t"/>
              </a:scene3d>
              <a:sp3d>
                <a:bevelT w="0"/>
              </a:sp3d>
            </a:bodyPr>
            <a:lstStyle/>
            <a:p>
              <a:pPr fontAlgn="base" latinLnBrk="0">
                <a:spcBef>
                  <a:spcPct val="0"/>
                </a:spcBef>
                <a:spcAft>
                  <a:spcPts val="317"/>
                </a:spcAft>
              </a:pPr>
              <a:endParaRPr lang="ko-KR" altLang="en-US" sz="1700" dirty="0">
                <a:solidFill>
                  <a:schemeClr val="bg1"/>
                </a:solidFill>
                <a:latin typeface="Rix모던고딕 EB" pitchFamily="18" charset="-127"/>
                <a:ea typeface="Rix모던고딕 EB" pitchFamily="18" charset="-127"/>
              </a:endParaRPr>
            </a:p>
          </p:txBody>
        </p:sp>
        <p:sp>
          <p:nvSpPr>
            <p:cNvPr id="261" name="직사각형 260"/>
            <p:cNvSpPr/>
            <p:nvPr/>
          </p:nvSpPr>
          <p:spPr>
            <a:xfrm>
              <a:off x="11479203" y="5114125"/>
              <a:ext cx="936373" cy="212613"/>
            </a:xfrm>
            <a:prstGeom prst="rect">
              <a:avLst/>
            </a:prstGeom>
            <a:effectLst/>
          </p:spPr>
          <p:txBody>
            <a:bodyPr wrap="square" lIns="0" tIns="0" rIns="0" bIns="0" anchor="ctr">
              <a:spAutoFit/>
              <a:scene3d>
                <a:camera prst="orthographicFront">
                  <a:rot lat="0" lon="0" rev="0"/>
                </a:camera>
                <a:lightRig rig="threePt" dir="t"/>
              </a:scene3d>
              <a:sp3d prstMaterial="matte">
                <a:bevelT w="0"/>
              </a:sp3d>
            </a:bodyPr>
            <a:lstStyle/>
            <a:p>
              <a:pPr algn="ctr" fontAlgn="base" latinLnBrk="0">
                <a:spcBef>
                  <a:spcPct val="0"/>
                </a:spcBef>
                <a:spcAft>
                  <a:spcPts val="317"/>
                </a:spcAft>
              </a:pPr>
              <a:r>
                <a:rPr lang="ko-KR" altLang="en-US" sz="130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Rix모던고딕 EB" pitchFamily="18" charset="-127"/>
                  <a:ea typeface="Rix모던고딕 EB" pitchFamily="18" charset="-127"/>
                </a:rPr>
                <a:t>시험 항목 </a:t>
              </a:r>
              <a:r>
                <a:rPr lang="en-US" altLang="ko-KR" sz="130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Rix모던고딕 EB" pitchFamily="18" charset="-127"/>
                  <a:ea typeface="Rix모던고딕 EB" pitchFamily="18" charset="-127"/>
                </a:rPr>
                <a:t>: 4</a:t>
              </a:r>
              <a:endParaRPr lang="ko-KR" altLang="en-US" sz="13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ix모던고딕 EB" pitchFamily="18" charset="-127"/>
                <a:ea typeface="Rix모던고딕 EB" pitchFamily="18" charset="-127"/>
              </a:endParaRPr>
            </a:p>
          </p:txBody>
        </p:sp>
        <p:sp>
          <p:nvSpPr>
            <p:cNvPr id="262" name="모서리가 둥근 직사각형 261"/>
            <p:cNvSpPr/>
            <p:nvPr/>
          </p:nvSpPr>
          <p:spPr>
            <a:xfrm>
              <a:off x="9350601" y="5472315"/>
              <a:ext cx="1954971" cy="459736"/>
            </a:xfrm>
            <a:prstGeom prst="roundRect">
              <a:avLst>
                <a:gd name="adj" fmla="val 0"/>
              </a:avLst>
            </a:prstGeom>
            <a:gradFill>
              <a:gsLst>
                <a:gs pos="49000">
                  <a:srgbClr val="05528C"/>
                </a:gs>
                <a:gs pos="52000">
                  <a:srgbClr val="053D74"/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40000" rtlCol="0" anchor="ctr">
              <a:scene3d>
                <a:camera prst="orthographicFront"/>
                <a:lightRig rig="threePt" dir="t"/>
              </a:scene3d>
              <a:sp3d>
                <a:bevelT w="0"/>
              </a:sp3d>
            </a:bodyPr>
            <a:lstStyle/>
            <a:p>
              <a:pPr fontAlgn="base" latinLnBrk="0">
                <a:spcBef>
                  <a:spcPct val="0"/>
                </a:spcBef>
                <a:spcAft>
                  <a:spcPts val="317"/>
                </a:spcAft>
              </a:pPr>
              <a:endParaRPr lang="ko-KR" altLang="en-US" sz="1700" dirty="0">
                <a:solidFill>
                  <a:schemeClr val="bg1"/>
                </a:solidFill>
                <a:latin typeface="Rix모던고딕 EB" pitchFamily="18" charset="-127"/>
                <a:ea typeface="Rix모던고딕 EB" pitchFamily="18" charset="-127"/>
              </a:endParaRPr>
            </a:p>
          </p:txBody>
        </p:sp>
        <p:sp>
          <p:nvSpPr>
            <p:cNvPr id="263" name="직사각형 262"/>
            <p:cNvSpPr/>
            <p:nvPr/>
          </p:nvSpPr>
          <p:spPr>
            <a:xfrm>
              <a:off x="9797534" y="5586079"/>
              <a:ext cx="1508037" cy="248049"/>
            </a:xfrm>
            <a:prstGeom prst="rect">
              <a:avLst/>
            </a:prstGeom>
            <a:effectLst/>
          </p:spPr>
          <p:txBody>
            <a:bodyPr wrap="square" lIns="0" tIns="0" rIns="0" bIns="0" anchor="ctr">
              <a:spAutoFit/>
              <a:scene3d>
                <a:camera prst="orthographicFront">
                  <a:rot lat="0" lon="0" rev="0"/>
                </a:camera>
                <a:lightRig rig="threePt" dir="t"/>
              </a:scene3d>
              <a:sp3d prstMaterial="matte">
                <a:bevelT w="0"/>
              </a:sp3d>
            </a:bodyPr>
            <a:lstStyle/>
            <a:p>
              <a:pPr marL="0" lvl="1" defTabSz="739301">
                <a:defRPr/>
              </a:pPr>
              <a:r>
                <a:rPr lang="ko-KR" altLang="en-US" sz="1500" kern="0" spc="-22" dirty="0">
                  <a:solidFill>
                    <a:schemeClr val="bg1"/>
                  </a:solidFill>
                  <a:latin typeface="Rix모던고딕 EB" pitchFamily="18" charset="-127"/>
                  <a:ea typeface="Rix모던고딕 EB" pitchFamily="18" charset="-127"/>
                </a:rPr>
                <a:t>감사기록</a:t>
              </a:r>
            </a:p>
          </p:txBody>
        </p:sp>
        <p:pic>
          <p:nvPicPr>
            <p:cNvPr id="264" name="그림 263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082318" y="5531848"/>
              <a:ext cx="525205" cy="469715"/>
            </a:xfrm>
            <a:prstGeom prst="rect">
              <a:avLst/>
            </a:prstGeom>
          </p:spPr>
        </p:pic>
        <p:sp>
          <p:nvSpPr>
            <p:cNvPr id="265" name="직사각형 264"/>
            <p:cNvSpPr/>
            <p:nvPr/>
          </p:nvSpPr>
          <p:spPr>
            <a:xfrm>
              <a:off x="9291993" y="5582469"/>
              <a:ext cx="151467" cy="337466"/>
            </a:xfrm>
            <a:prstGeom prst="rect">
              <a:avLst/>
            </a:prstGeom>
            <a:effectLst/>
          </p:spPr>
          <p:txBody>
            <a:bodyPr wrap="none" lIns="0" tIns="0" rIns="0" bIns="0" anchor="ctr">
              <a:spAutoFit/>
              <a:scene3d>
                <a:camera prst="orthographicFront">
                  <a:rot lat="0" lon="0" rev="0"/>
                </a:camera>
                <a:lightRig rig="threePt" dir="t"/>
              </a:scene3d>
              <a:sp3d prstMaterial="matte">
                <a:bevelT w="0"/>
              </a:sp3d>
            </a:bodyPr>
            <a:lstStyle/>
            <a:p>
              <a:pPr algn="ctr">
                <a:spcAft>
                  <a:spcPts val="317"/>
                </a:spcAft>
              </a:pPr>
              <a:r>
                <a:rPr lang="en-US" altLang="ko-KR" sz="2100" dirty="0">
                  <a:solidFill>
                    <a:srgbClr val="002060"/>
                  </a:solidFill>
                  <a:latin typeface="Rix모던고딕 EB" pitchFamily="18" charset="-127"/>
                  <a:ea typeface="Rix모던고딕 EB" pitchFamily="18" charset="-127"/>
                </a:rPr>
                <a:t>8</a:t>
              </a:r>
              <a:endParaRPr lang="ko-KR" altLang="en-US" sz="2100" dirty="0">
                <a:solidFill>
                  <a:srgbClr val="002060"/>
                </a:solidFill>
                <a:latin typeface="Rix모던고딕 EB" pitchFamily="18" charset="-127"/>
                <a:ea typeface="Rix모던고딕 EB" pitchFamily="18" charset="-127"/>
              </a:endParaRPr>
            </a:p>
          </p:txBody>
        </p:sp>
        <p:sp>
          <p:nvSpPr>
            <p:cNvPr id="266" name="모서리가 둥근 직사각형 265"/>
            <p:cNvSpPr/>
            <p:nvPr/>
          </p:nvSpPr>
          <p:spPr>
            <a:xfrm>
              <a:off x="11348280" y="5480233"/>
              <a:ext cx="1132758" cy="459736"/>
            </a:xfrm>
            <a:prstGeom prst="roundRect">
              <a:avLst>
                <a:gd name="adj" fmla="val 0"/>
              </a:avLst>
            </a:prstGeom>
            <a:gradFill>
              <a:gsLst>
                <a:gs pos="49000">
                  <a:srgbClr val="05528C"/>
                </a:gs>
                <a:gs pos="52000">
                  <a:srgbClr val="053D74"/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40000" rtlCol="0" anchor="ctr">
              <a:scene3d>
                <a:camera prst="orthographicFront"/>
                <a:lightRig rig="threePt" dir="t"/>
              </a:scene3d>
              <a:sp3d>
                <a:bevelT w="0"/>
              </a:sp3d>
            </a:bodyPr>
            <a:lstStyle/>
            <a:p>
              <a:pPr fontAlgn="base" latinLnBrk="0">
                <a:spcBef>
                  <a:spcPct val="0"/>
                </a:spcBef>
                <a:spcAft>
                  <a:spcPts val="317"/>
                </a:spcAft>
              </a:pPr>
              <a:endParaRPr lang="ko-KR" altLang="en-US" sz="1700" dirty="0">
                <a:solidFill>
                  <a:schemeClr val="bg1"/>
                </a:solidFill>
                <a:latin typeface="Rix모던고딕 EB" pitchFamily="18" charset="-127"/>
                <a:ea typeface="Rix모던고딕 EB" pitchFamily="18" charset="-127"/>
              </a:endParaRPr>
            </a:p>
          </p:txBody>
        </p:sp>
        <p:sp>
          <p:nvSpPr>
            <p:cNvPr id="267" name="직사각형 266"/>
            <p:cNvSpPr/>
            <p:nvPr/>
          </p:nvSpPr>
          <p:spPr>
            <a:xfrm>
              <a:off x="11479203" y="5611714"/>
              <a:ext cx="936373" cy="212613"/>
            </a:xfrm>
            <a:prstGeom prst="rect">
              <a:avLst/>
            </a:prstGeom>
            <a:effectLst/>
          </p:spPr>
          <p:txBody>
            <a:bodyPr wrap="square" lIns="0" tIns="0" rIns="0" bIns="0" anchor="ctr">
              <a:spAutoFit/>
              <a:scene3d>
                <a:camera prst="orthographicFront">
                  <a:rot lat="0" lon="0" rev="0"/>
                </a:camera>
                <a:lightRig rig="threePt" dir="t"/>
              </a:scene3d>
              <a:sp3d prstMaterial="matte">
                <a:bevelT w="0"/>
              </a:sp3d>
            </a:bodyPr>
            <a:lstStyle/>
            <a:p>
              <a:pPr algn="ctr" fontAlgn="base" latinLnBrk="0">
                <a:spcBef>
                  <a:spcPct val="0"/>
                </a:spcBef>
                <a:spcAft>
                  <a:spcPts val="317"/>
                </a:spcAft>
              </a:pPr>
              <a:r>
                <a:rPr lang="ko-KR" altLang="en-US" sz="130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Rix모던고딕 EB" pitchFamily="18" charset="-127"/>
                  <a:ea typeface="Rix모던고딕 EB" pitchFamily="18" charset="-127"/>
                </a:rPr>
                <a:t>시험 항목 </a:t>
              </a:r>
              <a:r>
                <a:rPr lang="en-US" altLang="ko-KR" sz="130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Rix모던고딕 EB" pitchFamily="18" charset="-127"/>
                  <a:ea typeface="Rix모던고딕 EB" pitchFamily="18" charset="-127"/>
                </a:rPr>
                <a:t>: 6</a:t>
              </a:r>
              <a:endParaRPr lang="ko-KR" altLang="en-US" sz="13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ix모던고딕 EB" pitchFamily="18" charset="-127"/>
                <a:ea typeface="Rix모던고딕 EB" pitchFamily="18" charset="-127"/>
              </a:endParaRPr>
            </a:p>
          </p:txBody>
        </p:sp>
      </p:grpSp>
      <p:sp>
        <p:nvSpPr>
          <p:cNvPr id="270" name="TextBox 269"/>
          <p:cNvSpPr txBox="1"/>
          <p:nvPr/>
        </p:nvSpPr>
        <p:spPr>
          <a:xfrm>
            <a:off x="6369707" y="6534634"/>
            <a:ext cx="3371193" cy="266707"/>
          </a:xfrm>
          <a:prstGeom prst="rect">
            <a:avLst/>
          </a:prstGeom>
          <a:noFill/>
        </p:spPr>
        <p:txBody>
          <a:bodyPr wrap="square" lIns="96487" tIns="48244" rIns="96487" bIns="48244" rtlCol="0">
            <a:spAutoFit/>
          </a:bodyPr>
          <a:lstStyle/>
          <a:p>
            <a:r>
              <a:rPr lang="en-US" altLang="ko-KR" sz="105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※ </a:t>
            </a:r>
            <a:r>
              <a:rPr lang="ko-KR" altLang="en-US" sz="105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세부 항목은 고객과 협의 후 조정</a:t>
            </a:r>
          </a:p>
        </p:txBody>
      </p:sp>
      <p:sp>
        <p:nvSpPr>
          <p:cNvPr id="275" name="TextBox 274"/>
          <p:cNvSpPr txBox="1"/>
          <p:nvPr/>
        </p:nvSpPr>
        <p:spPr>
          <a:xfrm>
            <a:off x="1331850" y="1187684"/>
            <a:ext cx="1240403" cy="461665"/>
          </a:xfrm>
          <a:prstGeom prst="rect">
            <a:avLst/>
          </a:prstGeom>
          <a:noFill/>
          <a:ln w="6350">
            <a:noFill/>
          </a:ln>
          <a:effectLst/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 anchorCtr="0">
            <a:spAutoFit/>
            <a:sp3d>
              <a:bevelT w="0" h="0"/>
              <a:contourClr>
                <a:schemeClr val="bg1"/>
              </a:contourClr>
            </a:sp3d>
          </a:bodyPr>
          <a:lstStyle>
            <a:defPPr>
              <a:defRPr lang="ko-KR"/>
            </a:defPPr>
            <a:lvl1pPr lvl="0" indent="-457200" algn="ctr" eaLnBrk="0" latinLnBrk="0" hangingPunct="0">
              <a:lnSpc>
                <a:spcPct val="100000"/>
              </a:lnSpc>
              <a:spcBef>
                <a:spcPts val="200"/>
              </a:spcBef>
              <a:spcAft>
                <a:spcPts val="600"/>
              </a:spcAft>
              <a:defRPr sz="1700" spc="-50">
                <a:ln w="0"/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뫼비우스 Bold" panose="02000500000000000000" pitchFamily="2" charset="-127"/>
                <a:ea typeface="뫼비우스 Bold" panose="02000500000000000000" pitchFamily="2" charset="-127"/>
              </a:defRPr>
            </a:lvl1pPr>
          </a:lstStyle>
          <a:p>
            <a:pPr indent="0" algn="r" defTabSz="845889" eaLnBrk="1" hangingPunct="1">
              <a:spcBef>
                <a:spcPts val="93"/>
              </a:spcBef>
              <a:spcAft>
                <a:spcPts val="93"/>
              </a:spcAft>
            </a:pPr>
            <a:r>
              <a:rPr lang="en-US" altLang="ko-KR" sz="3000" spc="-180" dirty="0">
                <a:ln>
                  <a:solidFill>
                    <a:prstClr val="white">
                      <a:alpha val="10000"/>
                    </a:prstClr>
                  </a:solidFill>
                </a:ln>
                <a:solidFill>
                  <a:srgbClr val="FFFF00"/>
                </a:solidFill>
                <a:effectLst/>
                <a:latin typeface="Rix모던고딕 B" panose="02020603020101020101" pitchFamily="18" charset="-127"/>
                <a:ea typeface="Rix모던고딕 B" panose="02020603020101020101" pitchFamily="18" charset="-127"/>
              </a:rPr>
              <a:t>Security</a:t>
            </a:r>
          </a:p>
        </p:txBody>
      </p:sp>
      <p:cxnSp>
        <p:nvCxnSpPr>
          <p:cNvPr id="277" name="직선 연결선 276"/>
          <p:cNvCxnSpPr/>
          <p:nvPr/>
        </p:nvCxnSpPr>
        <p:spPr>
          <a:xfrm>
            <a:off x="3041950" y="1131846"/>
            <a:ext cx="0" cy="609981"/>
          </a:xfrm>
          <a:prstGeom prst="line">
            <a:avLst/>
          </a:prstGeom>
          <a:ln w="38100">
            <a:solidFill>
              <a:srgbClr val="3EB1EA">
                <a:alpha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8" name="직사각형 277"/>
          <p:cNvSpPr/>
          <p:nvPr/>
        </p:nvSpPr>
        <p:spPr>
          <a:xfrm>
            <a:off x="3236288" y="1143157"/>
            <a:ext cx="3879267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 anchorCtr="0">
            <a:spAutoFit/>
            <a:scene3d>
              <a:camera prst="orthographicFront"/>
              <a:lightRig rig="threePt" dir="t"/>
            </a:scene3d>
            <a:sp3d>
              <a:bevelT w="0"/>
            </a:sp3d>
          </a:bodyPr>
          <a:lstStyle/>
          <a:p>
            <a:pPr marL="0" lvl="1" indent="-297308" fontAlgn="base">
              <a:spcBef>
                <a:spcPct val="0"/>
              </a:spcBef>
              <a:spcAft>
                <a:spcPct val="0"/>
              </a:spcAft>
              <a:buClr>
                <a:prstClr val="white"/>
              </a:buClr>
              <a:buSzPct val="80000"/>
              <a:tabLst>
                <a:tab pos="5424707" algn="l"/>
              </a:tabLst>
            </a:pPr>
            <a:r>
              <a:rPr lang="ko-KR" altLang="en-US" spc="-150" dirty="0">
                <a:solidFill>
                  <a:schemeClr val="bg1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  <a:cs typeface="+mj-cs"/>
              </a:rPr>
              <a:t>기존 정보보호 체계와의 연동 및 </a:t>
            </a:r>
            <a:endParaRPr lang="en-US" altLang="ko-KR" spc="-150" dirty="0" smtClean="0">
              <a:solidFill>
                <a:schemeClr val="bg1"/>
              </a:solidFill>
              <a:latin typeface="Rix모던고딕 B" panose="02020603020101020101" pitchFamily="18" charset="-127"/>
              <a:ea typeface="Rix모던고딕 B" panose="02020603020101020101" pitchFamily="18" charset="-127"/>
              <a:cs typeface="+mj-cs"/>
            </a:endParaRPr>
          </a:p>
          <a:p>
            <a:pPr marL="0" lvl="1" indent="-297308" fontAlgn="base">
              <a:spcBef>
                <a:spcPct val="0"/>
              </a:spcBef>
              <a:spcAft>
                <a:spcPct val="0"/>
              </a:spcAft>
              <a:buClr>
                <a:prstClr val="white"/>
              </a:buClr>
              <a:buSzPct val="80000"/>
              <a:tabLst>
                <a:tab pos="5424707" algn="l"/>
              </a:tabLst>
            </a:pPr>
            <a:r>
              <a:rPr lang="ko-KR" altLang="en-US" spc="-150" dirty="0" smtClean="0">
                <a:solidFill>
                  <a:schemeClr val="bg1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  <a:cs typeface="+mj-cs"/>
              </a:rPr>
              <a:t>도입 </a:t>
            </a:r>
            <a:r>
              <a:rPr lang="ko-KR" altLang="en-US" spc="-150" dirty="0">
                <a:solidFill>
                  <a:schemeClr val="bg1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  <a:cs typeface="+mj-cs"/>
              </a:rPr>
              <a:t>장비에 대한 보안성 검증이 필요합니다</a:t>
            </a:r>
            <a:r>
              <a:rPr lang="en-US" altLang="ko-KR" spc="-150" dirty="0">
                <a:solidFill>
                  <a:schemeClr val="bg1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  <a:cs typeface="+mj-cs"/>
              </a:rPr>
              <a:t>.</a:t>
            </a:r>
          </a:p>
        </p:txBody>
      </p:sp>
      <p:grpSp>
        <p:nvGrpSpPr>
          <p:cNvPr id="279" name="그룹 278"/>
          <p:cNvGrpSpPr/>
          <p:nvPr/>
        </p:nvGrpSpPr>
        <p:grpSpPr>
          <a:xfrm>
            <a:off x="495299" y="2053952"/>
            <a:ext cx="5536592" cy="385085"/>
            <a:chOff x="794613" y="2411623"/>
            <a:chExt cx="4804438" cy="396000"/>
          </a:xfrm>
        </p:grpSpPr>
        <p:sp>
          <p:nvSpPr>
            <p:cNvPr id="280" name="Text Box 358" descr="도식1"/>
            <p:cNvSpPr>
              <a:spLocks noChangeArrowheads="1"/>
            </p:cNvSpPr>
            <p:nvPr/>
          </p:nvSpPr>
          <p:spPr bwMode="auto">
            <a:xfrm>
              <a:off x="794613" y="2411623"/>
              <a:ext cx="4804438" cy="396000"/>
            </a:xfrm>
            <a:prstGeom prst="roundRect">
              <a:avLst>
                <a:gd name="adj" fmla="val 0"/>
              </a:avLst>
            </a:prstGeom>
            <a:gradFill flip="none" rotWithShape="1">
              <a:gsLst>
                <a:gs pos="0">
                  <a:srgbClr val="003C57"/>
                </a:gs>
                <a:gs pos="100000">
                  <a:srgbClr val="015478"/>
                </a:gs>
              </a:gsLst>
              <a:lin ang="10800000" scaled="1"/>
              <a:tileRect/>
            </a:gradFill>
            <a:ln w="12700" cap="rnd" cmpd="sng">
              <a:noFill/>
              <a:prstDash val="solid"/>
              <a:headEnd type="none" w="lg" len="med"/>
              <a:tailEnd type="none" w="lg" len="med"/>
            </a:ln>
            <a:effectLst>
              <a:outerShdw blurRad="38100" dist="12700" dir="5400000" sx="99000" sy="99000" algn="t" rotWithShape="0">
                <a:prstClr val="black">
                  <a:alpha val="25000"/>
                </a:prstClr>
              </a:outerShdw>
            </a:effectLst>
          </p:spPr>
          <p:style>
            <a:lnRef idx="1">
              <a:schemeClr val="accent5"/>
            </a:lnRef>
            <a:fillRef idx="3">
              <a:schemeClr val="accent5"/>
            </a:fillRef>
            <a:effectRef idx="2">
              <a:schemeClr val="accent5"/>
            </a:effectRef>
            <a:fontRef idx="minor">
              <a:schemeClr val="lt1"/>
            </a:fontRef>
          </p:style>
          <p:txBody>
            <a:bodyPr wrap="none" tIns="158759"/>
            <a:lstStyle/>
            <a:p>
              <a:pPr algn="ctr" latinLnBrk="0"/>
              <a:endParaRPr lang="ko-KR" altLang="en-US" sz="1700" spc="-93" dirty="0">
                <a:gradFill>
                  <a:gsLst>
                    <a:gs pos="0">
                      <a:prstClr val="white"/>
                    </a:gs>
                    <a:gs pos="100000">
                      <a:prstClr val="white"/>
                    </a:gs>
                  </a:gsLst>
                  <a:lin ang="5400000" scaled="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ix모던고딕 B" panose="02020603020101020101" pitchFamily="18" charset="-127"/>
                <a:ea typeface="Rix모던고딕 B" panose="02020603020101020101" pitchFamily="18" charset="-127"/>
              </a:endParaRPr>
            </a:p>
          </p:txBody>
        </p:sp>
        <p:sp>
          <p:nvSpPr>
            <p:cNvPr id="281" name="TextBox 280"/>
            <p:cNvSpPr txBox="1"/>
            <p:nvPr/>
          </p:nvSpPr>
          <p:spPr>
            <a:xfrm>
              <a:off x="2185783" y="2475111"/>
              <a:ext cx="1937630" cy="269025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spAutoFit/>
            </a:bodyPr>
            <a:lstStyle>
              <a:defPPr>
                <a:defRPr lang="ko-KR"/>
              </a:defPPr>
              <a:lvl1pPr algn="ctr">
                <a:defRPr sz="2000">
                  <a:gradFill flip="none" rotWithShape="1">
                    <a:gsLst>
                      <a:gs pos="0">
                        <a:prstClr val="white">
                          <a:lumMod val="0"/>
                          <a:lumOff val="100000"/>
                        </a:prstClr>
                      </a:gs>
                      <a:gs pos="100000">
                        <a:prstClr val="white">
                          <a:lumMod val="0"/>
                          <a:lumOff val="100000"/>
                        </a:prstClr>
                      </a:gs>
                    </a:gsLst>
                    <a:lin ang="6000000" scaled="0"/>
                    <a:tileRect/>
                  </a:gradFill>
                  <a:latin typeface="뫼비우스 Bold" panose="02000500000000000000" pitchFamily="2" charset="-127"/>
                  <a:ea typeface="뫼비우스 Bold" panose="02000500000000000000" pitchFamily="2" charset="-127"/>
                </a:defRPr>
              </a:lvl1pPr>
              <a:lvl2pPr>
                <a:defRPr>
                  <a:solidFill>
                    <a:schemeClr val="tx1"/>
                  </a:solidFill>
                </a:defRPr>
              </a:lvl2pPr>
              <a:lvl3pPr>
                <a:defRPr>
                  <a:solidFill>
                    <a:schemeClr val="tx1"/>
                  </a:solidFill>
                </a:defRPr>
              </a:lvl3pPr>
              <a:lvl4pPr>
                <a:defRPr>
                  <a:solidFill>
                    <a:schemeClr val="tx1"/>
                  </a:solidFill>
                </a:defRPr>
              </a:lvl4pPr>
              <a:lvl5pPr>
                <a:defRPr>
                  <a:solidFill>
                    <a:schemeClr val="tx1"/>
                  </a:solidFill>
                </a:defRPr>
              </a:lvl5pPr>
              <a:lvl6pPr>
                <a:defRPr>
                  <a:solidFill>
                    <a:schemeClr val="tx1"/>
                  </a:solidFill>
                </a:defRPr>
              </a:lvl6pPr>
              <a:lvl7pPr>
                <a:defRPr>
                  <a:solidFill>
                    <a:schemeClr val="tx1"/>
                  </a:solidFill>
                </a:defRPr>
              </a:lvl7pPr>
              <a:lvl8pPr>
                <a:defRPr>
                  <a:solidFill>
                    <a:schemeClr val="tx1"/>
                  </a:solidFill>
                </a:defRPr>
              </a:lvl8pPr>
              <a:lvl9pPr>
                <a:defRPr>
                  <a:solidFill>
                    <a:schemeClr val="tx1"/>
                  </a:solidFill>
                </a:defRPr>
              </a:lvl9pPr>
            </a:lstStyle>
            <a:p>
              <a:pPr latinLnBrk="0"/>
              <a:r>
                <a:rPr lang="ko-KR" altLang="en-US" sz="1700" spc="-93" dirty="0">
                  <a:latin typeface="Rix모던고딕 B" panose="02020603020101020101" pitchFamily="18" charset="-127"/>
                  <a:ea typeface="Rix모던고딕 B" panose="02020603020101020101" pitchFamily="18" charset="-127"/>
                </a:rPr>
                <a:t>정보보호체계 연동 방안</a:t>
              </a:r>
            </a:p>
          </p:txBody>
        </p:sp>
      </p:grpSp>
      <p:grpSp>
        <p:nvGrpSpPr>
          <p:cNvPr id="282" name="그룹 281"/>
          <p:cNvGrpSpPr/>
          <p:nvPr/>
        </p:nvGrpSpPr>
        <p:grpSpPr>
          <a:xfrm>
            <a:off x="6167172" y="2053952"/>
            <a:ext cx="4092286" cy="385085"/>
            <a:chOff x="794613" y="2411623"/>
            <a:chExt cx="4804438" cy="396000"/>
          </a:xfrm>
        </p:grpSpPr>
        <p:sp>
          <p:nvSpPr>
            <p:cNvPr id="283" name="Text Box 358" descr="도식1"/>
            <p:cNvSpPr>
              <a:spLocks noChangeArrowheads="1"/>
            </p:cNvSpPr>
            <p:nvPr/>
          </p:nvSpPr>
          <p:spPr bwMode="auto">
            <a:xfrm>
              <a:off x="794613" y="2411623"/>
              <a:ext cx="4804438" cy="396000"/>
            </a:xfrm>
            <a:prstGeom prst="roundRect">
              <a:avLst>
                <a:gd name="adj" fmla="val 0"/>
              </a:avLst>
            </a:prstGeom>
            <a:gradFill flip="none" rotWithShape="1">
              <a:gsLst>
                <a:gs pos="0">
                  <a:srgbClr val="003C57"/>
                </a:gs>
                <a:gs pos="100000">
                  <a:srgbClr val="015478"/>
                </a:gs>
              </a:gsLst>
              <a:lin ang="10800000" scaled="1"/>
              <a:tileRect/>
            </a:gradFill>
            <a:ln w="12700" cap="rnd" cmpd="sng">
              <a:noFill/>
              <a:prstDash val="solid"/>
              <a:headEnd type="none" w="lg" len="med"/>
              <a:tailEnd type="none" w="lg" len="med"/>
            </a:ln>
            <a:effectLst>
              <a:outerShdw blurRad="38100" dist="12700" dir="5400000" sx="99000" sy="99000" algn="t" rotWithShape="0">
                <a:prstClr val="black">
                  <a:alpha val="25000"/>
                </a:prstClr>
              </a:outerShdw>
            </a:effectLst>
          </p:spPr>
          <p:style>
            <a:lnRef idx="1">
              <a:schemeClr val="accent5"/>
            </a:lnRef>
            <a:fillRef idx="3">
              <a:schemeClr val="accent5"/>
            </a:fillRef>
            <a:effectRef idx="2">
              <a:schemeClr val="accent5"/>
            </a:effectRef>
            <a:fontRef idx="minor">
              <a:schemeClr val="lt1"/>
            </a:fontRef>
          </p:style>
          <p:txBody>
            <a:bodyPr wrap="none" tIns="158759"/>
            <a:lstStyle/>
            <a:p>
              <a:pPr algn="ctr" latinLnBrk="0"/>
              <a:endParaRPr lang="ko-KR" altLang="en-US" sz="1700" spc="-93" dirty="0">
                <a:gradFill>
                  <a:gsLst>
                    <a:gs pos="0">
                      <a:prstClr val="white"/>
                    </a:gs>
                    <a:gs pos="100000">
                      <a:prstClr val="white"/>
                    </a:gs>
                  </a:gsLst>
                  <a:lin ang="5400000" scaled="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ix모던고딕 B" panose="02020603020101020101" pitchFamily="18" charset="-127"/>
                <a:ea typeface="Rix모던고딕 B" panose="02020603020101020101" pitchFamily="18" charset="-127"/>
              </a:endParaRPr>
            </a:p>
          </p:txBody>
        </p:sp>
        <p:sp>
          <p:nvSpPr>
            <p:cNvPr id="284" name="TextBox 283"/>
            <p:cNvSpPr txBox="1"/>
            <p:nvPr/>
          </p:nvSpPr>
          <p:spPr>
            <a:xfrm>
              <a:off x="2554904" y="2475111"/>
              <a:ext cx="1199387" cy="269025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spAutoFit/>
            </a:bodyPr>
            <a:lstStyle>
              <a:defPPr>
                <a:defRPr lang="ko-KR"/>
              </a:defPPr>
              <a:lvl1pPr algn="ctr">
                <a:defRPr sz="2000">
                  <a:gradFill flip="none" rotWithShape="1">
                    <a:gsLst>
                      <a:gs pos="0">
                        <a:prstClr val="white">
                          <a:lumMod val="0"/>
                          <a:lumOff val="100000"/>
                        </a:prstClr>
                      </a:gs>
                      <a:gs pos="100000">
                        <a:prstClr val="white">
                          <a:lumMod val="0"/>
                          <a:lumOff val="100000"/>
                        </a:prstClr>
                      </a:gs>
                    </a:gsLst>
                    <a:lin ang="6000000" scaled="0"/>
                    <a:tileRect/>
                  </a:gradFill>
                  <a:latin typeface="뫼비우스 Bold" panose="02000500000000000000" pitchFamily="2" charset="-127"/>
                  <a:ea typeface="뫼비우스 Bold" panose="02000500000000000000" pitchFamily="2" charset="-127"/>
                </a:defRPr>
              </a:lvl1pPr>
              <a:lvl2pPr>
                <a:defRPr>
                  <a:solidFill>
                    <a:schemeClr val="tx1"/>
                  </a:solidFill>
                </a:defRPr>
              </a:lvl2pPr>
              <a:lvl3pPr>
                <a:defRPr>
                  <a:solidFill>
                    <a:schemeClr val="tx1"/>
                  </a:solidFill>
                </a:defRPr>
              </a:lvl3pPr>
              <a:lvl4pPr>
                <a:defRPr>
                  <a:solidFill>
                    <a:schemeClr val="tx1"/>
                  </a:solidFill>
                </a:defRPr>
              </a:lvl4pPr>
              <a:lvl5pPr>
                <a:defRPr>
                  <a:solidFill>
                    <a:schemeClr val="tx1"/>
                  </a:solidFill>
                </a:defRPr>
              </a:lvl5pPr>
              <a:lvl6pPr>
                <a:defRPr>
                  <a:solidFill>
                    <a:schemeClr val="tx1"/>
                  </a:solidFill>
                </a:defRPr>
              </a:lvl6pPr>
              <a:lvl7pPr>
                <a:defRPr>
                  <a:solidFill>
                    <a:schemeClr val="tx1"/>
                  </a:solidFill>
                </a:defRPr>
              </a:lvl7pPr>
              <a:lvl8pPr>
                <a:defRPr>
                  <a:solidFill>
                    <a:schemeClr val="tx1"/>
                  </a:solidFill>
                </a:defRPr>
              </a:lvl8pPr>
              <a:lvl9pPr>
                <a:defRPr>
                  <a:solidFill>
                    <a:schemeClr val="tx1"/>
                  </a:solidFill>
                </a:defRPr>
              </a:lvl9pPr>
            </a:lstStyle>
            <a:p>
              <a:pPr latinLnBrk="0"/>
              <a:r>
                <a:rPr lang="ko-KR" altLang="en-US" sz="1700" spc="-93" dirty="0">
                  <a:latin typeface="Rix모던고딕 B" panose="02020603020101020101" pitchFamily="18" charset="-127"/>
                  <a:ea typeface="Rix모던고딕 B" panose="02020603020101020101" pitchFamily="18" charset="-127"/>
                </a:rPr>
                <a:t>보안 검증 시험</a:t>
              </a:r>
            </a:p>
          </p:txBody>
        </p:sp>
      </p:grpSp>
      <p:sp>
        <p:nvSpPr>
          <p:cNvPr id="285" name="AutoShape 108"/>
          <p:cNvSpPr>
            <a:spLocks noChangeArrowheads="1"/>
          </p:cNvSpPr>
          <p:nvPr/>
        </p:nvSpPr>
        <p:spPr bwMode="auto">
          <a:xfrm>
            <a:off x="731520" y="2600882"/>
            <a:ext cx="1828800" cy="2763926"/>
          </a:xfrm>
          <a:prstGeom prst="roundRect">
            <a:avLst>
              <a:gd name="adj" fmla="val 2500"/>
            </a:avLst>
          </a:prstGeom>
          <a:solidFill>
            <a:schemeClr val="bg1"/>
          </a:solidFill>
          <a:ln>
            <a:noFill/>
          </a:ln>
          <a:extLst/>
        </p:spPr>
        <p:txBody>
          <a:bodyPr wrap="none" anchor="ctr"/>
          <a:lstStyle>
            <a:lvl1pPr eaLnBrk="0" hangingPunct="0">
              <a:defRPr kumimoji="1" b="1">
                <a:solidFill>
                  <a:srgbClr val="4D4D4D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b="1">
                <a:solidFill>
                  <a:srgbClr val="4D4D4D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b="1">
                <a:solidFill>
                  <a:srgbClr val="4D4D4D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b="1">
                <a:solidFill>
                  <a:srgbClr val="4D4D4D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b="1">
                <a:solidFill>
                  <a:srgbClr val="4D4D4D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rgbClr val="4D4D4D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rgbClr val="4D4D4D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rgbClr val="4D4D4D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rgbClr val="4D4D4D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latinLnBrk="0" hangingPunct="1">
              <a:buFontTx/>
              <a:buChar char="•"/>
            </a:pPr>
            <a:endParaRPr kumimoji="0" lang="ko-KR" altLang="en-US" sz="2000" b="0" dirty="0">
              <a:solidFill>
                <a:srgbClr val="FFFFFF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grpSp>
        <p:nvGrpSpPr>
          <p:cNvPr id="286" name="그룹 285"/>
          <p:cNvGrpSpPr/>
          <p:nvPr/>
        </p:nvGrpSpPr>
        <p:grpSpPr>
          <a:xfrm>
            <a:off x="3287163" y="2960895"/>
            <a:ext cx="2170099" cy="2377478"/>
            <a:chOff x="2866373" y="3164223"/>
            <a:chExt cx="2170099" cy="2377478"/>
          </a:xfrm>
        </p:grpSpPr>
        <p:sp>
          <p:nvSpPr>
            <p:cNvPr id="287" name="Line 27"/>
            <p:cNvSpPr>
              <a:spLocks noChangeShapeType="1"/>
            </p:cNvSpPr>
            <p:nvPr/>
          </p:nvSpPr>
          <p:spPr bwMode="auto">
            <a:xfrm>
              <a:off x="3259213" y="4949449"/>
              <a:ext cx="1777259" cy="0"/>
            </a:xfrm>
            <a:prstGeom prst="line">
              <a:avLst/>
            </a:prstGeom>
            <a:gradFill rotWithShape="0">
              <a:gsLst>
                <a:gs pos="0">
                  <a:schemeClr val="accent1"/>
                </a:gs>
                <a:gs pos="100000">
                  <a:schemeClr val="bg1"/>
                </a:gs>
              </a:gsLst>
              <a:lin ang="5400000" scaled="1"/>
            </a:gradFill>
            <a:ln w="9525" cap="flat" cmpd="sng" algn="ctr">
              <a:solidFill>
                <a:schemeClr val="bg1">
                  <a:lumMod val="65000"/>
                </a:schemeClr>
              </a:solidFill>
              <a:prstDash val="solid"/>
              <a:round/>
              <a:headEnd type="oval" w="sm" len="sm"/>
              <a:tailEnd type="oval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2694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 dirty="0"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</p:txBody>
        </p:sp>
        <p:pic>
          <p:nvPicPr>
            <p:cNvPr id="288" name="Picture 379" descr="서버 copy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32213" y="5214977"/>
              <a:ext cx="189370" cy="3203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89" name="Picture 379" descr="서버 copy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70746" y="5214977"/>
              <a:ext cx="189370" cy="3203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90" name="Picture 379" descr="서버 copy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609279" y="5216564"/>
              <a:ext cx="189370" cy="3203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91" name="Picture 379" descr="서버 copy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47811" y="5221327"/>
              <a:ext cx="189370" cy="3203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cxnSp>
          <p:nvCxnSpPr>
            <p:cNvPr id="292" name="꺾인 연결선 291"/>
            <p:cNvCxnSpPr>
              <a:stCxn id="288" idx="0"/>
              <a:endCxn id="291" idx="0"/>
            </p:cNvCxnSpPr>
            <p:nvPr/>
          </p:nvCxnSpPr>
          <p:spPr bwMode="auto">
            <a:xfrm rot="16200000" flipH="1">
              <a:off x="3581522" y="4860353"/>
              <a:ext cx="6350" cy="715598"/>
            </a:xfrm>
            <a:prstGeom prst="bentConnector3">
              <a:avLst>
                <a:gd name="adj1" fmla="val -1575008"/>
              </a:avLst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xtLst/>
          </p:spPr>
        </p:cxnSp>
        <p:cxnSp>
          <p:nvCxnSpPr>
            <p:cNvPr id="293" name="직선 연결선 292"/>
            <p:cNvCxnSpPr/>
            <p:nvPr/>
          </p:nvCxnSpPr>
          <p:spPr bwMode="auto">
            <a:xfrm flipV="1">
              <a:off x="3605685" y="4949449"/>
              <a:ext cx="0" cy="160253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</p:spPr>
        </p:cxnSp>
        <p:cxnSp>
          <p:nvCxnSpPr>
            <p:cNvPr id="294" name="꺾인 연결선 293"/>
            <p:cNvCxnSpPr/>
            <p:nvPr/>
          </p:nvCxnSpPr>
          <p:spPr bwMode="auto">
            <a:xfrm rot="16200000" flipH="1">
              <a:off x="4565822" y="4898453"/>
              <a:ext cx="6350" cy="715598"/>
            </a:xfrm>
            <a:prstGeom prst="bentConnector3">
              <a:avLst>
                <a:gd name="adj1" fmla="val -1950000"/>
              </a:avLst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xtLst/>
          </p:spPr>
        </p:cxnSp>
        <p:cxnSp>
          <p:nvCxnSpPr>
            <p:cNvPr id="295" name="직선 연결선 294"/>
            <p:cNvCxnSpPr/>
            <p:nvPr/>
          </p:nvCxnSpPr>
          <p:spPr bwMode="auto">
            <a:xfrm flipV="1">
              <a:off x="4573630" y="4949449"/>
              <a:ext cx="0" cy="183888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</p:spPr>
        </p:cxnSp>
        <p:pic>
          <p:nvPicPr>
            <p:cNvPr id="296" name="Picture 263" descr="4 copy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129626" y="5262751"/>
              <a:ext cx="181733" cy="2311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97" name="Picture 263" descr="4 copy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65052" y="5262751"/>
              <a:ext cx="181733" cy="2311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98" name="Picture 263" descr="4 copy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600477" y="5262751"/>
              <a:ext cx="181733" cy="2311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99" name="Picture 263" descr="4 copy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35902" y="5262751"/>
              <a:ext cx="181733" cy="2311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00" name="Rectangle 2073"/>
            <p:cNvSpPr>
              <a:spLocks noChangeArrowheads="1"/>
            </p:cNvSpPr>
            <p:nvPr/>
          </p:nvSpPr>
          <p:spPr bwMode="gray">
            <a:xfrm>
              <a:off x="3428943" y="5145224"/>
              <a:ext cx="353484" cy="12311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/>
          </p:spPr>
          <p:txBody>
            <a:bodyPr wrap="square" lIns="0" tIns="0" rIns="0" bIns="0" anchor="ctr">
              <a:spAutoFit/>
            </a:bodyPr>
            <a:lstStyle>
              <a:lvl1pPr eaLnBrk="0" hangingPunct="0">
                <a:defRPr kumimoji="1" sz="1200">
                  <a:solidFill>
                    <a:schemeClr val="tx1"/>
                  </a:solidFill>
                  <a:latin typeface="산돌고딕B" panose="02030504000101010101" pitchFamily="18" charset="-127"/>
                  <a:ea typeface="산돌고딕B" panose="02030504000101010101" pitchFamily="18" charset="-127"/>
                </a:defRPr>
              </a:lvl1pPr>
              <a:lvl2pPr marL="742950" indent="-285750" eaLnBrk="0" hangingPunct="0">
                <a:defRPr kumimoji="1" sz="1200">
                  <a:solidFill>
                    <a:schemeClr val="tx1"/>
                  </a:solidFill>
                  <a:latin typeface="산돌고딕B" panose="02030504000101010101" pitchFamily="18" charset="-127"/>
                  <a:ea typeface="산돌고딕B" panose="02030504000101010101" pitchFamily="18" charset="-127"/>
                </a:defRPr>
              </a:lvl2pPr>
              <a:lvl3pPr marL="1143000" indent="-228600" eaLnBrk="0" hangingPunct="0">
                <a:defRPr kumimoji="1" sz="1200">
                  <a:solidFill>
                    <a:schemeClr val="tx1"/>
                  </a:solidFill>
                  <a:latin typeface="산돌고딕B" panose="02030504000101010101" pitchFamily="18" charset="-127"/>
                  <a:ea typeface="산돌고딕B" panose="02030504000101010101" pitchFamily="18" charset="-127"/>
                </a:defRPr>
              </a:lvl3pPr>
              <a:lvl4pPr marL="1600200" indent="-228600" eaLnBrk="0" hangingPunct="0">
                <a:defRPr kumimoji="1" sz="1200">
                  <a:solidFill>
                    <a:schemeClr val="tx1"/>
                  </a:solidFill>
                  <a:latin typeface="산돌고딕B" panose="02030504000101010101" pitchFamily="18" charset="-127"/>
                  <a:ea typeface="산돌고딕B" panose="02030504000101010101" pitchFamily="18" charset="-127"/>
                </a:defRPr>
              </a:lvl4pPr>
              <a:lvl5pPr marL="2057400" indent="-228600" eaLnBrk="0" hangingPunct="0">
                <a:defRPr kumimoji="1" sz="1200">
                  <a:solidFill>
                    <a:schemeClr val="tx1"/>
                  </a:solidFill>
                  <a:latin typeface="산돌고딕B" panose="02030504000101010101" pitchFamily="18" charset="-127"/>
                  <a:ea typeface="산돌고딕B" panose="02030504000101010101" pitchFamily="18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산돌고딕B" panose="02030504000101010101" pitchFamily="18" charset="-127"/>
                  <a:ea typeface="산돌고딕B" panose="02030504000101010101" pitchFamily="18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산돌고딕B" panose="02030504000101010101" pitchFamily="18" charset="-127"/>
                  <a:ea typeface="산돌고딕B" panose="02030504000101010101" pitchFamily="18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산돌고딕B" panose="02030504000101010101" pitchFamily="18" charset="-127"/>
                  <a:ea typeface="산돌고딕B" panose="02030504000101010101" pitchFamily="18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산돌고딕B" panose="02030504000101010101" pitchFamily="18" charset="-127"/>
                  <a:ea typeface="산돌고딕B" panose="02030504000101010101" pitchFamily="18" charset="-127"/>
                </a:defRPr>
              </a:lvl9pPr>
            </a:lstStyle>
            <a:p>
              <a:pPr algn="ctr" eaLnBrk="1" hangingPunct="1"/>
              <a:r>
                <a:rPr kumimoji="0" lang="ko-KR" altLang="en-US" sz="800" spc="-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Rix고딕 M" panose="02020603020101020101" pitchFamily="18" charset="-127"/>
                  <a:ea typeface="Rix고딕 M" panose="02020603020101020101" pitchFamily="18" charset="-127"/>
                </a:rPr>
                <a:t>서버군</a:t>
              </a:r>
            </a:p>
          </p:txBody>
        </p:sp>
        <p:sp>
          <p:nvSpPr>
            <p:cNvPr id="301" name="Rectangle 2073"/>
            <p:cNvSpPr>
              <a:spLocks noChangeArrowheads="1"/>
            </p:cNvSpPr>
            <p:nvPr/>
          </p:nvSpPr>
          <p:spPr bwMode="gray">
            <a:xfrm>
              <a:off x="4369922" y="5145224"/>
              <a:ext cx="412288" cy="12311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/>
          </p:spPr>
          <p:txBody>
            <a:bodyPr wrap="square" lIns="0" tIns="0" rIns="0" bIns="0" anchor="ctr">
              <a:spAutoFit/>
            </a:bodyPr>
            <a:lstStyle>
              <a:lvl1pPr eaLnBrk="0" hangingPunct="0">
                <a:defRPr kumimoji="1" sz="1200">
                  <a:solidFill>
                    <a:schemeClr val="tx1"/>
                  </a:solidFill>
                  <a:latin typeface="산돌고딕B" panose="02030504000101010101" pitchFamily="18" charset="-127"/>
                  <a:ea typeface="산돌고딕B" panose="02030504000101010101" pitchFamily="18" charset="-127"/>
                </a:defRPr>
              </a:lvl1pPr>
              <a:lvl2pPr marL="742950" indent="-285750" eaLnBrk="0" hangingPunct="0">
                <a:defRPr kumimoji="1" sz="1200">
                  <a:solidFill>
                    <a:schemeClr val="tx1"/>
                  </a:solidFill>
                  <a:latin typeface="산돌고딕B" panose="02030504000101010101" pitchFamily="18" charset="-127"/>
                  <a:ea typeface="산돌고딕B" panose="02030504000101010101" pitchFamily="18" charset="-127"/>
                </a:defRPr>
              </a:lvl2pPr>
              <a:lvl3pPr marL="1143000" indent="-228600" eaLnBrk="0" hangingPunct="0">
                <a:defRPr kumimoji="1" sz="1200">
                  <a:solidFill>
                    <a:schemeClr val="tx1"/>
                  </a:solidFill>
                  <a:latin typeface="산돌고딕B" panose="02030504000101010101" pitchFamily="18" charset="-127"/>
                  <a:ea typeface="산돌고딕B" panose="02030504000101010101" pitchFamily="18" charset="-127"/>
                </a:defRPr>
              </a:lvl3pPr>
              <a:lvl4pPr marL="1600200" indent="-228600" eaLnBrk="0" hangingPunct="0">
                <a:defRPr kumimoji="1" sz="1200">
                  <a:solidFill>
                    <a:schemeClr val="tx1"/>
                  </a:solidFill>
                  <a:latin typeface="산돌고딕B" panose="02030504000101010101" pitchFamily="18" charset="-127"/>
                  <a:ea typeface="산돌고딕B" panose="02030504000101010101" pitchFamily="18" charset="-127"/>
                </a:defRPr>
              </a:lvl4pPr>
              <a:lvl5pPr marL="2057400" indent="-228600" eaLnBrk="0" hangingPunct="0">
                <a:defRPr kumimoji="1" sz="1200">
                  <a:solidFill>
                    <a:schemeClr val="tx1"/>
                  </a:solidFill>
                  <a:latin typeface="산돌고딕B" panose="02030504000101010101" pitchFamily="18" charset="-127"/>
                  <a:ea typeface="산돌고딕B" panose="02030504000101010101" pitchFamily="18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산돌고딕B" panose="02030504000101010101" pitchFamily="18" charset="-127"/>
                  <a:ea typeface="산돌고딕B" panose="02030504000101010101" pitchFamily="18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산돌고딕B" panose="02030504000101010101" pitchFamily="18" charset="-127"/>
                  <a:ea typeface="산돌고딕B" panose="02030504000101010101" pitchFamily="18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산돌고딕B" panose="02030504000101010101" pitchFamily="18" charset="-127"/>
                  <a:ea typeface="산돌고딕B" panose="02030504000101010101" pitchFamily="18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산돌고딕B" panose="02030504000101010101" pitchFamily="18" charset="-127"/>
                  <a:ea typeface="산돌고딕B" panose="02030504000101010101" pitchFamily="18" charset="-127"/>
                </a:defRPr>
              </a:lvl9pPr>
            </a:lstStyle>
            <a:p>
              <a:pPr algn="ctr" eaLnBrk="1" hangingPunct="1"/>
              <a:r>
                <a:rPr kumimoji="0" lang="ko-KR" altLang="en-US" sz="800" spc="-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Rix고딕 M" panose="02020603020101020101" pitchFamily="18" charset="-127"/>
                  <a:ea typeface="Rix고딕 M" panose="02020603020101020101" pitchFamily="18" charset="-127"/>
                </a:rPr>
                <a:t>사용자</a:t>
              </a:r>
            </a:p>
          </p:txBody>
        </p:sp>
        <p:cxnSp>
          <p:nvCxnSpPr>
            <p:cNvPr id="302" name="직선 연결선 301"/>
            <p:cNvCxnSpPr>
              <a:stCxn id="305" idx="2"/>
            </p:cNvCxnSpPr>
            <p:nvPr/>
          </p:nvCxnSpPr>
          <p:spPr bwMode="auto">
            <a:xfrm>
              <a:off x="4570510" y="3341936"/>
              <a:ext cx="0" cy="1720988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</p:spPr>
        </p:cxnSp>
        <p:pic>
          <p:nvPicPr>
            <p:cNvPr id="303" name="Picture 249" descr="11 copy"/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485587" y="3417683"/>
              <a:ext cx="169846" cy="2469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04" name="그림 303" descr="L4-1-05.png"/>
            <p:cNvPicPr>
              <a:picLocks noChangeAspect="1"/>
            </p:cNvPicPr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439319" y="4699005"/>
              <a:ext cx="262384" cy="200365"/>
            </a:xfrm>
            <a:prstGeom prst="rect">
              <a:avLst/>
            </a:prstGeom>
          </p:spPr>
        </p:pic>
        <p:pic>
          <p:nvPicPr>
            <p:cNvPr id="305" name="Picture 182" descr="하드웨어36"/>
            <p:cNvPicPr>
              <a:picLocks noChangeAspect="1" noChangeArrowheads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453290" y="3164223"/>
              <a:ext cx="234441" cy="177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06" name="Picture 684"/>
            <p:cNvPicPr>
              <a:picLocks noChangeArrowheads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4473431" y="3853851"/>
              <a:ext cx="194160" cy="2654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07" name="그림 306" descr="L4-1-03.png"/>
            <p:cNvPicPr>
              <a:picLocks noChangeAspect="1"/>
            </p:cNvPicPr>
            <p:nvPr/>
          </p:nvPicPr>
          <p:blipFill>
            <a:blip r:embed="rId10" cstate="print">
              <a:extLst>
                <a:ext uri="{BEBA8EAE-BF5A-486C-A8C5-ECC9F3942E4B}">
                  <a14:imgProps xmlns:a14="http://schemas.microsoft.com/office/drawing/2010/main">
                    <a14:imgLayer r:embed="rId11">
                      <a14:imgEffect>
                        <a14:artisticMarker size="1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4466004" y="4308487"/>
              <a:ext cx="209013" cy="20129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8" name="직사각형 307"/>
            <p:cNvSpPr/>
            <p:nvPr/>
          </p:nvSpPr>
          <p:spPr bwMode="auto">
            <a:xfrm>
              <a:off x="4333914" y="3766960"/>
              <a:ext cx="482463" cy="1150078"/>
            </a:xfrm>
            <a:prstGeom prst="rect">
              <a:avLst/>
            </a:prstGeom>
            <a:noFill/>
            <a:ln w="19050" algn="ctr">
              <a:solidFill>
                <a:srgbClr val="C00000"/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/>
            <a:p>
              <a:endParaRPr kumimoji="0" lang="ko-KR" altLang="en-US" sz="900" dirty="0">
                <a:solidFill>
                  <a:srgbClr val="000000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</p:txBody>
        </p:sp>
        <p:sp>
          <p:nvSpPr>
            <p:cNvPr id="309" name="AutoShape 17"/>
            <p:cNvSpPr>
              <a:spLocks noChangeArrowheads="1"/>
            </p:cNvSpPr>
            <p:nvPr/>
          </p:nvSpPr>
          <p:spPr bwMode="auto">
            <a:xfrm>
              <a:off x="2866373" y="3255500"/>
              <a:ext cx="1194065" cy="1656234"/>
            </a:xfrm>
            <a:prstGeom prst="roundRect">
              <a:avLst>
                <a:gd name="adj" fmla="val 1560"/>
              </a:avLst>
            </a:prstGeom>
            <a:solidFill>
              <a:schemeClr val="bg1">
                <a:lumMod val="95000"/>
              </a:schemeClr>
            </a:solidFill>
            <a:ln w="19050" algn="ctr">
              <a:solidFill>
                <a:srgbClr val="C00000"/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kumimoji="0" lang="en-US" altLang="ko-KR" sz="800" dirty="0" smtClean="0">
                  <a:solidFill>
                    <a:srgbClr val="000000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         </a:t>
              </a:r>
              <a:endParaRPr kumimoji="0" lang="en-US" altLang="ko-KR" sz="800" dirty="0">
                <a:solidFill>
                  <a:srgbClr val="000000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</p:txBody>
        </p:sp>
        <p:sp>
          <p:nvSpPr>
            <p:cNvPr id="310" name="직사각형 309"/>
            <p:cNvSpPr/>
            <p:nvPr/>
          </p:nvSpPr>
          <p:spPr>
            <a:xfrm>
              <a:off x="2956768" y="3316028"/>
              <a:ext cx="1080000" cy="34927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900" spc="-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Rix고딕 M" panose="02020603020101020101" pitchFamily="18" charset="-127"/>
                  <a:ea typeface="Rix고딕 M" panose="02020603020101020101" pitchFamily="18" charset="-127"/>
                </a:rPr>
                <a:t>    위험관리</a:t>
              </a:r>
              <a:r>
                <a:rPr lang="en-US" altLang="ko-KR" sz="900" spc="-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Rix고딕 M" panose="02020603020101020101" pitchFamily="18" charset="-127"/>
                  <a:ea typeface="Rix고딕 M" panose="02020603020101020101" pitchFamily="18" charset="-127"/>
                </a:rPr>
                <a:t>(TMS)</a:t>
              </a:r>
              <a:endParaRPr lang="ko-KR" altLang="en-US" sz="9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Rix고딕 M" panose="02020603020101020101" pitchFamily="18" charset="-127"/>
                <a:ea typeface="Rix고딕 M" panose="02020603020101020101" pitchFamily="18" charset="-127"/>
              </a:endParaRPr>
            </a:p>
          </p:txBody>
        </p:sp>
        <p:pic>
          <p:nvPicPr>
            <p:cNvPr id="311" name="Picture 228" descr="서버 copy"/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63333" y="3315579"/>
              <a:ext cx="178666" cy="350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12" name="Picture 142" descr="29"/>
            <p:cNvPicPr>
              <a:picLocks noChangeAspect="1" noChangeArrowheads="1"/>
            </p:cNvPicPr>
            <p:nvPr/>
          </p:nvPicPr>
          <p:blipFill>
            <a:blip r:embed="rId1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gray">
            <a:xfrm rot="16815149">
              <a:off x="2990325" y="3406733"/>
              <a:ext cx="222563" cy="2080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13" name="직사각형 312"/>
            <p:cNvSpPr/>
            <p:nvPr/>
          </p:nvSpPr>
          <p:spPr>
            <a:xfrm>
              <a:off x="2956768" y="3728678"/>
              <a:ext cx="1080000" cy="34927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900" spc="-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Rix고딕 M" panose="02020603020101020101" pitchFamily="18" charset="-127"/>
                  <a:ea typeface="Rix고딕 M" panose="02020603020101020101" pitchFamily="18" charset="-127"/>
                </a:rPr>
                <a:t>    통합관제</a:t>
              </a:r>
              <a:r>
                <a:rPr lang="en-US" altLang="ko-KR" sz="900" spc="-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Rix고딕 M" panose="02020603020101020101" pitchFamily="18" charset="-127"/>
                  <a:ea typeface="Rix고딕 M" panose="02020603020101020101" pitchFamily="18" charset="-127"/>
                </a:rPr>
                <a:t>(ESM)</a:t>
              </a:r>
              <a:endParaRPr lang="ko-KR" altLang="en-US" sz="9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Rix고딕 M" panose="02020603020101020101" pitchFamily="18" charset="-127"/>
                <a:ea typeface="Rix고딕 M" panose="02020603020101020101" pitchFamily="18" charset="-127"/>
              </a:endParaRPr>
            </a:p>
          </p:txBody>
        </p:sp>
        <p:pic>
          <p:nvPicPr>
            <p:cNvPr id="314" name="Picture 228" descr="서버 copy"/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40165" y="3739830"/>
              <a:ext cx="197403" cy="350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15" name="Picture 142" descr="29"/>
            <p:cNvPicPr>
              <a:picLocks noChangeAspect="1" noChangeArrowheads="1"/>
            </p:cNvPicPr>
            <p:nvPr/>
          </p:nvPicPr>
          <p:blipFill>
            <a:blip r:embed="rId1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gray">
            <a:xfrm rot="16815149">
              <a:off x="2981659" y="3820075"/>
              <a:ext cx="222563" cy="2298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16" name="직사각형 315"/>
            <p:cNvSpPr/>
            <p:nvPr/>
          </p:nvSpPr>
          <p:spPr>
            <a:xfrm>
              <a:off x="2956768" y="4502885"/>
              <a:ext cx="1080000" cy="34927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900" spc="-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Rix고딕 M" panose="02020603020101020101" pitchFamily="18" charset="-127"/>
                  <a:ea typeface="Rix고딕 M" panose="02020603020101020101" pitchFamily="18" charset="-127"/>
                </a:rPr>
                <a:t>트래픽 분석 </a:t>
              </a:r>
            </a:p>
          </p:txBody>
        </p:sp>
        <p:pic>
          <p:nvPicPr>
            <p:cNvPr id="317" name="Picture 228" descr="서버 copy"/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40163" y="4512778"/>
              <a:ext cx="197403" cy="350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18" name="Picture 142" descr="29"/>
            <p:cNvPicPr>
              <a:picLocks noChangeAspect="1" noChangeArrowheads="1"/>
            </p:cNvPicPr>
            <p:nvPr/>
          </p:nvPicPr>
          <p:blipFill>
            <a:blip r:embed="rId1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gray">
            <a:xfrm rot="16815149">
              <a:off x="2981657" y="4593023"/>
              <a:ext cx="222563" cy="2298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19" name="직사각형 318"/>
            <p:cNvSpPr/>
            <p:nvPr/>
          </p:nvSpPr>
          <p:spPr>
            <a:xfrm>
              <a:off x="2956768" y="4122088"/>
              <a:ext cx="1080000" cy="34927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 spc="-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Rix고딕 M" panose="02020603020101020101" pitchFamily="18" charset="-127"/>
                  <a:ea typeface="Rix고딕 M" panose="02020603020101020101" pitchFamily="18" charset="-127"/>
                </a:rPr>
                <a:t>NAC</a:t>
              </a:r>
              <a:endParaRPr lang="ko-KR" altLang="en-US" sz="9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Rix고딕 M" panose="02020603020101020101" pitchFamily="18" charset="-127"/>
                <a:ea typeface="Rix고딕 M" panose="02020603020101020101" pitchFamily="18" charset="-127"/>
              </a:endParaRPr>
            </a:p>
          </p:txBody>
        </p:sp>
        <p:pic>
          <p:nvPicPr>
            <p:cNvPr id="320" name="Picture 228" descr="서버 copy"/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40171" y="4133240"/>
              <a:ext cx="197404" cy="350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21" name="Picture 142" descr="29"/>
            <p:cNvPicPr>
              <a:picLocks noChangeAspect="1" noChangeArrowheads="1"/>
            </p:cNvPicPr>
            <p:nvPr/>
          </p:nvPicPr>
          <p:blipFill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gray">
            <a:xfrm rot="16815149">
              <a:off x="2991782" y="4223933"/>
              <a:ext cx="202330" cy="2089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22" name="타원 321"/>
            <p:cNvSpPr/>
            <p:nvPr/>
          </p:nvSpPr>
          <p:spPr>
            <a:xfrm>
              <a:off x="3977017" y="4104698"/>
              <a:ext cx="443819" cy="429774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rgbClr val="FFFFFF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</p:txBody>
        </p:sp>
        <p:sp>
          <p:nvSpPr>
            <p:cNvPr id="323" name="Oval 21"/>
            <p:cNvSpPr>
              <a:spLocks noChangeArrowheads="1"/>
            </p:cNvSpPr>
            <p:nvPr/>
          </p:nvSpPr>
          <p:spPr bwMode="auto">
            <a:xfrm>
              <a:off x="4038312" y="4161430"/>
              <a:ext cx="321223" cy="316311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round/>
                  <a:headEnd type="none" w="sm" len="sm"/>
                  <a:tailEnd type="none" w="sm" len="sm"/>
                </a14:hiddenLine>
              </a:ext>
            </a:extLst>
          </p:spPr>
          <p:txBody>
            <a:bodyPr wrap="none" anchor="ctr"/>
            <a:lstStyle/>
            <a:p>
              <a:endParaRPr lang="ko-KR" altLang="en-US" dirty="0"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</p:txBody>
        </p:sp>
        <p:pic>
          <p:nvPicPr>
            <p:cNvPr id="324" name="Picture 22" descr="add"/>
            <p:cNvPicPr>
              <a:picLocks noChangeAspect="1" noChangeArrowheads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079952" y="4201688"/>
              <a:ext cx="240917" cy="2357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aphicFrame>
        <p:nvGraphicFramePr>
          <p:cNvPr id="325" name="Group 12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597603"/>
              </p:ext>
            </p:extLst>
          </p:nvPr>
        </p:nvGraphicFramePr>
        <p:xfrm>
          <a:off x="731520" y="5447863"/>
          <a:ext cx="5082539" cy="1304217"/>
        </p:xfrm>
        <a:graphic>
          <a:graphicData uri="http://schemas.openxmlformats.org/drawingml/2006/table">
            <a:tbl>
              <a:tblPr/>
              <a:tblGrid>
                <a:gridCol w="9220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36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239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6915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2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ko-KR" altLang="en-US" sz="13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Rix모던고딕 B" panose="02020603020101020101" pitchFamily="18" charset="-127"/>
                          <a:ea typeface="Rix모던고딕 B" panose="02020603020101020101" pitchFamily="18" charset="-127"/>
                          <a:cs typeface="+mn-cs"/>
                        </a:rPr>
                        <a:t>구분</a:t>
                      </a:r>
                    </a:p>
                  </a:txBody>
                  <a:tcPr marL="36000" marR="36000" marT="0" marB="0" anchor="ctr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2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ko-KR" altLang="en-US" sz="13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Rix모던고딕 B" panose="02020603020101020101" pitchFamily="18" charset="-127"/>
                          <a:ea typeface="Rix모던고딕 B" panose="02020603020101020101" pitchFamily="18" charset="-127"/>
                          <a:cs typeface="+mn-cs"/>
                        </a:rPr>
                        <a:t>상세기술</a:t>
                      </a:r>
                      <a:endParaRPr kumimoji="0" lang="en-US" altLang="ko-KR" sz="13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Rix모던고딕 B" panose="02020603020101020101" pitchFamily="18" charset="-127"/>
                        <a:ea typeface="Rix모던고딕 B" panose="02020603020101020101" pitchFamily="18" charset="-127"/>
                        <a:cs typeface="+mn-cs"/>
                      </a:endParaRPr>
                    </a:p>
                  </a:txBody>
                  <a:tcPr marL="36000" marR="36000" marT="0" marB="0" anchor="ctr" horzOverflow="overflow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2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ko-KR" altLang="en-US" sz="13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Rix모던고딕 B" panose="02020603020101020101" pitchFamily="18" charset="-127"/>
                          <a:ea typeface="Rix모던고딕 B" panose="02020603020101020101" pitchFamily="18" charset="-127"/>
                          <a:cs typeface="+mn-cs"/>
                        </a:rPr>
                        <a:t>비고</a:t>
                      </a:r>
                      <a:endParaRPr kumimoji="0" lang="en-US" altLang="ko-KR" sz="13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Rix모던고딕 B" panose="02020603020101020101" pitchFamily="18" charset="-127"/>
                        <a:ea typeface="Rix모던고딕 B" panose="02020603020101020101" pitchFamily="18" charset="-127"/>
                        <a:cs typeface="+mn-cs"/>
                      </a:endParaRPr>
                    </a:p>
                  </a:txBody>
                  <a:tcPr marL="36000" marR="36000" marT="0" marB="0" anchor="ctr" horzOverflow="overflow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7532"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1" hangingPunct="0">
                        <a:lnSpc>
                          <a:spcPts val="12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prstClr val="white">
                            <a:lumMod val="50000"/>
                          </a:prstClr>
                        </a:buClr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en-US" altLang="ko-KR" sz="1100" b="0" i="0" u="none" strike="noStrike" kern="1200" cap="none" spc="-60" normalizeH="0" baseline="0" dirty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Arial" charset="0"/>
                        </a:rPr>
                        <a:t>SNMP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914400" rtl="0" eaLnBrk="0" fontAlgn="ctr" latinLnBrk="1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323232"/>
                        </a:buClr>
                        <a:buSzPct val="100000"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kumimoji="1" lang="ko-KR" altLang="en-US" sz="1100" b="0" i="0" u="none" strike="noStrike" kern="1200" cap="none" spc="-60" normalizeH="0" baseline="0" dirty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Arial" charset="0"/>
                        </a:rPr>
                        <a:t>장비의 회선 별 구성</a:t>
                      </a:r>
                      <a:r>
                        <a:rPr kumimoji="1" lang="en-US" altLang="ko-KR" sz="1100" b="0" i="0" u="none" strike="noStrike" kern="1200" cap="none" spc="-60" normalizeH="0" baseline="0" dirty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Arial" charset="0"/>
                        </a:rPr>
                        <a:t>/</a:t>
                      </a:r>
                      <a:r>
                        <a:rPr kumimoji="1" lang="ko-KR" altLang="en-US" sz="1100" b="0" i="0" u="none" strike="noStrike" kern="1200" cap="none" spc="-60" normalizeH="0" baseline="0" dirty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Arial" charset="0"/>
                        </a:rPr>
                        <a:t>상태 모니터링</a:t>
                      </a:r>
                      <a:r>
                        <a:rPr kumimoji="1" lang="en-US" altLang="ko-KR" sz="1100" b="0" i="0" u="none" strike="noStrike" kern="1200" cap="none" spc="-60" normalizeH="0" baseline="0" dirty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Arial" charset="0"/>
                        </a:rPr>
                        <a:t>, </a:t>
                      </a:r>
                      <a:r>
                        <a:rPr kumimoji="1" lang="ko-KR" altLang="en-US" sz="1100" b="0" i="0" u="none" strike="noStrike" kern="1200" cap="none" spc="-60" normalizeH="0" baseline="0" dirty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Arial" charset="0"/>
                        </a:rPr>
                        <a:t>성능 수집</a:t>
                      </a:r>
                      <a:endParaRPr kumimoji="1" lang="en-US" altLang="ko-KR" sz="1100" b="0" i="0" u="none" strike="noStrike" kern="1200" cap="none" spc="-60" normalizeH="0" baseline="0" dirty="0" smtClean="0">
                        <a:ln>
                          <a:noFill/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uLnTx/>
                        <a:uFillTx/>
                        <a:latin typeface="Rix고딕 M" panose="02020603020101020101" pitchFamily="18" charset="-127"/>
                        <a:ea typeface="Rix고딕 M" panose="02020603020101020101" pitchFamily="18" charset="-127"/>
                        <a:cs typeface="Arial" charset="0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defTabSz="914400" rtl="0" eaLnBrk="0" fontAlgn="ctr" latinLnBrk="1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323232"/>
                        </a:buClr>
                        <a:buSzPct val="100000"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1" lang="ko-KR" altLang="en-US" sz="1100" b="0" i="0" u="none" strike="noStrike" kern="1200" cap="none" spc="-60" normalizeH="0" baseline="0" dirty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Arial" charset="0"/>
                        </a:rPr>
                        <a:t>기존 정보보호체계 연동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1" hangingPunct="0">
                        <a:lnSpc>
                          <a:spcPts val="12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prstClr val="white">
                            <a:lumMod val="50000"/>
                          </a:prstClr>
                        </a:buClr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en-US" altLang="ko-KR" sz="1100" b="0" i="0" u="none" strike="noStrike" kern="1200" cap="none" spc="-60" normalizeH="0" baseline="0" dirty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Arial" charset="0"/>
                        </a:rPr>
                        <a:t>ICMP</a:t>
                      </a:r>
                    </a:p>
                  </a:txBody>
                  <a:tcPr marL="36000" marR="36000" marT="0" marB="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914400" rtl="0" eaLnBrk="0" fontAlgn="ctr" latinLnBrk="1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323232"/>
                        </a:buClr>
                        <a:buSzPct val="100000"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kumimoji="1" lang="ko-KR" altLang="en-US" sz="1100" b="0" i="0" u="none" strike="noStrike" kern="1200" cap="none" spc="-60" normalizeH="0" baseline="0" dirty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Arial" charset="0"/>
                        </a:rPr>
                        <a:t>장비에 대한 </a:t>
                      </a:r>
                      <a:r>
                        <a:rPr kumimoji="1" lang="en-US" altLang="ko-KR" sz="1100" b="0" i="0" u="none" strike="noStrike" kern="1200" cap="none" spc="-60" normalizeH="0" baseline="0" dirty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Arial" charset="0"/>
                        </a:rPr>
                        <a:t>Health Check, </a:t>
                      </a:r>
                      <a:r>
                        <a:rPr kumimoji="1" lang="ko-KR" altLang="en-US" sz="1100" b="0" i="0" u="none" strike="noStrike" kern="1200" cap="none" spc="-60" normalizeH="0" baseline="0" dirty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Arial" charset="0"/>
                        </a:rPr>
                        <a:t>응답시간 모니터링</a:t>
                      </a:r>
                    </a:p>
                  </a:txBody>
                  <a:tcPr marL="36000" marR="36000" marT="0" marB="0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92075" marR="0" lvl="0" indent="-92075" algn="l" defTabSz="914400" rtl="0" eaLnBrk="0" fontAlgn="ctr" latinLnBrk="1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323232"/>
                        </a:buClr>
                        <a:buSzPct val="100000"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endParaRPr kumimoji="1" lang="ko-KR" altLang="en-US" sz="1100" b="0" i="0" u="none" strike="noStrike" kern="1200" cap="none" spc="-60" normalizeH="0" baseline="0" dirty="0" smtClean="0">
                        <a:ln>
                          <a:noFill/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uLnTx/>
                        <a:uFillTx/>
                        <a:latin typeface="Rix고딕 M" panose="02020603020101020101" pitchFamily="18" charset="-127"/>
                        <a:ea typeface="Rix고딕 M" panose="02020603020101020101" pitchFamily="18" charset="-127"/>
                        <a:cs typeface="Arial" charset="0"/>
                      </a:endParaRPr>
                    </a:p>
                  </a:txBody>
                  <a:tcPr marL="36000" marR="36000" marT="0" marB="0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7532"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1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prstClr val="white">
                            <a:lumMod val="50000"/>
                          </a:prstClr>
                        </a:buClr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ko-KR" altLang="en-US" sz="1100" b="0" i="0" u="none" strike="noStrike" kern="1200" cap="none" spc="-60" normalizeH="0" baseline="0" dirty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Arial" charset="0"/>
                        </a:rPr>
                        <a:t>라우팅</a:t>
                      </a:r>
                    </a:p>
                    <a:p>
                      <a:pPr marL="0" marR="0" lvl="0" indent="0" algn="ctr" defTabSz="914400" rtl="0" eaLnBrk="0" fontAlgn="ctr" latinLnBrk="1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prstClr val="white">
                            <a:lumMod val="50000"/>
                          </a:prstClr>
                        </a:buClr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en-US" altLang="ko-KR" sz="1100" b="0" i="0" u="none" strike="noStrike" kern="1200" cap="none" spc="-60" normalizeH="0" baseline="0" dirty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Arial" charset="0"/>
                        </a:rPr>
                        <a:t>(RIP, OSPF </a:t>
                      </a:r>
                      <a:r>
                        <a:rPr kumimoji="1" lang="ko-KR" altLang="en-US" sz="1100" b="0" i="0" u="none" strike="noStrike" kern="1200" cap="none" spc="-60" normalizeH="0" baseline="0" dirty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Arial" charset="0"/>
                        </a:rPr>
                        <a:t>등</a:t>
                      </a:r>
                      <a:r>
                        <a:rPr kumimoji="1" lang="en-US" altLang="ko-KR" sz="1100" b="0" i="0" u="none" strike="noStrike" kern="1200" cap="none" spc="-60" normalizeH="0" baseline="0" dirty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Arial" charset="0"/>
                        </a:rPr>
                        <a:t>)</a:t>
                      </a:r>
                    </a:p>
                  </a:txBody>
                  <a:tcPr marL="36000" marR="36000" marT="0" marB="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914400" rtl="0" eaLnBrk="0" fontAlgn="ctr" latinLnBrk="1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323232"/>
                        </a:buClr>
                        <a:buSzPct val="100000"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kumimoji="1" lang="ko-KR" altLang="en-US" sz="1100" b="0" i="0" u="none" strike="noStrike" kern="1200" cap="none" spc="-60" normalizeH="0" baseline="0" dirty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Rix고딕 M" panose="02020603020101020101" pitchFamily="18" charset="-127"/>
                          <a:ea typeface="Rix고딕 M" panose="02020603020101020101" pitchFamily="18" charset="-127"/>
                          <a:cs typeface="Arial" charset="0"/>
                        </a:rPr>
                        <a:t>통신을 위한 네트워크 경로 정보 전달</a:t>
                      </a:r>
                    </a:p>
                  </a:txBody>
                  <a:tcPr marL="36000" marR="36000" marT="0" marB="0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92075" marR="0" lvl="0" indent="-92075" algn="l" defTabSz="914400" rtl="0" eaLnBrk="0" fontAlgn="ctr" latinLnBrk="1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323232"/>
                        </a:buClr>
                        <a:buSzPct val="100000"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endParaRPr kumimoji="1" lang="ko-KR" altLang="en-US" sz="1100" b="0" i="0" u="none" strike="noStrike" kern="1200" cap="none" spc="-60" normalizeH="0" baseline="0" dirty="0" smtClean="0">
                        <a:ln>
                          <a:noFill/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uLnTx/>
                        <a:uFillTx/>
                        <a:latin typeface="Rix고딕 M" panose="02020603020101020101" pitchFamily="18" charset="-127"/>
                        <a:ea typeface="Rix고딕 M" panose="02020603020101020101" pitchFamily="18" charset="-127"/>
                        <a:cs typeface="Arial" charset="0"/>
                      </a:endParaRPr>
                    </a:p>
                  </a:txBody>
                  <a:tcPr marL="36000" marR="36000" marT="0" marB="0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326" name="그룹 325"/>
          <p:cNvGrpSpPr/>
          <p:nvPr/>
        </p:nvGrpSpPr>
        <p:grpSpPr>
          <a:xfrm>
            <a:off x="1156247" y="3107343"/>
            <a:ext cx="901707" cy="2041108"/>
            <a:chOff x="1307454" y="3330722"/>
            <a:chExt cx="901707" cy="2041108"/>
          </a:xfrm>
        </p:grpSpPr>
        <p:cxnSp>
          <p:nvCxnSpPr>
            <p:cNvPr id="327" name="직선 연결선 326"/>
            <p:cNvCxnSpPr/>
            <p:nvPr/>
          </p:nvCxnSpPr>
          <p:spPr>
            <a:xfrm flipV="1">
              <a:off x="1553153" y="3540410"/>
              <a:ext cx="0" cy="1247380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28" name="직선 연결선 327"/>
            <p:cNvCxnSpPr/>
            <p:nvPr/>
          </p:nvCxnSpPr>
          <p:spPr>
            <a:xfrm flipV="1">
              <a:off x="1966291" y="3540409"/>
              <a:ext cx="0" cy="1247381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29" name="직선 연결선 328"/>
            <p:cNvCxnSpPr/>
            <p:nvPr/>
          </p:nvCxnSpPr>
          <p:spPr>
            <a:xfrm flipH="1">
              <a:off x="1487171" y="3464676"/>
              <a:ext cx="535414" cy="0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30" name="직선 연결선 329"/>
            <p:cNvCxnSpPr/>
            <p:nvPr/>
          </p:nvCxnSpPr>
          <p:spPr>
            <a:xfrm flipH="1">
              <a:off x="1487171" y="4569080"/>
              <a:ext cx="535414" cy="0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pic>
          <p:nvPicPr>
            <p:cNvPr id="331" name="Picture 15" descr="firewall_corp_orange"/>
            <p:cNvPicPr>
              <a:picLocks noChangeAspect="1" noChangeArrowheads="1"/>
            </p:cNvPicPr>
            <p:nvPr/>
          </p:nvPicPr>
          <p:blipFill>
            <a:blip r:embed="rId17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59079" y="3904985"/>
              <a:ext cx="178496" cy="2047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32" name="Picture 15" descr="firewall_corp_orange"/>
            <p:cNvPicPr>
              <a:picLocks noChangeAspect="1" noChangeArrowheads="1"/>
            </p:cNvPicPr>
            <p:nvPr/>
          </p:nvPicPr>
          <p:blipFill>
            <a:blip r:embed="rId17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75778" y="3904985"/>
              <a:ext cx="178496" cy="2047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cxnSp>
          <p:nvCxnSpPr>
            <p:cNvPr id="333" name="직선 연결선 332"/>
            <p:cNvCxnSpPr>
              <a:stCxn id="332" idx="1"/>
              <a:endCxn id="331" idx="3"/>
            </p:cNvCxnSpPr>
            <p:nvPr/>
          </p:nvCxnSpPr>
          <p:spPr>
            <a:xfrm flipH="1">
              <a:off x="1637575" y="4007364"/>
              <a:ext cx="238204" cy="0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pic>
          <p:nvPicPr>
            <p:cNvPr id="334" name="Picture 249" descr="11 copy"/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63303" y="3331372"/>
              <a:ext cx="169846" cy="2469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35" name="Picture 249" descr="11 copy"/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81404" y="3330722"/>
              <a:ext cx="169846" cy="2469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36" name="Picture 249" descr="11 copy"/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63303" y="4436272"/>
              <a:ext cx="169846" cy="2469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37" name="Picture 249" descr="11 copy"/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81404" y="4435622"/>
              <a:ext cx="169846" cy="2469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38" name="Line 27"/>
            <p:cNvSpPr>
              <a:spLocks noChangeShapeType="1"/>
            </p:cNvSpPr>
            <p:nvPr/>
          </p:nvSpPr>
          <p:spPr bwMode="auto">
            <a:xfrm>
              <a:off x="1307454" y="4787790"/>
              <a:ext cx="901707" cy="0"/>
            </a:xfrm>
            <a:prstGeom prst="line">
              <a:avLst/>
            </a:prstGeom>
            <a:gradFill rotWithShape="0">
              <a:gsLst>
                <a:gs pos="0">
                  <a:schemeClr val="accent1"/>
                </a:gs>
                <a:gs pos="100000">
                  <a:schemeClr val="bg1"/>
                </a:gs>
              </a:gsLst>
              <a:lin ang="5400000" scaled="1"/>
            </a:gradFill>
            <a:ln w="9525" cap="flat" cmpd="sng" algn="ctr">
              <a:solidFill>
                <a:schemeClr val="bg1">
                  <a:lumMod val="65000"/>
                </a:schemeClr>
              </a:solidFill>
              <a:prstDash val="solid"/>
              <a:round/>
              <a:headEnd type="oval" w="sm" len="sm"/>
              <a:tailEnd type="oval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2694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 dirty="0"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</p:txBody>
        </p:sp>
        <p:pic>
          <p:nvPicPr>
            <p:cNvPr id="339" name="Picture 379" descr="서버 copy"/>
            <p:cNvPicPr>
              <a:picLocks noChangeAspect="1" noChangeArrowheads="1"/>
            </p:cNvPicPr>
            <p:nvPr/>
          </p:nvPicPr>
          <p:blipFill>
            <a:blip r:embed="rId1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12800" y="5074231"/>
              <a:ext cx="172154" cy="2912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40" name="Picture 379" descr="서버 copy"/>
            <p:cNvPicPr>
              <a:picLocks noChangeAspect="1" noChangeArrowheads="1"/>
            </p:cNvPicPr>
            <p:nvPr/>
          </p:nvPicPr>
          <p:blipFill>
            <a:blip r:embed="rId1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51333" y="5074231"/>
              <a:ext cx="172154" cy="2912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41" name="Picture 379" descr="서버 copy"/>
            <p:cNvPicPr>
              <a:picLocks noChangeAspect="1" noChangeArrowheads="1"/>
            </p:cNvPicPr>
            <p:nvPr/>
          </p:nvPicPr>
          <p:blipFill>
            <a:blip r:embed="rId1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89866" y="5075818"/>
              <a:ext cx="172154" cy="2912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42" name="Picture 379" descr="서버 copy"/>
            <p:cNvPicPr>
              <a:picLocks noChangeAspect="1" noChangeArrowheads="1"/>
            </p:cNvPicPr>
            <p:nvPr/>
          </p:nvPicPr>
          <p:blipFill>
            <a:blip r:embed="rId1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028399" y="5080581"/>
              <a:ext cx="172154" cy="2912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cxnSp>
          <p:nvCxnSpPr>
            <p:cNvPr id="343" name="꺾인 연결선 342"/>
            <p:cNvCxnSpPr>
              <a:stCxn id="339" idx="0"/>
              <a:endCxn id="342" idx="0"/>
            </p:cNvCxnSpPr>
            <p:nvPr/>
          </p:nvCxnSpPr>
          <p:spPr bwMode="auto">
            <a:xfrm rot="16200000" flipH="1">
              <a:off x="1753502" y="4719607"/>
              <a:ext cx="6350" cy="715599"/>
            </a:xfrm>
            <a:prstGeom prst="bentConnector3">
              <a:avLst>
                <a:gd name="adj1" fmla="val -2300000"/>
              </a:avLst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xtLst/>
          </p:spPr>
        </p:cxnSp>
        <p:cxnSp>
          <p:nvCxnSpPr>
            <p:cNvPr id="344" name="직선 연결선 343"/>
            <p:cNvCxnSpPr/>
            <p:nvPr/>
          </p:nvCxnSpPr>
          <p:spPr bwMode="auto">
            <a:xfrm>
              <a:off x="1760167" y="4787790"/>
              <a:ext cx="0" cy="145352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</p:spPr>
        </p:cxnSp>
        <p:sp>
          <p:nvSpPr>
            <p:cNvPr id="345" name="Rectangle 2073"/>
            <p:cNvSpPr>
              <a:spLocks noChangeArrowheads="1"/>
            </p:cNvSpPr>
            <p:nvPr/>
          </p:nvSpPr>
          <p:spPr bwMode="gray">
            <a:xfrm>
              <a:off x="1583425" y="4947988"/>
              <a:ext cx="353484" cy="12311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/>
          </p:spPr>
          <p:txBody>
            <a:bodyPr wrap="square" lIns="0" tIns="0" rIns="0" bIns="0" anchor="ctr">
              <a:spAutoFit/>
            </a:bodyPr>
            <a:lstStyle>
              <a:lvl1pPr eaLnBrk="0" hangingPunct="0">
                <a:defRPr kumimoji="1" sz="1200">
                  <a:solidFill>
                    <a:schemeClr val="tx1"/>
                  </a:solidFill>
                  <a:latin typeface="산돌고딕B" panose="02030504000101010101" pitchFamily="18" charset="-127"/>
                  <a:ea typeface="산돌고딕B" panose="02030504000101010101" pitchFamily="18" charset="-127"/>
                </a:defRPr>
              </a:lvl1pPr>
              <a:lvl2pPr marL="742950" indent="-285750" eaLnBrk="0" hangingPunct="0">
                <a:defRPr kumimoji="1" sz="1200">
                  <a:solidFill>
                    <a:schemeClr val="tx1"/>
                  </a:solidFill>
                  <a:latin typeface="산돌고딕B" panose="02030504000101010101" pitchFamily="18" charset="-127"/>
                  <a:ea typeface="산돌고딕B" panose="02030504000101010101" pitchFamily="18" charset="-127"/>
                </a:defRPr>
              </a:lvl2pPr>
              <a:lvl3pPr marL="1143000" indent="-228600" eaLnBrk="0" hangingPunct="0">
                <a:defRPr kumimoji="1" sz="1200">
                  <a:solidFill>
                    <a:schemeClr val="tx1"/>
                  </a:solidFill>
                  <a:latin typeface="산돌고딕B" panose="02030504000101010101" pitchFamily="18" charset="-127"/>
                  <a:ea typeface="산돌고딕B" panose="02030504000101010101" pitchFamily="18" charset="-127"/>
                </a:defRPr>
              </a:lvl3pPr>
              <a:lvl4pPr marL="1600200" indent="-228600" eaLnBrk="0" hangingPunct="0">
                <a:defRPr kumimoji="1" sz="1200">
                  <a:solidFill>
                    <a:schemeClr val="tx1"/>
                  </a:solidFill>
                  <a:latin typeface="산돌고딕B" panose="02030504000101010101" pitchFamily="18" charset="-127"/>
                  <a:ea typeface="산돌고딕B" panose="02030504000101010101" pitchFamily="18" charset="-127"/>
                </a:defRPr>
              </a:lvl4pPr>
              <a:lvl5pPr marL="2057400" indent="-228600" eaLnBrk="0" hangingPunct="0">
                <a:defRPr kumimoji="1" sz="1200">
                  <a:solidFill>
                    <a:schemeClr val="tx1"/>
                  </a:solidFill>
                  <a:latin typeface="산돌고딕B" panose="02030504000101010101" pitchFamily="18" charset="-127"/>
                  <a:ea typeface="산돌고딕B" panose="02030504000101010101" pitchFamily="18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산돌고딕B" panose="02030504000101010101" pitchFamily="18" charset="-127"/>
                  <a:ea typeface="산돌고딕B" panose="02030504000101010101" pitchFamily="18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산돌고딕B" panose="02030504000101010101" pitchFamily="18" charset="-127"/>
                  <a:ea typeface="산돌고딕B" panose="02030504000101010101" pitchFamily="18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산돌고딕B" panose="02030504000101010101" pitchFamily="18" charset="-127"/>
                  <a:ea typeface="산돌고딕B" panose="02030504000101010101" pitchFamily="18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산돌고딕B" panose="02030504000101010101" pitchFamily="18" charset="-127"/>
                  <a:ea typeface="산돌고딕B" panose="02030504000101010101" pitchFamily="18" charset="-127"/>
                </a:defRPr>
              </a:lvl9pPr>
            </a:lstStyle>
            <a:p>
              <a:pPr algn="ctr" eaLnBrk="1" hangingPunct="1"/>
              <a:r>
                <a:rPr kumimoji="0" lang="ko-KR" altLang="en-US" sz="800" spc="-5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Rix고딕 M" panose="02020603020101020101" pitchFamily="18" charset="-127"/>
                  <a:ea typeface="Rix고딕 M" panose="02020603020101020101" pitchFamily="18" charset="-127"/>
                </a:rPr>
                <a:t>서버군</a:t>
              </a:r>
              <a:endParaRPr kumimoji="0"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Rix고딕 M" panose="02020603020101020101" pitchFamily="18" charset="-127"/>
                <a:ea typeface="Rix고딕 M" panose="02020603020101020101" pitchFamily="18" charset="-127"/>
              </a:endParaRPr>
            </a:p>
          </p:txBody>
        </p:sp>
      </p:grpSp>
      <p:sp>
        <p:nvSpPr>
          <p:cNvPr id="346" name="줄무늬가 있는 오른쪽 화살표 345"/>
          <p:cNvSpPr/>
          <p:nvPr/>
        </p:nvSpPr>
        <p:spPr>
          <a:xfrm>
            <a:off x="2051250" y="3644383"/>
            <a:ext cx="1185038" cy="519969"/>
          </a:xfrm>
          <a:prstGeom prst="stripedRight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347" name="Text Box 294"/>
          <p:cNvSpPr txBox="1">
            <a:spLocks noChangeArrowheads="1"/>
          </p:cNvSpPr>
          <p:nvPr/>
        </p:nvSpPr>
        <p:spPr bwMode="auto">
          <a:xfrm>
            <a:off x="2098471" y="3783979"/>
            <a:ext cx="1047719" cy="2419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36000" rIns="0" bIns="36000">
            <a:spAutoFit/>
          </a:bodyPr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+mn-cs"/>
              </a:defRPr>
            </a:lvl9pPr>
          </a:lstStyle>
          <a:p>
            <a:pPr algn="ctr"/>
            <a:r>
              <a:rPr lang="en-US" altLang="ko-KR" sz="1100" spc="-80" dirty="0" smtClean="0">
                <a:solidFill>
                  <a:schemeClr val="bg1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Routing </a:t>
            </a:r>
            <a:r>
              <a:rPr lang="ko-KR" altLang="en-US" sz="1100" spc="-80" dirty="0" smtClean="0">
                <a:solidFill>
                  <a:schemeClr val="bg1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연계</a:t>
            </a:r>
            <a:endParaRPr lang="ko-KR" altLang="en-US" sz="1100" spc="-80" dirty="0">
              <a:solidFill>
                <a:schemeClr val="bg1"/>
              </a:solidFill>
              <a:latin typeface="Rix모던고딕 B" panose="02020603020101020101" pitchFamily="18" charset="-127"/>
              <a:ea typeface="Rix모던고딕 B" panose="02020603020101020101" pitchFamily="18" charset="-127"/>
            </a:endParaRPr>
          </a:p>
        </p:txBody>
      </p:sp>
      <p:sp>
        <p:nvSpPr>
          <p:cNvPr id="348" name="직사각형 347"/>
          <p:cNvSpPr/>
          <p:nvPr/>
        </p:nvSpPr>
        <p:spPr>
          <a:xfrm>
            <a:off x="686437" y="6804420"/>
            <a:ext cx="2173993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spc="-5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Rix고딕 M" panose="02020603020101020101" pitchFamily="18" charset="-127"/>
                <a:ea typeface="Rix고딕 M" panose="02020603020101020101" pitchFamily="18" charset="-127"/>
              </a:rPr>
              <a:t>※ </a:t>
            </a:r>
            <a:r>
              <a:rPr lang="ko-KR" altLang="en-US" sz="10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Rix고딕 M" panose="02020603020101020101" pitchFamily="18" charset="-127"/>
                <a:ea typeface="Rix고딕 M" panose="02020603020101020101" pitchFamily="18" charset="-127"/>
              </a:rPr>
              <a:t>보안접속 방식을 적용하여 보안성 강화</a:t>
            </a:r>
          </a:p>
        </p:txBody>
      </p:sp>
      <p:sp>
        <p:nvSpPr>
          <p:cNvPr id="349" name="양쪽 모서리가 둥근 사각형 348"/>
          <p:cNvSpPr/>
          <p:nvPr/>
        </p:nvSpPr>
        <p:spPr>
          <a:xfrm>
            <a:off x="731520" y="2600881"/>
            <a:ext cx="1828800" cy="324860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 smtClean="0">
              <a:solidFill>
                <a:schemeClr val="tx1"/>
              </a:solidFill>
            </a:endParaRPr>
          </a:p>
        </p:txBody>
      </p:sp>
      <p:sp>
        <p:nvSpPr>
          <p:cNvPr id="350" name="LcS38"/>
          <p:cNvSpPr>
            <a:spLocks noChangeArrowheads="1"/>
          </p:cNvSpPr>
          <p:nvPr/>
        </p:nvSpPr>
        <p:spPr bwMode="auto">
          <a:xfrm>
            <a:off x="1014457" y="2653966"/>
            <a:ext cx="1311380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defTabSz="893763" eaLnBrk="0" hangingPunct="0">
              <a:defRPr kumimoji="1" b="1">
                <a:solidFill>
                  <a:srgbClr val="4D4D4D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defTabSz="893763" eaLnBrk="0" hangingPunct="0">
              <a:defRPr kumimoji="1" b="1">
                <a:solidFill>
                  <a:srgbClr val="4D4D4D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defTabSz="893763" eaLnBrk="0" hangingPunct="0">
              <a:defRPr kumimoji="1" b="1">
                <a:solidFill>
                  <a:srgbClr val="4D4D4D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defTabSz="893763" eaLnBrk="0" hangingPunct="0">
              <a:defRPr kumimoji="1" b="1">
                <a:solidFill>
                  <a:srgbClr val="4D4D4D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defTabSz="893763" eaLnBrk="0" hangingPunct="0">
              <a:defRPr kumimoji="1" b="1">
                <a:solidFill>
                  <a:srgbClr val="4D4D4D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defTabSz="893763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rgbClr val="4D4D4D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defTabSz="893763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rgbClr val="4D4D4D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defTabSz="893763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rgbClr val="4D4D4D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defTabSz="893763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rgbClr val="4D4D4D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marL="0" lvl="1" indent="0" algn="ctr" defTabSz="964875" eaLnBrk="1" latinLnBrk="0" hangingPunct="1">
              <a:spcBef>
                <a:spcPts val="280"/>
              </a:spcBef>
              <a:spcAft>
                <a:spcPts val="280"/>
              </a:spcAft>
              <a:buClr>
                <a:srgbClr val="333333"/>
              </a:buClr>
              <a:buSzPct val="90000"/>
            </a:pPr>
            <a:r>
              <a:rPr lang="ko-KR" altLang="en-US" sz="1400" b="0" kern="0" spc="-100" dirty="0">
                <a:solidFill>
                  <a:schemeClr val="bg1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인터넷</a:t>
            </a:r>
            <a:r>
              <a:rPr lang="en-US" altLang="ko-KR" sz="1400" b="0" kern="0" spc="-100" dirty="0">
                <a:solidFill>
                  <a:schemeClr val="bg1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/</a:t>
            </a:r>
            <a:r>
              <a:rPr lang="ko-KR" altLang="en-US" sz="1400" b="0" kern="0" spc="-100" dirty="0" smtClean="0">
                <a:solidFill>
                  <a:schemeClr val="bg1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인트라넷 </a:t>
            </a:r>
            <a:r>
              <a:rPr lang="ko-KR" altLang="en-US" sz="1400" b="0" kern="0" spc="-100" dirty="0">
                <a:solidFill>
                  <a:schemeClr val="bg1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망</a:t>
            </a:r>
            <a:endParaRPr lang="en-US" altLang="ko-KR" sz="1400" b="0" kern="0" spc="-100" dirty="0">
              <a:solidFill>
                <a:schemeClr val="bg1"/>
              </a:solidFill>
              <a:latin typeface="Rix모던고딕 B" panose="02020603020101020101" pitchFamily="18" charset="-127"/>
              <a:ea typeface="Rix모던고딕 B" panose="02020603020101020101" pitchFamily="18" charset="-127"/>
            </a:endParaRPr>
          </a:p>
        </p:txBody>
      </p:sp>
      <p:sp>
        <p:nvSpPr>
          <p:cNvPr id="351" name="LcS38"/>
          <p:cNvSpPr>
            <a:spLocks noChangeArrowheads="1"/>
          </p:cNvSpPr>
          <p:nvPr/>
        </p:nvSpPr>
        <p:spPr bwMode="auto">
          <a:xfrm>
            <a:off x="3328613" y="2653966"/>
            <a:ext cx="2010601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defTabSz="893763" eaLnBrk="0" hangingPunct="0">
              <a:defRPr kumimoji="1" b="1">
                <a:solidFill>
                  <a:srgbClr val="4D4D4D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defTabSz="893763" eaLnBrk="0" hangingPunct="0">
              <a:defRPr kumimoji="1" b="1">
                <a:solidFill>
                  <a:srgbClr val="4D4D4D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defTabSz="893763" eaLnBrk="0" hangingPunct="0">
              <a:defRPr kumimoji="1" b="1">
                <a:solidFill>
                  <a:srgbClr val="4D4D4D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defTabSz="893763" eaLnBrk="0" hangingPunct="0">
              <a:defRPr kumimoji="1" b="1">
                <a:solidFill>
                  <a:srgbClr val="4D4D4D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defTabSz="893763" eaLnBrk="0" hangingPunct="0">
              <a:defRPr kumimoji="1" b="1">
                <a:solidFill>
                  <a:srgbClr val="4D4D4D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defTabSz="893763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rgbClr val="4D4D4D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defTabSz="893763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rgbClr val="4D4D4D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defTabSz="893763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rgbClr val="4D4D4D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defTabSz="893763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rgbClr val="4D4D4D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marL="0" lvl="1" indent="0" algn="ctr" defTabSz="964875" eaLnBrk="1" latinLnBrk="0" hangingPunct="1">
              <a:spcBef>
                <a:spcPts val="280"/>
              </a:spcBef>
              <a:spcAft>
                <a:spcPts val="280"/>
              </a:spcAft>
              <a:buClr>
                <a:srgbClr val="333333"/>
              </a:buClr>
              <a:buSzPct val="90000"/>
            </a:pPr>
            <a:r>
              <a:rPr lang="ko-KR" altLang="en-US" sz="1400" b="0" kern="0" spc="-100" dirty="0">
                <a:solidFill>
                  <a:schemeClr val="bg1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정보보호체계 구축영역</a:t>
            </a:r>
          </a:p>
        </p:txBody>
      </p:sp>
      <p:pic>
        <p:nvPicPr>
          <p:cNvPr id="145" name="Picture 12" descr="G:\work\다원아이씨티\충북교육정보원\표지-07.png"/>
          <p:cNvPicPr>
            <a:picLocks noChangeAspect="1" noChangeArrowheads="1"/>
          </p:cNvPicPr>
          <p:nvPr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1429476" flipH="1">
            <a:off x="145638" y="1147303"/>
            <a:ext cx="1816558" cy="6906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6" name="제목 1"/>
          <p:cNvSpPr txBox="1">
            <a:spLocks/>
          </p:cNvSpPr>
          <p:nvPr/>
        </p:nvSpPr>
        <p:spPr>
          <a:xfrm>
            <a:off x="1190737" y="321227"/>
            <a:ext cx="1048002" cy="421098"/>
          </a:xfrm>
          <a:prstGeom prst="rect">
            <a:avLst/>
          </a:prstGeom>
        </p:spPr>
        <p:txBody>
          <a:bodyPr lIns="96487" tIns="48244" rIns="96487" bIns="48244"/>
          <a:lstStyle>
            <a:lvl1pPr algn="l" defTabSz="995690" rtl="0" eaLnBrk="1" latinLnBrk="1" hangingPunct="1">
              <a:spcBef>
                <a:spcPct val="0"/>
              </a:spcBef>
              <a:buNone/>
              <a:defRPr sz="3500" kern="1200">
                <a:solidFill>
                  <a:schemeClr val="tx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+mj-cs"/>
              </a:defRPr>
            </a:lvl1pPr>
          </a:lstStyle>
          <a:p>
            <a:r>
              <a:rPr lang="ko-KR" altLang="en-US" sz="1800" spc="-96" dirty="0" smtClean="0">
                <a:solidFill>
                  <a:schemeClr val="bg1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전략 </a:t>
            </a:r>
            <a:r>
              <a:rPr lang="en-US" altLang="ko-KR" sz="1800" spc="-96" dirty="0" smtClean="0">
                <a:solidFill>
                  <a:schemeClr val="bg1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04</a:t>
            </a:r>
            <a:endParaRPr lang="ko-KR" altLang="en-US" sz="1800" spc="-96" dirty="0">
              <a:solidFill>
                <a:schemeClr val="bg1"/>
              </a:solidFill>
              <a:latin typeface="Rix모던고딕 B" panose="02020603020101020101" pitchFamily="18" charset="-127"/>
              <a:ea typeface="Rix모던고딕 B" panose="02020603020101020101" pitchFamily="18" charset="-127"/>
            </a:endParaRPr>
          </a:p>
        </p:txBody>
      </p:sp>
      <p:sp>
        <p:nvSpPr>
          <p:cNvPr id="147" name="TextBox 146"/>
          <p:cNvSpPr txBox="1"/>
          <p:nvPr/>
        </p:nvSpPr>
        <p:spPr>
          <a:xfrm>
            <a:off x="2404577" y="356680"/>
            <a:ext cx="1068085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algn="ctr">
              <a:defRPr sz="2000" b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+mn-ea"/>
              </a:defRPr>
            </a:lvl1pPr>
          </a:lstStyle>
          <a:p>
            <a:pPr algn="l" defTabSz="767222" latinLnBrk="0">
              <a:spcBef>
                <a:spcPts val="84"/>
              </a:spcBef>
              <a:spcAft>
                <a:spcPts val="84"/>
              </a:spcAft>
            </a:pPr>
            <a:r>
              <a:rPr lang="ko-KR" altLang="en-US" b="0" spc="-191" dirty="0">
                <a:ln>
                  <a:solidFill>
                    <a:prstClr val="white">
                      <a:alpha val="10000"/>
                    </a:prstClr>
                  </a:solidFill>
                </a:ln>
                <a:solidFill>
                  <a:schemeClr val="bg1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보안성</a:t>
            </a:r>
          </a:p>
        </p:txBody>
      </p:sp>
    </p:spTree>
    <p:extLst>
      <p:ext uri="{BB962C8B-B14F-4D97-AF65-F5344CB8AC3E}">
        <p14:creationId xmlns:p14="http://schemas.microsoft.com/office/powerpoint/2010/main" val="17174726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직사각형 126"/>
          <p:cNvSpPr/>
          <p:nvPr/>
        </p:nvSpPr>
        <p:spPr>
          <a:xfrm>
            <a:off x="5835725" y="2377486"/>
            <a:ext cx="4451661" cy="3318972"/>
          </a:xfrm>
          <a:prstGeom prst="rect">
            <a:avLst/>
          </a:prstGeom>
          <a:solidFill>
            <a:schemeClr val="bg1">
              <a:lumMod val="7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6487" tIns="48244" rIns="96487" bIns="48244" rtlCol="0" anchor="ctr"/>
          <a:lstStyle/>
          <a:p>
            <a:pPr algn="ctr"/>
            <a:endParaRPr lang="ko-KR" altLang="en-US" dirty="0">
              <a:solidFill>
                <a:schemeClr val="tx1">
                  <a:lumMod val="75000"/>
                  <a:lumOff val="25000"/>
                </a:schemeClr>
              </a:solidFill>
              <a:latin typeface="Rix모던고딕 M" panose="02020603020101020101" pitchFamily="18" charset="-127"/>
              <a:ea typeface="Rix모던고딕 M" panose="02020603020101020101" pitchFamily="18" charset="-127"/>
            </a:endParaRPr>
          </a:p>
        </p:txBody>
      </p:sp>
      <p:grpSp>
        <p:nvGrpSpPr>
          <p:cNvPr id="128" name="그룹 127"/>
          <p:cNvGrpSpPr/>
          <p:nvPr/>
        </p:nvGrpSpPr>
        <p:grpSpPr>
          <a:xfrm>
            <a:off x="5835725" y="2053952"/>
            <a:ext cx="4451661" cy="385085"/>
            <a:chOff x="794613" y="2411623"/>
            <a:chExt cx="4804438" cy="396000"/>
          </a:xfrm>
        </p:grpSpPr>
        <p:sp>
          <p:nvSpPr>
            <p:cNvPr id="129" name="Text Box 358" descr="도식1"/>
            <p:cNvSpPr>
              <a:spLocks noChangeArrowheads="1"/>
            </p:cNvSpPr>
            <p:nvPr/>
          </p:nvSpPr>
          <p:spPr bwMode="auto">
            <a:xfrm>
              <a:off x="794613" y="2411623"/>
              <a:ext cx="4804438" cy="396000"/>
            </a:xfrm>
            <a:prstGeom prst="roundRect">
              <a:avLst>
                <a:gd name="adj" fmla="val 0"/>
              </a:avLst>
            </a:prstGeom>
            <a:gradFill flip="none" rotWithShape="1">
              <a:gsLst>
                <a:gs pos="0">
                  <a:schemeClr val="tx1">
                    <a:lumMod val="85000"/>
                    <a:lumOff val="15000"/>
                  </a:schemeClr>
                </a:gs>
                <a:gs pos="100000">
                  <a:schemeClr val="tx1">
                    <a:lumMod val="75000"/>
                    <a:lumOff val="25000"/>
                  </a:schemeClr>
                </a:gs>
              </a:gsLst>
              <a:lin ang="0" scaled="0"/>
              <a:tileRect/>
            </a:gradFill>
            <a:ln w="12700" cap="rnd" cmpd="sng">
              <a:noFill/>
              <a:prstDash val="solid"/>
              <a:headEnd type="none" w="lg" len="med"/>
              <a:tailEnd type="none" w="lg" len="med"/>
            </a:ln>
            <a:effectLst>
              <a:outerShdw blurRad="38100" dist="12700" dir="5400000" sx="99000" sy="99000" algn="t" rotWithShape="0">
                <a:prstClr val="black">
                  <a:alpha val="25000"/>
                </a:prstClr>
              </a:outerShdw>
            </a:effectLst>
          </p:spPr>
          <p:style>
            <a:lnRef idx="1">
              <a:schemeClr val="accent5"/>
            </a:lnRef>
            <a:fillRef idx="3">
              <a:schemeClr val="accent5"/>
            </a:fillRef>
            <a:effectRef idx="2">
              <a:schemeClr val="accent5"/>
            </a:effectRef>
            <a:fontRef idx="minor">
              <a:schemeClr val="lt1"/>
            </a:fontRef>
          </p:style>
          <p:txBody>
            <a:bodyPr wrap="none" tIns="158759"/>
            <a:lstStyle/>
            <a:p>
              <a:pPr algn="ctr" latinLnBrk="0"/>
              <a:endParaRPr lang="ko-KR" altLang="en-US" sz="1700" spc="-93" dirty="0">
                <a:gradFill>
                  <a:gsLst>
                    <a:gs pos="0">
                      <a:prstClr val="white"/>
                    </a:gs>
                    <a:gs pos="100000">
                      <a:prstClr val="white"/>
                    </a:gs>
                  </a:gsLst>
                  <a:lin ang="5400000" scaled="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ix모던고딕 B" panose="02020603020101020101" pitchFamily="18" charset="-127"/>
                <a:ea typeface="Rix모던고딕 B" panose="02020603020101020101" pitchFamily="18" charset="-127"/>
              </a:endParaRPr>
            </a:p>
          </p:txBody>
        </p:sp>
        <p:sp>
          <p:nvSpPr>
            <p:cNvPr id="130" name="TextBox 129"/>
            <p:cNvSpPr txBox="1"/>
            <p:nvPr/>
          </p:nvSpPr>
          <p:spPr>
            <a:xfrm>
              <a:off x="2287713" y="2475111"/>
              <a:ext cx="1733771" cy="269025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spAutoFit/>
            </a:bodyPr>
            <a:lstStyle>
              <a:defPPr>
                <a:defRPr lang="ko-KR"/>
              </a:defPPr>
              <a:lvl1pPr algn="ctr">
                <a:defRPr sz="2000">
                  <a:gradFill flip="none" rotWithShape="1">
                    <a:gsLst>
                      <a:gs pos="0">
                        <a:prstClr val="white">
                          <a:lumMod val="0"/>
                          <a:lumOff val="100000"/>
                        </a:prstClr>
                      </a:gs>
                      <a:gs pos="100000">
                        <a:prstClr val="white">
                          <a:lumMod val="0"/>
                          <a:lumOff val="100000"/>
                        </a:prstClr>
                      </a:gs>
                    </a:gsLst>
                    <a:lin ang="6000000" scaled="0"/>
                    <a:tileRect/>
                  </a:gradFill>
                  <a:latin typeface="뫼비우스 Bold" panose="02000500000000000000" pitchFamily="2" charset="-127"/>
                  <a:ea typeface="뫼비우스 Bold" panose="02000500000000000000" pitchFamily="2" charset="-127"/>
                </a:defRPr>
              </a:lvl1pPr>
              <a:lvl2pPr>
                <a:defRPr>
                  <a:solidFill>
                    <a:schemeClr val="tx1"/>
                  </a:solidFill>
                </a:defRPr>
              </a:lvl2pPr>
              <a:lvl3pPr>
                <a:defRPr>
                  <a:solidFill>
                    <a:schemeClr val="tx1"/>
                  </a:solidFill>
                </a:defRPr>
              </a:lvl3pPr>
              <a:lvl4pPr>
                <a:defRPr>
                  <a:solidFill>
                    <a:schemeClr val="tx1"/>
                  </a:solidFill>
                </a:defRPr>
              </a:lvl4pPr>
              <a:lvl5pPr>
                <a:defRPr>
                  <a:solidFill>
                    <a:schemeClr val="tx1"/>
                  </a:solidFill>
                </a:defRPr>
              </a:lvl5pPr>
              <a:lvl6pPr>
                <a:defRPr>
                  <a:solidFill>
                    <a:schemeClr val="tx1"/>
                  </a:solidFill>
                </a:defRPr>
              </a:lvl6pPr>
              <a:lvl7pPr>
                <a:defRPr>
                  <a:solidFill>
                    <a:schemeClr val="tx1"/>
                  </a:solidFill>
                </a:defRPr>
              </a:lvl7pPr>
              <a:lvl8pPr>
                <a:defRPr>
                  <a:solidFill>
                    <a:schemeClr val="tx1"/>
                  </a:solidFill>
                </a:defRPr>
              </a:lvl8pPr>
              <a:lvl9pPr>
                <a:defRPr>
                  <a:solidFill>
                    <a:schemeClr val="tx1"/>
                  </a:solidFill>
                </a:defRPr>
              </a:lvl9pPr>
            </a:lstStyle>
            <a:p>
              <a:pPr latinLnBrk="0"/>
              <a:r>
                <a:rPr lang="ko-KR" altLang="en-US" sz="1700" spc="-93" dirty="0">
                  <a:latin typeface="Rix모던고딕 B" panose="02020603020101020101" pitchFamily="18" charset="-127"/>
                  <a:ea typeface="Rix모던고딕 B" panose="02020603020101020101" pitchFamily="18" charset="-127"/>
                </a:rPr>
                <a:t>장비 내 트래픽 분리</a:t>
              </a:r>
            </a:p>
          </p:txBody>
        </p:sp>
      </p:grpSp>
      <p:sp>
        <p:nvSpPr>
          <p:cNvPr id="101" name="직사각형 100"/>
          <p:cNvSpPr/>
          <p:nvPr/>
        </p:nvSpPr>
        <p:spPr>
          <a:xfrm>
            <a:off x="495299" y="2377486"/>
            <a:ext cx="5130801" cy="3318972"/>
          </a:xfrm>
          <a:prstGeom prst="rect">
            <a:avLst/>
          </a:prstGeom>
          <a:solidFill>
            <a:schemeClr val="bg1">
              <a:lumMod val="7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6487" tIns="48244" rIns="96487" bIns="48244" rtlCol="0" anchor="ctr"/>
          <a:lstStyle/>
          <a:p>
            <a:pPr algn="ctr"/>
            <a:endParaRPr lang="ko-KR" altLang="en-US" dirty="0">
              <a:solidFill>
                <a:schemeClr val="tx1">
                  <a:lumMod val="75000"/>
                  <a:lumOff val="25000"/>
                </a:schemeClr>
              </a:solidFill>
              <a:latin typeface="Rix모던고딕 M" panose="02020603020101020101" pitchFamily="18" charset="-127"/>
              <a:ea typeface="Rix모던고딕 M" panose="02020603020101020101" pitchFamily="18" charset="-127"/>
            </a:endParaRPr>
          </a:p>
        </p:txBody>
      </p:sp>
      <p:pic>
        <p:nvPicPr>
          <p:cNvPr id="3077" name="Picture 5" descr="G:\work\다원아이씨티\국방전산정보원\이미지들-07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4659" y="3073160"/>
            <a:ext cx="969963" cy="1685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 descr="G:\work\다원아이씨티\국방전산정보원\이미지들-08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77819" y="3073160"/>
            <a:ext cx="969963" cy="1685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02" name="그룹 101"/>
          <p:cNvGrpSpPr/>
          <p:nvPr/>
        </p:nvGrpSpPr>
        <p:grpSpPr>
          <a:xfrm>
            <a:off x="495299" y="2053952"/>
            <a:ext cx="5130801" cy="385085"/>
            <a:chOff x="794613" y="2411623"/>
            <a:chExt cx="4804438" cy="396000"/>
          </a:xfrm>
        </p:grpSpPr>
        <p:sp>
          <p:nvSpPr>
            <p:cNvPr id="104" name="Text Box 358" descr="도식1"/>
            <p:cNvSpPr>
              <a:spLocks noChangeArrowheads="1"/>
            </p:cNvSpPr>
            <p:nvPr/>
          </p:nvSpPr>
          <p:spPr bwMode="auto">
            <a:xfrm>
              <a:off x="794613" y="2411623"/>
              <a:ext cx="4804438" cy="396000"/>
            </a:xfrm>
            <a:prstGeom prst="roundRect">
              <a:avLst>
                <a:gd name="adj" fmla="val 0"/>
              </a:avLst>
            </a:prstGeom>
            <a:gradFill flip="none" rotWithShape="1">
              <a:gsLst>
                <a:gs pos="0">
                  <a:srgbClr val="003C57"/>
                </a:gs>
                <a:gs pos="100000">
                  <a:srgbClr val="015478"/>
                </a:gs>
              </a:gsLst>
              <a:lin ang="10800000" scaled="1"/>
              <a:tileRect/>
            </a:gradFill>
            <a:ln w="12700" cap="rnd" cmpd="sng">
              <a:noFill/>
              <a:prstDash val="solid"/>
              <a:headEnd type="none" w="lg" len="med"/>
              <a:tailEnd type="none" w="lg" len="med"/>
            </a:ln>
            <a:effectLst>
              <a:outerShdw blurRad="38100" dist="12700" dir="5400000" sx="99000" sy="99000" algn="t" rotWithShape="0">
                <a:prstClr val="black">
                  <a:alpha val="25000"/>
                </a:prstClr>
              </a:outerShdw>
            </a:effectLst>
          </p:spPr>
          <p:style>
            <a:lnRef idx="1">
              <a:schemeClr val="accent5"/>
            </a:lnRef>
            <a:fillRef idx="3">
              <a:schemeClr val="accent5"/>
            </a:fillRef>
            <a:effectRef idx="2">
              <a:schemeClr val="accent5"/>
            </a:effectRef>
            <a:fontRef idx="minor">
              <a:schemeClr val="lt1"/>
            </a:fontRef>
          </p:style>
          <p:txBody>
            <a:bodyPr wrap="none" tIns="158759"/>
            <a:lstStyle/>
            <a:p>
              <a:pPr algn="ctr" latinLnBrk="0"/>
              <a:endParaRPr lang="ko-KR" altLang="en-US" sz="1700" spc="-93" dirty="0">
                <a:gradFill>
                  <a:gsLst>
                    <a:gs pos="0">
                      <a:prstClr val="white"/>
                    </a:gs>
                    <a:gs pos="100000">
                      <a:prstClr val="white"/>
                    </a:gs>
                  </a:gsLst>
                  <a:lin ang="5400000" scaled="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ix모던고딕 B" panose="02020603020101020101" pitchFamily="18" charset="-127"/>
                <a:ea typeface="Rix모던고딕 B" panose="02020603020101020101" pitchFamily="18" charset="-127"/>
              </a:endParaRPr>
            </a:p>
          </p:txBody>
        </p:sp>
        <p:sp>
          <p:nvSpPr>
            <p:cNvPr id="105" name="TextBox 104"/>
            <p:cNvSpPr txBox="1"/>
            <p:nvPr/>
          </p:nvSpPr>
          <p:spPr>
            <a:xfrm>
              <a:off x="1539481" y="2475111"/>
              <a:ext cx="3230234" cy="269025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spAutoFit/>
            </a:bodyPr>
            <a:lstStyle>
              <a:defPPr>
                <a:defRPr lang="ko-KR"/>
              </a:defPPr>
              <a:lvl1pPr algn="ctr">
                <a:defRPr sz="2000">
                  <a:gradFill flip="none" rotWithShape="1">
                    <a:gsLst>
                      <a:gs pos="0">
                        <a:prstClr val="white">
                          <a:lumMod val="0"/>
                          <a:lumOff val="100000"/>
                        </a:prstClr>
                      </a:gs>
                      <a:gs pos="100000">
                        <a:prstClr val="white">
                          <a:lumMod val="0"/>
                          <a:lumOff val="100000"/>
                        </a:prstClr>
                      </a:gs>
                    </a:gsLst>
                    <a:lin ang="6000000" scaled="0"/>
                    <a:tileRect/>
                  </a:gradFill>
                  <a:latin typeface="뫼비우스 Bold" panose="02000500000000000000" pitchFamily="2" charset="-127"/>
                  <a:ea typeface="뫼비우스 Bold" panose="02000500000000000000" pitchFamily="2" charset="-127"/>
                </a:defRPr>
              </a:lvl1pPr>
              <a:lvl2pPr>
                <a:defRPr>
                  <a:solidFill>
                    <a:schemeClr val="tx1"/>
                  </a:solidFill>
                </a:defRPr>
              </a:lvl2pPr>
              <a:lvl3pPr>
                <a:defRPr>
                  <a:solidFill>
                    <a:schemeClr val="tx1"/>
                  </a:solidFill>
                </a:defRPr>
              </a:lvl3pPr>
              <a:lvl4pPr>
                <a:defRPr>
                  <a:solidFill>
                    <a:schemeClr val="tx1"/>
                  </a:solidFill>
                </a:defRPr>
              </a:lvl4pPr>
              <a:lvl5pPr>
                <a:defRPr>
                  <a:solidFill>
                    <a:schemeClr val="tx1"/>
                  </a:solidFill>
                </a:defRPr>
              </a:lvl5pPr>
              <a:lvl6pPr>
                <a:defRPr>
                  <a:solidFill>
                    <a:schemeClr val="tx1"/>
                  </a:solidFill>
                </a:defRPr>
              </a:lvl6pPr>
              <a:lvl7pPr>
                <a:defRPr>
                  <a:solidFill>
                    <a:schemeClr val="tx1"/>
                  </a:solidFill>
                </a:defRPr>
              </a:lvl7pPr>
              <a:lvl8pPr>
                <a:defRPr>
                  <a:solidFill>
                    <a:schemeClr val="tx1"/>
                  </a:solidFill>
                </a:defRPr>
              </a:lvl8pPr>
              <a:lvl9pPr>
                <a:defRPr>
                  <a:solidFill>
                    <a:schemeClr val="tx1"/>
                  </a:solidFill>
                </a:defRPr>
              </a:lvl9pPr>
            </a:lstStyle>
            <a:p>
              <a:pPr latinLnBrk="0"/>
              <a:r>
                <a:rPr lang="ko-KR" altLang="en-US" sz="1700" spc="-93" dirty="0" smtClean="0">
                  <a:latin typeface="Rix모던고딕 B" panose="02020603020101020101" pitchFamily="18" charset="-127"/>
                  <a:ea typeface="Rix모던고딕 B" panose="02020603020101020101" pitchFamily="18" charset="-127"/>
                </a:rPr>
                <a:t>가상화</a:t>
              </a:r>
              <a:r>
                <a:rPr lang="en-US" altLang="ko-KR" sz="1700" spc="-93" dirty="0">
                  <a:latin typeface="Rix모던고딕 B" panose="02020603020101020101" pitchFamily="18" charset="-127"/>
                  <a:ea typeface="Rix모던고딕 B" panose="02020603020101020101" pitchFamily="18" charset="-127"/>
                </a:rPr>
                <a:t>(VRF)</a:t>
              </a:r>
              <a:r>
                <a:rPr lang="ko-KR" altLang="en-US" sz="1700" spc="-93" dirty="0">
                  <a:latin typeface="Rix모던고딕 B" panose="02020603020101020101" pitchFamily="18" charset="-127"/>
                  <a:ea typeface="Rix모던고딕 B" panose="02020603020101020101" pitchFamily="18" charset="-127"/>
                </a:rPr>
                <a:t>를 통한 보안성 및 안정성 확보</a:t>
              </a:r>
            </a:p>
          </p:txBody>
        </p:sp>
      </p:grpSp>
      <p:sp>
        <p:nvSpPr>
          <p:cNvPr id="252" name="직사각형 251"/>
          <p:cNvSpPr/>
          <p:nvPr/>
        </p:nvSpPr>
        <p:spPr>
          <a:xfrm>
            <a:off x="1916074" y="3167737"/>
            <a:ext cx="843351" cy="23231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6487" tIns="48244" rIns="96487" bIns="48244" rtlCol="0" anchor="ctr"/>
          <a:lstStyle/>
          <a:p>
            <a:pPr algn="ctr"/>
            <a:r>
              <a:rPr lang="ko-KR" altLang="en-US" sz="800" spc="-70" dirty="0" smtClean="0">
                <a:latin typeface="Rix모던고딕 B" panose="02020603020101020101" pitchFamily="18" charset="-127"/>
                <a:ea typeface="Rix모던고딕 B" panose="02020603020101020101" pitchFamily="18" charset="-127"/>
              </a:rPr>
              <a:t>논리 라우터 </a:t>
            </a:r>
            <a:r>
              <a:rPr lang="en-US" altLang="ko-KR" sz="800" spc="-70" dirty="0">
                <a:latin typeface="Rix모던고딕 B" panose="02020603020101020101" pitchFamily="18" charset="-127"/>
                <a:ea typeface="Rix모던고딕 B" panose="02020603020101020101" pitchFamily="18" charset="-127"/>
              </a:rPr>
              <a:t>1</a:t>
            </a:r>
            <a:endParaRPr lang="ko-KR" altLang="en-US" sz="800" spc="-70" dirty="0">
              <a:latin typeface="Rix모던고딕 B" panose="02020603020101020101" pitchFamily="18" charset="-127"/>
              <a:ea typeface="Rix모던고딕 B" panose="02020603020101020101" pitchFamily="18" charset="-127"/>
            </a:endParaRPr>
          </a:p>
        </p:txBody>
      </p:sp>
      <p:sp>
        <p:nvSpPr>
          <p:cNvPr id="253" name="직사각형 252"/>
          <p:cNvSpPr/>
          <p:nvPr/>
        </p:nvSpPr>
        <p:spPr>
          <a:xfrm>
            <a:off x="1916074" y="3448865"/>
            <a:ext cx="843351" cy="232312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6487" tIns="48244" rIns="96487" bIns="48244" rtlCol="0" anchor="ctr"/>
          <a:lstStyle/>
          <a:p>
            <a:pPr algn="ctr"/>
            <a:r>
              <a:rPr lang="ko-KR" altLang="en-US" sz="800" spc="-70" dirty="0" smtClean="0">
                <a:latin typeface="Rix모던고딕 B" panose="02020603020101020101" pitchFamily="18" charset="-127"/>
                <a:ea typeface="Rix모던고딕 B" panose="02020603020101020101" pitchFamily="18" charset="-127"/>
              </a:rPr>
              <a:t>논리 라우터  </a:t>
            </a:r>
            <a:r>
              <a:rPr lang="en-US" altLang="ko-KR" sz="800" spc="-70" dirty="0">
                <a:latin typeface="Rix모던고딕 B" panose="02020603020101020101" pitchFamily="18" charset="-127"/>
                <a:ea typeface="Rix모던고딕 B" panose="02020603020101020101" pitchFamily="18" charset="-127"/>
              </a:rPr>
              <a:t>2</a:t>
            </a:r>
            <a:endParaRPr lang="ko-KR" altLang="en-US" sz="800" spc="-70" dirty="0">
              <a:latin typeface="Rix모던고딕 B" panose="02020603020101020101" pitchFamily="18" charset="-127"/>
              <a:ea typeface="Rix모던고딕 B" panose="02020603020101020101" pitchFamily="18" charset="-127"/>
            </a:endParaRPr>
          </a:p>
        </p:txBody>
      </p:sp>
      <p:sp>
        <p:nvSpPr>
          <p:cNvPr id="254" name="직사각형 253"/>
          <p:cNvSpPr/>
          <p:nvPr/>
        </p:nvSpPr>
        <p:spPr>
          <a:xfrm>
            <a:off x="1916074" y="3749377"/>
            <a:ext cx="843351" cy="232312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6487" tIns="48244" rIns="96487" bIns="48244" rtlCol="0" anchor="ctr"/>
          <a:lstStyle/>
          <a:p>
            <a:pPr algn="ctr"/>
            <a:r>
              <a:rPr lang="ko-KR" altLang="en-US" sz="800" spc="-70" dirty="0" smtClean="0">
                <a:latin typeface="Rix모던고딕 B" panose="02020603020101020101" pitchFamily="18" charset="-127"/>
                <a:ea typeface="Rix모던고딕 B" panose="02020603020101020101" pitchFamily="18" charset="-127"/>
              </a:rPr>
              <a:t>논리 라우터 </a:t>
            </a:r>
            <a:r>
              <a:rPr lang="en-US" altLang="ko-KR" sz="800" spc="-70" dirty="0" smtClean="0">
                <a:latin typeface="Rix모던고딕 B" panose="02020603020101020101" pitchFamily="18" charset="-127"/>
                <a:ea typeface="Rix모던고딕 B" panose="02020603020101020101" pitchFamily="18" charset="-127"/>
              </a:rPr>
              <a:t>3</a:t>
            </a:r>
            <a:endParaRPr lang="ko-KR" altLang="en-US" sz="800" spc="-70" dirty="0">
              <a:latin typeface="Rix모던고딕 B" panose="02020603020101020101" pitchFamily="18" charset="-127"/>
              <a:ea typeface="Rix모던고딕 B" panose="02020603020101020101" pitchFamily="18" charset="-127"/>
            </a:endParaRPr>
          </a:p>
        </p:txBody>
      </p:sp>
      <p:sp>
        <p:nvSpPr>
          <p:cNvPr id="255" name="직사각형 254"/>
          <p:cNvSpPr/>
          <p:nvPr/>
        </p:nvSpPr>
        <p:spPr>
          <a:xfrm>
            <a:off x="1916074" y="4030501"/>
            <a:ext cx="843351" cy="232312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6487" tIns="48244" rIns="96487" bIns="48244" rtlCol="0" anchor="ctr"/>
          <a:lstStyle/>
          <a:p>
            <a:pPr algn="ctr"/>
            <a:r>
              <a:rPr lang="ko-KR" altLang="en-US" sz="800" spc="-70" dirty="0" smtClean="0">
                <a:latin typeface="Rix모던고딕 B" panose="02020603020101020101" pitchFamily="18" charset="-127"/>
                <a:ea typeface="Rix모던고딕 B" panose="02020603020101020101" pitchFamily="18" charset="-127"/>
              </a:rPr>
              <a:t>논리 라우터 </a:t>
            </a:r>
            <a:r>
              <a:rPr lang="en-US" altLang="ko-KR" sz="800" spc="-70" dirty="0">
                <a:latin typeface="Rix모던고딕 B" panose="02020603020101020101" pitchFamily="18" charset="-127"/>
                <a:ea typeface="Rix모던고딕 B" panose="02020603020101020101" pitchFamily="18" charset="-127"/>
              </a:rPr>
              <a:t>4</a:t>
            </a:r>
            <a:endParaRPr lang="ko-KR" altLang="en-US" sz="800" spc="-70" dirty="0">
              <a:latin typeface="Rix모던고딕 B" panose="02020603020101020101" pitchFamily="18" charset="-127"/>
              <a:ea typeface="Rix모던고딕 B" panose="02020603020101020101" pitchFamily="18" charset="-127"/>
            </a:endParaRPr>
          </a:p>
        </p:txBody>
      </p:sp>
      <p:cxnSp>
        <p:nvCxnSpPr>
          <p:cNvPr id="264" name="직선 연결선 263"/>
          <p:cNvCxnSpPr>
            <a:endCxn id="252" idx="1"/>
          </p:cNvCxnSpPr>
          <p:nvPr/>
        </p:nvCxnSpPr>
        <p:spPr>
          <a:xfrm>
            <a:off x="1456530" y="2970595"/>
            <a:ext cx="459544" cy="313298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5" name="직선 연결선 264"/>
          <p:cNvCxnSpPr>
            <a:endCxn id="253" idx="1"/>
          </p:cNvCxnSpPr>
          <p:nvPr/>
        </p:nvCxnSpPr>
        <p:spPr>
          <a:xfrm>
            <a:off x="1456530" y="3552228"/>
            <a:ext cx="459544" cy="12792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6" name="직선 연결선 265"/>
          <p:cNvCxnSpPr>
            <a:endCxn id="254" idx="1"/>
          </p:cNvCxnSpPr>
          <p:nvPr/>
        </p:nvCxnSpPr>
        <p:spPr>
          <a:xfrm flipV="1">
            <a:off x="1456530" y="3865533"/>
            <a:ext cx="459544" cy="239251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7" name="직선 연결선 266"/>
          <p:cNvCxnSpPr>
            <a:endCxn id="255" idx="1"/>
          </p:cNvCxnSpPr>
          <p:nvPr/>
        </p:nvCxnSpPr>
        <p:spPr>
          <a:xfrm flipV="1">
            <a:off x="1456530" y="4146655"/>
            <a:ext cx="459544" cy="539763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" name="그룹 18"/>
          <p:cNvGrpSpPr/>
          <p:nvPr/>
        </p:nvGrpSpPr>
        <p:grpSpPr>
          <a:xfrm>
            <a:off x="4094622" y="2936855"/>
            <a:ext cx="541776" cy="1815192"/>
            <a:chOff x="3745481" y="2936855"/>
            <a:chExt cx="890917" cy="1815192"/>
          </a:xfrm>
        </p:grpSpPr>
        <p:cxnSp>
          <p:nvCxnSpPr>
            <p:cNvPr id="269" name="직선 연결선 268"/>
            <p:cNvCxnSpPr/>
            <p:nvPr/>
          </p:nvCxnSpPr>
          <p:spPr>
            <a:xfrm flipV="1">
              <a:off x="3745481" y="2936855"/>
              <a:ext cx="854949" cy="347038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0" name="직선 연결선 269"/>
            <p:cNvCxnSpPr>
              <a:endCxn id="263" idx="1"/>
            </p:cNvCxnSpPr>
            <p:nvPr/>
          </p:nvCxnSpPr>
          <p:spPr>
            <a:xfrm>
              <a:off x="3745481" y="4146657"/>
              <a:ext cx="854949" cy="605390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1" name="직선 연결선 270"/>
            <p:cNvCxnSpPr/>
            <p:nvPr/>
          </p:nvCxnSpPr>
          <p:spPr>
            <a:xfrm>
              <a:off x="3745481" y="3865533"/>
              <a:ext cx="890917" cy="289354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2" name="직선 연결선 271"/>
            <p:cNvCxnSpPr/>
            <p:nvPr/>
          </p:nvCxnSpPr>
          <p:spPr>
            <a:xfrm flipV="1">
              <a:off x="3745481" y="3565022"/>
              <a:ext cx="854949" cy="1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76" name="직사각형 275"/>
          <p:cNvSpPr/>
          <p:nvPr/>
        </p:nvSpPr>
        <p:spPr>
          <a:xfrm>
            <a:off x="3263931" y="2758180"/>
            <a:ext cx="722502" cy="282096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</p:spPr>
        <p:txBody>
          <a:bodyPr wrap="square" lIns="96487" tIns="48244" rIns="96487" bIns="48244" rtlCol="0" anchor="ctr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ko-KR" altLang="en-US" sz="1200" spc="-100" dirty="0">
                <a:latin typeface="Rix모던고딕 B" panose="02020603020101020101" pitchFamily="18" charset="-127"/>
                <a:ea typeface="Rix모던고딕 B" panose="02020603020101020101" pitchFamily="18" charset="-127"/>
              </a:rPr>
              <a:t>상단 백본</a:t>
            </a:r>
          </a:p>
        </p:txBody>
      </p:sp>
      <p:sp>
        <p:nvSpPr>
          <p:cNvPr id="277" name="자유형 276"/>
          <p:cNvSpPr/>
          <p:nvPr/>
        </p:nvSpPr>
        <p:spPr>
          <a:xfrm>
            <a:off x="1439436" y="2825379"/>
            <a:ext cx="2655186" cy="436006"/>
          </a:xfrm>
          <a:custGeom>
            <a:avLst/>
            <a:gdLst>
              <a:gd name="connsiteX0" fmla="*/ 0 w 2312377"/>
              <a:gd name="connsiteY0" fmla="*/ 0 h 395454"/>
              <a:gd name="connsiteX1" fmla="*/ 518746 w 2312377"/>
              <a:gd name="connsiteY1" fmla="*/ 351692 h 395454"/>
              <a:gd name="connsiteX2" fmla="*/ 2312377 w 2312377"/>
              <a:gd name="connsiteY2" fmla="*/ 378069 h 3954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12377" h="395454">
                <a:moveTo>
                  <a:pt x="0" y="0"/>
                </a:moveTo>
                <a:cubicBezTo>
                  <a:pt x="66675" y="144340"/>
                  <a:pt x="133350" y="288681"/>
                  <a:pt x="518746" y="351692"/>
                </a:cubicBezTo>
                <a:cubicBezTo>
                  <a:pt x="904142" y="414703"/>
                  <a:pt x="1608259" y="396386"/>
                  <a:pt x="2312377" y="378069"/>
                </a:cubicBezTo>
              </a:path>
            </a:pathLst>
          </a:custGeom>
          <a:noFill/>
          <a:ln w="57150">
            <a:solidFill>
              <a:schemeClr val="bg2">
                <a:lumMod val="50000"/>
                <a:alpha val="60000"/>
              </a:schemeClr>
            </a:solidFill>
            <a:headEnd type="stealth"/>
            <a:tailEnd type="stealt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6487" tIns="48244" rIns="96487" bIns="48244" rtlCol="0" anchor="ctr"/>
          <a:lstStyle/>
          <a:p>
            <a:pPr algn="ctr"/>
            <a:endParaRPr lang="ko-KR" altLang="en-US" dirty="0"/>
          </a:p>
        </p:txBody>
      </p:sp>
      <p:sp>
        <p:nvSpPr>
          <p:cNvPr id="278" name="자유형 277"/>
          <p:cNvSpPr/>
          <p:nvPr/>
        </p:nvSpPr>
        <p:spPr>
          <a:xfrm>
            <a:off x="1439436" y="3455168"/>
            <a:ext cx="2655186" cy="96948"/>
          </a:xfrm>
          <a:custGeom>
            <a:avLst/>
            <a:gdLst>
              <a:gd name="connsiteX0" fmla="*/ 0 w 2312377"/>
              <a:gd name="connsiteY0" fmla="*/ 0 h 395454"/>
              <a:gd name="connsiteX1" fmla="*/ 518746 w 2312377"/>
              <a:gd name="connsiteY1" fmla="*/ 351692 h 395454"/>
              <a:gd name="connsiteX2" fmla="*/ 2312377 w 2312377"/>
              <a:gd name="connsiteY2" fmla="*/ 378069 h 395454"/>
              <a:gd name="connsiteX0" fmla="*/ 0 w 2312377"/>
              <a:gd name="connsiteY0" fmla="*/ 0 h 84713"/>
              <a:gd name="connsiteX1" fmla="*/ 518746 w 2312377"/>
              <a:gd name="connsiteY1" fmla="*/ 52754 h 84713"/>
              <a:gd name="connsiteX2" fmla="*/ 2312377 w 2312377"/>
              <a:gd name="connsiteY2" fmla="*/ 79131 h 84713"/>
              <a:gd name="connsiteX0" fmla="*/ 0 w 2312377"/>
              <a:gd name="connsiteY0" fmla="*/ 0 h 87931"/>
              <a:gd name="connsiteX1" fmla="*/ 580292 w 2312377"/>
              <a:gd name="connsiteY1" fmla="*/ 70338 h 87931"/>
              <a:gd name="connsiteX2" fmla="*/ 2312377 w 2312377"/>
              <a:gd name="connsiteY2" fmla="*/ 79131 h 879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12377" h="87931">
                <a:moveTo>
                  <a:pt x="0" y="0"/>
                </a:moveTo>
                <a:cubicBezTo>
                  <a:pt x="66675" y="144340"/>
                  <a:pt x="194896" y="57150"/>
                  <a:pt x="580292" y="70338"/>
                </a:cubicBezTo>
                <a:cubicBezTo>
                  <a:pt x="965688" y="83526"/>
                  <a:pt x="1608259" y="97448"/>
                  <a:pt x="2312377" y="79131"/>
                </a:cubicBezTo>
              </a:path>
            </a:pathLst>
          </a:custGeom>
          <a:noFill/>
          <a:ln w="57150">
            <a:solidFill>
              <a:schemeClr val="accent3">
                <a:lumMod val="75000"/>
                <a:alpha val="60000"/>
              </a:schemeClr>
            </a:solidFill>
            <a:headEnd type="stealth"/>
            <a:tailEnd type="stealt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6487" tIns="48244" rIns="96487" bIns="48244" rtlCol="0" anchor="ctr"/>
          <a:lstStyle/>
          <a:p>
            <a:pPr algn="ctr"/>
            <a:endParaRPr lang="ko-KR" altLang="en-US" dirty="0"/>
          </a:p>
        </p:txBody>
      </p:sp>
      <p:sp>
        <p:nvSpPr>
          <p:cNvPr id="279" name="자유형 278"/>
          <p:cNvSpPr/>
          <p:nvPr/>
        </p:nvSpPr>
        <p:spPr>
          <a:xfrm>
            <a:off x="1439436" y="3852006"/>
            <a:ext cx="2655186" cy="302881"/>
          </a:xfrm>
          <a:custGeom>
            <a:avLst/>
            <a:gdLst>
              <a:gd name="connsiteX0" fmla="*/ 0 w 2312377"/>
              <a:gd name="connsiteY0" fmla="*/ 0 h 395454"/>
              <a:gd name="connsiteX1" fmla="*/ 518746 w 2312377"/>
              <a:gd name="connsiteY1" fmla="*/ 351692 h 395454"/>
              <a:gd name="connsiteX2" fmla="*/ 2312377 w 2312377"/>
              <a:gd name="connsiteY2" fmla="*/ 378069 h 395454"/>
              <a:gd name="connsiteX0" fmla="*/ 0 w 2312377"/>
              <a:gd name="connsiteY0" fmla="*/ 274470 h 307818"/>
              <a:gd name="connsiteX1" fmla="*/ 518746 w 2312377"/>
              <a:gd name="connsiteY1" fmla="*/ 10700 h 307818"/>
              <a:gd name="connsiteX2" fmla="*/ 2312377 w 2312377"/>
              <a:gd name="connsiteY2" fmla="*/ 37077 h 307818"/>
              <a:gd name="connsiteX0" fmla="*/ 0 w 2312377"/>
              <a:gd name="connsiteY0" fmla="*/ 237949 h 274710"/>
              <a:gd name="connsiteX1" fmla="*/ 571500 w 2312377"/>
              <a:gd name="connsiteY1" fmla="*/ 18141 h 274710"/>
              <a:gd name="connsiteX2" fmla="*/ 2312377 w 2312377"/>
              <a:gd name="connsiteY2" fmla="*/ 556 h 2747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12377" h="274710">
                <a:moveTo>
                  <a:pt x="0" y="237949"/>
                </a:moveTo>
                <a:cubicBezTo>
                  <a:pt x="66675" y="382289"/>
                  <a:pt x="186104" y="57706"/>
                  <a:pt x="571500" y="18141"/>
                </a:cubicBezTo>
                <a:cubicBezTo>
                  <a:pt x="956896" y="-21424"/>
                  <a:pt x="1608259" y="18873"/>
                  <a:pt x="2312377" y="556"/>
                </a:cubicBezTo>
              </a:path>
            </a:pathLst>
          </a:custGeom>
          <a:noFill/>
          <a:ln w="57150">
            <a:solidFill>
              <a:schemeClr val="accent1">
                <a:lumMod val="60000"/>
                <a:lumOff val="40000"/>
                <a:alpha val="60000"/>
              </a:schemeClr>
            </a:solidFill>
            <a:headEnd type="stealth"/>
            <a:tailEnd type="stealt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6487" tIns="48244" rIns="96487" bIns="48244" rtlCol="0" anchor="ctr"/>
          <a:lstStyle/>
          <a:p>
            <a:pPr algn="ctr"/>
            <a:endParaRPr lang="ko-KR" altLang="en-US" dirty="0"/>
          </a:p>
        </p:txBody>
      </p:sp>
      <p:sp>
        <p:nvSpPr>
          <p:cNvPr id="280" name="자유형 279"/>
          <p:cNvSpPr/>
          <p:nvPr/>
        </p:nvSpPr>
        <p:spPr>
          <a:xfrm>
            <a:off x="1448928" y="4099757"/>
            <a:ext cx="2645090" cy="537582"/>
          </a:xfrm>
          <a:custGeom>
            <a:avLst/>
            <a:gdLst>
              <a:gd name="connsiteX0" fmla="*/ 0 w 2312377"/>
              <a:gd name="connsiteY0" fmla="*/ 0 h 395454"/>
              <a:gd name="connsiteX1" fmla="*/ 518746 w 2312377"/>
              <a:gd name="connsiteY1" fmla="*/ 351692 h 395454"/>
              <a:gd name="connsiteX2" fmla="*/ 2312377 w 2312377"/>
              <a:gd name="connsiteY2" fmla="*/ 378069 h 395454"/>
              <a:gd name="connsiteX0" fmla="*/ 0 w 2303585"/>
              <a:gd name="connsiteY0" fmla="*/ 490231 h 514745"/>
              <a:gd name="connsiteX1" fmla="*/ 509954 w 2303585"/>
              <a:gd name="connsiteY1" fmla="*/ 24238 h 514745"/>
              <a:gd name="connsiteX2" fmla="*/ 2303585 w 2303585"/>
              <a:gd name="connsiteY2" fmla="*/ 50615 h 514745"/>
              <a:gd name="connsiteX0" fmla="*/ 0 w 2303585"/>
              <a:gd name="connsiteY0" fmla="*/ 461648 h 487582"/>
              <a:gd name="connsiteX1" fmla="*/ 509954 w 2303585"/>
              <a:gd name="connsiteY1" fmla="*/ 30824 h 487582"/>
              <a:gd name="connsiteX2" fmla="*/ 2303585 w 2303585"/>
              <a:gd name="connsiteY2" fmla="*/ 22032 h 4875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03585" h="487582">
                <a:moveTo>
                  <a:pt x="0" y="461648"/>
                </a:moveTo>
                <a:cubicBezTo>
                  <a:pt x="66675" y="605988"/>
                  <a:pt x="126023" y="104093"/>
                  <a:pt x="509954" y="30824"/>
                </a:cubicBezTo>
                <a:cubicBezTo>
                  <a:pt x="893885" y="-42445"/>
                  <a:pt x="1599467" y="40349"/>
                  <a:pt x="2303585" y="22032"/>
                </a:cubicBezTo>
              </a:path>
            </a:pathLst>
          </a:custGeom>
          <a:noFill/>
          <a:ln w="57150">
            <a:solidFill>
              <a:schemeClr val="accent2">
                <a:lumMod val="60000"/>
                <a:lumOff val="40000"/>
                <a:alpha val="60000"/>
              </a:schemeClr>
            </a:solidFill>
            <a:headEnd type="stealth"/>
            <a:tailEnd type="stealt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6487" tIns="48244" rIns="96487" bIns="48244" rtlCol="0" anchor="ctr"/>
          <a:lstStyle/>
          <a:p>
            <a:pPr algn="ctr"/>
            <a:endParaRPr lang="ko-KR" altLang="en-US" dirty="0"/>
          </a:p>
        </p:txBody>
      </p:sp>
      <p:sp>
        <p:nvSpPr>
          <p:cNvPr id="281" name="직사각형 280"/>
          <p:cNvSpPr/>
          <p:nvPr/>
        </p:nvSpPr>
        <p:spPr>
          <a:xfrm>
            <a:off x="1756286" y="4769502"/>
            <a:ext cx="1163595" cy="466762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</p:spPr>
        <p:txBody>
          <a:bodyPr wrap="square" lIns="96487" tIns="48244" rIns="96487" bIns="48244" rtlCol="0" anchor="ctr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ko-KR" sz="1200" spc="-100" dirty="0">
                <a:latin typeface="Rix모던고딕 B" panose="02020603020101020101" pitchFamily="18" charset="-127"/>
                <a:ea typeface="Rix모던고딕 B" panose="02020603020101020101" pitchFamily="18" charset="-127"/>
              </a:rPr>
              <a:t>N</a:t>
            </a:r>
            <a:r>
              <a:rPr lang="ko-KR" altLang="en-US" sz="1200" spc="-100" dirty="0">
                <a:latin typeface="Rix모던고딕 B" panose="02020603020101020101" pitchFamily="18" charset="-127"/>
                <a:ea typeface="Rix모던고딕 B" panose="02020603020101020101" pitchFamily="18" charset="-127"/>
              </a:rPr>
              <a:t>개의 </a:t>
            </a:r>
            <a:endParaRPr lang="en-US" altLang="ko-KR" sz="1200" spc="-100" dirty="0" smtClean="0">
              <a:latin typeface="Rix모던고딕 B" panose="02020603020101020101" pitchFamily="18" charset="-127"/>
              <a:ea typeface="Rix모던고딕 B" panose="02020603020101020101" pitchFamily="18" charset="-127"/>
            </a:endParaRP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ko-KR" altLang="en-US" sz="1200" spc="-100" dirty="0" smtClean="0">
                <a:latin typeface="Rix모던고딕 B" panose="02020603020101020101" pitchFamily="18" charset="-127"/>
                <a:ea typeface="Rix모던고딕 B" panose="02020603020101020101" pitchFamily="18" charset="-127"/>
              </a:rPr>
              <a:t>논리 라우터 </a:t>
            </a:r>
            <a:r>
              <a:rPr lang="ko-KR" altLang="en-US" sz="1200" spc="-100" dirty="0">
                <a:latin typeface="Rix모던고딕 B" panose="02020603020101020101" pitchFamily="18" charset="-127"/>
                <a:ea typeface="Rix모던고딕 B" panose="02020603020101020101" pitchFamily="18" charset="-127"/>
              </a:rPr>
              <a:t>구성</a:t>
            </a:r>
          </a:p>
        </p:txBody>
      </p:sp>
      <p:sp>
        <p:nvSpPr>
          <p:cNvPr id="307" name="직사각형 306"/>
          <p:cNvSpPr/>
          <p:nvPr/>
        </p:nvSpPr>
        <p:spPr>
          <a:xfrm>
            <a:off x="506678" y="5366527"/>
            <a:ext cx="3102963" cy="266707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</p:spPr>
        <p:txBody>
          <a:bodyPr wrap="square" lIns="96487" tIns="48244" rIns="96487" bIns="48244" rtlCol="0" anchor="ctr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ko-KR" sz="1050" spc="-5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  <a:sym typeface="Wingdings" panose="05000000000000000000" pitchFamily="2" charset="2"/>
              </a:rPr>
              <a:t>※ </a:t>
            </a:r>
            <a:r>
              <a:rPr lang="ko-KR" altLang="en-US" sz="105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  <a:sym typeface="Wingdings" panose="05000000000000000000" pitchFamily="2" charset="2"/>
              </a:rPr>
              <a:t>세부 구성방안 및 적용은 고객과 협의 후 결정</a:t>
            </a:r>
            <a:endParaRPr lang="ko-KR" altLang="en-US" sz="1050" spc="-50" dirty="0">
              <a:solidFill>
                <a:schemeClr val="tx1">
                  <a:lumMod val="75000"/>
                  <a:lumOff val="25000"/>
                </a:schemeClr>
              </a:solidFill>
              <a:latin typeface="Rix모던고딕 M" panose="02020603020101020101" pitchFamily="18" charset="-127"/>
              <a:ea typeface="Rix모던고딕 M" panose="02020603020101020101" pitchFamily="18" charset="-127"/>
            </a:endParaRPr>
          </a:p>
        </p:txBody>
      </p:sp>
      <p:pic>
        <p:nvPicPr>
          <p:cNvPr id="176" name="Picture 122"/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193" b="33268"/>
          <a:stretch/>
        </p:blipFill>
        <p:spPr bwMode="auto">
          <a:xfrm>
            <a:off x="6889664" y="2617645"/>
            <a:ext cx="3018024" cy="18926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81" name="TextBox 180"/>
          <p:cNvSpPr txBox="1"/>
          <p:nvPr/>
        </p:nvSpPr>
        <p:spPr>
          <a:xfrm>
            <a:off x="9041378" y="4353169"/>
            <a:ext cx="866309" cy="271470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</a:ln>
          <a:effectLst/>
        </p:spPr>
        <p:txBody>
          <a:bodyPr wrap="square" lIns="96487" tIns="48244" rIns="96487" bIns="48244" rtlCol="0" anchor="ctr">
            <a:spAutoFit/>
          </a:bodyPr>
          <a:lstStyle/>
          <a:p>
            <a:pPr algn="ctr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1100" kern="0" dirty="0">
                <a:solidFill>
                  <a:srgbClr val="000000"/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부처</a:t>
            </a:r>
            <a:r>
              <a:rPr kumimoji="1" lang="en-US" altLang="ko-KR" sz="1100" kern="0" dirty="0">
                <a:solidFill>
                  <a:srgbClr val="000000"/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C</a:t>
            </a:r>
            <a:endParaRPr kumimoji="1" lang="ko-KR" altLang="en-US" sz="1100" kern="0" dirty="0">
              <a:solidFill>
                <a:srgbClr val="000000"/>
              </a:solidFill>
              <a:latin typeface="Rix모던고딕 M" panose="02020603020101020101" pitchFamily="18" charset="-127"/>
              <a:ea typeface="Rix모던고딕 M" panose="02020603020101020101" pitchFamily="18" charset="-127"/>
            </a:endParaRPr>
          </a:p>
        </p:txBody>
      </p:sp>
      <p:grpSp>
        <p:nvGrpSpPr>
          <p:cNvPr id="182" name="그룹 181"/>
          <p:cNvGrpSpPr/>
          <p:nvPr/>
        </p:nvGrpSpPr>
        <p:grpSpPr>
          <a:xfrm>
            <a:off x="5965157" y="4815283"/>
            <a:ext cx="4216997" cy="737792"/>
            <a:chOff x="1666984" y="7433183"/>
            <a:chExt cx="4483124" cy="525605"/>
          </a:xfrm>
        </p:grpSpPr>
        <p:sp>
          <p:nvSpPr>
            <p:cNvPr id="183" name="갈매기형 수장 182"/>
            <p:cNvSpPr/>
            <p:nvPr/>
          </p:nvSpPr>
          <p:spPr>
            <a:xfrm>
              <a:off x="1666984" y="7433183"/>
              <a:ext cx="1828565" cy="525605"/>
            </a:xfrm>
            <a:prstGeom prst="chevron">
              <a:avLst/>
            </a:prstGeom>
            <a:solidFill>
              <a:schemeClr val="bg1">
                <a:lumMod val="75000"/>
              </a:schemeClr>
            </a:solidFill>
            <a:ln w="63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outerShdw blurRad="25400" dist="12700" dir="5400000" algn="t" rotWithShape="0">
                <a:prstClr val="black">
                  <a:alpha val="25000"/>
                </a:prstClr>
              </a:outerShdw>
            </a:effectLst>
            <a:scene3d>
              <a:camera prst="orthographicFront"/>
              <a:lightRig rig="threePt" dir="t"/>
            </a:scene3d>
            <a:sp3d/>
          </p:spPr>
          <p:txBody>
            <a:bodyPr vert="horz" wrap="non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948532" latinLnBrk="0">
                <a:buClr>
                  <a:srgbClr val="000000"/>
                </a:buClr>
                <a:tabLst>
                  <a:tab pos="3507501" algn="l"/>
                </a:tabLst>
              </a:pPr>
              <a:endParaRPr lang="ko-KR" altLang="en-US" sz="1100" spc="-93" dirty="0">
                <a:ln w="0"/>
                <a:solidFill>
                  <a:srgbClr val="292929"/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endParaRPr>
            </a:p>
          </p:txBody>
        </p:sp>
        <p:sp>
          <p:nvSpPr>
            <p:cNvPr id="184" name="직각 삼각형 183"/>
            <p:cNvSpPr/>
            <p:nvPr/>
          </p:nvSpPr>
          <p:spPr bwMode="auto">
            <a:xfrm rot="16200000" flipH="1">
              <a:off x="4147746" y="6406629"/>
              <a:ext cx="183762" cy="2236877"/>
            </a:xfrm>
            <a:prstGeom prst="rtTriangle">
              <a:avLst/>
            </a:prstGeom>
            <a:gradFill flip="none" rotWithShape="1">
              <a:gsLst>
                <a:gs pos="0">
                  <a:schemeClr val="bg1">
                    <a:alpha val="0"/>
                  </a:schemeClr>
                </a:gs>
                <a:gs pos="100000">
                  <a:schemeClr val="bg1">
                    <a:alpha val="25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/>
            <a:extLst/>
          </p:spPr>
          <p:txBody>
            <a:bodyPr vert="horz" wrap="square" lIns="80649" tIns="40325" rIns="80649" bIns="40325" numCol="1" rtlCol="0" anchor="t" anchorCtr="0" compatLnSpc="1">
              <a:prstTxWarp prst="textNoShape">
                <a:avLst/>
              </a:prstTxWarp>
            </a:bodyPr>
            <a:lstStyle/>
            <a:p>
              <a:pPr algn="ctr" defTabSz="969983" fontAlgn="base" latinLnBrk="0">
                <a:spcBef>
                  <a:spcPct val="0"/>
                </a:spcBef>
                <a:spcAft>
                  <a:spcPct val="0"/>
                </a:spcAft>
              </a:pPr>
              <a:endParaRPr kumimoji="1" lang="ko-KR" altLang="en-US" sz="1100" spc="-65" dirty="0">
                <a:solidFill>
                  <a:prstClr val="black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sp>
          <p:nvSpPr>
            <p:cNvPr id="186" name="갈매기형 수장 185"/>
            <p:cNvSpPr/>
            <p:nvPr/>
          </p:nvSpPr>
          <p:spPr>
            <a:xfrm>
              <a:off x="3183023" y="7433183"/>
              <a:ext cx="1627894" cy="525605"/>
            </a:xfrm>
            <a:prstGeom prst="chevron">
              <a:avLst/>
            </a:prstGeom>
            <a:solidFill>
              <a:schemeClr val="accent1">
                <a:lumMod val="50000"/>
              </a:schemeClr>
            </a:solidFill>
            <a:ln w="6350" cap="rnd" cmpd="sng">
              <a:noFill/>
              <a:prstDash val="solid"/>
              <a:headEnd type="none" w="lg" len="med"/>
              <a:tailEnd type="none" w="lg" len="med"/>
            </a:ln>
            <a:effectLst>
              <a:outerShdw blurRad="25400" dist="12700" dir="5400000" algn="t" rotWithShape="0">
                <a:prstClr val="black">
                  <a:alpha val="25000"/>
                </a:prstClr>
              </a:outerShdw>
            </a:effectLst>
            <a:scene3d>
              <a:camera prst="orthographicFront"/>
              <a:lightRig rig="threePt" dir="t"/>
            </a:scene3d>
            <a:sp3d/>
          </p:spPr>
          <p:style>
            <a:lnRef idx="1">
              <a:schemeClr val="accent5"/>
            </a:lnRef>
            <a:fillRef idx="3">
              <a:schemeClr val="accent5"/>
            </a:fillRef>
            <a:effectRef idx="2">
              <a:schemeClr val="accent5"/>
            </a:effectRef>
            <a:fontRef idx="minor">
              <a:schemeClr val="lt1"/>
            </a:fontRef>
          </p:style>
          <p:txBody>
            <a:bodyPr wrap="none" tIns="158759"/>
            <a:lstStyle/>
            <a:p>
              <a:pPr algn="ctr" latinLnBrk="0"/>
              <a:endParaRPr lang="ko-KR" altLang="en-US" sz="1100" b="1" dirty="0">
                <a:gradFill>
                  <a:gsLst>
                    <a:gs pos="0">
                      <a:prstClr val="white"/>
                    </a:gs>
                    <a:gs pos="100000">
                      <a:prstClr val="white"/>
                    </a:gs>
                  </a:gsLst>
                  <a:lin ang="5400000" scaled="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고도 B" panose="02000503000000020004" pitchFamily="2" charset="-127"/>
                <a:ea typeface="고도 B" panose="02000503000000020004" pitchFamily="2" charset="-127"/>
              </a:endParaRPr>
            </a:p>
          </p:txBody>
        </p:sp>
        <p:sp>
          <p:nvSpPr>
            <p:cNvPr id="187" name="직각 삼각형 186"/>
            <p:cNvSpPr/>
            <p:nvPr/>
          </p:nvSpPr>
          <p:spPr bwMode="auto">
            <a:xfrm rot="16200000" flipH="1">
              <a:off x="4138240" y="6483302"/>
              <a:ext cx="337113" cy="2236879"/>
            </a:xfrm>
            <a:prstGeom prst="rtTriangle">
              <a:avLst/>
            </a:prstGeom>
            <a:gradFill flip="none" rotWithShape="1">
              <a:gsLst>
                <a:gs pos="0">
                  <a:schemeClr val="bg1">
                    <a:alpha val="0"/>
                  </a:schemeClr>
                </a:gs>
                <a:gs pos="100000">
                  <a:schemeClr val="bg1">
                    <a:alpha val="25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/>
            <a:extLst/>
          </p:spPr>
          <p:txBody>
            <a:bodyPr vert="horz" wrap="square" lIns="80649" tIns="40325" rIns="80649" bIns="40325" numCol="1" rtlCol="0" anchor="t" anchorCtr="0" compatLnSpc="1">
              <a:prstTxWarp prst="textNoShape">
                <a:avLst/>
              </a:prstTxWarp>
            </a:bodyPr>
            <a:lstStyle/>
            <a:p>
              <a:pPr algn="ctr" defTabSz="969983" fontAlgn="base" latinLnBrk="0">
                <a:spcBef>
                  <a:spcPct val="0"/>
                </a:spcBef>
                <a:spcAft>
                  <a:spcPct val="0"/>
                </a:spcAft>
              </a:pPr>
              <a:endParaRPr kumimoji="1" lang="ko-KR" altLang="en-US" sz="1100" spc="-65" dirty="0">
                <a:solidFill>
                  <a:prstClr val="black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sp>
          <p:nvSpPr>
            <p:cNvPr id="188" name="갈매기형 수장 187"/>
            <p:cNvSpPr/>
            <p:nvPr/>
          </p:nvSpPr>
          <p:spPr>
            <a:xfrm>
              <a:off x="4498391" y="7433183"/>
              <a:ext cx="1651717" cy="525605"/>
            </a:xfrm>
            <a:prstGeom prst="chevron">
              <a:avLst/>
            </a:prstGeom>
            <a:solidFill>
              <a:schemeClr val="tx2">
                <a:lumMod val="50000"/>
              </a:schemeClr>
            </a:solidFill>
            <a:ln w="6350">
              <a:noFill/>
            </a:ln>
            <a:effectLst>
              <a:outerShdw blurRad="25400" dist="12700" dir="5400000" algn="t" rotWithShape="0">
                <a:prstClr val="black">
                  <a:alpha val="25000"/>
                </a:prstClr>
              </a:outerShdw>
            </a:effectLst>
            <a:scene3d>
              <a:camera prst="orthographicFront"/>
              <a:lightRig rig="threePt" dir="t"/>
            </a:scene3d>
            <a:sp3d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100" dirty="0">
                <a:solidFill>
                  <a:prstClr val="white"/>
                </a:solidFill>
              </a:endParaRPr>
            </a:p>
          </p:txBody>
        </p:sp>
        <p:sp>
          <p:nvSpPr>
            <p:cNvPr id="189" name="TextBox 188"/>
            <p:cNvSpPr txBox="1"/>
            <p:nvPr/>
          </p:nvSpPr>
          <p:spPr>
            <a:xfrm>
              <a:off x="2025188" y="7521058"/>
              <a:ext cx="1163169" cy="36178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ko-KR"/>
              </a:defPPr>
              <a:lvl1pPr algn="ctr">
                <a:defRPr sz="2000">
                  <a:gradFill flip="none" rotWithShape="1">
                    <a:gsLst>
                      <a:gs pos="0">
                        <a:prstClr val="white">
                          <a:lumMod val="0"/>
                          <a:lumOff val="100000"/>
                        </a:prstClr>
                      </a:gs>
                      <a:gs pos="100000">
                        <a:prstClr val="white">
                          <a:lumMod val="0"/>
                          <a:lumOff val="100000"/>
                        </a:prstClr>
                      </a:gs>
                    </a:gsLst>
                    <a:lin ang="6000000" scaled="0"/>
                    <a:tileRect/>
                  </a:gradFill>
                  <a:latin typeface="뫼비우스 Bold" panose="02000500000000000000" pitchFamily="2" charset="-127"/>
                  <a:ea typeface="뫼비우스 Bold" panose="02000500000000000000" pitchFamily="2" charset="-127"/>
                </a:defRPr>
              </a:lvl1pPr>
              <a:lvl2pPr>
                <a:defRPr>
                  <a:solidFill>
                    <a:schemeClr val="tx1"/>
                  </a:solidFill>
                </a:defRPr>
              </a:lvl2pPr>
              <a:lvl3pPr>
                <a:defRPr>
                  <a:solidFill>
                    <a:schemeClr val="tx1"/>
                  </a:solidFill>
                </a:defRPr>
              </a:lvl3pPr>
              <a:lvl4pPr>
                <a:defRPr>
                  <a:solidFill>
                    <a:schemeClr val="tx1"/>
                  </a:solidFill>
                </a:defRPr>
              </a:lvl4pPr>
              <a:lvl5pPr>
                <a:defRPr>
                  <a:solidFill>
                    <a:schemeClr val="tx1"/>
                  </a:solidFill>
                </a:defRPr>
              </a:lvl5pPr>
              <a:lvl6pPr>
                <a:defRPr>
                  <a:solidFill>
                    <a:schemeClr val="tx1"/>
                  </a:solidFill>
                </a:defRPr>
              </a:lvl6pPr>
              <a:lvl7pPr>
                <a:defRPr>
                  <a:solidFill>
                    <a:schemeClr val="tx1"/>
                  </a:solidFill>
                </a:defRPr>
              </a:lvl7pPr>
              <a:lvl8pPr>
                <a:defRPr>
                  <a:solidFill>
                    <a:schemeClr val="tx1"/>
                  </a:solidFill>
                </a:defRPr>
              </a:lvl8pPr>
              <a:lvl9pPr>
                <a:defRPr>
                  <a:solidFill>
                    <a:schemeClr val="tx1"/>
                  </a:solidFill>
                </a:defRPr>
              </a:lvl9pPr>
            </a:lstStyle>
            <a:p>
              <a:pPr latinLnBrk="0"/>
              <a:r>
                <a:rPr lang="ko-KR" altLang="en-US" sz="1100" spc="-65" dirty="0">
                  <a:solidFill>
                    <a:prstClr val="black"/>
                  </a:solidFill>
                  <a:latin typeface="Rix모던고딕 M" panose="02020603020101020101" pitchFamily="18" charset="-127"/>
                  <a:ea typeface="Rix모던고딕 M" panose="02020603020101020101" pitchFamily="18" charset="-127"/>
                </a:rPr>
                <a:t>하나의 스위치를 </a:t>
              </a:r>
              <a:endParaRPr lang="en-US" altLang="ko-KR" sz="1100" spc="-65" dirty="0">
                <a:solidFill>
                  <a:prstClr val="black"/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endParaRPr>
            </a:p>
            <a:p>
              <a:pPr latinLnBrk="0"/>
              <a:r>
                <a:rPr lang="ko-KR" altLang="en-US" sz="1100" spc="-65" dirty="0">
                  <a:solidFill>
                    <a:prstClr val="black"/>
                  </a:solidFill>
                  <a:latin typeface="Rix모던고딕 M" panose="02020603020101020101" pitchFamily="18" charset="-127"/>
                  <a:ea typeface="Rix모던고딕 M" panose="02020603020101020101" pitchFamily="18" charset="-127"/>
                </a:rPr>
                <a:t>여러 독립적 </a:t>
              </a:r>
              <a:r>
                <a:rPr lang="ko-KR" altLang="en-US" sz="1100" spc="-65" dirty="0" smtClean="0">
                  <a:solidFill>
                    <a:prstClr val="black"/>
                  </a:solidFill>
                  <a:latin typeface="Rix모던고딕 M" panose="02020603020101020101" pitchFamily="18" charset="-127"/>
                  <a:ea typeface="Rix모던고딕 M" panose="02020603020101020101" pitchFamily="18" charset="-127"/>
                </a:rPr>
                <a:t>라우터로 </a:t>
              </a:r>
              <a:r>
                <a:rPr lang="ko-KR" altLang="en-US" sz="1100" spc="-65" dirty="0">
                  <a:solidFill>
                    <a:prstClr val="black"/>
                  </a:solidFill>
                  <a:latin typeface="Rix모던고딕 M" panose="02020603020101020101" pitchFamily="18" charset="-127"/>
                  <a:ea typeface="Rix모던고딕 M" panose="02020603020101020101" pitchFamily="18" charset="-127"/>
                </a:rPr>
                <a:t>설정</a:t>
              </a:r>
            </a:p>
          </p:txBody>
        </p:sp>
        <p:sp>
          <p:nvSpPr>
            <p:cNvPr id="190" name="TextBox 189"/>
            <p:cNvSpPr txBox="1"/>
            <p:nvPr/>
          </p:nvSpPr>
          <p:spPr>
            <a:xfrm>
              <a:off x="3679117" y="7579866"/>
              <a:ext cx="734238" cy="24118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ko-KR"/>
              </a:defPPr>
              <a:lvl1pPr algn="ctr">
                <a:defRPr sz="2000">
                  <a:gradFill flip="none" rotWithShape="1">
                    <a:gsLst>
                      <a:gs pos="0">
                        <a:prstClr val="white">
                          <a:lumMod val="0"/>
                          <a:lumOff val="100000"/>
                        </a:prstClr>
                      </a:gs>
                      <a:gs pos="100000">
                        <a:prstClr val="white">
                          <a:lumMod val="0"/>
                          <a:lumOff val="100000"/>
                        </a:prstClr>
                      </a:gs>
                    </a:gsLst>
                    <a:lin ang="6000000" scaled="0"/>
                    <a:tileRect/>
                  </a:gradFill>
                  <a:latin typeface="뫼비우스 Bold" panose="02000500000000000000" pitchFamily="2" charset="-127"/>
                  <a:ea typeface="뫼비우스 Bold" panose="02000500000000000000" pitchFamily="2" charset="-127"/>
                </a:defRPr>
              </a:lvl1pPr>
              <a:lvl2pPr>
                <a:defRPr>
                  <a:solidFill>
                    <a:schemeClr val="tx1"/>
                  </a:solidFill>
                </a:defRPr>
              </a:lvl2pPr>
              <a:lvl3pPr>
                <a:defRPr>
                  <a:solidFill>
                    <a:schemeClr val="tx1"/>
                  </a:solidFill>
                </a:defRPr>
              </a:lvl3pPr>
              <a:lvl4pPr>
                <a:defRPr>
                  <a:solidFill>
                    <a:schemeClr val="tx1"/>
                  </a:solidFill>
                </a:defRPr>
              </a:lvl4pPr>
              <a:lvl5pPr>
                <a:defRPr>
                  <a:solidFill>
                    <a:schemeClr val="tx1"/>
                  </a:solidFill>
                </a:defRPr>
              </a:lvl5pPr>
              <a:lvl6pPr>
                <a:defRPr>
                  <a:solidFill>
                    <a:schemeClr val="tx1"/>
                  </a:solidFill>
                </a:defRPr>
              </a:lvl6pPr>
              <a:lvl7pPr>
                <a:defRPr>
                  <a:solidFill>
                    <a:schemeClr val="tx1"/>
                  </a:solidFill>
                </a:defRPr>
              </a:lvl7pPr>
              <a:lvl8pPr>
                <a:defRPr>
                  <a:solidFill>
                    <a:schemeClr val="tx1"/>
                  </a:solidFill>
                </a:defRPr>
              </a:lvl8pPr>
              <a:lvl9pPr>
                <a:defRPr>
                  <a:solidFill>
                    <a:schemeClr val="tx1"/>
                  </a:solidFill>
                </a:defRPr>
              </a:lvl9pPr>
            </a:lstStyle>
            <a:p>
              <a:pPr latinLnBrk="0"/>
              <a:r>
                <a:rPr lang="ko-KR" altLang="en-US" sz="1100" spc="-65" dirty="0" smtClean="0">
                  <a:solidFill>
                    <a:schemeClr val="bg1"/>
                  </a:solidFill>
                  <a:latin typeface="Rix모던고딕 M" panose="02020603020101020101" pitchFamily="18" charset="-127"/>
                  <a:ea typeface="Rix모던고딕 M" panose="02020603020101020101" pitchFamily="18" charset="-127"/>
                </a:rPr>
                <a:t>라우팅</a:t>
              </a:r>
              <a:r>
                <a:rPr lang="en-US" altLang="ko-KR" sz="1100" spc="-65" dirty="0">
                  <a:solidFill>
                    <a:schemeClr val="bg1"/>
                  </a:solidFill>
                  <a:latin typeface="Rix모던고딕 M" panose="02020603020101020101" pitchFamily="18" charset="-127"/>
                  <a:ea typeface="Rix모던고딕 M" panose="02020603020101020101" pitchFamily="18" charset="-127"/>
                </a:rPr>
                <a:t> </a:t>
              </a:r>
              <a:r>
                <a:rPr lang="ko-KR" altLang="en-US" sz="1100" spc="-65" dirty="0" smtClean="0">
                  <a:solidFill>
                    <a:schemeClr val="bg1"/>
                  </a:solidFill>
                  <a:latin typeface="Rix모던고딕 M" panose="02020603020101020101" pitchFamily="18" charset="-127"/>
                  <a:ea typeface="Rix모던고딕 M" panose="02020603020101020101" pitchFamily="18" charset="-127"/>
                </a:rPr>
                <a:t>자원</a:t>
              </a:r>
              <a:endParaRPr lang="en-US" altLang="ko-KR" sz="1100" spc="-65" dirty="0">
                <a:solidFill>
                  <a:schemeClr val="bg1"/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endParaRPr>
            </a:p>
            <a:p>
              <a:pPr latinLnBrk="0"/>
              <a:r>
                <a:rPr lang="ko-KR" altLang="en-US" sz="1100" spc="-65" dirty="0">
                  <a:solidFill>
                    <a:schemeClr val="bg1"/>
                  </a:solidFill>
                  <a:latin typeface="Rix모던고딕 M" panose="02020603020101020101" pitchFamily="18" charset="-127"/>
                  <a:ea typeface="Rix모던고딕 M" panose="02020603020101020101" pitchFamily="18" charset="-127"/>
                </a:rPr>
                <a:t>분리</a:t>
              </a:r>
            </a:p>
          </p:txBody>
        </p:sp>
        <p:sp>
          <p:nvSpPr>
            <p:cNvPr id="191" name="TextBox 190"/>
            <p:cNvSpPr txBox="1"/>
            <p:nvPr/>
          </p:nvSpPr>
          <p:spPr>
            <a:xfrm>
              <a:off x="4919179" y="7507486"/>
              <a:ext cx="805707" cy="36178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ko-KR"/>
              </a:defPPr>
              <a:lvl1pPr algn="ctr">
                <a:defRPr sz="2000">
                  <a:gradFill flip="none" rotWithShape="1">
                    <a:gsLst>
                      <a:gs pos="0">
                        <a:prstClr val="white">
                          <a:lumMod val="0"/>
                          <a:lumOff val="100000"/>
                        </a:prstClr>
                      </a:gs>
                      <a:gs pos="100000">
                        <a:prstClr val="white">
                          <a:lumMod val="0"/>
                          <a:lumOff val="100000"/>
                        </a:prstClr>
                      </a:gs>
                    </a:gsLst>
                    <a:lin ang="6000000" scaled="0"/>
                    <a:tileRect/>
                  </a:gradFill>
                  <a:latin typeface="뫼비우스 Bold" panose="02000500000000000000" pitchFamily="2" charset="-127"/>
                  <a:ea typeface="뫼비우스 Bold" panose="02000500000000000000" pitchFamily="2" charset="-127"/>
                </a:defRPr>
              </a:lvl1pPr>
              <a:lvl2pPr>
                <a:defRPr>
                  <a:solidFill>
                    <a:schemeClr val="tx1"/>
                  </a:solidFill>
                </a:defRPr>
              </a:lvl2pPr>
              <a:lvl3pPr>
                <a:defRPr>
                  <a:solidFill>
                    <a:schemeClr val="tx1"/>
                  </a:solidFill>
                </a:defRPr>
              </a:lvl3pPr>
              <a:lvl4pPr>
                <a:defRPr>
                  <a:solidFill>
                    <a:schemeClr val="tx1"/>
                  </a:solidFill>
                </a:defRPr>
              </a:lvl4pPr>
              <a:lvl5pPr>
                <a:defRPr>
                  <a:solidFill>
                    <a:schemeClr val="tx1"/>
                  </a:solidFill>
                </a:defRPr>
              </a:lvl5pPr>
              <a:lvl6pPr>
                <a:defRPr>
                  <a:solidFill>
                    <a:schemeClr val="tx1"/>
                  </a:solidFill>
                </a:defRPr>
              </a:lvl6pPr>
              <a:lvl7pPr>
                <a:defRPr>
                  <a:solidFill>
                    <a:schemeClr val="tx1"/>
                  </a:solidFill>
                </a:defRPr>
              </a:lvl7pPr>
              <a:lvl8pPr>
                <a:defRPr>
                  <a:solidFill>
                    <a:schemeClr val="tx1"/>
                  </a:solidFill>
                </a:defRPr>
              </a:lvl8pPr>
              <a:lvl9pPr>
                <a:defRPr>
                  <a:solidFill>
                    <a:schemeClr val="tx1"/>
                  </a:solidFill>
                </a:defRPr>
              </a:lvl9pPr>
            </a:lstStyle>
            <a:p>
              <a:pPr latinLnBrk="0"/>
              <a:r>
                <a:rPr lang="ko-KR" altLang="en-US" sz="1100" spc="-65" dirty="0">
                  <a:solidFill>
                    <a:schemeClr val="bg1"/>
                  </a:solidFill>
                  <a:latin typeface="Rix모던고딕 M" panose="02020603020101020101" pitchFamily="18" charset="-127"/>
                  <a:ea typeface="Rix모던고딕 M" panose="02020603020101020101" pitchFamily="18" charset="-127"/>
                </a:rPr>
                <a:t>트래픽 분리로 부처별</a:t>
              </a:r>
              <a:endParaRPr lang="en-US" altLang="ko-KR" sz="1100" spc="-65" dirty="0">
                <a:solidFill>
                  <a:schemeClr val="bg1"/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endParaRPr>
            </a:p>
            <a:p>
              <a:pPr latinLnBrk="0"/>
              <a:r>
                <a:rPr lang="ko-KR" altLang="en-US" sz="1100" spc="-65" dirty="0" err="1">
                  <a:solidFill>
                    <a:schemeClr val="bg1"/>
                  </a:solidFill>
                  <a:latin typeface="Rix모던고딕 M" panose="02020603020101020101" pitchFamily="18" charset="-127"/>
                  <a:ea typeface="Rix모던고딕 M" panose="02020603020101020101" pitchFamily="18" charset="-127"/>
                </a:rPr>
                <a:t>보안성</a:t>
              </a:r>
              <a:r>
                <a:rPr lang="ko-KR" altLang="en-US" sz="1100" spc="-65" dirty="0">
                  <a:solidFill>
                    <a:schemeClr val="bg1"/>
                  </a:solidFill>
                  <a:latin typeface="Rix모던고딕 M" panose="02020603020101020101" pitchFamily="18" charset="-127"/>
                  <a:ea typeface="Rix모던고딕 M" panose="02020603020101020101" pitchFamily="18" charset="-127"/>
                </a:rPr>
                <a:t> </a:t>
              </a:r>
              <a:r>
                <a:rPr lang="ko-KR" altLang="en-US" sz="1100" spc="-65" dirty="0" smtClean="0">
                  <a:solidFill>
                    <a:schemeClr val="bg1"/>
                  </a:solidFill>
                  <a:latin typeface="Rix모던고딕 M" panose="02020603020101020101" pitchFamily="18" charset="-127"/>
                  <a:ea typeface="Rix모던고딕 M" panose="02020603020101020101" pitchFamily="18" charset="-127"/>
                </a:rPr>
                <a:t>증가</a:t>
              </a:r>
              <a:endParaRPr lang="ko-KR" altLang="en-US" sz="1100" spc="-65" dirty="0">
                <a:solidFill>
                  <a:schemeClr val="bg1"/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endParaRPr>
            </a:p>
          </p:txBody>
        </p:sp>
      </p:grpSp>
      <p:sp>
        <p:nvSpPr>
          <p:cNvPr id="82" name="TextBox 81"/>
          <p:cNvSpPr txBox="1"/>
          <p:nvPr/>
        </p:nvSpPr>
        <p:spPr>
          <a:xfrm>
            <a:off x="1326281" y="1205392"/>
            <a:ext cx="1654684" cy="461665"/>
          </a:xfrm>
          <a:prstGeom prst="rect">
            <a:avLst/>
          </a:prstGeom>
          <a:noFill/>
          <a:ln w="6350">
            <a:noFill/>
          </a:ln>
          <a:effectLst/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 anchorCtr="0">
            <a:spAutoFit/>
            <a:sp3d>
              <a:bevelT w="0" h="0"/>
              <a:contourClr>
                <a:schemeClr val="bg1"/>
              </a:contourClr>
            </a:sp3d>
          </a:bodyPr>
          <a:lstStyle>
            <a:defPPr>
              <a:defRPr lang="ko-KR"/>
            </a:defPPr>
            <a:lvl1pPr lvl="0" indent="-457200" algn="ctr" eaLnBrk="0" latinLnBrk="0" hangingPunct="0">
              <a:lnSpc>
                <a:spcPct val="100000"/>
              </a:lnSpc>
              <a:spcBef>
                <a:spcPts val="200"/>
              </a:spcBef>
              <a:spcAft>
                <a:spcPts val="600"/>
              </a:spcAft>
              <a:defRPr sz="1700" spc="-50">
                <a:ln w="0"/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뫼비우스 Bold" panose="02000500000000000000" pitchFamily="2" charset="-127"/>
                <a:ea typeface="뫼비우스 Bold" panose="02000500000000000000" pitchFamily="2" charset="-127"/>
              </a:defRPr>
            </a:lvl1pPr>
          </a:lstStyle>
          <a:p>
            <a:pPr indent="0" algn="r" defTabSz="845889" eaLnBrk="1" hangingPunct="1">
              <a:spcBef>
                <a:spcPts val="93"/>
              </a:spcBef>
              <a:spcAft>
                <a:spcPts val="93"/>
              </a:spcAft>
            </a:pPr>
            <a:r>
              <a:rPr lang="en-US" altLang="ko-KR" sz="3000" spc="-180" dirty="0">
                <a:ln>
                  <a:solidFill>
                    <a:prstClr val="white">
                      <a:alpha val="10000"/>
                    </a:prstClr>
                  </a:solidFill>
                </a:ln>
                <a:solidFill>
                  <a:srgbClr val="FFFF00"/>
                </a:solidFill>
                <a:effectLst/>
                <a:latin typeface="Rix모던고딕 B" panose="02020603020101020101" pitchFamily="18" charset="-127"/>
                <a:ea typeface="Rix모던고딕 B" panose="02020603020101020101" pitchFamily="18" charset="-127"/>
              </a:rPr>
              <a:t>Scalability </a:t>
            </a:r>
          </a:p>
        </p:txBody>
      </p:sp>
      <p:cxnSp>
        <p:nvCxnSpPr>
          <p:cNvPr id="84" name="직선 연결선 83"/>
          <p:cNvCxnSpPr/>
          <p:nvPr/>
        </p:nvCxnSpPr>
        <p:spPr>
          <a:xfrm>
            <a:off x="3041950" y="1131846"/>
            <a:ext cx="0" cy="609981"/>
          </a:xfrm>
          <a:prstGeom prst="line">
            <a:avLst/>
          </a:prstGeom>
          <a:ln w="38100">
            <a:solidFill>
              <a:srgbClr val="3EB1EA">
                <a:alpha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직사각형 84"/>
          <p:cNvSpPr/>
          <p:nvPr/>
        </p:nvSpPr>
        <p:spPr>
          <a:xfrm>
            <a:off x="3236288" y="1143157"/>
            <a:ext cx="3678892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 anchorCtr="0">
            <a:spAutoFit/>
            <a:scene3d>
              <a:camera prst="orthographicFront"/>
              <a:lightRig rig="threePt" dir="t"/>
            </a:scene3d>
            <a:sp3d>
              <a:bevelT w="0"/>
            </a:sp3d>
          </a:bodyPr>
          <a:lstStyle/>
          <a:p>
            <a:pPr marL="0" lvl="1" indent="-297308" fontAlgn="base">
              <a:spcBef>
                <a:spcPct val="0"/>
              </a:spcBef>
              <a:spcAft>
                <a:spcPct val="0"/>
              </a:spcAft>
              <a:buClr>
                <a:prstClr val="white"/>
              </a:buClr>
              <a:buSzPct val="80000"/>
              <a:tabLst>
                <a:tab pos="5424707" algn="l"/>
              </a:tabLst>
            </a:pPr>
            <a:r>
              <a:rPr lang="ko-KR" altLang="en-US" spc="-150" dirty="0">
                <a:solidFill>
                  <a:schemeClr val="bg1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  <a:cs typeface="+mj-cs"/>
              </a:rPr>
              <a:t>향후 기술ㆍ수요 변화에 따라 </a:t>
            </a:r>
            <a:endParaRPr lang="en-US" altLang="ko-KR" spc="-150" dirty="0" smtClean="0">
              <a:solidFill>
                <a:schemeClr val="bg1"/>
              </a:solidFill>
              <a:latin typeface="Rix모던고딕 B" panose="02020603020101020101" pitchFamily="18" charset="-127"/>
              <a:ea typeface="Rix모던고딕 B" panose="02020603020101020101" pitchFamily="18" charset="-127"/>
              <a:cs typeface="+mj-cs"/>
            </a:endParaRPr>
          </a:p>
          <a:p>
            <a:pPr marL="0" lvl="1" indent="-297308" fontAlgn="base">
              <a:spcBef>
                <a:spcPct val="0"/>
              </a:spcBef>
              <a:spcAft>
                <a:spcPct val="0"/>
              </a:spcAft>
              <a:buClr>
                <a:prstClr val="white"/>
              </a:buClr>
              <a:buSzPct val="80000"/>
              <a:tabLst>
                <a:tab pos="5424707" algn="l"/>
              </a:tabLst>
            </a:pPr>
            <a:r>
              <a:rPr lang="ko-KR" altLang="en-US" spc="-150" dirty="0" smtClean="0">
                <a:solidFill>
                  <a:schemeClr val="bg1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  <a:cs typeface="+mj-cs"/>
              </a:rPr>
              <a:t>유연한 </a:t>
            </a:r>
            <a:r>
              <a:rPr lang="ko-KR" altLang="en-US" spc="-150" dirty="0">
                <a:solidFill>
                  <a:schemeClr val="bg1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  <a:cs typeface="+mj-cs"/>
              </a:rPr>
              <a:t>구성이 가능한 장비가 필요 합니다</a:t>
            </a:r>
            <a:r>
              <a:rPr lang="en-US" altLang="ko-KR" spc="-150" dirty="0">
                <a:solidFill>
                  <a:schemeClr val="bg1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  <a:cs typeface="+mj-cs"/>
              </a:rPr>
              <a:t>.</a:t>
            </a:r>
          </a:p>
        </p:txBody>
      </p:sp>
      <p:grpSp>
        <p:nvGrpSpPr>
          <p:cNvPr id="86" name="그룹 85"/>
          <p:cNvGrpSpPr/>
          <p:nvPr/>
        </p:nvGrpSpPr>
        <p:grpSpPr>
          <a:xfrm>
            <a:off x="0" y="5816600"/>
            <a:ext cx="10693398" cy="1258079"/>
            <a:chOff x="0" y="6597523"/>
            <a:chExt cx="10693398" cy="477156"/>
          </a:xfrm>
        </p:grpSpPr>
        <p:grpSp>
          <p:nvGrpSpPr>
            <p:cNvPr id="87" name="그룹 86"/>
            <p:cNvGrpSpPr/>
            <p:nvPr/>
          </p:nvGrpSpPr>
          <p:grpSpPr>
            <a:xfrm>
              <a:off x="0" y="6597523"/>
              <a:ext cx="10693398" cy="477156"/>
              <a:chOff x="0" y="6553942"/>
              <a:chExt cx="10693398" cy="520737"/>
            </a:xfrm>
          </p:grpSpPr>
          <p:sp>
            <p:nvSpPr>
              <p:cNvPr id="98" name="직사각형 97"/>
              <p:cNvSpPr/>
              <p:nvPr/>
            </p:nvSpPr>
            <p:spPr>
              <a:xfrm>
                <a:off x="0" y="6553942"/>
                <a:ext cx="2185910" cy="520737"/>
              </a:xfrm>
              <a:prstGeom prst="rect">
                <a:avLst/>
              </a:prstGeom>
              <a:solidFill>
                <a:srgbClr val="1B91C1"/>
              </a:solidFill>
              <a:ln w="3175" cap="flat" cmpd="sng" algn="ctr">
                <a:noFill/>
                <a:prstDash val="solid"/>
              </a:ln>
              <a:effectLst/>
            </p:spPr>
            <p:txBody>
              <a:bodyPr lIns="96487" tIns="48244" rIns="96487" bIns="48244" anchor="ctr"/>
              <a:lstStyle/>
              <a:p>
                <a:pPr marL="525326" lvl="1" defTabSz="1050652" latinLnBrk="0"/>
                <a:endParaRPr lang="ko-KR" altLang="en-US" kern="0" dirty="0">
                  <a:solidFill>
                    <a:srgbClr val="C02338"/>
                  </a:solidFill>
                  <a:latin typeface="Calibri"/>
                  <a:ea typeface="맑은 고딕" panose="020B0503020000020004" pitchFamily="50" charset="-127"/>
                </a:endParaRPr>
              </a:p>
            </p:txBody>
          </p:sp>
          <p:sp>
            <p:nvSpPr>
              <p:cNvPr id="99" name="직사각형 98"/>
              <p:cNvSpPr/>
              <p:nvPr/>
            </p:nvSpPr>
            <p:spPr>
              <a:xfrm>
                <a:off x="2185909" y="6553942"/>
                <a:ext cx="8507489" cy="520737"/>
              </a:xfrm>
              <a:prstGeom prst="rect">
                <a:avLst/>
              </a:prstGeom>
              <a:solidFill>
                <a:schemeClr val="tx2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497845" lvl="1" defTabSz="995690"/>
                <a:endParaRPr lang="ko-KR" altLang="en-US" sz="2000" dirty="0">
                  <a:solidFill>
                    <a:schemeClr val="lt1"/>
                  </a:solidFill>
                </a:endParaRPr>
              </a:p>
            </p:txBody>
          </p:sp>
        </p:grpSp>
        <p:sp>
          <p:nvSpPr>
            <p:cNvPr id="96" name="직사각형 95"/>
            <p:cNvSpPr/>
            <p:nvPr/>
          </p:nvSpPr>
          <p:spPr>
            <a:xfrm>
              <a:off x="1111123" y="6769324"/>
              <a:ext cx="1188138" cy="1167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0" tIns="0" rIns="0" bIns="0" anchor="ctr" anchorCtr="0">
              <a:spAutoFit/>
              <a:scene3d>
                <a:camera prst="orthographicFront"/>
                <a:lightRig rig="threePt" dir="t"/>
              </a:scene3d>
              <a:sp3d>
                <a:bevelT w="0"/>
              </a:sp3d>
            </a:bodyPr>
            <a:lstStyle/>
            <a:p>
              <a:pPr marL="0" lvl="1" indent="-313719" defTabSz="1003898" fontAlgn="base" latinLnBrk="0">
                <a:spcBef>
                  <a:spcPct val="0"/>
                </a:spcBef>
                <a:spcAft>
                  <a:spcPct val="0"/>
                </a:spcAft>
                <a:buClr>
                  <a:prstClr val="white"/>
                </a:buClr>
                <a:buSzPct val="80000"/>
                <a:tabLst>
                  <a:tab pos="5724151" algn="l"/>
                </a:tabLst>
                <a:defRPr/>
              </a:pPr>
              <a:r>
                <a:rPr lang="ko-KR" altLang="en-US" sz="2000" spc="-84" dirty="0">
                  <a:solidFill>
                    <a:prstClr val="white"/>
                  </a:solidFill>
                  <a:latin typeface="Rix모던고딕 EB" panose="02020603020101020101" pitchFamily="18" charset="-127"/>
                  <a:ea typeface="Rix모던고딕 EB" panose="02020603020101020101" pitchFamily="18" charset="-127"/>
                </a:rPr>
                <a:t>기대효과</a:t>
              </a:r>
            </a:p>
          </p:txBody>
        </p:sp>
        <p:sp>
          <p:nvSpPr>
            <p:cNvPr id="97" name="직사각형 96"/>
            <p:cNvSpPr/>
            <p:nvPr/>
          </p:nvSpPr>
          <p:spPr>
            <a:xfrm>
              <a:off x="2326550" y="6655008"/>
              <a:ext cx="8100150" cy="36595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0" tIns="0" rIns="0" bIns="0" anchor="ctr" anchorCtr="0">
              <a:spAutoFit/>
              <a:scene3d>
                <a:camera prst="orthographicFront"/>
                <a:lightRig rig="threePt" dir="t"/>
              </a:scene3d>
              <a:sp3d>
                <a:bevelT w="0"/>
              </a:sp3d>
            </a:bodyPr>
            <a:lstStyle/>
            <a:p>
              <a:pPr marL="185940" lvl="1" indent="-185940" defTabSz="1050652" fontAlgn="base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>
                  <a:prstClr val="white"/>
                </a:buClr>
                <a:buSzPct val="80000"/>
                <a:buFont typeface="Arial" panose="020B0604020202020204" pitchFamily="34" charset="0"/>
                <a:buChar char="•"/>
                <a:tabLst>
                  <a:tab pos="5724151" algn="l"/>
                </a:tabLst>
              </a:pPr>
              <a:r>
                <a:rPr lang="ko-KR" altLang="en-US" spc="-211" dirty="0">
                  <a:solidFill>
                    <a:prstClr val="white"/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</a:rPr>
                <a:t>장비의 </a:t>
              </a:r>
              <a:r>
                <a:rPr lang="en-US" altLang="ko-KR" spc="-211" dirty="0">
                  <a:solidFill>
                    <a:prstClr val="white"/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</a:rPr>
                <a:t>Resource </a:t>
              </a:r>
              <a:r>
                <a:rPr lang="ko-KR" altLang="en-US" spc="-211" dirty="0">
                  <a:solidFill>
                    <a:prstClr val="white"/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</a:rPr>
                <a:t>분리 및 할당의 유연성 </a:t>
              </a:r>
              <a:r>
                <a:rPr lang="ko-KR" altLang="en-US" spc="-211" dirty="0" smtClean="0">
                  <a:solidFill>
                    <a:prstClr val="white"/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</a:rPr>
                <a:t> ⇒ </a:t>
              </a:r>
              <a:r>
                <a:rPr lang="ko-KR" altLang="en-US" spc="-211" dirty="0">
                  <a:solidFill>
                    <a:prstClr val="white"/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</a:rPr>
                <a:t>가용성 증대</a:t>
              </a:r>
              <a:r>
                <a:rPr lang="en-US" altLang="ko-KR" spc="-211" dirty="0">
                  <a:solidFill>
                    <a:prstClr val="white"/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</a:rPr>
                <a:t>, </a:t>
              </a:r>
              <a:r>
                <a:rPr lang="ko-KR" altLang="en-US" spc="-211" dirty="0">
                  <a:solidFill>
                    <a:prstClr val="white"/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</a:rPr>
                <a:t>비정상 트래픽으로 인한 위험성 제거</a:t>
              </a:r>
            </a:p>
            <a:p>
              <a:pPr marL="185940" lvl="1" indent="-185940" defTabSz="1050652" fontAlgn="base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>
                  <a:prstClr val="white"/>
                </a:buClr>
                <a:buSzPct val="80000"/>
                <a:buFont typeface="Arial" panose="020B0604020202020204" pitchFamily="34" charset="0"/>
                <a:buChar char="•"/>
                <a:tabLst>
                  <a:tab pos="5724151" algn="l"/>
                </a:tabLst>
              </a:pPr>
              <a:r>
                <a:rPr lang="ko-KR" altLang="en-US" spc="-211" dirty="0" smtClean="0">
                  <a:solidFill>
                    <a:prstClr val="white"/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</a:rPr>
                <a:t>장비 </a:t>
              </a:r>
              <a:r>
                <a:rPr lang="ko-KR" altLang="en-US" spc="-211" dirty="0">
                  <a:solidFill>
                    <a:prstClr val="white"/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</a:rPr>
                <a:t>내 서비스 별 트래픽 분리 </a:t>
              </a:r>
              <a:r>
                <a:rPr lang="ko-KR" altLang="en-US" spc="-211" dirty="0" smtClean="0">
                  <a:solidFill>
                    <a:prstClr val="white"/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</a:rPr>
                <a:t> ⇒  보안성 향상</a:t>
              </a:r>
              <a:endParaRPr lang="ko-KR" altLang="en-US" spc="-211" dirty="0">
                <a:solidFill>
                  <a:prstClr val="white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endParaRPr>
            </a:p>
            <a:p>
              <a:pPr marL="185940" lvl="1" indent="-185940" defTabSz="1050652" fontAlgn="base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>
                  <a:prstClr val="white"/>
                </a:buClr>
                <a:buSzPct val="80000"/>
                <a:buFont typeface="Arial" panose="020B0604020202020204" pitchFamily="34" charset="0"/>
                <a:buChar char="•"/>
                <a:tabLst>
                  <a:tab pos="5724151" algn="l"/>
                </a:tabLst>
              </a:pPr>
              <a:r>
                <a:rPr lang="ko-KR" altLang="en-US" spc="-211" dirty="0">
                  <a:solidFill>
                    <a:prstClr val="white"/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</a:rPr>
                <a:t>자원의 이동</a:t>
              </a:r>
              <a:r>
                <a:rPr lang="en-US" altLang="ko-KR" spc="-211" dirty="0">
                  <a:solidFill>
                    <a:prstClr val="white"/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</a:rPr>
                <a:t>, </a:t>
              </a:r>
              <a:r>
                <a:rPr lang="ko-KR" altLang="en-US" spc="-211" dirty="0">
                  <a:solidFill>
                    <a:prstClr val="white"/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</a:rPr>
                <a:t>분리 및 통합 등 구조 변경의 유연성 증대</a:t>
              </a:r>
            </a:p>
          </p:txBody>
        </p:sp>
      </p:grpSp>
      <p:grpSp>
        <p:nvGrpSpPr>
          <p:cNvPr id="3" name="그룹 2"/>
          <p:cNvGrpSpPr/>
          <p:nvPr/>
        </p:nvGrpSpPr>
        <p:grpSpPr>
          <a:xfrm>
            <a:off x="250457" y="5861048"/>
            <a:ext cx="739657" cy="1213632"/>
            <a:chOff x="314366" y="6104716"/>
            <a:chExt cx="591151" cy="969963"/>
          </a:xfrm>
        </p:grpSpPr>
        <p:pic>
          <p:nvPicPr>
            <p:cNvPr id="100" name="Picture 2" descr="G:\work\아이티센시스템즈\경찰청공조조회유지보수\icon&amp;dia\제안서템플릿이미지-49.png"/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4366" y="6512736"/>
              <a:ext cx="253840" cy="56194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074" name="Picture 2" descr="G:\work\아이티센시스템즈\경찰청공조조회유지보수\icon&amp;dia\제안서템플릿이미지-49.png"/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67367" y="6104716"/>
              <a:ext cx="438150" cy="96996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7" name="그룹 6"/>
          <p:cNvGrpSpPr/>
          <p:nvPr/>
        </p:nvGrpSpPr>
        <p:grpSpPr>
          <a:xfrm>
            <a:off x="4416131" y="2608597"/>
            <a:ext cx="1017587" cy="573087"/>
            <a:chOff x="4416131" y="2608597"/>
            <a:chExt cx="1017587" cy="573087"/>
          </a:xfrm>
        </p:grpSpPr>
        <p:pic>
          <p:nvPicPr>
            <p:cNvPr id="3075" name="Picture 3" descr="G:\work\아이티센시스템즈\경찰청공조조회유지보수\icon&amp;dia\클립아트-04.png"/>
            <p:cNvPicPr>
              <a:picLocks noChangeAspect="1" noChangeArrowheads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416131" y="2608597"/>
              <a:ext cx="1017587" cy="57308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57" name="TextBox 256"/>
            <p:cNvSpPr txBox="1"/>
            <p:nvPr/>
          </p:nvSpPr>
          <p:spPr>
            <a:xfrm>
              <a:off x="4636398" y="2772801"/>
              <a:ext cx="547839" cy="266707"/>
            </a:xfrm>
            <a:prstGeom prst="rect">
              <a:avLst/>
            </a:prstGeom>
            <a:noFill/>
          </p:spPr>
          <p:txBody>
            <a:bodyPr wrap="none" lIns="96487" tIns="48244" rIns="96487" bIns="48244" rtlCol="0">
              <a:spAutoFit/>
            </a:bodyPr>
            <a:lstStyle/>
            <a:p>
              <a:pPr algn="ctr"/>
              <a:r>
                <a:rPr lang="ko-KR" altLang="en-US" sz="1100" spc="-70" dirty="0">
                  <a:latin typeface="Rix모던고딕 M" panose="02020603020101020101" pitchFamily="18" charset="-127"/>
                  <a:ea typeface="Rix모던고딕 M" panose="02020603020101020101" pitchFamily="18" charset="-127"/>
                </a:rPr>
                <a:t>인터넷</a:t>
              </a:r>
              <a:endParaRPr lang="ko-KR" altLang="en-US" sz="1200" spc="-70" dirty="0">
                <a:latin typeface="Rix모던고딕 M" panose="02020603020101020101" pitchFamily="18" charset="-127"/>
                <a:ea typeface="Rix모던고딕 M" panose="02020603020101020101" pitchFamily="18" charset="-127"/>
              </a:endParaRPr>
            </a:p>
          </p:txBody>
        </p:sp>
      </p:grpSp>
      <p:grpSp>
        <p:nvGrpSpPr>
          <p:cNvPr id="6" name="그룹 5"/>
          <p:cNvGrpSpPr/>
          <p:nvPr/>
        </p:nvGrpSpPr>
        <p:grpSpPr>
          <a:xfrm>
            <a:off x="4416131" y="3269915"/>
            <a:ext cx="1017587" cy="573087"/>
            <a:chOff x="4416131" y="3269915"/>
            <a:chExt cx="1017587" cy="573087"/>
          </a:xfrm>
        </p:grpSpPr>
        <p:pic>
          <p:nvPicPr>
            <p:cNvPr id="106" name="Picture 3" descr="G:\work\아이티센시스템즈\경찰청공조조회유지보수\icon&amp;dia\클립아트-04.png"/>
            <p:cNvPicPr>
              <a:picLocks noChangeAspect="1" noChangeArrowheads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416131" y="3269915"/>
              <a:ext cx="1017587" cy="57308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59" name="TextBox 258"/>
            <p:cNvSpPr txBox="1"/>
            <p:nvPr/>
          </p:nvSpPr>
          <p:spPr>
            <a:xfrm>
              <a:off x="4728336" y="3415263"/>
              <a:ext cx="379204" cy="266707"/>
            </a:xfrm>
            <a:prstGeom prst="rect">
              <a:avLst/>
            </a:prstGeom>
            <a:noFill/>
          </p:spPr>
          <p:txBody>
            <a:bodyPr wrap="none" lIns="96487" tIns="48244" rIns="96487" bIns="48244" rtlCol="0">
              <a:spAutoFit/>
            </a:bodyPr>
            <a:lstStyle/>
            <a:p>
              <a:pPr algn="ctr"/>
              <a:r>
                <a:rPr lang="en-US" altLang="ko-KR" sz="1100" spc="-70" dirty="0">
                  <a:latin typeface="Rix모던고딕 M" panose="02020603020101020101" pitchFamily="18" charset="-127"/>
                  <a:ea typeface="Rix모던고딕 M" panose="02020603020101020101" pitchFamily="18" charset="-127"/>
                </a:rPr>
                <a:t>C4I</a:t>
              </a:r>
              <a:endParaRPr lang="ko-KR" altLang="en-US" sz="1100" spc="-70" dirty="0">
                <a:latin typeface="Rix모던고딕 M" panose="02020603020101020101" pitchFamily="18" charset="-127"/>
                <a:ea typeface="Rix모던고딕 M" panose="02020603020101020101" pitchFamily="18" charset="-127"/>
              </a:endParaRPr>
            </a:p>
          </p:txBody>
        </p:sp>
      </p:grpSp>
      <p:grpSp>
        <p:nvGrpSpPr>
          <p:cNvPr id="5" name="그룹 4"/>
          <p:cNvGrpSpPr/>
          <p:nvPr/>
        </p:nvGrpSpPr>
        <p:grpSpPr>
          <a:xfrm>
            <a:off x="4416131" y="3856604"/>
            <a:ext cx="1017587" cy="573087"/>
            <a:chOff x="4416131" y="3856604"/>
            <a:chExt cx="1017587" cy="573087"/>
          </a:xfrm>
        </p:grpSpPr>
        <p:pic>
          <p:nvPicPr>
            <p:cNvPr id="107" name="Picture 3" descr="G:\work\아이티센시스템즈\경찰청공조조회유지보수\icon&amp;dia\클립아트-04.png"/>
            <p:cNvPicPr>
              <a:picLocks noChangeAspect="1" noChangeArrowheads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416131" y="3856604"/>
              <a:ext cx="1017587" cy="57308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61" name="TextBox 260"/>
            <p:cNvSpPr txBox="1"/>
            <p:nvPr/>
          </p:nvSpPr>
          <p:spPr>
            <a:xfrm>
              <a:off x="4651639" y="4003376"/>
              <a:ext cx="547839" cy="266707"/>
            </a:xfrm>
            <a:prstGeom prst="rect">
              <a:avLst/>
            </a:prstGeom>
            <a:noFill/>
          </p:spPr>
          <p:txBody>
            <a:bodyPr wrap="none" lIns="96487" tIns="48244" rIns="96487" bIns="48244" rtlCol="0">
              <a:spAutoFit/>
            </a:bodyPr>
            <a:lstStyle/>
            <a:p>
              <a:pPr algn="ctr"/>
              <a:r>
                <a:rPr lang="ko-KR" altLang="en-US" sz="1100" spc="-70" dirty="0">
                  <a:latin typeface="Rix모던고딕 M" panose="02020603020101020101" pitchFamily="18" charset="-127"/>
                  <a:ea typeface="Rix모던고딕 M" panose="02020603020101020101" pitchFamily="18" charset="-127"/>
                </a:rPr>
                <a:t>연합사</a:t>
              </a:r>
            </a:p>
          </p:txBody>
        </p:sp>
      </p:grpSp>
      <p:grpSp>
        <p:nvGrpSpPr>
          <p:cNvPr id="4" name="그룹 3"/>
          <p:cNvGrpSpPr/>
          <p:nvPr/>
        </p:nvGrpSpPr>
        <p:grpSpPr>
          <a:xfrm>
            <a:off x="4416131" y="4442672"/>
            <a:ext cx="1017587" cy="573087"/>
            <a:chOff x="4416131" y="4442672"/>
            <a:chExt cx="1017587" cy="573087"/>
          </a:xfrm>
        </p:grpSpPr>
        <p:pic>
          <p:nvPicPr>
            <p:cNvPr id="108" name="Picture 3" descr="G:\work\아이티센시스템즈\경찰청공조조회유지보수\icon&amp;dia\클립아트-04.png"/>
            <p:cNvPicPr>
              <a:picLocks noChangeAspect="1" noChangeArrowheads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416131" y="4442672"/>
              <a:ext cx="1017587" cy="57308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63" name="TextBox 262"/>
            <p:cNvSpPr txBox="1"/>
            <p:nvPr/>
          </p:nvSpPr>
          <p:spPr>
            <a:xfrm>
              <a:off x="4600430" y="4534055"/>
              <a:ext cx="665500" cy="435984"/>
            </a:xfrm>
            <a:prstGeom prst="rect">
              <a:avLst/>
            </a:prstGeom>
            <a:noFill/>
          </p:spPr>
          <p:txBody>
            <a:bodyPr wrap="none" lIns="96487" tIns="48244" rIns="96487" bIns="48244" rtlCol="0">
              <a:spAutoFit/>
            </a:bodyPr>
            <a:lstStyle/>
            <a:p>
              <a:pPr algn="ctr"/>
              <a:r>
                <a:rPr lang="ko-KR" altLang="en-US" sz="1100" spc="-70" dirty="0">
                  <a:latin typeface="Rix모던고딕 M" panose="02020603020101020101" pitchFamily="18" charset="-127"/>
                  <a:ea typeface="Rix모던고딕 M" panose="02020603020101020101" pitchFamily="18" charset="-127"/>
                </a:rPr>
                <a:t>통합전산</a:t>
              </a:r>
              <a:endParaRPr lang="en-US" altLang="ko-KR" sz="1100" spc="-70" dirty="0">
                <a:latin typeface="Rix모던고딕 M" panose="02020603020101020101" pitchFamily="18" charset="-127"/>
                <a:ea typeface="Rix모던고딕 M" panose="02020603020101020101" pitchFamily="18" charset="-127"/>
              </a:endParaRPr>
            </a:p>
            <a:p>
              <a:pPr algn="ctr"/>
              <a:r>
                <a:rPr lang="ko-KR" altLang="en-US" sz="1100" spc="-70" dirty="0">
                  <a:latin typeface="Rix모던고딕 M" panose="02020603020101020101" pitchFamily="18" charset="-127"/>
                  <a:ea typeface="Rix모던고딕 M" panose="02020603020101020101" pitchFamily="18" charset="-127"/>
                </a:rPr>
                <a:t>관리소</a:t>
              </a:r>
            </a:p>
          </p:txBody>
        </p:sp>
      </p:grpSp>
      <p:grpSp>
        <p:nvGrpSpPr>
          <p:cNvPr id="12" name="그룹 11"/>
          <p:cNvGrpSpPr/>
          <p:nvPr/>
        </p:nvGrpSpPr>
        <p:grpSpPr>
          <a:xfrm>
            <a:off x="657864" y="2662217"/>
            <a:ext cx="827244" cy="519467"/>
            <a:chOff x="657864" y="2662217"/>
            <a:chExt cx="827244" cy="519467"/>
          </a:xfrm>
        </p:grpSpPr>
        <p:pic>
          <p:nvPicPr>
            <p:cNvPr id="3076" name="Picture 4" descr="G:\work\아이티센시스템즈\경찰청공조조회유지보수\icon&amp;dia\클립아트-03.png"/>
            <p:cNvPicPr>
              <a:picLocks noChangeAspect="1" noChangeArrowheads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7864" y="2662217"/>
              <a:ext cx="827244" cy="51946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44" name="직사각형 243"/>
            <p:cNvSpPr/>
            <p:nvPr/>
          </p:nvSpPr>
          <p:spPr>
            <a:xfrm>
              <a:off x="815338" y="2795032"/>
              <a:ext cx="535656" cy="266707"/>
            </a:xfrm>
            <a:prstGeom prst="rect">
              <a:avLst/>
            </a:prstGeom>
          </p:spPr>
          <p:txBody>
            <a:bodyPr wrap="none" lIns="96487" tIns="48244" rIns="96487" bIns="48244">
              <a:spAutoFit/>
            </a:bodyPr>
            <a:lstStyle/>
            <a:p>
              <a:pPr algn="ctr"/>
              <a:r>
                <a:rPr lang="ko-KR" altLang="en-US" sz="1100" spc="-70" dirty="0">
                  <a:latin typeface="Rix모던고딕 M" panose="02020603020101020101" pitchFamily="18" charset="-127"/>
                  <a:ea typeface="Rix모던고딕 M" panose="02020603020101020101" pitchFamily="18" charset="-127"/>
                </a:rPr>
                <a:t>부처 </a:t>
              </a:r>
              <a:r>
                <a:rPr lang="en-US" altLang="ko-KR" sz="1100" spc="-70" dirty="0">
                  <a:latin typeface="Rix모던고딕 M" panose="02020603020101020101" pitchFamily="18" charset="-127"/>
                  <a:ea typeface="Rix모던고딕 M" panose="02020603020101020101" pitchFamily="18" charset="-127"/>
                </a:rPr>
                <a:t>A</a:t>
              </a:r>
              <a:endParaRPr lang="ko-KR" altLang="en-US" sz="1100" spc="-70" dirty="0">
                <a:latin typeface="Rix모던고딕 M" panose="02020603020101020101" pitchFamily="18" charset="-127"/>
                <a:ea typeface="Rix모던고딕 M" panose="02020603020101020101" pitchFamily="18" charset="-127"/>
              </a:endParaRPr>
            </a:p>
          </p:txBody>
        </p:sp>
      </p:grpSp>
      <p:grpSp>
        <p:nvGrpSpPr>
          <p:cNvPr id="13" name="그룹 12"/>
          <p:cNvGrpSpPr/>
          <p:nvPr/>
        </p:nvGrpSpPr>
        <p:grpSpPr>
          <a:xfrm>
            <a:off x="657864" y="3269915"/>
            <a:ext cx="827244" cy="519467"/>
            <a:chOff x="657864" y="3269915"/>
            <a:chExt cx="827244" cy="519467"/>
          </a:xfrm>
        </p:grpSpPr>
        <p:pic>
          <p:nvPicPr>
            <p:cNvPr id="113" name="Picture 4" descr="G:\work\아이티센시스템즈\경찰청공조조회유지보수\icon&amp;dia\클립아트-03.png"/>
            <p:cNvPicPr>
              <a:picLocks noChangeAspect="1" noChangeArrowheads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7864" y="3269915"/>
              <a:ext cx="827244" cy="51946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46" name="직사각형 245"/>
            <p:cNvSpPr/>
            <p:nvPr/>
          </p:nvSpPr>
          <p:spPr>
            <a:xfrm>
              <a:off x="820553" y="3407148"/>
              <a:ext cx="540466" cy="266707"/>
            </a:xfrm>
            <a:prstGeom prst="rect">
              <a:avLst/>
            </a:prstGeom>
          </p:spPr>
          <p:txBody>
            <a:bodyPr wrap="none" lIns="96487" tIns="48244" rIns="96487" bIns="48244">
              <a:spAutoFit/>
            </a:bodyPr>
            <a:lstStyle/>
            <a:p>
              <a:pPr algn="ctr"/>
              <a:r>
                <a:rPr lang="ko-KR" altLang="en-US" sz="1100" spc="-70" dirty="0">
                  <a:latin typeface="Rix모던고딕 M" panose="02020603020101020101" pitchFamily="18" charset="-127"/>
                  <a:ea typeface="Rix모던고딕 M" panose="02020603020101020101" pitchFamily="18" charset="-127"/>
                </a:rPr>
                <a:t>부처 </a:t>
              </a:r>
              <a:r>
                <a:rPr lang="en-US" altLang="ko-KR" sz="1100" spc="-70" dirty="0">
                  <a:latin typeface="Rix모던고딕 M" panose="02020603020101020101" pitchFamily="18" charset="-127"/>
                  <a:ea typeface="Rix모던고딕 M" panose="02020603020101020101" pitchFamily="18" charset="-127"/>
                </a:rPr>
                <a:t>B</a:t>
              </a:r>
              <a:endParaRPr lang="ko-KR" altLang="en-US" sz="1100" spc="-70" dirty="0">
                <a:latin typeface="Rix모던고딕 M" panose="02020603020101020101" pitchFamily="18" charset="-127"/>
                <a:ea typeface="Rix모던고딕 M" panose="02020603020101020101" pitchFamily="18" charset="-127"/>
              </a:endParaRPr>
            </a:p>
          </p:txBody>
        </p:sp>
      </p:grpSp>
      <p:grpSp>
        <p:nvGrpSpPr>
          <p:cNvPr id="14" name="그룹 13"/>
          <p:cNvGrpSpPr/>
          <p:nvPr/>
        </p:nvGrpSpPr>
        <p:grpSpPr>
          <a:xfrm>
            <a:off x="657864" y="3856604"/>
            <a:ext cx="827244" cy="519467"/>
            <a:chOff x="657864" y="3856604"/>
            <a:chExt cx="827244" cy="519467"/>
          </a:xfrm>
        </p:grpSpPr>
        <p:pic>
          <p:nvPicPr>
            <p:cNvPr id="114" name="Picture 4" descr="G:\work\아이티센시스템즈\경찰청공조조회유지보수\icon&amp;dia\클립아트-03.png"/>
            <p:cNvPicPr>
              <a:picLocks noChangeAspect="1" noChangeArrowheads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7864" y="3856604"/>
              <a:ext cx="827244" cy="51946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48" name="직사각형 247"/>
            <p:cNvSpPr/>
            <p:nvPr/>
          </p:nvSpPr>
          <p:spPr>
            <a:xfrm>
              <a:off x="824561" y="3982562"/>
              <a:ext cx="532451" cy="266707"/>
            </a:xfrm>
            <a:prstGeom prst="rect">
              <a:avLst/>
            </a:prstGeom>
          </p:spPr>
          <p:txBody>
            <a:bodyPr wrap="none" lIns="96487" tIns="48244" rIns="96487" bIns="48244">
              <a:spAutoFit/>
            </a:bodyPr>
            <a:lstStyle/>
            <a:p>
              <a:pPr algn="ctr"/>
              <a:r>
                <a:rPr lang="ko-KR" altLang="en-US" sz="1100" spc="-70" dirty="0">
                  <a:latin typeface="Rix모던고딕 M" panose="02020603020101020101" pitchFamily="18" charset="-127"/>
                  <a:ea typeface="Rix모던고딕 M" panose="02020603020101020101" pitchFamily="18" charset="-127"/>
                </a:rPr>
                <a:t>부처 </a:t>
              </a:r>
              <a:r>
                <a:rPr lang="en-US" altLang="ko-KR" sz="1100" spc="-70" dirty="0">
                  <a:latin typeface="Rix모던고딕 M" panose="02020603020101020101" pitchFamily="18" charset="-127"/>
                  <a:ea typeface="Rix모던고딕 M" panose="02020603020101020101" pitchFamily="18" charset="-127"/>
                </a:rPr>
                <a:t>C</a:t>
              </a:r>
              <a:endParaRPr lang="ko-KR" altLang="en-US" sz="1100" spc="-70" dirty="0">
                <a:latin typeface="Rix모던고딕 M" panose="02020603020101020101" pitchFamily="18" charset="-127"/>
                <a:ea typeface="Rix모던고딕 M" panose="02020603020101020101" pitchFamily="18" charset="-127"/>
              </a:endParaRPr>
            </a:p>
          </p:txBody>
        </p:sp>
      </p:grpSp>
      <p:grpSp>
        <p:nvGrpSpPr>
          <p:cNvPr id="15" name="그룹 14"/>
          <p:cNvGrpSpPr/>
          <p:nvPr/>
        </p:nvGrpSpPr>
        <p:grpSpPr>
          <a:xfrm>
            <a:off x="657864" y="4416088"/>
            <a:ext cx="827244" cy="519467"/>
            <a:chOff x="657864" y="4416088"/>
            <a:chExt cx="827244" cy="519467"/>
          </a:xfrm>
        </p:grpSpPr>
        <p:pic>
          <p:nvPicPr>
            <p:cNvPr id="115" name="Picture 4" descr="G:\work\아이티센시스템즈\경찰청공조조회유지보수\icon&amp;dia\클립아트-03.png"/>
            <p:cNvPicPr>
              <a:picLocks noChangeAspect="1" noChangeArrowheads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7864" y="4416088"/>
              <a:ext cx="827244" cy="51946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50" name="직사각형 249"/>
            <p:cNvSpPr/>
            <p:nvPr/>
          </p:nvSpPr>
          <p:spPr>
            <a:xfrm>
              <a:off x="818148" y="4556577"/>
              <a:ext cx="545275" cy="266707"/>
            </a:xfrm>
            <a:prstGeom prst="rect">
              <a:avLst/>
            </a:prstGeom>
          </p:spPr>
          <p:txBody>
            <a:bodyPr wrap="none" lIns="96487" tIns="48244" rIns="96487" bIns="48244">
              <a:spAutoFit/>
            </a:bodyPr>
            <a:lstStyle/>
            <a:p>
              <a:pPr algn="ctr"/>
              <a:r>
                <a:rPr lang="ko-KR" altLang="en-US" sz="1100" spc="-70" dirty="0">
                  <a:latin typeface="Rix모던고딕 M" panose="02020603020101020101" pitchFamily="18" charset="-127"/>
                  <a:ea typeface="Rix모던고딕 M" panose="02020603020101020101" pitchFamily="18" charset="-127"/>
                </a:rPr>
                <a:t>부처 </a:t>
              </a:r>
              <a:r>
                <a:rPr lang="en-US" altLang="ko-KR" sz="1100" spc="-70" dirty="0">
                  <a:latin typeface="Rix모던고딕 M" panose="02020603020101020101" pitchFamily="18" charset="-127"/>
                  <a:ea typeface="Rix모던고딕 M" panose="02020603020101020101" pitchFamily="18" charset="-127"/>
                </a:rPr>
                <a:t>D</a:t>
              </a:r>
              <a:endParaRPr lang="ko-KR" altLang="en-US" sz="1100" spc="-70" dirty="0">
                <a:latin typeface="Rix모던고딕 M" panose="02020603020101020101" pitchFamily="18" charset="-127"/>
                <a:ea typeface="Rix모던고딕 M" panose="02020603020101020101" pitchFamily="18" charset="-127"/>
              </a:endParaRPr>
            </a:p>
          </p:txBody>
        </p:sp>
      </p:grpSp>
      <p:cxnSp>
        <p:nvCxnSpPr>
          <p:cNvPr id="17" name="직선 연결선 16"/>
          <p:cNvCxnSpPr/>
          <p:nvPr/>
        </p:nvCxnSpPr>
        <p:spPr>
          <a:xfrm>
            <a:off x="2340838" y="4302081"/>
            <a:ext cx="0" cy="521203"/>
          </a:xfrm>
          <a:prstGeom prst="line">
            <a:avLst/>
          </a:prstGeom>
          <a:ln w="28575">
            <a:solidFill>
              <a:schemeClr val="bg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1" name="직사각형 250"/>
          <p:cNvSpPr/>
          <p:nvPr/>
        </p:nvSpPr>
        <p:spPr>
          <a:xfrm>
            <a:off x="1964218" y="2772541"/>
            <a:ext cx="804218" cy="282096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</p:spPr>
        <p:txBody>
          <a:bodyPr wrap="square" lIns="96487" tIns="48244" rIns="96487" bIns="48244" rtlCol="0" anchor="ctr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ko-KR" altLang="en-US" sz="1200" spc="-100" dirty="0">
                <a:latin typeface="Rix모던고딕 B" panose="02020603020101020101" pitchFamily="18" charset="-127"/>
                <a:ea typeface="Rix모던고딕 B" panose="02020603020101020101" pitchFamily="18" charset="-127"/>
              </a:rPr>
              <a:t>신규 백본</a:t>
            </a:r>
          </a:p>
        </p:txBody>
      </p:sp>
      <p:pic>
        <p:nvPicPr>
          <p:cNvPr id="126" name="Picture 6" descr="G:\work\다원아이씨티\국방전산정보원\이미지들-08.png"/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8478" y="2782444"/>
            <a:ext cx="816702" cy="14195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1" name="직사각형 130"/>
          <p:cNvSpPr/>
          <p:nvPr/>
        </p:nvSpPr>
        <p:spPr>
          <a:xfrm>
            <a:off x="6202680" y="3221787"/>
            <a:ext cx="516410" cy="466762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</p:spPr>
        <p:txBody>
          <a:bodyPr wrap="square" lIns="96487" tIns="48244" rIns="96487" bIns="48244" rtlCol="0" anchor="ctr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ko-KR" altLang="en-US" sz="1200" spc="-100" dirty="0" smtClean="0">
                <a:solidFill>
                  <a:schemeClr val="bg1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신규</a:t>
            </a:r>
            <a:endParaRPr lang="en-US" altLang="ko-KR" sz="1200" spc="-100" dirty="0" smtClean="0">
              <a:solidFill>
                <a:schemeClr val="bg1"/>
              </a:solidFill>
              <a:latin typeface="Rix모던고딕 B" panose="02020603020101020101" pitchFamily="18" charset="-127"/>
              <a:ea typeface="Rix모던고딕 B" panose="02020603020101020101" pitchFamily="18" charset="-127"/>
            </a:endParaRP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ko-KR" altLang="en-US" sz="1200" spc="-100" dirty="0" smtClean="0">
                <a:solidFill>
                  <a:schemeClr val="bg1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백본</a:t>
            </a:r>
            <a:endParaRPr lang="ko-KR" altLang="en-US" sz="1200" spc="-100" dirty="0">
              <a:solidFill>
                <a:schemeClr val="bg1"/>
              </a:solidFill>
              <a:latin typeface="Rix모던고딕 B" panose="02020603020101020101" pitchFamily="18" charset="-127"/>
              <a:ea typeface="Rix모던고딕 B" panose="02020603020101020101" pitchFamily="18" charset="-127"/>
            </a:endParaRPr>
          </a:p>
        </p:txBody>
      </p:sp>
      <p:sp>
        <p:nvSpPr>
          <p:cNvPr id="132" name="TextBox 131"/>
          <p:cNvSpPr txBox="1"/>
          <p:nvPr/>
        </p:nvSpPr>
        <p:spPr>
          <a:xfrm>
            <a:off x="8161042" y="4353169"/>
            <a:ext cx="779137" cy="271470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noFill/>
            <a:prstDash val="solid"/>
          </a:ln>
          <a:effectLst/>
        </p:spPr>
        <p:txBody>
          <a:bodyPr wrap="square" lIns="96487" tIns="48244" rIns="96487" bIns="48244" rtlCol="0" anchor="ctr">
            <a:spAutoFit/>
          </a:bodyPr>
          <a:lstStyle/>
          <a:p>
            <a:pPr algn="ctr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1100" kern="0" dirty="0" smtClean="0">
                <a:solidFill>
                  <a:srgbClr val="000000"/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부처</a:t>
            </a:r>
            <a:r>
              <a:rPr kumimoji="1" lang="en-US" altLang="ko-KR" sz="1100" kern="0" dirty="0" smtClean="0">
                <a:solidFill>
                  <a:srgbClr val="000000"/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B</a:t>
            </a:r>
            <a:endParaRPr kumimoji="1" lang="ko-KR" altLang="en-US" sz="1100" kern="0" dirty="0">
              <a:solidFill>
                <a:srgbClr val="000000"/>
              </a:solidFill>
              <a:latin typeface="Rix모던고딕 M" panose="02020603020101020101" pitchFamily="18" charset="-127"/>
              <a:ea typeface="Rix모던고딕 M" panose="02020603020101020101" pitchFamily="18" charset="-127"/>
            </a:endParaRPr>
          </a:p>
        </p:txBody>
      </p:sp>
      <p:sp>
        <p:nvSpPr>
          <p:cNvPr id="133" name="TextBox 132"/>
          <p:cNvSpPr txBox="1"/>
          <p:nvPr/>
        </p:nvSpPr>
        <p:spPr>
          <a:xfrm>
            <a:off x="7273592" y="4353169"/>
            <a:ext cx="779137" cy="271470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</a:ln>
          <a:effectLst/>
        </p:spPr>
        <p:txBody>
          <a:bodyPr wrap="square" lIns="96487" tIns="48244" rIns="96487" bIns="48244" rtlCol="0" anchor="ctr">
            <a:spAutoFit/>
          </a:bodyPr>
          <a:lstStyle/>
          <a:p>
            <a:pPr algn="ctr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1100" kern="0" dirty="0" smtClean="0">
                <a:solidFill>
                  <a:schemeClr val="bg1"/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부처</a:t>
            </a:r>
            <a:r>
              <a:rPr kumimoji="1" lang="en-US" altLang="ko-KR" sz="1100" kern="0" dirty="0" smtClean="0">
                <a:solidFill>
                  <a:schemeClr val="bg1"/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A</a:t>
            </a:r>
            <a:endParaRPr kumimoji="1" lang="ko-KR" altLang="en-US" sz="1100" kern="0" dirty="0">
              <a:solidFill>
                <a:schemeClr val="bg1"/>
              </a:solidFill>
              <a:latin typeface="Rix모던고딕 M" panose="02020603020101020101" pitchFamily="18" charset="-127"/>
              <a:ea typeface="Rix모던고딕 M" panose="02020603020101020101" pitchFamily="18" charset="-127"/>
            </a:endParaRPr>
          </a:p>
        </p:txBody>
      </p:sp>
      <p:pic>
        <p:nvPicPr>
          <p:cNvPr id="103" name="Picture 12" descr="G:\work\다원아이씨티\충북교육정보원\표지-07.png"/>
          <p:cNvPicPr>
            <a:picLocks noChangeAspect="1"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1429476" flipH="1">
            <a:off x="145638" y="1147303"/>
            <a:ext cx="1816558" cy="6906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9" name="제목 1"/>
          <p:cNvSpPr txBox="1">
            <a:spLocks/>
          </p:cNvSpPr>
          <p:nvPr/>
        </p:nvSpPr>
        <p:spPr>
          <a:xfrm>
            <a:off x="1190737" y="321227"/>
            <a:ext cx="1048002" cy="421098"/>
          </a:xfrm>
          <a:prstGeom prst="rect">
            <a:avLst/>
          </a:prstGeom>
        </p:spPr>
        <p:txBody>
          <a:bodyPr lIns="96487" tIns="48244" rIns="96487" bIns="48244"/>
          <a:lstStyle>
            <a:lvl1pPr algn="l" defTabSz="995690" rtl="0" eaLnBrk="1" latinLnBrk="1" hangingPunct="1">
              <a:spcBef>
                <a:spcPct val="0"/>
              </a:spcBef>
              <a:buNone/>
              <a:defRPr sz="3500" kern="1200">
                <a:solidFill>
                  <a:schemeClr val="tx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+mj-cs"/>
              </a:defRPr>
            </a:lvl1pPr>
          </a:lstStyle>
          <a:p>
            <a:r>
              <a:rPr lang="ko-KR" altLang="en-US" sz="1800" spc="-96" dirty="0" smtClean="0">
                <a:solidFill>
                  <a:schemeClr val="bg1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전략 </a:t>
            </a:r>
            <a:r>
              <a:rPr lang="en-US" altLang="ko-KR" sz="1800" spc="-96" dirty="0" smtClean="0">
                <a:solidFill>
                  <a:schemeClr val="bg1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05</a:t>
            </a:r>
            <a:endParaRPr lang="ko-KR" altLang="en-US" sz="1800" spc="-96" dirty="0">
              <a:solidFill>
                <a:schemeClr val="bg1"/>
              </a:solidFill>
              <a:latin typeface="Rix모던고딕 B" panose="02020603020101020101" pitchFamily="18" charset="-127"/>
              <a:ea typeface="Rix모던고딕 B" panose="02020603020101020101" pitchFamily="18" charset="-127"/>
            </a:endParaRPr>
          </a:p>
        </p:txBody>
      </p:sp>
      <p:sp>
        <p:nvSpPr>
          <p:cNvPr id="110" name="TextBox 109"/>
          <p:cNvSpPr txBox="1"/>
          <p:nvPr/>
        </p:nvSpPr>
        <p:spPr>
          <a:xfrm>
            <a:off x="2404577" y="356680"/>
            <a:ext cx="1068085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algn="ctr">
              <a:defRPr sz="2000" b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+mn-ea"/>
              </a:defRPr>
            </a:lvl1pPr>
          </a:lstStyle>
          <a:p>
            <a:pPr algn="l" defTabSz="767222" latinLnBrk="0">
              <a:spcBef>
                <a:spcPts val="84"/>
              </a:spcBef>
              <a:spcAft>
                <a:spcPts val="84"/>
              </a:spcAft>
            </a:pPr>
            <a:r>
              <a:rPr lang="ko-KR" altLang="en-US" b="0" spc="-191" dirty="0">
                <a:ln>
                  <a:solidFill>
                    <a:prstClr val="white">
                      <a:alpha val="10000"/>
                    </a:prstClr>
                  </a:solidFill>
                </a:ln>
                <a:solidFill>
                  <a:schemeClr val="bg1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확장성</a:t>
            </a:r>
          </a:p>
        </p:txBody>
      </p:sp>
    </p:spTree>
    <p:extLst>
      <p:ext uri="{BB962C8B-B14F-4D97-AF65-F5344CB8AC3E}">
        <p14:creationId xmlns:p14="http://schemas.microsoft.com/office/powerpoint/2010/main" val="37183105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그림 1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0693400" cy="7561263"/>
          </a:xfrm>
          <a:prstGeom prst="rect">
            <a:avLst/>
          </a:prstGeom>
        </p:spPr>
      </p:pic>
      <p:sp>
        <p:nvSpPr>
          <p:cNvPr id="13" name="직사각형 12"/>
          <p:cNvSpPr/>
          <p:nvPr/>
        </p:nvSpPr>
        <p:spPr>
          <a:xfrm>
            <a:off x="0" y="5662662"/>
            <a:ext cx="10693400" cy="1898604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6487" tIns="48244" rIns="96487" bIns="48244" anchor="ctr"/>
          <a:lstStyle/>
          <a:p>
            <a:pPr algn="ctr" defTabSz="952942">
              <a:defRPr/>
            </a:pPr>
            <a:endParaRPr lang="ko-KR" altLang="en-US" dirty="0">
              <a:solidFill>
                <a:prstClr val="white"/>
              </a:solidFill>
              <a:latin typeface="나눔고딕" pitchFamily="50" charset="-127"/>
              <a:ea typeface="나눔고딕" pitchFamily="50" charset="-127"/>
            </a:endParaRPr>
          </a:p>
        </p:txBody>
      </p:sp>
      <p:grpSp>
        <p:nvGrpSpPr>
          <p:cNvPr id="14" name="그룹 13"/>
          <p:cNvGrpSpPr/>
          <p:nvPr/>
        </p:nvGrpSpPr>
        <p:grpSpPr>
          <a:xfrm>
            <a:off x="2371114" y="3378411"/>
            <a:ext cx="1791636" cy="3237667"/>
            <a:chOff x="4769791" y="3365709"/>
            <a:chExt cx="1829907" cy="3237667"/>
          </a:xfrm>
        </p:grpSpPr>
        <p:sp>
          <p:nvSpPr>
            <p:cNvPr id="15" name="직사각형 14"/>
            <p:cNvSpPr/>
            <p:nvPr/>
          </p:nvSpPr>
          <p:spPr>
            <a:xfrm>
              <a:off x="4769791" y="3365709"/>
              <a:ext cx="1829907" cy="3237667"/>
            </a:xfrm>
            <a:prstGeom prst="rect">
              <a:avLst/>
            </a:prstGeom>
            <a:gradFill>
              <a:gsLst>
                <a:gs pos="0">
                  <a:schemeClr val="accent1">
                    <a:lumMod val="50000"/>
                  </a:schemeClr>
                </a:gs>
                <a:gs pos="100000">
                  <a:srgbClr val="081422"/>
                </a:gs>
              </a:gsLst>
              <a:lin ang="5400000" scaled="0"/>
            </a:gradFill>
            <a:ln>
              <a:noFill/>
            </a:ln>
            <a:effectLst>
              <a:outerShdw blurRad="50800" dist="25400" dir="5400000" algn="t" rotWithShape="0">
                <a:prstClr val="black">
                  <a:alpha val="40000"/>
                </a:prstClr>
              </a:outerShdw>
            </a:effectLst>
            <a:scene3d>
              <a:camera prst="orthographicFront"/>
              <a:lightRig rig="threePt" dir="t"/>
            </a:scene3d>
            <a:sp3d>
              <a:bevelT h="635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52942"/>
              <a:endParaRPr lang="ko-KR" altLang="en-US" sz="1300" dirty="0">
                <a:solidFill>
                  <a:prstClr val="white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cxnSp>
          <p:nvCxnSpPr>
            <p:cNvPr id="16" name="직선 연결선 15"/>
            <p:cNvCxnSpPr/>
            <p:nvPr/>
          </p:nvCxnSpPr>
          <p:spPr>
            <a:xfrm>
              <a:off x="4891873" y="4118238"/>
              <a:ext cx="1585743" cy="0"/>
            </a:xfrm>
            <a:prstGeom prst="line">
              <a:avLst/>
            </a:prstGeom>
            <a:ln w="12700" cap="rnd">
              <a:solidFill>
                <a:schemeClr val="bg1">
                  <a:lumMod val="8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TextBox 16"/>
            <p:cNvSpPr txBox="1"/>
            <p:nvPr/>
          </p:nvSpPr>
          <p:spPr>
            <a:xfrm>
              <a:off x="5343527" y="3369356"/>
              <a:ext cx="742764" cy="823439"/>
            </a:xfrm>
            <a:prstGeom prst="rect">
              <a:avLst/>
            </a:prstGeom>
            <a:noFill/>
          </p:spPr>
          <p:txBody>
            <a:bodyPr wrap="none" lIns="90308" tIns="45155" rIns="90308" bIns="45155" rtlCol="0">
              <a:normAutofit/>
            </a:bodyPr>
            <a:lstStyle/>
            <a:p>
              <a:pPr algn="ctr" defTabSz="952942"/>
              <a:r>
                <a:rPr lang="en-US" altLang="ko-KR" sz="3800" b="1" dirty="0">
                  <a:solidFill>
                    <a:prstClr val="white">
                      <a:alpha val="20000"/>
                    </a:prstClr>
                  </a:solidFill>
                  <a:latin typeface="나눔명조 ExtraBold" panose="02020603020101020101" pitchFamily="18" charset="-127"/>
                  <a:ea typeface="나눔명조 ExtraBold" panose="02020603020101020101" pitchFamily="18" charset="-127"/>
                </a:rPr>
                <a:t>Ⅱ</a:t>
              </a:r>
              <a:endParaRPr lang="ko-KR" altLang="en-US" sz="3800" b="1" dirty="0">
                <a:solidFill>
                  <a:prstClr val="white">
                    <a:alpha val="20000"/>
                  </a:prstClr>
                </a:solidFill>
                <a:latin typeface="나눔명조 ExtraBold" panose="02020603020101020101" pitchFamily="18" charset="-127"/>
                <a:ea typeface="나눔명조 ExtraBold" panose="02020603020101020101" pitchFamily="18" charset="-127"/>
              </a:endParaRP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4851572" y="4219839"/>
              <a:ext cx="1656370" cy="996108"/>
            </a:xfrm>
            <a:prstGeom prst="rect">
              <a:avLst/>
            </a:prstGeom>
            <a:noFill/>
          </p:spPr>
          <p:txBody>
            <a:bodyPr wrap="square" lIns="90308" tIns="45155" rIns="90308" bIns="45155" rtlCol="0">
              <a:noAutofit/>
            </a:bodyPr>
            <a:lstStyle/>
            <a:p>
              <a:pPr algn="ctr" defTabSz="952942"/>
              <a:r>
                <a:rPr lang="ko-KR" altLang="en-US" sz="2900" spc="-334" dirty="0">
                  <a:solidFill>
                    <a:prstClr val="white">
                      <a:alpha val="20000"/>
                    </a:prstClr>
                  </a:solidFill>
                  <a:latin typeface="Rix모던고딕 EB" panose="02020603020101020101" pitchFamily="18" charset="-127"/>
                  <a:ea typeface="Rix모던고딕 EB" panose="02020603020101020101" pitchFamily="18" charset="-127"/>
                </a:rPr>
                <a:t>추진</a:t>
              </a:r>
              <a:endParaRPr lang="en-US" altLang="ko-KR" sz="2900" spc="-334" dirty="0">
                <a:solidFill>
                  <a:prstClr val="white">
                    <a:alpha val="20000"/>
                  </a:prstClr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endParaRPr>
            </a:p>
            <a:p>
              <a:pPr algn="ctr" defTabSz="952942"/>
              <a:r>
                <a:rPr lang="ko-KR" altLang="en-US" sz="2900" spc="-334" dirty="0">
                  <a:solidFill>
                    <a:prstClr val="white">
                      <a:alpha val="20000"/>
                    </a:prstClr>
                  </a:solidFill>
                  <a:latin typeface="Rix모던고딕 EB" panose="02020603020101020101" pitchFamily="18" charset="-127"/>
                  <a:ea typeface="Rix모던고딕 EB" panose="02020603020101020101" pitchFamily="18" charset="-127"/>
                </a:rPr>
                <a:t>전략</a:t>
              </a:r>
            </a:p>
          </p:txBody>
        </p:sp>
        <p:cxnSp>
          <p:nvCxnSpPr>
            <p:cNvPr id="19" name="직선 연결선 18"/>
            <p:cNvCxnSpPr/>
            <p:nvPr/>
          </p:nvCxnSpPr>
          <p:spPr>
            <a:xfrm>
              <a:off x="4891873" y="6490000"/>
              <a:ext cx="1585743" cy="0"/>
            </a:xfrm>
            <a:prstGeom prst="line">
              <a:avLst/>
            </a:prstGeom>
            <a:ln w="12700" cap="rnd">
              <a:solidFill>
                <a:schemeClr val="bg1">
                  <a:lumMod val="8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20" name="Picture 3" descr="G:\work\아이티센시스템즈\경찰청공조조회유지보수\icon&amp;dia\제안서클립아트-56.png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rightnessContrast bright="-54000" contrast="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497714" y="5863298"/>
              <a:ext cx="374060" cy="53555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21" name="그룹 20"/>
          <p:cNvGrpSpPr/>
          <p:nvPr/>
        </p:nvGrpSpPr>
        <p:grpSpPr>
          <a:xfrm>
            <a:off x="8365130" y="3365710"/>
            <a:ext cx="1791636" cy="3237667"/>
            <a:chOff x="8429606" y="3365709"/>
            <a:chExt cx="1829907" cy="3237667"/>
          </a:xfrm>
        </p:grpSpPr>
        <p:sp>
          <p:nvSpPr>
            <p:cNvPr id="22" name="직사각형 21"/>
            <p:cNvSpPr/>
            <p:nvPr/>
          </p:nvSpPr>
          <p:spPr>
            <a:xfrm>
              <a:off x="8429606" y="3365709"/>
              <a:ext cx="1829907" cy="3237667"/>
            </a:xfrm>
            <a:prstGeom prst="rect">
              <a:avLst/>
            </a:prstGeom>
            <a:gradFill>
              <a:gsLst>
                <a:gs pos="0">
                  <a:schemeClr val="accent1">
                    <a:lumMod val="50000"/>
                  </a:schemeClr>
                </a:gs>
                <a:gs pos="100000">
                  <a:srgbClr val="081422"/>
                </a:gs>
              </a:gsLst>
              <a:lin ang="5400000" scaled="0"/>
            </a:gradFill>
            <a:ln>
              <a:noFill/>
            </a:ln>
            <a:effectLst>
              <a:outerShdw blurRad="50800" dist="25400" dir="5400000" algn="t" rotWithShape="0">
                <a:prstClr val="black">
                  <a:alpha val="40000"/>
                </a:prstClr>
              </a:outerShdw>
            </a:effectLst>
            <a:scene3d>
              <a:camera prst="orthographicFront"/>
              <a:lightRig rig="threePt" dir="t"/>
            </a:scene3d>
            <a:sp3d>
              <a:bevelT h="635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52942"/>
              <a:endParaRPr lang="ko-KR" altLang="en-US" sz="1300" dirty="0">
                <a:solidFill>
                  <a:prstClr val="white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cxnSp>
          <p:nvCxnSpPr>
            <p:cNvPr id="25" name="직선 연결선 24"/>
            <p:cNvCxnSpPr/>
            <p:nvPr/>
          </p:nvCxnSpPr>
          <p:spPr>
            <a:xfrm>
              <a:off x="8561187" y="4118238"/>
              <a:ext cx="1585743" cy="0"/>
            </a:xfrm>
            <a:prstGeom prst="line">
              <a:avLst/>
            </a:prstGeom>
            <a:ln w="12700" cap="rnd">
              <a:solidFill>
                <a:schemeClr val="bg1">
                  <a:lumMod val="8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TextBox 29"/>
            <p:cNvSpPr txBox="1"/>
            <p:nvPr/>
          </p:nvSpPr>
          <p:spPr>
            <a:xfrm>
              <a:off x="9012842" y="3369356"/>
              <a:ext cx="742764" cy="823439"/>
            </a:xfrm>
            <a:prstGeom prst="rect">
              <a:avLst/>
            </a:prstGeom>
            <a:noFill/>
          </p:spPr>
          <p:txBody>
            <a:bodyPr wrap="none" lIns="90308" tIns="45155" rIns="90308" bIns="45155" rtlCol="0">
              <a:normAutofit/>
            </a:bodyPr>
            <a:lstStyle/>
            <a:p>
              <a:pPr algn="ctr" defTabSz="952942"/>
              <a:r>
                <a:rPr lang="en-US" altLang="ko-KR" sz="3800" b="1" dirty="0">
                  <a:solidFill>
                    <a:prstClr val="white">
                      <a:alpha val="20000"/>
                    </a:prstClr>
                  </a:solidFill>
                  <a:latin typeface="나눔명조 ExtraBold" panose="02020603020101020101" pitchFamily="18" charset="-127"/>
                  <a:ea typeface="나눔명조 ExtraBold" panose="02020603020101020101" pitchFamily="18" charset="-127"/>
                </a:rPr>
                <a:t>Ⅳ</a:t>
              </a:r>
              <a:endParaRPr lang="ko-KR" altLang="en-US" sz="3800" b="1" dirty="0">
                <a:solidFill>
                  <a:prstClr val="white">
                    <a:alpha val="20000"/>
                  </a:prstClr>
                </a:solidFill>
                <a:latin typeface="나눔명조 ExtraBold" panose="02020603020101020101" pitchFamily="18" charset="-127"/>
                <a:ea typeface="나눔명조 ExtraBold" panose="02020603020101020101" pitchFamily="18" charset="-127"/>
              </a:endParaRP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8520887" y="4219839"/>
              <a:ext cx="1656370" cy="996108"/>
            </a:xfrm>
            <a:prstGeom prst="rect">
              <a:avLst/>
            </a:prstGeom>
            <a:noFill/>
          </p:spPr>
          <p:txBody>
            <a:bodyPr wrap="square" lIns="90308" tIns="45155" rIns="90308" bIns="45155" rtlCol="0">
              <a:noAutofit/>
            </a:bodyPr>
            <a:lstStyle/>
            <a:p>
              <a:pPr algn="ctr" defTabSz="952942"/>
              <a:r>
                <a:rPr lang="ko-KR" altLang="en-US" sz="2900" spc="-334" dirty="0">
                  <a:solidFill>
                    <a:prstClr val="white">
                      <a:alpha val="20000"/>
                    </a:prstClr>
                  </a:solidFill>
                  <a:latin typeface="Rix모던고딕 EB" panose="02020603020101020101" pitchFamily="18" charset="-127"/>
                  <a:ea typeface="Rix모던고딕 EB" panose="02020603020101020101" pitchFamily="18" charset="-127"/>
                </a:rPr>
                <a:t>관리</a:t>
              </a:r>
              <a:endParaRPr lang="en-US" altLang="ko-KR" sz="2900" spc="-334" dirty="0">
                <a:solidFill>
                  <a:prstClr val="white">
                    <a:alpha val="20000"/>
                  </a:prstClr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endParaRPr>
            </a:p>
            <a:p>
              <a:pPr algn="ctr" defTabSz="952942"/>
              <a:r>
                <a:rPr lang="ko-KR" altLang="en-US" sz="2900" spc="-334" dirty="0">
                  <a:solidFill>
                    <a:prstClr val="white">
                      <a:alpha val="20000"/>
                    </a:prstClr>
                  </a:solidFill>
                  <a:latin typeface="Rix모던고딕 EB" panose="02020603020101020101" pitchFamily="18" charset="-127"/>
                  <a:ea typeface="Rix모던고딕 EB" panose="02020603020101020101" pitchFamily="18" charset="-127"/>
                </a:rPr>
                <a:t>제안</a:t>
              </a:r>
            </a:p>
          </p:txBody>
        </p:sp>
        <p:cxnSp>
          <p:nvCxnSpPr>
            <p:cNvPr id="34" name="직선 연결선 33"/>
            <p:cNvCxnSpPr/>
            <p:nvPr/>
          </p:nvCxnSpPr>
          <p:spPr>
            <a:xfrm>
              <a:off x="8561187" y="6490000"/>
              <a:ext cx="1585743" cy="0"/>
            </a:xfrm>
            <a:prstGeom prst="line">
              <a:avLst/>
            </a:prstGeom>
            <a:ln w="12700" cap="rnd">
              <a:solidFill>
                <a:schemeClr val="bg1">
                  <a:lumMod val="8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35" name="그림 36"/>
            <p:cNvPicPr>
              <a:picLocks noChangeAspect="1"/>
            </p:cNvPicPr>
            <p:nvPr/>
          </p:nvPicPr>
          <p:blipFill>
            <a:blip r:embed="rId6" cstate="print">
              <a:grayscl/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brightnessContrast bright="3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220350" y="6033614"/>
              <a:ext cx="365747" cy="331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37" name="그룹 36"/>
          <p:cNvGrpSpPr/>
          <p:nvPr/>
        </p:nvGrpSpPr>
        <p:grpSpPr>
          <a:xfrm>
            <a:off x="579479" y="3369358"/>
            <a:ext cx="1791636" cy="3237667"/>
            <a:chOff x="6599699" y="3369356"/>
            <a:chExt cx="1829907" cy="3237667"/>
          </a:xfrm>
        </p:grpSpPr>
        <p:sp>
          <p:nvSpPr>
            <p:cNvPr id="38" name="직사각형 37"/>
            <p:cNvSpPr/>
            <p:nvPr/>
          </p:nvSpPr>
          <p:spPr>
            <a:xfrm>
              <a:off x="6599699" y="3369356"/>
              <a:ext cx="1829907" cy="3237667"/>
            </a:xfrm>
            <a:prstGeom prst="rect">
              <a:avLst/>
            </a:prstGeom>
            <a:gradFill>
              <a:gsLst>
                <a:gs pos="0">
                  <a:schemeClr val="bg1">
                    <a:lumMod val="85000"/>
                  </a:schemeClr>
                </a:gs>
                <a:gs pos="100000">
                  <a:schemeClr val="bg1">
                    <a:lumMod val="85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0800" dist="25400" dir="5400000" algn="t" rotWithShape="0">
                <a:prstClr val="black">
                  <a:alpha val="40000"/>
                </a:prstClr>
              </a:outerShdw>
            </a:effectLst>
            <a:scene3d>
              <a:camera prst="orthographicFront"/>
              <a:lightRig rig="threePt" dir="t"/>
            </a:scene3d>
            <a:sp3d>
              <a:bevelT h="635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52942"/>
              <a:endParaRPr lang="ko-KR" altLang="en-US" sz="1300" dirty="0">
                <a:solidFill>
                  <a:prstClr val="white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cxnSp>
          <p:nvCxnSpPr>
            <p:cNvPr id="39" name="직선 연결선 38"/>
            <p:cNvCxnSpPr/>
            <p:nvPr/>
          </p:nvCxnSpPr>
          <p:spPr>
            <a:xfrm>
              <a:off x="6723366" y="5998208"/>
              <a:ext cx="1585743" cy="0"/>
            </a:xfrm>
            <a:prstGeom prst="line">
              <a:avLst/>
            </a:prstGeom>
            <a:ln w="12700" cap="rnd">
              <a:solidFill>
                <a:schemeClr val="bg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직선 연결선 39"/>
            <p:cNvCxnSpPr/>
            <p:nvPr/>
          </p:nvCxnSpPr>
          <p:spPr>
            <a:xfrm>
              <a:off x="6732866" y="4118238"/>
              <a:ext cx="1585743" cy="0"/>
            </a:xfrm>
            <a:prstGeom prst="line">
              <a:avLst/>
            </a:prstGeom>
            <a:ln w="12700" cap="rnd">
              <a:solidFill>
                <a:schemeClr val="tx2">
                  <a:lumMod val="7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TextBox 40"/>
            <p:cNvSpPr txBox="1"/>
            <p:nvPr/>
          </p:nvSpPr>
          <p:spPr>
            <a:xfrm>
              <a:off x="7177868" y="3369356"/>
              <a:ext cx="742765" cy="823439"/>
            </a:xfrm>
            <a:prstGeom prst="rect">
              <a:avLst/>
            </a:prstGeom>
            <a:noFill/>
          </p:spPr>
          <p:txBody>
            <a:bodyPr wrap="none" lIns="90308" tIns="45155" rIns="90308" bIns="45155" rtlCol="0">
              <a:normAutofit/>
            </a:bodyPr>
            <a:lstStyle/>
            <a:p>
              <a:pPr algn="ctr" defTabSz="952942"/>
              <a:r>
                <a:rPr lang="en-US" altLang="ko-KR" sz="3800" b="1" dirty="0">
                  <a:solidFill>
                    <a:srgbClr val="1F497D">
                      <a:lumMod val="75000"/>
                      <a:alpha val="20000"/>
                    </a:srgbClr>
                  </a:solidFill>
                  <a:latin typeface="나눔명조 ExtraBold" panose="02020603020101020101" pitchFamily="18" charset="-127"/>
                  <a:ea typeface="나눔명조 ExtraBold" panose="02020603020101020101" pitchFamily="18" charset="-127"/>
                </a:rPr>
                <a:t>Ⅰ</a:t>
              </a:r>
              <a:endParaRPr lang="ko-KR" altLang="en-US" sz="3800" b="1" dirty="0">
                <a:solidFill>
                  <a:srgbClr val="1F497D">
                    <a:lumMod val="75000"/>
                    <a:alpha val="20000"/>
                  </a:srgbClr>
                </a:solidFill>
                <a:latin typeface="나눔명조 ExtraBold" panose="02020603020101020101" pitchFamily="18" charset="-127"/>
                <a:ea typeface="나눔명조 ExtraBold" panose="02020603020101020101" pitchFamily="18" charset="-127"/>
              </a:endParaRPr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6692566" y="4219839"/>
              <a:ext cx="1656370" cy="996108"/>
            </a:xfrm>
            <a:prstGeom prst="rect">
              <a:avLst/>
            </a:prstGeom>
            <a:noFill/>
          </p:spPr>
          <p:txBody>
            <a:bodyPr wrap="square" lIns="90308" tIns="45155" rIns="90308" bIns="45155" rtlCol="0">
              <a:noAutofit/>
            </a:bodyPr>
            <a:lstStyle/>
            <a:p>
              <a:pPr algn="ctr" defTabSz="952942"/>
              <a:r>
                <a:rPr lang="ko-KR" altLang="en-US" sz="2900" spc="-334" dirty="0">
                  <a:solidFill>
                    <a:srgbClr val="1F497D">
                      <a:lumMod val="75000"/>
                      <a:alpha val="20000"/>
                    </a:srgbClr>
                  </a:solidFill>
                  <a:latin typeface="Rix모던고딕 EB" panose="02020603020101020101" pitchFamily="18" charset="-127"/>
                  <a:ea typeface="Rix모던고딕 EB" panose="02020603020101020101" pitchFamily="18" charset="-127"/>
                </a:rPr>
                <a:t>사업의</a:t>
              </a:r>
              <a:endParaRPr lang="en-US" altLang="ko-KR" sz="2900" spc="-334" dirty="0">
                <a:solidFill>
                  <a:srgbClr val="1F497D">
                    <a:lumMod val="75000"/>
                    <a:alpha val="20000"/>
                  </a:srgbClr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endParaRPr>
            </a:p>
            <a:p>
              <a:pPr algn="ctr" defTabSz="952942"/>
              <a:r>
                <a:rPr lang="ko-KR" altLang="en-US" sz="2900" spc="-334" dirty="0">
                  <a:solidFill>
                    <a:srgbClr val="1F497D">
                      <a:lumMod val="75000"/>
                      <a:alpha val="20000"/>
                    </a:srgbClr>
                  </a:solidFill>
                  <a:latin typeface="Rix모던고딕 EB" panose="02020603020101020101" pitchFamily="18" charset="-127"/>
                  <a:ea typeface="Rix모던고딕 EB" panose="02020603020101020101" pitchFamily="18" charset="-127"/>
                </a:rPr>
                <a:t>이해</a:t>
              </a:r>
            </a:p>
          </p:txBody>
        </p:sp>
        <p:cxnSp>
          <p:nvCxnSpPr>
            <p:cNvPr id="43" name="직선 연결선 42"/>
            <p:cNvCxnSpPr/>
            <p:nvPr/>
          </p:nvCxnSpPr>
          <p:spPr>
            <a:xfrm>
              <a:off x="6732866" y="6490000"/>
              <a:ext cx="1585743" cy="0"/>
            </a:xfrm>
            <a:prstGeom prst="line">
              <a:avLst/>
            </a:prstGeom>
            <a:ln w="12700" cap="rnd">
              <a:solidFill>
                <a:schemeClr val="tx2">
                  <a:lumMod val="7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44" name="그림 43"/>
          <p:cNvPicPr>
            <a:picLocks noChangeAspect="1"/>
          </p:cNvPicPr>
          <p:nvPr/>
        </p:nvPicPr>
        <p:blipFill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bright="-21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6890" y="6021784"/>
            <a:ext cx="571945" cy="444485"/>
          </a:xfrm>
          <a:prstGeom prst="rect">
            <a:avLst/>
          </a:prstGeom>
        </p:spPr>
      </p:pic>
      <p:grpSp>
        <p:nvGrpSpPr>
          <p:cNvPr id="45" name="그룹 44"/>
          <p:cNvGrpSpPr/>
          <p:nvPr/>
        </p:nvGrpSpPr>
        <p:grpSpPr>
          <a:xfrm>
            <a:off x="4155746" y="1993900"/>
            <a:ext cx="4589266" cy="4902589"/>
            <a:chOff x="2294852" y="1993899"/>
            <a:chExt cx="4687298" cy="4902589"/>
          </a:xfrm>
        </p:grpSpPr>
        <p:grpSp>
          <p:nvGrpSpPr>
            <p:cNvPr id="46" name="그룹 45"/>
            <p:cNvGrpSpPr/>
            <p:nvPr/>
          </p:nvGrpSpPr>
          <p:grpSpPr>
            <a:xfrm>
              <a:off x="6590074" y="1993899"/>
              <a:ext cx="392076" cy="4902589"/>
              <a:chOff x="2910942" y="1993899"/>
              <a:chExt cx="392076" cy="4902589"/>
            </a:xfrm>
          </p:grpSpPr>
          <p:sp>
            <p:nvSpPr>
              <p:cNvPr id="53" name="이등변 삼각형 52"/>
              <p:cNvSpPr/>
              <p:nvPr/>
            </p:nvSpPr>
            <p:spPr>
              <a:xfrm flipH="1">
                <a:off x="2920566" y="1993899"/>
                <a:ext cx="366411" cy="1371809"/>
              </a:xfrm>
              <a:prstGeom prst="triangle">
                <a:avLst>
                  <a:gd name="adj" fmla="val 100000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52942"/>
                <a:endParaRPr lang="ko-KR" altLang="en-US" dirty="0">
                  <a:solidFill>
                    <a:prstClr val="white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54" name="이등변 삼각형 53"/>
              <p:cNvSpPr/>
              <p:nvPr/>
            </p:nvSpPr>
            <p:spPr>
              <a:xfrm rot="10800000">
                <a:off x="2910942" y="6616522"/>
                <a:ext cx="392076" cy="279966"/>
              </a:xfrm>
              <a:prstGeom prst="triangle">
                <a:avLst>
                  <a:gd name="adj" fmla="val 100000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52942"/>
                <a:endParaRPr lang="ko-KR" altLang="en-US" dirty="0">
                  <a:solidFill>
                    <a:prstClr val="white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</p:grpSp>
        <p:sp>
          <p:nvSpPr>
            <p:cNvPr id="47" name="직사각형 46"/>
            <p:cNvSpPr/>
            <p:nvPr/>
          </p:nvSpPr>
          <p:spPr>
            <a:xfrm>
              <a:off x="2294852" y="1993900"/>
              <a:ext cx="4304847" cy="4897838"/>
            </a:xfrm>
            <a:prstGeom prst="rect">
              <a:avLst/>
            </a:prstGeom>
            <a:gradFill>
              <a:gsLst>
                <a:gs pos="0">
                  <a:schemeClr val="bg1">
                    <a:lumMod val="85000"/>
                  </a:schemeClr>
                </a:gs>
                <a:gs pos="100000">
                  <a:schemeClr val="bg1">
                    <a:lumMod val="85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0800" dist="25400" dir="5400000" algn="t" rotWithShape="0">
                <a:prstClr val="black">
                  <a:alpha val="40000"/>
                </a:prstClr>
              </a:outerShdw>
            </a:effectLst>
            <a:scene3d>
              <a:camera prst="orthographicFront"/>
              <a:lightRig rig="threePt" dir="t"/>
            </a:scene3d>
            <a:sp3d>
              <a:bevelT h="635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52942"/>
              <a:endParaRPr lang="ko-KR" altLang="en-US" sz="1300" dirty="0">
                <a:solidFill>
                  <a:prstClr val="white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cxnSp>
          <p:nvCxnSpPr>
            <p:cNvPr id="48" name="직선 연결선 47"/>
            <p:cNvCxnSpPr/>
            <p:nvPr/>
          </p:nvCxnSpPr>
          <p:spPr>
            <a:xfrm>
              <a:off x="2460177" y="3066725"/>
              <a:ext cx="4013777" cy="0"/>
            </a:xfrm>
            <a:prstGeom prst="line">
              <a:avLst/>
            </a:prstGeom>
            <a:ln w="12700" cap="rnd">
              <a:solidFill>
                <a:schemeClr val="tx2">
                  <a:lumMod val="7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TextBox 48"/>
            <p:cNvSpPr txBox="1"/>
            <p:nvPr/>
          </p:nvSpPr>
          <p:spPr>
            <a:xfrm>
              <a:off x="2402950" y="2065895"/>
              <a:ext cx="957419" cy="1045299"/>
            </a:xfrm>
            <a:prstGeom prst="rect">
              <a:avLst/>
            </a:prstGeom>
            <a:noFill/>
          </p:spPr>
          <p:txBody>
            <a:bodyPr wrap="none" lIns="90308" tIns="45155" rIns="90308" bIns="45155" rtlCol="0">
              <a:spAutoFit/>
            </a:bodyPr>
            <a:lstStyle/>
            <a:p>
              <a:pPr defTabSz="952942"/>
              <a:r>
                <a:rPr lang="en-US" altLang="ko-KR" sz="6200" b="1" dirty="0">
                  <a:solidFill>
                    <a:srgbClr val="1F497D">
                      <a:lumMod val="75000"/>
                    </a:srgbClr>
                  </a:solidFill>
                  <a:latin typeface="나눔명조 ExtraBold" panose="02020603020101020101" pitchFamily="18" charset="-127"/>
                  <a:ea typeface="나눔명조 ExtraBold" panose="02020603020101020101" pitchFamily="18" charset="-127"/>
                </a:rPr>
                <a:t>Ⅲ</a:t>
              </a:r>
              <a:endParaRPr lang="ko-KR" altLang="en-US" sz="6200" b="1" dirty="0">
                <a:solidFill>
                  <a:srgbClr val="1F497D">
                    <a:lumMod val="75000"/>
                  </a:srgbClr>
                </a:solidFill>
                <a:latin typeface="나눔명조 ExtraBold" panose="02020603020101020101" pitchFamily="18" charset="-127"/>
                <a:ea typeface="나눔명조 ExtraBold" panose="02020603020101020101" pitchFamily="18" charset="-127"/>
              </a:endParaRPr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2926065" y="2306366"/>
              <a:ext cx="3547889" cy="706745"/>
            </a:xfrm>
            <a:prstGeom prst="rect">
              <a:avLst/>
            </a:prstGeom>
            <a:noFill/>
          </p:spPr>
          <p:txBody>
            <a:bodyPr wrap="square" lIns="90308" tIns="45155" rIns="90308" bIns="45155" rtlCol="0">
              <a:spAutoFit/>
            </a:bodyPr>
            <a:lstStyle/>
            <a:p>
              <a:pPr algn="r" defTabSz="952942"/>
              <a:r>
                <a:rPr lang="ko-KR" altLang="en-US" sz="4000" spc="-334" dirty="0">
                  <a:solidFill>
                    <a:srgbClr val="1F497D">
                      <a:lumMod val="75000"/>
                    </a:srgbClr>
                  </a:solidFill>
                  <a:latin typeface="Rix모던고딕 EB" panose="02020603020101020101" pitchFamily="18" charset="-127"/>
                  <a:ea typeface="Rix모던고딕 EB" panose="02020603020101020101" pitchFamily="18" charset="-127"/>
                </a:rPr>
                <a:t>기술 전략</a:t>
              </a:r>
            </a:p>
          </p:txBody>
        </p:sp>
        <p:cxnSp>
          <p:nvCxnSpPr>
            <p:cNvPr id="51" name="직선 연결선 50"/>
            <p:cNvCxnSpPr/>
            <p:nvPr/>
          </p:nvCxnSpPr>
          <p:spPr>
            <a:xfrm>
              <a:off x="2460177" y="6756505"/>
              <a:ext cx="4013777" cy="0"/>
            </a:xfrm>
            <a:prstGeom prst="line">
              <a:avLst/>
            </a:prstGeom>
            <a:ln w="12700" cap="rnd">
              <a:solidFill>
                <a:schemeClr val="tx2">
                  <a:lumMod val="7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TextBox 51"/>
            <p:cNvSpPr txBox="1"/>
            <p:nvPr/>
          </p:nvSpPr>
          <p:spPr>
            <a:xfrm>
              <a:off x="2542379" y="3167836"/>
              <a:ext cx="3310880" cy="2691904"/>
            </a:xfrm>
            <a:prstGeom prst="rect">
              <a:avLst/>
            </a:prstGeom>
            <a:noFill/>
          </p:spPr>
          <p:txBody>
            <a:bodyPr wrap="square" lIns="90308" tIns="45155" rIns="90308" bIns="45155" rtlCol="0">
              <a:spAutoFit/>
            </a:bodyPr>
            <a:lstStyle/>
            <a:p>
              <a:pPr defTabSz="952942">
                <a:lnSpc>
                  <a:spcPct val="130000"/>
                </a:lnSpc>
              </a:pPr>
              <a:r>
                <a:rPr lang="en-US" altLang="ko-KR" sz="2600" spc="-191" dirty="0">
                  <a:ln/>
                  <a:solidFill>
                    <a:srgbClr val="1F497D">
                      <a:lumMod val="75000"/>
                    </a:srgbClr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</a:rPr>
                <a:t>1. </a:t>
              </a:r>
              <a:r>
                <a:rPr lang="ko-KR" altLang="en-US" sz="2600" spc="-191" dirty="0">
                  <a:ln/>
                  <a:solidFill>
                    <a:srgbClr val="1F497D">
                      <a:lumMod val="75000"/>
                    </a:srgbClr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</a:rPr>
                <a:t>목표 구성</a:t>
              </a:r>
            </a:p>
            <a:p>
              <a:pPr defTabSz="952942">
                <a:lnSpc>
                  <a:spcPct val="130000"/>
                </a:lnSpc>
              </a:pPr>
              <a:r>
                <a:rPr lang="en-US" altLang="ko-KR" sz="2600" spc="-191" dirty="0" smtClean="0">
                  <a:ln/>
                  <a:solidFill>
                    <a:srgbClr val="1F497D">
                      <a:lumMod val="75000"/>
                    </a:srgbClr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</a:rPr>
                <a:t>2. </a:t>
              </a:r>
              <a:r>
                <a:rPr lang="ko-KR" altLang="en-US" sz="2600" spc="-191" dirty="0">
                  <a:ln/>
                  <a:solidFill>
                    <a:srgbClr val="1F497D">
                      <a:lumMod val="75000"/>
                    </a:srgbClr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</a:rPr>
                <a:t>네트워크 구축 방안</a:t>
              </a:r>
            </a:p>
            <a:p>
              <a:pPr defTabSz="952942">
                <a:lnSpc>
                  <a:spcPct val="130000"/>
                </a:lnSpc>
              </a:pPr>
              <a:r>
                <a:rPr lang="en-US" altLang="ko-KR" sz="2600" spc="-191" dirty="0" smtClean="0">
                  <a:ln/>
                  <a:solidFill>
                    <a:srgbClr val="1F497D">
                      <a:lumMod val="75000"/>
                    </a:srgbClr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</a:rPr>
                <a:t>3. </a:t>
              </a:r>
              <a:r>
                <a:rPr lang="ko-KR" altLang="en-US" sz="2600" spc="-191" dirty="0">
                  <a:ln/>
                  <a:solidFill>
                    <a:srgbClr val="1F497D">
                      <a:lumMod val="75000"/>
                    </a:srgbClr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</a:rPr>
                <a:t>제안 장비 특징</a:t>
              </a:r>
            </a:p>
            <a:p>
              <a:pPr defTabSz="952942">
                <a:lnSpc>
                  <a:spcPct val="130000"/>
                </a:lnSpc>
              </a:pPr>
              <a:r>
                <a:rPr lang="en-US" altLang="ko-KR" sz="2600" spc="-191" dirty="0" smtClean="0">
                  <a:ln/>
                  <a:solidFill>
                    <a:srgbClr val="1F497D">
                      <a:lumMod val="75000"/>
                    </a:srgbClr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</a:rPr>
                <a:t>4</a:t>
              </a:r>
              <a:r>
                <a:rPr lang="en-US" altLang="ko-KR" sz="2600" spc="-191" dirty="0">
                  <a:ln/>
                  <a:solidFill>
                    <a:srgbClr val="1F497D">
                      <a:lumMod val="75000"/>
                    </a:srgbClr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</a:rPr>
                <a:t>. </a:t>
              </a:r>
              <a:r>
                <a:rPr lang="ko-KR" altLang="en-US" sz="2600" spc="-191" dirty="0">
                  <a:ln/>
                  <a:solidFill>
                    <a:srgbClr val="1F497D">
                      <a:lumMod val="75000"/>
                    </a:srgbClr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</a:rPr>
                <a:t>영상 시스템 구축 방안</a:t>
              </a:r>
              <a:endParaRPr lang="en-US" altLang="ko-KR" sz="2600" spc="-191" dirty="0">
                <a:ln/>
                <a:solidFill>
                  <a:srgbClr val="1F497D">
                    <a:lumMod val="75000"/>
                  </a:srgbClr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endParaRPr>
            </a:p>
            <a:p>
              <a:pPr defTabSz="952942">
                <a:lnSpc>
                  <a:spcPct val="130000"/>
                </a:lnSpc>
              </a:pPr>
              <a:r>
                <a:rPr lang="en-US" altLang="ko-KR" sz="2600" spc="-191" dirty="0">
                  <a:ln/>
                  <a:solidFill>
                    <a:srgbClr val="1F497D">
                      <a:lumMod val="75000"/>
                    </a:srgbClr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</a:rPr>
                <a:t>5. </a:t>
              </a:r>
              <a:r>
                <a:rPr lang="ko-KR" altLang="en-US" sz="2600" spc="-191" dirty="0" smtClean="0">
                  <a:ln/>
                  <a:solidFill>
                    <a:srgbClr val="1F497D">
                      <a:lumMod val="75000"/>
                    </a:srgbClr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</a:rPr>
                <a:t>기타 </a:t>
              </a:r>
              <a:r>
                <a:rPr lang="ko-KR" altLang="en-US" sz="2600" spc="-191" dirty="0">
                  <a:ln/>
                  <a:solidFill>
                    <a:srgbClr val="1F497D">
                      <a:lumMod val="75000"/>
                    </a:srgbClr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</a:rPr>
                <a:t>시스템 구축 </a:t>
              </a:r>
              <a:r>
                <a:rPr lang="ko-KR" altLang="en-US" sz="2600" spc="-191" dirty="0" smtClean="0">
                  <a:ln/>
                  <a:solidFill>
                    <a:srgbClr val="1F497D">
                      <a:lumMod val="75000"/>
                    </a:srgbClr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</a:rPr>
                <a:t>방안</a:t>
              </a:r>
              <a:endParaRPr lang="ko-KR" altLang="en-US" sz="2600" spc="-191" dirty="0">
                <a:ln/>
                <a:solidFill>
                  <a:srgbClr val="1F497D">
                    <a:lumMod val="75000"/>
                  </a:srgbClr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endParaRPr>
            </a:p>
          </p:txBody>
        </p:sp>
      </p:grpSp>
      <p:pic>
        <p:nvPicPr>
          <p:cNvPr id="55" name="Picture 4" descr="G:\work\아이티센시스템즈\경찰청공조조회유지보수\icon&amp;dia\제안서클립아트-58.png"/>
          <p:cNvPicPr>
            <a:picLocks noChangeAspect="1" noChangeArrowheads="1"/>
          </p:cNvPicPr>
          <p:nvPr/>
        </p:nvPicPr>
        <p:blipFill>
          <a:blip r:embed="rId10" cstate="print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rightnessContrast bright="-47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89109" y="5930074"/>
            <a:ext cx="1063945" cy="711693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1" name="TextBox 60"/>
          <p:cNvSpPr txBox="1"/>
          <p:nvPr/>
        </p:nvSpPr>
        <p:spPr>
          <a:xfrm>
            <a:off x="4372696" y="629423"/>
            <a:ext cx="6001560" cy="993908"/>
          </a:xfrm>
          <a:prstGeom prst="rect">
            <a:avLst/>
          </a:prstGeom>
          <a:noFill/>
        </p:spPr>
        <p:txBody>
          <a:bodyPr wrap="square" lIns="95293" tIns="47648" rIns="95293" bIns="47648" rtlCol="0">
            <a:spAutoFit/>
          </a:bodyPr>
          <a:lstStyle>
            <a:defPPr>
              <a:defRPr lang="ko-KR"/>
            </a:defPPr>
            <a:lvl1pPr>
              <a:defRPr sz="2000" b="1">
                <a:ln/>
                <a:pattFill prst="dkUpDiag">
                  <a:fgClr>
                    <a:schemeClr val="bg1"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</a:defRPr>
            </a:lvl1pPr>
          </a:lstStyle>
          <a:p>
            <a:pPr defTabSz="952942"/>
            <a:r>
              <a:rPr lang="ko-KR" altLang="en-US" sz="2300" b="0" spc="-144" dirty="0">
                <a:solidFill>
                  <a:srgbClr val="1F497D">
                    <a:lumMod val="75000"/>
                  </a:srgbClr>
                </a:solidFill>
                <a:effectLst/>
                <a:latin typeface="Rix모던고딕 B" panose="02020603020101020101" pitchFamily="18" charset="-127"/>
                <a:ea typeface="Rix모던고딕 B" panose="02020603020101020101" pitchFamily="18" charset="-127"/>
              </a:rPr>
              <a:t>다수ㆍ다종의 장비를 안정적으로 구축하기 위해 </a:t>
            </a:r>
            <a:endParaRPr lang="en-US" altLang="ko-KR" sz="2300" b="0" spc="-144" dirty="0">
              <a:solidFill>
                <a:srgbClr val="1F497D">
                  <a:lumMod val="75000"/>
                </a:srgbClr>
              </a:solidFill>
              <a:effectLst/>
              <a:latin typeface="Rix모던고딕 B" panose="02020603020101020101" pitchFamily="18" charset="-127"/>
              <a:ea typeface="Rix모던고딕 B" panose="02020603020101020101" pitchFamily="18" charset="-127"/>
            </a:endParaRPr>
          </a:p>
          <a:p>
            <a:pPr defTabSz="952942">
              <a:spcBef>
                <a:spcPts val="400"/>
              </a:spcBef>
            </a:pPr>
            <a:r>
              <a:rPr lang="ko-KR" altLang="en-US" sz="1600" b="0" spc="-144" dirty="0">
                <a:solidFill>
                  <a:prstClr val="black">
                    <a:lumMod val="75000"/>
                    <a:lumOff val="25000"/>
                  </a:prstClr>
                </a:solidFill>
                <a:effectLst/>
                <a:latin typeface="Rix모던고딕 B" panose="02020603020101020101" pitchFamily="18" charset="-127"/>
                <a:ea typeface="Rix모던고딕 B" panose="02020603020101020101" pitchFamily="18" charset="-127"/>
              </a:rPr>
              <a:t>철저한 사전 조사를 통해 현황을 파악하고</a:t>
            </a:r>
            <a:endParaRPr lang="en-US" altLang="ko-KR" sz="1600" b="0" spc="-144" dirty="0">
              <a:solidFill>
                <a:prstClr val="black">
                  <a:lumMod val="75000"/>
                  <a:lumOff val="25000"/>
                </a:prstClr>
              </a:solidFill>
              <a:effectLst/>
              <a:latin typeface="Rix모던고딕 B" panose="02020603020101020101" pitchFamily="18" charset="-127"/>
              <a:ea typeface="Rix모던고딕 B" panose="02020603020101020101" pitchFamily="18" charset="-127"/>
            </a:endParaRPr>
          </a:p>
          <a:p>
            <a:pPr defTabSz="952942"/>
            <a:r>
              <a:rPr lang="ko-KR" altLang="en-US" sz="1600" b="0" spc="-144" dirty="0">
                <a:solidFill>
                  <a:prstClr val="black">
                    <a:lumMod val="75000"/>
                    <a:lumOff val="25000"/>
                  </a:prstClr>
                </a:solidFill>
                <a:effectLst/>
                <a:latin typeface="Rix모던고딕 B" panose="02020603020101020101" pitchFamily="18" charset="-127"/>
                <a:ea typeface="Rix모던고딕 B" panose="02020603020101020101" pitchFamily="18" charset="-127"/>
              </a:rPr>
              <a:t>미래의 안정적 서비스 제공을 위해 끊임 없이 노력하겠습니다</a:t>
            </a:r>
            <a:r>
              <a:rPr lang="en-US" altLang="ko-KR" sz="1600" b="0" spc="-144" dirty="0">
                <a:solidFill>
                  <a:prstClr val="black">
                    <a:lumMod val="75000"/>
                    <a:lumOff val="25000"/>
                  </a:prstClr>
                </a:solidFill>
                <a:effectLst/>
                <a:latin typeface="Rix모던고딕 B" panose="02020603020101020101" pitchFamily="18" charset="-127"/>
                <a:ea typeface="Rix모던고딕 B" panose="02020603020101020101" pitchFamily="18" charset="-127"/>
              </a:rPr>
              <a:t>.</a:t>
            </a:r>
          </a:p>
        </p:txBody>
      </p:sp>
      <p:grpSp>
        <p:nvGrpSpPr>
          <p:cNvPr id="2" name="그룹 1"/>
          <p:cNvGrpSpPr/>
          <p:nvPr/>
        </p:nvGrpSpPr>
        <p:grpSpPr>
          <a:xfrm>
            <a:off x="1254699" y="552110"/>
            <a:ext cx="2981916" cy="1124290"/>
            <a:chOff x="1462021" y="552110"/>
            <a:chExt cx="2981916" cy="1124290"/>
          </a:xfrm>
        </p:grpSpPr>
        <p:pic>
          <p:nvPicPr>
            <p:cNvPr id="57" name="Picture 4" descr="G:\work\다원아이씨티\국방전산정보원\이미지들-02.png"/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35448" y="624399"/>
              <a:ext cx="2233173" cy="58994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8" name="직사각형 57"/>
            <p:cNvSpPr/>
            <p:nvPr/>
          </p:nvSpPr>
          <p:spPr>
            <a:xfrm>
              <a:off x="1500121" y="1265145"/>
              <a:ext cx="2943816" cy="404003"/>
            </a:xfrm>
            <a:prstGeom prst="rect">
              <a:avLst/>
            </a:prstGeom>
          </p:spPr>
          <p:txBody>
            <a:bodyPr wrap="square" lIns="95293" tIns="47648" rIns="95293" bIns="47648">
              <a:spAutoFit/>
            </a:bodyPr>
            <a:lstStyle/>
            <a:p>
              <a:r>
                <a:rPr lang="ko-KR" altLang="en-US" sz="1000" spc="-70" dirty="0">
                  <a:ln/>
                  <a:solidFill>
                    <a:schemeClr val="tx1">
                      <a:lumMod val="75000"/>
                      <a:lumOff val="25000"/>
                    </a:schemeClr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</a:rPr>
                <a:t>만년지택 </a:t>
              </a:r>
              <a:r>
                <a:rPr lang="en-US" altLang="ko-KR" sz="1000" spc="-70" dirty="0">
                  <a:ln/>
                  <a:solidFill>
                    <a:schemeClr val="tx1">
                      <a:lumMod val="75000"/>
                      <a:lumOff val="25000"/>
                    </a:schemeClr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</a:rPr>
                <a:t>| </a:t>
              </a:r>
              <a:r>
                <a:rPr lang="ko-KR" altLang="en-US" sz="1000" spc="-70" dirty="0">
                  <a:ln/>
                  <a:solidFill>
                    <a:schemeClr val="tx1">
                      <a:lumMod val="75000"/>
                      <a:lumOff val="25000"/>
                    </a:schemeClr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</a:rPr>
                <a:t>오래 견딜 수 있도록 아주 튼튼하게 </a:t>
              </a:r>
              <a:endParaRPr lang="en-US" altLang="ko-KR" sz="1000" spc="-70" dirty="0" smtClean="0">
                <a:ln/>
                <a:solidFill>
                  <a:schemeClr val="tx1">
                    <a:lumMod val="75000"/>
                    <a:lumOff val="25000"/>
                  </a:schemeClr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endParaRPr>
            </a:p>
            <a:p>
              <a:r>
                <a:rPr lang="ko-KR" altLang="en-US" sz="1000" spc="-70" dirty="0" smtClean="0">
                  <a:ln/>
                  <a:solidFill>
                    <a:schemeClr val="tx1">
                      <a:lumMod val="75000"/>
                      <a:lumOff val="25000"/>
                    </a:schemeClr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</a:rPr>
                <a:t>                     기초</a:t>
              </a:r>
              <a:r>
                <a:rPr lang="en-US" altLang="ko-KR" sz="1000" spc="-70" dirty="0">
                  <a:ln/>
                  <a:solidFill>
                    <a:schemeClr val="tx1">
                      <a:lumMod val="75000"/>
                      <a:lumOff val="25000"/>
                    </a:schemeClr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</a:rPr>
                <a:t>(</a:t>
              </a:r>
              <a:r>
                <a:rPr lang="ko-KR" altLang="en-US" sz="1000" spc="-70" dirty="0">
                  <a:ln/>
                  <a:solidFill>
                    <a:schemeClr val="tx1">
                      <a:lumMod val="75000"/>
                      <a:lumOff val="25000"/>
                    </a:schemeClr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</a:rPr>
                <a:t>基礎</a:t>
              </a:r>
              <a:r>
                <a:rPr lang="en-US" altLang="ko-KR" sz="1000" spc="-70" dirty="0">
                  <a:ln/>
                  <a:solidFill>
                    <a:schemeClr val="tx1">
                      <a:lumMod val="75000"/>
                      <a:lumOff val="25000"/>
                    </a:schemeClr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</a:rPr>
                <a:t>)</a:t>
              </a:r>
              <a:r>
                <a:rPr lang="ko-KR" altLang="en-US" sz="1000" spc="-70" dirty="0">
                  <a:ln/>
                  <a:solidFill>
                    <a:schemeClr val="tx1">
                      <a:lumMod val="75000"/>
                      <a:lumOff val="25000"/>
                    </a:schemeClr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</a:rPr>
                <a:t>를 하여 잘 지은 집</a:t>
              </a:r>
            </a:p>
          </p:txBody>
        </p:sp>
        <p:sp>
          <p:nvSpPr>
            <p:cNvPr id="65" name="직사각형 64"/>
            <p:cNvSpPr/>
            <p:nvPr/>
          </p:nvSpPr>
          <p:spPr>
            <a:xfrm>
              <a:off x="1462021" y="552110"/>
              <a:ext cx="2981916" cy="1124290"/>
            </a:xfrm>
            <a:prstGeom prst="rect">
              <a:avLst/>
            </a:prstGeom>
            <a:noFill/>
            <a:ln w="31750">
              <a:gradFill>
                <a:gsLst>
                  <a:gs pos="0">
                    <a:schemeClr val="tx1">
                      <a:lumMod val="85000"/>
                      <a:lumOff val="15000"/>
                    </a:schemeClr>
                  </a:gs>
                  <a:gs pos="50000">
                    <a:schemeClr val="bg1">
                      <a:lumMod val="65000"/>
                    </a:schemeClr>
                  </a:gs>
                  <a:gs pos="100000">
                    <a:schemeClr val="tx1">
                      <a:lumMod val="75000"/>
                      <a:lumOff val="25000"/>
                    </a:schemeClr>
                  </a:gs>
                </a:gsLst>
                <a:lin ang="2400000" scaled="0"/>
              </a:gra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700" dirty="0"/>
            </a:p>
          </p:txBody>
        </p:sp>
      </p:grpSp>
    </p:spTree>
    <p:extLst>
      <p:ext uri="{BB962C8B-B14F-4D97-AF65-F5344CB8AC3E}">
        <p14:creationId xmlns:p14="http://schemas.microsoft.com/office/powerpoint/2010/main" val="41977960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6" name="그룹 185"/>
          <p:cNvGrpSpPr/>
          <p:nvPr/>
        </p:nvGrpSpPr>
        <p:grpSpPr>
          <a:xfrm flipH="1">
            <a:off x="7891375" y="1602002"/>
            <a:ext cx="2391933" cy="5434066"/>
            <a:chOff x="490967" y="1602002"/>
            <a:chExt cx="2391933" cy="5434066"/>
          </a:xfrm>
        </p:grpSpPr>
        <p:grpSp>
          <p:nvGrpSpPr>
            <p:cNvPr id="187" name="그룹 186"/>
            <p:cNvGrpSpPr/>
            <p:nvPr/>
          </p:nvGrpSpPr>
          <p:grpSpPr>
            <a:xfrm>
              <a:off x="1257300" y="1602002"/>
              <a:ext cx="1625600" cy="5434066"/>
              <a:chOff x="1257300" y="1602002"/>
              <a:chExt cx="1625600" cy="5434066"/>
            </a:xfrm>
          </p:grpSpPr>
          <p:sp>
            <p:nvSpPr>
              <p:cNvPr id="200" name="모서리가 둥근 직사각형 199"/>
              <p:cNvSpPr/>
              <p:nvPr/>
            </p:nvSpPr>
            <p:spPr>
              <a:xfrm>
                <a:off x="1257300" y="2037401"/>
                <a:ext cx="1409699" cy="4582463"/>
              </a:xfrm>
              <a:prstGeom prst="roundRect">
                <a:avLst/>
              </a:prstGeom>
              <a:noFill/>
              <a:ln w="57150">
                <a:solidFill>
                  <a:schemeClr val="tx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 smtClean="0">
                  <a:solidFill>
                    <a:schemeClr val="tx1"/>
                  </a:solidFill>
                </a:endParaRPr>
              </a:p>
            </p:txBody>
          </p:sp>
          <p:sp>
            <p:nvSpPr>
              <p:cNvPr id="201" name="직사각형 200"/>
              <p:cNvSpPr/>
              <p:nvPr/>
            </p:nvSpPr>
            <p:spPr>
              <a:xfrm>
                <a:off x="2342101" y="1602002"/>
                <a:ext cx="540799" cy="5434066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 smtClean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88" name="제목 3"/>
            <p:cNvSpPr>
              <a:spLocks/>
            </p:cNvSpPr>
            <p:nvPr/>
          </p:nvSpPr>
          <p:spPr bwMode="auto">
            <a:xfrm>
              <a:off x="490967" y="2442200"/>
              <a:ext cx="1490233" cy="3752770"/>
            </a:xfrm>
            <a:prstGeom prst="roundRect">
              <a:avLst>
                <a:gd name="adj" fmla="val 4957"/>
              </a:avLst>
            </a:prstGeom>
            <a:solidFill>
              <a:schemeClr val="tx2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08000" tIns="36000" rIns="108000" bIns="36000" anchor="ctr"/>
            <a:lstStyle/>
            <a:p>
              <a:pPr algn="ctr"/>
              <a:endParaRPr lang="ko-KR" altLang="en-US" sz="1700" spc="-100" dirty="0">
                <a:solidFill>
                  <a:schemeClr val="bg1"/>
                </a:solidFill>
                <a:latin typeface="Rix고딕 B" pitchFamily="18" charset="-127"/>
                <a:ea typeface="Rix고딕 B" pitchFamily="18" charset="-127"/>
              </a:endParaRPr>
            </a:p>
          </p:txBody>
        </p:sp>
        <p:sp>
          <p:nvSpPr>
            <p:cNvPr id="189" name="모서리가 둥근 직사각형 188"/>
            <p:cNvSpPr/>
            <p:nvPr/>
          </p:nvSpPr>
          <p:spPr>
            <a:xfrm>
              <a:off x="2342101" y="1923108"/>
              <a:ext cx="217739" cy="217419"/>
            </a:xfrm>
            <a:prstGeom prst="roundRect">
              <a:avLst/>
            </a:prstGeom>
            <a:solidFill>
              <a:schemeClr val="tx2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08000" tIns="36000" rIns="108000" bIns="36000" anchor="ctr"/>
            <a:lstStyle/>
            <a:p>
              <a:pPr algn="ctr"/>
              <a:endParaRPr lang="ko-KR" altLang="en-US" sz="1700" spc="-100" dirty="0">
                <a:solidFill>
                  <a:schemeClr val="bg1"/>
                </a:solidFill>
                <a:latin typeface="Rix고딕 B" pitchFamily="18" charset="-127"/>
                <a:ea typeface="Rix고딕 B" pitchFamily="18" charset="-127"/>
              </a:endParaRPr>
            </a:p>
          </p:txBody>
        </p:sp>
        <p:sp>
          <p:nvSpPr>
            <p:cNvPr id="190" name="모서리가 둥근 직사각형 189"/>
            <p:cNvSpPr/>
            <p:nvPr/>
          </p:nvSpPr>
          <p:spPr>
            <a:xfrm>
              <a:off x="2342101" y="6508663"/>
              <a:ext cx="217739" cy="217419"/>
            </a:xfrm>
            <a:prstGeom prst="roundRect">
              <a:avLst/>
            </a:prstGeom>
            <a:solidFill>
              <a:schemeClr val="tx2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08000" tIns="36000" rIns="108000" bIns="36000" anchor="ctr"/>
            <a:lstStyle/>
            <a:p>
              <a:pPr algn="ctr"/>
              <a:endParaRPr lang="ko-KR" altLang="en-US" sz="1700" spc="-100" dirty="0">
                <a:solidFill>
                  <a:schemeClr val="bg1"/>
                </a:solidFill>
                <a:latin typeface="Rix고딕 B" pitchFamily="18" charset="-127"/>
                <a:ea typeface="Rix고딕 B" pitchFamily="18" charset="-127"/>
              </a:endParaRPr>
            </a:p>
          </p:txBody>
        </p:sp>
        <p:grpSp>
          <p:nvGrpSpPr>
            <p:cNvPr id="191" name="그룹 190"/>
            <p:cNvGrpSpPr/>
            <p:nvPr/>
          </p:nvGrpSpPr>
          <p:grpSpPr>
            <a:xfrm>
              <a:off x="1904162" y="3101944"/>
              <a:ext cx="655678" cy="217419"/>
              <a:chOff x="1904162" y="2968594"/>
              <a:chExt cx="655678" cy="217419"/>
            </a:xfrm>
          </p:grpSpPr>
          <p:sp>
            <p:nvSpPr>
              <p:cNvPr id="198" name="모서리가 둥근 직사각형 197"/>
              <p:cNvSpPr/>
              <p:nvPr/>
            </p:nvSpPr>
            <p:spPr>
              <a:xfrm>
                <a:off x="2342101" y="2968594"/>
                <a:ext cx="217739" cy="217419"/>
              </a:xfrm>
              <a:prstGeom prst="roundRect">
                <a:avLst/>
              </a:prstGeom>
              <a:solidFill>
                <a:schemeClr val="tx2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108000" tIns="36000" rIns="108000" bIns="36000" anchor="ctr"/>
              <a:lstStyle/>
              <a:p>
                <a:pPr algn="ctr"/>
                <a:endParaRPr lang="ko-KR" altLang="en-US" sz="1700" spc="-100" dirty="0">
                  <a:solidFill>
                    <a:schemeClr val="bg1"/>
                  </a:solidFill>
                  <a:latin typeface="Rix고딕 B" pitchFamily="18" charset="-127"/>
                  <a:ea typeface="Rix고딕 B" pitchFamily="18" charset="-127"/>
                </a:endParaRPr>
              </a:p>
            </p:txBody>
          </p:sp>
          <p:cxnSp>
            <p:nvCxnSpPr>
              <p:cNvPr id="199" name="직선 연결선 198"/>
              <p:cNvCxnSpPr/>
              <p:nvPr/>
            </p:nvCxnSpPr>
            <p:spPr>
              <a:xfrm>
                <a:off x="1904162" y="3074297"/>
                <a:ext cx="504902" cy="0"/>
              </a:xfrm>
              <a:prstGeom prst="line">
                <a:avLst/>
              </a:prstGeom>
              <a:noFill/>
              <a:ln w="57150">
                <a:solidFill>
                  <a:schemeClr val="tx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grpSp>
          <p:nvGrpSpPr>
            <p:cNvPr id="192" name="그룹 191"/>
            <p:cNvGrpSpPr/>
            <p:nvPr/>
          </p:nvGrpSpPr>
          <p:grpSpPr>
            <a:xfrm>
              <a:off x="1904162" y="4252101"/>
              <a:ext cx="655678" cy="217419"/>
              <a:chOff x="1904162" y="4252101"/>
              <a:chExt cx="655678" cy="217419"/>
            </a:xfrm>
          </p:grpSpPr>
          <p:sp>
            <p:nvSpPr>
              <p:cNvPr id="196" name="모서리가 둥근 직사각형 195"/>
              <p:cNvSpPr/>
              <p:nvPr/>
            </p:nvSpPr>
            <p:spPr>
              <a:xfrm>
                <a:off x="2342101" y="4252101"/>
                <a:ext cx="217739" cy="217419"/>
              </a:xfrm>
              <a:prstGeom prst="roundRect">
                <a:avLst/>
              </a:prstGeom>
              <a:solidFill>
                <a:schemeClr val="tx2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108000" tIns="36000" rIns="108000" bIns="36000" anchor="ctr"/>
              <a:lstStyle/>
              <a:p>
                <a:pPr algn="ctr"/>
                <a:endParaRPr lang="ko-KR" altLang="en-US" sz="1700" spc="-100" dirty="0">
                  <a:solidFill>
                    <a:schemeClr val="bg1"/>
                  </a:solidFill>
                  <a:latin typeface="Rix고딕 B" pitchFamily="18" charset="-127"/>
                  <a:ea typeface="Rix고딕 B" pitchFamily="18" charset="-127"/>
                </a:endParaRPr>
              </a:p>
            </p:txBody>
          </p:sp>
          <p:cxnSp>
            <p:nvCxnSpPr>
              <p:cNvPr id="197" name="직선 연결선 196"/>
              <p:cNvCxnSpPr/>
              <p:nvPr/>
            </p:nvCxnSpPr>
            <p:spPr>
              <a:xfrm>
                <a:off x="1904162" y="4350788"/>
                <a:ext cx="504902" cy="0"/>
              </a:xfrm>
              <a:prstGeom prst="line">
                <a:avLst/>
              </a:prstGeom>
              <a:noFill/>
              <a:ln w="57150">
                <a:solidFill>
                  <a:schemeClr val="tx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grpSp>
          <p:nvGrpSpPr>
            <p:cNvPr id="193" name="그룹 192"/>
            <p:cNvGrpSpPr/>
            <p:nvPr/>
          </p:nvGrpSpPr>
          <p:grpSpPr>
            <a:xfrm>
              <a:off x="1904162" y="5362606"/>
              <a:ext cx="655678" cy="217419"/>
              <a:chOff x="1904162" y="5476906"/>
              <a:chExt cx="655678" cy="217419"/>
            </a:xfrm>
          </p:grpSpPr>
          <p:sp>
            <p:nvSpPr>
              <p:cNvPr id="194" name="모서리가 둥근 직사각형 193"/>
              <p:cNvSpPr/>
              <p:nvPr/>
            </p:nvSpPr>
            <p:spPr>
              <a:xfrm>
                <a:off x="2342101" y="5476906"/>
                <a:ext cx="217739" cy="217419"/>
              </a:xfrm>
              <a:prstGeom prst="roundRect">
                <a:avLst/>
              </a:prstGeom>
              <a:solidFill>
                <a:schemeClr val="tx2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108000" tIns="36000" rIns="108000" bIns="36000" anchor="ctr"/>
              <a:lstStyle/>
              <a:p>
                <a:pPr algn="ctr"/>
                <a:endParaRPr lang="ko-KR" altLang="en-US" sz="1700" spc="-100" dirty="0">
                  <a:solidFill>
                    <a:schemeClr val="bg1"/>
                  </a:solidFill>
                  <a:latin typeface="Rix고딕 B" pitchFamily="18" charset="-127"/>
                  <a:ea typeface="Rix고딕 B" pitchFamily="18" charset="-127"/>
                </a:endParaRPr>
              </a:p>
            </p:txBody>
          </p:sp>
          <p:cxnSp>
            <p:nvCxnSpPr>
              <p:cNvPr id="195" name="직선 연결선 194"/>
              <p:cNvCxnSpPr/>
              <p:nvPr/>
            </p:nvCxnSpPr>
            <p:spPr>
              <a:xfrm>
                <a:off x="1904162" y="5576555"/>
                <a:ext cx="504902" cy="0"/>
              </a:xfrm>
              <a:prstGeom prst="line">
                <a:avLst/>
              </a:prstGeom>
              <a:noFill/>
              <a:ln w="57150">
                <a:solidFill>
                  <a:schemeClr val="tx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</p:grpSp>
      <p:grpSp>
        <p:nvGrpSpPr>
          <p:cNvPr id="185" name="그룹 184"/>
          <p:cNvGrpSpPr/>
          <p:nvPr/>
        </p:nvGrpSpPr>
        <p:grpSpPr>
          <a:xfrm>
            <a:off x="490967" y="1602002"/>
            <a:ext cx="2391933" cy="5434066"/>
            <a:chOff x="490967" y="1602002"/>
            <a:chExt cx="2391933" cy="5434066"/>
          </a:xfrm>
        </p:grpSpPr>
        <p:grpSp>
          <p:nvGrpSpPr>
            <p:cNvPr id="25" name="그룹 24"/>
            <p:cNvGrpSpPr/>
            <p:nvPr/>
          </p:nvGrpSpPr>
          <p:grpSpPr>
            <a:xfrm>
              <a:off x="1257300" y="1602002"/>
              <a:ext cx="1625600" cy="5434066"/>
              <a:chOff x="1257300" y="1602002"/>
              <a:chExt cx="1625600" cy="5434066"/>
            </a:xfrm>
          </p:grpSpPr>
          <p:sp>
            <p:nvSpPr>
              <p:cNvPr id="9" name="모서리가 둥근 직사각형 8"/>
              <p:cNvSpPr/>
              <p:nvPr/>
            </p:nvSpPr>
            <p:spPr>
              <a:xfrm>
                <a:off x="1257300" y="2037401"/>
                <a:ext cx="1409699" cy="4582463"/>
              </a:xfrm>
              <a:prstGeom prst="roundRect">
                <a:avLst/>
              </a:prstGeom>
              <a:noFill/>
              <a:ln w="5715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 smtClean="0">
                  <a:solidFill>
                    <a:schemeClr val="tx1"/>
                  </a:solidFill>
                </a:endParaRPr>
              </a:p>
            </p:txBody>
          </p:sp>
          <p:sp>
            <p:nvSpPr>
              <p:cNvPr id="22" name="직사각형 21"/>
              <p:cNvSpPr/>
              <p:nvPr/>
            </p:nvSpPr>
            <p:spPr>
              <a:xfrm>
                <a:off x="2342101" y="1602002"/>
                <a:ext cx="540799" cy="5434066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 smtClean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37" name="제목 3"/>
            <p:cNvSpPr>
              <a:spLocks/>
            </p:cNvSpPr>
            <p:nvPr/>
          </p:nvSpPr>
          <p:spPr bwMode="auto">
            <a:xfrm>
              <a:off x="490967" y="2442200"/>
              <a:ext cx="1490233" cy="3752770"/>
            </a:xfrm>
            <a:prstGeom prst="roundRect">
              <a:avLst>
                <a:gd name="adj" fmla="val 4957"/>
              </a:avLst>
            </a:prstGeom>
            <a:solidFill>
              <a:schemeClr val="bg1">
                <a:lumMod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08000" tIns="36000" rIns="108000" bIns="36000" anchor="ctr"/>
            <a:lstStyle/>
            <a:p>
              <a:pPr algn="ctr"/>
              <a:endParaRPr lang="ko-KR" altLang="en-US" sz="1700" spc="-100" dirty="0">
                <a:solidFill>
                  <a:schemeClr val="bg1"/>
                </a:solidFill>
                <a:latin typeface="Rix고딕 B" pitchFamily="18" charset="-127"/>
                <a:ea typeface="Rix고딕 B" pitchFamily="18" charset="-127"/>
              </a:endParaRPr>
            </a:p>
          </p:txBody>
        </p:sp>
        <p:sp>
          <p:nvSpPr>
            <p:cNvPr id="50" name="모서리가 둥근 직사각형 49"/>
            <p:cNvSpPr/>
            <p:nvPr/>
          </p:nvSpPr>
          <p:spPr>
            <a:xfrm>
              <a:off x="2342101" y="1923108"/>
              <a:ext cx="217739" cy="217419"/>
            </a:xfrm>
            <a:prstGeom prst="roundRect">
              <a:avLst/>
            </a:prstGeom>
            <a:solidFill>
              <a:schemeClr val="bg1">
                <a:lumMod val="50000"/>
              </a:schemeClr>
            </a:solidFill>
            <a:ln w="3175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ko-KR" altLang="en-US" dirty="0">
                <a:latin typeface="나눔고딕" pitchFamily="50" charset="-127"/>
                <a:ea typeface="나눔고딕" pitchFamily="50" charset="-127"/>
              </a:endParaRPr>
            </a:p>
          </p:txBody>
        </p:sp>
        <p:sp>
          <p:nvSpPr>
            <p:cNvPr id="117" name="모서리가 둥근 직사각형 116"/>
            <p:cNvSpPr/>
            <p:nvPr/>
          </p:nvSpPr>
          <p:spPr>
            <a:xfrm>
              <a:off x="2342101" y="6508663"/>
              <a:ext cx="217739" cy="217419"/>
            </a:xfrm>
            <a:prstGeom prst="roundRect">
              <a:avLst/>
            </a:prstGeom>
            <a:solidFill>
              <a:schemeClr val="bg1">
                <a:lumMod val="50000"/>
              </a:schemeClr>
            </a:solidFill>
            <a:ln w="3175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ko-KR" altLang="en-US" dirty="0">
                <a:latin typeface="나눔고딕" pitchFamily="50" charset="-127"/>
                <a:ea typeface="나눔고딕" pitchFamily="50" charset="-127"/>
              </a:endParaRPr>
            </a:p>
          </p:txBody>
        </p:sp>
        <p:grpSp>
          <p:nvGrpSpPr>
            <p:cNvPr id="123" name="그룹 122"/>
            <p:cNvGrpSpPr/>
            <p:nvPr/>
          </p:nvGrpSpPr>
          <p:grpSpPr>
            <a:xfrm>
              <a:off x="1904162" y="3101944"/>
              <a:ext cx="655678" cy="217419"/>
              <a:chOff x="1904162" y="2968594"/>
              <a:chExt cx="655678" cy="217419"/>
            </a:xfrm>
          </p:grpSpPr>
          <p:sp>
            <p:nvSpPr>
              <p:cNvPr id="114" name="모서리가 둥근 직사각형 113"/>
              <p:cNvSpPr/>
              <p:nvPr/>
            </p:nvSpPr>
            <p:spPr>
              <a:xfrm>
                <a:off x="2342101" y="2968594"/>
                <a:ext cx="217739" cy="217419"/>
              </a:xfrm>
              <a:prstGeom prst="roundRect">
                <a:avLst/>
              </a:prstGeom>
              <a:solidFill>
                <a:schemeClr val="bg1">
                  <a:lumMod val="50000"/>
                </a:schemeClr>
              </a:solidFill>
              <a:ln w="3175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 dirty="0">
                  <a:latin typeface="나눔고딕" pitchFamily="50" charset="-127"/>
                  <a:ea typeface="나눔고딕" pitchFamily="50" charset="-127"/>
                </a:endParaRPr>
              </a:p>
            </p:txBody>
          </p:sp>
          <p:cxnSp>
            <p:nvCxnSpPr>
              <p:cNvPr id="120" name="직선 연결선 119"/>
              <p:cNvCxnSpPr/>
              <p:nvPr/>
            </p:nvCxnSpPr>
            <p:spPr>
              <a:xfrm>
                <a:off x="1904162" y="3074297"/>
                <a:ext cx="504902" cy="0"/>
              </a:xfrm>
              <a:prstGeom prst="line">
                <a:avLst/>
              </a:prstGeom>
              <a:noFill/>
              <a:ln w="5715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grpSp>
          <p:nvGrpSpPr>
            <p:cNvPr id="124" name="그룹 123"/>
            <p:cNvGrpSpPr/>
            <p:nvPr/>
          </p:nvGrpSpPr>
          <p:grpSpPr>
            <a:xfrm>
              <a:off x="1904162" y="4252101"/>
              <a:ext cx="655678" cy="217419"/>
              <a:chOff x="1904162" y="4252101"/>
              <a:chExt cx="655678" cy="217419"/>
            </a:xfrm>
          </p:grpSpPr>
          <p:sp>
            <p:nvSpPr>
              <p:cNvPr id="115" name="모서리가 둥근 직사각형 114"/>
              <p:cNvSpPr/>
              <p:nvPr/>
            </p:nvSpPr>
            <p:spPr>
              <a:xfrm>
                <a:off x="2342101" y="4252101"/>
                <a:ext cx="217739" cy="217419"/>
              </a:xfrm>
              <a:prstGeom prst="roundRect">
                <a:avLst/>
              </a:prstGeom>
              <a:solidFill>
                <a:schemeClr val="bg1">
                  <a:lumMod val="50000"/>
                </a:schemeClr>
              </a:solidFill>
              <a:ln w="3175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 dirty="0">
                  <a:latin typeface="나눔고딕" pitchFamily="50" charset="-127"/>
                  <a:ea typeface="나눔고딕" pitchFamily="50" charset="-127"/>
                </a:endParaRPr>
              </a:p>
            </p:txBody>
          </p:sp>
          <p:cxnSp>
            <p:nvCxnSpPr>
              <p:cNvPr id="121" name="직선 연결선 120"/>
              <p:cNvCxnSpPr/>
              <p:nvPr/>
            </p:nvCxnSpPr>
            <p:spPr>
              <a:xfrm>
                <a:off x="1904162" y="4350788"/>
                <a:ext cx="504902" cy="0"/>
              </a:xfrm>
              <a:prstGeom prst="line">
                <a:avLst/>
              </a:prstGeom>
              <a:noFill/>
              <a:ln w="5715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grpSp>
          <p:nvGrpSpPr>
            <p:cNvPr id="125" name="그룹 124"/>
            <p:cNvGrpSpPr/>
            <p:nvPr/>
          </p:nvGrpSpPr>
          <p:grpSpPr>
            <a:xfrm>
              <a:off x="1904162" y="5362606"/>
              <a:ext cx="655678" cy="217419"/>
              <a:chOff x="1904162" y="5476906"/>
              <a:chExt cx="655678" cy="217419"/>
            </a:xfrm>
          </p:grpSpPr>
          <p:sp>
            <p:nvSpPr>
              <p:cNvPr id="116" name="모서리가 둥근 직사각형 115"/>
              <p:cNvSpPr/>
              <p:nvPr/>
            </p:nvSpPr>
            <p:spPr>
              <a:xfrm>
                <a:off x="2342101" y="5476906"/>
                <a:ext cx="217739" cy="217419"/>
              </a:xfrm>
              <a:prstGeom prst="roundRect">
                <a:avLst/>
              </a:prstGeom>
              <a:solidFill>
                <a:schemeClr val="bg1">
                  <a:lumMod val="50000"/>
                </a:schemeClr>
              </a:solidFill>
              <a:ln w="3175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 dirty="0">
                  <a:latin typeface="나눔고딕" pitchFamily="50" charset="-127"/>
                  <a:ea typeface="나눔고딕" pitchFamily="50" charset="-127"/>
                </a:endParaRPr>
              </a:p>
            </p:txBody>
          </p:sp>
          <p:cxnSp>
            <p:nvCxnSpPr>
              <p:cNvPr id="122" name="직선 연결선 121"/>
              <p:cNvCxnSpPr/>
              <p:nvPr/>
            </p:nvCxnSpPr>
            <p:spPr>
              <a:xfrm>
                <a:off x="1904162" y="5576555"/>
                <a:ext cx="504902" cy="0"/>
              </a:xfrm>
              <a:prstGeom prst="line">
                <a:avLst/>
              </a:prstGeom>
              <a:noFill/>
              <a:ln w="5715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</p:grpSp>
      <p:grpSp>
        <p:nvGrpSpPr>
          <p:cNvPr id="106" name="그룹 105"/>
          <p:cNvGrpSpPr/>
          <p:nvPr/>
        </p:nvGrpSpPr>
        <p:grpSpPr>
          <a:xfrm>
            <a:off x="0" y="868564"/>
            <a:ext cx="10693400" cy="498994"/>
            <a:chOff x="0" y="778175"/>
            <a:chExt cx="11518770" cy="498994"/>
          </a:xfrm>
        </p:grpSpPr>
        <p:sp>
          <p:nvSpPr>
            <p:cNvPr id="107" name="직사각형 106"/>
            <p:cNvSpPr/>
            <p:nvPr/>
          </p:nvSpPr>
          <p:spPr>
            <a:xfrm>
              <a:off x="0" y="778175"/>
              <a:ext cx="11518770" cy="49899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2700" cap="rnd" cmpd="sng">
              <a:noFill/>
              <a:prstDash val="solid"/>
              <a:headEnd type="none" w="lg" len="med"/>
              <a:tailEnd type="none" w="lg" len="med"/>
            </a:ln>
            <a:effectLst/>
          </p:spPr>
          <p:style>
            <a:lnRef idx="1">
              <a:schemeClr val="accent5"/>
            </a:lnRef>
            <a:fillRef idx="3">
              <a:schemeClr val="accent5"/>
            </a:fillRef>
            <a:effectRef idx="2">
              <a:schemeClr val="accent5"/>
            </a:effectRef>
            <a:fontRef idx="minor">
              <a:schemeClr val="lt1"/>
            </a:fontRef>
          </p:style>
          <p:txBody>
            <a:bodyPr wrap="none" lIns="99569" tIns="172873" rIns="99569" bIns="49785"/>
            <a:lstStyle/>
            <a:p>
              <a:pPr algn="ctr" latinLnBrk="0"/>
              <a:endParaRPr lang="ko-KR" altLang="en-US" sz="1700" b="1" dirty="0">
                <a:gradFill>
                  <a:gsLst>
                    <a:gs pos="0">
                      <a:prstClr val="white"/>
                    </a:gs>
                    <a:gs pos="100000">
                      <a:prstClr val="white"/>
                    </a:gs>
                  </a:gsLst>
                  <a:lin ang="5400000" scaled="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고도 B" panose="02000503000000020004" pitchFamily="2" charset="-127"/>
                <a:ea typeface="고도 B" panose="02000503000000020004" pitchFamily="2" charset="-127"/>
              </a:endParaRPr>
            </a:p>
          </p:txBody>
        </p:sp>
        <p:sp>
          <p:nvSpPr>
            <p:cNvPr id="108" name="TextBox 107"/>
            <p:cNvSpPr txBox="1"/>
            <p:nvPr/>
          </p:nvSpPr>
          <p:spPr>
            <a:xfrm>
              <a:off x="433815" y="840817"/>
              <a:ext cx="1179358" cy="369332"/>
            </a:xfrm>
            <a:prstGeom prst="rect">
              <a:avLst/>
            </a:prstGeom>
            <a:noFill/>
            <a:ln w="6350">
              <a:noFill/>
            </a:ln>
            <a:effectLst/>
            <a:scene3d>
              <a:camera prst="orthographicFront"/>
              <a:lightRig rig="threePt" dir="t"/>
            </a:scene3d>
            <a:sp3d>
              <a:bevelT w="0" h="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 anchorCtr="0">
              <a:spAutoFit/>
              <a:sp3d>
                <a:bevelT w="0" h="0"/>
                <a:contourClr>
                  <a:schemeClr val="bg1"/>
                </a:contourClr>
              </a:sp3d>
            </a:bodyPr>
            <a:lstStyle>
              <a:defPPr>
                <a:defRPr lang="ko-KR"/>
              </a:defPPr>
              <a:lvl1pPr lvl="0" indent="0" defTabSz="801639" latinLnBrk="0">
                <a:lnSpc>
                  <a:spcPct val="100000"/>
                </a:lnSpc>
                <a:spcBef>
                  <a:spcPts val="88"/>
                </a:spcBef>
                <a:spcAft>
                  <a:spcPts val="88"/>
                </a:spcAft>
                <a:defRPr sz="2400" spc="0">
                  <a:ln>
                    <a:solidFill>
                      <a:prstClr val="white">
                        <a:alpha val="10000"/>
                      </a:prstClr>
                    </a:solidFill>
                  </a:ln>
                  <a:solidFill>
                    <a:prstClr val="white"/>
                  </a:solidFill>
                  <a:effectLst/>
                  <a:latin typeface="나눔고딕 ExtraBold" panose="020D0904000000000000" pitchFamily="50" charset="-127"/>
                  <a:ea typeface="나눔고딕 ExtraBold" panose="020D0904000000000000" pitchFamily="50" charset="-127"/>
                </a:defRPr>
              </a:lvl1pPr>
            </a:lstStyle>
            <a:p>
              <a:r>
                <a:rPr lang="ko-KR" altLang="en-US" spc="-150" dirty="0">
                  <a:solidFill>
                    <a:schemeClr val="tx1"/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</a:rPr>
                <a:t>설계 사상</a:t>
              </a:r>
            </a:p>
          </p:txBody>
        </p:sp>
        <p:sp>
          <p:nvSpPr>
            <p:cNvPr id="109" name="직사각형 108"/>
            <p:cNvSpPr/>
            <p:nvPr/>
          </p:nvSpPr>
          <p:spPr>
            <a:xfrm>
              <a:off x="1817416" y="817281"/>
              <a:ext cx="9414068" cy="380168"/>
            </a:xfrm>
            <a:prstGeom prst="rect">
              <a:avLst/>
            </a:prstGeom>
          </p:spPr>
          <p:txBody>
            <a:bodyPr/>
            <a:lstStyle/>
            <a:p>
              <a:pPr marL="0" lvl="1">
                <a:spcBef>
                  <a:spcPct val="0"/>
                </a:spcBef>
              </a:pPr>
              <a:r>
                <a:rPr lang="ko-KR" altLang="en-US" spc="-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  <a:cs typeface="+mj-cs"/>
                </a:rPr>
                <a:t>네트워크 유연성</a:t>
              </a:r>
              <a:r>
                <a:rPr lang="en-US" altLang="ko-KR" spc="-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  <a:cs typeface="+mj-cs"/>
                </a:rPr>
                <a:t>, </a:t>
              </a:r>
              <a:r>
                <a:rPr lang="ko-KR" altLang="en-US" spc="-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  <a:cs typeface="+mj-cs"/>
                </a:rPr>
                <a:t>빠른 장애 대처</a:t>
              </a:r>
              <a:r>
                <a:rPr lang="en-US" altLang="ko-KR" spc="-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  <a:cs typeface="+mj-cs"/>
                </a:rPr>
                <a:t>, </a:t>
              </a:r>
              <a:r>
                <a:rPr lang="ko-KR" altLang="en-US" spc="-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  <a:cs typeface="+mj-cs"/>
                </a:rPr>
                <a:t>운영 관리의 </a:t>
              </a:r>
              <a:r>
                <a:rPr lang="ko-KR" altLang="en-US" spc="-1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  <a:cs typeface="+mj-cs"/>
                </a:rPr>
                <a:t>효율성을 </a:t>
              </a:r>
              <a:r>
                <a:rPr lang="ko-KR" altLang="en-US" spc="-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  <a:cs typeface="+mj-cs"/>
                </a:rPr>
                <a:t>향상하겠습니다</a:t>
              </a:r>
              <a:r>
                <a:rPr lang="en-US" altLang="ko-KR" spc="-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  <a:cs typeface="+mj-cs"/>
                </a:rPr>
                <a:t>.</a:t>
              </a:r>
            </a:p>
          </p:txBody>
        </p:sp>
        <p:cxnSp>
          <p:nvCxnSpPr>
            <p:cNvPr id="110" name="직선 연결선 109"/>
            <p:cNvCxnSpPr/>
            <p:nvPr/>
          </p:nvCxnSpPr>
          <p:spPr>
            <a:xfrm>
              <a:off x="1781276" y="851717"/>
              <a:ext cx="0" cy="315104"/>
            </a:xfrm>
            <a:prstGeom prst="line">
              <a:avLst/>
            </a:prstGeom>
            <a:ln w="38100">
              <a:solidFill>
                <a:srgbClr val="1B91C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75" name="직선 연결선 74"/>
          <p:cNvCxnSpPr/>
          <p:nvPr/>
        </p:nvCxnSpPr>
        <p:spPr>
          <a:xfrm>
            <a:off x="2124363" y="2610946"/>
            <a:ext cx="6382327" cy="0"/>
          </a:xfrm>
          <a:prstGeom prst="line">
            <a:avLst/>
          </a:prstGeom>
          <a:ln w="7620">
            <a:solidFill>
              <a:schemeClr val="tx1">
                <a:lumMod val="50000"/>
                <a:lumOff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직선 연결선 75"/>
          <p:cNvCxnSpPr/>
          <p:nvPr/>
        </p:nvCxnSpPr>
        <p:spPr>
          <a:xfrm>
            <a:off x="2124363" y="3756976"/>
            <a:ext cx="6382327" cy="0"/>
          </a:xfrm>
          <a:prstGeom prst="line">
            <a:avLst/>
          </a:prstGeom>
          <a:ln w="7620">
            <a:solidFill>
              <a:schemeClr val="tx1">
                <a:lumMod val="50000"/>
                <a:lumOff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직선 연결선 76"/>
          <p:cNvCxnSpPr/>
          <p:nvPr/>
        </p:nvCxnSpPr>
        <p:spPr>
          <a:xfrm>
            <a:off x="2124363" y="4903006"/>
            <a:ext cx="6382327" cy="0"/>
          </a:xfrm>
          <a:prstGeom prst="line">
            <a:avLst/>
          </a:prstGeom>
          <a:ln w="7620">
            <a:solidFill>
              <a:schemeClr val="tx1">
                <a:lumMod val="50000"/>
                <a:lumOff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직선 연결선 77"/>
          <p:cNvCxnSpPr/>
          <p:nvPr/>
        </p:nvCxnSpPr>
        <p:spPr>
          <a:xfrm>
            <a:off x="2124363" y="6049035"/>
            <a:ext cx="6382327" cy="0"/>
          </a:xfrm>
          <a:prstGeom prst="line">
            <a:avLst/>
          </a:prstGeom>
          <a:ln w="7620">
            <a:solidFill>
              <a:schemeClr val="tx1">
                <a:lumMod val="50000"/>
                <a:lumOff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9" name="그룹 78"/>
          <p:cNvGrpSpPr/>
          <p:nvPr/>
        </p:nvGrpSpPr>
        <p:grpSpPr>
          <a:xfrm>
            <a:off x="8720722" y="3263531"/>
            <a:ext cx="1637511" cy="1301586"/>
            <a:chOff x="8688052" y="2533949"/>
            <a:chExt cx="1876093" cy="1491224"/>
          </a:xfrm>
        </p:grpSpPr>
        <p:pic>
          <p:nvPicPr>
            <p:cNvPr id="80" name="Picture 137" descr="28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46857" b="43680"/>
            <a:stretch>
              <a:fillRect/>
            </a:stretch>
          </p:blipFill>
          <p:spPr bwMode="auto">
            <a:xfrm>
              <a:off x="8688052" y="2533949"/>
              <a:ext cx="1876093" cy="1491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81" name="그림 2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272094" y="3337853"/>
              <a:ext cx="684530" cy="4976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82" name="그룹 81"/>
          <p:cNvGrpSpPr/>
          <p:nvPr/>
        </p:nvGrpSpPr>
        <p:grpSpPr>
          <a:xfrm>
            <a:off x="375270" y="2933579"/>
            <a:ext cx="1876093" cy="1527374"/>
            <a:chOff x="-2746180" y="2356394"/>
            <a:chExt cx="1876093" cy="1527374"/>
          </a:xfrm>
        </p:grpSpPr>
        <p:pic>
          <p:nvPicPr>
            <p:cNvPr id="83" name="Picture 137" descr="28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46857" b="43680"/>
            <a:stretch>
              <a:fillRect/>
            </a:stretch>
          </p:blipFill>
          <p:spPr bwMode="auto">
            <a:xfrm>
              <a:off x="-2746180" y="2356394"/>
              <a:ext cx="1876093" cy="1491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84" name="그림 3"/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-2210585" y="3220160"/>
              <a:ext cx="636101" cy="6636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85" name="Text Box 432"/>
          <p:cNvSpPr txBox="1">
            <a:spLocks noChangeArrowheads="1"/>
          </p:cNvSpPr>
          <p:nvPr/>
        </p:nvSpPr>
        <p:spPr bwMode="auto">
          <a:xfrm>
            <a:off x="8896771" y="4574077"/>
            <a:ext cx="1201420" cy="6155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t" anchorCtr="0">
            <a:spAutoFit/>
          </a:bodyPr>
          <a:lstStyle>
            <a:defPPr>
              <a:defRPr lang="ko-KR"/>
            </a:defPPr>
            <a:lvl1pPr marL="0" algn="l" defTabSz="1019188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9594" algn="l" defTabSz="1019188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19188" algn="l" defTabSz="1019188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28782" algn="l" defTabSz="1019188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38377" algn="l" defTabSz="1019188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47971" algn="l" defTabSz="1019188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57565" algn="l" defTabSz="1019188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567160" algn="l" defTabSz="1019188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076754" algn="l" defTabSz="1019188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latinLnBrk="0">
              <a:defRPr/>
            </a:pPr>
            <a:r>
              <a:rPr lang="ko-KR" altLang="en-US" kern="0" spc="-99" dirty="0" smtClean="0">
                <a:solidFill>
                  <a:schemeClr val="bg1"/>
                </a:solidFill>
                <a:latin typeface="Rix고딕 B" pitchFamily="18" charset="-127"/>
                <a:ea typeface="Rix고딕 B" pitchFamily="18" charset="-127"/>
              </a:rPr>
              <a:t>세부</a:t>
            </a:r>
            <a:endParaRPr lang="en-US" altLang="ko-KR" kern="0" spc="-99" dirty="0" smtClean="0">
              <a:solidFill>
                <a:schemeClr val="bg1"/>
              </a:solidFill>
              <a:latin typeface="Rix고딕 B" pitchFamily="18" charset="-127"/>
              <a:ea typeface="Rix고딕 B" pitchFamily="18" charset="-127"/>
            </a:endParaRPr>
          </a:p>
          <a:p>
            <a:pPr algn="ctr" latinLnBrk="0">
              <a:defRPr/>
            </a:pPr>
            <a:r>
              <a:rPr lang="ko-KR" altLang="en-US" kern="0" spc="-99" dirty="0" smtClean="0">
                <a:solidFill>
                  <a:schemeClr val="bg1"/>
                </a:solidFill>
                <a:latin typeface="Rix고딕 B" pitchFamily="18" charset="-127"/>
                <a:ea typeface="Rix고딕 B" pitchFamily="18" charset="-127"/>
              </a:rPr>
              <a:t>내역</a:t>
            </a:r>
            <a:endParaRPr lang="ko-KR" altLang="en-US" kern="0" spc="-99" dirty="0">
              <a:solidFill>
                <a:schemeClr val="bg1"/>
              </a:solidFill>
              <a:latin typeface="Rix고딕 B" pitchFamily="18" charset="-127"/>
              <a:ea typeface="Rix고딕 B" pitchFamily="18" charset="-127"/>
            </a:endParaRPr>
          </a:p>
        </p:txBody>
      </p:sp>
      <p:sp>
        <p:nvSpPr>
          <p:cNvPr id="86" name="Text Box 432"/>
          <p:cNvSpPr txBox="1">
            <a:spLocks noChangeArrowheads="1"/>
          </p:cNvSpPr>
          <p:nvPr/>
        </p:nvSpPr>
        <p:spPr bwMode="auto">
          <a:xfrm>
            <a:off x="635779" y="4574077"/>
            <a:ext cx="1201420" cy="6155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t" anchorCtr="0">
            <a:spAutoFit/>
          </a:bodyPr>
          <a:lstStyle>
            <a:defPPr>
              <a:defRPr lang="ko-KR"/>
            </a:defPPr>
            <a:lvl1pPr marL="0" algn="l" defTabSz="1019188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9594" algn="l" defTabSz="1019188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19188" algn="l" defTabSz="1019188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28782" algn="l" defTabSz="1019188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38377" algn="l" defTabSz="1019188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47971" algn="l" defTabSz="1019188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57565" algn="l" defTabSz="1019188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567160" algn="l" defTabSz="1019188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076754" algn="l" defTabSz="1019188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latinLnBrk="0">
              <a:defRPr/>
            </a:pPr>
            <a:r>
              <a:rPr lang="ko-KR" altLang="en-US" kern="0" spc="-99" dirty="0">
                <a:solidFill>
                  <a:schemeClr val="bg1"/>
                </a:solidFill>
                <a:latin typeface="Rix고딕 B" pitchFamily="18" charset="-127"/>
                <a:ea typeface="Rix고딕 B" pitchFamily="18" charset="-127"/>
              </a:rPr>
              <a:t>네트워크 설계 사상</a:t>
            </a:r>
          </a:p>
        </p:txBody>
      </p:sp>
      <p:cxnSp>
        <p:nvCxnSpPr>
          <p:cNvPr id="87" name="직선 연결선 86"/>
          <p:cNvCxnSpPr>
            <a:endCxn id="204" idx="2"/>
          </p:cNvCxnSpPr>
          <p:nvPr/>
        </p:nvCxnSpPr>
        <p:spPr>
          <a:xfrm>
            <a:off x="4829970" y="2072783"/>
            <a:ext cx="1072311" cy="5944"/>
          </a:xfrm>
          <a:prstGeom prst="line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직선 연결선 87"/>
          <p:cNvCxnSpPr/>
          <p:nvPr/>
        </p:nvCxnSpPr>
        <p:spPr>
          <a:xfrm>
            <a:off x="4823461" y="3211941"/>
            <a:ext cx="1049383" cy="0"/>
          </a:xfrm>
          <a:prstGeom prst="line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직선 연결선 88"/>
          <p:cNvCxnSpPr>
            <a:endCxn id="206" idx="2"/>
          </p:cNvCxnSpPr>
          <p:nvPr/>
        </p:nvCxnSpPr>
        <p:spPr>
          <a:xfrm flipV="1">
            <a:off x="4823461" y="4330663"/>
            <a:ext cx="1081202" cy="2257"/>
          </a:xfrm>
          <a:prstGeom prst="line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직선 연결선 90"/>
          <p:cNvCxnSpPr>
            <a:endCxn id="170" idx="1"/>
          </p:cNvCxnSpPr>
          <p:nvPr/>
        </p:nvCxnSpPr>
        <p:spPr>
          <a:xfrm>
            <a:off x="4804410" y="2061090"/>
            <a:ext cx="1148715" cy="1145995"/>
          </a:xfrm>
          <a:prstGeom prst="line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직선 연결선 91"/>
          <p:cNvCxnSpPr/>
          <p:nvPr/>
        </p:nvCxnSpPr>
        <p:spPr>
          <a:xfrm flipV="1">
            <a:off x="4823460" y="3225373"/>
            <a:ext cx="1129665" cy="2232000"/>
          </a:xfrm>
          <a:prstGeom prst="line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직선 연결선 92"/>
          <p:cNvCxnSpPr>
            <a:endCxn id="208" idx="1"/>
          </p:cNvCxnSpPr>
          <p:nvPr/>
        </p:nvCxnSpPr>
        <p:spPr>
          <a:xfrm>
            <a:off x="4829970" y="5463432"/>
            <a:ext cx="1090130" cy="1093688"/>
          </a:xfrm>
          <a:prstGeom prst="line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직선 연결선 93"/>
          <p:cNvCxnSpPr>
            <a:endCxn id="207" idx="2"/>
          </p:cNvCxnSpPr>
          <p:nvPr/>
        </p:nvCxnSpPr>
        <p:spPr>
          <a:xfrm flipV="1">
            <a:off x="4804410" y="5471758"/>
            <a:ext cx="1100253" cy="1148110"/>
          </a:xfrm>
          <a:prstGeom prst="line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제목 1"/>
          <p:cNvSpPr txBox="1">
            <a:spLocks/>
          </p:cNvSpPr>
          <p:nvPr/>
        </p:nvSpPr>
        <p:spPr>
          <a:xfrm>
            <a:off x="1152636" y="292199"/>
            <a:ext cx="3264463" cy="421098"/>
          </a:xfrm>
          <a:prstGeom prst="rect">
            <a:avLst/>
          </a:prstGeom>
        </p:spPr>
        <p:txBody>
          <a:bodyPr lIns="96487" tIns="48244" rIns="96487" bIns="48244"/>
          <a:lstStyle>
            <a:lvl1pPr algn="l" defTabSz="995690" rtl="0" eaLnBrk="1" latinLnBrk="1" hangingPunct="1">
              <a:spcBef>
                <a:spcPct val="0"/>
              </a:spcBef>
              <a:buNone/>
              <a:defRPr sz="3500" kern="1200">
                <a:solidFill>
                  <a:schemeClr val="tx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+mj-cs"/>
              </a:defRPr>
            </a:lvl1pPr>
          </a:lstStyle>
          <a:p>
            <a:r>
              <a:rPr lang="en-US" altLang="ko-KR" sz="1900" spc="-96" dirty="0">
                <a:solidFill>
                  <a:schemeClr val="tx2">
                    <a:lumMod val="50000"/>
                  </a:schemeClr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1. </a:t>
            </a:r>
            <a:r>
              <a:rPr lang="ko-KR" altLang="en-US" sz="1900" spc="-96" dirty="0">
                <a:solidFill>
                  <a:schemeClr val="tx2">
                    <a:lumMod val="50000"/>
                  </a:schemeClr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목표 구성</a:t>
            </a:r>
          </a:p>
        </p:txBody>
      </p:sp>
      <p:grpSp>
        <p:nvGrpSpPr>
          <p:cNvPr id="161" name="그룹 160"/>
          <p:cNvGrpSpPr/>
          <p:nvPr/>
        </p:nvGrpSpPr>
        <p:grpSpPr>
          <a:xfrm>
            <a:off x="2458240" y="1638300"/>
            <a:ext cx="2365220" cy="875902"/>
            <a:chOff x="2458240" y="1485900"/>
            <a:chExt cx="2365220" cy="875902"/>
          </a:xfrm>
        </p:grpSpPr>
        <p:sp>
          <p:nvSpPr>
            <p:cNvPr id="144" name="모서리가 둥근 직사각형 143"/>
            <p:cNvSpPr/>
            <p:nvPr/>
          </p:nvSpPr>
          <p:spPr>
            <a:xfrm>
              <a:off x="2458240" y="1485900"/>
              <a:ext cx="2365220" cy="875902"/>
            </a:xfrm>
            <a:prstGeom prst="roundRect">
              <a:avLst/>
            </a:prstGeom>
            <a:noFill/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 smtClean="0">
                <a:solidFill>
                  <a:schemeClr val="tx1"/>
                </a:solidFill>
              </a:endParaRPr>
            </a:p>
          </p:txBody>
        </p:sp>
        <p:sp>
          <p:nvSpPr>
            <p:cNvPr id="56" name="Text Box 432"/>
            <p:cNvSpPr txBox="1">
              <a:spLocks noChangeArrowheads="1"/>
            </p:cNvSpPr>
            <p:nvPr/>
          </p:nvSpPr>
          <p:spPr bwMode="auto">
            <a:xfrm>
              <a:off x="2737485" y="1956315"/>
              <a:ext cx="1838960" cy="21544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0" tIns="0" rIns="0" bIns="0" anchor="t" anchorCtr="0">
              <a:spAutoFit/>
            </a:bodyPr>
            <a:lstStyle>
              <a:defPPr>
                <a:defRPr lang="ko-KR"/>
              </a:defPPr>
              <a:lvl1pPr marL="0" algn="l" defTabSz="1019188" rtl="0" eaLnBrk="1" latinLnBrk="1" hangingPunct="1"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09594" algn="l" defTabSz="1019188" rtl="0" eaLnBrk="1" latinLnBrk="1" hangingPunct="1"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19188" algn="l" defTabSz="1019188" rtl="0" eaLnBrk="1" latinLnBrk="1" hangingPunct="1"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28782" algn="l" defTabSz="1019188" rtl="0" eaLnBrk="1" latinLnBrk="1" hangingPunct="1"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38377" algn="l" defTabSz="1019188" rtl="0" eaLnBrk="1" latinLnBrk="1" hangingPunct="1"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47971" algn="l" defTabSz="1019188" rtl="0" eaLnBrk="1" latinLnBrk="1" hangingPunct="1"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057565" algn="l" defTabSz="1019188" rtl="0" eaLnBrk="1" latinLnBrk="1" hangingPunct="1"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567160" algn="l" defTabSz="1019188" rtl="0" eaLnBrk="1" latinLnBrk="1" hangingPunct="1"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076754" algn="l" defTabSz="1019188" rtl="0" eaLnBrk="1" latinLnBrk="1" hangingPunct="1"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atinLnBrk="0">
                <a:defRPr/>
              </a:pPr>
              <a:r>
                <a:rPr lang="ko-KR" altLang="en-US" sz="1400" kern="0" spc="-99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Rix고딕 B" pitchFamily="18" charset="-127"/>
                  <a:ea typeface="Rix고딕 B" pitchFamily="18" charset="-127"/>
                </a:rPr>
                <a:t>네트워크 구조 단순화</a:t>
              </a:r>
              <a:endParaRPr lang="ko-KR" altLang="en-US" sz="1400" kern="0" spc="-99" dirty="0">
                <a:solidFill>
                  <a:schemeClr val="tx1">
                    <a:lumMod val="75000"/>
                    <a:lumOff val="25000"/>
                  </a:schemeClr>
                </a:solidFill>
                <a:latin typeface="Rix고딕 B" pitchFamily="18" charset="-127"/>
                <a:ea typeface="Rix고딕 B" pitchFamily="18" charset="-127"/>
              </a:endParaRPr>
            </a:p>
          </p:txBody>
        </p:sp>
        <p:sp>
          <p:nvSpPr>
            <p:cNvPr id="143" name="Text Box 432"/>
            <p:cNvSpPr txBox="1">
              <a:spLocks noChangeArrowheads="1"/>
            </p:cNvSpPr>
            <p:nvPr/>
          </p:nvSpPr>
          <p:spPr bwMode="auto">
            <a:xfrm>
              <a:off x="2717799" y="1640478"/>
              <a:ext cx="1296020" cy="3385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0" tIns="0" rIns="0" bIns="0" anchor="t" anchorCtr="0">
              <a:spAutoFit/>
            </a:bodyPr>
            <a:lstStyle>
              <a:defPPr>
                <a:defRPr lang="ko-KR"/>
              </a:defPPr>
              <a:lvl1pPr marL="0" algn="l" defTabSz="1019188" rtl="0" eaLnBrk="1" latinLnBrk="1" hangingPunct="1"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09594" algn="l" defTabSz="1019188" rtl="0" eaLnBrk="1" latinLnBrk="1" hangingPunct="1"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19188" algn="l" defTabSz="1019188" rtl="0" eaLnBrk="1" latinLnBrk="1" hangingPunct="1"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28782" algn="l" defTabSz="1019188" rtl="0" eaLnBrk="1" latinLnBrk="1" hangingPunct="1"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38377" algn="l" defTabSz="1019188" rtl="0" eaLnBrk="1" latinLnBrk="1" hangingPunct="1"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47971" algn="l" defTabSz="1019188" rtl="0" eaLnBrk="1" latinLnBrk="1" hangingPunct="1"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057565" algn="l" defTabSz="1019188" rtl="0" eaLnBrk="1" latinLnBrk="1" hangingPunct="1"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567160" algn="l" defTabSz="1019188" rtl="0" eaLnBrk="1" latinLnBrk="1" hangingPunct="1"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076754" algn="l" defTabSz="1019188" rtl="0" eaLnBrk="1" latinLnBrk="1" hangingPunct="1"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atinLnBrk="0">
                <a:defRPr/>
              </a:pPr>
              <a:r>
                <a:rPr lang="en-US" altLang="ko-KR" sz="2200" kern="0" spc="-15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Rix고딕 EB" panose="02020603020101020101" pitchFamily="18" charset="-127"/>
                  <a:ea typeface="Rix고딕 EB" panose="02020603020101020101" pitchFamily="18" charset="-127"/>
                </a:rPr>
                <a:t>SIMPLE</a:t>
              </a:r>
              <a:endParaRPr lang="ko-KR" altLang="en-US" sz="2200" kern="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Rix고딕 EB" panose="02020603020101020101" pitchFamily="18" charset="-127"/>
                <a:ea typeface="Rix고딕 EB" panose="02020603020101020101" pitchFamily="18" charset="-127"/>
              </a:endParaRPr>
            </a:p>
          </p:txBody>
        </p:sp>
      </p:grpSp>
      <p:grpSp>
        <p:nvGrpSpPr>
          <p:cNvPr id="160" name="그룹 159"/>
          <p:cNvGrpSpPr/>
          <p:nvPr/>
        </p:nvGrpSpPr>
        <p:grpSpPr>
          <a:xfrm>
            <a:off x="2458240" y="2769134"/>
            <a:ext cx="2365221" cy="875902"/>
            <a:chOff x="2458240" y="2610946"/>
            <a:chExt cx="2365221" cy="875902"/>
          </a:xfrm>
        </p:grpSpPr>
        <p:sp>
          <p:nvSpPr>
            <p:cNvPr id="145" name="모서리가 둥근 직사각형 144"/>
            <p:cNvSpPr/>
            <p:nvPr/>
          </p:nvSpPr>
          <p:spPr>
            <a:xfrm>
              <a:off x="2458240" y="2610946"/>
              <a:ext cx="2365220" cy="875902"/>
            </a:xfrm>
            <a:prstGeom prst="roundRect">
              <a:avLst/>
            </a:prstGeom>
            <a:noFill/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 smtClean="0">
                <a:solidFill>
                  <a:schemeClr val="tx1"/>
                </a:solidFill>
              </a:endParaRPr>
            </a:p>
          </p:txBody>
        </p:sp>
        <p:sp>
          <p:nvSpPr>
            <p:cNvPr id="146" name="Text Box 432"/>
            <p:cNvSpPr txBox="1">
              <a:spLocks noChangeArrowheads="1"/>
            </p:cNvSpPr>
            <p:nvPr/>
          </p:nvSpPr>
          <p:spPr bwMode="auto">
            <a:xfrm>
              <a:off x="2737485" y="3106088"/>
              <a:ext cx="2085976" cy="21544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0" tIns="0" rIns="0" bIns="0" anchor="t" anchorCtr="0">
              <a:spAutoFit/>
            </a:bodyPr>
            <a:lstStyle>
              <a:defPPr>
                <a:defRPr lang="ko-KR"/>
              </a:defPPr>
              <a:lvl1pPr marL="0" algn="l" defTabSz="1019188" rtl="0" eaLnBrk="1" latinLnBrk="1" hangingPunct="1"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09594" algn="l" defTabSz="1019188" rtl="0" eaLnBrk="1" latinLnBrk="1" hangingPunct="1"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19188" algn="l" defTabSz="1019188" rtl="0" eaLnBrk="1" latinLnBrk="1" hangingPunct="1"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28782" algn="l" defTabSz="1019188" rtl="0" eaLnBrk="1" latinLnBrk="1" hangingPunct="1"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38377" algn="l" defTabSz="1019188" rtl="0" eaLnBrk="1" latinLnBrk="1" hangingPunct="1"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47971" algn="l" defTabSz="1019188" rtl="0" eaLnBrk="1" latinLnBrk="1" hangingPunct="1"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057565" algn="l" defTabSz="1019188" rtl="0" eaLnBrk="1" latinLnBrk="1" hangingPunct="1"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567160" algn="l" defTabSz="1019188" rtl="0" eaLnBrk="1" latinLnBrk="1" hangingPunct="1"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076754" algn="l" defTabSz="1019188" rtl="0" eaLnBrk="1" latinLnBrk="1" hangingPunct="1"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atinLnBrk="0">
                <a:defRPr/>
              </a:pPr>
              <a:r>
                <a:rPr lang="ko-KR" altLang="en-US" sz="1400" kern="0" spc="-99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Rix고딕 B" pitchFamily="18" charset="-127"/>
                  <a:ea typeface="Rix고딕 B" pitchFamily="18" charset="-127"/>
                </a:rPr>
                <a:t>네트워크 가상화</a:t>
              </a:r>
            </a:p>
          </p:txBody>
        </p:sp>
        <p:sp>
          <p:nvSpPr>
            <p:cNvPr id="147" name="Text Box 432"/>
            <p:cNvSpPr txBox="1">
              <a:spLocks noChangeArrowheads="1"/>
            </p:cNvSpPr>
            <p:nvPr/>
          </p:nvSpPr>
          <p:spPr bwMode="auto">
            <a:xfrm>
              <a:off x="2717799" y="2790251"/>
              <a:ext cx="2025652" cy="3385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0" tIns="0" rIns="0" bIns="0" anchor="t" anchorCtr="0">
              <a:spAutoFit/>
            </a:bodyPr>
            <a:lstStyle>
              <a:defPPr>
                <a:defRPr lang="ko-KR"/>
              </a:defPPr>
              <a:lvl1pPr marL="0" algn="l" defTabSz="1019188" rtl="0" eaLnBrk="1" latinLnBrk="1" hangingPunct="1"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09594" algn="l" defTabSz="1019188" rtl="0" eaLnBrk="1" latinLnBrk="1" hangingPunct="1"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19188" algn="l" defTabSz="1019188" rtl="0" eaLnBrk="1" latinLnBrk="1" hangingPunct="1"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28782" algn="l" defTabSz="1019188" rtl="0" eaLnBrk="1" latinLnBrk="1" hangingPunct="1"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38377" algn="l" defTabSz="1019188" rtl="0" eaLnBrk="1" latinLnBrk="1" hangingPunct="1"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47971" algn="l" defTabSz="1019188" rtl="0" eaLnBrk="1" latinLnBrk="1" hangingPunct="1"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057565" algn="l" defTabSz="1019188" rtl="0" eaLnBrk="1" latinLnBrk="1" hangingPunct="1"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567160" algn="l" defTabSz="1019188" rtl="0" eaLnBrk="1" latinLnBrk="1" hangingPunct="1"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076754" algn="l" defTabSz="1019188" rtl="0" eaLnBrk="1" latinLnBrk="1" hangingPunct="1"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atinLnBrk="0">
                <a:defRPr/>
              </a:pPr>
              <a:r>
                <a:rPr lang="en-US" altLang="ko-KR" sz="2200" kern="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Rix고딕 EB" panose="02020603020101020101" pitchFamily="18" charset="-127"/>
                  <a:ea typeface="Rix고딕 EB" panose="02020603020101020101" pitchFamily="18" charset="-127"/>
                </a:rPr>
                <a:t>VIRTUALIZATION</a:t>
              </a:r>
            </a:p>
          </p:txBody>
        </p:sp>
      </p:grpSp>
      <p:grpSp>
        <p:nvGrpSpPr>
          <p:cNvPr id="159" name="그룹 158"/>
          <p:cNvGrpSpPr/>
          <p:nvPr/>
        </p:nvGrpSpPr>
        <p:grpSpPr>
          <a:xfrm>
            <a:off x="2458240" y="3899968"/>
            <a:ext cx="2365221" cy="875902"/>
            <a:chOff x="2458240" y="3912837"/>
            <a:chExt cx="2365221" cy="875902"/>
          </a:xfrm>
        </p:grpSpPr>
        <p:sp>
          <p:nvSpPr>
            <p:cNvPr id="148" name="모서리가 둥근 직사각형 147"/>
            <p:cNvSpPr/>
            <p:nvPr/>
          </p:nvSpPr>
          <p:spPr>
            <a:xfrm>
              <a:off x="2458240" y="3912837"/>
              <a:ext cx="2365220" cy="875902"/>
            </a:xfrm>
            <a:prstGeom prst="roundRect">
              <a:avLst/>
            </a:prstGeom>
            <a:noFill/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 smtClean="0">
                <a:solidFill>
                  <a:schemeClr val="tx1"/>
                </a:solidFill>
              </a:endParaRPr>
            </a:p>
          </p:txBody>
        </p:sp>
        <p:sp>
          <p:nvSpPr>
            <p:cNvPr id="149" name="Text Box 432"/>
            <p:cNvSpPr txBox="1">
              <a:spLocks noChangeArrowheads="1"/>
            </p:cNvSpPr>
            <p:nvPr/>
          </p:nvSpPr>
          <p:spPr bwMode="auto">
            <a:xfrm>
              <a:off x="2737485" y="4407979"/>
              <a:ext cx="2085976" cy="21544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0" tIns="0" rIns="0" bIns="0" anchor="t" anchorCtr="0">
              <a:spAutoFit/>
            </a:bodyPr>
            <a:lstStyle>
              <a:defPPr>
                <a:defRPr lang="ko-KR"/>
              </a:defPPr>
              <a:lvl1pPr marL="0" algn="l" defTabSz="1019188" rtl="0" eaLnBrk="1" latinLnBrk="1" hangingPunct="1"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09594" algn="l" defTabSz="1019188" rtl="0" eaLnBrk="1" latinLnBrk="1" hangingPunct="1"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19188" algn="l" defTabSz="1019188" rtl="0" eaLnBrk="1" latinLnBrk="1" hangingPunct="1"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28782" algn="l" defTabSz="1019188" rtl="0" eaLnBrk="1" latinLnBrk="1" hangingPunct="1"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38377" algn="l" defTabSz="1019188" rtl="0" eaLnBrk="1" latinLnBrk="1" hangingPunct="1"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47971" algn="l" defTabSz="1019188" rtl="0" eaLnBrk="1" latinLnBrk="1" hangingPunct="1"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057565" algn="l" defTabSz="1019188" rtl="0" eaLnBrk="1" latinLnBrk="1" hangingPunct="1"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567160" algn="l" defTabSz="1019188" rtl="0" eaLnBrk="1" latinLnBrk="1" hangingPunct="1"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076754" algn="l" defTabSz="1019188" rtl="0" eaLnBrk="1" latinLnBrk="1" hangingPunct="1"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atinLnBrk="0">
                <a:defRPr/>
              </a:pPr>
              <a:r>
                <a:rPr lang="ko-KR" altLang="en-US" sz="1400" kern="0" spc="-99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Rix고딕 B" pitchFamily="18" charset="-127"/>
                  <a:ea typeface="Rix고딕 B" pitchFamily="18" charset="-127"/>
                </a:rPr>
                <a:t>네트워크의 고 가용성</a:t>
              </a:r>
              <a:r>
                <a:rPr lang="en-US" altLang="ko-KR" sz="1400" kern="0" spc="-99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Rix고딕 B" pitchFamily="18" charset="-127"/>
                  <a:ea typeface="Rix고딕 B" pitchFamily="18" charset="-127"/>
                </a:rPr>
                <a:t>, </a:t>
              </a:r>
              <a:r>
                <a:rPr lang="ko-KR" altLang="en-US" sz="1400" kern="0" spc="-99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Rix고딕 B" pitchFamily="18" charset="-127"/>
                  <a:ea typeface="Rix고딕 B" pitchFamily="18" charset="-127"/>
                </a:rPr>
                <a:t>안정성</a:t>
              </a:r>
            </a:p>
          </p:txBody>
        </p:sp>
        <p:sp>
          <p:nvSpPr>
            <p:cNvPr id="150" name="Text Box 432"/>
            <p:cNvSpPr txBox="1">
              <a:spLocks noChangeArrowheads="1"/>
            </p:cNvSpPr>
            <p:nvPr/>
          </p:nvSpPr>
          <p:spPr bwMode="auto">
            <a:xfrm>
              <a:off x="2717799" y="4092142"/>
              <a:ext cx="1296020" cy="3385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0" tIns="0" rIns="0" bIns="0" anchor="t" anchorCtr="0">
              <a:spAutoFit/>
            </a:bodyPr>
            <a:lstStyle>
              <a:defPPr>
                <a:defRPr lang="ko-KR"/>
              </a:defPPr>
              <a:lvl1pPr marL="0" algn="l" defTabSz="1019188" rtl="0" eaLnBrk="1" latinLnBrk="1" hangingPunct="1"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09594" algn="l" defTabSz="1019188" rtl="0" eaLnBrk="1" latinLnBrk="1" hangingPunct="1"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19188" algn="l" defTabSz="1019188" rtl="0" eaLnBrk="1" latinLnBrk="1" hangingPunct="1"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28782" algn="l" defTabSz="1019188" rtl="0" eaLnBrk="1" latinLnBrk="1" hangingPunct="1"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38377" algn="l" defTabSz="1019188" rtl="0" eaLnBrk="1" latinLnBrk="1" hangingPunct="1"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47971" algn="l" defTabSz="1019188" rtl="0" eaLnBrk="1" latinLnBrk="1" hangingPunct="1"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057565" algn="l" defTabSz="1019188" rtl="0" eaLnBrk="1" latinLnBrk="1" hangingPunct="1"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567160" algn="l" defTabSz="1019188" rtl="0" eaLnBrk="1" latinLnBrk="1" hangingPunct="1"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076754" algn="l" defTabSz="1019188" rtl="0" eaLnBrk="1" latinLnBrk="1" hangingPunct="1"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atinLnBrk="0">
                <a:defRPr/>
              </a:pPr>
              <a:r>
                <a:rPr lang="en-US" altLang="ko-KR" sz="2200" kern="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Rix고딕 EB" panose="02020603020101020101" pitchFamily="18" charset="-127"/>
                  <a:ea typeface="Rix고딕 EB" panose="02020603020101020101" pitchFamily="18" charset="-127"/>
                </a:rPr>
                <a:t>STABILITY</a:t>
              </a:r>
            </a:p>
          </p:txBody>
        </p:sp>
      </p:grpSp>
      <p:grpSp>
        <p:nvGrpSpPr>
          <p:cNvPr id="158" name="그룹 157"/>
          <p:cNvGrpSpPr/>
          <p:nvPr/>
        </p:nvGrpSpPr>
        <p:grpSpPr>
          <a:xfrm>
            <a:off x="2458240" y="5030802"/>
            <a:ext cx="2365220" cy="875902"/>
            <a:chOff x="2458240" y="5173133"/>
            <a:chExt cx="2365220" cy="875902"/>
          </a:xfrm>
        </p:grpSpPr>
        <p:sp>
          <p:nvSpPr>
            <p:cNvPr id="151" name="모서리가 둥근 직사각형 150"/>
            <p:cNvSpPr/>
            <p:nvPr/>
          </p:nvSpPr>
          <p:spPr>
            <a:xfrm>
              <a:off x="2458240" y="5173133"/>
              <a:ext cx="2365220" cy="875902"/>
            </a:xfrm>
            <a:prstGeom prst="roundRect">
              <a:avLst/>
            </a:prstGeom>
            <a:noFill/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 smtClean="0">
                <a:solidFill>
                  <a:schemeClr val="tx1"/>
                </a:solidFill>
              </a:endParaRPr>
            </a:p>
          </p:txBody>
        </p:sp>
        <p:sp>
          <p:nvSpPr>
            <p:cNvPr id="152" name="Text Box 432"/>
            <p:cNvSpPr txBox="1">
              <a:spLocks noChangeArrowheads="1"/>
            </p:cNvSpPr>
            <p:nvPr/>
          </p:nvSpPr>
          <p:spPr bwMode="auto">
            <a:xfrm>
              <a:off x="2737485" y="5668275"/>
              <a:ext cx="1701165" cy="21544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0" tIns="0" rIns="0" bIns="0" anchor="t" anchorCtr="0">
              <a:spAutoFit/>
            </a:bodyPr>
            <a:lstStyle>
              <a:defPPr>
                <a:defRPr lang="ko-KR"/>
              </a:defPPr>
              <a:lvl1pPr marL="0" algn="l" defTabSz="1019188" rtl="0" eaLnBrk="1" latinLnBrk="1" hangingPunct="1"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09594" algn="l" defTabSz="1019188" rtl="0" eaLnBrk="1" latinLnBrk="1" hangingPunct="1"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19188" algn="l" defTabSz="1019188" rtl="0" eaLnBrk="1" latinLnBrk="1" hangingPunct="1"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28782" algn="l" defTabSz="1019188" rtl="0" eaLnBrk="1" latinLnBrk="1" hangingPunct="1"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38377" algn="l" defTabSz="1019188" rtl="0" eaLnBrk="1" latinLnBrk="1" hangingPunct="1"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47971" algn="l" defTabSz="1019188" rtl="0" eaLnBrk="1" latinLnBrk="1" hangingPunct="1"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057565" algn="l" defTabSz="1019188" rtl="0" eaLnBrk="1" latinLnBrk="1" hangingPunct="1"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567160" algn="l" defTabSz="1019188" rtl="0" eaLnBrk="1" latinLnBrk="1" hangingPunct="1"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076754" algn="l" defTabSz="1019188" rtl="0" eaLnBrk="1" latinLnBrk="1" hangingPunct="1"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atinLnBrk="0">
                <a:defRPr/>
              </a:pPr>
              <a:r>
                <a:rPr lang="ko-KR" altLang="en-US" sz="1400" kern="0" spc="-99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Rix고딕 B" pitchFamily="18" charset="-127"/>
                  <a:ea typeface="Rix고딕 B" pitchFamily="18" charset="-127"/>
                </a:rPr>
                <a:t>네트워크의 유연성</a:t>
              </a:r>
            </a:p>
          </p:txBody>
        </p:sp>
        <p:sp>
          <p:nvSpPr>
            <p:cNvPr id="153" name="Text Box 432"/>
            <p:cNvSpPr txBox="1">
              <a:spLocks noChangeArrowheads="1"/>
            </p:cNvSpPr>
            <p:nvPr/>
          </p:nvSpPr>
          <p:spPr bwMode="auto">
            <a:xfrm>
              <a:off x="2717799" y="5352438"/>
              <a:ext cx="1296020" cy="3385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0" tIns="0" rIns="0" bIns="0" anchor="t" anchorCtr="0">
              <a:spAutoFit/>
            </a:bodyPr>
            <a:lstStyle>
              <a:defPPr>
                <a:defRPr lang="ko-KR"/>
              </a:defPPr>
              <a:lvl1pPr marL="0" algn="l" defTabSz="1019188" rtl="0" eaLnBrk="1" latinLnBrk="1" hangingPunct="1"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09594" algn="l" defTabSz="1019188" rtl="0" eaLnBrk="1" latinLnBrk="1" hangingPunct="1"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19188" algn="l" defTabSz="1019188" rtl="0" eaLnBrk="1" latinLnBrk="1" hangingPunct="1"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28782" algn="l" defTabSz="1019188" rtl="0" eaLnBrk="1" latinLnBrk="1" hangingPunct="1"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38377" algn="l" defTabSz="1019188" rtl="0" eaLnBrk="1" latinLnBrk="1" hangingPunct="1"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47971" algn="l" defTabSz="1019188" rtl="0" eaLnBrk="1" latinLnBrk="1" hangingPunct="1"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057565" algn="l" defTabSz="1019188" rtl="0" eaLnBrk="1" latinLnBrk="1" hangingPunct="1"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567160" algn="l" defTabSz="1019188" rtl="0" eaLnBrk="1" latinLnBrk="1" hangingPunct="1"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076754" algn="l" defTabSz="1019188" rtl="0" eaLnBrk="1" latinLnBrk="1" hangingPunct="1"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atinLnBrk="0">
                <a:defRPr/>
              </a:pPr>
              <a:r>
                <a:rPr lang="en-US" altLang="ko-KR" sz="2200" kern="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Rix고딕 EB" panose="02020603020101020101" pitchFamily="18" charset="-127"/>
                  <a:ea typeface="Rix고딕 EB" panose="02020603020101020101" pitchFamily="18" charset="-127"/>
                </a:rPr>
                <a:t>FLEXIBILITY</a:t>
              </a:r>
            </a:p>
          </p:txBody>
        </p:sp>
      </p:grpSp>
      <p:grpSp>
        <p:nvGrpSpPr>
          <p:cNvPr id="157" name="그룹 156"/>
          <p:cNvGrpSpPr/>
          <p:nvPr/>
        </p:nvGrpSpPr>
        <p:grpSpPr>
          <a:xfrm>
            <a:off x="2458240" y="6161635"/>
            <a:ext cx="2365220" cy="875902"/>
            <a:chOff x="2458240" y="6316665"/>
            <a:chExt cx="2365220" cy="875902"/>
          </a:xfrm>
        </p:grpSpPr>
        <p:sp>
          <p:nvSpPr>
            <p:cNvPr id="154" name="모서리가 둥근 직사각형 153"/>
            <p:cNvSpPr/>
            <p:nvPr/>
          </p:nvSpPr>
          <p:spPr>
            <a:xfrm>
              <a:off x="2458240" y="6316665"/>
              <a:ext cx="2365220" cy="875902"/>
            </a:xfrm>
            <a:prstGeom prst="roundRect">
              <a:avLst/>
            </a:prstGeom>
            <a:noFill/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 smtClean="0">
                <a:solidFill>
                  <a:schemeClr val="tx1"/>
                </a:solidFill>
              </a:endParaRPr>
            </a:p>
          </p:txBody>
        </p:sp>
        <p:sp>
          <p:nvSpPr>
            <p:cNvPr id="155" name="Text Box 432"/>
            <p:cNvSpPr txBox="1">
              <a:spLocks noChangeArrowheads="1"/>
            </p:cNvSpPr>
            <p:nvPr/>
          </p:nvSpPr>
          <p:spPr bwMode="auto">
            <a:xfrm>
              <a:off x="2737485" y="6811807"/>
              <a:ext cx="1679614" cy="21544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0" tIns="0" rIns="0" bIns="0" anchor="t" anchorCtr="0">
              <a:spAutoFit/>
            </a:bodyPr>
            <a:lstStyle>
              <a:defPPr>
                <a:defRPr lang="ko-KR"/>
              </a:defPPr>
              <a:lvl1pPr marL="0" algn="l" defTabSz="1019188" rtl="0" eaLnBrk="1" latinLnBrk="1" hangingPunct="1"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09594" algn="l" defTabSz="1019188" rtl="0" eaLnBrk="1" latinLnBrk="1" hangingPunct="1"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19188" algn="l" defTabSz="1019188" rtl="0" eaLnBrk="1" latinLnBrk="1" hangingPunct="1"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28782" algn="l" defTabSz="1019188" rtl="0" eaLnBrk="1" latinLnBrk="1" hangingPunct="1"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38377" algn="l" defTabSz="1019188" rtl="0" eaLnBrk="1" latinLnBrk="1" hangingPunct="1"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47971" algn="l" defTabSz="1019188" rtl="0" eaLnBrk="1" latinLnBrk="1" hangingPunct="1"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057565" algn="l" defTabSz="1019188" rtl="0" eaLnBrk="1" latinLnBrk="1" hangingPunct="1"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567160" algn="l" defTabSz="1019188" rtl="0" eaLnBrk="1" latinLnBrk="1" hangingPunct="1"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076754" algn="l" defTabSz="1019188" rtl="0" eaLnBrk="1" latinLnBrk="1" hangingPunct="1"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atinLnBrk="0">
                <a:defRPr/>
              </a:pPr>
              <a:r>
                <a:rPr lang="ko-KR" altLang="en-US" sz="1400" kern="0" spc="-99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Rix고딕 B" pitchFamily="18" charset="-127"/>
                  <a:ea typeface="Rix고딕 B" pitchFamily="18" charset="-127"/>
                </a:rPr>
                <a:t>보안 인프라 구현</a:t>
              </a:r>
            </a:p>
          </p:txBody>
        </p:sp>
        <p:sp>
          <p:nvSpPr>
            <p:cNvPr id="156" name="Text Box 432"/>
            <p:cNvSpPr txBox="1">
              <a:spLocks noChangeArrowheads="1"/>
            </p:cNvSpPr>
            <p:nvPr/>
          </p:nvSpPr>
          <p:spPr bwMode="auto">
            <a:xfrm>
              <a:off x="2717799" y="6495970"/>
              <a:ext cx="1296020" cy="3385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0" tIns="0" rIns="0" bIns="0" anchor="t" anchorCtr="0">
              <a:spAutoFit/>
            </a:bodyPr>
            <a:lstStyle>
              <a:defPPr>
                <a:defRPr lang="ko-KR"/>
              </a:defPPr>
              <a:lvl1pPr marL="0" algn="l" defTabSz="1019188" rtl="0" eaLnBrk="1" latinLnBrk="1" hangingPunct="1"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09594" algn="l" defTabSz="1019188" rtl="0" eaLnBrk="1" latinLnBrk="1" hangingPunct="1"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19188" algn="l" defTabSz="1019188" rtl="0" eaLnBrk="1" latinLnBrk="1" hangingPunct="1"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28782" algn="l" defTabSz="1019188" rtl="0" eaLnBrk="1" latinLnBrk="1" hangingPunct="1"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38377" algn="l" defTabSz="1019188" rtl="0" eaLnBrk="1" latinLnBrk="1" hangingPunct="1"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47971" algn="l" defTabSz="1019188" rtl="0" eaLnBrk="1" latinLnBrk="1" hangingPunct="1"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057565" algn="l" defTabSz="1019188" rtl="0" eaLnBrk="1" latinLnBrk="1" hangingPunct="1"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567160" algn="l" defTabSz="1019188" rtl="0" eaLnBrk="1" latinLnBrk="1" hangingPunct="1"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076754" algn="l" defTabSz="1019188" rtl="0" eaLnBrk="1" latinLnBrk="1" hangingPunct="1"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atinLnBrk="0">
                <a:defRPr/>
              </a:pPr>
              <a:r>
                <a:rPr lang="en-US" altLang="ko-KR" sz="2200" kern="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Rix고딕 EB" panose="02020603020101020101" pitchFamily="18" charset="-127"/>
                  <a:ea typeface="Rix고딕 EB" panose="02020603020101020101" pitchFamily="18" charset="-127"/>
                </a:rPr>
                <a:t>SECURITY</a:t>
              </a:r>
            </a:p>
          </p:txBody>
        </p:sp>
      </p:grpSp>
      <p:grpSp>
        <p:nvGrpSpPr>
          <p:cNvPr id="202" name="그룹 201"/>
          <p:cNvGrpSpPr/>
          <p:nvPr/>
        </p:nvGrpSpPr>
        <p:grpSpPr>
          <a:xfrm>
            <a:off x="4770755" y="2026022"/>
            <a:ext cx="107792" cy="4621071"/>
            <a:chOff x="4770755" y="2026022"/>
            <a:chExt cx="107792" cy="4621071"/>
          </a:xfrm>
        </p:grpSpPr>
        <p:sp>
          <p:nvSpPr>
            <p:cNvPr id="95" name="타원 94"/>
            <p:cNvSpPr/>
            <p:nvPr/>
          </p:nvSpPr>
          <p:spPr>
            <a:xfrm>
              <a:off x="4770755" y="2026022"/>
              <a:ext cx="105410" cy="105410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 smtClean="0"/>
            </a:p>
          </p:txBody>
        </p:sp>
        <p:sp>
          <p:nvSpPr>
            <p:cNvPr id="96" name="타원 95"/>
            <p:cNvSpPr/>
            <p:nvPr/>
          </p:nvSpPr>
          <p:spPr>
            <a:xfrm>
              <a:off x="4770756" y="3158866"/>
              <a:ext cx="105410" cy="105410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 smtClean="0"/>
            </a:p>
          </p:txBody>
        </p:sp>
        <p:sp>
          <p:nvSpPr>
            <p:cNvPr id="97" name="타원 96"/>
            <p:cNvSpPr/>
            <p:nvPr/>
          </p:nvSpPr>
          <p:spPr>
            <a:xfrm>
              <a:off x="4773137" y="4277958"/>
              <a:ext cx="105410" cy="105410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 smtClean="0"/>
            </a:p>
          </p:txBody>
        </p:sp>
        <p:sp>
          <p:nvSpPr>
            <p:cNvPr id="98" name="타원 97"/>
            <p:cNvSpPr/>
            <p:nvPr/>
          </p:nvSpPr>
          <p:spPr>
            <a:xfrm>
              <a:off x="4773137" y="5419053"/>
              <a:ext cx="105410" cy="105410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 smtClean="0"/>
            </a:p>
          </p:txBody>
        </p:sp>
        <p:sp>
          <p:nvSpPr>
            <p:cNvPr id="162" name="타원 161"/>
            <p:cNvSpPr/>
            <p:nvPr/>
          </p:nvSpPr>
          <p:spPr>
            <a:xfrm>
              <a:off x="4773137" y="6541683"/>
              <a:ext cx="105410" cy="105410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 smtClean="0"/>
            </a:p>
          </p:txBody>
        </p:sp>
      </p:grpSp>
      <p:sp>
        <p:nvSpPr>
          <p:cNvPr id="166" name="모서리가 둥근 직사각형 165"/>
          <p:cNvSpPr/>
          <p:nvPr/>
        </p:nvSpPr>
        <p:spPr>
          <a:xfrm>
            <a:off x="5953125" y="1638300"/>
            <a:ext cx="2365220" cy="875902"/>
          </a:xfrm>
          <a:prstGeom prst="roundRect">
            <a:avLst/>
          </a:prstGeom>
          <a:noFill/>
          <a:ln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 smtClean="0">
              <a:solidFill>
                <a:schemeClr val="tx1"/>
              </a:solidFill>
            </a:endParaRPr>
          </a:p>
        </p:txBody>
      </p:sp>
      <p:sp>
        <p:nvSpPr>
          <p:cNvPr id="167" name="Text Box 432"/>
          <p:cNvSpPr txBox="1">
            <a:spLocks noChangeArrowheads="1"/>
          </p:cNvSpPr>
          <p:nvPr/>
        </p:nvSpPr>
        <p:spPr bwMode="auto">
          <a:xfrm>
            <a:off x="6146645" y="2108715"/>
            <a:ext cx="1838960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t" anchorCtr="0">
            <a:spAutoFit/>
          </a:bodyPr>
          <a:lstStyle>
            <a:defPPr>
              <a:defRPr lang="ko-KR"/>
            </a:defPPr>
            <a:lvl1pPr marL="0" algn="l" defTabSz="1019188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9594" algn="l" defTabSz="1019188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19188" algn="l" defTabSz="1019188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28782" algn="l" defTabSz="1019188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38377" algn="l" defTabSz="1019188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47971" algn="l" defTabSz="1019188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57565" algn="l" defTabSz="1019188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567160" algn="l" defTabSz="1019188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076754" algn="l" defTabSz="1019188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0">
              <a:defRPr/>
            </a:pPr>
            <a:r>
              <a:rPr lang="en-US" altLang="ko-KR" sz="1400" kern="0" spc="-99" dirty="0">
                <a:solidFill>
                  <a:srgbClr val="1B91C1"/>
                </a:solidFill>
                <a:latin typeface="Rix고딕 B" pitchFamily="18" charset="-127"/>
                <a:ea typeface="Rix고딕 B" pitchFamily="18" charset="-127"/>
              </a:rPr>
              <a:t>Flat </a:t>
            </a:r>
            <a:r>
              <a:rPr lang="ko-KR" altLang="en-US" sz="1400" kern="0" spc="-99" dirty="0">
                <a:solidFill>
                  <a:srgbClr val="1B91C1"/>
                </a:solidFill>
                <a:latin typeface="Rix고딕 B" pitchFamily="18" charset="-127"/>
                <a:ea typeface="Rix고딕 B" pitchFamily="18" charset="-127"/>
              </a:rPr>
              <a:t>네트워크 구성</a:t>
            </a:r>
          </a:p>
        </p:txBody>
      </p:sp>
      <p:sp>
        <p:nvSpPr>
          <p:cNvPr id="168" name="Text Box 432"/>
          <p:cNvSpPr txBox="1">
            <a:spLocks noChangeArrowheads="1"/>
          </p:cNvSpPr>
          <p:nvPr/>
        </p:nvSpPr>
        <p:spPr bwMode="auto">
          <a:xfrm>
            <a:off x="6126959" y="1792878"/>
            <a:ext cx="129602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t" anchorCtr="0">
            <a:spAutoFit/>
          </a:bodyPr>
          <a:lstStyle>
            <a:defPPr>
              <a:defRPr lang="ko-KR"/>
            </a:defPPr>
            <a:lvl1pPr marL="0" algn="l" defTabSz="1019188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9594" algn="l" defTabSz="1019188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19188" algn="l" defTabSz="1019188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28782" algn="l" defTabSz="1019188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38377" algn="l" defTabSz="1019188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47971" algn="l" defTabSz="1019188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57565" algn="l" defTabSz="1019188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567160" algn="l" defTabSz="1019188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076754" algn="l" defTabSz="1019188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0">
              <a:defRPr/>
            </a:pPr>
            <a:r>
              <a:rPr lang="en-US" altLang="ko-KR" sz="2200" kern="0" spc="-150" dirty="0">
                <a:solidFill>
                  <a:srgbClr val="1B91C1"/>
                </a:solidFill>
                <a:latin typeface="Rix고딕 EB" panose="02020603020101020101" pitchFamily="18" charset="-127"/>
                <a:ea typeface="Rix고딕 EB" panose="02020603020101020101" pitchFamily="18" charset="-127"/>
              </a:rPr>
              <a:t>2 Tire</a:t>
            </a:r>
          </a:p>
        </p:txBody>
      </p:sp>
      <p:sp>
        <p:nvSpPr>
          <p:cNvPr id="170" name="모서리가 둥근 직사각형 169"/>
          <p:cNvSpPr/>
          <p:nvPr/>
        </p:nvSpPr>
        <p:spPr>
          <a:xfrm>
            <a:off x="5953125" y="2769134"/>
            <a:ext cx="2365220" cy="875902"/>
          </a:xfrm>
          <a:prstGeom prst="roundRect">
            <a:avLst/>
          </a:prstGeom>
          <a:noFill/>
          <a:ln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71" name="Text Box 432"/>
          <p:cNvSpPr txBox="1">
            <a:spLocks noChangeArrowheads="1"/>
          </p:cNvSpPr>
          <p:nvPr/>
        </p:nvSpPr>
        <p:spPr bwMode="auto">
          <a:xfrm>
            <a:off x="6146645" y="3169026"/>
            <a:ext cx="2085976" cy="430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t" anchorCtr="0">
            <a:spAutoFit/>
          </a:bodyPr>
          <a:lstStyle>
            <a:defPPr>
              <a:defRPr lang="ko-KR"/>
            </a:defPPr>
            <a:lvl1pPr marL="0" algn="l" defTabSz="1019188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9594" algn="l" defTabSz="1019188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19188" algn="l" defTabSz="1019188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28782" algn="l" defTabSz="1019188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38377" algn="l" defTabSz="1019188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47971" algn="l" defTabSz="1019188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57565" algn="l" defTabSz="1019188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567160" algn="l" defTabSz="1019188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076754" algn="l" defTabSz="1019188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0">
              <a:defRPr/>
            </a:pPr>
            <a:r>
              <a:rPr lang="ko-KR" altLang="en-US" sz="1400" kern="0" spc="-99" dirty="0">
                <a:solidFill>
                  <a:srgbClr val="1B91C1"/>
                </a:solidFill>
                <a:latin typeface="Rix고딕 B" pitchFamily="18" charset="-127"/>
                <a:ea typeface="Rix고딕 B" pitchFamily="18" charset="-127"/>
              </a:rPr>
              <a:t>두 대의 장비를 논리적으로 </a:t>
            </a:r>
            <a:endParaRPr lang="en-US" altLang="ko-KR" sz="1400" kern="0" spc="-99" dirty="0" smtClean="0">
              <a:solidFill>
                <a:srgbClr val="1B91C1"/>
              </a:solidFill>
              <a:latin typeface="Rix고딕 B" pitchFamily="18" charset="-127"/>
              <a:ea typeface="Rix고딕 B" pitchFamily="18" charset="-127"/>
            </a:endParaRPr>
          </a:p>
          <a:p>
            <a:pPr latinLnBrk="0">
              <a:defRPr/>
            </a:pPr>
            <a:r>
              <a:rPr lang="ko-KR" altLang="en-US" sz="1400" kern="0" spc="-99" dirty="0" smtClean="0">
                <a:solidFill>
                  <a:srgbClr val="1B91C1"/>
                </a:solidFill>
                <a:latin typeface="Rix고딕 B" pitchFamily="18" charset="-127"/>
                <a:ea typeface="Rix고딕 B" pitchFamily="18" charset="-127"/>
              </a:rPr>
              <a:t>통합</a:t>
            </a:r>
            <a:endParaRPr lang="ko-KR" altLang="en-US" sz="1400" kern="0" spc="-99" dirty="0">
              <a:solidFill>
                <a:srgbClr val="1B91C1"/>
              </a:solidFill>
              <a:latin typeface="Rix고딕 B" pitchFamily="18" charset="-127"/>
              <a:ea typeface="Rix고딕 B" pitchFamily="18" charset="-127"/>
            </a:endParaRPr>
          </a:p>
        </p:txBody>
      </p:sp>
      <p:sp>
        <p:nvSpPr>
          <p:cNvPr id="172" name="Text Box 432"/>
          <p:cNvSpPr txBox="1">
            <a:spLocks noChangeArrowheads="1"/>
          </p:cNvSpPr>
          <p:nvPr/>
        </p:nvSpPr>
        <p:spPr bwMode="auto">
          <a:xfrm>
            <a:off x="6126959" y="2853189"/>
            <a:ext cx="2025652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t" anchorCtr="0">
            <a:spAutoFit/>
          </a:bodyPr>
          <a:lstStyle>
            <a:defPPr>
              <a:defRPr lang="ko-KR"/>
            </a:defPPr>
            <a:lvl1pPr marL="0" algn="l" defTabSz="1019188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9594" algn="l" defTabSz="1019188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19188" algn="l" defTabSz="1019188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28782" algn="l" defTabSz="1019188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38377" algn="l" defTabSz="1019188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47971" algn="l" defTabSz="1019188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57565" algn="l" defTabSz="1019188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567160" algn="l" defTabSz="1019188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076754" algn="l" defTabSz="1019188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0">
              <a:defRPr/>
            </a:pPr>
            <a:r>
              <a:rPr lang="ko-KR" altLang="en-US" sz="2200" kern="0" spc="-150" dirty="0">
                <a:solidFill>
                  <a:srgbClr val="1B91C1"/>
                </a:solidFill>
                <a:latin typeface="Rix고딕 EB" panose="02020603020101020101" pitchFamily="18" charset="-127"/>
                <a:ea typeface="Rix고딕 EB" panose="02020603020101020101" pitchFamily="18" charset="-127"/>
              </a:rPr>
              <a:t>백본 가상화 </a:t>
            </a:r>
            <a:endParaRPr lang="en-US" altLang="ko-KR" sz="2200" kern="0" spc="-150" dirty="0">
              <a:solidFill>
                <a:srgbClr val="1B91C1"/>
              </a:solidFill>
              <a:latin typeface="Rix고딕 EB" panose="02020603020101020101" pitchFamily="18" charset="-127"/>
              <a:ea typeface="Rix고딕 EB" panose="02020603020101020101" pitchFamily="18" charset="-127"/>
            </a:endParaRPr>
          </a:p>
        </p:txBody>
      </p:sp>
      <p:sp>
        <p:nvSpPr>
          <p:cNvPr id="174" name="모서리가 둥근 직사각형 173"/>
          <p:cNvSpPr/>
          <p:nvPr/>
        </p:nvSpPr>
        <p:spPr>
          <a:xfrm>
            <a:off x="5953125" y="3899968"/>
            <a:ext cx="2365220" cy="875902"/>
          </a:xfrm>
          <a:prstGeom prst="roundRect">
            <a:avLst/>
          </a:prstGeom>
          <a:noFill/>
          <a:ln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75" name="Text Box 432"/>
          <p:cNvSpPr txBox="1">
            <a:spLocks noChangeArrowheads="1"/>
          </p:cNvSpPr>
          <p:nvPr/>
        </p:nvSpPr>
        <p:spPr bwMode="auto">
          <a:xfrm>
            <a:off x="6146645" y="4395110"/>
            <a:ext cx="2085976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t" anchorCtr="0">
            <a:spAutoFit/>
          </a:bodyPr>
          <a:lstStyle>
            <a:defPPr>
              <a:defRPr lang="ko-KR"/>
            </a:defPPr>
            <a:lvl1pPr marL="0" algn="l" defTabSz="1019188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9594" algn="l" defTabSz="1019188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19188" algn="l" defTabSz="1019188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28782" algn="l" defTabSz="1019188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38377" algn="l" defTabSz="1019188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47971" algn="l" defTabSz="1019188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57565" algn="l" defTabSz="1019188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567160" algn="l" defTabSz="1019188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076754" algn="l" defTabSz="1019188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0">
              <a:defRPr/>
            </a:pPr>
            <a:r>
              <a:rPr lang="ko-KR" altLang="en-US" sz="1400" kern="0" spc="-99" dirty="0" smtClean="0">
                <a:solidFill>
                  <a:srgbClr val="1B91C1"/>
                </a:solidFill>
                <a:latin typeface="Rix고딕 B" pitchFamily="18" charset="-127"/>
                <a:ea typeface="Rix고딕 B" pitchFamily="18" charset="-127"/>
              </a:rPr>
              <a:t>트래픽 분리로 보안성 강화</a:t>
            </a:r>
            <a:endParaRPr lang="ko-KR" altLang="en-US" sz="1400" kern="0" spc="-99" dirty="0">
              <a:solidFill>
                <a:srgbClr val="1B91C1"/>
              </a:solidFill>
              <a:latin typeface="Rix고딕 B" pitchFamily="18" charset="-127"/>
              <a:ea typeface="Rix고딕 B" pitchFamily="18" charset="-127"/>
            </a:endParaRPr>
          </a:p>
        </p:txBody>
      </p:sp>
      <p:sp>
        <p:nvSpPr>
          <p:cNvPr id="176" name="Text Box 432"/>
          <p:cNvSpPr txBox="1">
            <a:spLocks noChangeArrowheads="1"/>
          </p:cNvSpPr>
          <p:nvPr/>
        </p:nvSpPr>
        <p:spPr bwMode="auto">
          <a:xfrm>
            <a:off x="6126958" y="4079273"/>
            <a:ext cx="2152527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t" anchorCtr="0">
            <a:spAutoFit/>
          </a:bodyPr>
          <a:lstStyle>
            <a:defPPr>
              <a:defRPr lang="ko-KR"/>
            </a:defPPr>
            <a:lvl1pPr marL="0" algn="l" defTabSz="1019188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9594" algn="l" defTabSz="1019188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19188" algn="l" defTabSz="1019188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28782" algn="l" defTabSz="1019188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38377" algn="l" defTabSz="1019188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47971" algn="l" defTabSz="1019188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57565" algn="l" defTabSz="1019188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567160" algn="l" defTabSz="1019188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076754" algn="l" defTabSz="1019188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0">
              <a:defRPr/>
            </a:pPr>
            <a:r>
              <a:rPr lang="ko-KR" altLang="en-US" sz="2200" kern="0" spc="-200" dirty="0">
                <a:solidFill>
                  <a:srgbClr val="1B91C1"/>
                </a:solidFill>
                <a:latin typeface="Rix고딕 EB" panose="02020603020101020101" pitchFamily="18" charset="-127"/>
                <a:ea typeface="Rix고딕 EB" panose="02020603020101020101" pitchFamily="18" charset="-127"/>
              </a:rPr>
              <a:t>라우팅 가상화 구성</a:t>
            </a:r>
          </a:p>
        </p:txBody>
      </p:sp>
      <p:sp>
        <p:nvSpPr>
          <p:cNvPr id="178" name="모서리가 둥근 직사각형 177"/>
          <p:cNvSpPr/>
          <p:nvPr/>
        </p:nvSpPr>
        <p:spPr>
          <a:xfrm>
            <a:off x="5953125" y="5030802"/>
            <a:ext cx="2365220" cy="875902"/>
          </a:xfrm>
          <a:prstGeom prst="roundRect">
            <a:avLst/>
          </a:prstGeom>
          <a:noFill/>
          <a:ln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79" name="Text Box 432"/>
          <p:cNvSpPr txBox="1">
            <a:spLocks noChangeArrowheads="1"/>
          </p:cNvSpPr>
          <p:nvPr/>
        </p:nvSpPr>
        <p:spPr bwMode="auto">
          <a:xfrm>
            <a:off x="6146645" y="5525944"/>
            <a:ext cx="1701165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t" anchorCtr="0">
            <a:spAutoFit/>
          </a:bodyPr>
          <a:lstStyle>
            <a:defPPr>
              <a:defRPr lang="ko-KR"/>
            </a:defPPr>
            <a:lvl1pPr marL="0" algn="l" defTabSz="1019188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9594" algn="l" defTabSz="1019188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19188" algn="l" defTabSz="1019188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28782" algn="l" defTabSz="1019188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38377" algn="l" defTabSz="1019188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47971" algn="l" defTabSz="1019188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57565" algn="l" defTabSz="1019188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567160" algn="l" defTabSz="1019188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076754" algn="l" defTabSz="1019188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0">
              <a:defRPr/>
            </a:pPr>
            <a:r>
              <a:rPr lang="ko-KR" altLang="en-US" sz="1400" kern="0" spc="-99" dirty="0">
                <a:solidFill>
                  <a:srgbClr val="1B91C1"/>
                </a:solidFill>
                <a:latin typeface="Rix고딕 B" pitchFamily="18" charset="-127"/>
                <a:ea typeface="Rix고딕 B" pitchFamily="18" charset="-127"/>
              </a:rPr>
              <a:t>네트워크 보안 강화</a:t>
            </a:r>
          </a:p>
        </p:txBody>
      </p:sp>
      <p:sp>
        <p:nvSpPr>
          <p:cNvPr id="180" name="Text Box 432"/>
          <p:cNvSpPr txBox="1">
            <a:spLocks noChangeArrowheads="1"/>
          </p:cNvSpPr>
          <p:nvPr/>
        </p:nvSpPr>
        <p:spPr bwMode="auto">
          <a:xfrm>
            <a:off x="6126959" y="5210107"/>
            <a:ext cx="129602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t" anchorCtr="0">
            <a:spAutoFit/>
          </a:bodyPr>
          <a:lstStyle>
            <a:defPPr>
              <a:defRPr lang="ko-KR"/>
            </a:defPPr>
            <a:lvl1pPr marL="0" algn="l" defTabSz="1019188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9594" algn="l" defTabSz="1019188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19188" algn="l" defTabSz="1019188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28782" algn="l" defTabSz="1019188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38377" algn="l" defTabSz="1019188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47971" algn="l" defTabSz="1019188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57565" algn="l" defTabSz="1019188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567160" algn="l" defTabSz="1019188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076754" algn="l" defTabSz="1019188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0">
              <a:defRPr/>
            </a:pPr>
            <a:r>
              <a:rPr lang="ko-KR" altLang="en-US" sz="2200" kern="0" spc="-150" dirty="0">
                <a:solidFill>
                  <a:srgbClr val="1B91C1"/>
                </a:solidFill>
                <a:latin typeface="Rix고딕 EB" panose="02020603020101020101" pitchFamily="18" charset="-127"/>
                <a:ea typeface="Rix고딕 EB" panose="02020603020101020101" pitchFamily="18" charset="-127"/>
              </a:rPr>
              <a:t>보안성 검증</a:t>
            </a:r>
          </a:p>
        </p:txBody>
      </p:sp>
      <p:sp>
        <p:nvSpPr>
          <p:cNvPr id="182" name="모서리가 둥근 직사각형 181"/>
          <p:cNvSpPr/>
          <p:nvPr/>
        </p:nvSpPr>
        <p:spPr>
          <a:xfrm>
            <a:off x="5953125" y="6161635"/>
            <a:ext cx="2365220" cy="875902"/>
          </a:xfrm>
          <a:prstGeom prst="roundRect">
            <a:avLst/>
          </a:prstGeom>
          <a:noFill/>
          <a:ln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83" name="Text Box 432"/>
          <p:cNvSpPr txBox="1">
            <a:spLocks noChangeArrowheads="1"/>
          </p:cNvSpPr>
          <p:nvPr/>
        </p:nvSpPr>
        <p:spPr bwMode="auto">
          <a:xfrm>
            <a:off x="6146645" y="6656777"/>
            <a:ext cx="2199804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t" anchorCtr="0">
            <a:spAutoFit/>
          </a:bodyPr>
          <a:lstStyle>
            <a:defPPr>
              <a:defRPr lang="ko-KR"/>
            </a:defPPr>
            <a:lvl1pPr marL="0" algn="l" defTabSz="1019188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9594" algn="l" defTabSz="1019188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19188" algn="l" defTabSz="1019188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28782" algn="l" defTabSz="1019188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38377" algn="l" defTabSz="1019188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47971" algn="l" defTabSz="1019188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57565" algn="l" defTabSz="1019188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567160" algn="l" defTabSz="1019188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076754" algn="l" defTabSz="1019188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0">
              <a:defRPr/>
            </a:pPr>
            <a:r>
              <a:rPr lang="en-US" altLang="ko-KR" sz="1400" kern="0" spc="-99" smtClean="0">
                <a:solidFill>
                  <a:srgbClr val="1B91C1"/>
                </a:solidFill>
                <a:latin typeface="Rix고딕 B" pitchFamily="18" charset="-127"/>
                <a:ea typeface="Rix고딕 B" pitchFamily="18" charset="-127"/>
              </a:rPr>
              <a:t>Looping </a:t>
            </a:r>
            <a:r>
              <a:rPr lang="ko-KR" altLang="en-US" sz="1400" kern="0" spc="-99" dirty="0" smtClean="0">
                <a:solidFill>
                  <a:srgbClr val="1B91C1"/>
                </a:solidFill>
                <a:latin typeface="Rix고딕 B" pitchFamily="18" charset="-127"/>
                <a:ea typeface="Rix고딕 B" pitchFamily="18" charset="-127"/>
              </a:rPr>
              <a:t>제거</a:t>
            </a:r>
            <a:endParaRPr lang="ko-KR" altLang="en-US" sz="1400" kern="0" spc="-99" dirty="0">
              <a:solidFill>
                <a:srgbClr val="1B91C1"/>
              </a:solidFill>
              <a:latin typeface="Rix고딕 B" pitchFamily="18" charset="-127"/>
              <a:ea typeface="Rix고딕 B" pitchFamily="18" charset="-127"/>
            </a:endParaRPr>
          </a:p>
        </p:txBody>
      </p:sp>
      <p:sp>
        <p:nvSpPr>
          <p:cNvPr id="184" name="Text Box 432"/>
          <p:cNvSpPr txBox="1">
            <a:spLocks noChangeArrowheads="1"/>
          </p:cNvSpPr>
          <p:nvPr/>
        </p:nvSpPr>
        <p:spPr bwMode="auto">
          <a:xfrm>
            <a:off x="6126959" y="6340940"/>
            <a:ext cx="1858646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t" anchorCtr="0">
            <a:spAutoFit/>
          </a:bodyPr>
          <a:lstStyle>
            <a:defPPr>
              <a:defRPr lang="ko-KR"/>
            </a:defPPr>
            <a:lvl1pPr marL="0" algn="l" defTabSz="1019188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9594" algn="l" defTabSz="1019188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19188" algn="l" defTabSz="1019188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28782" algn="l" defTabSz="1019188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38377" algn="l" defTabSz="1019188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47971" algn="l" defTabSz="1019188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57565" algn="l" defTabSz="1019188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567160" algn="l" defTabSz="1019188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076754" algn="l" defTabSz="1019188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0">
              <a:defRPr/>
            </a:pPr>
            <a:r>
              <a:rPr lang="ko-KR" altLang="en-US" sz="2200" kern="0" spc="-150" dirty="0">
                <a:solidFill>
                  <a:srgbClr val="1B91C1"/>
                </a:solidFill>
                <a:latin typeface="Rix고딕 EB" panose="02020603020101020101" pitchFamily="18" charset="-127"/>
                <a:ea typeface="Rix고딕 EB" panose="02020603020101020101" pitchFamily="18" charset="-127"/>
              </a:rPr>
              <a:t>스위칭 가상화 </a:t>
            </a:r>
            <a:endParaRPr lang="en-US" altLang="ko-KR" sz="2200" kern="0" spc="-150" dirty="0">
              <a:solidFill>
                <a:srgbClr val="1B91C1"/>
              </a:solidFill>
              <a:latin typeface="Rix고딕 EB" panose="02020603020101020101" pitchFamily="18" charset="-127"/>
              <a:ea typeface="Rix고딕 EB" panose="02020603020101020101" pitchFamily="18" charset="-127"/>
            </a:endParaRPr>
          </a:p>
        </p:txBody>
      </p:sp>
      <p:grpSp>
        <p:nvGrpSpPr>
          <p:cNvPr id="203" name="그룹 202"/>
          <p:cNvGrpSpPr/>
          <p:nvPr/>
        </p:nvGrpSpPr>
        <p:grpSpPr>
          <a:xfrm>
            <a:off x="5902281" y="2026022"/>
            <a:ext cx="107792" cy="4621071"/>
            <a:chOff x="4770755" y="2026022"/>
            <a:chExt cx="107792" cy="4621071"/>
          </a:xfrm>
          <a:solidFill>
            <a:schemeClr val="tx2">
              <a:lumMod val="75000"/>
            </a:schemeClr>
          </a:solidFill>
        </p:grpSpPr>
        <p:sp>
          <p:nvSpPr>
            <p:cNvPr id="204" name="타원 203"/>
            <p:cNvSpPr/>
            <p:nvPr/>
          </p:nvSpPr>
          <p:spPr>
            <a:xfrm>
              <a:off x="4770755" y="2026022"/>
              <a:ext cx="105410" cy="10541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 smtClean="0"/>
            </a:p>
          </p:txBody>
        </p:sp>
        <p:sp>
          <p:nvSpPr>
            <p:cNvPr id="205" name="타원 204"/>
            <p:cNvSpPr/>
            <p:nvPr/>
          </p:nvSpPr>
          <p:spPr>
            <a:xfrm>
              <a:off x="4770756" y="3158866"/>
              <a:ext cx="105410" cy="10541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 smtClean="0"/>
            </a:p>
          </p:txBody>
        </p:sp>
        <p:sp>
          <p:nvSpPr>
            <p:cNvPr id="206" name="타원 205"/>
            <p:cNvSpPr/>
            <p:nvPr/>
          </p:nvSpPr>
          <p:spPr>
            <a:xfrm>
              <a:off x="4773137" y="4277958"/>
              <a:ext cx="105410" cy="10541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 smtClean="0"/>
            </a:p>
          </p:txBody>
        </p:sp>
        <p:sp>
          <p:nvSpPr>
            <p:cNvPr id="207" name="타원 206"/>
            <p:cNvSpPr/>
            <p:nvPr/>
          </p:nvSpPr>
          <p:spPr>
            <a:xfrm>
              <a:off x="4773137" y="5419053"/>
              <a:ext cx="105410" cy="10541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 smtClean="0"/>
            </a:p>
          </p:txBody>
        </p:sp>
        <p:sp>
          <p:nvSpPr>
            <p:cNvPr id="208" name="타원 207"/>
            <p:cNvSpPr/>
            <p:nvPr/>
          </p:nvSpPr>
          <p:spPr>
            <a:xfrm>
              <a:off x="4773137" y="6541683"/>
              <a:ext cx="105410" cy="10541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 smtClean="0"/>
            </a:p>
          </p:txBody>
        </p:sp>
      </p:grpSp>
      <p:cxnSp>
        <p:nvCxnSpPr>
          <p:cNvPr id="111" name="직선 연결선 110"/>
          <p:cNvCxnSpPr>
            <a:stCxn id="148" idx="3"/>
          </p:cNvCxnSpPr>
          <p:nvPr/>
        </p:nvCxnSpPr>
        <p:spPr>
          <a:xfrm>
            <a:off x="4823460" y="4337919"/>
            <a:ext cx="1129665" cy="2170744"/>
          </a:xfrm>
          <a:prstGeom prst="line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직선 연결선 112"/>
          <p:cNvCxnSpPr>
            <a:stCxn id="154" idx="3"/>
            <a:endCxn id="174" idx="1"/>
          </p:cNvCxnSpPr>
          <p:nvPr/>
        </p:nvCxnSpPr>
        <p:spPr>
          <a:xfrm flipV="1">
            <a:off x="4823460" y="4337919"/>
            <a:ext cx="1129665" cy="2261667"/>
          </a:xfrm>
          <a:prstGeom prst="line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85222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직사각형 33"/>
          <p:cNvSpPr/>
          <p:nvPr/>
        </p:nvSpPr>
        <p:spPr>
          <a:xfrm>
            <a:off x="0" y="0"/>
            <a:ext cx="10693400" cy="7561263"/>
          </a:xfrm>
          <a:prstGeom prst="rect">
            <a:avLst/>
          </a:prstGeom>
          <a:solidFill>
            <a:schemeClr val="tx1">
              <a:alpha val="8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5" name="직사각형 34"/>
          <p:cNvSpPr/>
          <p:nvPr/>
        </p:nvSpPr>
        <p:spPr>
          <a:xfrm>
            <a:off x="0" y="763588"/>
            <a:ext cx="10693399" cy="63103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 smtClean="0"/>
          </a:p>
        </p:txBody>
      </p:sp>
      <p:sp>
        <p:nvSpPr>
          <p:cNvPr id="37" name="직사각형 36"/>
          <p:cNvSpPr/>
          <p:nvPr/>
        </p:nvSpPr>
        <p:spPr>
          <a:xfrm rot="5400000" flipV="1">
            <a:off x="5042365" y="-4202993"/>
            <a:ext cx="608672" cy="1069339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8" name="Rectangle 209"/>
          <p:cNvSpPr>
            <a:spLocks noChangeArrowheads="1"/>
          </p:cNvSpPr>
          <p:nvPr/>
        </p:nvSpPr>
        <p:spPr bwMode="auto">
          <a:xfrm>
            <a:off x="514350" y="880152"/>
            <a:ext cx="9612416" cy="5208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104306" tIns="52153" rIns="104306" bIns="52153">
            <a:spAutoFit/>
          </a:bodyPr>
          <a:lstStyle/>
          <a:p>
            <a:pPr algn="ctr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ko-KR" sz="3000" spc="-250" dirty="0">
                <a:ln/>
                <a:solidFill>
                  <a:schemeClr val="bg1"/>
                </a:solidFill>
                <a:latin typeface="Rix모던고딕 EB" pitchFamily="18" charset="-127"/>
                <a:ea typeface="Rix모던고딕 EB" pitchFamily="18" charset="-127"/>
              </a:rPr>
              <a:t>Simple, Virtualization, Stability, Flexibility, Security</a:t>
            </a:r>
          </a:p>
        </p:txBody>
      </p:sp>
      <p:sp>
        <p:nvSpPr>
          <p:cNvPr id="39" name="Rectangle 88"/>
          <p:cNvSpPr>
            <a:spLocks noChangeArrowheads="1"/>
          </p:cNvSpPr>
          <p:nvPr/>
        </p:nvSpPr>
        <p:spPr bwMode="gray">
          <a:xfrm>
            <a:off x="-1" y="4843159"/>
            <a:ext cx="10693399" cy="804863"/>
          </a:xfrm>
          <a:prstGeom prst="rect">
            <a:avLst/>
          </a:prstGeom>
          <a:gradFill rotWithShape="1">
            <a:gsLst>
              <a:gs pos="0">
                <a:srgbClr val="5F5F5F">
                  <a:alpha val="29999"/>
                </a:srgbClr>
              </a:gs>
              <a:gs pos="100000">
                <a:srgbClr val="46B129">
                  <a:alpha val="0"/>
                </a:srgbClr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 algn="ctr">
                <a:solidFill>
                  <a:srgbClr val="46B129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 anchor="ctr"/>
          <a:lstStyle/>
          <a:p>
            <a:pPr defTabSz="762000" eaLnBrk="0" hangingPunct="0">
              <a:spcBef>
                <a:spcPct val="50000"/>
              </a:spcBef>
              <a:buSzPct val="100000"/>
            </a:pPr>
            <a:endParaRPr lang="ko-KR" altLang="en-US" sz="1200" dirty="0">
              <a:latin typeface="Arial" charset="0"/>
              <a:ea typeface="HY견고딕" pitchFamily="18" charset="-127"/>
            </a:endParaRPr>
          </a:p>
        </p:txBody>
      </p:sp>
      <p:sp>
        <p:nvSpPr>
          <p:cNvPr id="41" name="Rectangle 108"/>
          <p:cNvSpPr>
            <a:spLocks noChangeArrowheads="1"/>
          </p:cNvSpPr>
          <p:nvPr/>
        </p:nvSpPr>
        <p:spPr bwMode="gray">
          <a:xfrm flipV="1">
            <a:off x="-1" y="4247846"/>
            <a:ext cx="10693399" cy="581025"/>
          </a:xfrm>
          <a:prstGeom prst="rect">
            <a:avLst/>
          </a:prstGeom>
          <a:gradFill rotWithShape="1">
            <a:gsLst>
              <a:gs pos="0">
                <a:srgbClr val="5F5F5F">
                  <a:alpha val="20000"/>
                </a:srgbClr>
              </a:gs>
              <a:gs pos="100000">
                <a:srgbClr val="46B129">
                  <a:alpha val="0"/>
                </a:srgbClr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 algn="ctr">
                <a:solidFill>
                  <a:srgbClr val="46B129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lIns="90488" tIns="44450" rIns="90488" bIns="44450" anchor="ctr"/>
          <a:lstStyle/>
          <a:p>
            <a:pPr defTabSz="762000" eaLnBrk="0" hangingPunct="0">
              <a:spcBef>
                <a:spcPct val="50000"/>
              </a:spcBef>
              <a:buSzPct val="100000"/>
            </a:pPr>
            <a:endParaRPr lang="ko-KR" altLang="en-US" sz="1200" dirty="0">
              <a:latin typeface="Arial" charset="0"/>
              <a:ea typeface="HY견고딕" pitchFamily="18" charset="-127"/>
            </a:endParaRPr>
          </a:p>
        </p:txBody>
      </p:sp>
      <p:pic>
        <p:nvPicPr>
          <p:cNvPr id="42" name="Picture 72" descr="07-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25499" y="1448042"/>
            <a:ext cx="6673900" cy="56666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3" name="그룹 42"/>
          <p:cNvGrpSpPr/>
          <p:nvPr/>
        </p:nvGrpSpPr>
        <p:grpSpPr>
          <a:xfrm>
            <a:off x="303317" y="2037646"/>
            <a:ext cx="2549738" cy="4228332"/>
            <a:chOff x="446192" y="2037646"/>
            <a:chExt cx="2549738" cy="4228332"/>
          </a:xfrm>
        </p:grpSpPr>
        <p:grpSp>
          <p:nvGrpSpPr>
            <p:cNvPr id="44" name="그룹 43"/>
            <p:cNvGrpSpPr/>
            <p:nvPr/>
          </p:nvGrpSpPr>
          <p:grpSpPr>
            <a:xfrm>
              <a:off x="712788" y="2215847"/>
              <a:ext cx="2022475" cy="3692525"/>
              <a:chOff x="712788" y="2215847"/>
              <a:chExt cx="2022475" cy="3692525"/>
            </a:xfrm>
          </p:grpSpPr>
          <p:sp>
            <p:nvSpPr>
              <p:cNvPr id="50" name="Rectangle 93"/>
              <p:cNvSpPr>
                <a:spLocks noChangeArrowheads="1"/>
              </p:cNvSpPr>
              <p:nvPr/>
            </p:nvSpPr>
            <p:spPr bwMode="auto">
              <a:xfrm>
                <a:off x="2205038" y="2215847"/>
                <a:ext cx="530225" cy="2616200"/>
              </a:xfrm>
              <a:prstGeom prst="rect">
                <a:avLst/>
              </a:prstGeom>
              <a:solidFill>
                <a:srgbClr val="C0C0C0"/>
              </a:solidFill>
              <a:ln>
                <a:noFill/>
              </a:ln>
              <a:effectLst>
                <a:outerShdw dist="35921" dir="2700000" algn="ctr" rotWithShape="0">
                  <a:srgbClr val="808080">
                    <a:alpha val="50000"/>
                  </a:srgbClr>
                </a:outerShdw>
              </a:effectLst>
              <a:extLst>
                <a:ext uri="{91240B29-F687-4F45-9708-019B960494DF}">
                  <a14:hiddenLine xmlns:a14="http://schemas.microsoft.com/office/drawing/2010/main" w="0">
                    <a:solidFill>
                      <a:srgbClr val="0A985B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ko-KR" altLang="en-US" dirty="0"/>
              </a:p>
            </p:txBody>
          </p:sp>
          <p:sp>
            <p:nvSpPr>
              <p:cNvPr id="51" name="Freeform 98"/>
              <p:cNvSpPr>
                <a:spLocks/>
              </p:cNvSpPr>
              <p:nvPr/>
            </p:nvSpPr>
            <p:spPr bwMode="auto">
              <a:xfrm>
                <a:off x="712788" y="4832047"/>
                <a:ext cx="2022475" cy="723900"/>
              </a:xfrm>
              <a:custGeom>
                <a:avLst/>
                <a:gdLst>
                  <a:gd name="T0" fmla="*/ 1492250 w 1274"/>
                  <a:gd name="T1" fmla="*/ 0 h 456"/>
                  <a:gd name="T2" fmla="*/ 2022475 w 1274"/>
                  <a:gd name="T3" fmla="*/ 0 h 456"/>
                  <a:gd name="T4" fmla="*/ 911225 w 1274"/>
                  <a:gd name="T5" fmla="*/ 723900 h 456"/>
                  <a:gd name="T6" fmla="*/ 0 w 1274"/>
                  <a:gd name="T7" fmla="*/ 719138 h 456"/>
                  <a:gd name="T8" fmla="*/ 1492250 w 1274"/>
                  <a:gd name="T9" fmla="*/ 0 h 4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274" h="456">
                    <a:moveTo>
                      <a:pt x="940" y="0"/>
                    </a:moveTo>
                    <a:lnTo>
                      <a:pt x="1274" y="0"/>
                    </a:lnTo>
                    <a:lnTo>
                      <a:pt x="574" y="456"/>
                    </a:lnTo>
                    <a:lnTo>
                      <a:pt x="0" y="453"/>
                    </a:lnTo>
                    <a:lnTo>
                      <a:pt x="940" y="0"/>
                    </a:lnTo>
                    <a:close/>
                  </a:path>
                </a:pathLst>
              </a:custGeom>
              <a:solidFill>
                <a:srgbClr val="A7A7A7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0" cap="flat" cmpd="sng">
                    <a:solidFill>
                      <a:srgbClr val="0A985B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ko-KR" altLang="en-US" dirty="0"/>
              </a:p>
            </p:txBody>
          </p:sp>
          <p:sp>
            <p:nvSpPr>
              <p:cNvPr id="52" name="Rectangle 103"/>
              <p:cNvSpPr>
                <a:spLocks noChangeArrowheads="1"/>
              </p:cNvSpPr>
              <p:nvPr/>
            </p:nvSpPr>
            <p:spPr bwMode="auto">
              <a:xfrm>
                <a:off x="719138" y="5548009"/>
                <a:ext cx="889000" cy="360363"/>
              </a:xfrm>
              <a:prstGeom prst="rect">
                <a:avLst/>
              </a:prstGeom>
              <a:solidFill>
                <a:srgbClr val="979797"/>
              </a:solidFill>
              <a:ln>
                <a:noFill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ko-KR" altLang="en-US" dirty="0"/>
              </a:p>
            </p:txBody>
          </p:sp>
        </p:grpSp>
        <p:sp>
          <p:nvSpPr>
            <p:cNvPr id="45" name="TextBox 44"/>
            <p:cNvSpPr txBox="1"/>
            <p:nvPr/>
          </p:nvSpPr>
          <p:spPr>
            <a:xfrm>
              <a:off x="931266" y="5558913"/>
              <a:ext cx="464743" cy="338554"/>
            </a:xfrm>
            <a:prstGeom prst="rect">
              <a:avLst/>
            </a:prstGeom>
            <a:noFill/>
            <a:ln w="6350">
              <a:noFill/>
            </a:ln>
            <a:effectLst/>
            <a:scene3d>
              <a:camera prst="orthographicFront"/>
              <a:lightRig rig="threePt" dir="t"/>
            </a:scene3d>
            <a:sp3d>
              <a:bevelT w="0" h="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 anchorCtr="0">
              <a:spAutoFit/>
              <a:sp3d>
                <a:bevelT w="0" h="0"/>
                <a:contourClr>
                  <a:schemeClr val="bg1"/>
                </a:contourClr>
              </a:sp3d>
            </a:bodyPr>
            <a:lstStyle>
              <a:defPPr>
                <a:defRPr lang="ko-KR"/>
              </a:defPPr>
              <a:lvl1pPr lvl="0" indent="0" defTabSz="801639" latinLnBrk="0">
                <a:lnSpc>
                  <a:spcPct val="100000"/>
                </a:lnSpc>
                <a:spcBef>
                  <a:spcPts val="88"/>
                </a:spcBef>
                <a:spcAft>
                  <a:spcPts val="88"/>
                </a:spcAft>
                <a:defRPr sz="2400" spc="0">
                  <a:ln>
                    <a:solidFill>
                      <a:prstClr val="white">
                        <a:alpha val="10000"/>
                      </a:prstClr>
                    </a:solidFill>
                  </a:ln>
                  <a:solidFill>
                    <a:prstClr val="white"/>
                  </a:solidFill>
                  <a:effectLst/>
                  <a:latin typeface="나눔고딕 ExtraBold" panose="020D0904000000000000" pitchFamily="50" charset="-127"/>
                  <a:ea typeface="나눔고딕 ExtraBold" panose="020D0904000000000000" pitchFamily="50" charset="-127"/>
                </a:defRPr>
              </a:lvl1pPr>
            </a:lstStyle>
            <a:p>
              <a:pPr algn="ctr"/>
              <a:r>
                <a:rPr lang="ko-KR" altLang="en-US" sz="2200" spc="-163" dirty="0" smtClean="0">
                  <a:solidFill>
                    <a:schemeClr val="tx1"/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</a:rPr>
                <a:t>관리</a:t>
              </a:r>
              <a:endParaRPr lang="ko-KR" altLang="en-US" sz="2200" spc="-163" dirty="0">
                <a:solidFill>
                  <a:schemeClr val="tx1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endParaRPr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446192" y="5988979"/>
              <a:ext cx="1420453" cy="276999"/>
            </a:xfrm>
            <a:prstGeom prst="rect">
              <a:avLst/>
            </a:prstGeom>
            <a:noFill/>
            <a:ln w="6350">
              <a:noFill/>
            </a:ln>
            <a:effectLst/>
            <a:scene3d>
              <a:camera prst="orthographicFront"/>
              <a:lightRig rig="threePt" dir="t"/>
            </a:scene3d>
            <a:sp3d>
              <a:bevelT w="0" h="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 anchorCtr="0">
              <a:spAutoFit/>
              <a:sp3d>
                <a:bevelT w="0" h="0"/>
                <a:contourClr>
                  <a:schemeClr val="bg1"/>
                </a:contourClr>
              </a:sp3d>
            </a:bodyPr>
            <a:lstStyle>
              <a:defPPr>
                <a:defRPr lang="ko-KR"/>
              </a:defPPr>
              <a:lvl1pPr lvl="0" indent="0" defTabSz="801639" latinLnBrk="0">
                <a:lnSpc>
                  <a:spcPct val="100000"/>
                </a:lnSpc>
                <a:spcBef>
                  <a:spcPts val="88"/>
                </a:spcBef>
                <a:spcAft>
                  <a:spcPts val="88"/>
                </a:spcAft>
                <a:defRPr sz="2400" spc="0">
                  <a:ln>
                    <a:solidFill>
                      <a:prstClr val="white">
                        <a:alpha val="10000"/>
                      </a:prstClr>
                    </a:solidFill>
                  </a:ln>
                  <a:solidFill>
                    <a:prstClr val="white"/>
                  </a:solidFill>
                  <a:effectLst/>
                  <a:latin typeface="나눔고딕 ExtraBold" panose="020D0904000000000000" pitchFamily="50" charset="-127"/>
                  <a:ea typeface="나눔고딕 ExtraBold" panose="020D0904000000000000" pitchFamily="50" charset="-127"/>
                </a:defRPr>
              </a:lvl1pPr>
            </a:lstStyle>
            <a:p>
              <a:pPr algn="ctr"/>
              <a:r>
                <a:rPr lang="en-US" altLang="ko-KR" sz="1800" spc="-1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</a:rPr>
                <a:t>MANAGEMENT</a:t>
              </a:r>
              <a:endParaRPr lang="ko-KR" altLang="en-US" sz="180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endParaRPr>
            </a:p>
          </p:txBody>
        </p:sp>
        <p:sp>
          <p:nvSpPr>
            <p:cNvPr id="47" name="Text Box 3"/>
            <p:cNvSpPr txBox="1">
              <a:spLocks noChangeArrowheads="1"/>
            </p:cNvSpPr>
            <p:nvPr/>
          </p:nvSpPr>
          <p:spPr bwMode="auto">
            <a:xfrm>
              <a:off x="2008847" y="2907871"/>
              <a:ext cx="987083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bg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9pPr>
            </a:lstStyle>
            <a:p>
              <a:pPr algn="ctr" eaLnBrk="1" hangingPunct="1"/>
              <a:r>
                <a:rPr lang="en-CA" altLang="ko-KR" sz="1000" dirty="0">
                  <a:latin typeface="Rix고딕 B" pitchFamily="18" charset="-127"/>
                  <a:ea typeface="Rix고딕 B" pitchFamily="18" charset="-127"/>
                </a:rPr>
                <a:t>Management Station/System</a:t>
              </a:r>
              <a:endParaRPr lang="en-US" altLang="ko-KR" sz="1000" dirty="0">
                <a:latin typeface="Rix고딕 B" pitchFamily="18" charset="-127"/>
                <a:ea typeface="Rix고딕 B" pitchFamily="18" charset="-127"/>
              </a:endParaRPr>
            </a:p>
          </p:txBody>
        </p:sp>
        <p:pic>
          <p:nvPicPr>
            <p:cNvPr id="48" name="Picture 12" descr="management_grey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30242" y="2037646"/>
              <a:ext cx="695679" cy="7105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9" name="Rectangle 67"/>
            <p:cNvSpPr>
              <a:spLocks noChangeArrowheads="1"/>
            </p:cNvSpPr>
            <p:nvPr/>
          </p:nvSpPr>
          <p:spPr bwMode="auto">
            <a:xfrm>
              <a:off x="2142943" y="3526239"/>
              <a:ext cx="654410" cy="61555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A3BFE1"/>
                  </a:solidFill>
                </a14:hiddenFill>
              </a:ext>
              <a:ext uri="{91240B29-F687-4F45-9708-019B960494DF}">
                <a14:hiddenLine xmlns:a14="http://schemas.microsoft.com/office/drawing/2010/main" w="3175" algn="ctr">
                  <a:solidFill>
                    <a:srgbClr val="C7DDF5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spcBef>
                  <a:spcPct val="0"/>
                </a:spcBef>
                <a:spcAft>
                  <a:spcPct val="0"/>
                </a:spcAft>
                <a:buClr>
                  <a:schemeClr val="bg2"/>
                </a:buClr>
                <a:buFont typeface="Wingdings" pitchFamily="2" charset="2"/>
                <a:buNone/>
              </a:pPr>
              <a:r>
                <a:rPr kumimoji="1" lang="ko-KR" altLang="en-US" spc="-99" dirty="0" smtClean="0">
                  <a:solidFill>
                    <a:srgbClr val="0070C0"/>
                  </a:solidFill>
                  <a:latin typeface="Rix고딕 EB" panose="02020603020101020101" pitchFamily="18" charset="-127"/>
                  <a:ea typeface="Rix고딕 EB" panose="02020603020101020101" pitchFamily="18" charset="-127"/>
                  <a:sym typeface="Wingdings" pitchFamily="2" charset="2"/>
                </a:rPr>
                <a:t>손쉬운</a:t>
              </a:r>
              <a:endParaRPr kumimoji="1" lang="en-US" altLang="ko-KR" spc="-99" dirty="0" smtClean="0">
                <a:solidFill>
                  <a:srgbClr val="0070C0"/>
                </a:solidFill>
                <a:latin typeface="Rix고딕 EB" panose="02020603020101020101" pitchFamily="18" charset="-127"/>
                <a:ea typeface="Rix고딕 EB" panose="02020603020101020101" pitchFamily="18" charset="-127"/>
                <a:sym typeface="Wingdings" pitchFamily="2" charset="2"/>
              </a:endParaRPr>
            </a:p>
            <a:p>
              <a:pPr algn="ctr">
                <a:spcBef>
                  <a:spcPct val="0"/>
                </a:spcBef>
                <a:spcAft>
                  <a:spcPct val="0"/>
                </a:spcAft>
                <a:buClr>
                  <a:schemeClr val="bg2"/>
                </a:buClr>
                <a:buFont typeface="Wingdings" pitchFamily="2" charset="2"/>
                <a:buNone/>
              </a:pPr>
              <a:r>
                <a:rPr kumimoji="1" lang="ko-KR" altLang="en-US" spc="-99" dirty="0" smtClean="0">
                  <a:solidFill>
                    <a:srgbClr val="0070C0"/>
                  </a:solidFill>
                  <a:latin typeface="Rix고딕 EB" panose="02020603020101020101" pitchFamily="18" charset="-127"/>
                  <a:ea typeface="Rix고딕 EB" panose="02020603020101020101" pitchFamily="18" charset="-127"/>
                  <a:sym typeface="Wingdings" pitchFamily="2" charset="2"/>
                </a:rPr>
                <a:t>자동화</a:t>
              </a:r>
              <a:endParaRPr kumimoji="1" lang="ko-KR" altLang="en-US" spc="-99" dirty="0">
                <a:solidFill>
                  <a:srgbClr val="0070C0"/>
                </a:solidFill>
                <a:latin typeface="Rix고딕 EB" panose="02020603020101020101" pitchFamily="18" charset="-127"/>
                <a:ea typeface="Rix고딕 EB" panose="02020603020101020101" pitchFamily="18" charset="-127"/>
                <a:sym typeface="Wingdings" pitchFamily="2" charset="2"/>
              </a:endParaRPr>
            </a:p>
          </p:txBody>
        </p:sp>
      </p:grpSp>
      <p:grpSp>
        <p:nvGrpSpPr>
          <p:cNvPr id="53" name="그룹 52"/>
          <p:cNvGrpSpPr/>
          <p:nvPr/>
        </p:nvGrpSpPr>
        <p:grpSpPr>
          <a:xfrm>
            <a:off x="2331968" y="1964488"/>
            <a:ext cx="1695195" cy="4301490"/>
            <a:chOff x="2474843" y="1964488"/>
            <a:chExt cx="1695195" cy="4301490"/>
          </a:xfrm>
        </p:grpSpPr>
        <p:grpSp>
          <p:nvGrpSpPr>
            <p:cNvPr id="54" name="그룹 53"/>
            <p:cNvGrpSpPr/>
            <p:nvPr/>
          </p:nvGrpSpPr>
          <p:grpSpPr>
            <a:xfrm>
              <a:off x="2512366" y="2215848"/>
              <a:ext cx="1404937" cy="3692524"/>
              <a:chOff x="2014538" y="2215848"/>
              <a:chExt cx="1404937" cy="3692524"/>
            </a:xfrm>
          </p:grpSpPr>
          <p:sp>
            <p:nvSpPr>
              <p:cNvPr id="60" name="Rectangle 94"/>
              <p:cNvSpPr>
                <a:spLocks noChangeArrowheads="1"/>
              </p:cNvSpPr>
              <p:nvPr/>
            </p:nvSpPr>
            <p:spPr bwMode="auto">
              <a:xfrm>
                <a:off x="2889250" y="2215848"/>
                <a:ext cx="530225" cy="2616199"/>
              </a:xfrm>
              <a:prstGeom prst="rect">
                <a:avLst/>
              </a:prstGeom>
              <a:solidFill>
                <a:srgbClr val="C0C0C0"/>
              </a:solidFill>
              <a:ln>
                <a:noFill/>
              </a:ln>
              <a:effectLst>
                <a:outerShdw dist="35921" dir="2700000" algn="ctr" rotWithShape="0">
                  <a:srgbClr val="808080">
                    <a:alpha val="50000"/>
                  </a:srgbClr>
                </a:outerShdw>
              </a:effectLst>
              <a:extLst>
                <a:ext uri="{91240B29-F687-4F45-9708-019B960494DF}">
                  <a14:hiddenLine xmlns:a14="http://schemas.microsoft.com/office/drawing/2010/main" w="0">
                    <a:solidFill>
                      <a:srgbClr val="0A985B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ko-KR" altLang="en-US" dirty="0"/>
              </a:p>
            </p:txBody>
          </p:sp>
          <p:sp>
            <p:nvSpPr>
              <p:cNvPr id="61" name="Freeform 99"/>
              <p:cNvSpPr>
                <a:spLocks/>
              </p:cNvSpPr>
              <p:nvPr/>
            </p:nvSpPr>
            <p:spPr bwMode="auto">
              <a:xfrm>
                <a:off x="2043113" y="4832047"/>
                <a:ext cx="1376362" cy="715962"/>
              </a:xfrm>
              <a:custGeom>
                <a:avLst/>
                <a:gdLst>
                  <a:gd name="T0" fmla="*/ 846137 w 867"/>
                  <a:gd name="T1" fmla="*/ 0 h 443"/>
                  <a:gd name="T2" fmla="*/ 1376362 w 867"/>
                  <a:gd name="T3" fmla="*/ 0 h 443"/>
                  <a:gd name="T4" fmla="*/ 846137 w 867"/>
                  <a:gd name="T5" fmla="*/ 715962 h 443"/>
                  <a:gd name="T6" fmla="*/ 0 w 867"/>
                  <a:gd name="T7" fmla="*/ 715962 h 443"/>
                  <a:gd name="T8" fmla="*/ 846137 w 867"/>
                  <a:gd name="T9" fmla="*/ 0 h 44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867" h="443">
                    <a:moveTo>
                      <a:pt x="533" y="0"/>
                    </a:moveTo>
                    <a:lnTo>
                      <a:pt x="867" y="0"/>
                    </a:lnTo>
                    <a:lnTo>
                      <a:pt x="533" y="443"/>
                    </a:lnTo>
                    <a:lnTo>
                      <a:pt x="0" y="443"/>
                    </a:lnTo>
                    <a:lnTo>
                      <a:pt x="533" y="0"/>
                    </a:lnTo>
                    <a:close/>
                  </a:path>
                </a:pathLst>
              </a:custGeom>
              <a:solidFill>
                <a:srgbClr val="A7A7A7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ko-KR" altLang="en-US" dirty="0"/>
              </a:p>
            </p:txBody>
          </p:sp>
          <p:sp>
            <p:nvSpPr>
              <p:cNvPr id="62" name="Rectangle 104"/>
              <p:cNvSpPr>
                <a:spLocks noChangeArrowheads="1"/>
              </p:cNvSpPr>
              <p:nvPr/>
            </p:nvSpPr>
            <p:spPr bwMode="auto">
              <a:xfrm>
                <a:off x="2014538" y="5548009"/>
                <a:ext cx="863600" cy="360363"/>
              </a:xfrm>
              <a:prstGeom prst="rect">
                <a:avLst/>
              </a:prstGeom>
              <a:solidFill>
                <a:srgbClr val="979797"/>
              </a:solidFill>
              <a:ln>
                <a:noFill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ko-KR" altLang="en-US" dirty="0"/>
              </a:p>
            </p:txBody>
          </p:sp>
        </p:grpSp>
        <p:sp>
          <p:nvSpPr>
            <p:cNvPr id="55" name="TextBox 54"/>
            <p:cNvSpPr txBox="1"/>
            <p:nvPr/>
          </p:nvSpPr>
          <p:spPr>
            <a:xfrm>
              <a:off x="2708791" y="5558913"/>
              <a:ext cx="464743" cy="338554"/>
            </a:xfrm>
            <a:prstGeom prst="rect">
              <a:avLst/>
            </a:prstGeom>
            <a:noFill/>
            <a:ln w="6350">
              <a:noFill/>
            </a:ln>
            <a:effectLst/>
            <a:scene3d>
              <a:camera prst="orthographicFront"/>
              <a:lightRig rig="threePt" dir="t"/>
            </a:scene3d>
            <a:sp3d>
              <a:bevelT w="0" h="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 anchorCtr="0">
              <a:spAutoFit/>
              <a:sp3d>
                <a:bevelT w="0" h="0"/>
                <a:contourClr>
                  <a:schemeClr val="bg1"/>
                </a:contourClr>
              </a:sp3d>
            </a:bodyPr>
            <a:lstStyle>
              <a:defPPr>
                <a:defRPr lang="ko-KR"/>
              </a:defPPr>
              <a:lvl1pPr lvl="0" indent="0" defTabSz="801639" latinLnBrk="0">
                <a:lnSpc>
                  <a:spcPct val="100000"/>
                </a:lnSpc>
                <a:spcBef>
                  <a:spcPts val="88"/>
                </a:spcBef>
                <a:spcAft>
                  <a:spcPts val="88"/>
                </a:spcAft>
                <a:defRPr sz="2400" spc="0">
                  <a:ln>
                    <a:solidFill>
                      <a:prstClr val="white">
                        <a:alpha val="10000"/>
                      </a:prstClr>
                    </a:solidFill>
                  </a:ln>
                  <a:solidFill>
                    <a:prstClr val="white"/>
                  </a:solidFill>
                  <a:effectLst/>
                  <a:latin typeface="나눔고딕 ExtraBold" panose="020D0904000000000000" pitchFamily="50" charset="-127"/>
                  <a:ea typeface="나눔고딕 ExtraBold" panose="020D0904000000000000" pitchFamily="50" charset="-127"/>
                </a:defRPr>
              </a:lvl1pPr>
            </a:lstStyle>
            <a:p>
              <a:pPr algn="ctr"/>
              <a:r>
                <a:rPr lang="ko-KR" altLang="en-US" sz="2200" spc="-163" dirty="0">
                  <a:solidFill>
                    <a:schemeClr val="tx1"/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</a:rPr>
                <a:t>제어</a:t>
              </a:r>
            </a:p>
          </p:txBody>
        </p:sp>
        <p:sp>
          <p:nvSpPr>
            <p:cNvPr id="56" name="TextBox 55"/>
            <p:cNvSpPr txBox="1"/>
            <p:nvPr/>
          </p:nvSpPr>
          <p:spPr>
            <a:xfrm>
              <a:off x="2474843" y="5988979"/>
              <a:ext cx="918200" cy="276999"/>
            </a:xfrm>
            <a:prstGeom prst="rect">
              <a:avLst/>
            </a:prstGeom>
            <a:noFill/>
            <a:ln w="6350">
              <a:noFill/>
            </a:ln>
            <a:effectLst/>
            <a:scene3d>
              <a:camera prst="orthographicFront"/>
              <a:lightRig rig="threePt" dir="t"/>
            </a:scene3d>
            <a:sp3d>
              <a:bevelT w="0" h="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 anchorCtr="0">
              <a:spAutoFit/>
              <a:sp3d>
                <a:bevelT w="0" h="0"/>
                <a:contourClr>
                  <a:schemeClr val="bg1"/>
                </a:contourClr>
              </a:sp3d>
            </a:bodyPr>
            <a:lstStyle>
              <a:defPPr>
                <a:defRPr lang="ko-KR"/>
              </a:defPPr>
              <a:lvl1pPr lvl="0" indent="0" defTabSz="801639" latinLnBrk="0">
                <a:lnSpc>
                  <a:spcPct val="100000"/>
                </a:lnSpc>
                <a:spcBef>
                  <a:spcPts val="88"/>
                </a:spcBef>
                <a:spcAft>
                  <a:spcPts val="88"/>
                </a:spcAft>
                <a:defRPr sz="2400" spc="0">
                  <a:ln>
                    <a:solidFill>
                      <a:prstClr val="white">
                        <a:alpha val="10000"/>
                      </a:prstClr>
                    </a:solidFill>
                  </a:ln>
                  <a:solidFill>
                    <a:prstClr val="white"/>
                  </a:solidFill>
                  <a:effectLst/>
                  <a:latin typeface="나눔고딕 ExtraBold" panose="020D0904000000000000" pitchFamily="50" charset="-127"/>
                  <a:ea typeface="나눔고딕 ExtraBold" panose="020D0904000000000000" pitchFamily="50" charset="-127"/>
                </a:defRPr>
              </a:lvl1pPr>
            </a:lstStyle>
            <a:p>
              <a:pPr algn="ctr"/>
              <a:r>
                <a:rPr lang="en-US" altLang="ko-KR" sz="1800" spc="-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</a:rPr>
                <a:t>CONTROL</a:t>
              </a:r>
              <a:endParaRPr lang="ko-KR" altLang="en-US" sz="180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endParaRPr>
            </a:p>
          </p:txBody>
        </p:sp>
        <p:sp>
          <p:nvSpPr>
            <p:cNvPr id="57" name="Text Box 3"/>
            <p:cNvSpPr txBox="1">
              <a:spLocks noChangeArrowheads="1"/>
            </p:cNvSpPr>
            <p:nvPr/>
          </p:nvSpPr>
          <p:spPr bwMode="auto">
            <a:xfrm>
              <a:off x="3182955" y="2907871"/>
              <a:ext cx="987083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bg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9pPr>
            </a:lstStyle>
            <a:p>
              <a:pPr algn="ctr" eaLnBrk="1" hangingPunct="1"/>
              <a:r>
                <a:rPr lang="en-CA" altLang="ko-KR" sz="1000" dirty="0">
                  <a:latin typeface="Rix고딕 B" pitchFamily="18" charset="-127"/>
                  <a:ea typeface="Rix고딕 B" pitchFamily="18" charset="-127"/>
                </a:rPr>
                <a:t>Application </a:t>
              </a:r>
            </a:p>
            <a:p>
              <a:pPr algn="ctr" eaLnBrk="1" hangingPunct="1"/>
              <a:r>
                <a:rPr lang="en-CA" altLang="ko-KR" sz="1000" dirty="0">
                  <a:latin typeface="Rix고딕 B" pitchFamily="18" charset="-127"/>
                  <a:ea typeface="Rix고딕 B" pitchFamily="18" charset="-127"/>
                </a:rPr>
                <a:t>Server</a:t>
              </a:r>
            </a:p>
          </p:txBody>
        </p:sp>
        <p:sp>
          <p:nvSpPr>
            <p:cNvPr id="58" name="Rectangle 67"/>
            <p:cNvSpPr>
              <a:spLocks noChangeArrowheads="1"/>
            </p:cNvSpPr>
            <p:nvPr/>
          </p:nvSpPr>
          <p:spPr bwMode="auto">
            <a:xfrm>
              <a:off x="3246391" y="3526239"/>
              <a:ext cx="795731" cy="61555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A3BFE1"/>
                  </a:solidFill>
                </a14:hiddenFill>
              </a:ext>
              <a:ext uri="{91240B29-F687-4F45-9708-019B960494DF}">
                <a14:hiddenLine xmlns:a14="http://schemas.microsoft.com/office/drawing/2010/main" w="3175" algn="ctr">
                  <a:solidFill>
                    <a:srgbClr val="C7DDF5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spcBef>
                  <a:spcPct val="0"/>
                </a:spcBef>
                <a:spcAft>
                  <a:spcPct val="0"/>
                </a:spcAft>
                <a:buClr>
                  <a:schemeClr val="bg2"/>
                </a:buClr>
                <a:buFont typeface="Wingdings" pitchFamily="2" charset="2"/>
                <a:buNone/>
              </a:pPr>
              <a:r>
                <a:rPr kumimoji="1" lang="ko-KR" altLang="en-US" spc="-99" dirty="0" smtClean="0">
                  <a:solidFill>
                    <a:srgbClr val="0070C0"/>
                  </a:solidFill>
                  <a:latin typeface="Rix고딕 EB" panose="02020603020101020101" pitchFamily="18" charset="-127"/>
                  <a:ea typeface="Rix고딕 EB" panose="02020603020101020101" pitchFamily="18" charset="-127"/>
                  <a:sym typeface="Wingdings" pitchFamily="2" charset="2"/>
                </a:rPr>
                <a:t>민첩함</a:t>
              </a:r>
              <a:endParaRPr kumimoji="1" lang="en-US" altLang="ko-KR" spc="-99" dirty="0" smtClean="0">
                <a:solidFill>
                  <a:srgbClr val="0070C0"/>
                </a:solidFill>
                <a:latin typeface="Rix고딕 EB" panose="02020603020101020101" pitchFamily="18" charset="-127"/>
                <a:ea typeface="Rix고딕 EB" panose="02020603020101020101" pitchFamily="18" charset="-127"/>
                <a:sym typeface="Wingdings" pitchFamily="2" charset="2"/>
              </a:endParaRPr>
            </a:p>
            <a:p>
              <a:pPr algn="ctr">
                <a:spcBef>
                  <a:spcPct val="0"/>
                </a:spcBef>
                <a:spcAft>
                  <a:spcPct val="0"/>
                </a:spcAft>
                <a:buClr>
                  <a:schemeClr val="bg2"/>
                </a:buClr>
                <a:buFont typeface="Wingdings" pitchFamily="2" charset="2"/>
                <a:buNone/>
              </a:pPr>
              <a:r>
                <a:rPr kumimoji="1" lang="en-US" altLang="ko-KR" spc="-99" dirty="0" smtClean="0">
                  <a:solidFill>
                    <a:srgbClr val="0070C0"/>
                  </a:solidFill>
                  <a:latin typeface="Rix고딕 EB" panose="02020603020101020101" pitchFamily="18" charset="-127"/>
                  <a:ea typeface="Rix고딕 EB" panose="02020603020101020101" pitchFamily="18" charset="-127"/>
                  <a:sym typeface="Wingdings" pitchFamily="2" charset="2"/>
                </a:rPr>
                <a:t>(</a:t>
              </a:r>
              <a:r>
                <a:rPr kumimoji="1" lang="ko-KR" altLang="en-US" spc="-99" dirty="0">
                  <a:solidFill>
                    <a:srgbClr val="0070C0"/>
                  </a:solidFill>
                  <a:latin typeface="Rix고딕 EB" panose="02020603020101020101" pitchFamily="18" charset="-127"/>
                  <a:ea typeface="Rix고딕 EB" panose="02020603020101020101" pitchFamily="18" charset="-127"/>
                  <a:sym typeface="Wingdings" pitchFamily="2" charset="2"/>
                </a:rPr>
                <a:t>다기능</a:t>
              </a:r>
              <a:r>
                <a:rPr kumimoji="1" lang="en-US" altLang="ko-KR" spc="-99" dirty="0">
                  <a:solidFill>
                    <a:srgbClr val="0070C0"/>
                  </a:solidFill>
                  <a:latin typeface="Rix고딕 EB" panose="02020603020101020101" pitchFamily="18" charset="-127"/>
                  <a:ea typeface="Rix고딕 EB" panose="02020603020101020101" pitchFamily="18" charset="-127"/>
                  <a:sym typeface="Wingdings" pitchFamily="2" charset="2"/>
                </a:rPr>
                <a:t>)</a:t>
              </a:r>
            </a:p>
          </p:txBody>
        </p:sp>
        <p:pic>
          <p:nvPicPr>
            <p:cNvPr id="59" name="Picture 13" descr="uas_corp_blue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57591" y="1964488"/>
              <a:ext cx="789197" cy="7315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63" name="그룹 62"/>
          <p:cNvGrpSpPr/>
          <p:nvPr/>
        </p:nvGrpSpPr>
        <p:grpSpPr>
          <a:xfrm>
            <a:off x="4136959" y="2016679"/>
            <a:ext cx="1004819" cy="4249299"/>
            <a:chOff x="4279834" y="2016679"/>
            <a:chExt cx="1004819" cy="4249299"/>
          </a:xfrm>
        </p:grpSpPr>
        <p:grpSp>
          <p:nvGrpSpPr>
            <p:cNvPr id="64" name="그룹 63"/>
            <p:cNvGrpSpPr/>
            <p:nvPr/>
          </p:nvGrpSpPr>
          <p:grpSpPr>
            <a:xfrm>
              <a:off x="4290014" y="2215848"/>
              <a:ext cx="915988" cy="3692524"/>
              <a:chOff x="3359150" y="2215848"/>
              <a:chExt cx="915988" cy="3692524"/>
            </a:xfrm>
          </p:grpSpPr>
          <p:sp>
            <p:nvSpPr>
              <p:cNvPr id="70" name="Rectangle 95"/>
              <p:cNvSpPr>
                <a:spLocks noChangeArrowheads="1"/>
              </p:cNvSpPr>
              <p:nvPr/>
            </p:nvSpPr>
            <p:spPr bwMode="auto">
              <a:xfrm>
                <a:off x="3571875" y="2215848"/>
                <a:ext cx="530225" cy="2616199"/>
              </a:xfrm>
              <a:prstGeom prst="rect">
                <a:avLst/>
              </a:prstGeom>
              <a:solidFill>
                <a:srgbClr val="C0C0C0"/>
              </a:solidFill>
              <a:ln>
                <a:noFill/>
              </a:ln>
              <a:effectLst>
                <a:outerShdw dist="35921" dir="2700000" algn="ctr" rotWithShape="0">
                  <a:srgbClr val="808080">
                    <a:alpha val="50000"/>
                  </a:srgbClr>
                </a:outerShdw>
              </a:effectLst>
              <a:extLst>
                <a:ext uri="{91240B29-F687-4F45-9708-019B960494DF}">
                  <a14:hiddenLine xmlns:a14="http://schemas.microsoft.com/office/drawing/2010/main" w="0" algn="ctr">
                    <a:solidFill>
                      <a:srgbClr val="87FF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ko-KR" altLang="en-US" dirty="0"/>
              </a:p>
            </p:txBody>
          </p:sp>
          <p:sp>
            <p:nvSpPr>
              <p:cNvPr id="71" name="Freeform 100"/>
              <p:cNvSpPr>
                <a:spLocks/>
              </p:cNvSpPr>
              <p:nvPr/>
            </p:nvSpPr>
            <p:spPr bwMode="auto">
              <a:xfrm>
                <a:off x="3359150" y="4832047"/>
                <a:ext cx="915988" cy="723900"/>
              </a:xfrm>
              <a:custGeom>
                <a:avLst/>
                <a:gdLst>
                  <a:gd name="T0" fmla="*/ 212725 w 577"/>
                  <a:gd name="T1" fmla="*/ 0 h 456"/>
                  <a:gd name="T2" fmla="*/ 742950 w 577"/>
                  <a:gd name="T3" fmla="*/ 0 h 456"/>
                  <a:gd name="T4" fmla="*/ 915988 w 577"/>
                  <a:gd name="T5" fmla="*/ 723900 h 456"/>
                  <a:gd name="T6" fmla="*/ 0 w 577"/>
                  <a:gd name="T7" fmla="*/ 723900 h 456"/>
                  <a:gd name="T8" fmla="*/ 212725 w 577"/>
                  <a:gd name="T9" fmla="*/ 0 h 4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77" h="456">
                    <a:moveTo>
                      <a:pt x="134" y="0"/>
                    </a:moveTo>
                    <a:lnTo>
                      <a:pt x="468" y="0"/>
                    </a:lnTo>
                    <a:lnTo>
                      <a:pt x="577" y="456"/>
                    </a:lnTo>
                    <a:lnTo>
                      <a:pt x="0" y="456"/>
                    </a:lnTo>
                    <a:lnTo>
                      <a:pt x="134" y="0"/>
                    </a:lnTo>
                    <a:close/>
                  </a:path>
                </a:pathLst>
              </a:custGeom>
              <a:solidFill>
                <a:srgbClr val="A7A7A7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rgbClr val="87FF00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ko-KR" altLang="en-US" dirty="0"/>
              </a:p>
            </p:txBody>
          </p:sp>
          <p:sp>
            <p:nvSpPr>
              <p:cNvPr id="72" name="Rectangle 105"/>
              <p:cNvSpPr>
                <a:spLocks noChangeArrowheads="1"/>
              </p:cNvSpPr>
              <p:nvPr/>
            </p:nvSpPr>
            <p:spPr bwMode="auto">
              <a:xfrm>
                <a:off x="3373438" y="5548009"/>
                <a:ext cx="898525" cy="360363"/>
              </a:xfrm>
              <a:prstGeom prst="rect">
                <a:avLst/>
              </a:prstGeom>
              <a:solidFill>
                <a:srgbClr val="979797"/>
              </a:solidFill>
              <a:ln>
                <a:noFill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ko-KR" altLang="en-US" dirty="0"/>
              </a:p>
            </p:txBody>
          </p:sp>
        </p:grpSp>
        <p:sp>
          <p:nvSpPr>
            <p:cNvPr id="65" name="TextBox 64"/>
            <p:cNvSpPr txBox="1"/>
            <p:nvPr/>
          </p:nvSpPr>
          <p:spPr>
            <a:xfrm>
              <a:off x="4406670" y="5558913"/>
              <a:ext cx="697114" cy="338554"/>
            </a:xfrm>
            <a:prstGeom prst="rect">
              <a:avLst/>
            </a:prstGeom>
            <a:noFill/>
            <a:ln w="6350">
              <a:noFill/>
            </a:ln>
            <a:effectLst/>
            <a:scene3d>
              <a:camera prst="orthographicFront"/>
              <a:lightRig rig="threePt" dir="t"/>
            </a:scene3d>
            <a:sp3d>
              <a:bevelT w="0" h="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 anchorCtr="0">
              <a:spAutoFit/>
              <a:sp3d>
                <a:bevelT w="0" h="0"/>
                <a:contourClr>
                  <a:schemeClr val="bg1"/>
                </a:contourClr>
              </a:sp3d>
            </a:bodyPr>
            <a:lstStyle>
              <a:defPPr>
                <a:defRPr lang="ko-KR"/>
              </a:defPPr>
              <a:lvl1pPr lvl="0" indent="0" defTabSz="801639" latinLnBrk="0">
                <a:lnSpc>
                  <a:spcPct val="100000"/>
                </a:lnSpc>
                <a:spcBef>
                  <a:spcPts val="88"/>
                </a:spcBef>
                <a:spcAft>
                  <a:spcPts val="88"/>
                </a:spcAft>
                <a:defRPr sz="2400" spc="0">
                  <a:ln>
                    <a:solidFill>
                      <a:prstClr val="white">
                        <a:alpha val="10000"/>
                      </a:prstClr>
                    </a:solidFill>
                  </a:ln>
                  <a:solidFill>
                    <a:prstClr val="white"/>
                  </a:solidFill>
                  <a:effectLst/>
                  <a:latin typeface="나눔고딕 ExtraBold" panose="020D0904000000000000" pitchFamily="50" charset="-127"/>
                  <a:ea typeface="나눔고딕 ExtraBold" panose="020D0904000000000000" pitchFamily="50" charset="-127"/>
                </a:defRPr>
              </a:lvl1pPr>
            </a:lstStyle>
            <a:p>
              <a:pPr algn="ctr"/>
              <a:r>
                <a:rPr lang="ko-KR" altLang="en-US" sz="2200" spc="-163" dirty="0">
                  <a:solidFill>
                    <a:schemeClr val="tx1"/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</a:rPr>
                <a:t>서비스</a:t>
              </a:r>
            </a:p>
          </p:txBody>
        </p:sp>
        <p:sp>
          <p:nvSpPr>
            <p:cNvPr id="66" name="TextBox 65"/>
            <p:cNvSpPr txBox="1"/>
            <p:nvPr/>
          </p:nvSpPr>
          <p:spPr>
            <a:xfrm>
              <a:off x="4279834" y="5988979"/>
              <a:ext cx="936346" cy="276999"/>
            </a:xfrm>
            <a:prstGeom prst="rect">
              <a:avLst/>
            </a:prstGeom>
            <a:noFill/>
            <a:ln w="6350">
              <a:noFill/>
            </a:ln>
            <a:effectLst/>
            <a:scene3d>
              <a:camera prst="orthographicFront"/>
              <a:lightRig rig="threePt" dir="t"/>
            </a:scene3d>
            <a:sp3d>
              <a:bevelT w="0" h="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 anchorCtr="0">
              <a:spAutoFit/>
              <a:sp3d>
                <a:bevelT w="0" h="0"/>
                <a:contourClr>
                  <a:schemeClr val="bg1"/>
                </a:contourClr>
              </a:sp3d>
            </a:bodyPr>
            <a:lstStyle>
              <a:defPPr>
                <a:defRPr lang="ko-KR"/>
              </a:defPPr>
              <a:lvl1pPr lvl="0" indent="0" defTabSz="801639" latinLnBrk="0">
                <a:lnSpc>
                  <a:spcPct val="100000"/>
                </a:lnSpc>
                <a:spcBef>
                  <a:spcPts val="88"/>
                </a:spcBef>
                <a:spcAft>
                  <a:spcPts val="88"/>
                </a:spcAft>
                <a:defRPr sz="2400" spc="0">
                  <a:ln>
                    <a:solidFill>
                      <a:prstClr val="white">
                        <a:alpha val="10000"/>
                      </a:prstClr>
                    </a:solidFill>
                  </a:ln>
                  <a:solidFill>
                    <a:prstClr val="white"/>
                  </a:solidFill>
                  <a:effectLst/>
                  <a:latin typeface="나눔고딕 ExtraBold" panose="020D0904000000000000" pitchFamily="50" charset="-127"/>
                  <a:ea typeface="나눔고딕 ExtraBold" panose="020D0904000000000000" pitchFamily="50" charset="-127"/>
                </a:defRPr>
              </a:lvl1pPr>
            </a:lstStyle>
            <a:p>
              <a:pPr algn="ctr"/>
              <a:r>
                <a:rPr lang="en-US" altLang="ko-KR" sz="1800" spc="-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</a:rPr>
                <a:t>SERVICES</a:t>
              </a:r>
              <a:endParaRPr lang="ko-KR" altLang="en-US" sz="180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endParaRPr>
            </a:p>
          </p:txBody>
        </p:sp>
        <p:sp>
          <p:nvSpPr>
            <p:cNvPr id="67" name="Text Box 3"/>
            <p:cNvSpPr txBox="1">
              <a:spLocks noChangeArrowheads="1"/>
            </p:cNvSpPr>
            <p:nvPr/>
          </p:nvSpPr>
          <p:spPr bwMode="auto">
            <a:xfrm>
              <a:off x="4297570" y="2984071"/>
              <a:ext cx="987083" cy="24622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bg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9pPr>
            </a:lstStyle>
            <a:p>
              <a:pPr algn="ctr" eaLnBrk="1" hangingPunct="1"/>
              <a:r>
                <a:rPr lang="en-CA" altLang="ko-KR" sz="1000" dirty="0">
                  <a:latin typeface="Rix고딕 B" pitchFamily="18" charset="-127"/>
                  <a:ea typeface="Rix고딕 B" pitchFamily="18" charset="-127"/>
                </a:rPr>
                <a:t>Metering</a:t>
              </a:r>
            </a:p>
          </p:txBody>
        </p:sp>
        <p:sp>
          <p:nvSpPr>
            <p:cNvPr id="68" name="Rectangle 67"/>
            <p:cNvSpPr>
              <a:spLocks noChangeArrowheads="1"/>
            </p:cNvSpPr>
            <p:nvPr/>
          </p:nvSpPr>
          <p:spPr bwMode="auto">
            <a:xfrm>
              <a:off x="4446906" y="3526239"/>
              <a:ext cx="654410" cy="61555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A3BFE1"/>
                  </a:solidFill>
                </a14:hiddenFill>
              </a:ext>
              <a:ext uri="{91240B29-F687-4F45-9708-019B960494DF}">
                <a14:hiddenLine xmlns:a14="http://schemas.microsoft.com/office/drawing/2010/main" w="3175" algn="ctr">
                  <a:solidFill>
                    <a:srgbClr val="C7DDF5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spcBef>
                  <a:spcPct val="0"/>
                </a:spcBef>
                <a:spcAft>
                  <a:spcPct val="0"/>
                </a:spcAft>
                <a:buClr>
                  <a:schemeClr val="bg2"/>
                </a:buClr>
                <a:buFont typeface="Wingdings" pitchFamily="2" charset="2"/>
                <a:buNone/>
              </a:pPr>
              <a:r>
                <a:rPr kumimoji="1" lang="ko-KR" altLang="en-US" spc="-99" dirty="0" smtClean="0">
                  <a:solidFill>
                    <a:srgbClr val="0070C0"/>
                  </a:solidFill>
                  <a:latin typeface="Rix고딕 EB" panose="02020603020101020101" pitchFamily="18" charset="-127"/>
                  <a:ea typeface="Rix고딕 EB" panose="02020603020101020101" pitchFamily="18" charset="-127"/>
                  <a:sym typeface="Wingdings" pitchFamily="2" charset="2"/>
                </a:rPr>
                <a:t>탄력적</a:t>
              </a:r>
              <a:endParaRPr kumimoji="1" lang="en-US" altLang="ko-KR" spc="-99" dirty="0" smtClean="0">
                <a:solidFill>
                  <a:srgbClr val="0070C0"/>
                </a:solidFill>
                <a:latin typeface="Rix고딕 EB" panose="02020603020101020101" pitchFamily="18" charset="-127"/>
                <a:ea typeface="Rix고딕 EB" panose="02020603020101020101" pitchFamily="18" charset="-127"/>
                <a:sym typeface="Wingdings" pitchFamily="2" charset="2"/>
              </a:endParaRPr>
            </a:p>
            <a:p>
              <a:pPr algn="ctr">
                <a:spcBef>
                  <a:spcPct val="0"/>
                </a:spcBef>
                <a:spcAft>
                  <a:spcPct val="0"/>
                </a:spcAft>
                <a:buClr>
                  <a:schemeClr val="bg2"/>
                </a:buClr>
                <a:buFont typeface="Wingdings" pitchFamily="2" charset="2"/>
                <a:buNone/>
              </a:pPr>
              <a:r>
                <a:rPr kumimoji="1" lang="ko-KR" altLang="en-US" spc="-99" dirty="0" smtClean="0">
                  <a:solidFill>
                    <a:srgbClr val="0070C0"/>
                  </a:solidFill>
                  <a:latin typeface="Rix고딕 EB" panose="02020603020101020101" pitchFamily="18" charset="-127"/>
                  <a:ea typeface="Rix고딕 EB" panose="02020603020101020101" pitchFamily="18" charset="-127"/>
                  <a:sym typeface="Wingdings" pitchFamily="2" charset="2"/>
                </a:rPr>
                <a:t>조정</a:t>
              </a:r>
              <a:endParaRPr kumimoji="1" lang="ko-KR" altLang="en-US" spc="-99" dirty="0">
                <a:solidFill>
                  <a:srgbClr val="0070C0"/>
                </a:solidFill>
                <a:latin typeface="Rix고딕 EB" panose="02020603020101020101" pitchFamily="18" charset="-127"/>
                <a:ea typeface="Rix고딕 EB" panose="02020603020101020101" pitchFamily="18" charset="-127"/>
                <a:sym typeface="Wingdings" pitchFamily="2" charset="2"/>
              </a:endParaRPr>
            </a:p>
          </p:txBody>
        </p:sp>
        <p:pic>
          <p:nvPicPr>
            <p:cNvPr id="69" name="Picture 14" descr="metering_corp_blue"/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446906" y="2016679"/>
              <a:ext cx="613566" cy="7315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73" name="그룹 72"/>
          <p:cNvGrpSpPr/>
          <p:nvPr/>
        </p:nvGrpSpPr>
        <p:grpSpPr>
          <a:xfrm>
            <a:off x="5172170" y="2097051"/>
            <a:ext cx="1805819" cy="4168927"/>
            <a:chOff x="5315045" y="2097051"/>
            <a:chExt cx="1805819" cy="4168927"/>
          </a:xfrm>
        </p:grpSpPr>
        <p:grpSp>
          <p:nvGrpSpPr>
            <p:cNvPr id="74" name="그룹 73"/>
            <p:cNvGrpSpPr/>
            <p:nvPr/>
          </p:nvGrpSpPr>
          <p:grpSpPr>
            <a:xfrm>
              <a:off x="5511186" y="2215848"/>
              <a:ext cx="1397000" cy="3692524"/>
              <a:chOff x="4265613" y="2215848"/>
              <a:chExt cx="1397000" cy="3692524"/>
            </a:xfrm>
          </p:grpSpPr>
          <p:sp>
            <p:nvSpPr>
              <p:cNvPr id="80" name="Rectangle 96"/>
              <p:cNvSpPr>
                <a:spLocks noChangeArrowheads="1"/>
              </p:cNvSpPr>
              <p:nvPr/>
            </p:nvSpPr>
            <p:spPr bwMode="auto">
              <a:xfrm>
                <a:off x="4265613" y="2215848"/>
                <a:ext cx="531812" cy="2616199"/>
              </a:xfrm>
              <a:prstGeom prst="rect">
                <a:avLst/>
              </a:prstGeom>
              <a:solidFill>
                <a:srgbClr val="C0C0C0"/>
              </a:solidFill>
              <a:ln>
                <a:noFill/>
              </a:ln>
              <a:effectLst>
                <a:outerShdw dist="35921" dir="2700000" algn="ctr" rotWithShape="0">
                  <a:srgbClr val="808080">
                    <a:alpha val="50000"/>
                  </a:srgbClr>
                </a:outerShdw>
              </a:effectLst>
              <a:extLst>
                <a:ext uri="{91240B29-F687-4F45-9708-019B960494DF}">
                  <a14:hiddenLine xmlns:a14="http://schemas.microsoft.com/office/drawing/2010/main" w="0">
                    <a:solidFill>
                      <a:srgbClr val="0A985B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ko-KR" altLang="en-US" dirty="0"/>
              </a:p>
            </p:txBody>
          </p:sp>
          <p:sp>
            <p:nvSpPr>
              <p:cNvPr id="81" name="Freeform 101"/>
              <p:cNvSpPr>
                <a:spLocks/>
              </p:cNvSpPr>
              <p:nvPr/>
            </p:nvSpPr>
            <p:spPr bwMode="auto">
              <a:xfrm>
                <a:off x="4265613" y="4832047"/>
                <a:ext cx="1397000" cy="733425"/>
              </a:xfrm>
              <a:custGeom>
                <a:avLst/>
                <a:gdLst>
                  <a:gd name="T0" fmla="*/ 0 w 880"/>
                  <a:gd name="T1" fmla="*/ 0 h 462"/>
                  <a:gd name="T2" fmla="*/ 531813 w 880"/>
                  <a:gd name="T3" fmla="*/ 0 h 462"/>
                  <a:gd name="T4" fmla="*/ 1397000 w 880"/>
                  <a:gd name="T5" fmla="*/ 733425 h 462"/>
                  <a:gd name="T6" fmla="*/ 509588 w 880"/>
                  <a:gd name="T7" fmla="*/ 733425 h 462"/>
                  <a:gd name="T8" fmla="*/ 0 w 880"/>
                  <a:gd name="T9" fmla="*/ 0 h 46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880" h="462">
                    <a:moveTo>
                      <a:pt x="0" y="0"/>
                    </a:moveTo>
                    <a:lnTo>
                      <a:pt x="335" y="0"/>
                    </a:lnTo>
                    <a:lnTo>
                      <a:pt x="880" y="462"/>
                    </a:lnTo>
                    <a:lnTo>
                      <a:pt x="321" y="46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A7A7A7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0" cap="flat" cmpd="sng">
                    <a:solidFill>
                      <a:srgbClr val="0A985B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ko-KR" altLang="en-US" dirty="0"/>
              </a:p>
            </p:txBody>
          </p:sp>
          <p:sp>
            <p:nvSpPr>
              <p:cNvPr id="82" name="Rectangle 106"/>
              <p:cNvSpPr>
                <a:spLocks noChangeArrowheads="1"/>
              </p:cNvSpPr>
              <p:nvPr/>
            </p:nvSpPr>
            <p:spPr bwMode="auto">
              <a:xfrm>
                <a:off x="4757738" y="5548009"/>
                <a:ext cx="898525" cy="360363"/>
              </a:xfrm>
              <a:prstGeom prst="rect">
                <a:avLst/>
              </a:prstGeom>
              <a:solidFill>
                <a:srgbClr val="979797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0" algn="ctr">
                    <a:solidFill>
                      <a:srgbClr val="0A985B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ko-KR" altLang="en-US" dirty="0"/>
              </a:p>
            </p:txBody>
          </p:sp>
        </p:grpSp>
        <p:sp>
          <p:nvSpPr>
            <p:cNvPr id="75" name="TextBox 74"/>
            <p:cNvSpPr txBox="1"/>
            <p:nvPr/>
          </p:nvSpPr>
          <p:spPr>
            <a:xfrm>
              <a:off x="6227420" y="5558913"/>
              <a:ext cx="464743" cy="338554"/>
            </a:xfrm>
            <a:prstGeom prst="rect">
              <a:avLst/>
            </a:prstGeom>
            <a:noFill/>
            <a:ln w="6350">
              <a:noFill/>
            </a:ln>
            <a:effectLst/>
            <a:scene3d>
              <a:camera prst="orthographicFront"/>
              <a:lightRig rig="threePt" dir="t"/>
            </a:scene3d>
            <a:sp3d>
              <a:bevelT w="0" h="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 anchorCtr="0">
              <a:spAutoFit/>
              <a:sp3d>
                <a:bevelT w="0" h="0"/>
                <a:contourClr>
                  <a:schemeClr val="bg1"/>
                </a:contourClr>
              </a:sp3d>
            </a:bodyPr>
            <a:lstStyle>
              <a:defPPr>
                <a:defRPr lang="ko-KR"/>
              </a:defPPr>
              <a:lvl1pPr lvl="0" indent="0" defTabSz="801639" latinLnBrk="0">
                <a:lnSpc>
                  <a:spcPct val="100000"/>
                </a:lnSpc>
                <a:spcBef>
                  <a:spcPts val="88"/>
                </a:spcBef>
                <a:spcAft>
                  <a:spcPts val="88"/>
                </a:spcAft>
                <a:defRPr sz="2400" spc="0">
                  <a:ln>
                    <a:solidFill>
                      <a:prstClr val="white">
                        <a:alpha val="10000"/>
                      </a:prstClr>
                    </a:solidFill>
                  </a:ln>
                  <a:solidFill>
                    <a:prstClr val="white"/>
                  </a:solidFill>
                  <a:effectLst/>
                  <a:latin typeface="나눔고딕 ExtraBold" panose="020D0904000000000000" pitchFamily="50" charset="-127"/>
                  <a:ea typeface="나눔고딕 ExtraBold" panose="020D0904000000000000" pitchFamily="50" charset="-127"/>
                </a:defRPr>
              </a:lvl1pPr>
            </a:lstStyle>
            <a:p>
              <a:pPr algn="ctr"/>
              <a:r>
                <a:rPr lang="ko-KR" altLang="en-US" sz="2200" spc="-163" dirty="0">
                  <a:solidFill>
                    <a:schemeClr val="tx1"/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</a:rPr>
                <a:t>전송</a:t>
              </a:r>
            </a:p>
          </p:txBody>
        </p:sp>
        <p:sp>
          <p:nvSpPr>
            <p:cNvPr id="76" name="TextBox 75"/>
            <p:cNvSpPr txBox="1"/>
            <p:nvPr/>
          </p:nvSpPr>
          <p:spPr>
            <a:xfrm>
              <a:off x="5784280" y="5988979"/>
              <a:ext cx="1336584" cy="276999"/>
            </a:xfrm>
            <a:prstGeom prst="rect">
              <a:avLst/>
            </a:prstGeom>
            <a:noFill/>
            <a:ln w="6350">
              <a:noFill/>
            </a:ln>
            <a:effectLst/>
            <a:scene3d>
              <a:camera prst="orthographicFront"/>
              <a:lightRig rig="threePt" dir="t"/>
            </a:scene3d>
            <a:sp3d>
              <a:bevelT w="0" h="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 anchorCtr="0">
              <a:spAutoFit/>
              <a:sp3d>
                <a:bevelT w="0" h="0"/>
                <a:contourClr>
                  <a:schemeClr val="bg1"/>
                </a:contourClr>
              </a:sp3d>
            </a:bodyPr>
            <a:lstStyle>
              <a:defPPr>
                <a:defRPr lang="ko-KR"/>
              </a:defPPr>
              <a:lvl1pPr lvl="0" indent="0" defTabSz="801639" latinLnBrk="0">
                <a:lnSpc>
                  <a:spcPct val="100000"/>
                </a:lnSpc>
                <a:spcBef>
                  <a:spcPts val="88"/>
                </a:spcBef>
                <a:spcAft>
                  <a:spcPts val="88"/>
                </a:spcAft>
                <a:defRPr sz="2400" spc="0">
                  <a:ln>
                    <a:solidFill>
                      <a:prstClr val="white">
                        <a:alpha val="10000"/>
                      </a:prstClr>
                    </a:solidFill>
                  </a:ln>
                  <a:solidFill>
                    <a:prstClr val="white"/>
                  </a:solidFill>
                  <a:effectLst/>
                  <a:latin typeface="나눔고딕 ExtraBold" panose="020D0904000000000000" pitchFamily="50" charset="-127"/>
                  <a:ea typeface="나눔고딕 ExtraBold" panose="020D0904000000000000" pitchFamily="50" charset="-127"/>
                </a:defRPr>
              </a:lvl1pPr>
            </a:lstStyle>
            <a:p>
              <a:pPr algn="ctr"/>
              <a:r>
                <a:rPr lang="en-US" altLang="ko-KR" sz="1800" spc="-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</a:rPr>
                <a:t>FORWARDING</a:t>
              </a:r>
              <a:endParaRPr lang="ko-KR" altLang="en-US" sz="180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endParaRPr>
            </a:p>
          </p:txBody>
        </p:sp>
        <p:sp>
          <p:nvSpPr>
            <p:cNvPr id="77" name="Text Box 3"/>
            <p:cNvSpPr txBox="1">
              <a:spLocks noChangeArrowheads="1"/>
            </p:cNvSpPr>
            <p:nvPr/>
          </p:nvSpPr>
          <p:spPr bwMode="auto">
            <a:xfrm>
              <a:off x="5315045" y="2907871"/>
              <a:ext cx="987083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bg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9pPr>
            </a:lstStyle>
            <a:p>
              <a:pPr algn="ctr" eaLnBrk="1" hangingPunct="1"/>
              <a:r>
                <a:rPr lang="en-CA" altLang="ko-KR" sz="1000" dirty="0">
                  <a:latin typeface="Rix고딕 B" pitchFamily="18" charset="-127"/>
                  <a:ea typeface="Rix고딕 B" pitchFamily="18" charset="-127"/>
                </a:rPr>
                <a:t>Fiber Channel Switch</a:t>
              </a:r>
            </a:p>
          </p:txBody>
        </p:sp>
        <p:sp>
          <p:nvSpPr>
            <p:cNvPr id="78" name="Rectangle 67"/>
            <p:cNvSpPr>
              <a:spLocks noChangeArrowheads="1"/>
            </p:cNvSpPr>
            <p:nvPr/>
          </p:nvSpPr>
          <p:spPr bwMode="auto">
            <a:xfrm>
              <a:off x="5449141" y="3526239"/>
              <a:ext cx="654410" cy="61555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A3BFE1"/>
                  </a:solidFill>
                </a14:hiddenFill>
              </a:ext>
              <a:ext uri="{91240B29-F687-4F45-9708-019B960494DF}">
                <a14:hiddenLine xmlns:a14="http://schemas.microsoft.com/office/drawing/2010/main" w="3175" algn="ctr">
                  <a:solidFill>
                    <a:srgbClr val="C7DDF5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spcBef>
                  <a:spcPct val="0"/>
                </a:spcBef>
                <a:spcAft>
                  <a:spcPct val="0"/>
                </a:spcAft>
                <a:buClr>
                  <a:schemeClr val="bg2"/>
                </a:buClr>
                <a:buFont typeface="Wingdings" pitchFamily="2" charset="2"/>
                <a:buNone/>
              </a:pPr>
              <a:r>
                <a:rPr kumimoji="1" lang="ko-KR" altLang="en-US" spc="-99" dirty="0" smtClean="0">
                  <a:solidFill>
                    <a:srgbClr val="0070C0"/>
                  </a:solidFill>
                  <a:latin typeface="Rix고딕 EB" panose="02020603020101020101" pitchFamily="18" charset="-127"/>
                  <a:ea typeface="Rix고딕 EB" panose="02020603020101020101" pitchFamily="18" charset="-127"/>
                  <a:sym typeface="Wingdings" pitchFamily="2" charset="2"/>
                </a:rPr>
                <a:t>손쉬운</a:t>
              </a:r>
              <a:endParaRPr kumimoji="1" lang="en-US" altLang="ko-KR" spc="-99" dirty="0" smtClean="0">
                <a:solidFill>
                  <a:srgbClr val="0070C0"/>
                </a:solidFill>
                <a:latin typeface="Rix고딕 EB" panose="02020603020101020101" pitchFamily="18" charset="-127"/>
                <a:ea typeface="Rix고딕 EB" panose="02020603020101020101" pitchFamily="18" charset="-127"/>
                <a:sym typeface="Wingdings" pitchFamily="2" charset="2"/>
              </a:endParaRPr>
            </a:p>
            <a:p>
              <a:pPr algn="ctr">
                <a:spcBef>
                  <a:spcPct val="0"/>
                </a:spcBef>
                <a:spcAft>
                  <a:spcPct val="0"/>
                </a:spcAft>
                <a:buClr>
                  <a:schemeClr val="bg2"/>
                </a:buClr>
                <a:buFont typeface="Wingdings" pitchFamily="2" charset="2"/>
                <a:buNone/>
              </a:pPr>
              <a:r>
                <a:rPr kumimoji="1" lang="ko-KR" altLang="en-US" spc="-99" dirty="0" smtClean="0">
                  <a:solidFill>
                    <a:srgbClr val="0070C0"/>
                  </a:solidFill>
                  <a:latin typeface="Rix고딕 EB" panose="02020603020101020101" pitchFamily="18" charset="-127"/>
                  <a:ea typeface="Rix고딕 EB" panose="02020603020101020101" pitchFamily="18" charset="-127"/>
                  <a:sym typeface="Wingdings" pitchFamily="2" charset="2"/>
                </a:rPr>
                <a:t>조정</a:t>
              </a:r>
              <a:endParaRPr kumimoji="1" lang="ko-KR" altLang="en-US" spc="-99" dirty="0">
                <a:solidFill>
                  <a:srgbClr val="0070C0"/>
                </a:solidFill>
                <a:latin typeface="Rix고딕 EB" panose="02020603020101020101" pitchFamily="18" charset="-127"/>
                <a:ea typeface="Rix고딕 EB" panose="02020603020101020101" pitchFamily="18" charset="-127"/>
                <a:sym typeface="Wingdings" pitchFamily="2" charset="2"/>
              </a:endParaRPr>
            </a:p>
          </p:txBody>
        </p:sp>
        <p:pic>
          <p:nvPicPr>
            <p:cNvPr id="79" name="Picture 12" descr="fiber_channel_switch_grey"/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420023" y="2097051"/>
              <a:ext cx="791478" cy="57076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83" name="Picture 99" descr="16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04" t="34267" r="65741" b="10072"/>
          <a:stretch>
            <a:fillRect/>
          </a:stretch>
        </p:blipFill>
        <p:spPr bwMode="auto">
          <a:xfrm>
            <a:off x="8985965" y="4375040"/>
            <a:ext cx="1593560" cy="2345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4" name="모서리가 둥근 직사각형 83"/>
          <p:cNvSpPr/>
          <p:nvPr/>
        </p:nvSpPr>
        <p:spPr bwMode="auto">
          <a:xfrm>
            <a:off x="6612079" y="2506018"/>
            <a:ext cx="2436676" cy="2846933"/>
          </a:xfrm>
          <a:prstGeom prst="roundRect">
            <a:avLst>
              <a:gd name="adj" fmla="val 0"/>
            </a:avLst>
          </a:prstGeom>
          <a:noFill/>
          <a:ln>
            <a:noFill/>
            <a:headEnd type="none" w="lg" len="med"/>
            <a:tailEnd type="none" w="lg" len="med"/>
          </a:ln>
          <a:effectLst>
            <a:innerShdw blurRad="279400" dist="50800" dir="13500000">
              <a:prstClr val="black">
                <a:alpha val="71000"/>
              </a:prstClr>
            </a:innerShdw>
          </a:effectLst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square" lIns="0" tIns="0" rIns="0" bIns="0" rtlCol="0" anchor="t" anchorCtr="0">
            <a:spAutoFit/>
          </a:bodyPr>
          <a:lstStyle/>
          <a:p>
            <a:pPr lvl="0" algn="ctr">
              <a:spcBef>
                <a:spcPts val="300"/>
              </a:spcBef>
              <a:defRPr/>
            </a:pPr>
            <a:r>
              <a:rPr lang="ko-KR" altLang="en-US" sz="2200" spc="-270" dirty="0">
                <a:solidFill>
                  <a:schemeClr val="tx2">
                    <a:lumMod val="75000"/>
                  </a:schemeClr>
                </a:solidFill>
                <a:latin typeface="Rix고딕 M" pitchFamily="18" charset="-127"/>
                <a:ea typeface="Rix고딕 M" pitchFamily="18" charset="-127"/>
              </a:rPr>
              <a:t>이를 통해</a:t>
            </a:r>
          </a:p>
          <a:p>
            <a:pPr lvl="0" algn="ctr">
              <a:spcBef>
                <a:spcPts val="300"/>
              </a:spcBef>
              <a:defRPr/>
            </a:pPr>
            <a:r>
              <a:rPr lang="ko-KR" altLang="en-US" sz="2200" spc="-270" dirty="0" smtClean="0">
                <a:solidFill>
                  <a:schemeClr val="tx2">
                    <a:lumMod val="75000"/>
                  </a:schemeClr>
                </a:solidFill>
                <a:latin typeface="Rix모던고딕 EB" pitchFamily="18" charset="-127"/>
                <a:ea typeface="Rix모던고딕 EB" pitchFamily="18" charset="-127"/>
              </a:rPr>
              <a:t>보다</a:t>
            </a:r>
            <a:r>
              <a:rPr lang="ko-KR" altLang="en-US" sz="2600" spc="-270" dirty="0" smtClean="0">
                <a:solidFill>
                  <a:schemeClr val="tx2">
                    <a:lumMod val="75000"/>
                  </a:schemeClr>
                </a:solidFill>
                <a:latin typeface="Rix모던고딕 EB" pitchFamily="18" charset="-127"/>
                <a:ea typeface="Rix모던고딕 EB" pitchFamily="18" charset="-127"/>
              </a:rPr>
              <a:t> </a:t>
            </a:r>
            <a:r>
              <a:rPr lang="ko-KR" altLang="en-US" sz="2600" spc="-270" dirty="0">
                <a:solidFill>
                  <a:srgbClr val="C00000"/>
                </a:solidFill>
                <a:latin typeface="Rix모던고딕 EB" pitchFamily="18" charset="-127"/>
                <a:ea typeface="Rix모던고딕 EB" pitchFamily="18" charset="-127"/>
              </a:rPr>
              <a:t>쉽고</a:t>
            </a:r>
            <a:r>
              <a:rPr lang="en-US" altLang="ko-KR" sz="2200" spc="-270" dirty="0">
                <a:solidFill>
                  <a:schemeClr val="tx2">
                    <a:lumMod val="75000"/>
                  </a:schemeClr>
                </a:solidFill>
                <a:latin typeface="Rix모던고딕 EB" pitchFamily="18" charset="-127"/>
                <a:ea typeface="Rix모던고딕 EB" pitchFamily="18" charset="-127"/>
              </a:rPr>
              <a:t>,</a:t>
            </a:r>
          </a:p>
          <a:p>
            <a:pPr lvl="0" algn="ctr">
              <a:spcBef>
                <a:spcPts val="300"/>
              </a:spcBef>
              <a:defRPr/>
            </a:pPr>
            <a:r>
              <a:rPr lang="ko-KR" altLang="en-US" sz="2200" spc="-270" dirty="0">
                <a:solidFill>
                  <a:schemeClr val="tx2">
                    <a:lumMod val="75000"/>
                  </a:schemeClr>
                </a:solidFill>
                <a:latin typeface="Rix모던고딕 EB" pitchFamily="18" charset="-127"/>
                <a:ea typeface="Rix모던고딕 EB" pitchFamily="18" charset="-127"/>
              </a:rPr>
              <a:t>보다</a:t>
            </a:r>
            <a:r>
              <a:rPr lang="ko-KR" altLang="en-US" sz="2600" spc="-270" dirty="0">
                <a:solidFill>
                  <a:schemeClr val="tx2">
                    <a:lumMod val="75000"/>
                  </a:schemeClr>
                </a:solidFill>
                <a:latin typeface="Rix모던고딕 EB" pitchFamily="18" charset="-127"/>
                <a:ea typeface="Rix모던고딕 EB" pitchFamily="18" charset="-127"/>
              </a:rPr>
              <a:t> </a:t>
            </a:r>
            <a:r>
              <a:rPr lang="ko-KR" altLang="en-US" sz="2600" spc="-270" dirty="0">
                <a:solidFill>
                  <a:srgbClr val="C00000"/>
                </a:solidFill>
                <a:latin typeface="Rix모던고딕 EB" pitchFamily="18" charset="-127"/>
                <a:ea typeface="Rix모던고딕 EB" pitchFamily="18" charset="-127"/>
              </a:rPr>
              <a:t>빠른</a:t>
            </a:r>
          </a:p>
          <a:p>
            <a:pPr lvl="0" algn="ctr">
              <a:spcBef>
                <a:spcPts val="300"/>
              </a:spcBef>
              <a:defRPr/>
            </a:pPr>
            <a:r>
              <a:rPr lang="ko-KR" altLang="en-US" sz="2200" spc="-270" dirty="0">
                <a:solidFill>
                  <a:schemeClr val="tx2">
                    <a:lumMod val="75000"/>
                  </a:schemeClr>
                </a:solidFill>
                <a:latin typeface="Rix모던고딕 EB" pitchFamily="18" charset="-127"/>
                <a:ea typeface="Rix모던고딕 EB" pitchFamily="18" charset="-127"/>
              </a:rPr>
              <a:t>보다</a:t>
            </a:r>
            <a:r>
              <a:rPr lang="ko-KR" altLang="en-US" sz="2600" spc="-270" dirty="0">
                <a:solidFill>
                  <a:schemeClr val="tx2">
                    <a:lumMod val="75000"/>
                  </a:schemeClr>
                </a:solidFill>
                <a:latin typeface="Rix모던고딕 EB" pitchFamily="18" charset="-127"/>
                <a:ea typeface="Rix모던고딕 EB" pitchFamily="18" charset="-127"/>
              </a:rPr>
              <a:t> </a:t>
            </a:r>
            <a:r>
              <a:rPr lang="ko-KR" altLang="en-US" sz="2600" spc="-270" dirty="0" smtClean="0">
                <a:solidFill>
                  <a:srgbClr val="C00000"/>
                </a:solidFill>
                <a:latin typeface="Rix모던고딕 EB" pitchFamily="18" charset="-127"/>
                <a:ea typeface="Rix모던고딕 EB" pitchFamily="18" charset="-127"/>
              </a:rPr>
              <a:t>안전</a:t>
            </a:r>
            <a:r>
              <a:rPr lang="ko-KR" altLang="en-US" sz="2200" spc="-270" dirty="0" smtClean="0">
                <a:solidFill>
                  <a:schemeClr val="tx2">
                    <a:lumMod val="75000"/>
                  </a:schemeClr>
                </a:solidFill>
                <a:latin typeface="Rix모던고딕 EB" pitchFamily="18" charset="-127"/>
                <a:ea typeface="Rix모던고딕 EB" pitchFamily="18" charset="-127"/>
              </a:rPr>
              <a:t>하고</a:t>
            </a:r>
            <a:endParaRPr lang="ko-KR" altLang="en-US" sz="2200" spc="-270" dirty="0">
              <a:solidFill>
                <a:schemeClr val="tx2">
                  <a:lumMod val="75000"/>
                </a:schemeClr>
              </a:solidFill>
              <a:latin typeface="Rix모던고딕 EB" pitchFamily="18" charset="-127"/>
              <a:ea typeface="Rix모던고딕 EB" pitchFamily="18" charset="-127"/>
            </a:endParaRPr>
          </a:p>
          <a:p>
            <a:pPr lvl="0" algn="ctr">
              <a:spcBef>
                <a:spcPts val="300"/>
              </a:spcBef>
              <a:defRPr/>
            </a:pPr>
            <a:r>
              <a:rPr lang="ko-KR" altLang="en-US" sz="2600" spc="-270" dirty="0" smtClean="0">
                <a:solidFill>
                  <a:srgbClr val="C00000"/>
                </a:solidFill>
                <a:latin typeface="Rix모던고딕 EB" pitchFamily="18" charset="-127"/>
                <a:ea typeface="Rix모던고딕 EB" pitchFamily="18" charset="-127"/>
              </a:rPr>
              <a:t>유연</a:t>
            </a:r>
            <a:r>
              <a:rPr lang="ko-KR" altLang="en-US" sz="2200" spc="-270" dirty="0" smtClean="0">
                <a:solidFill>
                  <a:schemeClr val="tx2">
                    <a:lumMod val="75000"/>
                  </a:schemeClr>
                </a:solidFill>
                <a:latin typeface="Rix모던고딕 EB" pitchFamily="18" charset="-127"/>
                <a:ea typeface="Rix모던고딕 EB" pitchFamily="18" charset="-127"/>
              </a:rPr>
              <a:t>한</a:t>
            </a:r>
            <a:endParaRPr lang="ko-KR" altLang="en-US" sz="2200" spc="-270" dirty="0">
              <a:solidFill>
                <a:schemeClr val="tx2">
                  <a:lumMod val="75000"/>
                </a:schemeClr>
              </a:solidFill>
              <a:latin typeface="Rix모던고딕 EB" pitchFamily="18" charset="-127"/>
              <a:ea typeface="Rix모던고딕 EB" pitchFamily="18" charset="-127"/>
            </a:endParaRPr>
          </a:p>
          <a:p>
            <a:pPr lvl="0" algn="ctr">
              <a:spcBef>
                <a:spcPts val="300"/>
              </a:spcBef>
              <a:defRPr/>
            </a:pPr>
            <a:r>
              <a:rPr lang="ko-KR" altLang="en-US" sz="2200" spc="-270" dirty="0" smtClean="0">
                <a:solidFill>
                  <a:schemeClr val="tx2">
                    <a:lumMod val="75000"/>
                  </a:schemeClr>
                </a:solidFill>
                <a:latin typeface="Rix고딕 M" pitchFamily="18" charset="-127"/>
                <a:ea typeface="Rix고딕 M" pitchFamily="18" charset="-127"/>
              </a:rPr>
              <a:t>네트워크를</a:t>
            </a:r>
            <a:endParaRPr lang="ko-KR" altLang="en-US" sz="2200" spc="-270" dirty="0">
              <a:solidFill>
                <a:schemeClr val="tx2">
                  <a:lumMod val="75000"/>
                </a:schemeClr>
              </a:solidFill>
              <a:latin typeface="Rix고딕 M" pitchFamily="18" charset="-127"/>
              <a:ea typeface="Rix고딕 M" pitchFamily="18" charset="-127"/>
            </a:endParaRPr>
          </a:p>
          <a:p>
            <a:pPr lvl="0" algn="ctr">
              <a:spcBef>
                <a:spcPts val="300"/>
              </a:spcBef>
              <a:defRPr/>
            </a:pPr>
            <a:r>
              <a:rPr lang="ko-KR" altLang="en-US" sz="2200" spc="-270" dirty="0" smtClean="0">
                <a:solidFill>
                  <a:schemeClr val="tx2">
                    <a:lumMod val="75000"/>
                  </a:schemeClr>
                </a:solidFill>
                <a:latin typeface="Rix고딕 M" pitchFamily="18" charset="-127"/>
                <a:ea typeface="Rix고딕 M" pitchFamily="18" charset="-127"/>
              </a:rPr>
              <a:t>구축하겠습니다</a:t>
            </a:r>
            <a:r>
              <a:rPr lang="en-US" altLang="ko-KR" sz="2200" spc="-270" dirty="0">
                <a:solidFill>
                  <a:schemeClr val="tx2">
                    <a:lumMod val="75000"/>
                  </a:schemeClr>
                </a:solidFill>
                <a:latin typeface="Rix고딕 M" pitchFamily="18" charset="-127"/>
                <a:ea typeface="Rix고딕 M" pitchFamily="18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518440163"/>
      </p:ext>
    </p:extLst>
  </p:cSld>
  <p:clrMapOvr>
    <a:masterClrMapping/>
  </p:clrMapOvr>
  <p:transition spd="slow">
    <p:split orient="vert"/>
  </p:transition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그룹 105"/>
          <p:cNvGrpSpPr/>
          <p:nvPr/>
        </p:nvGrpSpPr>
        <p:grpSpPr>
          <a:xfrm>
            <a:off x="0" y="868564"/>
            <a:ext cx="10693400" cy="498994"/>
            <a:chOff x="0" y="778175"/>
            <a:chExt cx="11518770" cy="498994"/>
          </a:xfrm>
        </p:grpSpPr>
        <p:sp>
          <p:nvSpPr>
            <p:cNvPr id="107" name="직사각형 106"/>
            <p:cNvSpPr/>
            <p:nvPr/>
          </p:nvSpPr>
          <p:spPr>
            <a:xfrm>
              <a:off x="0" y="778175"/>
              <a:ext cx="11518770" cy="49899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2700" cap="rnd" cmpd="sng">
              <a:noFill/>
              <a:prstDash val="solid"/>
              <a:headEnd type="none" w="lg" len="med"/>
              <a:tailEnd type="none" w="lg" len="med"/>
            </a:ln>
            <a:effectLst/>
          </p:spPr>
          <p:style>
            <a:lnRef idx="1">
              <a:schemeClr val="accent5"/>
            </a:lnRef>
            <a:fillRef idx="3">
              <a:schemeClr val="accent5"/>
            </a:fillRef>
            <a:effectRef idx="2">
              <a:schemeClr val="accent5"/>
            </a:effectRef>
            <a:fontRef idx="minor">
              <a:schemeClr val="lt1"/>
            </a:fontRef>
          </p:style>
          <p:txBody>
            <a:bodyPr wrap="none" lIns="99569" tIns="172873" rIns="99569" bIns="49785"/>
            <a:lstStyle/>
            <a:p>
              <a:pPr algn="ctr" latinLnBrk="0"/>
              <a:endParaRPr lang="ko-KR" altLang="en-US" sz="1700" b="1" dirty="0">
                <a:gradFill>
                  <a:gsLst>
                    <a:gs pos="0">
                      <a:prstClr val="white"/>
                    </a:gs>
                    <a:gs pos="100000">
                      <a:prstClr val="white"/>
                    </a:gs>
                  </a:gsLst>
                  <a:lin ang="5400000" scaled="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고도 B" panose="02000503000000020004" pitchFamily="2" charset="-127"/>
                <a:ea typeface="고도 B" panose="02000503000000020004" pitchFamily="2" charset="-127"/>
              </a:endParaRPr>
            </a:p>
          </p:txBody>
        </p:sp>
        <p:sp>
          <p:nvSpPr>
            <p:cNvPr id="108" name="TextBox 107"/>
            <p:cNvSpPr txBox="1"/>
            <p:nvPr/>
          </p:nvSpPr>
          <p:spPr>
            <a:xfrm>
              <a:off x="433815" y="840817"/>
              <a:ext cx="1179358" cy="369332"/>
            </a:xfrm>
            <a:prstGeom prst="rect">
              <a:avLst/>
            </a:prstGeom>
            <a:noFill/>
            <a:ln w="6350">
              <a:noFill/>
            </a:ln>
            <a:effectLst/>
            <a:scene3d>
              <a:camera prst="orthographicFront"/>
              <a:lightRig rig="threePt" dir="t"/>
            </a:scene3d>
            <a:sp3d>
              <a:bevelT w="0" h="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 anchorCtr="0">
              <a:spAutoFit/>
              <a:sp3d>
                <a:bevelT w="0" h="0"/>
                <a:contourClr>
                  <a:schemeClr val="bg1"/>
                </a:contourClr>
              </a:sp3d>
            </a:bodyPr>
            <a:lstStyle>
              <a:defPPr>
                <a:defRPr lang="ko-KR"/>
              </a:defPPr>
              <a:lvl1pPr lvl="0" indent="0" defTabSz="801639" latinLnBrk="0">
                <a:lnSpc>
                  <a:spcPct val="100000"/>
                </a:lnSpc>
                <a:spcBef>
                  <a:spcPts val="88"/>
                </a:spcBef>
                <a:spcAft>
                  <a:spcPts val="88"/>
                </a:spcAft>
                <a:defRPr sz="2400" spc="0">
                  <a:ln>
                    <a:solidFill>
                      <a:prstClr val="white">
                        <a:alpha val="10000"/>
                      </a:prstClr>
                    </a:solidFill>
                  </a:ln>
                  <a:solidFill>
                    <a:prstClr val="white"/>
                  </a:solidFill>
                  <a:effectLst/>
                  <a:latin typeface="나눔고딕 ExtraBold" panose="020D0904000000000000" pitchFamily="50" charset="-127"/>
                  <a:ea typeface="나눔고딕 ExtraBold" panose="020D0904000000000000" pitchFamily="50" charset="-127"/>
                </a:defRPr>
              </a:lvl1pPr>
            </a:lstStyle>
            <a:p>
              <a:r>
                <a:rPr lang="ko-KR" altLang="en-US" spc="-150" dirty="0" smtClean="0">
                  <a:solidFill>
                    <a:schemeClr val="tx1"/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</a:rPr>
                <a:t>목표 구성</a:t>
              </a:r>
              <a:endParaRPr lang="ko-KR" altLang="en-US" spc="-150" dirty="0">
                <a:solidFill>
                  <a:schemeClr val="tx1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endParaRPr>
            </a:p>
          </p:txBody>
        </p:sp>
        <p:sp>
          <p:nvSpPr>
            <p:cNvPr id="109" name="직사각형 108"/>
            <p:cNvSpPr/>
            <p:nvPr/>
          </p:nvSpPr>
          <p:spPr>
            <a:xfrm>
              <a:off x="1817416" y="836331"/>
              <a:ext cx="9414068" cy="380168"/>
            </a:xfrm>
            <a:prstGeom prst="rect">
              <a:avLst/>
            </a:prstGeom>
          </p:spPr>
          <p:txBody>
            <a:bodyPr/>
            <a:lstStyle/>
            <a:p>
              <a:pPr marL="0" lvl="1">
                <a:spcBef>
                  <a:spcPct val="0"/>
                </a:spcBef>
              </a:pPr>
              <a:r>
                <a:rPr lang="ko-KR" altLang="en-US" spc="-1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  <a:cs typeface="+mj-cs"/>
                </a:rPr>
                <a:t>네트워크</a:t>
              </a:r>
              <a:r>
                <a:rPr lang="en-US" altLang="ko-KR" spc="-1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  <a:cs typeface="+mj-cs"/>
                </a:rPr>
                <a:t>, </a:t>
              </a:r>
              <a:r>
                <a:rPr lang="ko-KR" altLang="en-US" spc="-1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  <a:cs typeface="+mj-cs"/>
                </a:rPr>
                <a:t>영상장비</a:t>
              </a:r>
              <a:r>
                <a:rPr lang="en-US" altLang="ko-KR" spc="-1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  <a:cs typeface="+mj-cs"/>
                </a:rPr>
                <a:t>, IP</a:t>
              </a:r>
              <a:r>
                <a:rPr lang="ko-KR" altLang="en-US" spc="-1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  <a:cs typeface="+mj-cs"/>
                </a:rPr>
                <a:t>관리 등에 대한 최적의 구성을 제안합니다</a:t>
              </a:r>
              <a:r>
                <a:rPr lang="en-US" altLang="ko-KR" spc="-1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  <a:cs typeface="+mj-cs"/>
                </a:rPr>
                <a:t>.</a:t>
              </a:r>
              <a:endParaRPr lang="en-US" altLang="ko-KR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  <a:cs typeface="+mj-cs"/>
              </a:endParaRPr>
            </a:p>
          </p:txBody>
        </p:sp>
        <p:cxnSp>
          <p:nvCxnSpPr>
            <p:cNvPr id="110" name="직선 연결선 109"/>
            <p:cNvCxnSpPr/>
            <p:nvPr/>
          </p:nvCxnSpPr>
          <p:spPr>
            <a:xfrm>
              <a:off x="1781276" y="851717"/>
              <a:ext cx="0" cy="315104"/>
            </a:xfrm>
            <a:prstGeom prst="line">
              <a:avLst/>
            </a:prstGeom>
            <a:ln w="38100">
              <a:solidFill>
                <a:srgbClr val="1B91C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0" name="제목 1"/>
          <p:cNvSpPr txBox="1">
            <a:spLocks/>
          </p:cNvSpPr>
          <p:nvPr/>
        </p:nvSpPr>
        <p:spPr>
          <a:xfrm>
            <a:off x="1152636" y="292199"/>
            <a:ext cx="3264463" cy="421098"/>
          </a:xfrm>
          <a:prstGeom prst="rect">
            <a:avLst/>
          </a:prstGeom>
        </p:spPr>
        <p:txBody>
          <a:bodyPr lIns="96487" tIns="48244" rIns="96487" bIns="48244"/>
          <a:lstStyle>
            <a:lvl1pPr algn="l" defTabSz="995690" rtl="0" eaLnBrk="1" latinLnBrk="1" hangingPunct="1">
              <a:spcBef>
                <a:spcPct val="0"/>
              </a:spcBef>
              <a:buNone/>
              <a:defRPr sz="3500" kern="1200">
                <a:solidFill>
                  <a:schemeClr val="tx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+mj-cs"/>
              </a:defRPr>
            </a:lvl1pPr>
          </a:lstStyle>
          <a:p>
            <a:r>
              <a:rPr lang="en-US" altLang="ko-KR" sz="1900" spc="-96" dirty="0">
                <a:solidFill>
                  <a:schemeClr val="tx2">
                    <a:lumMod val="50000"/>
                  </a:schemeClr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1. </a:t>
            </a:r>
            <a:r>
              <a:rPr lang="ko-KR" altLang="en-US" sz="1900" spc="-96" dirty="0">
                <a:solidFill>
                  <a:schemeClr val="tx2">
                    <a:lumMod val="50000"/>
                  </a:schemeClr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목표 구성</a:t>
            </a:r>
          </a:p>
        </p:txBody>
      </p:sp>
      <p:graphicFrame>
        <p:nvGraphicFramePr>
          <p:cNvPr id="111" name="표 1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7781801"/>
              </p:ext>
            </p:extLst>
          </p:nvPr>
        </p:nvGraphicFramePr>
        <p:xfrm>
          <a:off x="7081852" y="1496788"/>
          <a:ext cx="3382258" cy="5566732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7073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73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734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273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4748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1236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spc="-100" dirty="0" smtClean="0">
                          <a:ln w="0">
                            <a:solidFill>
                              <a:schemeClr val="bg1">
                                <a:alpha val="68000"/>
                              </a:schemeClr>
                            </a:solidFill>
                          </a:ln>
                          <a:solidFill>
                            <a:schemeClr val="bg1">
                              <a:lumMod val="95000"/>
                            </a:schemeClr>
                          </a:solidFill>
                          <a:latin typeface="Rix고딕 B" panose="02020603020101020101" pitchFamily="18" charset="-127"/>
                          <a:ea typeface="Rix고딕 B" panose="02020603020101020101" pitchFamily="18" charset="-127"/>
                        </a:rPr>
                        <a:t>A </a:t>
                      </a:r>
                      <a:r>
                        <a:rPr lang="ko-KR" altLang="en-US" sz="1000" b="0" spc="-100" dirty="0" smtClean="0">
                          <a:ln w="0">
                            <a:solidFill>
                              <a:schemeClr val="bg1">
                                <a:alpha val="68000"/>
                              </a:schemeClr>
                            </a:solidFill>
                          </a:ln>
                          <a:solidFill>
                            <a:schemeClr val="bg1">
                              <a:lumMod val="95000"/>
                            </a:schemeClr>
                          </a:solidFill>
                          <a:latin typeface="Rix고딕 B" panose="02020603020101020101" pitchFamily="18" charset="-127"/>
                          <a:ea typeface="Rix고딕 B" panose="02020603020101020101" pitchFamily="18" charset="-127"/>
                        </a:rPr>
                        <a:t>건물</a:t>
                      </a:r>
                      <a:endParaRPr lang="ko-KR" altLang="en-US" sz="1000" b="0" spc="-100" dirty="0">
                        <a:ln w="0">
                          <a:solidFill>
                            <a:schemeClr val="bg1">
                              <a:alpha val="68000"/>
                            </a:schemeClr>
                          </a:solidFill>
                        </a:ln>
                        <a:solidFill>
                          <a:schemeClr val="bg1">
                            <a:lumMod val="95000"/>
                          </a:schemeClr>
                        </a:solidFill>
                        <a:latin typeface="Rix고딕 B" panose="02020603020101020101" pitchFamily="18" charset="-127"/>
                        <a:ea typeface="Rix고딕 B" panose="02020603020101020101" pitchFamily="18" charset="-127"/>
                      </a:endParaRPr>
                    </a:p>
                  </a:txBody>
                  <a:tcPr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spc="-100" dirty="0" smtClean="0">
                          <a:ln w="0">
                            <a:solidFill>
                              <a:schemeClr val="bg1">
                                <a:alpha val="68000"/>
                              </a:schemeClr>
                            </a:solidFill>
                          </a:ln>
                          <a:solidFill>
                            <a:schemeClr val="bg1">
                              <a:lumMod val="95000"/>
                            </a:schemeClr>
                          </a:solidFill>
                          <a:latin typeface="Rix고딕 B" panose="02020603020101020101" pitchFamily="18" charset="-127"/>
                          <a:ea typeface="Rix고딕 B" panose="02020603020101020101" pitchFamily="18" charset="-127"/>
                        </a:rPr>
                        <a:t>B </a:t>
                      </a:r>
                      <a:r>
                        <a:rPr lang="ko-KR" altLang="en-US" sz="1000" b="0" spc="-100" dirty="0" smtClean="0">
                          <a:ln w="0">
                            <a:solidFill>
                              <a:schemeClr val="bg1">
                                <a:alpha val="68000"/>
                              </a:schemeClr>
                            </a:solidFill>
                          </a:ln>
                          <a:solidFill>
                            <a:schemeClr val="bg1">
                              <a:lumMod val="95000"/>
                            </a:schemeClr>
                          </a:solidFill>
                          <a:latin typeface="Rix고딕 B" panose="02020603020101020101" pitchFamily="18" charset="-127"/>
                          <a:ea typeface="Rix고딕 B" panose="02020603020101020101" pitchFamily="18" charset="-127"/>
                        </a:rPr>
                        <a:t>건물</a:t>
                      </a:r>
                      <a:endParaRPr lang="ko-KR" altLang="en-US" sz="1000" b="0" spc="-100" dirty="0">
                        <a:ln w="0">
                          <a:solidFill>
                            <a:schemeClr val="bg1">
                              <a:alpha val="68000"/>
                            </a:schemeClr>
                          </a:solidFill>
                        </a:ln>
                        <a:solidFill>
                          <a:schemeClr val="bg1">
                            <a:lumMod val="95000"/>
                          </a:schemeClr>
                        </a:solidFill>
                        <a:latin typeface="Rix고딕 B" panose="02020603020101020101" pitchFamily="18" charset="-127"/>
                        <a:ea typeface="Rix고딕 B" panose="02020603020101020101" pitchFamily="18" charset="-127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spc="-100" dirty="0" smtClean="0">
                          <a:ln w="0">
                            <a:solidFill>
                              <a:schemeClr val="bg1">
                                <a:alpha val="68000"/>
                              </a:schemeClr>
                            </a:solidFill>
                          </a:ln>
                          <a:solidFill>
                            <a:schemeClr val="bg1">
                              <a:lumMod val="95000"/>
                            </a:schemeClr>
                          </a:solidFill>
                          <a:latin typeface="Rix고딕 B" panose="02020603020101020101" pitchFamily="18" charset="-127"/>
                          <a:ea typeface="Rix고딕 B" panose="02020603020101020101" pitchFamily="18" charset="-127"/>
                        </a:rPr>
                        <a:t>C</a:t>
                      </a:r>
                      <a:r>
                        <a:rPr lang="en-US" altLang="ko-KR" sz="1000" b="0" spc="-100" baseline="0" dirty="0" smtClean="0">
                          <a:ln w="0">
                            <a:solidFill>
                              <a:schemeClr val="bg1">
                                <a:alpha val="68000"/>
                              </a:schemeClr>
                            </a:solidFill>
                          </a:ln>
                          <a:solidFill>
                            <a:schemeClr val="bg1">
                              <a:lumMod val="95000"/>
                            </a:schemeClr>
                          </a:solidFill>
                          <a:latin typeface="Rix고딕 B" panose="02020603020101020101" pitchFamily="18" charset="-127"/>
                          <a:ea typeface="Rix고딕 B" panose="02020603020101020101" pitchFamily="18" charset="-127"/>
                        </a:rPr>
                        <a:t> </a:t>
                      </a:r>
                      <a:r>
                        <a:rPr lang="ko-KR" altLang="en-US" sz="1000" b="0" spc="-100" baseline="0" dirty="0" smtClean="0">
                          <a:ln w="0">
                            <a:solidFill>
                              <a:schemeClr val="bg1">
                                <a:alpha val="68000"/>
                              </a:schemeClr>
                            </a:solidFill>
                          </a:ln>
                          <a:solidFill>
                            <a:schemeClr val="bg1">
                              <a:lumMod val="95000"/>
                            </a:schemeClr>
                          </a:solidFill>
                          <a:latin typeface="Rix고딕 B" panose="02020603020101020101" pitchFamily="18" charset="-127"/>
                          <a:ea typeface="Rix고딕 B" panose="02020603020101020101" pitchFamily="18" charset="-127"/>
                        </a:rPr>
                        <a:t>건물</a:t>
                      </a:r>
                      <a:endParaRPr lang="ko-KR" altLang="en-US" sz="1000" b="0" spc="-100" dirty="0">
                        <a:ln w="0">
                          <a:solidFill>
                            <a:schemeClr val="bg1">
                              <a:alpha val="68000"/>
                            </a:schemeClr>
                          </a:solidFill>
                        </a:ln>
                        <a:solidFill>
                          <a:schemeClr val="bg1">
                            <a:lumMod val="95000"/>
                          </a:schemeClr>
                        </a:solidFill>
                        <a:latin typeface="Rix고딕 B" panose="02020603020101020101" pitchFamily="18" charset="-127"/>
                        <a:ea typeface="Rix고딕 B" panose="02020603020101020101" pitchFamily="18" charset="-127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spc="-100" dirty="0" smtClean="0">
                          <a:ln w="0">
                            <a:solidFill>
                              <a:schemeClr val="bg1">
                                <a:alpha val="68000"/>
                              </a:schemeClr>
                            </a:solidFill>
                          </a:ln>
                          <a:solidFill>
                            <a:schemeClr val="bg1">
                              <a:lumMod val="95000"/>
                            </a:schemeClr>
                          </a:solidFill>
                          <a:latin typeface="Rix고딕 B" panose="02020603020101020101" pitchFamily="18" charset="-127"/>
                          <a:ea typeface="Rix고딕 B" panose="02020603020101020101" pitchFamily="18" charset="-127"/>
                        </a:rPr>
                        <a:t>대충 장비</a:t>
                      </a:r>
                      <a:endParaRPr lang="ko-KR" altLang="en-US" sz="1000" b="0" spc="-100" dirty="0">
                        <a:ln w="0">
                          <a:solidFill>
                            <a:schemeClr val="bg1">
                              <a:alpha val="68000"/>
                            </a:schemeClr>
                          </a:solidFill>
                        </a:ln>
                        <a:solidFill>
                          <a:schemeClr val="bg1">
                            <a:lumMod val="95000"/>
                          </a:schemeClr>
                        </a:solidFill>
                        <a:latin typeface="Rix고딕 B" panose="02020603020101020101" pitchFamily="18" charset="-127"/>
                        <a:ea typeface="Rix고딕 B" panose="02020603020101020101" pitchFamily="18" charset="-127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spc="-100" dirty="0" smtClean="0">
                          <a:ln w="0">
                            <a:solidFill>
                              <a:schemeClr val="bg1">
                                <a:alpha val="68000"/>
                              </a:schemeClr>
                            </a:solidFill>
                          </a:ln>
                          <a:solidFill>
                            <a:schemeClr val="bg1">
                              <a:lumMod val="95000"/>
                            </a:schemeClr>
                          </a:solidFill>
                          <a:latin typeface="Rix고딕 B" panose="02020603020101020101" pitchFamily="18" charset="-127"/>
                          <a:ea typeface="Rix고딕 B" panose="02020603020101020101" pitchFamily="18" charset="-127"/>
                        </a:rPr>
                        <a:t>계</a:t>
                      </a:r>
                      <a:endParaRPr lang="ko-KR" altLang="en-US" sz="1000" b="0" spc="-100" dirty="0">
                        <a:ln w="0">
                          <a:solidFill>
                            <a:schemeClr val="bg1">
                              <a:alpha val="68000"/>
                            </a:schemeClr>
                          </a:solidFill>
                        </a:ln>
                        <a:solidFill>
                          <a:schemeClr val="bg1">
                            <a:lumMod val="95000"/>
                          </a:schemeClr>
                        </a:solidFill>
                        <a:latin typeface="Rix고딕 B" panose="02020603020101020101" pitchFamily="18" charset="-127"/>
                        <a:ea typeface="Rix고딕 B" panose="02020603020101020101" pitchFamily="18" charset="-127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3545">
                <a:tc gridSpan="5"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0" spc="-100" dirty="0" smtClean="0">
                          <a:ln w="0">
                            <a:noFill/>
                          </a:ln>
                          <a:solidFill>
                            <a:schemeClr val="bg1"/>
                          </a:solidFill>
                          <a:latin typeface="Rix고딕 B" panose="02020603020101020101" pitchFamily="18" charset="-127"/>
                          <a:ea typeface="Rix고딕 B" panose="02020603020101020101" pitchFamily="18" charset="-127"/>
                        </a:rPr>
                        <a:t>네트워크 장비</a:t>
                      </a:r>
                      <a:endParaRPr lang="ko-KR" altLang="en-US" sz="900" b="0" spc="-100" dirty="0">
                        <a:ln w="0">
                          <a:noFill/>
                        </a:ln>
                        <a:solidFill>
                          <a:schemeClr val="bg1"/>
                        </a:solidFill>
                        <a:latin typeface="Rix고딕 B" panose="02020603020101020101" pitchFamily="18" charset="-127"/>
                        <a:ea typeface="Rix고딕 B" panose="02020603020101020101" pitchFamily="18" charset="-127"/>
                      </a:endParaRPr>
                    </a:p>
                  </a:txBody>
                  <a:tcPr marT="0" marB="0" anchor="ctr"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91C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chemeClr val="tx1"/>
                        </a:solidFill>
                        <a:latin typeface="KoPub돋움체 Light" panose="02020603020101020101" pitchFamily="18" charset="-127"/>
                        <a:ea typeface="KoPub돋움체 Light" panose="02020603020101020101" pitchFamily="18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900" b="1" dirty="0">
                        <a:solidFill>
                          <a:schemeClr val="tx1"/>
                        </a:solidFill>
                        <a:latin typeface="KoPub돋움체 Light" panose="02020603020101020101" pitchFamily="18" charset="-127"/>
                        <a:ea typeface="KoPub돋움체 Light" panose="02020603020101020101" pitchFamily="18" charset="-127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E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5104">
                <a:tc gridSpan="4">
                  <a:txBody>
                    <a:bodyPr/>
                    <a:lstStyle/>
                    <a:p>
                      <a:pPr latinLnBrk="1"/>
                      <a:r>
                        <a:rPr lang="en-US" altLang="ko-KR" sz="900" b="0" spc="-100" dirty="0" smtClean="0">
                          <a:ln w="0">
                            <a:solidFill>
                              <a:schemeClr val="tx1">
                                <a:lumMod val="50000"/>
                                <a:lumOff val="50000"/>
                                <a:alpha val="68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Rix고딕 B" panose="02020603020101020101" pitchFamily="18" charset="-127"/>
                          <a:ea typeface="Rix고딕 B" panose="02020603020101020101" pitchFamily="18" charset="-127"/>
                        </a:rPr>
                        <a:t>Nexus 9508 (Cisco Systems / </a:t>
                      </a:r>
                      <a:r>
                        <a:rPr lang="ko-KR" altLang="en-US" sz="900" b="0" spc="-100" dirty="0" smtClean="0">
                          <a:ln w="0">
                            <a:solidFill>
                              <a:schemeClr val="tx1">
                                <a:lumMod val="50000"/>
                                <a:lumOff val="50000"/>
                                <a:alpha val="68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Rix고딕 B" panose="02020603020101020101" pitchFamily="18" charset="-127"/>
                          <a:ea typeface="Rix고딕 B" panose="02020603020101020101" pitchFamily="18" charset="-127"/>
                        </a:rPr>
                        <a:t>백본 스위치</a:t>
                      </a:r>
                      <a:r>
                        <a:rPr lang="en-US" altLang="ko-KR" sz="900" b="0" spc="-100" dirty="0" smtClean="0">
                          <a:ln w="0">
                            <a:solidFill>
                              <a:schemeClr val="tx1">
                                <a:lumMod val="50000"/>
                                <a:lumOff val="50000"/>
                                <a:alpha val="68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Rix고딕 B" panose="02020603020101020101" pitchFamily="18" charset="-127"/>
                          <a:ea typeface="Rix고딕 B" panose="02020603020101020101" pitchFamily="18" charset="-127"/>
                        </a:rPr>
                        <a:t>)</a:t>
                      </a:r>
                      <a:endParaRPr lang="ko-KR" altLang="en-US" sz="900" b="0" spc="-100" dirty="0">
                        <a:ln w="0">
                          <a:solidFill>
                            <a:schemeClr val="tx1">
                              <a:lumMod val="50000"/>
                              <a:lumOff val="50000"/>
                              <a:alpha val="6800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Rix고딕 B" panose="02020603020101020101" pitchFamily="18" charset="-127"/>
                        <a:ea typeface="Rix고딕 B" panose="02020603020101020101" pitchFamily="18" charset="-127"/>
                      </a:endParaRPr>
                    </a:p>
                  </a:txBody>
                  <a:tcPr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chemeClr val="tx1"/>
                        </a:solidFill>
                        <a:latin typeface="KoPub돋움체 Light" panose="02020603020101020101" pitchFamily="18" charset="-127"/>
                        <a:ea typeface="KoPub돋움체 Light" panose="02020603020101020101" pitchFamily="18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spc="-100" dirty="0" smtClean="0">
                          <a:ln w="0">
                            <a:solidFill>
                              <a:schemeClr val="tx1">
                                <a:lumMod val="50000"/>
                                <a:lumOff val="50000"/>
                                <a:alpha val="68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Rix고딕 B" panose="02020603020101020101" pitchFamily="18" charset="-127"/>
                          <a:ea typeface="Rix고딕 B" panose="02020603020101020101" pitchFamily="18" charset="-127"/>
                        </a:rPr>
                        <a:t>4</a:t>
                      </a:r>
                      <a:endParaRPr lang="ko-KR" altLang="en-US" sz="900" b="0" spc="-100" dirty="0">
                        <a:ln w="0">
                          <a:solidFill>
                            <a:schemeClr val="tx1">
                              <a:lumMod val="50000"/>
                              <a:lumOff val="50000"/>
                              <a:alpha val="6800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Rix고딕 B" panose="02020603020101020101" pitchFamily="18" charset="-127"/>
                        <a:ea typeface="Rix고딕 B" panose="02020603020101020101" pitchFamily="18" charset="-127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354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spc="-100" dirty="0" smtClean="0">
                          <a:ln w="0">
                            <a:solidFill>
                              <a:schemeClr val="tx1">
                                <a:lumMod val="50000"/>
                                <a:lumOff val="50000"/>
                                <a:alpha val="68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Rix고딕 B" panose="02020603020101020101" pitchFamily="18" charset="-127"/>
                          <a:ea typeface="Rix고딕 B" panose="02020603020101020101" pitchFamily="18" charset="-127"/>
                        </a:rPr>
                        <a:t>4</a:t>
                      </a:r>
                      <a:endParaRPr lang="ko-KR" altLang="en-US" sz="900" b="0" spc="-100" dirty="0">
                        <a:ln w="0">
                          <a:solidFill>
                            <a:schemeClr val="tx1">
                              <a:lumMod val="50000"/>
                              <a:lumOff val="50000"/>
                              <a:alpha val="6800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Rix고딕 B" panose="02020603020101020101" pitchFamily="18" charset="-127"/>
                        <a:ea typeface="Rix고딕 B" panose="02020603020101020101" pitchFamily="18" charset="-127"/>
                      </a:endParaRPr>
                    </a:p>
                  </a:txBody>
                  <a:tcPr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spc="-100" dirty="0" smtClean="0">
                          <a:ln w="0">
                            <a:solidFill>
                              <a:schemeClr val="tx1">
                                <a:lumMod val="50000"/>
                                <a:lumOff val="50000"/>
                                <a:alpha val="68000"/>
                              </a:schemeClr>
                            </a:solidFill>
                          </a:ln>
                          <a:latin typeface="Rix고딕 B" panose="02020603020101020101" pitchFamily="18" charset="-127"/>
                          <a:ea typeface="Rix고딕 B" panose="02020603020101020101" pitchFamily="18" charset="-127"/>
                        </a:rPr>
                        <a:t>-</a:t>
                      </a:r>
                      <a:endParaRPr lang="ko-KR" altLang="en-US" sz="900" b="0" spc="-100" dirty="0">
                        <a:ln w="0">
                          <a:solidFill>
                            <a:schemeClr val="tx1">
                              <a:lumMod val="50000"/>
                              <a:lumOff val="50000"/>
                              <a:alpha val="68000"/>
                            </a:schemeClr>
                          </a:solidFill>
                        </a:ln>
                        <a:latin typeface="Rix고딕 B" panose="02020603020101020101" pitchFamily="18" charset="-127"/>
                        <a:ea typeface="Rix고딕 B" panose="02020603020101020101" pitchFamily="18" charset="-127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spc="-100" dirty="0" smtClean="0">
                          <a:ln w="0">
                            <a:solidFill>
                              <a:schemeClr val="tx1">
                                <a:lumMod val="50000"/>
                                <a:lumOff val="50000"/>
                                <a:alpha val="68000"/>
                              </a:schemeClr>
                            </a:solidFill>
                          </a:ln>
                          <a:latin typeface="Rix고딕 B" panose="02020603020101020101" pitchFamily="18" charset="-127"/>
                          <a:ea typeface="Rix고딕 B" panose="02020603020101020101" pitchFamily="18" charset="-127"/>
                        </a:rPr>
                        <a:t>-</a:t>
                      </a:r>
                      <a:endParaRPr lang="ko-KR" altLang="en-US" sz="900" b="0" spc="-100" dirty="0">
                        <a:ln w="0">
                          <a:solidFill>
                            <a:schemeClr val="tx1">
                              <a:lumMod val="50000"/>
                              <a:lumOff val="50000"/>
                              <a:alpha val="68000"/>
                            </a:schemeClr>
                          </a:solidFill>
                        </a:ln>
                        <a:latin typeface="Rix고딕 B" panose="02020603020101020101" pitchFamily="18" charset="-127"/>
                        <a:ea typeface="Rix고딕 B" panose="02020603020101020101" pitchFamily="18" charset="-127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spc="-100" dirty="0" smtClean="0">
                          <a:ln w="0">
                            <a:solidFill>
                              <a:schemeClr val="tx1">
                                <a:lumMod val="50000"/>
                                <a:lumOff val="50000"/>
                                <a:alpha val="68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Rix고딕 B" panose="02020603020101020101" pitchFamily="18" charset="-127"/>
                          <a:ea typeface="Rix고딕 B" panose="02020603020101020101" pitchFamily="18" charset="-127"/>
                        </a:rPr>
                        <a:t>-</a:t>
                      </a:r>
                      <a:endParaRPr lang="ko-KR" altLang="en-US" sz="900" b="0" spc="-100" dirty="0">
                        <a:ln w="0">
                          <a:solidFill>
                            <a:schemeClr val="tx1">
                              <a:lumMod val="50000"/>
                              <a:lumOff val="50000"/>
                              <a:alpha val="6800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Rix고딕 B" panose="02020603020101020101" pitchFamily="18" charset="-127"/>
                        <a:ea typeface="Rix고딕 B" panose="02020603020101020101" pitchFamily="18" charset="-127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KoPub돋움체 Light" panose="02020603020101020101" pitchFamily="18" charset="-127"/>
                        <a:ea typeface="KoPub돋움체 Light" panose="02020603020101020101" pitchFamily="18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3545">
                <a:tc gridSpan="4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spc="-100" dirty="0" smtClean="0">
                          <a:ln w="0">
                            <a:solidFill>
                              <a:schemeClr val="tx1">
                                <a:lumMod val="50000"/>
                                <a:lumOff val="50000"/>
                                <a:alpha val="68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Rix고딕 B" panose="02020603020101020101" pitchFamily="18" charset="-127"/>
                          <a:ea typeface="Rix고딕 B" panose="02020603020101020101" pitchFamily="18" charset="-127"/>
                        </a:rPr>
                        <a:t>Catalyst 3850-48F-E (Cisco Systems / </a:t>
                      </a:r>
                      <a:r>
                        <a:rPr lang="ko-KR" altLang="en-US" sz="900" b="0" spc="-100" dirty="0" smtClean="0">
                          <a:ln w="0">
                            <a:solidFill>
                              <a:schemeClr val="tx1">
                                <a:lumMod val="50000"/>
                                <a:lumOff val="50000"/>
                                <a:alpha val="68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Rix고딕 B" panose="02020603020101020101" pitchFamily="18" charset="-127"/>
                          <a:ea typeface="Rix고딕 B" panose="02020603020101020101" pitchFamily="18" charset="-127"/>
                        </a:rPr>
                        <a:t>워크그룹 스위치</a:t>
                      </a:r>
                      <a:r>
                        <a:rPr lang="en-US" altLang="ko-KR" sz="900" b="0" spc="-100" dirty="0" smtClean="0">
                          <a:ln w="0">
                            <a:solidFill>
                              <a:schemeClr val="tx1">
                                <a:lumMod val="50000"/>
                                <a:lumOff val="50000"/>
                                <a:alpha val="68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Rix고딕 B" panose="02020603020101020101" pitchFamily="18" charset="-127"/>
                          <a:ea typeface="Rix고딕 B" panose="02020603020101020101" pitchFamily="18" charset="-127"/>
                        </a:rPr>
                        <a:t>)</a:t>
                      </a:r>
                      <a:endParaRPr lang="ko-KR" altLang="en-US" sz="900" b="0" spc="-100" dirty="0" smtClean="0">
                        <a:ln w="0">
                          <a:solidFill>
                            <a:schemeClr val="tx1">
                              <a:lumMod val="50000"/>
                              <a:lumOff val="50000"/>
                              <a:alpha val="68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Rix고딕 B" panose="02020603020101020101" pitchFamily="18" charset="-127"/>
                        <a:ea typeface="Rix고딕 B" panose="02020603020101020101" pitchFamily="18" charset="-127"/>
                      </a:endParaRPr>
                    </a:p>
                  </a:txBody>
                  <a:tcPr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chemeClr val="tx1"/>
                        </a:solidFill>
                        <a:latin typeface="KoPub돋움체 Light" panose="02020603020101020101" pitchFamily="18" charset="-127"/>
                        <a:ea typeface="KoPub돋움체 Light" panose="02020603020101020101" pitchFamily="18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spc="-100" dirty="0" smtClean="0">
                          <a:ln w="0">
                            <a:solidFill>
                              <a:schemeClr val="tx1">
                                <a:lumMod val="50000"/>
                                <a:lumOff val="50000"/>
                                <a:alpha val="68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Rix고딕 B" panose="02020603020101020101" pitchFamily="18" charset="-127"/>
                          <a:ea typeface="Rix고딕 B" panose="02020603020101020101" pitchFamily="18" charset="-127"/>
                        </a:rPr>
                        <a:t>72</a:t>
                      </a:r>
                      <a:endParaRPr lang="ko-KR" altLang="en-US" sz="900" b="0" spc="-100" dirty="0">
                        <a:ln w="0">
                          <a:solidFill>
                            <a:schemeClr val="tx1">
                              <a:lumMod val="50000"/>
                              <a:lumOff val="50000"/>
                              <a:alpha val="6800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Rix고딕 B" panose="02020603020101020101" pitchFamily="18" charset="-127"/>
                        <a:ea typeface="Rix고딕 B" panose="02020603020101020101" pitchFamily="18" charset="-127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354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spc="-100" dirty="0" smtClean="0">
                          <a:ln w="0">
                            <a:solidFill>
                              <a:schemeClr val="tx1">
                                <a:lumMod val="50000"/>
                                <a:lumOff val="50000"/>
                                <a:alpha val="68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Rix고딕 B" panose="02020603020101020101" pitchFamily="18" charset="-127"/>
                          <a:ea typeface="Rix고딕 B" panose="02020603020101020101" pitchFamily="18" charset="-127"/>
                        </a:rPr>
                        <a:t>62</a:t>
                      </a:r>
                      <a:endParaRPr lang="ko-KR" altLang="en-US" sz="900" b="0" spc="-100" dirty="0">
                        <a:ln w="0">
                          <a:solidFill>
                            <a:schemeClr val="tx1">
                              <a:lumMod val="50000"/>
                              <a:lumOff val="50000"/>
                              <a:alpha val="6800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Rix고딕 B" panose="02020603020101020101" pitchFamily="18" charset="-127"/>
                        <a:ea typeface="Rix고딕 B" panose="02020603020101020101" pitchFamily="18" charset="-127"/>
                      </a:endParaRPr>
                    </a:p>
                  </a:txBody>
                  <a:tcPr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spc="-100" dirty="0" smtClean="0">
                          <a:ln w="0">
                            <a:solidFill>
                              <a:schemeClr val="tx1">
                                <a:lumMod val="50000"/>
                                <a:lumOff val="50000"/>
                                <a:alpha val="68000"/>
                              </a:schemeClr>
                            </a:solidFill>
                          </a:ln>
                          <a:latin typeface="Rix고딕 B" panose="02020603020101020101" pitchFamily="18" charset="-127"/>
                          <a:ea typeface="Rix고딕 B" panose="02020603020101020101" pitchFamily="18" charset="-127"/>
                        </a:rPr>
                        <a:t>-</a:t>
                      </a:r>
                      <a:endParaRPr lang="ko-KR" altLang="en-US" sz="900" b="0" spc="-100" dirty="0">
                        <a:ln w="0">
                          <a:solidFill>
                            <a:schemeClr val="tx1">
                              <a:lumMod val="50000"/>
                              <a:lumOff val="50000"/>
                              <a:alpha val="68000"/>
                            </a:schemeClr>
                          </a:solidFill>
                        </a:ln>
                        <a:latin typeface="Rix고딕 B" panose="02020603020101020101" pitchFamily="18" charset="-127"/>
                        <a:ea typeface="Rix고딕 B" panose="02020603020101020101" pitchFamily="18" charset="-127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spc="-100" dirty="0" smtClean="0">
                          <a:ln w="0">
                            <a:solidFill>
                              <a:schemeClr val="tx1">
                                <a:lumMod val="50000"/>
                                <a:lumOff val="50000"/>
                                <a:alpha val="68000"/>
                              </a:schemeClr>
                            </a:solidFill>
                          </a:ln>
                          <a:latin typeface="Rix고딕 B" panose="02020603020101020101" pitchFamily="18" charset="-127"/>
                          <a:ea typeface="Rix고딕 B" panose="02020603020101020101" pitchFamily="18" charset="-127"/>
                        </a:rPr>
                        <a:t>-</a:t>
                      </a:r>
                      <a:endParaRPr lang="ko-KR" altLang="en-US" sz="900" b="0" spc="-100" dirty="0">
                        <a:ln w="0">
                          <a:solidFill>
                            <a:schemeClr val="tx1">
                              <a:lumMod val="50000"/>
                              <a:lumOff val="50000"/>
                              <a:alpha val="68000"/>
                            </a:schemeClr>
                          </a:solidFill>
                        </a:ln>
                        <a:latin typeface="Rix고딕 B" panose="02020603020101020101" pitchFamily="18" charset="-127"/>
                        <a:ea typeface="Rix고딕 B" panose="02020603020101020101" pitchFamily="18" charset="-127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spc="-100" dirty="0" smtClean="0">
                          <a:ln w="0">
                            <a:solidFill>
                              <a:schemeClr val="tx1">
                                <a:lumMod val="50000"/>
                                <a:lumOff val="50000"/>
                                <a:alpha val="68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Rix고딕 B" panose="02020603020101020101" pitchFamily="18" charset="-127"/>
                          <a:ea typeface="Rix고딕 B" panose="02020603020101020101" pitchFamily="18" charset="-127"/>
                        </a:rPr>
                        <a:t>10</a:t>
                      </a:r>
                      <a:endParaRPr lang="ko-KR" altLang="en-US" sz="900" b="0" spc="-100" dirty="0">
                        <a:ln w="0">
                          <a:solidFill>
                            <a:schemeClr val="tx1">
                              <a:lumMod val="50000"/>
                              <a:lumOff val="50000"/>
                              <a:alpha val="6800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Rix고딕 B" panose="02020603020101020101" pitchFamily="18" charset="-127"/>
                        <a:ea typeface="Rix고딕 B" panose="02020603020101020101" pitchFamily="18" charset="-127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KoPub돋움체 Light" panose="02020603020101020101" pitchFamily="18" charset="-127"/>
                        <a:ea typeface="KoPub돋움체 Light" panose="02020603020101020101" pitchFamily="18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3545">
                <a:tc gridSpan="4">
                  <a:txBody>
                    <a:bodyPr/>
                    <a:lstStyle/>
                    <a:p>
                      <a:pPr latinLnBrk="0">
                        <a:defRPr/>
                      </a:pPr>
                      <a:r>
                        <a:rPr lang="en-US" altLang="ko-KR" sz="900" b="0" spc="-100" dirty="0" smtClean="0">
                          <a:ln w="0">
                            <a:solidFill>
                              <a:schemeClr val="tx1">
                                <a:lumMod val="50000"/>
                                <a:lumOff val="50000"/>
                                <a:alpha val="68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Rix고딕 B" panose="02020603020101020101" pitchFamily="18" charset="-127"/>
                          <a:ea typeface="Rix고딕 B" panose="02020603020101020101" pitchFamily="18" charset="-127"/>
                        </a:rPr>
                        <a:t>Catalyst 3850-24P-L (Cisco Systems / </a:t>
                      </a:r>
                      <a:r>
                        <a:rPr lang="ko-KR" altLang="en-US" sz="900" b="0" spc="-100" dirty="0" smtClean="0">
                          <a:ln w="0">
                            <a:solidFill>
                              <a:schemeClr val="tx1">
                                <a:lumMod val="50000"/>
                                <a:lumOff val="50000"/>
                                <a:alpha val="68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Rix고딕 B" panose="02020603020101020101" pitchFamily="18" charset="-127"/>
                          <a:ea typeface="Rix고딕 B" panose="02020603020101020101" pitchFamily="18" charset="-127"/>
                        </a:rPr>
                        <a:t>워크그룹 스위치</a:t>
                      </a:r>
                      <a:r>
                        <a:rPr lang="en-US" altLang="ko-KR" sz="900" b="0" spc="-100" dirty="0" smtClean="0">
                          <a:ln w="0">
                            <a:solidFill>
                              <a:schemeClr val="tx1">
                                <a:lumMod val="50000"/>
                                <a:lumOff val="50000"/>
                                <a:alpha val="68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Rix고딕 B" panose="02020603020101020101" pitchFamily="18" charset="-127"/>
                          <a:ea typeface="Rix고딕 B" panose="02020603020101020101" pitchFamily="18" charset="-127"/>
                        </a:rPr>
                        <a:t>)</a:t>
                      </a:r>
                      <a:endParaRPr lang="ko-KR" altLang="en-US" sz="900" b="0" spc="-100" dirty="0">
                        <a:ln w="0">
                          <a:solidFill>
                            <a:schemeClr val="tx1">
                              <a:lumMod val="50000"/>
                              <a:lumOff val="50000"/>
                              <a:alpha val="68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Rix고딕 B" panose="02020603020101020101" pitchFamily="18" charset="-127"/>
                        <a:ea typeface="Rix고딕 B" panose="02020603020101020101" pitchFamily="18" charset="-127"/>
                      </a:endParaRPr>
                    </a:p>
                  </a:txBody>
                  <a:tcPr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chemeClr val="tx1"/>
                        </a:solidFill>
                        <a:latin typeface="KoPub돋움체 Light" panose="02020603020101020101" pitchFamily="18" charset="-127"/>
                        <a:ea typeface="KoPub돋움체 Light" panose="02020603020101020101" pitchFamily="18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spc="-100" dirty="0" smtClean="0">
                          <a:ln w="0">
                            <a:solidFill>
                              <a:schemeClr val="tx1">
                                <a:lumMod val="50000"/>
                                <a:lumOff val="50000"/>
                                <a:alpha val="68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Rix고딕 B" panose="02020603020101020101" pitchFamily="18" charset="-127"/>
                          <a:ea typeface="Rix고딕 B" panose="02020603020101020101" pitchFamily="18" charset="-127"/>
                        </a:rPr>
                        <a:t>30</a:t>
                      </a:r>
                      <a:endParaRPr lang="ko-KR" altLang="en-US" sz="900" b="0" spc="-100" dirty="0">
                        <a:ln w="0">
                          <a:solidFill>
                            <a:schemeClr val="tx1">
                              <a:lumMod val="50000"/>
                              <a:lumOff val="50000"/>
                              <a:alpha val="6800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Rix고딕 B" panose="02020603020101020101" pitchFamily="18" charset="-127"/>
                        <a:ea typeface="Rix고딕 B" panose="02020603020101020101" pitchFamily="18" charset="-127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8354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spc="-100" dirty="0" smtClean="0">
                          <a:ln w="0">
                            <a:solidFill>
                              <a:schemeClr val="tx1">
                                <a:lumMod val="50000"/>
                                <a:lumOff val="50000"/>
                                <a:alpha val="68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Rix고딕 B" panose="02020603020101020101" pitchFamily="18" charset="-127"/>
                          <a:ea typeface="Rix고딕 B" panose="02020603020101020101" pitchFamily="18" charset="-127"/>
                        </a:rPr>
                        <a:t>-</a:t>
                      </a:r>
                      <a:endParaRPr lang="ko-KR" altLang="en-US" sz="900" b="0" spc="-100" dirty="0">
                        <a:ln w="0">
                          <a:solidFill>
                            <a:schemeClr val="tx1">
                              <a:lumMod val="50000"/>
                              <a:lumOff val="50000"/>
                              <a:alpha val="6800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Rix고딕 B" panose="02020603020101020101" pitchFamily="18" charset="-127"/>
                        <a:ea typeface="Rix고딕 B" panose="02020603020101020101" pitchFamily="18" charset="-127"/>
                      </a:endParaRPr>
                    </a:p>
                  </a:txBody>
                  <a:tcPr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spc="-100" dirty="0" smtClean="0">
                          <a:ln w="0">
                            <a:solidFill>
                              <a:schemeClr val="tx1">
                                <a:lumMod val="50000"/>
                                <a:lumOff val="50000"/>
                                <a:alpha val="68000"/>
                              </a:schemeClr>
                            </a:solidFill>
                          </a:ln>
                          <a:latin typeface="Rix고딕 B" panose="02020603020101020101" pitchFamily="18" charset="-127"/>
                          <a:ea typeface="Rix고딕 B" panose="02020603020101020101" pitchFamily="18" charset="-127"/>
                        </a:rPr>
                        <a:t>-</a:t>
                      </a:r>
                      <a:endParaRPr lang="ko-KR" altLang="en-US" sz="900" b="0" spc="-100" dirty="0">
                        <a:ln w="0">
                          <a:solidFill>
                            <a:schemeClr val="tx1">
                              <a:lumMod val="50000"/>
                              <a:lumOff val="50000"/>
                              <a:alpha val="68000"/>
                            </a:schemeClr>
                          </a:solidFill>
                        </a:ln>
                        <a:latin typeface="Rix고딕 B" panose="02020603020101020101" pitchFamily="18" charset="-127"/>
                        <a:ea typeface="Rix고딕 B" panose="02020603020101020101" pitchFamily="18" charset="-127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spc="-100" dirty="0" smtClean="0">
                          <a:ln w="0">
                            <a:solidFill>
                              <a:schemeClr val="tx1">
                                <a:lumMod val="50000"/>
                                <a:lumOff val="50000"/>
                                <a:alpha val="68000"/>
                              </a:schemeClr>
                            </a:solidFill>
                          </a:ln>
                          <a:latin typeface="Rix고딕 B" panose="02020603020101020101" pitchFamily="18" charset="-127"/>
                          <a:ea typeface="Rix고딕 B" panose="02020603020101020101" pitchFamily="18" charset="-127"/>
                        </a:rPr>
                        <a:t>-</a:t>
                      </a:r>
                      <a:endParaRPr lang="ko-KR" altLang="en-US" sz="900" b="0" spc="-100" dirty="0">
                        <a:ln w="0">
                          <a:solidFill>
                            <a:schemeClr val="tx1">
                              <a:lumMod val="50000"/>
                              <a:lumOff val="50000"/>
                              <a:alpha val="68000"/>
                            </a:schemeClr>
                          </a:solidFill>
                        </a:ln>
                        <a:latin typeface="Rix고딕 B" panose="02020603020101020101" pitchFamily="18" charset="-127"/>
                        <a:ea typeface="Rix고딕 B" panose="02020603020101020101" pitchFamily="18" charset="-127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spc="-100" dirty="0" smtClean="0">
                          <a:ln w="0">
                            <a:solidFill>
                              <a:schemeClr val="tx1">
                                <a:lumMod val="50000"/>
                                <a:lumOff val="50000"/>
                                <a:alpha val="68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Rix고딕 B" panose="02020603020101020101" pitchFamily="18" charset="-127"/>
                          <a:ea typeface="Rix고딕 B" panose="02020603020101020101" pitchFamily="18" charset="-127"/>
                        </a:rPr>
                        <a:t>30</a:t>
                      </a:r>
                      <a:endParaRPr lang="ko-KR" altLang="en-US" sz="900" b="0" spc="-100" dirty="0">
                        <a:ln w="0">
                          <a:solidFill>
                            <a:schemeClr val="tx1">
                              <a:lumMod val="50000"/>
                              <a:lumOff val="50000"/>
                              <a:alpha val="6800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Rix고딕 B" panose="02020603020101020101" pitchFamily="18" charset="-127"/>
                        <a:ea typeface="Rix고딕 B" panose="02020603020101020101" pitchFamily="18" charset="-127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KoPub돋움체 Light" panose="02020603020101020101" pitchFamily="18" charset="-127"/>
                        <a:ea typeface="KoPub돋움체 Light" panose="02020603020101020101" pitchFamily="18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83545">
                <a:tc gridSpan="5">
                  <a:txBody>
                    <a:bodyPr/>
                    <a:lstStyle/>
                    <a:p>
                      <a:pPr marL="0" algn="ctr" defTabSz="964870" rtl="0" eaLnBrk="1" latinLnBrk="1" hangingPunct="1"/>
                      <a:r>
                        <a:rPr lang="ko-KR" altLang="en-US" sz="900" b="0" kern="1200" spc="-100" dirty="0" smtClean="0">
                          <a:ln w="0">
                            <a:noFill/>
                          </a:ln>
                          <a:solidFill>
                            <a:schemeClr val="bg1"/>
                          </a:solidFill>
                          <a:latin typeface="Rix고딕 B" panose="02020603020101020101" pitchFamily="18" charset="-127"/>
                          <a:ea typeface="Rix고딕 B" panose="02020603020101020101" pitchFamily="18" charset="-127"/>
                          <a:cs typeface="+mn-cs"/>
                        </a:rPr>
                        <a:t>영상 장비</a:t>
                      </a:r>
                      <a:endParaRPr lang="ko-KR" altLang="en-US" sz="900" b="0" kern="1200" spc="-100" dirty="0">
                        <a:ln w="0">
                          <a:noFill/>
                        </a:ln>
                        <a:solidFill>
                          <a:schemeClr val="bg1"/>
                        </a:solidFill>
                        <a:latin typeface="Rix고딕 B" panose="02020603020101020101" pitchFamily="18" charset="-127"/>
                        <a:ea typeface="Rix고딕 B" panose="02020603020101020101" pitchFamily="18" charset="-127"/>
                        <a:cs typeface="+mn-cs"/>
                      </a:endParaRPr>
                    </a:p>
                  </a:txBody>
                  <a:tcPr marT="0" marB="0"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91C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chemeClr val="tx1"/>
                        </a:solidFill>
                        <a:latin typeface="KoPub돋움체 Light" panose="02020603020101020101" pitchFamily="18" charset="-127"/>
                        <a:ea typeface="KoPub돋움체 Light" panose="02020603020101020101" pitchFamily="18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900" b="1" dirty="0">
                        <a:solidFill>
                          <a:schemeClr val="tx1"/>
                        </a:solidFill>
                        <a:latin typeface="KoPub돋움체 Light" panose="02020603020101020101" pitchFamily="18" charset="-127"/>
                        <a:ea typeface="KoPub돋움체 Light" panose="02020603020101020101" pitchFamily="18" charset="-127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E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83545">
                <a:tc gridSpan="4">
                  <a:txBody>
                    <a:bodyPr/>
                    <a:lstStyle/>
                    <a:p>
                      <a:pPr algn="l" latinLnBrk="1"/>
                      <a:r>
                        <a:rPr lang="en-US" altLang="ko-KR" sz="900" b="0" spc="-100" dirty="0" smtClean="0">
                          <a:ln w="0">
                            <a:solidFill>
                              <a:schemeClr val="tx1">
                                <a:lumMod val="50000"/>
                                <a:lumOff val="50000"/>
                                <a:alpha val="68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Rix고딕 B" panose="02020603020101020101" pitchFamily="18" charset="-127"/>
                          <a:ea typeface="Rix고딕 B" panose="02020603020101020101" pitchFamily="18" charset="-127"/>
                        </a:rPr>
                        <a:t>DVS 60 (Delta</a:t>
                      </a:r>
                      <a:r>
                        <a:rPr lang="en-US" altLang="ko-KR" sz="900" b="0" spc="-100" baseline="0" dirty="0" smtClean="0">
                          <a:ln w="0">
                            <a:solidFill>
                              <a:schemeClr val="tx1">
                                <a:lumMod val="50000"/>
                                <a:lumOff val="50000"/>
                                <a:alpha val="68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Rix고딕 B" panose="02020603020101020101" pitchFamily="18" charset="-127"/>
                          <a:ea typeface="Rix고딕 B" panose="02020603020101020101" pitchFamily="18" charset="-127"/>
                        </a:rPr>
                        <a:t> Cube / </a:t>
                      </a:r>
                      <a:r>
                        <a:rPr lang="en-US" altLang="ko-KR" sz="900" b="0" spc="-100" dirty="0" smtClean="0">
                          <a:ln w="0">
                            <a:solidFill>
                              <a:schemeClr val="tx1">
                                <a:lumMod val="50000"/>
                                <a:lumOff val="50000"/>
                                <a:alpha val="68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Rix고딕 B" panose="02020603020101020101" pitchFamily="18" charset="-127"/>
                          <a:ea typeface="Rix고딕 B" panose="02020603020101020101" pitchFamily="18" charset="-127"/>
                        </a:rPr>
                        <a:t>LED DLP CUBE</a:t>
                      </a:r>
                      <a:r>
                        <a:rPr lang="en-US" altLang="ko-KR" sz="900" b="0" spc="-100" baseline="0" dirty="0" smtClean="0">
                          <a:ln w="0">
                            <a:solidFill>
                              <a:schemeClr val="tx1">
                                <a:lumMod val="50000"/>
                                <a:lumOff val="50000"/>
                                <a:alpha val="68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Rix고딕 B" panose="02020603020101020101" pitchFamily="18" charset="-127"/>
                          <a:ea typeface="Rix고딕 B" panose="02020603020101020101" pitchFamily="18" charset="-127"/>
                        </a:rPr>
                        <a:t>)</a:t>
                      </a:r>
                      <a:endParaRPr lang="ko-KR" altLang="en-US" sz="900" b="0" spc="-100" dirty="0">
                        <a:ln w="0">
                          <a:solidFill>
                            <a:schemeClr val="tx1">
                              <a:lumMod val="50000"/>
                              <a:lumOff val="50000"/>
                              <a:alpha val="6800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Rix고딕 B" panose="02020603020101020101" pitchFamily="18" charset="-127"/>
                        <a:ea typeface="Rix고딕 B" panose="02020603020101020101" pitchFamily="18" charset="-127"/>
                      </a:endParaRPr>
                    </a:p>
                  </a:txBody>
                  <a:tcPr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chemeClr val="tx1"/>
                        </a:solidFill>
                        <a:latin typeface="KoPub돋움체 Light" panose="02020603020101020101" pitchFamily="18" charset="-127"/>
                        <a:ea typeface="KoPub돋움체 Light" panose="02020603020101020101" pitchFamily="18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spc="-100" dirty="0" smtClean="0">
                          <a:ln w="0">
                            <a:solidFill>
                              <a:schemeClr val="tx1">
                                <a:lumMod val="50000"/>
                                <a:lumOff val="50000"/>
                                <a:alpha val="68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Rix고딕 B" panose="02020603020101020101" pitchFamily="18" charset="-127"/>
                          <a:ea typeface="Rix고딕 B" panose="02020603020101020101" pitchFamily="18" charset="-127"/>
                        </a:rPr>
                        <a:t>12</a:t>
                      </a:r>
                      <a:endParaRPr lang="ko-KR" altLang="en-US" sz="900" b="0" spc="-100" dirty="0">
                        <a:ln w="0">
                          <a:solidFill>
                            <a:schemeClr val="tx1">
                              <a:lumMod val="50000"/>
                              <a:lumOff val="50000"/>
                              <a:alpha val="6800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Rix고딕 B" panose="02020603020101020101" pitchFamily="18" charset="-127"/>
                        <a:ea typeface="Rix고딕 B" panose="02020603020101020101" pitchFamily="18" charset="-127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8354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spc="-100" dirty="0" smtClean="0">
                          <a:ln w="0">
                            <a:solidFill>
                              <a:schemeClr val="tx1">
                                <a:lumMod val="50000"/>
                                <a:lumOff val="50000"/>
                                <a:alpha val="68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Rix고딕 B" panose="02020603020101020101" pitchFamily="18" charset="-127"/>
                          <a:ea typeface="Rix고딕 B" panose="02020603020101020101" pitchFamily="18" charset="-127"/>
                        </a:rPr>
                        <a:t>12</a:t>
                      </a:r>
                      <a:endParaRPr lang="ko-KR" altLang="en-US" sz="900" b="0" spc="-100" dirty="0">
                        <a:ln w="0">
                          <a:solidFill>
                            <a:schemeClr val="tx1">
                              <a:lumMod val="50000"/>
                              <a:lumOff val="50000"/>
                              <a:alpha val="6800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Rix고딕 B" panose="02020603020101020101" pitchFamily="18" charset="-127"/>
                        <a:ea typeface="Rix고딕 B" panose="02020603020101020101" pitchFamily="18" charset="-127"/>
                      </a:endParaRPr>
                    </a:p>
                  </a:txBody>
                  <a:tcPr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spc="-100" dirty="0" smtClean="0">
                          <a:ln w="0">
                            <a:solidFill>
                              <a:schemeClr val="tx1">
                                <a:lumMod val="50000"/>
                                <a:lumOff val="50000"/>
                                <a:alpha val="68000"/>
                              </a:schemeClr>
                            </a:solidFill>
                          </a:ln>
                          <a:latin typeface="Rix고딕 B" panose="02020603020101020101" pitchFamily="18" charset="-127"/>
                          <a:ea typeface="Rix고딕 B" panose="02020603020101020101" pitchFamily="18" charset="-127"/>
                        </a:rPr>
                        <a:t>-</a:t>
                      </a:r>
                      <a:endParaRPr lang="ko-KR" altLang="en-US" sz="900" b="0" spc="-100" dirty="0">
                        <a:ln w="0">
                          <a:solidFill>
                            <a:schemeClr val="tx1">
                              <a:lumMod val="50000"/>
                              <a:lumOff val="50000"/>
                              <a:alpha val="68000"/>
                            </a:schemeClr>
                          </a:solidFill>
                        </a:ln>
                        <a:latin typeface="Rix고딕 B" panose="02020603020101020101" pitchFamily="18" charset="-127"/>
                        <a:ea typeface="Rix고딕 B" panose="02020603020101020101" pitchFamily="18" charset="-127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spc="-100" dirty="0" smtClean="0">
                          <a:ln w="0">
                            <a:solidFill>
                              <a:schemeClr val="tx1">
                                <a:lumMod val="50000"/>
                                <a:lumOff val="50000"/>
                                <a:alpha val="68000"/>
                              </a:schemeClr>
                            </a:solidFill>
                          </a:ln>
                          <a:latin typeface="Rix고딕 B" panose="02020603020101020101" pitchFamily="18" charset="-127"/>
                          <a:ea typeface="Rix고딕 B" panose="02020603020101020101" pitchFamily="18" charset="-127"/>
                        </a:rPr>
                        <a:t>-</a:t>
                      </a:r>
                      <a:endParaRPr lang="ko-KR" altLang="en-US" sz="900" b="0" spc="-100" dirty="0">
                        <a:ln w="0">
                          <a:solidFill>
                            <a:schemeClr val="tx1">
                              <a:lumMod val="50000"/>
                              <a:lumOff val="50000"/>
                              <a:alpha val="68000"/>
                            </a:schemeClr>
                          </a:solidFill>
                        </a:ln>
                        <a:latin typeface="Rix고딕 B" panose="02020603020101020101" pitchFamily="18" charset="-127"/>
                        <a:ea typeface="Rix고딕 B" panose="02020603020101020101" pitchFamily="18" charset="-127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spc="-100" dirty="0" smtClean="0">
                          <a:ln w="0">
                            <a:solidFill>
                              <a:schemeClr val="tx1">
                                <a:lumMod val="50000"/>
                                <a:lumOff val="50000"/>
                                <a:alpha val="68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Rix고딕 B" panose="02020603020101020101" pitchFamily="18" charset="-127"/>
                          <a:ea typeface="Rix고딕 B" panose="02020603020101020101" pitchFamily="18" charset="-127"/>
                        </a:rPr>
                        <a:t>-</a:t>
                      </a:r>
                      <a:endParaRPr lang="ko-KR" altLang="en-US" sz="900" b="0" spc="-100" dirty="0">
                        <a:ln w="0">
                          <a:solidFill>
                            <a:schemeClr val="tx1">
                              <a:lumMod val="50000"/>
                              <a:lumOff val="50000"/>
                              <a:alpha val="6800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Rix고딕 B" panose="02020603020101020101" pitchFamily="18" charset="-127"/>
                        <a:ea typeface="Rix고딕 B" panose="02020603020101020101" pitchFamily="18" charset="-127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KoPub돋움체 Light" panose="02020603020101020101" pitchFamily="18" charset="-127"/>
                        <a:ea typeface="KoPub돋움체 Light" panose="02020603020101020101" pitchFamily="18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83545">
                <a:tc gridSpan="4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spc="-100" dirty="0" smtClean="0">
                          <a:ln w="0">
                            <a:solidFill>
                              <a:schemeClr val="tx1">
                                <a:lumMod val="50000"/>
                                <a:lumOff val="50000"/>
                                <a:alpha val="68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Rix고딕 B" panose="02020603020101020101" pitchFamily="18" charset="-127"/>
                          <a:ea typeface="Rix고딕 B" panose="02020603020101020101" pitchFamily="18" charset="-127"/>
                        </a:rPr>
                        <a:t>(Delta</a:t>
                      </a:r>
                      <a:r>
                        <a:rPr lang="en-US" altLang="ko-KR" sz="900" b="0" spc="-100" baseline="0" dirty="0" smtClean="0">
                          <a:ln w="0">
                            <a:solidFill>
                              <a:schemeClr val="tx1">
                                <a:lumMod val="50000"/>
                                <a:lumOff val="50000"/>
                                <a:alpha val="68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Rix고딕 B" panose="02020603020101020101" pitchFamily="18" charset="-127"/>
                          <a:ea typeface="Rix고딕 B" panose="02020603020101020101" pitchFamily="18" charset="-127"/>
                        </a:rPr>
                        <a:t> Cube / </a:t>
                      </a:r>
                      <a:r>
                        <a:rPr lang="en-US" altLang="ko-KR" sz="900" b="0" spc="-100" dirty="0" smtClean="0">
                          <a:ln w="0">
                            <a:solidFill>
                              <a:schemeClr val="tx1">
                                <a:lumMod val="50000"/>
                                <a:lumOff val="50000"/>
                                <a:alpha val="68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Rix고딕 B" panose="02020603020101020101" pitchFamily="18" charset="-127"/>
                          <a:ea typeface="Rix고딕 B" panose="02020603020101020101" pitchFamily="18" charset="-127"/>
                        </a:rPr>
                        <a:t>CUBE BASE</a:t>
                      </a:r>
                      <a:r>
                        <a:rPr lang="en-US" altLang="ko-KR" sz="900" b="0" spc="-100" baseline="0" dirty="0" smtClean="0">
                          <a:ln w="0">
                            <a:solidFill>
                              <a:schemeClr val="tx1">
                                <a:lumMod val="50000"/>
                                <a:lumOff val="50000"/>
                                <a:alpha val="68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Rix고딕 B" panose="02020603020101020101" pitchFamily="18" charset="-127"/>
                          <a:ea typeface="Rix고딕 B" panose="02020603020101020101" pitchFamily="18" charset="-127"/>
                        </a:rPr>
                        <a:t>)</a:t>
                      </a:r>
                      <a:endParaRPr lang="ko-KR" altLang="en-US" sz="900" b="0" spc="-100" dirty="0" smtClean="0">
                        <a:ln w="0">
                          <a:solidFill>
                            <a:schemeClr val="tx1">
                              <a:lumMod val="50000"/>
                              <a:lumOff val="50000"/>
                              <a:alpha val="6800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Rix고딕 B" panose="02020603020101020101" pitchFamily="18" charset="-127"/>
                        <a:ea typeface="Rix고딕 B" panose="02020603020101020101" pitchFamily="18" charset="-127"/>
                      </a:endParaRPr>
                    </a:p>
                  </a:txBody>
                  <a:tcPr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chemeClr val="tx1"/>
                        </a:solidFill>
                        <a:latin typeface="KoPub돋움체 Light" panose="02020603020101020101" pitchFamily="18" charset="-127"/>
                        <a:ea typeface="KoPub돋움체 Light" panose="02020603020101020101" pitchFamily="18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spc="-100" dirty="0" smtClean="0">
                          <a:ln w="0">
                            <a:solidFill>
                              <a:schemeClr val="tx1">
                                <a:lumMod val="50000"/>
                                <a:lumOff val="50000"/>
                                <a:alpha val="68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Rix고딕 B" panose="02020603020101020101" pitchFamily="18" charset="-127"/>
                          <a:ea typeface="Rix고딕 B" panose="02020603020101020101" pitchFamily="18" charset="-127"/>
                        </a:rPr>
                        <a:t>1</a:t>
                      </a:r>
                      <a:endParaRPr lang="ko-KR" altLang="en-US" sz="900" b="0" spc="-100" dirty="0">
                        <a:ln w="0">
                          <a:solidFill>
                            <a:schemeClr val="tx1">
                              <a:lumMod val="50000"/>
                              <a:lumOff val="50000"/>
                              <a:alpha val="6800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Rix고딕 B" panose="02020603020101020101" pitchFamily="18" charset="-127"/>
                        <a:ea typeface="Rix고딕 B" panose="02020603020101020101" pitchFamily="18" charset="-127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8354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spc="-100" dirty="0" smtClean="0">
                          <a:ln w="0">
                            <a:solidFill>
                              <a:schemeClr val="tx1">
                                <a:lumMod val="50000"/>
                                <a:lumOff val="50000"/>
                                <a:alpha val="68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Rix고딕 B" panose="02020603020101020101" pitchFamily="18" charset="-127"/>
                          <a:ea typeface="Rix고딕 B" panose="02020603020101020101" pitchFamily="18" charset="-127"/>
                        </a:rPr>
                        <a:t>1</a:t>
                      </a:r>
                      <a:endParaRPr lang="ko-KR" altLang="en-US" sz="900" b="0" spc="-100" dirty="0">
                        <a:ln w="0">
                          <a:solidFill>
                            <a:schemeClr val="tx1">
                              <a:lumMod val="50000"/>
                              <a:lumOff val="50000"/>
                              <a:alpha val="6800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Rix고딕 B" panose="02020603020101020101" pitchFamily="18" charset="-127"/>
                        <a:ea typeface="Rix고딕 B" panose="02020603020101020101" pitchFamily="18" charset="-127"/>
                      </a:endParaRPr>
                    </a:p>
                  </a:txBody>
                  <a:tcPr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spc="-100" dirty="0" smtClean="0">
                          <a:ln w="0">
                            <a:solidFill>
                              <a:schemeClr val="tx1">
                                <a:lumMod val="50000"/>
                                <a:lumOff val="50000"/>
                                <a:alpha val="68000"/>
                              </a:schemeClr>
                            </a:solidFill>
                          </a:ln>
                          <a:latin typeface="Rix고딕 B" panose="02020603020101020101" pitchFamily="18" charset="-127"/>
                          <a:ea typeface="Rix고딕 B" panose="02020603020101020101" pitchFamily="18" charset="-127"/>
                        </a:rPr>
                        <a:t>-</a:t>
                      </a:r>
                      <a:endParaRPr lang="ko-KR" altLang="en-US" sz="900" b="0" spc="-100" dirty="0">
                        <a:ln w="0">
                          <a:solidFill>
                            <a:schemeClr val="tx1">
                              <a:lumMod val="50000"/>
                              <a:lumOff val="50000"/>
                              <a:alpha val="68000"/>
                            </a:schemeClr>
                          </a:solidFill>
                        </a:ln>
                        <a:latin typeface="Rix고딕 B" panose="02020603020101020101" pitchFamily="18" charset="-127"/>
                        <a:ea typeface="Rix고딕 B" panose="02020603020101020101" pitchFamily="18" charset="-127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spc="-100" dirty="0" smtClean="0">
                          <a:ln w="0">
                            <a:solidFill>
                              <a:schemeClr val="tx1">
                                <a:lumMod val="50000"/>
                                <a:lumOff val="50000"/>
                                <a:alpha val="68000"/>
                              </a:schemeClr>
                            </a:solidFill>
                          </a:ln>
                          <a:latin typeface="Rix고딕 B" panose="02020603020101020101" pitchFamily="18" charset="-127"/>
                          <a:ea typeface="Rix고딕 B" panose="02020603020101020101" pitchFamily="18" charset="-127"/>
                        </a:rPr>
                        <a:t>-</a:t>
                      </a:r>
                      <a:endParaRPr lang="ko-KR" altLang="en-US" sz="900" b="0" spc="-100" dirty="0">
                        <a:ln w="0">
                          <a:solidFill>
                            <a:schemeClr val="tx1">
                              <a:lumMod val="50000"/>
                              <a:lumOff val="50000"/>
                              <a:alpha val="68000"/>
                            </a:schemeClr>
                          </a:solidFill>
                        </a:ln>
                        <a:latin typeface="Rix고딕 B" panose="02020603020101020101" pitchFamily="18" charset="-127"/>
                        <a:ea typeface="Rix고딕 B" panose="02020603020101020101" pitchFamily="18" charset="-127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spc="-100" dirty="0" smtClean="0">
                          <a:ln w="0">
                            <a:solidFill>
                              <a:schemeClr val="tx1">
                                <a:lumMod val="50000"/>
                                <a:lumOff val="50000"/>
                                <a:alpha val="68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Rix고딕 B" panose="02020603020101020101" pitchFamily="18" charset="-127"/>
                          <a:ea typeface="Rix고딕 B" panose="02020603020101020101" pitchFamily="18" charset="-127"/>
                        </a:rPr>
                        <a:t>-</a:t>
                      </a:r>
                      <a:endParaRPr lang="ko-KR" altLang="en-US" sz="900" b="0" spc="-100" dirty="0">
                        <a:ln w="0">
                          <a:solidFill>
                            <a:schemeClr val="tx1">
                              <a:lumMod val="50000"/>
                              <a:lumOff val="50000"/>
                              <a:alpha val="6800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Rix고딕 B" panose="02020603020101020101" pitchFamily="18" charset="-127"/>
                        <a:ea typeface="Rix고딕 B" panose="02020603020101020101" pitchFamily="18" charset="-127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KoPub돋움체 Light" panose="02020603020101020101" pitchFamily="18" charset="-127"/>
                        <a:ea typeface="KoPub돋움체 Light" panose="02020603020101020101" pitchFamily="18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83545">
                <a:tc gridSpan="4">
                  <a:txBody>
                    <a:bodyPr/>
                    <a:lstStyle/>
                    <a:p>
                      <a:pPr algn="l" latinLnBrk="1"/>
                      <a:r>
                        <a:rPr lang="en-US" altLang="ko-KR" sz="900" b="0" spc="-100" dirty="0" smtClean="0">
                          <a:ln w="0">
                            <a:solidFill>
                              <a:schemeClr val="tx1">
                                <a:lumMod val="50000"/>
                                <a:lumOff val="50000"/>
                                <a:alpha val="68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Rix고딕 B" panose="02020603020101020101" pitchFamily="18" charset="-127"/>
                          <a:ea typeface="Rix고딕 B" panose="02020603020101020101" pitchFamily="18" charset="-127"/>
                        </a:rPr>
                        <a:t>SR-DCU1000 (</a:t>
                      </a:r>
                      <a:r>
                        <a:rPr lang="ko-KR" altLang="en-US" sz="900" b="0" spc="-100" dirty="0" smtClean="0">
                          <a:ln w="0">
                            <a:solidFill>
                              <a:schemeClr val="tx1">
                                <a:lumMod val="50000"/>
                                <a:lumOff val="50000"/>
                                <a:alpha val="68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Rix고딕 B" panose="02020603020101020101" pitchFamily="18" charset="-127"/>
                          <a:ea typeface="Rix고딕 B" panose="02020603020101020101" pitchFamily="18" charset="-127"/>
                        </a:rPr>
                        <a:t>송림기술 </a:t>
                      </a:r>
                      <a:r>
                        <a:rPr lang="en-US" altLang="ko-KR" sz="900" b="0" spc="-100" dirty="0" smtClean="0">
                          <a:ln w="0">
                            <a:solidFill>
                              <a:schemeClr val="tx1">
                                <a:lumMod val="50000"/>
                                <a:lumOff val="50000"/>
                                <a:alpha val="68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Rix고딕 B" panose="02020603020101020101" pitchFamily="18" charset="-127"/>
                          <a:ea typeface="Rix고딕 B" panose="02020603020101020101" pitchFamily="18" charset="-127"/>
                        </a:rPr>
                        <a:t>/ </a:t>
                      </a:r>
                      <a:r>
                        <a:rPr lang="ko-KR" altLang="en-US" sz="900" b="0" spc="-100" dirty="0" smtClean="0">
                          <a:ln w="0">
                            <a:solidFill>
                              <a:schemeClr val="tx1">
                                <a:lumMod val="50000"/>
                                <a:lumOff val="50000"/>
                                <a:alpha val="68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Rix고딕 B" panose="02020603020101020101" pitchFamily="18" charset="-127"/>
                          <a:ea typeface="Rix고딕 B" panose="02020603020101020101" pitchFamily="18" charset="-127"/>
                        </a:rPr>
                        <a:t>통합제어시스템</a:t>
                      </a:r>
                      <a:r>
                        <a:rPr lang="en-US" altLang="ko-KR" sz="900" b="0" spc="-100" dirty="0" smtClean="0">
                          <a:ln w="0">
                            <a:solidFill>
                              <a:schemeClr val="tx1">
                                <a:lumMod val="50000"/>
                                <a:lumOff val="50000"/>
                                <a:alpha val="68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Rix고딕 B" panose="02020603020101020101" pitchFamily="18" charset="-127"/>
                          <a:ea typeface="Rix고딕 B" panose="02020603020101020101" pitchFamily="18" charset="-127"/>
                        </a:rPr>
                        <a:t>)</a:t>
                      </a:r>
                      <a:endParaRPr lang="ko-KR" altLang="en-US" sz="900" b="0" spc="-100" dirty="0">
                        <a:ln w="0">
                          <a:solidFill>
                            <a:schemeClr val="tx1">
                              <a:lumMod val="50000"/>
                              <a:lumOff val="50000"/>
                              <a:alpha val="6800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Rix고딕 B" panose="02020603020101020101" pitchFamily="18" charset="-127"/>
                        <a:ea typeface="Rix고딕 B" panose="02020603020101020101" pitchFamily="18" charset="-127"/>
                      </a:endParaRPr>
                    </a:p>
                  </a:txBody>
                  <a:tcPr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chemeClr val="tx1"/>
                        </a:solidFill>
                        <a:latin typeface="KoPub돋움체 Light" panose="02020603020101020101" pitchFamily="18" charset="-127"/>
                        <a:ea typeface="KoPub돋움체 Light" panose="02020603020101020101" pitchFamily="18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spc="-100" dirty="0" smtClean="0">
                          <a:ln w="0">
                            <a:solidFill>
                              <a:schemeClr val="tx1">
                                <a:lumMod val="50000"/>
                                <a:lumOff val="50000"/>
                                <a:alpha val="68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Rix고딕 B" panose="02020603020101020101" pitchFamily="18" charset="-127"/>
                          <a:ea typeface="Rix고딕 B" panose="02020603020101020101" pitchFamily="18" charset="-127"/>
                        </a:rPr>
                        <a:t>1</a:t>
                      </a:r>
                      <a:endParaRPr lang="ko-KR" altLang="en-US" sz="900" b="0" spc="-100" dirty="0">
                        <a:ln w="0">
                          <a:solidFill>
                            <a:schemeClr val="tx1">
                              <a:lumMod val="50000"/>
                              <a:lumOff val="50000"/>
                              <a:alpha val="6800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Rix고딕 B" panose="02020603020101020101" pitchFamily="18" charset="-127"/>
                        <a:ea typeface="Rix고딕 B" panose="02020603020101020101" pitchFamily="18" charset="-127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8354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spc="-100" dirty="0" smtClean="0">
                          <a:ln w="0">
                            <a:solidFill>
                              <a:schemeClr val="tx1">
                                <a:lumMod val="50000"/>
                                <a:lumOff val="50000"/>
                                <a:alpha val="68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Rix고딕 B" panose="02020603020101020101" pitchFamily="18" charset="-127"/>
                          <a:ea typeface="Rix고딕 B" panose="02020603020101020101" pitchFamily="18" charset="-127"/>
                        </a:rPr>
                        <a:t>1</a:t>
                      </a:r>
                      <a:endParaRPr lang="ko-KR" altLang="en-US" sz="900" b="0" spc="-100" dirty="0">
                        <a:ln w="0">
                          <a:solidFill>
                            <a:schemeClr val="tx1">
                              <a:lumMod val="50000"/>
                              <a:lumOff val="50000"/>
                              <a:alpha val="6800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Rix고딕 B" panose="02020603020101020101" pitchFamily="18" charset="-127"/>
                        <a:ea typeface="Rix고딕 B" panose="02020603020101020101" pitchFamily="18" charset="-127"/>
                      </a:endParaRPr>
                    </a:p>
                  </a:txBody>
                  <a:tcPr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spc="-100" dirty="0" smtClean="0">
                          <a:ln w="0">
                            <a:solidFill>
                              <a:schemeClr val="tx1">
                                <a:lumMod val="50000"/>
                                <a:lumOff val="50000"/>
                                <a:alpha val="68000"/>
                              </a:schemeClr>
                            </a:solidFill>
                          </a:ln>
                          <a:latin typeface="Rix고딕 B" panose="02020603020101020101" pitchFamily="18" charset="-127"/>
                          <a:ea typeface="Rix고딕 B" panose="02020603020101020101" pitchFamily="18" charset="-127"/>
                        </a:rPr>
                        <a:t>-</a:t>
                      </a:r>
                      <a:endParaRPr lang="ko-KR" altLang="en-US" sz="900" b="0" spc="-100" dirty="0">
                        <a:ln w="0">
                          <a:solidFill>
                            <a:schemeClr val="tx1">
                              <a:lumMod val="50000"/>
                              <a:lumOff val="50000"/>
                              <a:alpha val="68000"/>
                            </a:schemeClr>
                          </a:solidFill>
                        </a:ln>
                        <a:latin typeface="Rix고딕 B" panose="02020603020101020101" pitchFamily="18" charset="-127"/>
                        <a:ea typeface="Rix고딕 B" panose="02020603020101020101" pitchFamily="18" charset="-127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spc="-100" dirty="0" smtClean="0">
                          <a:ln w="0">
                            <a:solidFill>
                              <a:schemeClr val="tx1">
                                <a:lumMod val="50000"/>
                                <a:lumOff val="50000"/>
                                <a:alpha val="68000"/>
                              </a:schemeClr>
                            </a:solidFill>
                          </a:ln>
                          <a:latin typeface="Rix고딕 B" panose="02020603020101020101" pitchFamily="18" charset="-127"/>
                          <a:ea typeface="Rix고딕 B" panose="02020603020101020101" pitchFamily="18" charset="-127"/>
                        </a:rPr>
                        <a:t>-</a:t>
                      </a:r>
                      <a:endParaRPr lang="ko-KR" altLang="en-US" sz="900" b="0" spc="-100" dirty="0">
                        <a:ln w="0">
                          <a:solidFill>
                            <a:schemeClr val="tx1">
                              <a:lumMod val="50000"/>
                              <a:lumOff val="50000"/>
                              <a:alpha val="68000"/>
                            </a:schemeClr>
                          </a:solidFill>
                        </a:ln>
                        <a:latin typeface="Rix고딕 B" panose="02020603020101020101" pitchFamily="18" charset="-127"/>
                        <a:ea typeface="Rix고딕 B" panose="02020603020101020101" pitchFamily="18" charset="-127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spc="-100" dirty="0" smtClean="0">
                          <a:ln w="0">
                            <a:solidFill>
                              <a:schemeClr val="tx1">
                                <a:lumMod val="50000"/>
                                <a:lumOff val="50000"/>
                                <a:alpha val="68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Rix고딕 B" panose="02020603020101020101" pitchFamily="18" charset="-127"/>
                          <a:ea typeface="Rix고딕 B" panose="02020603020101020101" pitchFamily="18" charset="-127"/>
                        </a:rPr>
                        <a:t>-</a:t>
                      </a:r>
                      <a:endParaRPr lang="ko-KR" altLang="en-US" sz="900" b="0" spc="-100" dirty="0">
                        <a:ln w="0">
                          <a:solidFill>
                            <a:schemeClr val="tx1">
                              <a:lumMod val="50000"/>
                              <a:lumOff val="50000"/>
                              <a:alpha val="6800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Rix고딕 B" panose="02020603020101020101" pitchFamily="18" charset="-127"/>
                        <a:ea typeface="Rix고딕 B" panose="02020603020101020101" pitchFamily="18" charset="-127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KoPub돋움체 Light" panose="02020603020101020101" pitchFamily="18" charset="-127"/>
                        <a:ea typeface="KoPub돋움체 Light" panose="02020603020101020101" pitchFamily="18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83545">
                <a:tc gridSpan="4">
                  <a:txBody>
                    <a:bodyPr/>
                    <a:lstStyle/>
                    <a:p>
                      <a:pPr algn="l" latinLnBrk="1"/>
                      <a:r>
                        <a:rPr lang="en-US" altLang="ko-KR" sz="900" b="0" spc="-100" dirty="0" smtClean="0">
                          <a:ln w="0">
                            <a:solidFill>
                              <a:schemeClr val="tx1">
                                <a:lumMod val="50000"/>
                                <a:lumOff val="50000"/>
                                <a:alpha val="68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Rix고딕 B" panose="02020603020101020101" pitchFamily="18" charset="-127"/>
                          <a:ea typeface="Rix고딕 B" panose="02020603020101020101" pitchFamily="18" charset="-127"/>
                        </a:rPr>
                        <a:t>MEDiARK-8000</a:t>
                      </a:r>
                      <a:r>
                        <a:rPr lang="en-US" altLang="ko-KR" sz="900" b="0" spc="-100" baseline="0" dirty="0" smtClean="0">
                          <a:ln w="0">
                            <a:solidFill>
                              <a:schemeClr val="tx1">
                                <a:lumMod val="50000"/>
                                <a:lumOff val="50000"/>
                                <a:alpha val="68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Rix고딕 B" panose="02020603020101020101" pitchFamily="18" charset="-127"/>
                          <a:ea typeface="Rix고딕 B" panose="02020603020101020101" pitchFamily="18" charset="-127"/>
                        </a:rPr>
                        <a:t> (</a:t>
                      </a:r>
                      <a:r>
                        <a:rPr lang="ko-KR" altLang="en-US" sz="900" b="0" spc="-100" baseline="0" dirty="0" smtClean="0">
                          <a:ln w="0">
                            <a:solidFill>
                              <a:schemeClr val="tx1">
                                <a:lumMod val="50000"/>
                                <a:lumOff val="50000"/>
                                <a:alpha val="68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Rix고딕 B" panose="02020603020101020101" pitchFamily="18" charset="-127"/>
                          <a:ea typeface="Rix고딕 B" panose="02020603020101020101" pitchFamily="18" charset="-127"/>
                        </a:rPr>
                        <a:t>리드텍 </a:t>
                      </a:r>
                      <a:r>
                        <a:rPr lang="en-US" altLang="ko-KR" sz="900" b="0" spc="-100" baseline="0" dirty="0" smtClean="0">
                          <a:ln w="0">
                            <a:solidFill>
                              <a:schemeClr val="tx1">
                                <a:lumMod val="50000"/>
                                <a:lumOff val="50000"/>
                                <a:alpha val="68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Rix고딕 B" panose="02020603020101020101" pitchFamily="18" charset="-127"/>
                          <a:ea typeface="Rix고딕 B" panose="02020603020101020101" pitchFamily="18" charset="-127"/>
                        </a:rPr>
                        <a:t>/ </a:t>
                      </a:r>
                      <a:r>
                        <a:rPr lang="ko-KR" altLang="en-US" sz="900" b="0" spc="-100" baseline="0" dirty="0" smtClean="0">
                          <a:ln w="0">
                            <a:solidFill>
                              <a:schemeClr val="tx1">
                                <a:lumMod val="50000"/>
                                <a:lumOff val="50000"/>
                                <a:alpha val="68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Rix고딕 B" panose="02020603020101020101" pitchFamily="18" charset="-127"/>
                          <a:ea typeface="Rix고딕 B" panose="02020603020101020101" pitchFamily="18" charset="-127"/>
                        </a:rPr>
                        <a:t>영상제어시스템</a:t>
                      </a:r>
                      <a:r>
                        <a:rPr lang="en-US" altLang="ko-KR" sz="900" b="0" spc="-100" baseline="0" dirty="0" smtClean="0">
                          <a:ln w="0">
                            <a:solidFill>
                              <a:schemeClr val="tx1">
                                <a:lumMod val="50000"/>
                                <a:lumOff val="50000"/>
                                <a:alpha val="68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Rix고딕 B" panose="02020603020101020101" pitchFamily="18" charset="-127"/>
                          <a:ea typeface="Rix고딕 B" panose="02020603020101020101" pitchFamily="18" charset="-127"/>
                        </a:rPr>
                        <a:t>)</a:t>
                      </a:r>
                      <a:endParaRPr lang="ko-KR" altLang="en-US" sz="900" b="0" spc="-100" dirty="0">
                        <a:ln w="0">
                          <a:solidFill>
                            <a:schemeClr val="tx1">
                              <a:lumMod val="50000"/>
                              <a:lumOff val="50000"/>
                              <a:alpha val="6800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Rix고딕 B" panose="02020603020101020101" pitchFamily="18" charset="-127"/>
                        <a:ea typeface="Rix고딕 B" panose="02020603020101020101" pitchFamily="18" charset="-127"/>
                      </a:endParaRPr>
                    </a:p>
                  </a:txBody>
                  <a:tcPr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chemeClr val="tx1"/>
                        </a:solidFill>
                        <a:latin typeface="KoPub돋움체 Light" panose="02020603020101020101" pitchFamily="18" charset="-127"/>
                        <a:ea typeface="KoPub돋움체 Light" panose="02020603020101020101" pitchFamily="18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spc="-100" dirty="0" smtClean="0">
                          <a:ln w="0">
                            <a:solidFill>
                              <a:schemeClr val="tx1">
                                <a:lumMod val="50000"/>
                                <a:lumOff val="50000"/>
                                <a:alpha val="68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Rix고딕 B" panose="02020603020101020101" pitchFamily="18" charset="-127"/>
                          <a:ea typeface="Rix고딕 B" panose="02020603020101020101" pitchFamily="18" charset="-127"/>
                        </a:rPr>
                        <a:t>1</a:t>
                      </a:r>
                      <a:endParaRPr lang="ko-KR" altLang="en-US" sz="900" b="0" spc="-100" dirty="0">
                        <a:ln w="0">
                          <a:solidFill>
                            <a:schemeClr val="tx1">
                              <a:lumMod val="50000"/>
                              <a:lumOff val="50000"/>
                              <a:alpha val="6800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Rix고딕 B" panose="02020603020101020101" pitchFamily="18" charset="-127"/>
                        <a:ea typeface="Rix고딕 B" panose="02020603020101020101" pitchFamily="18" charset="-127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8354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spc="-100" dirty="0" smtClean="0">
                          <a:ln w="0">
                            <a:solidFill>
                              <a:schemeClr val="tx1">
                                <a:lumMod val="50000"/>
                                <a:lumOff val="50000"/>
                                <a:alpha val="68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Rix고딕 B" panose="02020603020101020101" pitchFamily="18" charset="-127"/>
                          <a:ea typeface="Rix고딕 B" panose="02020603020101020101" pitchFamily="18" charset="-127"/>
                        </a:rPr>
                        <a:t>1</a:t>
                      </a:r>
                      <a:endParaRPr lang="ko-KR" altLang="en-US" sz="900" b="0" spc="-100" dirty="0">
                        <a:ln w="0">
                          <a:solidFill>
                            <a:schemeClr val="tx1">
                              <a:lumMod val="50000"/>
                              <a:lumOff val="50000"/>
                              <a:alpha val="6800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Rix고딕 B" panose="02020603020101020101" pitchFamily="18" charset="-127"/>
                        <a:ea typeface="Rix고딕 B" panose="02020603020101020101" pitchFamily="18" charset="-127"/>
                      </a:endParaRPr>
                    </a:p>
                  </a:txBody>
                  <a:tcPr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spc="-100" dirty="0" smtClean="0">
                          <a:ln w="0">
                            <a:solidFill>
                              <a:schemeClr val="tx1">
                                <a:lumMod val="50000"/>
                                <a:lumOff val="50000"/>
                                <a:alpha val="68000"/>
                              </a:schemeClr>
                            </a:solidFill>
                          </a:ln>
                          <a:latin typeface="Rix고딕 B" panose="02020603020101020101" pitchFamily="18" charset="-127"/>
                          <a:ea typeface="Rix고딕 B" panose="02020603020101020101" pitchFamily="18" charset="-127"/>
                        </a:rPr>
                        <a:t>-</a:t>
                      </a:r>
                      <a:endParaRPr lang="ko-KR" altLang="en-US" sz="900" b="0" spc="-100" dirty="0">
                        <a:ln w="0">
                          <a:solidFill>
                            <a:schemeClr val="tx1">
                              <a:lumMod val="50000"/>
                              <a:lumOff val="50000"/>
                              <a:alpha val="68000"/>
                            </a:schemeClr>
                          </a:solidFill>
                        </a:ln>
                        <a:latin typeface="Rix고딕 B" panose="02020603020101020101" pitchFamily="18" charset="-127"/>
                        <a:ea typeface="Rix고딕 B" panose="02020603020101020101" pitchFamily="18" charset="-127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spc="-100" dirty="0" smtClean="0">
                          <a:ln w="0">
                            <a:solidFill>
                              <a:schemeClr val="tx1">
                                <a:lumMod val="50000"/>
                                <a:lumOff val="50000"/>
                                <a:alpha val="68000"/>
                              </a:schemeClr>
                            </a:solidFill>
                          </a:ln>
                          <a:latin typeface="Rix고딕 B" panose="02020603020101020101" pitchFamily="18" charset="-127"/>
                          <a:ea typeface="Rix고딕 B" panose="02020603020101020101" pitchFamily="18" charset="-127"/>
                        </a:rPr>
                        <a:t>-</a:t>
                      </a:r>
                      <a:endParaRPr lang="ko-KR" altLang="en-US" sz="900" b="0" spc="-100" dirty="0">
                        <a:ln w="0">
                          <a:solidFill>
                            <a:schemeClr val="tx1">
                              <a:lumMod val="50000"/>
                              <a:lumOff val="50000"/>
                              <a:alpha val="68000"/>
                            </a:schemeClr>
                          </a:solidFill>
                        </a:ln>
                        <a:latin typeface="Rix고딕 B" panose="02020603020101020101" pitchFamily="18" charset="-127"/>
                        <a:ea typeface="Rix고딕 B" panose="02020603020101020101" pitchFamily="18" charset="-127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spc="-100" dirty="0" smtClean="0">
                          <a:ln w="0">
                            <a:solidFill>
                              <a:schemeClr val="tx1">
                                <a:lumMod val="50000"/>
                                <a:lumOff val="50000"/>
                                <a:alpha val="68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Rix고딕 B" panose="02020603020101020101" pitchFamily="18" charset="-127"/>
                          <a:ea typeface="Rix고딕 B" panose="02020603020101020101" pitchFamily="18" charset="-127"/>
                        </a:rPr>
                        <a:t>-</a:t>
                      </a:r>
                      <a:endParaRPr lang="ko-KR" altLang="en-US" sz="900" b="0" spc="-100" dirty="0">
                        <a:ln w="0">
                          <a:solidFill>
                            <a:schemeClr val="tx1">
                              <a:lumMod val="50000"/>
                              <a:lumOff val="50000"/>
                              <a:alpha val="6800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Rix고딕 B" panose="02020603020101020101" pitchFamily="18" charset="-127"/>
                        <a:ea typeface="Rix고딕 B" panose="02020603020101020101" pitchFamily="18" charset="-127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KoPub돋움체 Light" panose="02020603020101020101" pitchFamily="18" charset="-127"/>
                        <a:ea typeface="KoPub돋움체 Light" panose="02020603020101020101" pitchFamily="18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83545">
                <a:tc gridSpan="4">
                  <a:txBody>
                    <a:bodyPr/>
                    <a:lstStyle/>
                    <a:p>
                      <a:pPr algn="l" latinLnBrk="1"/>
                      <a:r>
                        <a:rPr lang="ko-KR" altLang="en-US" sz="900" b="0" spc="-100" dirty="0" smtClean="0">
                          <a:ln w="0">
                            <a:solidFill>
                              <a:schemeClr val="tx1">
                                <a:lumMod val="50000"/>
                                <a:lumOff val="50000"/>
                                <a:alpha val="68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Rix고딕 B" panose="02020603020101020101" pitchFamily="18" charset="-127"/>
                          <a:ea typeface="Rix고딕 B" panose="02020603020101020101" pitchFamily="18" charset="-127"/>
                        </a:rPr>
                        <a:t>솔로탑 </a:t>
                      </a:r>
                      <a:r>
                        <a:rPr lang="en-US" altLang="ko-KR" sz="900" b="0" spc="-100" dirty="0" smtClean="0">
                          <a:ln w="0">
                            <a:solidFill>
                              <a:schemeClr val="tx1">
                                <a:lumMod val="50000"/>
                                <a:lumOff val="50000"/>
                                <a:alpha val="68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Rix고딕 B" panose="02020603020101020101" pitchFamily="18" charset="-127"/>
                          <a:ea typeface="Rix고딕 B" panose="02020603020101020101" pitchFamily="18" charset="-127"/>
                        </a:rPr>
                        <a:t>G-2ZK (</a:t>
                      </a:r>
                      <a:r>
                        <a:rPr lang="ko-KR" altLang="en-US" sz="900" b="0" spc="-100" dirty="0" smtClean="0">
                          <a:ln w="0">
                            <a:solidFill>
                              <a:schemeClr val="tx1">
                                <a:lumMod val="50000"/>
                                <a:lumOff val="50000"/>
                                <a:alpha val="68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Rix고딕 B" panose="02020603020101020101" pitchFamily="18" charset="-127"/>
                          <a:ea typeface="Rix고딕 B" panose="02020603020101020101" pitchFamily="18" charset="-127"/>
                        </a:rPr>
                        <a:t>대우루컴즈 </a:t>
                      </a:r>
                      <a:r>
                        <a:rPr lang="en-US" altLang="ko-KR" sz="900" b="0" spc="-100" dirty="0" smtClean="0">
                          <a:ln w="0">
                            <a:solidFill>
                              <a:schemeClr val="tx1">
                                <a:lumMod val="50000"/>
                                <a:lumOff val="50000"/>
                                <a:alpha val="68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Rix고딕 B" panose="02020603020101020101" pitchFamily="18" charset="-127"/>
                          <a:ea typeface="Rix고딕 B" panose="02020603020101020101" pitchFamily="18" charset="-127"/>
                        </a:rPr>
                        <a:t>/ </a:t>
                      </a:r>
                      <a:r>
                        <a:rPr lang="ko-KR" altLang="en-US" sz="900" b="0" spc="-100" dirty="0" smtClean="0">
                          <a:ln w="0">
                            <a:solidFill>
                              <a:schemeClr val="tx1">
                                <a:lumMod val="50000"/>
                                <a:lumOff val="50000"/>
                                <a:alpha val="68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Rix고딕 B" panose="02020603020101020101" pitchFamily="18" charset="-127"/>
                          <a:ea typeface="Rix고딕 B" panose="02020603020101020101" pitchFamily="18" charset="-127"/>
                        </a:rPr>
                        <a:t>관제용 </a:t>
                      </a:r>
                      <a:r>
                        <a:rPr lang="en-US" altLang="ko-KR" sz="900" b="0" spc="-100" dirty="0" smtClean="0">
                          <a:ln w="0">
                            <a:solidFill>
                              <a:schemeClr val="tx1">
                                <a:lumMod val="50000"/>
                                <a:lumOff val="50000"/>
                                <a:alpha val="68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Rix고딕 B" panose="02020603020101020101" pitchFamily="18" charset="-127"/>
                          <a:ea typeface="Rix고딕 B" panose="02020603020101020101" pitchFamily="18" charset="-127"/>
                        </a:rPr>
                        <a:t>PC</a:t>
                      </a:r>
                      <a:r>
                        <a:rPr lang="en-US" altLang="ko-KR" sz="900" b="0" spc="-100" baseline="0" dirty="0" smtClean="0">
                          <a:ln w="0">
                            <a:solidFill>
                              <a:schemeClr val="tx1">
                                <a:lumMod val="50000"/>
                                <a:lumOff val="50000"/>
                                <a:alpha val="68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Rix고딕 B" panose="02020603020101020101" pitchFamily="18" charset="-127"/>
                          <a:ea typeface="Rix고딕 B" panose="02020603020101020101" pitchFamily="18" charset="-127"/>
                        </a:rPr>
                        <a:t> </a:t>
                      </a:r>
                      <a:r>
                        <a:rPr lang="ko-KR" altLang="en-US" sz="900" b="0" spc="-100" baseline="0" dirty="0" smtClean="0">
                          <a:ln w="0">
                            <a:solidFill>
                              <a:schemeClr val="tx1">
                                <a:lumMod val="50000"/>
                                <a:lumOff val="50000"/>
                                <a:alpha val="68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Rix고딕 B" panose="02020603020101020101" pitchFamily="18" charset="-127"/>
                          <a:ea typeface="Rix고딕 B" panose="02020603020101020101" pitchFamily="18" charset="-127"/>
                        </a:rPr>
                        <a:t>및 모니터</a:t>
                      </a:r>
                      <a:r>
                        <a:rPr lang="en-US" altLang="ko-KR" sz="900" b="0" spc="-100" baseline="0" dirty="0" smtClean="0">
                          <a:ln w="0">
                            <a:solidFill>
                              <a:schemeClr val="tx1">
                                <a:lumMod val="50000"/>
                                <a:lumOff val="50000"/>
                                <a:alpha val="68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Rix고딕 B" panose="02020603020101020101" pitchFamily="18" charset="-127"/>
                          <a:ea typeface="Rix고딕 B" panose="02020603020101020101" pitchFamily="18" charset="-127"/>
                        </a:rPr>
                        <a:t>)</a:t>
                      </a:r>
                      <a:endParaRPr lang="ko-KR" altLang="en-US" sz="900" b="0" spc="-100" dirty="0">
                        <a:ln w="0">
                          <a:solidFill>
                            <a:schemeClr val="tx1">
                              <a:lumMod val="50000"/>
                              <a:lumOff val="50000"/>
                              <a:alpha val="6800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Rix고딕 B" panose="02020603020101020101" pitchFamily="18" charset="-127"/>
                        <a:ea typeface="Rix고딕 B" panose="02020603020101020101" pitchFamily="18" charset="-127"/>
                      </a:endParaRPr>
                    </a:p>
                  </a:txBody>
                  <a:tcPr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chemeClr val="tx1"/>
                        </a:solidFill>
                        <a:latin typeface="KoPub돋움체 Light" panose="02020603020101020101" pitchFamily="18" charset="-127"/>
                        <a:ea typeface="KoPub돋움체 Light" panose="02020603020101020101" pitchFamily="18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spc="-100" dirty="0" smtClean="0">
                          <a:ln w="0">
                            <a:solidFill>
                              <a:schemeClr val="tx1">
                                <a:lumMod val="50000"/>
                                <a:lumOff val="50000"/>
                                <a:alpha val="68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Rix고딕 B" panose="02020603020101020101" pitchFamily="18" charset="-127"/>
                          <a:ea typeface="Rix고딕 B" panose="02020603020101020101" pitchFamily="18" charset="-127"/>
                        </a:rPr>
                        <a:t>13</a:t>
                      </a:r>
                      <a:endParaRPr lang="ko-KR" altLang="en-US" sz="900" b="0" spc="-100" dirty="0">
                        <a:ln w="0">
                          <a:solidFill>
                            <a:schemeClr val="tx1">
                              <a:lumMod val="50000"/>
                              <a:lumOff val="50000"/>
                              <a:alpha val="6800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Rix고딕 B" panose="02020603020101020101" pitchFamily="18" charset="-127"/>
                        <a:ea typeface="Rix고딕 B" panose="02020603020101020101" pitchFamily="18" charset="-127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8354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spc="-100" dirty="0" smtClean="0">
                          <a:ln w="0">
                            <a:solidFill>
                              <a:schemeClr val="tx1">
                                <a:lumMod val="50000"/>
                                <a:lumOff val="50000"/>
                                <a:alpha val="68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Rix고딕 B" panose="02020603020101020101" pitchFamily="18" charset="-127"/>
                          <a:ea typeface="Rix고딕 B" panose="02020603020101020101" pitchFamily="18" charset="-127"/>
                        </a:rPr>
                        <a:t>13</a:t>
                      </a:r>
                      <a:endParaRPr lang="ko-KR" altLang="en-US" sz="900" b="0" spc="-100" dirty="0">
                        <a:ln w="0">
                          <a:solidFill>
                            <a:schemeClr val="tx1">
                              <a:lumMod val="50000"/>
                              <a:lumOff val="50000"/>
                              <a:alpha val="6800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Rix고딕 B" panose="02020603020101020101" pitchFamily="18" charset="-127"/>
                        <a:ea typeface="Rix고딕 B" panose="02020603020101020101" pitchFamily="18" charset="-127"/>
                      </a:endParaRPr>
                    </a:p>
                  </a:txBody>
                  <a:tcPr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spc="-100" dirty="0" smtClean="0">
                          <a:ln w="0">
                            <a:solidFill>
                              <a:schemeClr val="tx1">
                                <a:lumMod val="50000"/>
                                <a:lumOff val="50000"/>
                                <a:alpha val="68000"/>
                              </a:schemeClr>
                            </a:solidFill>
                          </a:ln>
                          <a:latin typeface="Rix고딕 B" panose="02020603020101020101" pitchFamily="18" charset="-127"/>
                          <a:ea typeface="Rix고딕 B" panose="02020603020101020101" pitchFamily="18" charset="-127"/>
                        </a:rPr>
                        <a:t>-</a:t>
                      </a:r>
                      <a:endParaRPr lang="ko-KR" altLang="en-US" sz="900" b="0" spc="-100" dirty="0">
                        <a:ln w="0">
                          <a:solidFill>
                            <a:schemeClr val="tx1">
                              <a:lumMod val="50000"/>
                              <a:lumOff val="50000"/>
                              <a:alpha val="68000"/>
                            </a:schemeClr>
                          </a:solidFill>
                        </a:ln>
                        <a:latin typeface="Rix고딕 B" panose="02020603020101020101" pitchFamily="18" charset="-127"/>
                        <a:ea typeface="Rix고딕 B" panose="02020603020101020101" pitchFamily="18" charset="-127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spc="-100" dirty="0" smtClean="0">
                          <a:ln w="0">
                            <a:solidFill>
                              <a:schemeClr val="tx1">
                                <a:lumMod val="50000"/>
                                <a:lumOff val="50000"/>
                                <a:alpha val="68000"/>
                              </a:schemeClr>
                            </a:solidFill>
                          </a:ln>
                          <a:latin typeface="Rix고딕 B" panose="02020603020101020101" pitchFamily="18" charset="-127"/>
                          <a:ea typeface="Rix고딕 B" panose="02020603020101020101" pitchFamily="18" charset="-127"/>
                        </a:rPr>
                        <a:t>-</a:t>
                      </a:r>
                      <a:endParaRPr lang="ko-KR" altLang="en-US" sz="900" b="0" spc="-100" dirty="0">
                        <a:ln w="0">
                          <a:solidFill>
                            <a:schemeClr val="tx1">
                              <a:lumMod val="50000"/>
                              <a:lumOff val="50000"/>
                              <a:alpha val="68000"/>
                            </a:schemeClr>
                          </a:solidFill>
                        </a:ln>
                        <a:latin typeface="Rix고딕 B" panose="02020603020101020101" pitchFamily="18" charset="-127"/>
                        <a:ea typeface="Rix고딕 B" panose="02020603020101020101" pitchFamily="18" charset="-127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spc="-100" dirty="0" smtClean="0">
                          <a:ln w="0">
                            <a:solidFill>
                              <a:schemeClr val="tx1">
                                <a:lumMod val="50000"/>
                                <a:lumOff val="50000"/>
                                <a:alpha val="68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Rix고딕 B" panose="02020603020101020101" pitchFamily="18" charset="-127"/>
                          <a:ea typeface="Rix고딕 B" panose="02020603020101020101" pitchFamily="18" charset="-127"/>
                        </a:rPr>
                        <a:t>-</a:t>
                      </a:r>
                      <a:endParaRPr lang="ko-KR" altLang="en-US" sz="900" b="0" spc="-100" dirty="0">
                        <a:ln w="0">
                          <a:solidFill>
                            <a:schemeClr val="tx1">
                              <a:lumMod val="50000"/>
                              <a:lumOff val="50000"/>
                              <a:alpha val="6800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Rix고딕 B" panose="02020603020101020101" pitchFamily="18" charset="-127"/>
                        <a:ea typeface="Rix고딕 B" panose="02020603020101020101" pitchFamily="18" charset="-127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KoPub돋움체 Light" panose="02020603020101020101" pitchFamily="18" charset="-127"/>
                        <a:ea typeface="KoPub돋움체 Light" panose="02020603020101020101" pitchFamily="18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83545">
                <a:tc gridSpan="4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-100" normalizeH="0" baseline="0" noProof="0" dirty="0" smtClean="0">
                          <a:ln w="0">
                            <a:solidFill>
                              <a:schemeClr val="tx1">
                                <a:lumMod val="50000"/>
                                <a:lumOff val="50000"/>
                                <a:alpha val="68000"/>
                              </a:scheme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Rix고딕 B" panose="02020603020101020101" pitchFamily="18" charset="-127"/>
                          <a:ea typeface="Rix고딕 B" panose="02020603020101020101" pitchFamily="18" charset="-127"/>
                          <a:cs typeface="+mn-cs"/>
                        </a:rPr>
                        <a:t>AC072JA4PBH1SY(</a:t>
                      </a:r>
                      <a:r>
                        <a:rPr kumimoji="0" lang="ko-KR" altLang="en-US" sz="900" b="0" i="0" u="none" strike="noStrike" kern="1200" cap="none" spc="-100" normalizeH="0" baseline="0" noProof="0" dirty="0" smtClean="0">
                          <a:ln w="0">
                            <a:solidFill>
                              <a:schemeClr val="tx1">
                                <a:lumMod val="50000"/>
                                <a:lumOff val="50000"/>
                                <a:alpha val="68000"/>
                              </a:scheme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Rix고딕 B" panose="02020603020101020101" pitchFamily="18" charset="-127"/>
                          <a:ea typeface="Rix고딕 B" panose="02020603020101020101" pitchFamily="18" charset="-127"/>
                          <a:cs typeface="+mn-cs"/>
                        </a:rPr>
                        <a:t>삼성전자 </a:t>
                      </a:r>
                      <a:r>
                        <a:rPr kumimoji="0" lang="en-US" altLang="ko-KR" sz="900" b="0" i="0" u="none" strike="noStrike" kern="1200" cap="none" spc="-100" normalizeH="0" baseline="0" noProof="0" dirty="0" smtClean="0">
                          <a:ln w="0">
                            <a:solidFill>
                              <a:schemeClr val="tx1">
                                <a:lumMod val="50000"/>
                                <a:lumOff val="50000"/>
                                <a:alpha val="68000"/>
                              </a:scheme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Rix고딕 B" panose="02020603020101020101" pitchFamily="18" charset="-127"/>
                          <a:ea typeface="Rix고딕 B" panose="02020603020101020101" pitchFamily="18" charset="-127"/>
                          <a:cs typeface="+mn-cs"/>
                        </a:rPr>
                        <a:t>/ </a:t>
                      </a:r>
                      <a:r>
                        <a:rPr kumimoji="0" lang="ko-KR" altLang="en-US" sz="900" b="0" i="0" u="none" strike="noStrike" kern="1200" cap="none" spc="-100" normalizeH="0" baseline="0" noProof="0" dirty="0" smtClean="0">
                          <a:ln w="0">
                            <a:solidFill>
                              <a:schemeClr val="tx1">
                                <a:lumMod val="50000"/>
                                <a:lumOff val="50000"/>
                                <a:alpha val="68000"/>
                              </a:scheme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Rix고딕 B" panose="02020603020101020101" pitchFamily="18" charset="-127"/>
                          <a:ea typeface="Rix고딕 B" panose="02020603020101020101" pitchFamily="18" charset="-127"/>
                          <a:cs typeface="+mn-cs"/>
                        </a:rPr>
                        <a:t>관제용 냉난방기</a:t>
                      </a:r>
                      <a:r>
                        <a:rPr kumimoji="0" lang="en-US" altLang="ko-KR" sz="900" b="0" i="0" u="none" strike="noStrike" kern="1200" cap="none" spc="-100" normalizeH="0" baseline="0" noProof="0" dirty="0" smtClean="0">
                          <a:ln w="0">
                            <a:solidFill>
                              <a:schemeClr val="tx1">
                                <a:lumMod val="50000"/>
                                <a:lumOff val="50000"/>
                                <a:alpha val="68000"/>
                              </a:scheme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Rix고딕 B" panose="02020603020101020101" pitchFamily="18" charset="-127"/>
                          <a:ea typeface="Rix고딕 B" panose="02020603020101020101" pitchFamily="18" charset="-127"/>
                          <a:cs typeface="+mn-cs"/>
                        </a:rPr>
                        <a:t>)</a:t>
                      </a:r>
                      <a:endParaRPr lang="ko-KR" altLang="en-US" sz="900" b="0" spc="-100" dirty="0">
                        <a:ln w="0">
                          <a:solidFill>
                            <a:schemeClr val="tx1">
                              <a:lumMod val="50000"/>
                              <a:lumOff val="50000"/>
                              <a:alpha val="6800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Rix고딕 B" panose="02020603020101020101" pitchFamily="18" charset="-127"/>
                        <a:ea typeface="Rix고딕 B" panose="02020603020101020101" pitchFamily="18" charset="-127"/>
                      </a:endParaRPr>
                    </a:p>
                  </a:txBody>
                  <a:tcPr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KoPub돋움체 Light" panose="02020603020101020101" pitchFamily="18" charset="-127"/>
                        <a:ea typeface="KoPub돋움체 Light" panose="02020603020101020101" pitchFamily="18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spc="-100" dirty="0" smtClean="0">
                          <a:ln w="0">
                            <a:solidFill>
                              <a:schemeClr val="tx1">
                                <a:lumMod val="50000"/>
                                <a:lumOff val="50000"/>
                                <a:alpha val="68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Rix고딕 B" panose="02020603020101020101" pitchFamily="18" charset="-127"/>
                          <a:ea typeface="Rix고딕 B" panose="02020603020101020101" pitchFamily="18" charset="-127"/>
                        </a:rPr>
                        <a:t>1</a:t>
                      </a:r>
                      <a:endParaRPr lang="ko-KR" altLang="en-US" sz="900" b="0" spc="-100" dirty="0">
                        <a:ln w="0">
                          <a:solidFill>
                            <a:schemeClr val="tx1">
                              <a:lumMod val="50000"/>
                              <a:lumOff val="50000"/>
                              <a:alpha val="6800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Rix고딕 B" panose="02020603020101020101" pitchFamily="18" charset="-127"/>
                        <a:ea typeface="Rix고딕 B" panose="02020603020101020101" pitchFamily="18" charset="-127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18354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spc="-100" dirty="0" smtClean="0">
                          <a:ln w="0">
                            <a:solidFill>
                              <a:schemeClr val="tx1">
                                <a:lumMod val="50000"/>
                                <a:lumOff val="50000"/>
                                <a:alpha val="68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Rix고딕 B" panose="02020603020101020101" pitchFamily="18" charset="-127"/>
                          <a:ea typeface="Rix고딕 B" panose="02020603020101020101" pitchFamily="18" charset="-127"/>
                        </a:rPr>
                        <a:t>1</a:t>
                      </a:r>
                      <a:endParaRPr lang="ko-KR" altLang="en-US" sz="900" b="0" spc="-100" dirty="0">
                        <a:ln w="0">
                          <a:solidFill>
                            <a:schemeClr val="tx1">
                              <a:lumMod val="50000"/>
                              <a:lumOff val="50000"/>
                              <a:alpha val="6800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Rix고딕 B" panose="02020603020101020101" pitchFamily="18" charset="-127"/>
                        <a:ea typeface="Rix고딕 B" panose="02020603020101020101" pitchFamily="18" charset="-127"/>
                      </a:endParaRPr>
                    </a:p>
                  </a:txBody>
                  <a:tcPr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spc="-100" dirty="0" smtClean="0">
                          <a:ln w="0">
                            <a:solidFill>
                              <a:schemeClr val="tx1">
                                <a:lumMod val="50000"/>
                                <a:lumOff val="50000"/>
                                <a:alpha val="68000"/>
                              </a:schemeClr>
                            </a:solidFill>
                          </a:ln>
                          <a:latin typeface="Rix고딕 B" panose="02020603020101020101" pitchFamily="18" charset="-127"/>
                          <a:ea typeface="Rix고딕 B" panose="02020603020101020101" pitchFamily="18" charset="-127"/>
                        </a:rPr>
                        <a:t>-</a:t>
                      </a:r>
                      <a:endParaRPr lang="ko-KR" altLang="en-US" sz="900" b="0" spc="-100" dirty="0">
                        <a:ln w="0">
                          <a:solidFill>
                            <a:schemeClr val="tx1">
                              <a:lumMod val="50000"/>
                              <a:lumOff val="50000"/>
                              <a:alpha val="68000"/>
                            </a:schemeClr>
                          </a:solidFill>
                        </a:ln>
                        <a:latin typeface="Rix고딕 B" panose="02020603020101020101" pitchFamily="18" charset="-127"/>
                        <a:ea typeface="Rix고딕 B" panose="02020603020101020101" pitchFamily="18" charset="-127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spc="-100" dirty="0" smtClean="0">
                          <a:ln w="0">
                            <a:solidFill>
                              <a:schemeClr val="tx1">
                                <a:lumMod val="50000"/>
                                <a:lumOff val="50000"/>
                                <a:alpha val="68000"/>
                              </a:schemeClr>
                            </a:solidFill>
                          </a:ln>
                          <a:latin typeface="Rix고딕 B" panose="02020603020101020101" pitchFamily="18" charset="-127"/>
                          <a:ea typeface="Rix고딕 B" panose="02020603020101020101" pitchFamily="18" charset="-127"/>
                        </a:rPr>
                        <a:t>-</a:t>
                      </a:r>
                      <a:endParaRPr lang="ko-KR" altLang="en-US" sz="900" b="0" spc="-100" dirty="0">
                        <a:ln w="0">
                          <a:solidFill>
                            <a:schemeClr val="tx1">
                              <a:lumMod val="50000"/>
                              <a:lumOff val="50000"/>
                              <a:alpha val="68000"/>
                            </a:schemeClr>
                          </a:solidFill>
                        </a:ln>
                        <a:latin typeface="Rix고딕 B" panose="02020603020101020101" pitchFamily="18" charset="-127"/>
                        <a:ea typeface="Rix고딕 B" panose="02020603020101020101" pitchFamily="18" charset="-127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spc="-100" dirty="0" smtClean="0">
                          <a:ln w="0">
                            <a:solidFill>
                              <a:schemeClr val="tx1">
                                <a:lumMod val="50000"/>
                                <a:lumOff val="50000"/>
                                <a:alpha val="68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Rix고딕 B" panose="02020603020101020101" pitchFamily="18" charset="-127"/>
                          <a:ea typeface="Rix고딕 B" panose="02020603020101020101" pitchFamily="18" charset="-127"/>
                        </a:rPr>
                        <a:t>-</a:t>
                      </a:r>
                      <a:endParaRPr lang="ko-KR" altLang="en-US" sz="900" b="0" spc="-100" dirty="0">
                        <a:ln w="0">
                          <a:solidFill>
                            <a:schemeClr val="tx1">
                              <a:lumMod val="50000"/>
                              <a:lumOff val="50000"/>
                              <a:alpha val="6800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Rix고딕 B" panose="02020603020101020101" pitchFamily="18" charset="-127"/>
                        <a:ea typeface="Rix고딕 B" panose="02020603020101020101" pitchFamily="18" charset="-127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KoPub돋움체 Light" panose="02020603020101020101" pitchFamily="18" charset="-127"/>
                        <a:ea typeface="KoPub돋움체 Light" panose="02020603020101020101" pitchFamily="18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183545">
                <a:tc gridSpan="5">
                  <a:txBody>
                    <a:bodyPr/>
                    <a:lstStyle/>
                    <a:p>
                      <a:pPr marL="0" algn="ctr" defTabSz="964870" rtl="0" eaLnBrk="1" latinLnBrk="1" hangingPunct="1"/>
                      <a:r>
                        <a:rPr lang="en-US" altLang="ko-KR" sz="900" b="0" kern="1200" spc="-100" dirty="0" smtClean="0">
                          <a:ln w="0">
                            <a:noFill/>
                          </a:ln>
                          <a:solidFill>
                            <a:schemeClr val="bg1"/>
                          </a:solidFill>
                          <a:latin typeface="Rix고딕 B" panose="02020603020101020101" pitchFamily="18" charset="-127"/>
                          <a:ea typeface="Rix고딕 B" panose="02020603020101020101" pitchFamily="18" charset="-127"/>
                          <a:cs typeface="+mn-cs"/>
                        </a:rPr>
                        <a:t>IP</a:t>
                      </a:r>
                      <a:r>
                        <a:rPr lang="ko-KR" altLang="en-US" sz="900" b="0" kern="1200" spc="-100" dirty="0" smtClean="0">
                          <a:ln w="0">
                            <a:noFill/>
                          </a:ln>
                          <a:solidFill>
                            <a:schemeClr val="bg1"/>
                          </a:solidFill>
                          <a:latin typeface="Rix고딕 B" panose="02020603020101020101" pitchFamily="18" charset="-127"/>
                          <a:ea typeface="Rix고딕 B" panose="02020603020101020101" pitchFamily="18" charset="-127"/>
                          <a:cs typeface="+mn-cs"/>
                        </a:rPr>
                        <a:t>관리 체계</a:t>
                      </a:r>
                      <a:endParaRPr lang="ko-KR" altLang="en-US" sz="900" b="0" kern="1200" spc="-100" dirty="0">
                        <a:ln w="0">
                          <a:noFill/>
                        </a:ln>
                        <a:solidFill>
                          <a:schemeClr val="bg1"/>
                        </a:solidFill>
                        <a:latin typeface="Rix고딕 B" panose="02020603020101020101" pitchFamily="18" charset="-127"/>
                        <a:ea typeface="Rix고딕 B" panose="02020603020101020101" pitchFamily="18" charset="-127"/>
                        <a:cs typeface="+mn-cs"/>
                      </a:endParaRPr>
                    </a:p>
                  </a:txBody>
                  <a:tcPr marT="0" marB="0"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91C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chemeClr val="tx1"/>
                        </a:solidFill>
                        <a:latin typeface="KoPub돋움체 Light" panose="02020603020101020101" pitchFamily="18" charset="-127"/>
                        <a:ea typeface="KoPub돋움체 Light" panose="02020603020101020101" pitchFamily="18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900" b="1" dirty="0">
                        <a:solidFill>
                          <a:schemeClr val="tx1"/>
                        </a:solidFill>
                        <a:latin typeface="KoPub돋움체 Light" panose="02020603020101020101" pitchFamily="18" charset="-127"/>
                        <a:ea typeface="KoPub돋움체 Light" panose="02020603020101020101" pitchFamily="18" charset="-127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E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183545">
                <a:tc gridSpan="4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spc="-100" dirty="0" smtClean="0">
                          <a:ln w="0">
                            <a:solidFill>
                              <a:schemeClr val="tx1">
                                <a:lumMod val="50000"/>
                                <a:lumOff val="50000"/>
                                <a:alpha val="68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Rix고딕 B" panose="02020603020101020101" pitchFamily="18" charset="-127"/>
                          <a:ea typeface="Rix고딕 B" panose="02020603020101020101" pitchFamily="18" charset="-127"/>
                        </a:rPr>
                        <a:t>IP</a:t>
                      </a:r>
                      <a:r>
                        <a:rPr lang="en-US" altLang="ko-KR" sz="900" b="0" spc="-100" baseline="0" dirty="0" smtClean="0">
                          <a:ln w="0">
                            <a:solidFill>
                              <a:schemeClr val="tx1">
                                <a:lumMod val="50000"/>
                                <a:lumOff val="50000"/>
                                <a:alpha val="68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Rix고딕 B" panose="02020603020101020101" pitchFamily="18" charset="-127"/>
                          <a:ea typeface="Rix고딕 B" panose="02020603020101020101" pitchFamily="18" charset="-127"/>
                        </a:rPr>
                        <a:t> Scan XE (</a:t>
                      </a:r>
                      <a:r>
                        <a:rPr lang="ko-KR" altLang="en-US" sz="900" b="0" spc="-100" baseline="0" dirty="0" smtClean="0">
                          <a:ln w="0">
                            <a:solidFill>
                              <a:schemeClr val="tx1">
                                <a:lumMod val="50000"/>
                                <a:lumOff val="50000"/>
                                <a:alpha val="68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Rix고딕 B" panose="02020603020101020101" pitchFamily="18" charset="-127"/>
                          <a:ea typeface="Rix고딕 B" panose="02020603020101020101" pitchFamily="18" charset="-127"/>
                        </a:rPr>
                        <a:t>스콥정보통신 </a:t>
                      </a:r>
                      <a:r>
                        <a:rPr lang="en-US" altLang="ko-KR" sz="900" b="0" spc="-100" baseline="0" dirty="0" smtClean="0">
                          <a:ln w="0">
                            <a:solidFill>
                              <a:schemeClr val="tx1">
                                <a:lumMod val="50000"/>
                                <a:lumOff val="50000"/>
                                <a:alpha val="68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Rix고딕 B" panose="02020603020101020101" pitchFamily="18" charset="-127"/>
                          <a:ea typeface="Rix고딕 B" panose="02020603020101020101" pitchFamily="18" charset="-127"/>
                        </a:rPr>
                        <a:t>/ IP</a:t>
                      </a:r>
                      <a:r>
                        <a:rPr lang="ko-KR" altLang="en-US" sz="900" b="0" spc="-100" baseline="0" dirty="0" smtClean="0">
                          <a:ln w="0">
                            <a:solidFill>
                              <a:schemeClr val="tx1">
                                <a:lumMod val="50000"/>
                                <a:lumOff val="50000"/>
                                <a:alpha val="68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Rix고딕 B" panose="02020603020101020101" pitchFamily="18" charset="-127"/>
                          <a:ea typeface="Rix고딕 B" panose="02020603020101020101" pitchFamily="18" charset="-127"/>
                        </a:rPr>
                        <a:t>관리 서버 및 프로브</a:t>
                      </a:r>
                      <a:r>
                        <a:rPr lang="en-US" altLang="ko-KR" sz="900" b="0" spc="-100" dirty="0" smtClean="0">
                          <a:ln w="0">
                            <a:solidFill>
                              <a:schemeClr val="tx1">
                                <a:lumMod val="50000"/>
                                <a:lumOff val="50000"/>
                                <a:alpha val="68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Rix고딕 B" panose="02020603020101020101" pitchFamily="18" charset="-127"/>
                          <a:ea typeface="Rix고딕 B" panose="02020603020101020101" pitchFamily="18" charset="-127"/>
                        </a:rPr>
                        <a:t>)</a:t>
                      </a:r>
                      <a:endParaRPr lang="ko-KR" altLang="en-US" sz="900" b="0" spc="-100" dirty="0" smtClean="0">
                        <a:ln w="0">
                          <a:solidFill>
                            <a:schemeClr val="tx1">
                              <a:lumMod val="50000"/>
                              <a:lumOff val="50000"/>
                              <a:alpha val="68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Rix고딕 B" panose="02020603020101020101" pitchFamily="18" charset="-127"/>
                        <a:ea typeface="Rix고딕 B" panose="02020603020101020101" pitchFamily="18" charset="-127"/>
                      </a:endParaRPr>
                    </a:p>
                  </a:txBody>
                  <a:tcPr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chemeClr val="tx1"/>
                        </a:solidFill>
                        <a:latin typeface="KoPub돋움체 Light" panose="02020603020101020101" pitchFamily="18" charset="-127"/>
                        <a:ea typeface="KoPub돋움체 Light" panose="02020603020101020101" pitchFamily="18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spc="-100" dirty="0" smtClean="0">
                          <a:ln w="0">
                            <a:solidFill>
                              <a:schemeClr val="tx1">
                                <a:lumMod val="50000"/>
                                <a:lumOff val="50000"/>
                                <a:alpha val="68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Rix고딕 B" panose="02020603020101020101" pitchFamily="18" charset="-127"/>
                          <a:ea typeface="Rix고딕 B" panose="02020603020101020101" pitchFamily="18" charset="-127"/>
                        </a:rPr>
                        <a:t>3</a:t>
                      </a:r>
                      <a:endParaRPr lang="ko-KR" altLang="en-US" sz="900" b="0" spc="-100" dirty="0">
                        <a:ln w="0">
                          <a:solidFill>
                            <a:schemeClr val="tx1">
                              <a:lumMod val="50000"/>
                              <a:lumOff val="50000"/>
                              <a:alpha val="6800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Rix고딕 B" panose="02020603020101020101" pitchFamily="18" charset="-127"/>
                        <a:ea typeface="Rix고딕 B" panose="02020603020101020101" pitchFamily="18" charset="-127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18354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spc="-100" dirty="0" smtClean="0">
                          <a:ln w="0">
                            <a:solidFill>
                              <a:schemeClr val="tx1">
                                <a:lumMod val="50000"/>
                                <a:lumOff val="50000"/>
                                <a:alpha val="68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Rix고딕 B" panose="02020603020101020101" pitchFamily="18" charset="-127"/>
                          <a:ea typeface="Rix고딕 B" panose="02020603020101020101" pitchFamily="18" charset="-127"/>
                        </a:rPr>
                        <a:t>3</a:t>
                      </a:r>
                      <a:endParaRPr lang="ko-KR" altLang="en-US" sz="900" b="0" spc="-100" dirty="0">
                        <a:ln w="0">
                          <a:solidFill>
                            <a:schemeClr val="tx1">
                              <a:lumMod val="50000"/>
                              <a:lumOff val="50000"/>
                              <a:alpha val="6800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Rix고딕 B" panose="02020603020101020101" pitchFamily="18" charset="-127"/>
                        <a:ea typeface="Rix고딕 B" panose="02020603020101020101" pitchFamily="18" charset="-127"/>
                      </a:endParaRPr>
                    </a:p>
                  </a:txBody>
                  <a:tcPr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spc="-100" dirty="0" smtClean="0">
                          <a:ln w="0">
                            <a:solidFill>
                              <a:schemeClr val="tx1">
                                <a:lumMod val="50000"/>
                                <a:lumOff val="50000"/>
                                <a:alpha val="68000"/>
                              </a:schemeClr>
                            </a:solidFill>
                          </a:ln>
                          <a:latin typeface="Rix고딕 B" panose="02020603020101020101" pitchFamily="18" charset="-127"/>
                          <a:ea typeface="Rix고딕 B" panose="02020603020101020101" pitchFamily="18" charset="-127"/>
                        </a:rPr>
                        <a:t>-</a:t>
                      </a:r>
                      <a:endParaRPr lang="ko-KR" altLang="en-US" sz="900" b="0" spc="-100" dirty="0">
                        <a:ln w="0">
                          <a:solidFill>
                            <a:schemeClr val="tx1">
                              <a:lumMod val="50000"/>
                              <a:lumOff val="50000"/>
                              <a:alpha val="68000"/>
                            </a:schemeClr>
                          </a:solidFill>
                        </a:ln>
                        <a:latin typeface="Rix고딕 B" panose="02020603020101020101" pitchFamily="18" charset="-127"/>
                        <a:ea typeface="Rix고딕 B" panose="02020603020101020101" pitchFamily="18" charset="-127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spc="-100" dirty="0" smtClean="0">
                          <a:ln w="0">
                            <a:solidFill>
                              <a:schemeClr val="tx1">
                                <a:lumMod val="50000"/>
                                <a:lumOff val="50000"/>
                                <a:alpha val="68000"/>
                              </a:schemeClr>
                            </a:solidFill>
                          </a:ln>
                          <a:latin typeface="Rix고딕 B" panose="02020603020101020101" pitchFamily="18" charset="-127"/>
                          <a:ea typeface="Rix고딕 B" panose="02020603020101020101" pitchFamily="18" charset="-127"/>
                        </a:rPr>
                        <a:t>-</a:t>
                      </a:r>
                      <a:endParaRPr lang="ko-KR" altLang="en-US" sz="900" b="0" spc="-100" dirty="0">
                        <a:ln w="0">
                          <a:solidFill>
                            <a:schemeClr val="tx1">
                              <a:lumMod val="50000"/>
                              <a:lumOff val="50000"/>
                              <a:alpha val="68000"/>
                            </a:schemeClr>
                          </a:solidFill>
                        </a:ln>
                        <a:latin typeface="Rix고딕 B" panose="02020603020101020101" pitchFamily="18" charset="-127"/>
                        <a:ea typeface="Rix고딕 B" panose="02020603020101020101" pitchFamily="18" charset="-127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spc="-100" dirty="0" smtClean="0">
                          <a:ln w="0">
                            <a:solidFill>
                              <a:schemeClr val="tx1">
                                <a:lumMod val="50000"/>
                                <a:lumOff val="50000"/>
                                <a:alpha val="68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Rix고딕 B" panose="02020603020101020101" pitchFamily="18" charset="-127"/>
                          <a:ea typeface="Rix고딕 B" panose="02020603020101020101" pitchFamily="18" charset="-127"/>
                        </a:rPr>
                        <a:t>-</a:t>
                      </a:r>
                      <a:endParaRPr lang="ko-KR" altLang="en-US" sz="900" b="0" spc="-100" dirty="0">
                        <a:ln w="0">
                          <a:solidFill>
                            <a:schemeClr val="tx1">
                              <a:lumMod val="50000"/>
                              <a:lumOff val="50000"/>
                              <a:alpha val="6800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Rix고딕 B" panose="02020603020101020101" pitchFamily="18" charset="-127"/>
                        <a:ea typeface="Rix고딕 B" panose="02020603020101020101" pitchFamily="18" charset="-127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KoPub돋움체 Light" panose="02020603020101020101" pitchFamily="18" charset="-127"/>
                        <a:ea typeface="KoPub돋움체 Light" panose="02020603020101020101" pitchFamily="18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  <a:tr h="183545">
                <a:tc gridSpan="5">
                  <a:txBody>
                    <a:bodyPr/>
                    <a:lstStyle/>
                    <a:p>
                      <a:pPr marL="0" algn="ctr" defTabSz="964870" rtl="0" eaLnBrk="1" latinLnBrk="1" hangingPunct="1"/>
                      <a:r>
                        <a:rPr lang="ko-KR" altLang="en-US" sz="900" b="0" kern="1200" spc="-100" dirty="0" smtClean="0">
                          <a:ln w="0">
                            <a:noFill/>
                          </a:ln>
                          <a:solidFill>
                            <a:schemeClr val="bg1"/>
                          </a:solidFill>
                          <a:latin typeface="Rix고딕 B" panose="02020603020101020101" pitchFamily="18" charset="-127"/>
                          <a:ea typeface="Rix고딕 B" panose="02020603020101020101" pitchFamily="18" charset="-127"/>
                          <a:cs typeface="+mn-cs"/>
                        </a:rPr>
                        <a:t>문자전송 체계</a:t>
                      </a:r>
                      <a:endParaRPr lang="ko-KR" altLang="en-US" sz="900" b="0" kern="1200" spc="-100" dirty="0">
                        <a:ln w="0">
                          <a:noFill/>
                        </a:ln>
                        <a:solidFill>
                          <a:schemeClr val="bg1"/>
                        </a:solidFill>
                        <a:latin typeface="Rix고딕 B" panose="02020603020101020101" pitchFamily="18" charset="-127"/>
                        <a:ea typeface="Rix고딕 B" panose="02020603020101020101" pitchFamily="18" charset="-127"/>
                        <a:cs typeface="+mn-cs"/>
                      </a:endParaRPr>
                    </a:p>
                  </a:txBody>
                  <a:tcPr marT="0" marB="0"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91C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chemeClr val="tx1"/>
                        </a:solidFill>
                        <a:latin typeface="KoPub돋움체 Light" panose="02020603020101020101" pitchFamily="18" charset="-127"/>
                        <a:ea typeface="KoPub돋움체 Light" panose="02020603020101020101" pitchFamily="18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900" b="1" dirty="0">
                        <a:solidFill>
                          <a:schemeClr val="tx1"/>
                        </a:solidFill>
                        <a:latin typeface="KoPub돋움체 Light" panose="02020603020101020101" pitchFamily="18" charset="-127"/>
                        <a:ea typeface="KoPub돋움체 Light" panose="02020603020101020101" pitchFamily="18" charset="-127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E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4"/>
                  </a:ext>
                </a:extLst>
              </a:tr>
              <a:tr h="183545">
                <a:tc gridSpan="4">
                  <a:txBody>
                    <a:bodyPr/>
                    <a:lstStyle/>
                    <a:p>
                      <a:pPr algn="l" latinLnBrk="1"/>
                      <a:r>
                        <a:rPr lang="en-US" altLang="ko-KR" sz="900" b="0" spc="-100" dirty="0" smtClean="0">
                          <a:ln w="0">
                            <a:solidFill>
                              <a:schemeClr val="tx1">
                                <a:lumMod val="50000"/>
                                <a:lumOff val="50000"/>
                                <a:alpha val="68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Rix고딕 B" panose="02020603020101020101" pitchFamily="18" charset="-127"/>
                          <a:ea typeface="Rix고딕 B" panose="02020603020101020101" pitchFamily="18" charset="-127"/>
                        </a:rPr>
                        <a:t>M-Station (GMP / </a:t>
                      </a:r>
                      <a:r>
                        <a:rPr lang="ko-KR" altLang="en-US" sz="900" b="0" spc="-100" dirty="0" smtClean="0">
                          <a:ln w="0">
                            <a:solidFill>
                              <a:schemeClr val="tx1">
                                <a:lumMod val="50000"/>
                                <a:lumOff val="50000"/>
                                <a:alpha val="68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Rix고딕 B" panose="02020603020101020101" pitchFamily="18" charset="-127"/>
                          <a:ea typeface="Rix고딕 B" panose="02020603020101020101" pitchFamily="18" charset="-127"/>
                        </a:rPr>
                        <a:t>상황 전파 솔루션</a:t>
                      </a:r>
                      <a:r>
                        <a:rPr lang="en-US" altLang="ko-KR" sz="900" b="0" spc="-100" dirty="0" smtClean="0">
                          <a:ln w="0">
                            <a:solidFill>
                              <a:schemeClr val="tx1">
                                <a:lumMod val="50000"/>
                                <a:lumOff val="50000"/>
                                <a:alpha val="68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Rix고딕 B" panose="02020603020101020101" pitchFamily="18" charset="-127"/>
                          <a:ea typeface="Rix고딕 B" panose="02020603020101020101" pitchFamily="18" charset="-127"/>
                        </a:rPr>
                        <a:t>)</a:t>
                      </a:r>
                      <a:endParaRPr lang="ko-KR" altLang="en-US" sz="900" b="0" spc="-100" dirty="0">
                        <a:ln w="0">
                          <a:solidFill>
                            <a:schemeClr val="tx1">
                              <a:lumMod val="50000"/>
                              <a:lumOff val="50000"/>
                              <a:alpha val="6800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Rix고딕 B" panose="02020603020101020101" pitchFamily="18" charset="-127"/>
                        <a:ea typeface="Rix고딕 B" panose="02020603020101020101" pitchFamily="18" charset="-127"/>
                      </a:endParaRPr>
                    </a:p>
                  </a:txBody>
                  <a:tcPr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chemeClr val="tx1"/>
                        </a:solidFill>
                        <a:latin typeface="KoPub돋움체 Light" panose="02020603020101020101" pitchFamily="18" charset="-127"/>
                        <a:ea typeface="KoPub돋움체 Light" panose="02020603020101020101" pitchFamily="18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spc="-100" dirty="0" smtClean="0">
                          <a:ln w="0">
                            <a:solidFill>
                              <a:schemeClr val="tx1">
                                <a:lumMod val="50000"/>
                                <a:lumOff val="50000"/>
                                <a:alpha val="68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Rix고딕 B" panose="02020603020101020101" pitchFamily="18" charset="-127"/>
                          <a:ea typeface="Rix고딕 B" panose="02020603020101020101" pitchFamily="18" charset="-127"/>
                        </a:rPr>
                        <a:t>1</a:t>
                      </a:r>
                      <a:endParaRPr lang="ko-KR" altLang="en-US" sz="900" b="0" spc="-100" dirty="0">
                        <a:ln w="0">
                          <a:solidFill>
                            <a:schemeClr val="tx1">
                              <a:lumMod val="50000"/>
                              <a:lumOff val="50000"/>
                              <a:alpha val="6800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Rix고딕 B" panose="02020603020101020101" pitchFamily="18" charset="-127"/>
                        <a:ea typeface="Rix고딕 B" panose="02020603020101020101" pitchFamily="18" charset="-127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5"/>
                  </a:ext>
                </a:extLst>
              </a:tr>
              <a:tr h="18354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spc="-100" dirty="0" smtClean="0">
                          <a:ln w="0">
                            <a:solidFill>
                              <a:schemeClr val="tx1">
                                <a:lumMod val="50000"/>
                                <a:lumOff val="50000"/>
                                <a:alpha val="68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Rix고딕 B" panose="02020603020101020101" pitchFamily="18" charset="-127"/>
                          <a:ea typeface="Rix고딕 B" panose="02020603020101020101" pitchFamily="18" charset="-127"/>
                        </a:rPr>
                        <a:t>1</a:t>
                      </a:r>
                      <a:endParaRPr lang="ko-KR" altLang="en-US" sz="900" b="0" spc="-100" dirty="0">
                        <a:ln w="0">
                          <a:solidFill>
                            <a:schemeClr val="tx1">
                              <a:lumMod val="50000"/>
                              <a:lumOff val="50000"/>
                              <a:alpha val="6800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Rix고딕 B" panose="02020603020101020101" pitchFamily="18" charset="-127"/>
                        <a:ea typeface="Rix고딕 B" panose="02020603020101020101" pitchFamily="18" charset="-127"/>
                      </a:endParaRPr>
                    </a:p>
                  </a:txBody>
                  <a:tcPr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spc="-100" dirty="0" smtClean="0">
                          <a:ln w="0">
                            <a:solidFill>
                              <a:schemeClr val="tx1">
                                <a:lumMod val="50000"/>
                                <a:lumOff val="50000"/>
                                <a:alpha val="68000"/>
                              </a:schemeClr>
                            </a:solidFill>
                          </a:ln>
                          <a:latin typeface="Rix고딕 B" panose="02020603020101020101" pitchFamily="18" charset="-127"/>
                          <a:ea typeface="Rix고딕 B" panose="02020603020101020101" pitchFamily="18" charset="-127"/>
                        </a:rPr>
                        <a:t>-</a:t>
                      </a:r>
                      <a:endParaRPr lang="ko-KR" altLang="en-US" sz="900" b="0" spc="-100" dirty="0">
                        <a:ln w="0">
                          <a:solidFill>
                            <a:schemeClr val="tx1">
                              <a:lumMod val="50000"/>
                              <a:lumOff val="50000"/>
                              <a:alpha val="68000"/>
                            </a:schemeClr>
                          </a:solidFill>
                        </a:ln>
                        <a:latin typeface="Rix고딕 B" panose="02020603020101020101" pitchFamily="18" charset="-127"/>
                        <a:ea typeface="Rix고딕 B" panose="02020603020101020101" pitchFamily="18" charset="-127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spc="-100" dirty="0" smtClean="0">
                          <a:ln w="0">
                            <a:solidFill>
                              <a:schemeClr val="tx1">
                                <a:lumMod val="50000"/>
                                <a:lumOff val="50000"/>
                                <a:alpha val="68000"/>
                              </a:schemeClr>
                            </a:solidFill>
                          </a:ln>
                          <a:latin typeface="Rix고딕 B" panose="02020603020101020101" pitchFamily="18" charset="-127"/>
                          <a:ea typeface="Rix고딕 B" panose="02020603020101020101" pitchFamily="18" charset="-127"/>
                        </a:rPr>
                        <a:t>-</a:t>
                      </a:r>
                      <a:endParaRPr lang="ko-KR" altLang="en-US" sz="900" b="0" spc="-100" dirty="0">
                        <a:ln w="0">
                          <a:solidFill>
                            <a:schemeClr val="tx1">
                              <a:lumMod val="50000"/>
                              <a:lumOff val="50000"/>
                              <a:alpha val="68000"/>
                            </a:schemeClr>
                          </a:solidFill>
                        </a:ln>
                        <a:latin typeface="Rix고딕 B" panose="02020603020101020101" pitchFamily="18" charset="-127"/>
                        <a:ea typeface="Rix고딕 B" panose="02020603020101020101" pitchFamily="18" charset="-127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spc="-100" dirty="0" smtClean="0">
                          <a:ln w="0">
                            <a:solidFill>
                              <a:schemeClr val="tx1">
                                <a:lumMod val="50000"/>
                                <a:lumOff val="50000"/>
                                <a:alpha val="68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Rix고딕 B" panose="02020603020101020101" pitchFamily="18" charset="-127"/>
                          <a:ea typeface="Rix고딕 B" panose="02020603020101020101" pitchFamily="18" charset="-127"/>
                        </a:rPr>
                        <a:t>-</a:t>
                      </a:r>
                      <a:endParaRPr lang="ko-KR" altLang="en-US" sz="900" b="0" spc="-100" dirty="0">
                        <a:ln w="0">
                          <a:solidFill>
                            <a:schemeClr val="tx1">
                              <a:lumMod val="50000"/>
                              <a:lumOff val="50000"/>
                              <a:alpha val="6800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Rix고딕 B" panose="02020603020101020101" pitchFamily="18" charset="-127"/>
                        <a:ea typeface="Rix고딕 B" panose="02020603020101020101" pitchFamily="18" charset="-127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KoPub돋움체 Light" panose="02020603020101020101" pitchFamily="18" charset="-127"/>
                        <a:ea typeface="KoPub돋움체 Light" panose="02020603020101020101" pitchFamily="18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6"/>
                  </a:ext>
                </a:extLst>
              </a:tr>
              <a:tr h="183545">
                <a:tc gridSpan="5">
                  <a:txBody>
                    <a:bodyPr/>
                    <a:lstStyle/>
                    <a:p>
                      <a:pPr marL="0" algn="ctr" defTabSz="964870" rtl="0" eaLnBrk="1" latinLnBrk="1" hangingPunct="1"/>
                      <a:r>
                        <a:rPr lang="ko-KR" altLang="en-US" sz="900" b="0" kern="1200" spc="-100" dirty="0" smtClean="0">
                          <a:ln w="0">
                            <a:noFill/>
                          </a:ln>
                          <a:solidFill>
                            <a:schemeClr val="bg1"/>
                          </a:solidFill>
                          <a:latin typeface="Rix고딕 B" panose="02020603020101020101" pitchFamily="18" charset="-127"/>
                          <a:ea typeface="Rix고딕 B" panose="02020603020101020101" pitchFamily="18" charset="-127"/>
                          <a:cs typeface="+mn-cs"/>
                        </a:rPr>
                        <a:t>항온 항습기</a:t>
                      </a:r>
                      <a:endParaRPr lang="ko-KR" altLang="en-US" sz="900" b="0" kern="1200" spc="-100" dirty="0">
                        <a:ln w="0">
                          <a:noFill/>
                        </a:ln>
                        <a:solidFill>
                          <a:schemeClr val="bg1"/>
                        </a:solidFill>
                        <a:latin typeface="Rix고딕 B" panose="02020603020101020101" pitchFamily="18" charset="-127"/>
                        <a:ea typeface="Rix고딕 B" panose="02020603020101020101" pitchFamily="18" charset="-127"/>
                        <a:cs typeface="+mn-cs"/>
                      </a:endParaRPr>
                    </a:p>
                  </a:txBody>
                  <a:tcPr marT="0" marB="0"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91C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chemeClr val="tx1"/>
                        </a:solidFill>
                        <a:latin typeface="KoPub돋움체 Light" panose="02020603020101020101" pitchFamily="18" charset="-127"/>
                        <a:ea typeface="KoPub돋움체 Light" panose="02020603020101020101" pitchFamily="18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900" b="1" dirty="0">
                        <a:solidFill>
                          <a:schemeClr val="tx1"/>
                        </a:solidFill>
                        <a:latin typeface="KoPub돋움체 Light" panose="02020603020101020101" pitchFamily="18" charset="-127"/>
                        <a:ea typeface="KoPub돋움체 Light" panose="02020603020101020101" pitchFamily="18" charset="-127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E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7"/>
                  </a:ext>
                </a:extLst>
              </a:tr>
              <a:tr h="183545">
                <a:tc gridSpan="4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spc="-100" dirty="0" smtClean="0">
                          <a:ln w="0">
                            <a:solidFill>
                              <a:schemeClr val="tx1">
                                <a:lumMod val="50000"/>
                                <a:lumOff val="50000"/>
                                <a:alpha val="68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Rix고딕 B" panose="02020603020101020101" pitchFamily="18" charset="-127"/>
                          <a:ea typeface="Rix고딕 B" panose="02020603020101020101" pitchFamily="18" charset="-127"/>
                        </a:rPr>
                        <a:t>PA005-A1ES</a:t>
                      </a:r>
                      <a:r>
                        <a:rPr lang="en-US" altLang="ko-KR" sz="900" b="0" spc="-100" baseline="0" dirty="0" smtClean="0">
                          <a:ln w="0">
                            <a:solidFill>
                              <a:schemeClr val="tx1">
                                <a:lumMod val="50000"/>
                                <a:lumOff val="50000"/>
                                <a:alpha val="68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Rix고딕 B" panose="02020603020101020101" pitchFamily="18" charset="-127"/>
                          <a:ea typeface="Rix고딕 B" panose="02020603020101020101" pitchFamily="18" charset="-127"/>
                        </a:rPr>
                        <a:t> ((</a:t>
                      </a:r>
                      <a:r>
                        <a:rPr lang="ko-KR" altLang="en-US" sz="900" b="0" spc="-100" baseline="0" dirty="0" smtClean="0">
                          <a:ln w="0">
                            <a:solidFill>
                              <a:schemeClr val="tx1">
                                <a:lumMod val="50000"/>
                                <a:lumOff val="50000"/>
                                <a:alpha val="68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Rix고딕 B" panose="02020603020101020101" pitchFamily="18" charset="-127"/>
                          <a:ea typeface="Rix고딕 B" panose="02020603020101020101" pitchFamily="18" charset="-127"/>
                        </a:rPr>
                        <a:t>주</a:t>
                      </a:r>
                      <a:r>
                        <a:rPr lang="en-US" altLang="ko-KR" sz="900" b="0" spc="-100" baseline="0" dirty="0" smtClean="0">
                          <a:ln w="0">
                            <a:solidFill>
                              <a:schemeClr val="tx1">
                                <a:lumMod val="50000"/>
                                <a:lumOff val="50000"/>
                                <a:alpha val="68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Rix고딕 B" panose="02020603020101020101" pitchFamily="18" charset="-127"/>
                          <a:ea typeface="Rix고딕 B" panose="02020603020101020101" pitchFamily="18" charset="-127"/>
                        </a:rPr>
                        <a:t>)</a:t>
                      </a:r>
                      <a:r>
                        <a:rPr lang="ko-KR" altLang="en-US" sz="900" b="0" spc="-100" baseline="0" dirty="0" smtClean="0">
                          <a:ln w="0">
                            <a:solidFill>
                              <a:schemeClr val="tx1">
                                <a:lumMod val="50000"/>
                                <a:lumOff val="50000"/>
                                <a:alpha val="68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Rix고딕 B" panose="02020603020101020101" pitchFamily="18" charset="-127"/>
                          <a:ea typeface="Rix고딕 B" panose="02020603020101020101" pitchFamily="18" charset="-127"/>
                        </a:rPr>
                        <a:t>에이알 </a:t>
                      </a:r>
                      <a:r>
                        <a:rPr lang="en-US" altLang="ko-KR" sz="900" b="0" spc="-100" baseline="0" dirty="0" smtClean="0">
                          <a:ln w="0">
                            <a:solidFill>
                              <a:schemeClr val="tx1">
                                <a:lumMod val="50000"/>
                                <a:lumOff val="50000"/>
                                <a:alpha val="68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Rix고딕 B" panose="02020603020101020101" pitchFamily="18" charset="-127"/>
                          <a:ea typeface="Rix고딕 B" panose="02020603020101020101" pitchFamily="18" charset="-127"/>
                        </a:rPr>
                        <a:t>/ </a:t>
                      </a:r>
                      <a:r>
                        <a:rPr lang="ko-KR" altLang="en-US" sz="900" b="0" spc="-100" baseline="0" dirty="0" smtClean="0">
                          <a:ln w="0">
                            <a:solidFill>
                              <a:schemeClr val="tx1">
                                <a:lumMod val="50000"/>
                                <a:lumOff val="50000"/>
                                <a:alpha val="68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Rix고딕 B" panose="02020603020101020101" pitchFamily="18" charset="-127"/>
                          <a:ea typeface="Rix고딕 B" panose="02020603020101020101" pitchFamily="18" charset="-127"/>
                        </a:rPr>
                        <a:t>항온 항습기</a:t>
                      </a:r>
                      <a:r>
                        <a:rPr lang="en-US" altLang="ko-KR" sz="900" b="0" spc="-100" dirty="0" smtClean="0">
                          <a:ln w="0">
                            <a:solidFill>
                              <a:schemeClr val="tx1">
                                <a:lumMod val="50000"/>
                                <a:lumOff val="50000"/>
                                <a:alpha val="68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Rix고딕 B" panose="02020603020101020101" pitchFamily="18" charset="-127"/>
                          <a:ea typeface="Rix고딕 B" panose="02020603020101020101" pitchFamily="18" charset="-127"/>
                        </a:rPr>
                        <a:t>)</a:t>
                      </a:r>
                      <a:endParaRPr lang="ko-KR" altLang="en-US" sz="900" b="0" spc="-100" dirty="0" smtClean="0">
                        <a:ln w="0">
                          <a:solidFill>
                            <a:schemeClr val="tx1">
                              <a:lumMod val="50000"/>
                              <a:lumOff val="50000"/>
                              <a:alpha val="68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Rix고딕 B" panose="02020603020101020101" pitchFamily="18" charset="-127"/>
                        <a:ea typeface="Rix고딕 B" panose="02020603020101020101" pitchFamily="18" charset="-127"/>
                      </a:endParaRPr>
                    </a:p>
                  </a:txBody>
                  <a:tcPr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chemeClr val="tx1"/>
                        </a:solidFill>
                        <a:latin typeface="KoPub돋움체 Light" panose="02020603020101020101" pitchFamily="18" charset="-127"/>
                        <a:ea typeface="KoPub돋움체 Light" panose="02020603020101020101" pitchFamily="18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spc="-100" dirty="0" smtClean="0">
                          <a:ln w="0">
                            <a:solidFill>
                              <a:schemeClr val="tx1">
                                <a:lumMod val="50000"/>
                                <a:lumOff val="50000"/>
                                <a:alpha val="68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Rix고딕 B" panose="02020603020101020101" pitchFamily="18" charset="-127"/>
                          <a:ea typeface="Rix고딕 B" panose="02020603020101020101" pitchFamily="18" charset="-127"/>
                        </a:rPr>
                        <a:t>2</a:t>
                      </a:r>
                      <a:endParaRPr lang="ko-KR" altLang="en-US" sz="900" b="0" spc="-100" dirty="0">
                        <a:ln w="0">
                          <a:solidFill>
                            <a:schemeClr val="tx1">
                              <a:lumMod val="50000"/>
                              <a:lumOff val="50000"/>
                              <a:alpha val="6800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Rix고딕 B" panose="02020603020101020101" pitchFamily="18" charset="-127"/>
                        <a:ea typeface="Rix고딕 B" panose="02020603020101020101" pitchFamily="18" charset="-127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8"/>
                  </a:ext>
                </a:extLst>
              </a:tr>
              <a:tr h="18354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spc="-100" dirty="0" smtClean="0">
                          <a:ln w="0">
                            <a:solidFill>
                              <a:schemeClr val="tx1">
                                <a:lumMod val="50000"/>
                                <a:lumOff val="50000"/>
                                <a:alpha val="68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Rix고딕 B" panose="02020603020101020101" pitchFamily="18" charset="-127"/>
                          <a:ea typeface="Rix고딕 B" panose="02020603020101020101" pitchFamily="18" charset="-127"/>
                        </a:rPr>
                        <a:t>-</a:t>
                      </a:r>
                      <a:endParaRPr lang="ko-KR" altLang="en-US" sz="900" b="0" spc="-100" dirty="0">
                        <a:ln w="0">
                          <a:solidFill>
                            <a:schemeClr val="tx1">
                              <a:lumMod val="50000"/>
                              <a:lumOff val="50000"/>
                              <a:alpha val="6800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Rix고딕 B" panose="02020603020101020101" pitchFamily="18" charset="-127"/>
                        <a:ea typeface="Rix고딕 B" panose="02020603020101020101" pitchFamily="18" charset="-127"/>
                      </a:endParaRPr>
                    </a:p>
                  </a:txBody>
                  <a:tcPr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spc="-100" dirty="0" smtClean="0">
                          <a:ln w="0">
                            <a:solidFill>
                              <a:schemeClr val="tx1">
                                <a:lumMod val="50000"/>
                                <a:lumOff val="50000"/>
                                <a:alpha val="68000"/>
                              </a:schemeClr>
                            </a:solidFill>
                          </a:ln>
                          <a:latin typeface="Rix고딕 B" panose="02020603020101020101" pitchFamily="18" charset="-127"/>
                          <a:ea typeface="Rix고딕 B" panose="02020603020101020101" pitchFamily="18" charset="-127"/>
                        </a:rPr>
                        <a:t>1</a:t>
                      </a:r>
                      <a:endParaRPr lang="ko-KR" altLang="en-US" sz="900" b="0" spc="-100" dirty="0">
                        <a:ln w="0">
                          <a:solidFill>
                            <a:schemeClr val="tx1">
                              <a:lumMod val="50000"/>
                              <a:lumOff val="50000"/>
                              <a:alpha val="68000"/>
                            </a:schemeClr>
                          </a:solidFill>
                        </a:ln>
                        <a:latin typeface="Rix고딕 B" panose="02020603020101020101" pitchFamily="18" charset="-127"/>
                        <a:ea typeface="Rix고딕 B" panose="02020603020101020101" pitchFamily="18" charset="-127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spc="-100" dirty="0" smtClean="0">
                          <a:ln w="0">
                            <a:solidFill>
                              <a:schemeClr val="tx1">
                                <a:lumMod val="50000"/>
                                <a:lumOff val="50000"/>
                                <a:alpha val="68000"/>
                              </a:schemeClr>
                            </a:solidFill>
                          </a:ln>
                          <a:latin typeface="Rix고딕 B" panose="02020603020101020101" pitchFamily="18" charset="-127"/>
                          <a:ea typeface="Rix고딕 B" panose="02020603020101020101" pitchFamily="18" charset="-127"/>
                        </a:rPr>
                        <a:t>1</a:t>
                      </a:r>
                      <a:endParaRPr lang="ko-KR" altLang="en-US" sz="900" b="0" spc="-100" dirty="0">
                        <a:ln w="0">
                          <a:solidFill>
                            <a:schemeClr val="tx1">
                              <a:lumMod val="50000"/>
                              <a:lumOff val="50000"/>
                              <a:alpha val="68000"/>
                            </a:schemeClr>
                          </a:solidFill>
                        </a:ln>
                        <a:latin typeface="Rix고딕 B" panose="02020603020101020101" pitchFamily="18" charset="-127"/>
                        <a:ea typeface="Rix고딕 B" panose="02020603020101020101" pitchFamily="18" charset="-127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spc="-100" dirty="0" smtClean="0">
                          <a:ln w="0">
                            <a:solidFill>
                              <a:schemeClr val="tx1">
                                <a:lumMod val="50000"/>
                                <a:lumOff val="50000"/>
                                <a:alpha val="68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Rix고딕 B" panose="02020603020101020101" pitchFamily="18" charset="-127"/>
                          <a:ea typeface="Rix고딕 B" panose="02020603020101020101" pitchFamily="18" charset="-127"/>
                        </a:rPr>
                        <a:t>-</a:t>
                      </a:r>
                      <a:endParaRPr lang="ko-KR" altLang="en-US" sz="900" b="0" spc="-100" dirty="0">
                        <a:ln w="0">
                          <a:solidFill>
                            <a:schemeClr val="tx1">
                              <a:lumMod val="50000"/>
                              <a:lumOff val="50000"/>
                              <a:alpha val="6800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Rix고딕 B" panose="02020603020101020101" pitchFamily="18" charset="-127"/>
                        <a:ea typeface="Rix고딕 B" panose="02020603020101020101" pitchFamily="18" charset="-127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KoPub돋움체 Light" panose="02020603020101020101" pitchFamily="18" charset="-127"/>
                        <a:ea typeface="KoPub돋움체 Light" panose="02020603020101020101" pitchFamily="18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9"/>
                  </a:ext>
                </a:extLst>
              </a:tr>
            </a:tbl>
          </a:graphicData>
        </a:graphic>
      </p:graphicFrame>
      <p:cxnSp>
        <p:nvCxnSpPr>
          <p:cNvPr id="112" name="꺾인 연결선 111"/>
          <p:cNvCxnSpPr>
            <a:stCxn id="418" idx="0"/>
            <a:endCxn id="318" idx="0"/>
          </p:cNvCxnSpPr>
          <p:nvPr/>
        </p:nvCxnSpPr>
        <p:spPr>
          <a:xfrm rot="16200000" flipV="1">
            <a:off x="5693787" y="5427214"/>
            <a:ext cx="104622" cy="928508"/>
          </a:xfrm>
          <a:prstGeom prst="bentConnector3">
            <a:avLst>
              <a:gd name="adj1" fmla="val 135442"/>
            </a:avLst>
          </a:prstGeom>
          <a:ln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꺾인 연결선 112"/>
          <p:cNvCxnSpPr>
            <a:stCxn id="243" idx="0"/>
            <a:endCxn id="401" idx="0"/>
          </p:cNvCxnSpPr>
          <p:nvPr/>
        </p:nvCxnSpPr>
        <p:spPr>
          <a:xfrm rot="16200000" flipV="1">
            <a:off x="3910820" y="5301428"/>
            <a:ext cx="19569" cy="1115962"/>
          </a:xfrm>
          <a:prstGeom prst="bentConnector3">
            <a:avLst>
              <a:gd name="adj1" fmla="val 478975"/>
            </a:avLst>
          </a:prstGeom>
          <a:ln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직선 연결선 117"/>
          <p:cNvCxnSpPr>
            <a:stCxn id="309" idx="3"/>
            <a:endCxn id="310" idx="1"/>
          </p:cNvCxnSpPr>
          <p:nvPr/>
        </p:nvCxnSpPr>
        <p:spPr>
          <a:xfrm>
            <a:off x="5145573" y="6394815"/>
            <a:ext cx="275470" cy="0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직선 연결선 118"/>
          <p:cNvCxnSpPr>
            <a:stCxn id="217" idx="3"/>
            <a:endCxn id="257" idx="1"/>
          </p:cNvCxnSpPr>
          <p:nvPr/>
        </p:nvCxnSpPr>
        <p:spPr>
          <a:xfrm>
            <a:off x="4339385" y="6394815"/>
            <a:ext cx="278385" cy="0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6" name="직사각형 125"/>
          <p:cNvSpPr/>
          <p:nvPr/>
        </p:nvSpPr>
        <p:spPr>
          <a:xfrm>
            <a:off x="515429" y="6300292"/>
            <a:ext cx="1201974" cy="754464"/>
          </a:xfrm>
          <a:prstGeom prst="rect">
            <a:avLst/>
          </a:prstGeom>
          <a:gradFill>
            <a:gsLst>
              <a:gs pos="0">
                <a:schemeClr val="bg1">
                  <a:lumMod val="85000"/>
                </a:schemeClr>
              </a:gs>
              <a:gs pos="47000">
                <a:schemeClr val="bg1"/>
              </a:gs>
              <a:gs pos="82000">
                <a:schemeClr val="bg1">
                  <a:lumMod val="85000"/>
                </a:schemeClr>
              </a:gs>
              <a:gs pos="100000">
                <a:schemeClr val="bg1">
                  <a:lumMod val="65000"/>
                </a:schemeClr>
              </a:gs>
            </a:gsLst>
            <a:lin ang="2700000" scaled="0"/>
          </a:gradFill>
          <a:ln w="19050">
            <a:noFill/>
          </a:ln>
          <a:effectLst>
            <a:innerShdw blurRad="50800">
              <a:prstClr val="black">
                <a:alpha val="83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27" name="사다리꼴 126"/>
          <p:cNvSpPr/>
          <p:nvPr/>
        </p:nvSpPr>
        <p:spPr>
          <a:xfrm>
            <a:off x="533680" y="6581146"/>
            <a:ext cx="1173932" cy="114601"/>
          </a:xfrm>
          <a:prstGeom prst="trapezoid">
            <a:avLst>
              <a:gd name="adj" fmla="val 105177"/>
            </a:avLst>
          </a:prstGeom>
          <a:gradFill>
            <a:gsLst>
              <a:gs pos="0">
                <a:schemeClr val="bg1">
                  <a:lumMod val="85000"/>
                </a:schemeClr>
              </a:gs>
              <a:gs pos="100000">
                <a:schemeClr val="bg1"/>
              </a:gs>
            </a:gsLst>
            <a:lin ang="5400000" scaled="0"/>
          </a:gradFill>
          <a:ln>
            <a:noFill/>
          </a:ln>
          <a:effectLst>
            <a:outerShdw blurRad="50800" dist="25400" dir="5400000" algn="t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ko-KR" altLang="en-US" dirty="0"/>
          </a:p>
        </p:txBody>
      </p:sp>
      <p:sp>
        <p:nvSpPr>
          <p:cNvPr id="128" name="직사각형 127"/>
          <p:cNvSpPr/>
          <p:nvPr/>
        </p:nvSpPr>
        <p:spPr>
          <a:xfrm>
            <a:off x="515428" y="1723628"/>
            <a:ext cx="1733289" cy="2152486"/>
          </a:xfrm>
          <a:prstGeom prst="rect">
            <a:avLst/>
          </a:prstGeom>
          <a:gradFill>
            <a:gsLst>
              <a:gs pos="0">
                <a:schemeClr val="bg1">
                  <a:lumMod val="85000"/>
                </a:schemeClr>
              </a:gs>
              <a:gs pos="47000">
                <a:schemeClr val="bg1"/>
              </a:gs>
              <a:gs pos="82000">
                <a:schemeClr val="bg1">
                  <a:lumMod val="85000"/>
                </a:schemeClr>
              </a:gs>
              <a:gs pos="100000">
                <a:schemeClr val="bg1">
                  <a:lumMod val="65000"/>
                </a:schemeClr>
              </a:gs>
            </a:gsLst>
            <a:lin ang="2700000" scaled="0"/>
          </a:gradFill>
          <a:ln w="19050">
            <a:noFill/>
          </a:ln>
          <a:effectLst>
            <a:innerShdw blurRad="50800">
              <a:prstClr val="black">
                <a:alpha val="83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29" name="사다리꼴 128"/>
          <p:cNvSpPr/>
          <p:nvPr/>
        </p:nvSpPr>
        <p:spPr>
          <a:xfrm>
            <a:off x="520351" y="3346076"/>
            <a:ext cx="1705111" cy="135339"/>
          </a:xfrm>
          <a:prstGeom prst="trapezoid">
            <a:avLst>
              <a:gd name="adj" fmla="val 105177"/>
            </a:avLst>
          </a:prstGeom>
          <a:gradFill>
            <a:gsLst>
              <a:gs pos="0">
                <a:schemeClr val="bg1">
                  <a:lumMod val="85000"/>
                </a:schemeClr>
              </a:gs>
              <a:gs pos="100000">
                <a:schemeClr val="bg1"/>
              </a:gs>
            </a:gsLst>
            <a:lin ang="5400000" scaled="0"/>
          </a:gradFill>
          <a:ln>
            <a:noFill/>
          </a:ln>
          <a:effectLst>
            <a:outerShdw blurRad="50800" dist="25400" dir="5400000" algn="t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ko-KR" altLang="en-US" dirty="0"/>
          </a:p>
        </p:txBody>
      </p:sp>
      <p:sp>
        <p:nvSpPr>
          <p:cNvPr id="130" name="사다리꼴 129"/>
          <p:cNvSpPr/>
          <p:nvPr/>
        </p:nvSpPr>
        <p:spPr>
          <a:xfrm>
            <a:off x="520351" y="2910515"/>
            <a:ext cx="1705111" cy="135339"/>
          </a:xfrm>
          <a:prstGeom prst="trapezoid">
            <a:avLst>
              <a:gd name="adj" fmla="val 105177"/>
            </a:avLst>
          </a:prstGeom>
          <a:gradFill>
            <a:gsLst>
              <a:gs pos="0">
                <a:schemeClr val="bg1">
                  <a:lumMod val="85000"/>
                </a:schemeClr>
              </a:gs>
              <a:gs pos="100000">
                <a:schemeClr val="bg1"/>
              </a:gs>
            </a:gsLst>
            <a:lin ang="5400000" scaled="0"/>
          </a:gradFill>
          <a:ln>
            <a:noFill/>
          </a:ln>
          <a:effectLst>
            <a:outerShdw blurRad="50800" dist="25400" dir="5400000" algn="t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ko-KR" altLang="en-US" dirty="0"/>
          </a:p>
        </p:txBody>
      </p:sp>
      <p:sp>
        <p:nvSpPr>
          <p:cNvPr id="131" name="사다리꼴 130"/>
          <p:cNvSpPr/>
          <p:nvPr/>
        </p:nvSpPr>
        <p:spPr>
          <a:xfrm>
            <a:off x="520351" y="2429946"/>
            <a:ext cx="1705111" cy="135339"/>
          </a:xfrm>
          <a:prstGeom prst="trapezoid">
            <a:avLst>
              <a:gd name="adj" fmla="val 105177"/>
            </a:avLst>
          </a:prstGeom>
          <a:gradFill>
            <a:gsLst>
              <a:gs pos="0">
                <a:schemeClr val="bg1">
                  <a:lumMod val="85000"/>
                </a:schemeClr>
              </a:gs>
              <a:gs pos="100000">
                <a:schemeClr val="bg1"/>
              </a:gs>
            </a:gsLst>
            <a:lin ang="5400000" scaled="0"/>
          </a:gradFill>
          <a:ln>
            <a:noFill/>
          </a:ln>
          <a:effectLst>
            <a:outerShdw blurRad="50800" dist="25400" dir="5400000" algn="t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ko-KR" altLang="en-US" dirty="0"/>
          </a:p>
        </p:txBody>
      </p:sp>
      <p:sp>
        <p:nvSpPr>
          <p:cNvPr id="132" name="사다리꼴 131"/>
          <p:cNvSpPr/>
          <p:nvPr/>
        </p:nvSpPr>
        <p:spPr>
          <a:xfrm>
            <a:off x="525112" y="1979413"/>
            <a:ext cx="1705111" cy="135339"/>
          </a:xfrm>
          <a:prstGeom prst="trapezoid">
            <a:avLst>
              <a:gd name="adj" fmla="val 105177"/>
            </a:avLst>
          </a:prstGeom>
          <a:gradFill>
            <a:gsLst>
              <a:gs pos="0">
                <a:schemeClr val="bg1">
                  <a:lumMod val="85000"/>
                </a:schemeClr>
              </a:gs>
              <a:gs pos="100000">
                <a:schemeClr val="bg1"/>
              </a:gs>
            </a:gsLst>
            <a:lin ang="5400000" scaled="0"/>
          </a:gradFill>
          <a:ln>
            <a:noFill/>
          </a:ln>
          <a:effectLst>
            <a:outerShdw blurRad="50800" dist="25400" dir="5400000" algn="t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dirty="0"/>
          </a:p>
        </p:txBody>
      </p:sp>
      <p:sp>
        <p:nvSpPr>
          <p:cNvPr id="133" name="Rectangle 78"/>
          <p:cNvSpPr>
            <a:spLocks noChangeArrowheads="1"/>
          </p:cNvSpPr>
          <p:nvPr/>
        </p:nvSpPr>
        <p:spPr bwMode="auto">
          <a:xfrm>
            <a:off x="516736" y="6041786"/>
            <a:ext cx="1102872" cy="225201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rgbClr val="081422"/>
              </a:gs>
            </a:gsLst>
            <a:lin ang="5400000" scaled="0"/>
          </a:gradFill>
          <a:ln>
            <a:noFill/>
          </a:ln>
          <a:effectLst/>
          <a:scene3d>
            <a:camera prst="orthographicFront"/>
            <a:lightRig rig="threePt" dir="t"/>
          </a:scene3d>
          <a:sp3d>
            <a:bevelT h="63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lvl="1" algn="ctr" defTabSz="1135063" eaLnBrk="0" latinLnBrk="0" hangingPunct="0">
              <a:lnSpc>
                <a:spcPct val="90000"/>
              </a:lnSpc>
              <a:buClr>
                <a:srgbClr val="3271AA"/>
              </a:buClr>
              <a:buSzPct val="140000"/>
              <a:tabLst>
                <a:tab pos="6149975" algn="l"/>
              </a:tabLst>
            </a:pPr>
            <a:r>
              <a:rPr lang="ko-KR" altLang="en-US" sz="1050" spc="-100" dirty="0" smtClean="0">
                <a:solidFill>
                  <a:schemeClr val="bg1"/>
                </a:solidFill>
                <a:latin typeface="Rix고딕 B" pitchFamily="18" charset="-127"/>
                <a:ea typeface="Rix고딕 B" pitchFamily="18" charset="-127"/>
                <a:sym typeface="Monotype Sorts"/>
              </a:rPr>
              <a:t>기록관실</a:t>
            </a:r>
            <a:r>
              <a:rPr lang="en-US" altLang="ko-KR" sz="1050" spc="-100" dirty="0" smtClean="0">
                <a:solidFill>
                  <a:schemeClr val="bg1"/>
                </a:solidFill>
                <a:latin typeface="Rix고딕 B" pitchFamily="18" charset="-127"/>
                <a:ea typeface="Rix고딕 B" pitchFamily="18" charset="-127"/>
                <a:sym typeface="Monotype Sorts"/>
              </a:rPr>
              <a:t>(B </a:t>
            </a:r>
            <a:r>
              <a:rPr lang="ko-KR" altLang="en-US" sz="1050" spc="-100" dirty="0" smtClean="0">
                <a:solidFill>
                  <a:schemeClr val="bg1"/>
                </a:solidFill>
                <a:latin typeface="Rix고딕 B" pitchFamily="18" charset="-127"/>
                <a:ea typeface="Rix고딕 B" pitchFamily="18" charset="-127"/>
                <a:sym typeface="Monotype Sorts"/>
              </a:rPr>
              <a:t>건물</a:t>
            </a:r>
            <a:r>
              <a:rPr lang="en-US" altLang="ko-KR" sz="1050" spc="-100" dirty="0" smtClean="0">
                <a:solidFill>
                  <a:schemeClr val="bg1"/>
                </a:solidFill>
                <a:latin typeface="Rix고딕 B" pitchFamily="18" charset="-127"/>
                <a:ea typeface="Rix고딕 B" pitchFamily="18" charset="-127"/>
                <a:sym typeface="Monotype Sorts"/>
              </a:rPr>
              <a:t>)</a:t>
            </a:r>
            <a:endParaRPr lang="en-US" altLang="ko-KR" sz="1050" spc="-100" dirty="0">
              <a:solidFill>
                <a:schemeClr val="bg1"/>
              </a:solidFill>
              <a:latin typeface="Rix고딕 B" pitchFamily="18" charset="-127"/>
              <a:ea typeface="Rix고딕 B" pitchFamily="18" charset="-127"/>
              <a:sym typeface="Monotype Sorts"/>
            </a:endParaRPr>
          </a:p>
        </p:txBody>
      </p:sp>
      <p:sp>
        <p:nvSpPr>
          <p:cNvPr id="134" name="Rectangle 78"/>
          <p:cNvSpPr>
            <a:spLocks noChangeArrowheads="1"/>
          </p:cNvSpPr>
          <p:nvPr/>
        </p:nvSpPr>
        <p:spPr bwMode="auto">
          <a:xfrm>
            <a:off x="525140" y="1454550"/>
            <a:ext cx="1093422" cy="230831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rgbClr val="081422"/>
              </a:gs>
            </a:gsLst>
            <a:lin ang="5400000" scaled="0"/>
          </a:gradFill>
          <a:ln>
            <a:noFill/>
          </a:ln>
          <a:effectLst/>
          <a:scene3d>
            <a:camera prst="orthographicFront"/>
            <a:lightRig rig="threePt" dir="t"/>
          </a:scene3d>
          <a:sp3d>
            <a:bevelT h="63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lvl="1" algn="ctr" defTabSz="1135063" eaLnBrk="0" latinLnBrk="0" hangingPunct="0">
              <a:lnSpc>
                <a:spcPct val="90000"/>
              </a:lnSpc>
              <a:buClr>
                <a:srgbClr val="3271AA"/>
              </a:buClr>
              <a:buSzPct val="140000"/>
              <a:tabLst>
                <a:tab pos="6149975" algn="l"/>
              </a:tabLst>
            </a:pPr>
            <a:r>
              <a:rPr lang="ko-KR" altLang="en-US" sz="1050" spc="-100" dirty="0" smtClean="0">
                <a:solidFill>
                  <a:schemeClr val="bg1"/>
                </a:solidFill>
                <a:latin typeface="Rix고딕 B" pitchFamily="18" charset="-127"/>
                <a:ea typeface="Rix고딕 B" pitchFamily="18" charset="-127"/>
                <a:sym typeface="Monotype Sorts"/>
              </a:rPr>
              <a:t>국전원</a:t>
            </a:r>
            <a:r>
              <a:rPr lang="en-US" altLang="ko-KR" sz="1050" spc="-100" dirty="0" smtClean="0">
                <a:solidFill>
                  <a:schemeClr val="bg1"/>
                </a:solidFill>
                <a:latin typeface="Rix고딕 B" pitchFamily="18" charset="-127"/>
                <a:ea typeface="Rix고딕 B" pitchFamily="18" charset="-127"/>
                <a:sym typeface="Monotype Sorts"/>
              </a:rPr>
              <a:t>(C </a:t>
            </a:r>
            <a:r>
              <a:rPr lang="ko-KR" altLang="en-US" sz="1050" spc="-100" dirty="0" smtClean="0">
                <a:solidFill>
                  <a:schemeClr val="bg1"/>
                </a:solidFill>
                <a:latin typeface="Rix고딕 B" pitchFamily="18" charset="-127"/>
                <a:ea typeface="Rix고딕 B" pitchFamily="18" charset="-127"/>
                <a:sym typeface="Monotype Sorts"/>
              </a:rPr>
              <a:t>건물</a:t>
            </a:r>
            <a:r>
              <a:rPr lang="en-US" altLang="ko-KR" sz="1050" spc="-100" dirty="0" smtClean="0">
                <a:solidFill>
                  <a:schemeClr val="bg1"/>
                </a:solidFill>
                <a:latin typeface="Rix고딕 B" pitchFamily="18" charset="-127"/>
                <a:ea typeface="Rix고딕 B" pitchFamily="18" charset="-127"/>
                <a:sym typeface="Monotype Sorts"/>
              </a:rPr>
              <a:t>)</a:t>
            </a:r>
            <a:endParaRPr lang="en-US" altLang="ko-KR" sz="1050" spc="-100" dirty="0">
              <a:solidFill>
                <a:schemeClr val="bg1"/>
              </a:solidFill>
              <a:latin typeface="Rix고딕 B" pitchFamily="18" charset="-127"/>
              <a:ea typeface="Rix고딕 B" pitchFamily="18" charset="-127"/>
              <a:sym typeface="Monotype Sorts"/>
            </a:endParaRPr>
          </a:p>
        </p:txBody>
      </p:sp>
      <p:sp>
        <p:nvSpPr>
          <p:cNvPr id="135" name="직사각형 134"/>
          <p:cNvSpPr/>
          <p:nvPr/>
        </p:nvSpPr>
        <p:spPr>
          <a:xfrm>
            <a:off x="3061993" y="1724291"/>
            <a:ext cx="3881732" cy="5346189"/>
          </a:xfrm>
          <a:prstGeom prst="rect">
            <a:avLst/>
          </a:prstGeom>
          <a:gradFill>
            <a:gsLst>
              <a:gs pos="0">
                <a:schemeClr val="bg1">
                  <a:lumMod val="85000"/>
                </a:schemeClr>
              </a:gs>
              <a:gs pos="47000">
                <a:schemeClr val="bg1"/>
              </a:gs>
              <a:gs pos="82000">
                <a:schemeClr val="bg1">
                  <a:lumMod val="85000"/>
                </a:schemeClr>
              </a:gs>
              <a:gs pos="100000">
                <a:schemeClr val="bg1">
                  <a:lumMod val="65000"/>
                </a:schemeClr>
              </a:gs>
            </a:gsLst>
            <a:lin ang="2700000" scaled="0"/>
          </a:gradFill>
          <a:ln w="19050">
            <a:noFill/>
          </a:ln>
          <a:effectLst>
            <a:innerShdw blurRad="50800">
              <a:prstClr val="black">
                <a:alpha val="83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37" name="사다리꼴 136"/>
          <p:cNvSpPr/>
          <p:nvPr/>
        </p:nvSpPr>
        <p:spPr>
          <a:xfrm>
            <a:off x="3061993" y="6499939"/>
            <a:ext cx="3870458" cy="113894"/>
          </a:xfrm>
          <a:prstGeom prst="trapezoid">
            <a:avLst>
              <a:gd name="adj" fmla="val 105177"/>
            </a:avLst>
          </a:prstGeom>
          <a:gradFill>
            <a:gsLst>
              <a:gs pos="0">
                <a:schemeClr val="bg1">
                  <a:lumMod val="85000"/>
                </a:schemeClr>
              </a:gs>
              <a:gs pos="100000">
                <a:schemeClr val="bg1"/>
              </a:gs>
            </a:gsLst>
            <a:lin ang="5400000" scaled="0"/>
          </a:gradFill>
          <a:ln>
            <a:noFill/>
          </a:ln>
          <a:effectLst>
            <a:outerShdw blurRad="50800" dist="25400" dir="5400000" algn="t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ko-KR" altLang="en-US" dirty="0"/>
          </a:p>
        </p:txBody>
      </p:sp>
      <p:sp>
        <p:nvSpPr>
          <p:cNvPr id="138" name="사다리꼴 137"/>
          <p:cNvSpPr/>
          <p:nvPr/>
        </p:nvSpPr>
        <p:spPr>
          <a:xfrm>
            <a:off x="3061993" y="6011115"/>
            <a:ext cx="3870458" cy="113894"/>
          </a:xfrm>
          <a:prstGeom prst="trapezoid">
            <a:avLst>
              <a:gd name="adj" fmla="val 105177"/>
            </a:avLst>
          </a:prstGeom>
          <a:gradFill>
            <a:gsLst>
              <a:gs pos="0">
                <a:schemeClr val="bg1">
                  <a:lumMod val="85000"/>
                </a:schemeClr>
              </a:gs>
              <a:gs pos="100000">
                <a:schemeClr val="bg1"/>
              </a:gs>
            </a:gsLst>
            <a:lin ang="5400000" scaled="0"/>
          </a:gradFill>
          <a:ln>
            <a:noFill/>
          </a:ln>
          <a:effectLst>
            <a:outerShdw blurRad="50800" dist="25400" dir="5400000" algn="t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ko-KR" altLang="en-US" dirty="0"/>
          </a:p>
        </p:txBody>
      </p:sp>
      <p:sp>
        <p:nvSpPr>
          <p:cNvPr id="139" name="사다리꼴 138"/>
          <p:cNvSpPr/>
          <p:nvPr/>
        </p:nvSpPr>
        <p:spPr>
          <a:xfrm>
            <a:off x="3061993" y="5522295"/>
            <a:ext cx="3870458" cy="113894"/>
          </a:xfrm>
          <a:prstGeom prst="trapezoid">
            <a:avLst>
              <a:gd name="adj" fmla="val 105177"/>
            </a:avLst>
          </a:prstGeom>
          <a:gradFill>
            <a:gsLst>
              <a:gs pos="0">
                <a:schemeClr val="bg1">
                  <a:lumMod val="85000"/>
                </a:schemeClr>
              </a:gs>
              <a:gs pos="100000">
                <a:schemeClr val="bg1"/>
              </a:gs>
            </a:gsLst>
            <a:lin ang="5400000" scaled="0"/>
          </a:gradFill>
          <a:ln>
            <a:noFill/>
          </a:ln>
          <a:effectLst>
            <a:outerShdw blurRad="50800" dist="25400" dir="5400000" algn="t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ko-KR" altLang="en-US" dirty="0"/>
          </a:p>
        </p:txBody>
      </p:sp>
      <p:sp>
        <p:nvSpPr>
          <p:cNvPr id="140" name="사다리꼴 139"/>
          <p:cNvSpPr/>
          <p:nvPr/>
        </p:nvSpPr>
        <p:spPr>
          <a:xfrm>
            <a:off x="3061993" y="5033474"/>
            <a:ext cx="3870458" cy="113894"/>
          </a:xfrm>
          <a:prstGeom prst="trapezoid">
            <a:avLst>
              <a:gd name="adj" fmla="val 105177"/>
            </a:avLst>
          </a:prstGeom>
          <a:gradFill>
            <a:gsLst>
              <a:gs pos="0">
                <a:schemeClr val="bg1">
                  <a:lumMod val="85000"/>
                </a:schemeClr>
              </a:gs>
              <a:gs pos="100000">
                <a:schemeClr val="bg1"/>
              </a:gs>
            </a:gsLst>
            <a:lin ang="5400000" scaled="0"/>
          </a:gradFill>
          <a:ln>
            <a:noFill/>
          </a:ln>
          <a:effectLst>
            <a:outerShdw blurRad="50800" dist="25400" dir="5400000" algn="t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ko-KR" altLang="en-US" dirty="0"/>
          </a:p>
        </p:txBody>
      </p:sp>
      <p:sp>
        <p:nvSpPr>
          <p:cNvPr id="141" name="사다리꼴 140"/>
          <p:cNvSpPr/>
          <p:nvPr/>
        </p:nvSpPr>
        <p:spPr>
          <a:xfrm>
            <a:off x="3061993" y="4544654"/>
            <a:ext cx="3870458" cy="113894"/>
          </a:xfrm>
          <a:prstGeom prst="trapezoid">
            <a:avLst>
              <a:gd name="adj" fmla="val 105177"/>
            </a:avLst>
          </a:prstGeom>
          <a:gradFill>
            <a:gsLst>
              <a:gs pos="0">
                <a:schemeClr val="bg1">
                  <a:lumMod val="85000"/>
                </a:schemeClr>
              </a:gs>
              <a:gs pos="100000">
                <a:schemeClr val="bg1"/>
              </a:gs>
            </a:gsLst>
            <a:lin ang="5400000" scaled="0"/>
          </a:gradFill>
          <a:ln>
            <a:noFill/>
          </a:ln>
          <a:effectLst>
            <a:outerShdw blurRad="50800" dist="25400" dir="5400000" algn="t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ko-KR" altLang="en-US" dirty="0"/>
          </a:p>
        </p:txBody>
      </p:sp>
      <p:sp>
        <p:nvSpPr>
          <p:cNvPr id="142" name="사다리꼴 141"/>
          <p:cNvSpPr/>
          <p:nvPr/>
        </p:nvSpPr>
        <p:spPr>
          <a:xfrm>
            <a:off x="3061993" y="4055833"/>
            <a:ext cx="3870458" cy="113894"/>
          </a:xfrm>
          <a:prstGeom prst="trapezoid">
            <a:avLst>
              <a:gd name="adj" fmla="val 105177"/>
            </a:avLst>
          </a:prstGeom>
          <a:gradFill>
            <a:gsLst>
              <a:gs pos="0">
                <a:schemeClr val="bg1">
                  <a:lumMod val="85000"/>
                </a:schemeClr>
              </a:gs>
              <a:gs pos="100000">
                <a:schemeClr val="bg1"/>
              </a:gs>
            </a:gsLst>
            <a:lin ang="5400000" scaled="0"/>
          </a:gradFill>
          <a:ln>
            <a:noFill/>
          </a:ln>
          <a:effectLst>
            <a:outerShdw blurRad="50800" dist="25400" dir="5400000" algn="t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ko-KR" altLang="en-US" dirty="0"/>
          </a:p>
        </p:txBody>
      </p:sp>
      <p:sp>
        <p:nvSpPr>
          <p:cNvPr id="163" name="사다리꼴 162"/>
          <p:cNvSpPr/>
          <p:nvPr/>
        </p:nvSpPr>
        <p:spPr>
          <a:xfrm>
            <a:off x="3061993" y="3567012"/>
            <a:ext cx="3870458" cy="113894"/>
          </a:xfrm>
          <a:prstGeom prst="trapezoid">
            <a:avLst>
              <a:gd name="adj" fmla="val 105177"/>
            </a:avLst>
          </a:prstGeom>
          <a:gradFill>
            <a:gsLst>
              <a:gs pos="0">
                <a:schemeClr val="bg1">
                  <a:lumMod val="85000"/>
                </a:schemeClr>
              </a:gs>
              <a:gs pos="100000">
                <a:schemeClr val="bg1"/>
              </a:gs>
            </a:gsLst>
            <a:lin ang="5400000" scaled="0"/>
          </a:gradFill>
          <a:ln>
            <a:noFill/>
          </a:ln>
          <a:effectLst>
            <a:outerShdw blurRad="50800" dist="25400" dir="5400000" algn="t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ko-KR" altLang="en-US" dirty="0"/>
          </a:p>
        </p:txBody>
      </p:sp>
      <p:sp>
        <p:nvSpPr>
          <p:cNvPr id="164" name="사다리꼴 163"/>
          <p:cNvSpPr/>
          <p:nvPr/>
        </p:nvSpPr>
        <p:spPr>
          <a:xfrm>
            <a:off x="3061993" y="3078192"/>
            <a:ext cx="3870458" cy="113894"/>
          </a:xfrm>
          <a:prstGeom prst="trapezoid">
            <a:avLst>
              <a:gd name="adj" fmla="val 105177"/>
            </a:avLst>
          </a:prstGeom>
          <a:gradFill>
            <a:gsLst>
              <a:gs pos="0">
                <a:schemeClr val="bg1">
                  <a:lumMod val="85000"/>
                </a:schemeClr>
              </a:gs>
              <a:gs pos="100000">
                <a:schemeClr val="bg1"/>
              </a:gs>
            </a:gsLst>
            <a:lin ang="5400000" scaled="0"/>
          </a:gradFill>
          <a:ln>
            <a:noFill/>
          </a:ln>
          <a:effectLst>
            <a:outerShdw blurRad="50800" dist="25400" dir="5400000" algn="t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ko-KR" altLang="en-US" dirty="0"/>
          </a:p>
        </p:txBody>
      </p:sp>
      <p:sp>
        <p:nvSpPr>
          <p:cNvPr id="165" name="사다리꼴 164"/>
          <p:cNvSpPr/>
          <p:nvPr/>
        </p:nvSpPr>
        <p:spPr>
          <a:xfrm>
            <a:off x="3061993" y="2589371"/>
            <a:ext cx="3870458" cy="113894"/>
          </a:xfrm>
          <a:prstGeom prst="trapezoid">
            <a:avLst>
              <a:gd name="adj" fmla="val 105177"/>
            </a:avLst>
          </a:prstGeom>
          <a:gradFill>
            <a:gsLst>
              <a:gs pos="0">
                <a:schemeClr val="bg1">
                  <a:lumMod val="85000"/>
                </a:schemeClr>
              </a:gs>
              <a:gs pos="100000">
                <a:schemeClr val="bg1"/>
              </a:gs>
            </a:gsLst>
            <a:lin ang="5400000" scaled="0"/>
          </a:gradFill>
          <a:ln>
            <a:noFill/>
          </a:ln>
          <a:effectLst>
            <a:outerShdw blurRad="50800" dist="25400" dir="5400000" algn="t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ko-KR" altLang="en-US" dirty="0"/>
          </a:p>
        </p:txBody>
      </p:sp>
      <p:sp>
        <p:nvSpPr>
          <p:cNvPr id="169" name="사다리꼴 168"/>
          <p:cNvSpPr/>
          <p:nvPr/>
        </p:nvSpPr>
        <p:spPr>
          <a:xfrm>
            <a:off x="3061993" y="2100551"/>
            <a:ext cx="3870458" cy="113894"/>
          </a:xfrm>
          <a:prstGeom prst="trapezoid">
            <a:avLst>
              <a:gd name="adj" fmla="val 105177"/>
            </a:avLst>
          </a:prstGeom>
          <a:gradFill>
            <a:gsLst>
              <a:gs pos="0">
                <a:schemeClr val="bg1">
                  <a:lumMod val="85000"/>
                </a:schemeClr>
              </a:gs>
              <a:gs pos="100000">
                <a:schemeClr val="bg1"/>
              </a:gs>
            </a:gsLst>
            <a:lin ang="5400000" scaled="0"/>
          </a:gradFill>
          <a:ln>
            <a:noFill/>
          </a:ln>
          <a:effectLst>
            <a:outerShdw blurRad="50800" dist="25400" dir="5400000" algn="t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ko-KR" altLang="en-US" dirty="0"/>
          </a:p>
        </p:txBody>
      </p:sp>
      <p:sp>
        <p:nvSpPr>
          <p:cNvPr id="173" name="TextBox 172"/>
          <p:cNvSpPr txBox="1"/>
          <p:nvPr/>
        </p:nvSpPr>
        <p:spPr>
          <a:xfrm>
            <a:off x="6451435" y="6686067"/>
            <a:ext cx="460804" cy="349088"/>
          </a:xfrm>
          <a:prstGeom prst="rect">
            <a:avLst/>
          </a:prstGeom>
          <a:solidFill>
            <a:schemeClr val="bg1">
              <a:lumMod val="75000"/>
            </a:schemeClr>
          </a:solidFill>
          <a:ln w="6350">
            <a:noFill/>
          </a:ln>
          <a:effectLst>
            <a:innerShdw blurRad="63500" dist="25400" dir="18900000">
              <a:prstClr val="black">
                <a:alpha val="21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ko-KR"/>
            </a:defPPr>
            <a:lvl1pPr algn="ctr" defTabSz="1042988" eaLnBrk="0" latinLnBrk="0" hangingPunct="0">
              <a:lnSpc>
                <a:spcPct val="110000"/>
              </a:lnSpc>
              <a:buClr>
                <a:schemeClr val="tx1">
                  <a:lumMod val="85000"/>
                  <a:lumOff val="15000"/>
                </a:schemeClr>
              </a:buClr>
              <a:buSzPct val="80000"/>
              <a:tabLst>
                <a:tab pos="5648325" algn="l"/>
              </a:tabLst>
              <a:defRPr kumimoji="0" sz="1000"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lvl="1" algn="ctr" defTabSz="1135063" eaLnBrk="0" latinLnBrk="0" hangingPunct="0">
              <a:lnSpc>
                <a:spcPct val="90000"/>
              </a:lnSpc>
              <a:buClr>
                <a:srgbClr val="3271AA"/>
              </a:buClr>
              <a:buSzPct val="140000"/>
              <a:tabLst>
                <a:tab pos="6149975" algn="l"/>
              </a:tabLst>
              <a:defRPr/>
            </a:pPr>
            <a:r>
              <a:rPr lang="en-US" altLang="ko-KR" sz="100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Rix고딕 B" pitchFamily="18" charset="-127"/>
                <a:ea typeface="Rix고딕 B" pitchFamily="18" charset="-127"/>
              </a:rPr>
              <a:t>B1F</a:t>
            </a:r>
          </a:p>
          <a:p>
            <a:pPr marL="0" lvl="1" algn="ctr" defTabSz="1135063" eaLnBrk="0" latinLnBrk="0" hangingPunct="0">
              <a:lnSpc>
                <a:spcPct val="90000"/>
              </a:lnSpc>
              <a:buClr>
                <a:srgbClr val="3271AA"/>
              </a:buClr>
              <a:buSzPct val="140000"/>
              <a:tabLst>
                <a:tab pos="6149975" algn="l"/>
              </a:tabLst>
              <a:defRPr/>
            </a:pPr>
            <a:r>
              <a:rPr lang="en-US" altLang="ko-KR" sz="1000" spc="-1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Rix고딕 B" pitchFamily="18" charset="-127"/>
                <a:ea typeface="Rix고딕 B" pitchFamily="18" charset="-127"/>
              </a:rPr>
              <a:t>A</a:t>
            </a:r>
            <a:r>
              <a:rPr lang="ko-KR" altLang="en-US" sz="1000" spc="-1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Rix고딕 B" pitchFamily="18" charset="-127"/>
                <a:ea typeface="Rix고딕 B" pitchFamily="18" charset="-127"/>
              </a:rPr>
              <a:t>기관</a:t>
            </a:r>
            <a:endParaRPr lang="ko-KR" altLang="en-US" sz="1000" spc="-100" dirty="0">
              <a:solidFill>
                <a:schemeClr val="tx1">
                  <a:lumMod val="75000"/>
                  <a:lumOff val="25000"/>
                </a:schemeClr>
              </a:solidFill>
              <a:latin typeface="Rix고딕 B" pitchFamily="18" charset="-127"/>
              <a:ea typeface="Rix고딕 B" pitchFamily="18" charset="-127"/>
            </a:endParaRPr>
          </a:p>
        </p:txBody>
      </p:sp>
      <p:sp>
        <p:nvSpPr>
          <p:cNvPr id="177" name="TextBox 176"/>
          <p:cNvSpPr txBox="1"/>
          <p:nvPr/>
        </p:nvSpPr>
        <p:spPr>
          <a:xfrm>
            <a:off x="6451435" y="6232005"/>
            <a:ext cx="460804" cy="349088"/>
          </a:xfrm>
          <a:prstGeom prst="rect">
            <a:avLst/>
          </a:prstGeom>
          <a:solidFill>
            <a:schemeClr val="bg1">
              <a:lumMod val="75000"/>
            </a:schemeClr>
          </a:solidFill>
          <a:ln w="6350">
            <a:noFill/>
          </a:ln>
          <a:effectLst>
            <a:innerShdw blurRad="63500" dist="25400" dir="18900000">
              <a:prstClr val="black">
                <a:alpha val="21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ko-KR"/>
            </a:defPPr>
            <a:lvl1pPr algn="ctr" defTabSz="1042988" eaLnBrk="0" latinLnBrk="0" hangingPunct="0">
              <a:lnSpc>
                <a:spcPct val="110000"/>
              </a:lnSpc>
              <a:buClr>
                <a:schemeClr val="tx1">
                  <a:lumMod val="85000"/>
                  <a:lumOff val="15000"/>
                </a:schemeClr>
              </a:buClr>
              <a:buSzPct val="80000"/>
              <a:tabLst>
                <a:tab pos="5648325" algn="l"/>
              </a:tabLst>
              <a:defRPr kumimoji="0" sz="1000"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lvl="1" algn="ctr" defTabSz="1135063" eaLnBrk="0" latinLnBrk="0" hangingPunct="0">
              <a:lnSpc>
                <a:spcPct val="90000"/>
              </a:lnSpc>
              <a:buClr>
                <a:srgbClr val="3271AA"/>
              </a:buClr>
              <a:buSzPct val="140000"/>
              <a:tabLst>
                <a:tab pos="6149975" algn="l"/>
              </a:tabLst>
              <a:defRPr/>
            </a:pPr>
            <a:r>
              <a:rPr lang="en-US" altLang="ko-KR" sz="100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Rix고딕 B" pitchFamily="18" charset="-127"/>
                <a:ea typeface="Rix고딕 B" pitchFamily="18" charset="-127"/>
              </a:rPr>
              <a:t>1F</a:t>
            </a:r>
          </a:p>
          <a:p>
            <a:pPr marL="0" lvl="1" algn="ctr" defTabSz="1135063" eaLnBrk="0" latinLnBrk="0" hangingPunct="0">
              <a:lnSpc>
                <a:spcPct val="90000"/>
              </a:lnSpc>
              <a:buClr>
                <a:srgbClr val="3271AA"/>
              </a:buClr>
              <a:buSzPct val="140000"/>
              <a:tabLst>
                <a:tab pos="6149975" algn="l"/>
              </a:tabLst>
              <a:defRPr/>
            </a:pPr>
            <a:r>
              <a:rPr lang="en-US" altLang="ko-KR" sz="1000" spc="-1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Rix고딕 B" pitchFamily="18" charset="-127"/>
                <a:ea typeface="Rix고딕 B" pitchFamily="18" charset="-127"/>
              </a:rPr>
              <a:t>B</a:t>
            </a:r>
            <a:r>
              <a:rPr lang="ko-KR" altLang="en-US" sz="1000" spc="-1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Rix고딕 B" pitchFamily="18" charset="-127"/>
                <a:ea typeface="Rix고딕 B" pitchFamily="18" charset="-127"/>
              </a:rPr>
              <a:t>기관</a:t>
            </a:r>
            <a:endParaRPr lang="ko-KR" altLang="en-US" sz="1000" spc="-100" dirty="0">
              <a:solidFill>
                <a:schemeClr val="tx1">
                  <a:lumMod val="75000"/>
                  <a:lumOff val="25000"/>
                </a:schemeClr>
              </a:solidFill>
              <a:latin typeface="Rix고딕 B" pitchFamily="18" charset="-127"/>
              <a:ea typeface="Rix고딕 B" pitchFamily="18" charset="-127"/>
            </a:endParaRPr>
          </a:p>
        </p:txBody>
      </p:sp>
      <p:sp>
        <p:nvSpPr>
          <p:cNvPr id="181" name="TextBox 180"/>
          <p:cNvSpPr txBox="1"/>
          <p:nvPr/>
        </p:nvSpPr>
        <p:spPr>
          <a:xfrm>
            <a:off x="6457572" y="5734786"/>
            <a:ext cx="460804" cy="349088"/>
          </a:xfrm>
          <a:prstGeom prst="rect">
            <a:avLst/>
          </a:prstGeom>
          <a:solidFill>
            <a:schemeClr val="bg1">
              <a:lumMod val="75000"/>
            </a:schemeClr>
          </a:solidFill>
          <a:ln w="6350">
            <a:noFill/>
          </a:ln>
          <a:effectLst>
            <a:innerShdw blurRad="63500" dist="25400" dir="18900000">
              <a:prstClr val="black">
                <a:alpha val="21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ko-KR"/>
            </a:defPPr>
            <a:lvl1pPr algn="ctr" defTabSz="1042988" eaLnBrk="0" latinLnBrk="0" hangingPunct="0">
              <a:lnSpc>
                <a:spcPct val="110000"/>
              </a:lnSpc>
              <a:buClr>
                <a:schemeClr val="tx1">
                  <a:lumMod val="85000"/>
                  <a:lumOff val="15000"/>
                </a:schemeClr>
              </a:buClr>
              <a:buSzPct val="80000"/>
              <a:tabLst>
                <a:tab pos="5648325" algn="l"/>
              </a:tabLst>
              <a:defRPr kumimoji="0" sz="1000"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lvl="1" algn="ctr" defTabSz="1135063" eaLnBrk="0" latinLnBrk="0" hangingPunct="0">
              <a:lnSpc>
                <a:spcPct val="90000"/>
              </a:lnSpc>
              <a:buClr>
                <a:srgbClr val="3271AA"/>
              </a:buClr>
              <a:buSzPct val="140000"/>
              <a:tabLst>
                <a:tab pos="6149975" algn="l"/>
              </a:tabLst>
              <a:defRPr/>
            </a:pPr>
            <a:r>
              <a:rPr lang="en-US" altLang="ko-KR" sz="100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Rix고딕 B" pitchFamily="18" charset="-127"/>
                <a:ea typeface="Rix고딕 B" pitchFamily="18" charset="-127"/>
              </a:rPr>
              <a:t>2F</a:t>
            </a:r>
          </a:p>
          <a:p>
            <a:pPr marL="0" lvl="1" algn="ctr" defTabSz="1135063" eaLnBrk="0" latinLnBrk="0" hangingPunct="0">
              <a:lnSpc>
                <a:spcPct val="90000"/>
              </a:lnSpc>
              <a:buClr>
                <a:srgbClr val="3271AA"/>
              </a:buClr>
              <a:buSzPct val="140000"/>
              <a:tabLst>
                <a:tab pos="6149975" algn="l"/>
              </a:tabLst>
              <a:defRPr/>
            </a:pPr>
            <a:r>
              <a:rPr lang="en-US" altLang="ko-KR" sz="1000" spc="-1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Rix고딕 B" pitchFamily="18" charset="-127"/>
                <a:ea typeface="Rix고딕 B" pitchFamily="18" charset="-127"/>
              </a:rPr>
              <a:t>C</a:t>
            </a:r>
            <a:r>
              <a:rPr lang="ko-KR" altLang="en-US" sz="1000" spc="-1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Rix고딕 B" pitchFamily="18" charset="-127"/>
                <a:ea typeface="Rix고딕 B" pitchFamily="18" charset="-127"/>
              </a:rPr>
              <a:t>기관</a:t>
            </a:r>
            <a:endParaRPr lang="ko-KR" altLang="en-US" sz="1000" spc="-100" dirty="0">
              <a:solidFill>
                <a:schemeClr val="tx1">
                  <a:lumMod val="75000"/>
                  <a:lumOff val="25000"/>
                </a:schemeClr>
              </a:solidFill>
              <a:latin typeface="Rix고딕 B" pitchFamily="18" charset="-127"/>
              <a:ea typeface="Rix고딕 B" pitchFamily="18" charset="-127"/>
            </a:endParaRPr>
          </a:p>
        </p:txBody>
      </p:sp>
      <p:sp>
        <p:nvSpPr>
          <p:cNvPr id="209" name="TextBox 208"/>
          <p:cNvSpPr txBox="1"/>
          <p:nvPr/>
        </p:nvSpPr>
        <p:spPr>
          <a:xfrm>
            <a:off x="6451029" y="5253395"/>
            <a:ext cx="466785" cy="349088"/>
          </a:xfrm>
          <a:prstGeom prst="rect">
            <a:avLst/>
          </a:prstGeom>
          <a:solidFill>
            <a:schemeClr val="bg1">
              <a:lumMod val="75000"/>
            </a:schemeClr>
          </a:solidFill>
          <a:ln w="6350">
            <a:noFill/>
          </a:ln>
          <a:effectLst>
            <a:innerShdw blurRad="63500" dist="25400" dir="18900000">
              <a:prstClr val="black">
                <a:alpha val="21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ko-KR"/>
            </a:defPPr>
            <a:lvl1pPr algn="ctr" defTabSz="1042988" eaLnBrk="0" latinLnBrk="0" hangingPunct="0">
              <a:lnSpc>
                <a:spcPct val="110000"/>
              </a:lnSpc>
              <a:buClr>
                <a:schemeClr val="tx1">
                  <a:lumMod val="85000"/>
                  <a:lumOff val="15000"/>
                </a:schemeClr>
              </a:buClr>
              <a:buSzPct val="80000"/>
              <a:tabLst>
                <a:tab pos="5648325" algn="l"/>
              </a:tabLst>
              <a:defRPr kumimoji="0" sz="1000"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lvl="1" algn="ctr" defTabSz="1135063" eaLnBrk="0" latinLnBrk="0" hangingPunct="0">
              <a:lnSpc>
                <a:spcPct val="90000"/>
              </a:lnSpc>
              <a:buClr>
                <a:srgbClr val="3271AA"/>
              </a:buClr>
              <a:buSzPct val="140000"/>
              <a:tabLst>
                <a:tab pos="6149975" algn="l"/>
              </a:tabLst>
              <a:defRPr/>
            </a:pPr>
            <a:r>
              <a:rPr lang="en-US" altLang="ko-KR" sz="100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Rix고딕 B" pitchFamily="18" charset="-127"/>
                <a:ea typeface="Rix고딕 B" pitchFamily="18" charset="-127"/>
              </a:rPr>
              <a:t>3F</a:t>
            </a:r>
          </a:p>
          <a:p>
            <a:pPr marL="0" lvl="1" algn="ctr" defTabSz="1135063" eaLnBrk="0" latinLnBrk="0" hangingPunct="0">
              <a:lnSpc>
                <a:spcPct val="90000"/>
              </a:lnSpc>
              <a:buClr>
                <a:srgbClr val="3271AA"/>
              </a:buClr>
              <a:buSzPct val="140000"/>
              <a:tabLst>
                <a:tab pos="6149975" algn="l"/>
              </a:tabLst>
              <a:defRPr/>
            </a:pPr>
            <a:r>
              <a:rPr lang="en-US" altLang="ko-KR" sz="1000" spc="-1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Rix고딕 B" pitchFamily="18" charset="-127"/>
                <a:ea typeface="Rix고딕 B" pitchFamily="18" charset="-127"/>
              </a:rPr>
              <a:t>D</a:t>
            </a:r>
            <a:r>
              <a:rPr lang="ko-KR" altLang="en-US" sz="1000" spc="-1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Rix고딕 B" pitchFamily="18" charset="-127"/>
                <a:ea typeface="Rix고딕 B" pitchFamily="18" charset="-127"/>
              </a:rPr>
              <a:t>기관</a:t>
            </a:r>
            <a:endParaRPr lang="ko-KR" altLang="en-US" sz="1000" spc="-100" dirty="0">
              <a:solidFill>
                <a:schemeClr val="tx1">
                  <a:lumMod val="75000"/>
                  <a:lumOff val="25000"/>
                </a:schemeClr>
              </a:solidFill>
              <a:latin typeface="Rix고딕 B" pitchFamily="18" charset="-127"/>
              <a:ea typeface="Rix고딕 B" pitchFamily="18" charset="-127"/>
            </a:endParaRPr>
          </a:p>
        </p:txBody>
      </p:sp>
      <p:sp>
        <p:nvSpPr>
          <p:cNvPr id="210" name="TextBox 209"/>
          <p:cNvSpPr txBox="1"/>
          <p:nvPr/>
        </p:nvSpPr>
        <p:spPr>
          <a:xfrm>
            <a:off x="6454298" y="4771545"/>
            <a:ext cx="454824" cy="349088"/>
          </a:xfrm>
          <a:prstGeom prst="rect">
            <a:avLst/>
          </a:prstGeom>
          <a:solidFill>
            <a:schemeClr val="bg1">
              <a:lumMod val="75000"/>
            </a:schemeClr>
          </a:solidFill>
          <a:ln w="6350">
            <a:noFill/>
          </a:ln>
          <a:effectLst>
            <a:innerShdw blurRad="63500" dist="25400" dir="18900000">
              <a:prstClr val="black">
                <a:alpha val="21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ko-KR"/>
            </a:defPPr>
            <a:lvl1pPr algn="ctr" defTabSz="1042988" eaLnBrk="0" latinLnBrk="0" hangingPunct="0">
              <a:lnSpc>
                <a:spcPct val="110000"/>
              </a:lnSpc>
              <a:buClr>
                <a:schemeClr val="tx1">
                  <a:lumMod val="85000"/>
                  <a:lumOff val="15000"/>
                </a:schemeClr>
              </a:buClr>
              <a:buSzPct val="80000"/>
              <a:tabLst>
                <a:tab pos="5648325" algn="l"/>
              </a:tabLst>
              <a:defRPr kumimoji="0" sz="1000"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lvl="1" algn="ctr" defTabSz="1135063" eaLnBrk="0" latinLnBrk="0" hangingPunct="0">
              <a:lnSpc>
                <a:spcPct val="90000"/>
              </a:lnSpc>
              <a:buClr>
                <a:srgbClr val="3271AA"/>
              </a:buClr>
              <a:buSzPct val="140000"/>
              <a:tabLst>
                <a:tab pos="6149975" algn="l"/>
              </a:tabLst>
              <a:defRPr/>
            </a:pPr>
            <a:r>
              <a:rPr lang="en-US" altLang="ko-KR" sz="100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Rix고딕 B" pitchFamily="18" charset="-127"/>
                <a:ea typeface="Rix고딕 B" pitchFamily="18" charset="-127"/>
              </a:rPr>
              <a:t>4F</a:t>
            </a:r>
          </a:p>
          <a:p>
            <a:pPr marL="0" lvl="1" algn="ctr" defTabSz="1135063" eaLnBrk="0" latinLnBrk="0" hangingPunct="0">
              <a:lnSpc>
                <a:spcPct val="90000"/>
              </a:lnSpc>
              <a:buClr>
                <a:srgbClr val="3271AA"/>
              </a:buClr>
              <a:buSzPct val="140000"/>
              <a:tabLst>
                <a:tab pos="6149975" algn="l"/>
              </a:tabLst>
              <a:defRPr/>
            </a:pPr>
            <a:r>
              <a:rPr lang="en-US" altLang="ko-KR" sz="1000" spc="-1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Rix고딕 B" pitchFamily="18" charset="-127"/>
                <a:ea typeface="Rix고딕 B" pitchFamily="18" charset="-127"/>
              </a:rPr>
              <a:t>E</a:t>
            </a:r>
            <a:r>
              <a:rPr lang="ko-KR" altLang="en-US" sz="1000" spc="-1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Rix고딕 B" pitchFamily="18" charset="-127"/>
                <a:ea typeface="Rix고딕 B" pitchFamily="18" charset="-127"/>
              </a:rPr>
              <a:t>기관</a:t>
            </a:r>
            <a:endParaRPr lang="ko-KR" altLang="en-US" sz="1000" spc="-100" dirty="0">
              <a:solidFill>
                <a:schemeClr val="tx1">
                  <a:lumMod val="75000"/>
                  <a:lumOff val="25000"/>
                </a:schemeClr>
              </a:solidFill>
              <a:latin typeface="Rix고딕 B" pitchFamily="18" charset="-127"/>
              <a:ea typeface="Rix고딕 B" pitchFamily="18" charset="-127"/>
            </a:endParaRPr>
          </a:p>
        </p:txBody>
      </p:sp>
      <p:sp>
        <p:nvSpPr>
          <p:cNvPr id="211" name="TextBox 210"/>
          <p:cNvSpPr txBox="1"/>
          <p:nvPr/>
        </p:nvSpPr>
        <p:spPr>
          <a:xfrm>
            <a:off x="6458278" y="4274784"/>
            <a:ext cx="447349" cy="349088"/>
          </a:xfrm>
          <a:prstGeom prst="rect">
            <a:avLst/>
          </a:prstGeom>
          <a:solidFill>
            <a:schemeClr val="bg1">
              <a:lumMod val="75000"/>
            </a:schemeClr>
          </a:solidFill>
          <a:ln w="6350">
            <a:noFill/>
          </a:ln>
          <a:effectLst>
            <a:innerShdw blurRad="63500" dist="25400" dir="18900000">
              <a:prstClr val="black">
                <a:alpha val="21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ko-KR"/>
            </a:defPPr>
            <a:lvl1pPr algn="ctr" defTabSz="1042988" eaLnBrk="0" latinLnBrk="0" hangingPunct="0">
              <a:lnSpc>
                <a:spcPct val="110000"/>
              </a:lnSpc>
              <a:buClr>
                <a:schemeClr val="tx1">
                  <a:lumMod val="85000"/>
                  <a:lumOff val="15000"/>
                </a:schemeClr>
              </a:buClr>
              <a:buSzPct val="80000"/>
              <a:tabLst>
                <a:tab pos="5648325" algn="l"/>
              </a:tabLst>
              <a:defRPr kumimoji="0" sz="1000"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lvl="1" algn="ctr" defTabSz="1135063" eaLnBrk="0" latinLnBrk="0" hangingPunct="0">
              <a:lnSpc>
                <a:spcPct val="90000"/>
              </a:lnSpc>
              <a:buClr>
                <a:srgbClr val="3271AA"/>
              </a:buClr>
              <a:buSzPct val="140000"/>
              <a:tabLst>
                <a:tab pos="6149975" algn="l"/>
              </a:tabLst>
              <a:defRPr/>
            </a:pPr>
            <a:r>
              <a:rPr lang="en-US" altLang="ko-KR" sz="100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Rix고딕 B" pitchFamily="18" charset="-127"/>
                <a:ea typeface="Rix고딕 B" pitchFamily="18" charset="-127"/>
              </a:rPr>
              <a:t>5F</a:t>
            </a:r>
          </a:p>
          <a:p>
            <a:pPr marL="0" lvl="1" algn="ctr" defTabSz="1135063" eaLnBrk="0" latinLnBrk="0" hangingPunct="0">
              <a:lnSpc>
                <a:spcPct val="90000"/>
              </a:lnSpc>
              <a:buClr>
                <a:srgbClr val="3271AA"/>
              </a:buClr>
              <a:buSzPct val="140000"/>
              <a:tabLst>
                <a:tab pos="6149975" algn="l"/>
              </a:tabLst>
              <a:defRPr/>
            </a:pPr>
            <a:r>
              <a:rPr lang="en-US" altLang="ko-KR" sz="1000" spc="-1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Rix고딕 B" pitchFamily="18" charset="-127"/>
                <a:ea typeface="Rix고딕 B" pitchFamily="18" charset="-127"/>
              </a:rPr>
              <a:t>F</a:t>
            </a:r>
            <a:r>
              <a:rPr lang="ko-KR" altLang="en-US" sz="1000" spc="-1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Rix고딕 B" pitchFamily="18" charset="-127"/>
                <a:ea typeface="Rix고딕 B" pitchFamily="18" charset="-127"/>
              </a:rPr>
              <a:t>기관</a:t>
            </a:r>
            <a:endParaRPr lang="ko-KR" altLang="en-US" sz="1000" spc="-100" dirty="0">
              <a:solidFill>
                <a:schemeClr val="tx1">
                  <a:lumMod val="75000"/>
                  <a:lumOff val="25000"/>
                </a:schemeClr>
              </a:solidFill>
              <a:latin typeface="Rix고딕 B" pitchFamily="18" charset="-127"/>
              <a:ea typeface="Rix고딕 B" pitchFamily="18" charset="-127"/>
            </a:endParaRPr>
          </a:p>
        </p:txBody>
      </p:sp>
      <p:sp>
        <p:nvSpPr>
          <p:cNvPr id="212" name="TextBox 211"/>
          <p:cNvSpPr txBox="1"/>
          <p:nvPr/>
        </p:nvSpPr>
        <p:spPr>
          <a:xfrm>
            <a:off x="6451029" y="3793425"/>
            <a:ext cx="466785" cy="349088"/>
          </a:xfrm>
          <a:prstGeom prst="rect">
            <a:avLst/>
          </a:prstGeom>
          <a:solidFill>
            <a:schemeClr val="bg1">
              <a:lumMod val="75000"/>
            </a:schemeClr>
          </a:solidFill>
          <a:ln w="6350">
            <a:noFill/>
          </a:ln>
          <a:effectLst>
            <a:innerShdw blurRad="63500" dist="25400" dir="18900000">
              <a:prstClr val="black">
                <a:alpha val="21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ko-KR"/>
            </a:defPPr>
            <a:lvl1pPr algn="ctr" defTabSz="1042988" eaLnBrk="0" latinLnBrk="0" hangingPunct="0">
              <a:lnSpc>
                <a:spcPct val="110000"/>
              </a:lnSpc>
              <a:buClr>
                <a:schemeClr val="tx1">
                  <a:lumMod val="85000"/>
                  <a:lumOff val="15000"/>
                </a:schemeClr>
              </a:buClr>
              <a:buSzPct val="80000"/>
              <a:tabLst>
                <a:tab pos="5648325" algn="l"/>
              </a:tabLst>
              <a:defRPr kumimoji="0" sz="1000"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lvl="1" algn="ctr" defTabSz="1135063" eaLnBrk="0" latinLnBrk="0" hangingPunct="0">
              <a:lnSpc>
                <a:spcPct val="90000"/>
              </a:lnSpc>
              <a:buClr>
                <a:srgbClr val="3271AA"/>
              </a:buClr>
              <a:buSzPct val="140000"/>
              <a:tabLst>
                <a:tab pos="6149975" algn="l"/>
              </a:tabLst>
              <a:defRPr/>
            </a:pPr>
            <a:r>
              <a:rPr lang="en-US" altLang="ko-KR" sz="100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Rix고딕 B" pitchFamily="18" charset="-127"/>
                <a:ea typeface="Rix고딕 B" pitchFamily="18" charset="-127"/>
              </a:rPr>
              <a:t>6F</a:t>
            </a:r>
          </a:p>
          <a:p>
            <a:pPr marL="0" lvl="1" algn="ctr" defTabSz="1135063" eaLnBrk="0" latinLnBrk="0" hangingPunct="0">
              <a:lnSpc>
                <a:spcPct val="90000"/>
              </a:lnSpc>
              <a:buClr>
                <a:srgbClr val="3271AA"/>
              </a:buClr>
              <a:buSzPct val="140000"/>
              <a:tabLst>
                <a:tab pos="6149975" algn="l"/>
              </a:tabLst>
              <a:defRPr/>
            </a:pPr>
            <a:r>
              <a:rPr lang="en-US" altLang="ko-KR" sz="1000" spc="-1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Rix고딕 B" pitchFamily="18" charset="-127"/>
                <a:ea typeface="Rix고딕 B" pitchFamily="18" charset="-127"/>
              </a:rPr>
              <a:t>G</a:t>
            </a:r>
            <a:r>
              <a:rPr lang="ko-KR" altLang="en-US" sz="1000" spc="-1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Rix고딕 B" pitchFamily="18" charset="-127"/>
                <a:ea typeface="Rix고딕 B" pitchFamily="18" charset="-127"/>
              </a:rPr>
              <a:t>기관</a:t>
            </a:r>
            <a:endParaRPr lang="ko-KR" altLang="en-US" sz="1000" spc="-100" dirty="0">
              <a:solidFill>
                <a:schemeClr val="tx1">
                  <a:lumMod val="75000"/>
                  <a:lumOff val="25000"/>
                </a:schemeClr>
              </a:solidFill>
              <a:latin typeface="Rix고딕 B" pitchFamily="18" charset="-127"/>
              <a:ea typeface="Rix고딕 B" pitchFamily="18" charset="-127"/>
            </a:endParaRPr>
          </a:p>
        </p:txBody>
      </p:sp>
      <p:sp>
        <p:nvSpPr>
          <p:cNvPr id="213" name="TextBox 212"/>
          <p:cNvSpPr txBox="1"/>
          <p:nvPr/>
        </p:nvSpPr>
        <p:spPr>
          <a:xfrm>
            <a:off x="6451028" y="3304120"/>
            <a:ext cx="466785" cy="349088"/>
          </a:xfrm>
          <a:prstGeom prst="rect">
            <a:avLst/>
          </a:prstGeom>
          <a:solidFill>
            <a:schemeClr val="bg1">
              <a:lumMod val="75000"/>
            </a:schemeClr>
          </a:solidFill>
          <a:ln w="6350">
            <a:noFill/>
          </a:ln>
          <a:effectLst>
            <a:innerShdw blurRad="63500" dist="25400" dir="18900000">
              <a:prstClr val="black">
                <a:alpha val="21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ko-KR"/>
            </a:defPPr>
            <a:lvl1pPr algn="ctr" defTabSz="1042988" eaLnBrk="0" latinLnBrk="0" hangingPunct="0">
              <a:lnSpc>
                <a:spcPct val="110000"/>
              </a:lnSpc>
              <a:buClr>
                <a:schemeClr val="tx1">
                  <a:lumMod val="85000"/>
                  <a:lumOff val="15000"/>
                </a:schemeClr>
              </a:buClr>
              <a:buSzPct val="80000"/>
              <a:tabLst>
                <a:tab pos="5648325" algn="l"/>
              </a:tabLst>
              <a:defRPr kumimoji="0" sz="1000"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lvl="1" algn="ctr" defTabSz="1135063" eaLnBrk="0" latinLnBrk="0" hangingPunct="0">
              <a:lnSpc>
                <a:spcPct val="90000"/>
              </a:lnSpc>
              <a:buClr>
                <a:srgbClr val="3271AA"/>
              </a:buClr>
              <a:buSzPct val="140000"/>
              <a:tabLst>
                <a:tab pos="6149975" algn="l"/>
              </a:tabLst>
              <a:defRPr/>
            </a:pPr>
            <a:r>
              <a:rPr lang="en-US" altLang="ko-KR" sz="100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Rix고딕 B" pitchFamily="18" charset="-127"/>
                <a:ea typeface="Rix고딕 B" pitchFamily="18" charset="-127"/>
              </a:rPr>
              <a:t>7F</a:t>
            </a:r>
          </a:p>
          <a:p>
            <a:pPr marL="0" lvl="1" algn="ctr" defTabSz="1135063" eaLnBrk="0" latinLnBrk="0" hangingPunct="0">
              <a:lnSpc>
                <a:spcPct val="90000"/>
              </a:lnSpc>
              <a:buClr>
                <a:srgbClr val="3271AA"/>
              </a:buClr>
              <a:buSzPct val="140000"/>
              <a:tabLst>
                <a:tab pos="6149975" algn="l"/>
              </a:tabLst>
              <a:defRPr/>
            </a:pPr>
            <a:r>
              <a:rPr lang="en-US" altLang="ko-KR" sz="1000" spc="-1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Rix고딕 B" pitchFamily="18" charset="-127"/>
                <a:ea typeface="Rix고딕 B" pitchFamily="18" charset="-127"/>
              </a:rPr>
              <a:t>H</a:t>
            </a:r>
            <a:r>
              <a:rPr lang="ko-KR" altLang="en-US" sz="1000" spc="-1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Rix고딕 B" pitchFamily="18" charset="-127"/>
                <a:ea typeface="Rix고딕 B" pitchFamily="18" charset="-127"/>
              </a:rPr>
              <a:t>기관</a:t>
            </a:r>
            <a:endParaRPr lang="ko-KR" altLang="en-US" sz="1000" spc="-100" dirty="0">
              <a:solidFill>
                <a:schemeClr val="tx1">
                  <a:lumMod val="75000"/>
                  <a:lumOff val="25000"/>
                </a:schemeClr>
              </a:solidFill>
              <a:latin typeface="Rix고딕 B" pitchFamily="18" charset="-127"/>
              <a:ea typeface="Rix고딕 B" pitchFamily="18" charset="-127"/>
            </a:endParaRPr>
          </a:p>
        </p:txBody>
      </p:sp>
      <p:sp>
        <p:nvSpPr>
          <p:cNvPr id="216" name="TextBox 215"/>
          <p:cNvSpPr txBox="1"/>
          <p:nvPr/>
        </p:nvSpPr>
        <p:spPr>
          <a:xfrm>
            <a:off x="6465771" y="1836204"/>
            <a:ext cx="454824" cy="349088"/>
          </a:xfrm>
          <a:prstGeom prst="rect">
            <a:avLst/>
          </a:prstGeom>
          <a:solidFill>
            <a:schemeClr val="bg1">
              <a:lumMod val="75000"/>
            </a:schemeClr>
          </a:solidFill>
          <a:ln w="6350">
            <a:noFill/>
          </a:ln>
          <a:effectLst>
            <a:innerShdw blurRad="63500" dist="25400" dir="18900000">
              <a:prstClr val="black">
                <a:alpha val="21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ko-KR"/>
            </a:defPPr>
            <a:lvl1pPr algn="ctr" defTabSz="1042988" eaLnBrk="0" latinLnBrk="0" hangingPunct="0">
              <a:lnSpc>
                <a:spcPct val="110000"/>
              </a:lnSpc>
              <a:buClr>
                <a:schemeClr val="tx1">
                  <a:lumMod val="85000"/>
                  <a:lumOff val="15000"/>
                </a:schemeClr>
              </a:buClr>
              <a:buSzPct val="80000"/>
              <a:tabLst>
                <a:tab pos="5648325" algn="l"/>
              </a:tabLst>
              <a:defRPr kumimoji="0" sz="1000"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lvl="1" algn="ctr" defTabSz="1135063" eaLnBrk="0" latinLnBrk="0" hangingPunct="0">
              <a:lnSpc>
                <a:spcPct val="90000"/>
              </a:lnSpc>
              <a:buClr>
                <a:srgbClr val="3271AA"/>
              </a:buClr>
              <a:buSzPct val="140000"/>
              <a:tabLst>
                <a:tab pos="6149975" algn="l"/>
              </a:tabLst>
              <a:defRPr/>
            </a:pPr>
            <a:r>
              <a:rPr lang="en-US" altLang="ko-KR" sz="100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Rix고딕 B" pitchFamily="18" charset="-127"/>
                <a:ea typeface="Rix고딕 B" pitchFamily="18" charset="-127"/>
              </a:rPr>
              <a:t>10F</a:t>
            </a:r>
          </a:p>
          <a:p>
            <a:pPr marL="0" lvl="1" algn="ctr" defTabSz="1135063" eaLnBrk="0" latinLnBrk="0" hangingPunct="0">
              <a:lnSpc>
                <a:spcPct val="90000"/>
              </a:lnSpc>
              <a:buClr>
                <a:srgbClr val="3271AA"/>
              </a:buClr>
              <a:buSzPct val="140000"/>
              <a:tabLst>
                <a:tab pos="6149975" algn="l"/>
              </a:tabLst>
              <a:defRPr/>
            </a:pPr>
            <a:r>
              <a:rPr lang="en-US" altLang="ko-KR" sz="1000" spc="-1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Rix고딕 B" pitchFamily="18" charset="-127"/>
                <a:ea typeface="Rix고딕 B" pitchFamily="18" charset="-127"/>
              </a:rPr>
              <a:t>K</a:t>
            </a:r>
            <a:r>
              <a:rPr lang="ko-KR" altLang="en-US" sz="1000" spc="-1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Rix고딕 B" pitchFamily="18" charset="-127"/>
                <a:ea typeface="Rix고딕 B" pitchFamily="18" charset="-127"/>
              </a:rPr>
              <a:t>기관</a:t>
            </a:r>
            <a:endParaRPr lang="ko-KR" altLang="en-US" sz="1000" spc="-100" dirty="0">
              <a:solidFill>
                <a:schemeClr val="tx1">
                  <a:lumMod val="75000"/>
                  <a:lumOff val="25000"/>
                </a:schemeClr>
              </a:solidFill>
              <a:latin typeface="Rix고딕 B" pitchFamily="18" charset="-127"/>
              <a:ea typeface="Rix고딕 B" pitchFamily="18" charset="-127"/>
            </a:endParaRPr>
          </a:p>
        </p:txBody>
      </p:sp>
      <p:pic>
        <p:nvPicPr>
          <p:cNvPr id="217" name="Picture 49" descr="C:\Users\ecoffey\AppData\Local\Temp\Rar$DRa0.206\30066__Device_route_switch_processor_unknown_64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983" r="16275"/>
          <a:stretch>
            <a:fillRect/>
          </a:stretch>
        </p:blipFill>
        <p:spPr bwMode="auto">
          <a:xfrm>
            <a:off x="4127681" y="6259655"/>
            <a:ext cx="211704" cy="2703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8" name="Picture 20" descr="C:\Users\ecoffey\AppData\Local\Temp\Rar$DRa0.608\30080_Device_switch_unknown_64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08982" y="6467144"/>
            <a:ext cx="139177" cy="57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9" name="Picture 20" descr="C:\Users\ecoffey\AppData\Local\Temp\Rar$DRa0.608\30080_Device_switch_unknown_64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08982" y="6438488"/>
            <a:ext cx="139177" cy="57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0" name="Picture 20" descr="C:\Users\ecoffey\AppData\Local\Temp\Rar$DRa0.608\30080_Device_switch_unknown_64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08982" y="6409537"/>
            <a:ext cx="139177" cy="57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1" name="Picture 20" descr="C:\Users\ecoffey\AppData\Local\Temp\Rar$DRa0.608\30080_Device_switch_unknown_64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08982" y="6380881"/>
            <a:ext cx="139177" cy="57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2" name="Picture 20" descr="C:\Users\ecoffey\AppData\Local\Temp\Rar$DRa0.608\30080_Device_switch_unknown_64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08982" y="6348382"/>
            <a:ext cx="139177" cy="57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3" name="Picture 20" descr="C:\Users\ecoffey\AppData\Local\Temp\Rar$DRa0.608\30080_Device_switch_unknown_64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08982" y="6319726"/>
            <a:ext cx="139177" cy="57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4" name="Picture 20" descr="C:\Users\ecoffey\AppData\Local\Temp\Rar$DRa0.608\30080_Device_switch_unknown_64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08982" y="6893235"/>
            <a:ext cx="139177" cy="57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5" name="Picture 20" descr="C:\Users\ecoffey\AppData\Local\Temp\Rar$DRa0.608\30080_Device_switch_unknown_64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08982" y="6864579"/>
            <a:ext cx="139177" cy="57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6" name="Picture 27" descr="C:\Users\ecoffey\AppData\Local\Temp\Rar$DRa0.608\30080_Device_switch_unreachable_64.png"/>
          <p:cNvPicPr>
            <a:picLocks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12270" y="6890408"/>
            <a:ext cx="139177" cy="600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7" name="Picture 27" descr="C:\Users\ecoffey\AppData\Local\Temp\Rar$DRa0.608\30080_Device_switch_unreachable_64.png"/>
          <p:cNvPicPr>
            <a:picLocks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12270" y="6860372"/>
            <a:ext cx="139177" cy="600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8" name="Picture 27" descr="C:\Users\ecoffey\AppData\Local\Temp\Rar$DRa0.608\30080_Device_switch_unreachable_64.png"/>
          <p:cNvPicPr>
            <a:picLocks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12270" y="6469910"/>
            <a:ext cx="139177" cy="600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9" name="Picture 27" descr="C:\Users\ecoffey\AppData\Local\Temp\Rar$DRa0.608\30080_Device_switch_unreachable_64.png"/>
          <p:cNvPicPr>
            <a:picLocks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12270" y="6439875"/>
            <a:ext cx="139177" cy="600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30" name="Picture 27" descr="C:\Users\ecoffey\AppData\Local\Temp\Rar$DRa0.608\30080_Device_switch_unreachable_64.png"/>
          <p:cNvPicPr>
            <a:picLocks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12255" y="6400993"/>
            <a:ext cx="139177" cy="600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31" name="Picture 27" descr="C:\Users\ecoffey\AppData\Local\Temp\Rar$DRa0.608\30080_Device_switch_unreachable_64.png"/>
          <p:cNvPicPr>
            <a:picLocks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12255" y="6370958"/>
            <a:ext cx="139177" cy="600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32" name="Picture 27" descr="C:\Users\ecoffey\AppData\Local\Temp\Rar$DRa0.608\30080_Device_switch_unreachable_64.png"/>
          <p:cNvPicPr>
            <a:picLocks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12255" y="6330328"/>
            <a:ext cx="139177" cy="600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33" name="Picture 27" descr="C:\Users\ecoffey\AppData\Local\Temp\Rar$DRa0.608\30080_Device_switch_unreachable_64.png"/>
          <p:cNvPicPr>
            <a:picLocks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12255" y="6300292"/>
            <a:ext cx="139177" cy="600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234" name="꺾인 연결선 233"/>
          <p:cNvCxnSpPr>
            <a:stCxn id="217" idx="0"/>
            <a:endCxn id="243" idx="1"/>
          </p:cNvCxnSpPr>
          <p:nvPr/>
        </p:nvCxnSpPr>
        <p:spPr>
          <a:xfrm rot="5400000" flipH="1" flipV="1">
            <a:off x="4140344" y="5991002"/>
            <a:ext cx="361843" cy="175464"/>
          </a:xfrm>
          <a:prstGeom prst="bentConnector2">
            <a:avLst/>
          </a:prstGeom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5" name="꺾인 연결선 234"/>
          <p:cNvCxnSpPr>
            <a:stCxn id="217" idx="2"/>
            <a:endCxn id="225" idx="1"/>
          </p:cNvCxnSpPr>
          <p:nvPr/>
        </p:nvCxnSpPr>
        <p:spPr>
          <a:xfrm rot="16200000" flipH="1">
            <a:off x="4139646" y="6623862"/>
            <a:ext cx="363223" cy="175448"/>
          </a:xfrm>
          <a:prstGeom prst="bentConnector2">
            <a:avLst/>
          </a:prstGeom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6" name="꺾인 연결선 235"/>
          <p:cNvCxnSpPr>
            <a:stCxn id="245" idx="3"/>
            <a:endCxn id="257" idx="0"/>
          </p:cNvCxnSpPr>
          <p:nvPr/>
        </p:nvCxnSpPr>
        <p:spPr>
          <a:xfrm>
            <a:off x="4548174" y="5534626"/>
            <a:ext cx="175448" cy="725029"/>
          </a:xfrm>
          <a:prstGeom prst="bentConnector2">
            <a:avLst/>
          </a:prstGeom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7" name="꺾인 연결선 236"/>
          <p:cNvCxnSpPr>
            <a:stCxn id="257" idx="2"/>
            <a:endCxn id="224" idx="3"/>
          </p:cNvCxnSpPr>
          <p:nvPr/>
        </p:nvCxnSpPr>
        <p:spPr>
          <a:xfrm rot="5400000">
            <a:off x="4439952" y="6638182"/>
            <a:ext cx="391879" cy="175464"/>
          </a:xfrm>
          <a:prstGeom prst="bentConnector2">
            <a:avLst/>
          </a:prstGeom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38" name="Picture 20" descr="C:\Users\ecoffey\AppData\Local\Temp\Rar$DRa0.608\30080_Device_switch_unknown_64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08997" y="6016611"/>
            <a:ext cx="139177" cy="57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39" name="Picture 20" descr="C:\Users\ecoffey\AppData\Local\Temp\Rar$DRa0.608\30080_Device_switch_unknown_64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08997" y="5987956"/>
            <a:ext cx="139177" cy="57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40" name="Picture 20" descr="C:\Users\ecoffey\AppData\Local\Temp\Rar$DRa0.608\30080_Device_switch_unknown_64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08997" y="5959004"/>
            <a:ext cx="139177" cy="57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41" name="Picture 20" descr="C:\Users\ecoffey\AppData\Local\Temp\Rar$DRa0.608\30080_Device_switch_unknown_64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08997" y="5930348"/>
            <a:ext cx="139177" cy="57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42" name="Picture 20" descr="C:\Users\ecoffey\AppData\Local\Temp\Rar$DRa0.608\30080_Device_switch_unknown_64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08997" y="5897849"/>
            <a:ext cx="139177" cy="57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43" name="Picture 20" descr="C:\Users\ecoffey\AppData\Local\Temp\Rar$DRa0.608\30080_Device_switch_unknown_64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08997" y="5869193"/>
            <a:ext cx="139177" cy="57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244" name="꺾인 연결선 243"/>
          <p:cNvCxnSpPr>
            <a:stCxn id="257" idx="0"/>
            <a:endCxn id="238" idx="3"/>
          </p:cNvCxnSpPr>
          <p:nvPr/>
        </p:nvCxnSpPr>
        <p:spPr>
          <a:xfrm rot="16200000" flipV="1">
            <a:off x="4528686" y="6064719"/>
            <a:ext cx="214425" cy="175448"/>
          </a:xfrm>
          <a:prstGeom prst="bentConnector2">
            <a:avLst/>
          </a:prstGeom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45" name="Picture 20" descr="C:\Users\ecoffey\AppData\Local\Temp\Rar$DRa0.608\30080_Device_switch_unknown_64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08997" y="5506007"/>
            <a:ext cx="139177" cy="57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46" name="Picture 20" descr="C:\Users\ecoffey\AppData\Local\Temp\Rar$DRa0.608\30080_Device_switch_unknown_64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08997" y="5477352"/>
            <a:ext cx="139177" cy="57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47" name="Picture 20" descr="C:\Users\ecoffey\AppData\Local\Temp\Rar$DRa0.608\30080_Device_switch_unknown_64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08997" y="5448400"/>
            <a:ext cx="139177" cy="57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48" name="Picture 20" descr="C:\Users\ecoffey\AppData\Local\Temp\Rar$DRa0.608\30080_Device_switch_unknown_64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08997" y="5419744"/>
            <a:ext cx="139177" cy="57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49" name="Picture 20" descr="C:\Users\ecoffey\AppData\Local\Temp\Rar$DRa0.608\30080_Device_switch_unknown_64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08997" y="5387245"/>
            <a:ext cx="139177" cy="57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50" name="Picture 20" descr="C:\Users\ecoffey\AppData\Local\Temp\Rar$DRa0.608\30080_Device_switch_unknown_64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08997" y="5358589"/>
            <a:ext cx="139177" cy="57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51" name="Picture 20" descr="C:\Users\ecoffey\AppData\Local\Temp\Rar$DRa0.608\30080_Device_switch_unknown_64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08997" y="5031032"/>
            <a:ext cx="139177" cy="57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52" name="Picture 20" descr="C:\Users\ecoffey\AppData\Local\Temp\Rar$DRa0.608\30080_Device_switch_unknown_64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08997" y="5002377"/>
            <a:ext cx="139177" cy="57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53" name="Picture 20" descr="C:\Users\ecoffey\AppData\Local\Temp\Rar$DRa0.608\30080_Device_switch_unknown_64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08997" y="4973425"/>
            <a:ext cx="139177" cy="57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54" name="Picture 20" descr="C:\Users\ecoffey\AppData\Local\Temp\Rar$DRa0.608\30080_Device_switch_unknown_64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08997" y="4944769"/>
            <a:ext cx="139177" cy="57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55" name="Picture 20" descr="C:\Users\ecoffey\AppData\Local\Temp\Rar$DRa0.608\30080_Device_switch_unknown_64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08997" y="4912270"/>
            <a:ext cx="139177" cy="57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56" name="Picture 20" descr="C:\Users\ecoffey\AppData\Local\Temp\Rar$DRa0.608\30080_Device_switch_unknown_64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08997" y="4883614"/>
            <a:ext cx="139177" cy="57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57" name="Picture 49" descr="C:\Users\ecoffey\AppData\Local\Temp\Rar$DRa0.206\30066__Device_route_switch_processor_unknown_64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983" r="16275"/>
          <a:stretch>
            <a:fillRect/>
          </a:stretch>
        </p:blipFill>
        <p:spPr bwMode="auto">
          <a:xfrm>
            <a:off x="4617771" y="6259655"/>
            <a:ext cx="211704" cy="2703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58" name="Picture 20" descr="C:\Users\ecoffey\AppData\Local\Temp\Rar$DRa0.608\30080_Device_switch_unknown_64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08997" y="4514835"/>
            <a:ext cx="139177" cy="57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59" name="Picture 20" descr="C:\Users\ecoffey\AppData\Local\Temp\Rar$DRa0.608\30080_Device_switch_unknown_64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08997" y="4486179"/>
            <a:ext cx="139177" cy="57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60" name="Picture 20" descr="C:\Users\ecoffey\AppData\Local\Temp\Rar$DRa0.608\30080_Device_switch_unknown_64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08997" y="4457227"/>
            <a:ext cx="139177" cy="57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61" name="Picture 20" descr="C:\Users\ecoffey\AppData\Local\Temp\Rar$DRa0.608\30080_Device_switch_unknown_64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08997" y="4428572"/>
            <a:ext cx="139177" cy="57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62" name="Picture 20" descr="C:\Users\ecoffey\AppData\Local\Temp\Rar$DRa0.608\30080_Device_switch_unknown_64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08997" y="4396073"/>
            <a:ext cx="139177" cy="57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63" name="Picture 20" descr="C:\Users\ecoffey\AppData\Local\Temp\Rar$DRa0.608\30080_Device_switch_unknown_64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08997" y="4367417"/>
            <a:ext cx="139177" cy="57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64" name="Picture 20" descr="C:\Users\ecoffey\AppData\Local\Temp\Rar$DRa0.608\30080_Device_switch_unknown_64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08997" y="4034267"/>
            <a:ext cx="139177" cy="57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65" name="Picture 20" descr="C:\Users\ecoffey\AppData\Local\Temp\Rar$DRa0.608\30080_Device_switch_unknown_64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08997" y="4005611"/>
            <a:ext cx="139177" cy="57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66" name="Picture 20" descr="C:\Users\ecoffey\AppData\Local\Temp\Rar$DRa0.608\30080_Device_switch_unknown_64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08997" y="3976659"/>
            <a:ext cx="139177" cy="57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67" name="Picture 20" descr="C:\Users\ecoffey\AppData\Local\Temp\Rar$DRa0.608\30080_Device_switch_unknown_64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08997" y="3948003"/>
            <a:ext cx="139177" cy="57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68" name="Picture 20" descr="C:\Users\ecoffey\AppData\Local\Temp\Rar$DRa0.608\30080_Device_switch_unknown_64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08997" y="3915504"/>
            <a:ext cx="139177" cy="57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69" name="Picture 20" descr="C:\Users\ecoffey\AppData\Local\Temp\Rar$DRa0.608\30080_Device_switch_unknown_64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08997" y="3886849"/>
            <a:ext cx="139177" cy="57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70" name="Picture 20" descr="C:\Users\ecoffey\AppData\Local\Temp\Rar$DRa0.608\30080_Device_switch_unknown_64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08997" y="3553698"/>
            <a:ext cx="139177" cy="57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71" name="Picture 20" descr="C:\Users\ecoffey\AppData\Local\Temp\Rar$DRa0.608\30080_Device_switch_unknown_64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08997" y="3525042"/>
            <a:ext cx="139177" cy="57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72" name="Picture 20" descr="C:\Users\ecoffey\AppData\Local\Temp\Rar$DRa0.608\30080_Device_switch_unknown_64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08997" y="3496091"/>
            <a:ext cx="139177" cy="57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73" name="Picture 20" descr="C:\Users\ecoffey\AppData\Local\Temp\Rar$DRa0.608\30080_Device_switch_unknown_64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08997" y="3467435"/>
            <a:ext cx="139177" cy="57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74" name="Picture 20" descr="C:\Users\ecoffey\AppData\Local\Temp\Rar$DRa0.608\30080_Device_switch_unknown_64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08997" y="3434936"/>
            <a:ext cx="139177" cy="57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75" name="Picture 20" descr="C:\Users\ecoffey\AppData\Local\Temp\Rar$DRa0.608\30080_Device_switch_unknown_64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08997" y="3406280"/>
            <a:ext cx="139177" cy="57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76" name="Picture 20" descr="C:\Users\ecoffey\AppData\Local\Temp\Rar$DRa0.608\30080_Device_switch_unknown_64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08997" y="3073130"/>
            <a:ext cx="139177" cy="57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77" name="Picture 20" descr="C:\Users\ecoffey\AppData\Local\Temp\Rar$DRa0.608\30080_Device_switch_unknown_64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08997" y="3044474"/>
            <a:ext cx="139177" cy="57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78" name="Picture 20" descr="C:\Users\ecoffey\AppData\Local\Temp\Rar$DRa0.608\30080_Device_switch_unknown_64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08997" y="3015522"/>
            <a:ext cx="139177" cy="57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79" name="Picture 20" descr="C:\Users\ecoffey\AppData\Local\Temp\Rar$DRa0.608\30080_Device_switch_unknown_64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08997" y="2986867"/>
            <a:ext cx="139177" cy="57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80" name="Picture 20" descr="C:\Users\ecoffey\AppData\Local\Temp\Rar$DRa0.608\30080_Device_switch_unknown_64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08997" y="2954368"/>
            <a:ext cx="139177" cy="57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81" name="Picture 20" descr="C:\Users\ecoffey\AppData\Local\Temp\Rar$DRa0.608\30080_Device_switch_unknown_64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08997" y="2925712"/>
            <a:ext cx="139177" cy="57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82" name="Picture 20" descr="C:\Users\ecoffey\AppData\Local\Temp\Rar$DRa0.608\30080_Device_switch_unknown_64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08997" y="2562526"/>
            <a:ext cx="139177" cy="57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83" name="Picture 20" descr="C:\Users\ecoffey\AppData\Local\Temp\Rar$DRa0.608\30080_Device_switch_unknown_64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08997" y="2533870"/>
            <a:ext cx="139177" cy="57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84" name="Picture 20" descr="C:\Users\ecoffey\AppData\Local\Temp\Rar$DRa0.608\30080_Device_switch_unknown_64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08997" y="2504918"/>
            <a:ext cx="139177" cy="57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85" name="Picture 20" descr="C:\Users\ecoffey\AppData\Local\Temp\Rar$DRa0.608\30080_Device_switch_unknown_64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08997" y="2476263"/>
            <a:ext cx="139177" cy="57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86" name="Picture 20" descr="C:\Users\ecoffey\AppData\Local\Temp\Rar$DRa0.608\30080_Device_switch_unknown_64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08997" y="2443764"/>
            <a:ext cx="139177" cy="57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87" name="Picture 20" descr="C:\Users\ecoffey\AppData\Local\Temp\Rar$DRa0.608\30080_Device_switch_unknown_64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08997" y="2415108"/>
            <a:ext cx="139177" cy="57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88" name="Picture 20" descr="C:\Users\ecoffey\AppData\Local\Temp\Rar$DRa0.608\30080_Device_switch_unknown_64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08997" y="2081957"/>
            <a:ext cx="139177" cy="57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89" name="Picture 20" descr="C:\Users\ecoffey\AppData\Local\Temp\Rar$DRa0.608\30080_Device_switch_unknown_64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08997" y="2053302"/>
            <a:ext cx="139177" cy="57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90" name="Picture 20" descr="C:\Users\ecoffey\AppData\Local\Temp\Rar$DRa0.608\30080_Device_switch_unknown_64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08997" y="2024350"/>
            <a:ext cx="139177" cy="57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91" name="Picture 20" descr="C:\Users\ecoffey\AppData\Local\Temp\Rar$DRa0.608\30080_Device_switch_unknown_64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08997" y="1995694"/>
            <a:ext cx="139177" cy="57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92" name="Picture 20" descr="C:\Users\ecoffey\AppData\Local\Temp\Rar$DRa0.608\30080_Device_switch_unknown_64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08997" y="1963195"/>
            <a:ext cx="139177" cy="57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93" name="Picture 20" descr="C:\Users\ecoffey\AppData\Local\Temp\Rar$DRa0.608\30080_Device_switch_unknown_64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08997" y="1934539"/>
            <a:ext cx="139177" cy="57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294" name="꺾인 연결선 293"/>
          <p:cNvCxnSpPr>
            <a:stCxn id="217" idx="0"/>
            <a:endCxn id="250" idx="1"/>
          </p:cNvCxnSpPr>
          <p:nvPr/>
        </p:nvCxnSpPr>
        <p:spPr>
          <a:xfrm rot="5400000" flipH="1" flipV="1">
            <a:off x="3885042" y="5735700"/>
            <a:ext cx="872447" cy="175464"/>
          </a:xfrm>
          <a:prstGeom prst="bentConnector2">
            <a:avLst/>
          </a:prstGeom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5" name="꺾인 연결선 294"/>
          <p:cNvCxnSpPr>
            <a:stCxn id="217" idx="0"/>
            <a:endCxn id="256" idx="1"/>
          </p:cNvCxnSpPr>
          <p:nvPr/>
        </p:nvCxnSpPr>
        <p:spPr>
          <a:xfrm rot="5400000" flipH="1" flipV="1">
            <a:off x="3647555" y="5498213"/>
            <a:ext cx="1347422" cy="175464"/>
          </a:xfrm>
          <a:prstGeom prst="bentConnector2">
            <a:avLst/>
          </a:prstGeom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6" name="꺾인 연결선 295"/>
          <p:cNvCxnSpPr>
            <a:stCxn id="251" idx="3"/>
            <a:endCxn id="257" idx="0"/>
          </p:cNvCxnSpPr>
          <p:nvPr/>
        </p:nvCxnSpPr>
        <p:spPr>
          <a:xfrm>
            <a:off x="4548174" y="5059651"/>
            <a:ext cx="175448" cy="1200004"/>
          </a:xfrm>
          <a:prstGeom prst="bentConnector2">
            <a:avLst/>
          </a:prstGeom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7" name="꺾인 연결선 296"/>
          <p:cNvCxnSpPr>
            <a:stCxn id="217" idx="0"/>
            <a:endCxn id="263" idx="1"/>
          </p:cNvCxnSpPr>
          <p:nvPr/>
        </p:nvCxnSpPr>
        <p:spPr>
          <a:xfrm rot="5400000" flipH="1" flipV="1">
            <a:off x="3389456" y="5240114"/>
            <a:ext cx="1863619" cy="175464"/>
          </a:xfrm>
          <a:prstGeom prst="bentConnector2">
            <a:avLst/>
          </a:prstGeom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8" name="꺾인 연결선 297"/>
          <p:cNvCxnSpPr>
            <a:stCxn id="258" idx="3"/>
            <a:endCxn id="257" idx="0"/>
          </p:cNvCxnSpPr>
          <p:nvPr/>
        </p:nvCxnSpPr>
        <p:spPr>
          <a:xfrm>
            <a:off x="4548174" y="4543454"/>
            <a:ext cx="175448" cy="1716201"/>
          </a:xfrm>
          <a:prstGeom prst="bentConnector2">
            <a:avLst/>
          </a:prstGeom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9" name="꺾인 연결선 298"/>
          <p:cNvCxnSpPr>
            <a:stCxn id="264" idx="3"/>
            <a:endCxn id="257" idx="0"/>
          </p:cNvCxnSpPr>
          <p:nvPr/>
        </p:nvCxnSpPr>
        <p:spPr>
          <a:xfrm>
            <a:off x="4548174" y="4062886"/>
            <a:ext cx="175448" cy="2196770"/>
          </a:xfrm>
          <a:prstGeom prst="bentConnector2">
            <a:avLst/>
          </a:prstGeom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0" name="꺾인 연결선 299"/>
          <p:cNvCxnSpPr>
            <a:stCxn id="287" idx="1"/>
            <a:endCxn id="217" idx="0"/>
          </p:cNvCxnSpPr>
          <p:nvPr/>
        </p:nvCxnSpPr>
        <p:spPr>
          <a:xfrm rot="10800000" flipV="1">
            <a:off x="4233533" y="2443727"/>
            <a:ext cx="175464" cy="3815928"/>
          </a:xfrm>
          <a:prstGeom prst="bentConnector2">
            <a:avLst/>
          </a:prstGeom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1" name="꺾인 연결선 300"/>
          <p:cNvCxnSpPr>
            <a:stCxn id="282" idx="3"/>
            <a:endCxn id="257" idx="0"/>
          </p:cNvCxnSpPr>
          <p:nvPr/>
        </p:nvCxnSpPr>
        <p:spPr>
          <a:xfrm>
            <a:off x="4548174" y="2591145"/>
            <a:ext cx="175448" cy="3668510"/>
          </a:xfrm>
          <a:prstGeom prst="bentConnector2">
            <a:avLst/>
          </a:prstGeom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2" name="꺾인 연결선 301"/>
          <p:cNvCxnSpPr>
            <a:stCxn id="281" idx="1"/>
            <a:endCxn id="217" idx="0"/>
          </p:cNvCxnSpPr>
          <p:nvPr/>
        </p:nvCxnSpPr>
        <p:spPr>
          <a:xfrm rot="10800000" flipV="1">
            <a:off x="4233533" y="2954331"/>
            <a:ext cx="175464" cy="3305324"/>
          </a:xfrm>
          <a:prstGeom prst="bentConnector2">
            <a:avLst/>
          </a:prstGeom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3" name="꺾인 연결선 302"/>
          <p:cNvCxnSpPr>
            <a:stCxn id="276" idx="3"/>
            <a:endCxn id="257" idx="0"/>
          </p:cNvCxnSpPr>
          <p:nvPr/>
        </p:nvCxnSpPr>
        <p:spPr>
          <a:xfrm>
            <a:off x="4548174" y="3101749"/>
            <a:ext cx="175448" cy="3157906"/>
          </a:xfrm>
          <a:prstGeom prst="bentConnector2">
            <a:avLst/>
          </a:prstGeom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4" name="꺾인 연결선 303"/>
          <p:cNvCxnSpPr>
            <a:stCxn id="270" idx="3"/>
            <a:endCxn id="257" idx="0"/>
          </p:cNvCxnSpPr>
          <p:nvPr/>
        </p:nvCxnSpPr>
        <p:spPr>
          <a:xfrm>
            <a:off x="4548174" y="3582317"/>
            <a:ext cx="175448" cy="2677338"/>
          </a:xfrm>
          <a:prstGeom prst="bentConnector2">
            <a:avLst/>
          </a:prstGeom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5" name="꺾인 연결선 304"/>
          <p:cNvCxnSpPr>
            <a:stCxn id="288" idx="3"/>
            <a:endCxn id="257" idx="0"/>
          </p:cNvCxnSpPr>
          <p:nvPr/>
        </p:nvCxnSpPr>
        <p:spPr>
          <a:xfrm>
            <a:off x="4548174" y="2110576"/>
            <a:ext cx="175448" cy="4149079"/>
          </a:xfrm>
          <a:prstGeom prst="bentConnector2">
            <a:avLst/>
          </a:prstGeom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6" name="꺾인 연결선 305"/>
          <p:cNvCxnSpPr>
            <a:stCxn id="293" idx="1"/>
            <a:endCxn id="217" idx="0"/>
          </p:cNvCxnSpPr>
          <p:nvPr/>
        </p:nvCxnSpPr>
        <p:spPr>
          <a:xfrm rot="10800000" flipV="1">
            <a:off x="4233533" y="1963158"/>
            <a:ext cx="175464" cy="4296497"/>
          </a:xfrm>
          <a:prstGeom prst="bentConnector2">
            <a:avLst/>
          </a:prstGeom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7" name="꺾인 연결선 306"/>
          <p:cNvCxnSpPr>
            <a:stCxn id="217" idx="0"/>
            <a:endCxn id="269" idx="1"/>
          </p:cNvCxnSpPr>
          <p:nvPr/>
        </p:nvCxnSpPr>
        <p:spPr>
          <a:xfrm rot="5400000" flipH="1" flipV="1">
            <a:off x="3149171" y="4999829"/>
            <a:ext cx="2344188" cy="175464"/>
          </a:xfrm>
          <a:prstGeom prst="bentConnector2">
            <a:avLst/>
          </a:prstGeom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8" name="꺾인 연결선 307"/>
          <p:cNvCxnSpPr>
            <a:stCxn id="217" idx="0"/>
            <a:endCxn id="275" idx="1"/>
          </p:cNvCxnSpPr>
          <p:nvPr/>
        </p:nvCxnSpPr>
        <p:spPr>
          <a:xfrm rot="5400000" flipH="1" flipV="1">
            <a:off x="2908887" y="4759545"/>
            <a:ext cx="2824756" cy="175464"/>
          </a:xfrm>
          <a:prstGeom prst="bentConnector2">
            <a:avLst/>
          </a:prstGeom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09" name="Picture 49" descr="C:\Users\ecoffey\AppData\Local\Temp\Rar$DRa0.206\30066__Device_route_switch_processor_unknown_64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983" r="16275"/>
          <a:stretch>
            <a:fillRect/>
          </a:stretch>
        </p:blipFill>
        <p:spPr bwMode="auto">
          <a:xfrm>
            <a:off x="4933869" y="6259655"/>
            <a:ext cx="211704" cy="2703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10" name="Picture 49" descr="C:\Users\ecoffey\AppData\Local\Temp\Rar$DRa0.206\30066__Device_route_switch_processor_unknown_64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983" r="16275"/>
          <a:stretch>
            <a:fillRect/>
          </a:stretch>
        </p:blipFill>
        <p:spPr bwMode="auto">
          <a:xfrm>
            <a:off x="5421044" y="6259655"/>
            <a:ext cx="211704" cy="2703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311" name="꺾인 연결선 310"/>
          <p:cNvCxnSpPr>
            <a:stCxn id="309" idx="2"/>
            <a:endCxn id="227" idx="1"/>
          </p:cNvCxnSpPr>
          <p:nvPr/>
        </p:nvCxnSpPr>
        <p:spPr>
          <a:xfrm rot="16200000" flipH="1">
            <a:off x="4945781" y="6623915"/>
            <a:ext cx="360430" cy="172549"/>
          </a:xfrm>
          <a:prstGeom prst="bentConnector2">
            <a:avLst/>
          </a:prstGeom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2" name="꺾인 연결선 311"/>
          <p:cNvCxnSpPr>
            <a:stCxn id="310" idx="2"/>
            <a:endCxn id="226" idx="3"/>
          </p:cNvCxnSpPr>
          <p:nvPr/>
        </p:nvCxnSpPr>
        <p:spPr>
          <a:xfrm rot="5400000">
            <a:off x="5243939" y="6637483"/>
            <a:ext cx="390465" cy="175448"/>
          </a:xfrm>
          <a:prstGeom prst="bentConnector2">
            <a:avLst/>
          </a:prstGeom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13" name="Picture 27" descr="C:\Users\ecoffey\AppData\Local\Temp\Rar$DRa0.608\30080_Device_switch_unreachable_64.png"/>
          <p:cNvPicPr>
            <a:picLocks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12270" y="6008776"/>
            <a:ext cx="139177" cy="600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14" name="Picture 27" descr="C:\Users\ecoffey\AppData\Local\Temp\Rar$DRa0.608\30080_Device_switch_unreachable_64.png"/>
          <p:cNvPicPr>
            <a:picLocks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12270" y="5978741"/>
            <a:ext cx="139177" cy="600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15" name="Picture 27" descr="C:\Users\ecoffey\AppData\Local\Temp\Rar$DRa0.608\30080_Device_switch_unreachable_64.png"/>
          <p:cNvPicPr>
            <a:picLocks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12255" y="5939859"/>
            <a:ext cx="139177" cy="600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16" name="Picture 27" descr="C:\Users\ecoffey\AppData\Local\Temp\Rar$DRa0.608\30080_Device_switch_unreachable_64.png"/>
          <p:cNvPicPr>
            <a:picLocks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12255" y="5909824"/>
            <a:ext cx="139177" cy="600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17" name="Picture 27" descr="C:\Users\ecoffey\AppData\Local\Temp\Rar$DRa0.608\30080_Device_switch_unreachable_64.png"/>
          <p:cNvPicPr>
            <a:picLocks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12255" y="5869193"/>
            <a:ext cx="139177" cy="600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18" name="Picture 27" descr="C:\Users\ecoffey\AppData\Local\Temp\Rar$DRa0.608\30080_Device_switch_unreachable_64.png"/>
          <p:cNvPicPr>
            <a:picLocks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12255" y="5839158"/>
            <a:ext cx="139177" cy="600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19" name="Picture 27" descr="C:\Users\ecoffey\AppData\Local\Temp\Rar$DRa0.608\30080_Device_switch_unreachable_64.png"/>
          <p:cNvPicPr>
            <a:picLocks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12270" y="5508774"/>
            <a:ext cx="139177" cy="600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20" name="Picture 27" descr="C:\Users\ecoffey\AppData\Local\Temp\Rar$DRa0.608\30080_Device_switch_unreachable_64.png"/>
          <p:cNvPicPr>
            <a:picLocks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12270" y="5478738"/>
            <a:ext cx="139177" cy="600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21" name="Picture 27" descr="C:\Users\ecoffey\AppData\Local\Temp\Rar$DRa0.608\30080_Device_switch_unreachable_64.png"/>
          <p:cNvPicPr>
            <a:picLocks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12255" y="5439856"/>
            <a:ext cx="139177" cy="600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22" name="Picture 27" descr="C:\Users\ecoffey\AppData\Local\Temp\Rar$DRa0.608\30080_Device_switch_unreachable_64.png"/>
          <p:cNvPicPr>
            <a:picLocks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12255" y="5409821"/>
            <a:ext cx="139177" cy="600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23" name="Picture 27" descr="C:\Users\ecoffey\AppData\Local\Temp\Rar$DRa0.608\30080_Device_switch_unreachable_64.png"/>
          <p:cNvPicPr>
            <a:picLocks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12255" y="5369191"/>
            <a:ext cx="139177" cy="600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24" name="Picture 27" descr="C:\Users\ecoffey\AppData\Local\Temp\Rar$DRa0.608\30080_Device_switch_unreachable_64.png"/>
          <p:cNvPicPr>
            <a:picLocks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12255" y="5339155"/>
            <a:ext cx="139177" cy="600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25" name="Picture 27" descr="C:\Users\ecoffey\AppData\Local\Temp\Rar$DRa0.608\30080_Device_switch_unreachable_64.png"/>
          <p:cNvPicPr>
            <a:picLocks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12270" y="5017604"/>
            <a:ext cx="139177" cy="600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26" name="Picture 27" descr="C:\Users\ecoffey\AppData\Local\Temp\Rar$DRa0.608\30080_Device_switch_unreachable_64.png"/>
          <p:cNvPicPr>
            <a:picLocks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12270" y="4987568"/>
            <a:ext cx="139177" cy="600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27" name="Picture 27" descr="C:\Users\ecoffey\AppData\Local\Temp\Rar$DRa0.608\30080_Device_switch_unreachable_64.png"/>
          <p:cNvPicPr>
            <a:picLocks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12255" y="4948687"/>
            <a:ext cx="139177" cy="600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28" name="Picture 27" descr="C:\Users\ecoffey\AppData\Local\Temp\Rar$DRa0.608\30080_Device_switch_unreachable_64.png"/>
          <p:cNvPicPr>
            <a:picLocks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12255" y="4918651"/>
            <a:ext cx="139177" cy="600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29" name="Picture 27" descr="C:\Users\ecoffey\AppData\Local\Temp\Rar$DRa0.608\30080_Device_switch_unreachable_64.png"/>
          <p:cNvPicPr>
            <a:picLocks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12255" y="4878021"/>
            <a:ext cx="139177" cy="600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30" name="Picture 27" descr="C:\Users\ecoffey\AppData\Local\Temp\Rar$DRa0.608\30080_Device_switch_unreachable_64.png"/>
          <p:cNvPicPr>
            <a:picLocks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12255" y="4847985"/>
            <a:ext cx="139177" cy="600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31" name="Picture 27" descr="C:\Users\ecoffey\AppData\Local\Temp\Rar$DRa0.608\30080_Device_switch_unreachable_64.png"/>
          <p:cNvPicPr>
            <a:picLocks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12270" y="4517601"/>
            <a:ext cx="139177" cy="600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32" name="Picture 27" descr="C:\Users\ecoffey\AppData\Local\Temp\Rar$DRa0.608\30080_Device_switch_unreachable_64.png"/>
          <p:cNvPicPr>
            <a:picLocks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12270" y="4487566"/>
            <a:ext cx="139177" cy="600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33" name="Picture 27" descr="C:\Users\ecoffey\AppData\Local\Temp\Rar$DRa0.608\30080_Device_switch_unreachable_64.png"/>
          <p:cNvPicPr>
            <a:picLocks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12255" y="4448684"/>
            <a:ext cx="139177" cy="600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34" name="Picture 27" descr="C:\Users\ecoffey\AppData\Local\Temp\Rar$DRa0.608\30080_Device_switch_unreachable_64.png"/>
          <p:cNvPicPr>
            <a:picLocks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12255" y="4418649"/>
            <a:ext cx="139177" cy="600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35" name="Picture 27" descr="C:\Users\ecoffey\AppData\Local\Temp\Rar$DRa0.608\30080_Device_switch_unreachable_64.png"/>
          <p:cNvPicPr>
            <a:picLocks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12255" y="4378018"/>
            <a:ext cx="139177" cy="600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36" name="Picture 27" descr="C:\Users\ecoffey\AppData\Local\Temp\Rar$DRa0.608\30080_Device_switch_unreachable_64.png"/>
          <p:cNvPicPr>
            <a:picLocks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12255" y="4347983"/>
            <a:ext cx="139177" cy="600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37" name="Picture 27" descr="C:\Users\ecoffey\AppData\Local\Temp\Rar$DRa0.608\30080_Device_switch_unreachable_64.png"/>
          <p:cNvPicPr>
            <a:picLocks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12270" y="4056467"/>
            <a:ext cx="139177" cy="600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38" name="Picture 27" descr="C:\Users\ecoffey\AppData\Local\Temp\Rar$DRa0.608\30080_Device_switch_unreachable_64.png"/>
          <p:cNvPicPr>
            <a:picLocks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12270" y="4026432"/>
            <a:ext cx="139177" cy="600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39" name="Picture 27" descr="C:\Users\ecoffey\AppData\Local\Temp\Rar$DRa0.608\30080_Device_switch_unreachable_64.png"/>
          <p:cNvPicPr>
            <a:picLocks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12255" y="3987550"/>
            <a:ext cx="139177" cy="600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40" name="Picture 27" descr="C:\Users\ecoffey\AppData\Local\Temp\Rar$DRa0.608\30080_Device_switch_unreachable_64.png"/>
          <p:cNvPicPr>
            <a:picLocks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12255" y="3957514"/>
            <a:ext cx="139177" cy="600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41" name="Picture 27" descr="C:\Users\ecoffey\AppData\Local\Temp\Rar$DRa0.608\30080_Device_switch_unreachable_64.png"/>
          <p:cNvPicPr>
            <a:picLocks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12255" y="3916884"/>
            <a:ext cx="139177" cy="600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42" name="Picture 27" descr="C:\Users\ecoffey\AppData\Local\Temp\Rar$DRa0.608\30080_Device_switch_unreachable_64.png"/>
          <p:cNvPicPr>
            <a:picLocks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12255" y="3886849"/>
            <a:ext cx="139177" cy="600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43" name="Picture 27" descr="C:\Users\ecoffey\AppData\Local\Temp\Rar$DRa0.608\30080_Device_switch_unreachable_64.png"/>
          <p:cNvPicPr>
            <a:picLocks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12270" y="3556465"/>
            <a:ext cx="139177" cy="600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44" name="Picture 27" descr="C:\Users\ecoffey\AppData\Local\Temp\Rar$DRa0.608\30080_Device_switch_unreachable_64.png"/>
          <p:cNvPicPr>
            <a:picLocks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12270" y="3526429"/>
            <a:ext cx="139177" cy="600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45" name="Picture 27" descr="C:\Users\ecoffey\AppData\Local\Temp\Rar$DRa0.608\30080_Device_switch_unreachable_64.png"/>
          <p:cNvPicPr>
            <a:picLocks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12255" y="3487547"/>
            <a:ext cx="139177" cy="600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46" name="Picture 27" descr="C:\Users\ecoffey\AppData\Local\Temp\Rar$DRa0.608\30080_Device_switch_unreachable_64.png"/>
          <p:cNvPicPr>
            <a:picLocks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12255" y="3457512"/>
            <a:ext cx="139177" cy="600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47" name="Picture 27" descr="C:\Users\ecoffey\AppData\Local\Temp\Rar$DRa0.608\30080_Device_switch_unreachable_64.png"/>
          <p:cNvPicPr>
            <a:picLocks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12255" y="3416882"/>
            <a:ext cx="139177" cy="600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48" name="Picture 27" descr="C:\Users\ecoffey\AppData\Local\Temp\Rar$DRa0.608\30080_Device_switch_unreachable_64.png"/>
          <p:cNvPicPr>
            <a:picLocks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12255" y="3386846"/>
            <a:ext cx="139177" cy="600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49" name="Picture 27" descr="C:\Users\ecoffey\AppData\Local\Temp\Rar$DRa0.608\30080_Device_switch_unreachable_64.png"/>
          <p:cNvPicPr>
            <a:picLocks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12270" y="3075896"/>
            <a:ext cx="139177" cy="600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50" name="Picture 27" descr="C:\Users\ecoffey\AppData\Local\Temp\Rar$DRa0.608\30080_Device_switch_unreachable_64.png"/>
          <p:cNvPicPr>
            <a:picLocks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12270" y="3045861"/>
            <a:ext cx="139177" cy="600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51" name="Picture 27" descr="C:\Users\ecoffey\AppData\Local\Temp\Rar$DRa0.608\30080_Device_switch_unreachable_64.png"/>
          <p:cNvPicPr>
            <a:picLocks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12255" y="3006979"/>
            <a:ext cx="139177" cy="600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52" name="Picture 27" descr="C:\Users\ecoffey\AppData\Local\Temp\Rar$DRa0.608\30080_Device_switch_unreachable_64.png"/>
          <p:cNvPicPr>
            <a:picLocks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12255" y="2976943"/>
            <a:ext cx="139177" cy="600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53" name="Picture 27" descr="C:\Users\ecoffey\AppData\Local\Temp\Rar$DRa0.608\30080_Device_switch_unreachable_64.png"/>
          <p:cNvPicPr>
            <a:picLocks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12255" y="2936313"/>
            <a:ext cx="139177" cy="600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54" name="Picture 27" descr="C:\Users\ecoffey\AppData\Local\Temp\Rar$DRa0.608\30080_Device_switch_unreachable_64.png"/>
          <p:cNvPicPr>
            <a:picLocks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12255" y="2906278"/>
            <a:ext cx="139177" cy="600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55" name="Picture 27" descr="C:\Users\ecoffey\AppData\Local\Temp\Rar$DRa0.608\30080_Device_switch_unreachable_64.png"/>
          <p:cNvPicPr>
            <a:picLocks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12270" y="2584726"/>
            <a:ext cx="139177" cy="600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56" name="Picture 27" descr="C:\Users\ecoffey\AppData\Local\Temp\Rar$DRa0.608\30080_Device_switch_unreachable_64.png"/>
          <p:cNvPicPr>
            <a:picLocks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12270" y="2554691"/>
            <a:ext cx="139177" cy="600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57" name="Picture 27" descr="C:\Users\ecoffey\AppData\Local\Temp\Rar$DRa0.608\30080_Device_switch_unreachable_64.png"/>
          <p:cNvPicPr>
            <a:picLocks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12255" y="2515809"/>
            <a:ext cx="139177" cy="600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58" name="Picture 27" descr="C:\Users\ecoffey\AppData\Local\Temp\Rar$DRa0.608\30080_Device_switch_unreachable_64.png"/>
          <p:cNvPicPr>
            <a:picLocks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12255" y="2485774"/>
            <a:ext cx="139177" cy="600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59" name="Picture 27" descr="C:\Users\ecoffey\AppData\Local\Temp\Rar$DRa0.608\30080_Device_switch_unreachable_64.png"/>
          <p:cNvPicPr>
            <a:picLocks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12255" y="2445143"/>
            <a:ext cx="139177" cy="600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60" name="Picture 27" descr="C:\Users\ecoffey\AppData\Local\Temp\Rar$DRa0.608\30080_Device_switch_unreachable_64.png"/>
          <p:cNvPicPr>
            <a:picLocks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12255" y="2415108"/>
            <a:ext cx="139177" cy="600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61" name="Picture 27" descr="C:\Users\ecoffey\AppData\Local\Temp\Rar$DRa0.608\30080_Device_switch_unreachable_64.png"/>
          <p:cNvPicPr>
            <a:picLocks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12270" y="2084724"/>
            <a:ext cx="139177" cy="600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62" name="Picture 27" descr="C:\Users\ecoffey\AppData\Local\Temp\Rar$DRa0.608\30080_Device_switch_unreachable_64.png"/>
          <p:cNvPicPr>
            <a:picLocks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12270" y="2054688"/>
            <a:ext cx="139177" cy="600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63" name="Picture 27" descr="C:\Users\ecoffey\AppData\Local\Temp\Rar$DRa0.608\30080_Device_switch_unreachable_64.png"/>
          <p:cNvPicPr>
            <a:picLocks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12255" y="2015807"/>
            <a:ext cx="139177" cy="600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64" name="Picture 27" descr="C:\Users\ecoffey\AppData\Local\Temp\Rar$DRa0.608\30080_Device_switch_unreachable_64.png"/>
          <p:cNvPicPr>
            <a:picLocks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12255" y="1985771"/>
            <a:ext cx="139177" cy="600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65" name="Picture 27" descr="C:\Users\ecoffey\AppData\Local\Temp\Rar$DRa0.608\30080_Device_switch_unreachable_64.png"/>
          <p:cNvPicPr>
            <a:picLocks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12255" y="1945141"/>
            <a:ext cx="139177" cy="600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66" name="Picture 27" descr="C:\Users\ecoffey\AppData\Local\Temp\Rar$DRa0.608\30080_Device_switch_unreachable_64.png"/>
          <p:cNvPicPr>
            <a:picLocks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12255" y="1915105"/>
            <a:ext cx="139177" cy="600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367" name="꺾인 연결선 366"/>
          <p:cNvCxnSpPr>
            <a:stCxn id="336" idx="1"/>
            <a:endCxn id="309" idx="0"/>
          </p:cNvCxnSpPr>
          <p:nvPr/>
        </p:nvCxnSpPr>
        <p:spPr>
          <a:xfrm rot="10800000" flipV="1">
            <a:off x="5039721" y="4378015"/>
            <a:ext cx="172533" cy="1881640"/>
          </a:xfrm>
          <a:prstGeom prst="bentConnector2">
            <a:avLst/>
          </a:prstGeom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8" name="꺾인 연결선 367"/>
          <p:cNvCxnSpPr>
            <a:stCxn id="330" idx="1"/>
            <a:endCxn id="309" idx="0"/>
          </p:cNvCxnSpPr>
          <p:nvPr/>
        </p:nvCxnSpPr>
        <p:spPr>
          <a:xfrm rot="10800000" flipV="1">
            <a:off x="5039721" y="4878018"/>
            <a:ext cx="172533" cy="1381638"/>
          </a:xfrm>
          <a:prstGeom prst="bentConnector2">
            <a:avLst/>
          </a:prstGeom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9" name="꺾인 연결선 368"/>
          <p:cNvCxnSpPr>
            <a:stCxn id="324" idx="1"/>
            <a:endCxn id="309" idx="0"/>
          </p:cNvCxnSpPr>
          <p:nvPr/>
        </p:nvCxnSpPr>
        <p:spPr>
          <a:xfrm rot="10800000" flipV="1">
            <a:off x="5039721" y="5369187"/>
            <a:ext cx="172533" cy="890468"/>
          </a:xfrm>
          <a:prstGeom prst="bentConnector2">
            <a:avLst/>
          </a:prstGeom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0" name="꺾인 연결선 369"/>
          <p:cNvCxnSpPr>
            <a:stCxn id="318" idx="1"/>
            <a:endCxn id="309" idx="0"/>
          </p:cNvCxnSpPr>
          <p:nvPr/>
        </p:nvCxnSpPr>
        <p:spPr>
          <a:xfrm rot="10800000" flipV="1">
            <a:off x="5039721" y="5869190"/>
            <a:ext cx="172533" cy="390465"/>
          </a:xfrm>
          <a:prstGeom prst="bentConnector2">
            <a:avLst/>
          </a:prstGeom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1" name="꺾인 연결선 370"/>
          <p:cNvCxnSpPr>
            <a:stCxn id="354" idx="1"/>
            <a:endCxn id="309" idx="0"/>
          </p:cNvCxnSpPr>
          <p:nvPr/>
        </p:nvCxnSpPr>
        <p:spPr>
          <a:xfrm rot="10800000" flipV="1">
            <a:off x="5039721" y="2936310"/>
            <a:ext cx="172533" cy="3323345"/>
          </a:xfrm>
          <a:prstGeom prst="bentConnector2">
            <a:avLst/>
          </a:prstGeom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2" name="꺾인 연결선 371"/>
          <p:cNvCxnSpPr>
            <a:stCxn id="348" idx="1"/>
            <a:endCxn id="309" idx="0"/>
          </p:cNvCxnSpPr>
          <p:nvPr/>
        </p:nvCxnSpPr>
        <p:spPr>
          <a:xfrm rot="10800000" flipV="1">
            <a:off x="5039721" y="3416878"/>
            <a:ext cx="172533" cy="2842777"/>
          </a:xfrm>
          <a:prstGeom prst="bentConnector2">
            <a:avLst/>
          </a:prstGeom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3" name="꺾인 연결선 372"/>
          <p:cNvCxnSpPr>
            <a:stCxn id="342" idx="1"/>
            <a:endCxn id="309" idx="0"/>
          </p:cNvCxnSpPr>
          <p:nvPr/>
        </p:nvCxnSpPr>
        <p:spPr>
          <a:xfrm rot="10800000" flipV="1">
            <a:off x="5039721" y="3916881"/>
            <a:ext cx="172533" cy="2342774"/>
          </a:xfrm>
          <a:prstGeom prst="bentConnector2">
            <a:avLst/>
          </a:prstGeom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4" name="꺾인 연결선 373"/>
          <p:cNvCxnSpPr>
            <a:stCxn id="366" idx="1"/>
            <a:endCxn id="309" idx="0"/>
          </p:cNvCxnSpPr>
          <p:nvPr/>
        </p:nvCxnSpPr>
        <p:spPr>
          <a:xfrm rot="10800000" flipV="1">
            <a:off x="5039721" y="1945137"/>
            <a:ext cx="172533" cy="4314518"/>
          </a:xfrm>
          <a:prstGeom prst="bentConnector2">
            <a:avLst/>
          </a:prstGeom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5" name="꺾인 연결선 374"/>
          <p:cNvCxnSpPr>
            <a:stCxn id="360" idx="1"/>
            <a:endCxn id="309" idx="0"/>
          </p:cNvCxnSpPr>
          <p:nvPr/>
        </p:nvCxnSpPr>
        <p:spPr>
          <a:xfrm rot="10800000" flipV="1">
            <a:off x="5039721" y="2445140"/>
            <a:ext cx="172533" cy="3814515"/>
          </a:xfrm>
          <a:prstGeom prst="bentConnector2">
            <a:avLst/>
          </a:prstGeom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76" name="Picture 20" descr="C:\Users\ecoffey\AppData\Local\Temp\Rar$DRa0.759\30077_Device_standard_host_unknown_64.png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210" y="6734181"/>
            <a:ext cx="337430" cy="2912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77" name="Picture 20" descr="C:\Users\ecoffey\AppData\Local\Temp\Rar$DRa0.759\30077_Device_standard_host_unknown_64.png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6843" y="3526289"/>
            <a:ext cx="337430" cy="2912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78" name="그룹 377"/>
          <p:cNvGrpSpPr/>
          <p:nvPr/>
        </p:nvGrpSpPr>
        <p:grpSpPr>
          <a:xfrm>
            <a:off x="5812607" y="6311926"/>
            <a:ext cx="226365" cy="218049"/>
            <a:chOff x="9791865" y="7537552"/>
            <a:chExt cx="234209" cy="261378"/>
          </a:xfrm>
        </p:grpSpPr>
        <p:pic>
          <p:nvPicPr>
            <p:cNvPr id="379" name="Picture 19" descr="C:\Users\ecoffey\AppData\Local\Temp\Rar$DRa0.210\30048_Device_nac_appliance_unknown_24.png"/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791865" y="7537552"/>
              <a:ext cx="162201" cy="16220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80" name="Picture 19" descr="C:\Users\ecoffey\AppData\Local\Temp\Rar$DRa0.210\30048_Device_nac_appliance_unknown_24.png"/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831640" y="7587398"/>
              <a:ext cx="162201" cy="16220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81" name="Picture 19" descr="C:\Users\ecoffey\AppData\Local\Temp\Rar$DRa0.210\30048_Device_nac_appliance_unknown_24.png"/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863873" y="7636729"/>
              <a:ext cx="162201" cy="16220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382" name="그룹 381"/>
          <p:cNvGrpSpPr/>
          <p:nvPr/>
        </p:nvGrpSpPr>
        <p:grpSpPr>
          <a:xfrm>
            <a:off x="3333153" y="6185080"/>
            <a:ext cx="591569" cy="374930"/>
            <a:chOff x="10479360" y="6778511"/>
            <a:chExt cx="487680" cy="502305"/>
          </a:xfrm>
        </p:grpSpPr>
        <p:pic>
          <p:nvPicPr>
            <p:cNvPr id="383" name="Picture 10" descr="C:\Users\ecoffey\AppData\Local\Temp\Rar$DRa0.151\30086_Device_telepresence3000_unknown_64.png"/>
            <p:cNvPicPr>
              <a:picLocks noChangeAspect="1" noChangeArrowheads="1"/>
            </p:cNvPicPr>
            <p:nvPr/>
          </p:nvPicPr>
          <p:blipFill rotWithShape="1"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9053" b="24803"/>
            <a:stretch/>
          </p:blipFill>
          <p:spPr bwMode="auto">
            <a:xfrm>
              <a:off x="10479360" y="7007013"/>
              <a:ext cx="487680" cy="27380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84" name="Picture 10" descr="C:\Users\ecoffey\AppData\Local\Temp\Rar$DRa0.151\30086_Device_telepresence3000_unknown_64.png"/>
            <p:cNvPicPr>
              <a:picLocks noChangeAspect="1" noChangeArrowheads="1"/>
            </p:cNvPicPr>
            <p:nvPr/>
          </p:nvPicPr>
          <p:blipFill rotWithShape="1"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9053" b="24803"/>
            <a:stretch/>
          </p:blipFill>
          <p:spPr bwMode="auto">
            <a:xfrm>
              <a:off x="10479360" y="6892837"/>
              <a:ext cx="487680" cy="27380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85" name="Picture 10" descr="C:\Users\ecoffey\AppData\Local\Temp\Rar$DRa0.151\30086_Device_telepresence3000_unknown_64.png"/>
            <p:cNvPicPr>
              <a:picLocks noChangeAspect="1" noChangeArrowheads="1"/>
            </p:cNvPicPr>
            <p:nvPr/>
          </p:nvPicPr>
          <p:blipFill rotWithShape="1"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9053" b="24803"/>
            <a:stretch/>
          </p:blipFill>
          <p:spPr bwMode="auto">
            <a:xfrm>
              <a:off x="10479360" y="6778511"/>
              <a:ext cx="487680" cy="27380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386" name="그룹 385"/>
          <p:cNvGrpSpPr/>
          <p:nvPr/>
        </p:nvGrpSpPr>
        <p:grpSpPr>
          <a:xfrm>
            <a:off x="1689200" y="3087007"/>
            <a:ext cx="473124" cy="409380"/>
            <a:chOff x="2556641" y="6140296"/>
            <a:chExt cx="489519" cy="490729"/>
          </a:xfrm>
        </p:grpSpPr>
        <p:pic>
          <p:nvPicPr>
            <p:cNvPr id="387" name="Picture 17" descr="C:\Users\ecoffey\AppData\Local\Temp\Rar$DRa0.151\30086_Device_telepresence3000_unreachable_64.png"/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56641" y="6292019"/>
              <a:ext cx="487680" cy="33900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88" name="Picture 17" descr="C:\Users\ecoffey\AppData\Local\Temp\Rar$DRa0.151\30086_Device_telepresence3000_unreachable_64.png"/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58480" y="6215380"/>
              <a:ext cx="487680" cy="33900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89" name="Picture 17" descr="C:\Users\ecoffey\AppData\Local\Temp\Rar$DRa0.151\30086_Device_telepresence3000_unreachable_64.png"/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58480" y="6140296"/>
              <a:ext cx="487680" cy="33900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390" name="자유형 389"/>
          <p:cNvSpPr/>
          <p:nvPr/>
        </p:nvSpPr>
        <p:spPr>
          <a:xfrm flipH="1" flipV="1">
            <a:off x="2206540" y="3305470"/>
            <a:ext cx="1329692" cy="2894108"/>
          </a:xfrm>
          <a:custGeom>
            <a:avLst/>
            <a:gdLst>
              <a:gd name="connsiteX0" fmla="*/ 0 w 1400175"/>
              <a:gd name="connsiteY0" fmla="*/ 0 h 3617059"/>
              <a:gd name="connsiteX1" fmla="*/ 885825 w 1400175"/>
              <a:gd name="connsiteY1" fmla="*/ 3305175 h 3617059"/>
              <a:gd name="connsiteX2" fmla="*/ 1400175 w 1400175"/>
              <a:gd name="connsiteY2" fmla="*/ 3286125 h 3617059"/>
              <a:gd name="connsiteX0" fmla="*/ 0 w 1400175"/>
              <a:gd name="connsiteY0" fmla="*/ 0 h 3418342"/>
              <a:gd name="connsiteX1" fmla="*/ 885825 w 1400175"/>
              <a:gd name="connsiteY1" fmla="*/ 3305175 h 3418342"/>
              <a:gd name="connsiteX2" fmla="*/ 1400175 w 1400175"/>
              <a:gd name="connsiteY2" fmla="*/ 3286125 h 3418342"/>
              <a:gd name="connsiteX0" fmla="*/ 0 w 1400175"/>
              <a:gd name="connsiteY0" fmla="*/ 0 h 3305755"/>
              <a:gd name="connsiteX1" fmla="*/ 885825 w 1400175"/>
              <a:gd name="connsiteY1" fmla="*/ 3305175 h 3305755"/>
              <a:gd name="connsiteX2" fmla="*/ 1400175 w 1400175"/>
              <a:gd name="connsiteY2" fmla="*/ 3286125 h 3305755"/>
              <a:gd name="connsiteX0" fmla="*/ 0 w 1419225"/>
              <a:gd name="connsiteY0" fmla="*/ 0 h 3314700"/>
              <a:gd name="connsiteX1" fmla="*/ 885825 w 1419225"/>
              <a:gd name="connsiteY1" fmla="*/ 3305175 h 3314700"/>
              <a:gd name="connsiteX2" fmla="*/ 1419225 w 1419225"/>
              <a:gd name="connsiteY2" fmla="*/ 3314700 h 3314700"/>
              <a:gd name="connsiteX0" fmla="*/ 0 w 1419225"/>
              <a:gd name="connsiteY0" fmla="*/ 0 h 3306851"/>
              <a:gd name="connsiteX1" fmla="*/ 885825 w 1419225"/>
              <a:gd name="connsiteY1" fmla="*/ 3305175 h 3306851"/>
              <a:gd name="connsiteX2" fmla="*/ 1419225 w 1419225"/>
              <a:gd name="connsiteY2" fmla="*/ 3305175 h 3306851"/>
              <a:gd name="connsiteX0" fmla="*/ 0 w 1419225"/>
              <a:gd name="connsiteY0" fmla="*/ 0 h 3306851"/>
              <a:gd name="connsiteX1" fmla="*/ 885825 w 1419225"/>
              <a:gd name="connsiteY1" fmla="*/ 3305175 h 3306851"/>
              <a:gd name="connsiteX2" fmla="*/ 1419225 w 1419225"/>
              <a:gd name="connsiteY2" fmla="*/ 3305175 h 33068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19225" h="3306851">
                <a:moveTo>
                  <a:pt x="0" y="0"/>
                </a:moveTo>
                <a:cubicBezTo>
                  <a:pt x="326231" y="1378744"/>
                  <a:pt x="728663" y="2747963"/>
                  <a:pt x="885825" y="3305175"/>
                </a:cubicBezTo>
                <a:cubicBezTo>
                  <a:pt x="1366837" y="3309937"/>
                  <a:pt x="1078706" y="3302793"/>
                  <a:pt x="1419225" y="3305175"/>
                </a:cubicBezTo>
              </a:path>
            </a:pathLst>
          </a:custGeom>
          <a:noFill/>
          <a:ln w="19050">
            <a:solidFill>
              <a:srgbClr val="FF6600"/>
            </a:solidFill>
            <a:prstDash val="sysDot"/>
            <a:headEnd type="triangl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391" name="Picture 3" descr="C:\Users\ecoffey\AppData\Local\Temp\Rar$DRa1.410\30062_Device_printer_default_24.png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93506" y="6868630"/>
            <a:ext cx="127357" cy="85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92" name="Picture 25" descr="C:\Users\ecoffey\AppData\Local\Temp\Rar$DRa0.101\30060_Device_phone_unreachable_24.png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78400" y="6833968"/>
            <a:ext cx="127357" cy="85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93" name="Picture 25" descr="C:\Users\ecoffey\AppData\Local\Temp\Rar$DRa1.653\30059_Device_laptop_3145_unreachable_24.png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78400" y="6954799"/>
            <a:ext cx="127357" cy="85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94" name="Picture 25" descr="C:\Users\ecoffey\AppData\Local\Temp\Rar$DRa0.101\30060_Device_phone_unreachable_24.png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8839" y="6833968"/>
            <a:ext cx="127357" cy="85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95" name="Picture 25" descr="C:\Users\ecoffey\AppData\Local\Temp\Rar$DRa1.653\30059_Device_laptop_3145_unreachable_24.png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8839" y="6954799"/>
            <a:ext cx="127357" cy="85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96" name="Picture 25" descr="C:\Users\ecoffey\AppData\Local\Temp\Rar$DRa1.653\30059_Device_laptop_3145_unreachable_24.png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8051" y="6921875"/>
            <a:ext cx="139976" cy="886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97" name="Picture 3" descr="C:\Users\ecoffey\AppData\Local\Temp\Rar$DRa1.410\30062_Device_printer_default_24.png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82076" y="6920488"/>
            <a:ext cx="139976" cy="886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98" name="Picture 25" descr="C:\Users\ecoffey\AppData\Local\Temp\Rar$DRa1.653\30059_Device_laptop_3145_unreachable_24.png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06397" y="6920488"/>
            <a:ext cx="139976" cy="886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399" name="직선 연결선 398"/>
          <p:cNvCxnSpPr>
            <a:stCxn id="392" idx="2"/>
            <a:endCxn id="393" idx="0"/>
          </p:cNvCxnSpPr>
          <p:nvPr/>
        </p:nvCxnSpPr>
        <p:spPr>
          <a:xfrm>
            <a:off x="3842078" y="6919748"/>
            <a:ext cx="0" cy="35050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0" name="직선 연결선 399"/>
          <p:cNvCxnSpPr>
            <a:stCxn id="394" idx="2"/>
            <a:endCxn id="395" idx="0"/>
          </p:cNvCxnSpPr>
          <p:nvPr/>
        </p:nvCxnSpPr>
        <p:spPr>
          <a:xfrm>
            <a:off x="3992517" y="6919748"/>
            <a:ext cx="0" cy="35050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01" name="Picture 3" descr="C:\Users\ecoffey\AppData\Local\Temp\Rar$DRa1.410\30062_Device_printer_default_24.png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98945" y="5849624"/>
            <a:ext cx="127357" cy="85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2" name="Picture 25" descr="C:\Users\ecoffey\AppData\Local\Temp\Rar$DRa0.101\30060_Device_phone_unreachable_24.png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83839" y="5842540"/>
            <a:ext cx="127357" cy="85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3" name="Picture 25" descr="C:\Users\ecoffey\AppData\Local\Temp\Rar$DRa1.653\30059_Device_laptop_3145_unreachable_24.png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83839" y="5963370"/>
            <a:ext cx="127357" cy="85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4" name="Picture 25" descr="C:\Users\ecoffey\AppData\Local\Temp\Rar$DRa0.101\30060_Device_phone_unreachable_24.png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4278" y="5842540"/>
            <a:ext cx="127357" cy="85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5" name="Picture 25" descr="C:\Users\ecoffey\AppData\Local\Temp\Rar$DRa1.653\30059_Device_laptop_3145_unreachable_24.png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4278" y="5963370"/>
            <a:ext cx="127357" cy="85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6" name="Picture 25" descr="C:\Users\ecoffey\AppData\Local\Temp\Rar$DRa0.101\30060_Device_phone_unreachable_24.png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86120" y="5842795"/>
            <a:ext cx="127357" cy="85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7" name="Picture 25" descr="C:\Users\ecoffey\AppData\Local\Temp\Rar$DRa1.653\30059_Device_laptop_3145_unreachable_24.png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86120" y="5963626"/>
            <a:ext cx="127357" cy="85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8" name="Picture 25" descr="C:\Users\ecoffey\AppData\Local\Temp\Rar$DRa0.101\30060_Device_phone_unreachable_24.png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6558" y="5842795"/>
            <a:ext cx="127357" cy="85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9" name="Picture 25" descr="C:\Users\ecoffey\AppData\Local\Temp\Rar$DRa1.653\30059_Device_laptop_3145_unreachable_24.png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6558" y="5963626"/>
            <a:ext cx="127357" cy="85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410" name="직선 연결선 409"/>
          <p:cNvCxnSpPr>
            <a:stCxn id="402" idx="2"/>
            <a:endCxn id="403" idx="0"/>
          </p:cNvCxnSpPr>
          <p:nvPr/>
        </p:nvCxnSpPr>
        <p:spPr>
          <a:xfrm>
            <a:off x="3547517" y="5928320"/>
            <a:ext cx="0" cy="35050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1" name="직선 연결선 410"/>
          <p:cNvCxnSpPr>
            <a:stCxn id="404" idx="2"/>
            <a:endCxn id="405" idx="0"/>
          </p:cNvCxnSpPr>
          <p:nvPr/>
        </p:nvCxnSpPr>
        <p:spPr>
          <a:xfrm>
            <a:off x="3697956" y="5928320"/>
            <a:ext cx="0" cy="35050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2" name="직선 연결선 411"/>
          <p:cNvCxnSpPr>
            <a:stCxn id="406" idx="2"/>
            <a:endCxn id="407" idx="0"/>
          </p:cNvCxnSpPr>
          <p:nvPr/>
        </p:nvCxnSpPr>
        <p:spPr>
          <a:xfrm>
            <a:off x="3849798" y="5928575"/>
            <a:ext cx="0" cy="35051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3" name="직선 연결선 412"/>
          <p:cNvCxnSpPr>
            <a:stCxn id="408" idx="2"/>
            <a:endCxn id="409" idx="0"/>
          </p:cNvCxnSpPr>
          <p:nvPr/>
        </p:nvCxnSpPr>
        <p:spPr>
          <a:xfrm>
            <a:off x="4000236" y="5928575"/>
            <a:ext cx="0" cy="35051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4" name="직선 연결선 413"/>
          <p:cNvCxnSpPr/>
          <p:nvPr/>
        </p:nvCxnSpPr>
        <p:spPr>
          <a:xfrm>
            <a:off x="3536823" y="5779141"/>
            <a:ext cx="0" cy="60064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5" name="직선 연결선 414"/>
          <p:cNvCxnSpPr/>
          <p:nvPr/>
        </p:nvCxnSpPr>
        <p:spPr>
          <a:xfrm>
            <a:off x="3687262" y="5779141"/>
            <a:ext cx="0" cy="60064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6" name="직선 연결선 415"/>
          <p:cNvCxnSpPr/>
          <p:nvPr/>
        </p:nvCxnSpPr>
        <p:spPr>
          <a:xfrm>
            <a:off x="3839104" y="5779396"/>
            <a:ext cx="0" cy="60064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7" name="직선 연결선 416"/>
          <p:cNvCxnSpPr/>
          <p:nvPr/>
        </p:nvCxnSpPr>
        <p:spPr>
          <a:xfrm>
            <a:off x="3989542" y="5779396"/>
            <a:ext cx="0" cy="60064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18" name="Picture 3" descr="C:\Users\ecoffey\AppData\Local\Temp\Rar$DRa1.410\30062_Device_printer_default_24.png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40364" y="5943780"/>
            <a:ext cx="139976" cy="886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419" name="직선 연결선 418"/>
          <p:cNvCxnSpPr/>
          <p:nvPr/>
        </p:nvCxnSpPr>
        <p:spPr>
          <a:xfrm>
            <a:off x="5699429" y="5809139"/>
            <a:ext cx="0" cy="150161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0" name="직선 연결선 419"/>
          <p:cNvCxnSpPr/>
          <p:nvPr/>
        </p:nvCxnSpPr>
        <p:spPr>
          <a:xfrm>
            <a:off x="5873420" y="5809122"/>
            <a:ext cx="0" cy="150161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1" name="직선 연결선 420"/>
          <p:cNvCxnSpPr/>
          <p:nvPr/>
        </p:nvCxnSpPr>
        <p:spPr>
          <a:xfrm>
            <a:off x="6047411" y="5809139"/>
            <a:ext cx="0" cy="150161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22" name="Picture 25" descr="C:\Users\ecoffey\AppData\Local\Temp\Rar$DRa1.653\30059_Device_laptop_3145_unreachable_24.png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3701" y="5945166"/>
            <a:ext cx="139976" cy="886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23" name="Picture 25" descr="C:\Users\ecoffey\AppData\Local\Temp\Rar$DRa1.653\30059_Device_laptop_3145_unreachable_24.png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6339" y="5945166"/>
            <a:ext cx="139976" cy="886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24" name="Picture 25" descr="C:\Users\ecoffey\AppData\Local\Temp\Rar$DRa1.653\30059_Device_laptop_3145_unreachable_24.png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64685" y="5943780"/>
            <a:ext cx="139976" cy="886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425" name="꺾인 연결선 424"/>
          <p:cNvCxnSpPr>
            <a:stCxn id="225" idx="0"/>
            <a:endCxn id="391" idx="0"/>
          </p:cNvCxnSpPr>
          <p:nvPr/>
        </p:nvCxnSpPr>
        <p:spPr>
          <a:xfrm rot="16200000" flipH="1" flipV="1">
            <a:off x="4065852" y="6455912"/>
            <a:ext cx="4051" cy="821385"/>
          </a:xfrm>
          <a:prstGeom prst="bentConnector3">
            <a:avLst>
              <a:gd name="adj1" fmla="val -1569193"/>
            </a:avLst>
          </a:prstGeom>
          <a:ln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6" name="직선 연결선 425"/>
          <p:cNvCxnSpPr/>
          <p:nvPr/>
        </p:nvCxnSpPr>
        <p:spPr>
          <a:xfrm>
            <a:off x="3843880" y="6800298"/>
            <a:ext cx="0" cy="30032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7" name="직선 연결선 426"/>
          <p:cNvCxnSpPr/>
          <p:nvPr/>
        </p:nvCxnSpPr>
        <p:spPr>
          <a:xfrm>
            <a:off x="3994319" y="6800298"/>
            <a:ext cx="0" cy="30032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8" name="꺾인 연결선 427"/>
          <p:cNvCxnSpPr>
            <a:stCxn id="397" idx="0"/>
            <a:endCxn id="227" idx="0"/>
          </p:cNvCxnSpPr>
          <p:nvPr/>
        </p:nvCxnSpPr>
        <p:spPr>
          <a:xfrm rot="16200000" flipV="1">
            <a:off x="5636903" y="6505328"/>
            <a:ext cx="60116" cy="770205"/>
          </a:xfrm>
          <a:prstGeom prst="bentConnector3">
            <a:avLst>
              <a:gd name="adj1" fmla="val 192524"/>
            </a:avLst>
          </a:prstGeom>
          <a:ln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9" name="직선 연결선 428"/>
          <p:cNvCxnSpPr/>
          <p:nvPr/>
        </p:nvCxnSpPr>
        <p:spPr>
          <a:xfrm>
            <a:off x="5699429" y="6800305"/>
            <a:ext cx="0" cy="90097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0" name="직선 연결선 429"/>
          <p:cNvCxnSpPr/>
          <p:nvPr/>
        </p:nvCxnSpPr>
        <p:spPr>
          <a:xfrm>
            <a:off x="5873420" y="6800288"/>
            <a:ext cx="0" cy="90097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31" name="Picture 3" descr="C:\Users\ecoffey\AppData\Local\Temp\Rar$DRa1.410\30062_Device_printer_default_24.png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36496" y="5463688"/>
            <a:ext cx="139976" cy="886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432" name="직선 연결선 431"/>
          <p:cNvCxnSpPr/>
          <p:nvPr/>
        </p:nvCxnSpPr>
        <p:spPr>
          <a:xfrm>
            <a:off x="5695561" y="5329047"/>
            <a:ext cx="0" cy="150161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3" name="직선 연결선 432"/>
          <p:cNvCxnSpPr/>
          <p:nvPr/>
        </p:nvCxnSpPr>
        <p:spPr>
          <a:xfrm>
            <a:off x="5869552" y="5329030"/>
            <a:ext cx="0" cy="150161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4" name="직선 연결선 433"/>
          <p:cNvCxnSpPr/>
          <p:nvPr/>
        </p:nvCxnSpPr>
        <p:spPr>
          <a:xfrm>
            <a:off x="6043543" y="5329047"/>
            <a:ext cx="0" cy="150161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35" name="Picture 25" descr="C:\Users\ecoffey\AppData\Local\Temp\Rar$DRa1.653\30059_Device_laptop_3145_unreachable_24.png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29833" y="5465074"/>
            <a:ext cx="139976" cy="886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36" name="Picture 25" descr="C:\Users\ecoffey\AppData\Local\Temp\Rar$DRa1.653\30059_Device_laptop_3145_unreachable_24.png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2471" y="5465074"/>
            <a:ext cx="139976" cy="886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37" name="Picture 25" descr="C:\Users\ecoffey\AppData\Local\Temp\Rar$DRa1.653\30059_Device_laptop_3145_unreachable_24.png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60817" y="5463688"/>
            <a:ext cx="139976" cy="886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38" name="Picture 3" descr="C:\Users\ecoffey\AppData\Local\Temp\Rar$DRa1.410\30062_Device_printer_default_24.png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36496" y="4952608"/>
            <a:ext cx="139976" cy="886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439" name="직선 연결선 438"/>
          <p:cNvCxnSpPr/>
          <p:nvPr/>
        </p:nvCxnSpPr>
        <p:spPr>
          <a:xfrm>
            <a:off x="5695561" y="4817967"/>
            <a:ext cx="0" cy="150161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0" name="직선 연결선 439"/>
          <p:cNvCxnSpPr/>
          <p:nvPr/>
        </p:nvCxnSpPr>
        <p:spPr>
          <a:xfrm>
            <a:off x="5869552" y="4817950"/>
            <a:ext cx="0" cy="150161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1" name="직선 연결선 440"/>
          <p:cNvCxnSpPr/>
          <p:nvPr/>
        </p:nvCxnSpPr>
        <p:spPr>
          <a:xfrm>
            <a:off x="6043543" y="4817967"/>
            <a:ext cx="0" cy="150161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42" name="Picture 25" descr="C:\Users\ecoffey\AppData\Local\Temp\Rar$DRa1.653\30059_Device_laptop_3145_unreachable_24.png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29833" y="4953994"/>
            <a:ext cx="139976" cy="886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43" name="Picture 25" descr="C:\Users\ecoffey\AppData\Local\Temp\Rar$DRa1.653\30059_Device_laptop_3145_unreachable_24.png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2471" y="4953994"/>
            <a:ext cx="139976" cy="886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44" name="Picture 25" descr="C:\Users\ecoffey\AppData\Local\Temp\Rar$DRa1.653\30059_Device_laptop_3145_unreachable_24.png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60817" y="4952608"/>
            <a:ext cx="139976" cy="886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45" name="Picture 3" descr="C:\Users\ecoffey\AppData\Local\Temp\Rar$DRa1.410\30062_Device_printer_default_24.png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36496" y="4457575"/>
            <a:ext cx="139976" cy="886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446" name="직선 연결선 445"/>
          <p:cNvCxnSpPr/>
          <p:nvPr/>
        </p:nvCxnSpPr>
        <p:spPr>
          <a:xfrm>
            <a:off x="5695561" y="4322934"/>
            <a:ext cx="0" cy="150161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7" name="직선 연결선 446"/>
          <p:cNvCxnSpPr/>
          <p:nvPr/>
        </p:nvCxnSpPr>
        <p:spPr>
          <a:xfrm>
            <a:off x="5869552" y="4322918"/>
            <a:ext cx="0" cy="150161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8" name="직선 연결선 447"/>
          <p:cNvCxnSpPr/>
          <p:nvPr/>
        </p:nvCxnSpPr>
        <p:spPr>
          <a:xfrm>
            <a:off x="6043543" y="4322934"/>
            <a:ext cx="0" cy="150161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49" name="Picture 25" descr="C:\Users\ecoffey\AppData\Local\Temp\Rar$DRa1.653\30059_Device_laptop_3145_unreachable_24.png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29833" y="4458962"/>
            <a:ext cx="139976" cy="886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50" name="Picture 25" descr="C:\Users\ecoffey\AppData\Local\Temp\Rar$DRa1.653\30059_Device_laptop_3145_unreachable_24.png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2471" y="4458962"/>
            <a:ext cx="139976" cy="886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51" name="Picture 25" descr="C:\Users\ecoffey\AppData\Local\Temp\Rar$DRa1.653\30059_Device_laptop_3145_unreachable_24.png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60817" y="4457575"/>
            <a:ext cx="139976" cy="886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52" name="Picture 3" descr="C:\Users\ecoffey\AppData\Local\Temp\Rar$DRa1.410\30062_Device_printer_default_24.png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36496" y="3961435"/>
            <a:ext cx="139976" cy="886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453" name="직선 연결선 452"/>
          <p:cNvCxnSpPr/>
          <p:nvPr/>
        </p:nvCxnSpPr>
        <p:spPr>
          <a:xfrm>
            <a:off x="5695561" y="3826794"/>
            <a:ext cx="0" cy="150161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4" name="직선 연결선 453"/>
          <p:cNvCxnSpPr/>
          <p:nvPr/>
        </p:nvCxnSpPr>
        <p:spPr>
          <a:xfrm>
            <a:off x="5869552" y="3826778"/>
            <a:ext cx="0" cy="150161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5" name="직선 연결선 454"/>
          <p:cNvCxnSpPr/>
          <p:nvPr/>
        </p:nvCxnSpPr>
        <p:spPr>
          <a:xfrm>
            <a:off x="6043543" y="3826794"/>
            <a:ext cx="0" cy="150161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56" name="Picture 25" descr="C:\Users\ecoffey\AppData\Local\Temp\Rar$DRa1.653\30059_Device_laptop_3145_unreachable_24.png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29833" y="3962822"/>
            <a:ext cx="139976" cy="886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57" name="Picture 25" descr="C:\Users\ecoffey\AppData\Local\Temp\Rar$DRa1.653\30059_Device_laptop_3145_unreachable_24.png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2471" y="3962822"/>
            <a:ext cx="139976" cy="886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58" name="Picture 25" descr="C:\Users\ecoffey\AppData\Local\Temp\Rar$DRa1.653\30059_Device_laptop_3145_unreachable_24.png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60817" y="3961435"/>
            <a:ext cx="139976" cy="886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59" name="Picture 3" descr="C:\Users\ecoffey\AppData\Local\Temp\Rar$DRa1.410\30062_Device_printer_default_24.png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36496" y="3480867"/>
            <a:ext cx="139976" cy="886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460" name="직선 연결선 459"/>
          <p:cNvCxnSpPr/>
          <p:nvPr/>
        </p:nvCxnSpPr>
        <p:spPr>
          <a:xfrm>
            <a:off x="5695561" y="3346226"/>
            <a:ext cx="0" cy="150161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1" name="직선 연결선 460"/>
          <p:cNvCxnSpPr/>
          <p:nvPr/>
        </p:nvCxnSpPr>
        <p:spPr>
          <a:xfrm>
            <a:off x="5869552" y="3346209"/>
            <a:ext cx="0" cy="150161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2" name="직선 연결선 461"/>
          <p:cNvCxnSpPr/>
          <p:nvPr/>
        </p:nvCxnSpPr>
        <p:spPr>
          <a:xfrm>
            <a:off x="6043543" y="3346226"/>
            <a:ext cx="0" cy="150161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63" name="Picture 25" descr="C:\Users\ecoffey\AppData\Local\Temp\Rar$DRa1.653\30059_Device_laptop_3145_unreachable_24.png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29833" y="3482253"/>
            <a:ext cx="139976" cy="886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64" name="Picture 25" descr="C:\Users\ecoffey\AppData\Local\Temp\Rar$DRa1.653\30059_Device_laptop_3145_unreachable_24.png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2471" y="3482253"/>
            <a:ext cx="139976" cy="886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65" name="Picture 25" descr="C:\Users\ecoffey\AppData\Local\Temp\Rar$DRa1.653\30059_Device_laptop_3145_unreachable_24.png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60817" y="3480867"/>
            <a:ext cx="139976" cy="886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66" name="Picture 3" descr="C:\Users\ecoffey\AppData\Local\Temp\Rar$DRa1.410\30062_Device_printer_default_24.png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36496" y="2985835"/>
            <a:ext cx="139976" cy="886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467" name="직선 연결선 466"/>
          <p:cNvCxnSpPr/>
          <p:nvPr/>
        </p:nvCxnSpPr>
        <p:spPr>
          <a:xfrm>
            <a:off x="5695561" y="2851194"/>
            <a:ext cx="0" cy="150161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8" name="직선 연결선 467"/>
          <p:cNvCxnSpPr/>
          <p:nvPr/>
        </p:nvCxnSpPr>
        <p:spPr>
          <a:xfrm>
            <a:off x="5869552" y="2851177"/>
            <a:ext cx="0" cy="150161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9" name="직선 연결선 468"/>
          <p:cNvCxnSpPr/>
          <p:nvPr/>
        </p:nvCxnSpPr>
        <p:spPr>
          <a:xfrm>
            <a:off x="6043543" y="2851194"/>
            <a:ext cx="0" cy="150161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70" name="Picture 25" descr="C:\Users\ecoffey\AppData\Local\Temp\Rar$DRa1.653\30059_Device_laptop_3145_unreachable_24.png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29833" y="2987221"/>
            <a:ext cx="139976" cy="886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71" name="Picture 25" descr="C:\Users\ecoffey\AppData\Local\Temp\Rar$DRa1.653\30059_Device_laptop_3145_unreachable_24.png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2471" y="2987221"/>
            <a:ext cx="139976" cy="886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72" name="Picture 25" descr="C:\Users\ecoffey\AppData\Local\Temp\Rar$DRa1.653\30059_Device_laptop_3145_unreachable_24.png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60817" y="2985835"/>
            <a:ext cx="139976" cy="886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73" name="Picture 3" descr="C:\Users\ecoffey\AppData\Local\Temp\Rar$DRa1.410\30062_Device_printer_default_24.png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36496" y="2489694"/>
            <a:ext cx="139976" cy="886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474" name="직선 연결선 473"/>
          <p:cNvCxnSpPr/>
          <p:nvPr/>
        </p:nvCxnSpPr>
        <p:spPr>
          <a:xfrm>
            <a:off x="5695561" y="2355053"/>
            <a:ext cx="0" cy="150161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5" name="직선 연결선 474"/>
          <p:cNvCxnSpPr/>
          <p:nvPr/>
        </p:nvCxnSpPr>
        <p:spPr>
          <a:xfrm>
            <a:off x="5869552" y="2355037"/>
            <a:ext cx="0" cy="150161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6" name="직선 연결선 475"/>
          <p:cNvCxnSpPr/>
          <p:nvPr/>
        </p:nvCxnSpPr>
        <p:spPr>
          <a:xfrm>
            <a:off x="6043543" y="2355053"/>
            <a:ext cx="0" cy="150161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77" name="Picture 25" descr="C:\Users\ecoffey\AppData\Local\Temp\Rar$DRa1.653\30059_Device_laptop_3145_unreachable_24.png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29833" y="2491081"/>
            <a:ext cx="139976" cy="886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78" name="Picture 25" descr="C:\Users\ecoffey\AppData\Local\Temp\Rar$DRa1.653\30059_Device_laptop_3145_unreachable_24.png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2471" y="2491081"/>
            <a:ext cx="139976" cy="886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79" name="Picture 25" descr="C:\Users\ecoffey\AppData\Local\Temp\Rar$DRa1.653\30059_Device_laptop_3145_unreachable_24.png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60817" y="2489694"/>
            <a:ext cx="139976" cy="886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80" name="Picture 3" descr="C:\Users\ecoffey\AppData\Local\Temp\Rar$DRa1.410\30062_Device_printer_default_24.png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36496" y="2009126"/>
            <a:ext cx="139976" cy="886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481" name="직선 연결선 480"/>
          <p:cNvCxnSpPr/>
          <p:nvPr/>
        </p:nvCxnSpPr>
        <p:spPr>
          <a:xfrm>
            <a:off x="5695561" y="1874485"/>
            <a:ext cx="0" cy="150161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2" name="직선 연결선 481"/>
          <p:cNvCxnSpPr/>
          <p:nvPr/>
        </p:nvCxnSpPr>
        <p:spPr>
          <a:xfrm>
            <a:off x="5869552" y="1874468"/>
            <a:ext cx="0" cy="150161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3" name="직선 연결선 482"/>
          <p:cNvCxnSpPr/>
          <p:nvPr/>
        </p:nvCxnSpPr>
        <p:spPr>
          <a:xfrm>
            <a:off x="6043543" y="1874485"/>
            <a:ext cx="0" cy="150161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84" name="Picture 25" descr="C:\Users\ecoffey\AppData\Local\Temp\Rar$DRa1.653\30059_Device_laptop_3145_unreachable_24.png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29833" y="2010513"/>
            <a:ext cx="139976" cy="886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85" name="Picture 25" descr="C:\Users\ecoffey\AppData\Local\Temp\Rar$DRa1.653\30059_Device_laptop_3145_unreachable_24.png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2471" y="2010513"/>
            <a:ext cx="139976" cy="886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86" name="Picture 25" descr="C:\Users\ecoffey\AppData\Local\Temp\Rar$DRa1.653\30059_Device_laptop_3145_unreachable_24.png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60817" y="2009126"/>
            <a:ext cx="139976" cy="886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87" name="Picture 3" descr="C:\Users\ecoffey\AppData\Local\Temp\Rar$DRa1.410\30062_Device_printer_default_24.png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98355" y="5369001"/>
            <a:ext cx="127357" cy="85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88" name="Picture 25" descr="C:\Users\ecoffey\AppData\Local\Temp\Rar$DRa0.101\30060_Device_phone_unreachable_24.png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83248" y="5361917"/>
            <a:ext cx="127357" cy="85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89" name="Picture 25" descr="C:\Users\ecoffey\AppData\Local\Temp\Rar$DRa1.653\30059_Device_laptop_3145_unreachable_24.png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83248" y="5482747"/>
            <a:ext cx="127357" cy="85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90" name="Picture 25" descr="C:\Users\ecoffey\AppData\Local\Temp\Rar$DRa0.101\30060_Device_phone_unreachable_24.png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3687" y="5361917"/>
            <a:ext cx="127357" cy="85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91" name="Picture 25" descr="C:\Users\ecoffey\AppData\Local\Temp\Rar$DRa1.653\30059_Device_laptop_3145_unreachable_24.png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3687" y="5482747"/>
            <a:ext cx="127357" cy="85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92" name="Picture 25" descr="C:\Users\ecoffey\AppData\Local\Temp\Rar$DRa0.101\30060_Device_phone_unreachable_24.png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85529" y="5362172"/>
            <a:ext cx="127357" cy="85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93" name="Picture 25" descr="C:\Users\ecoffey\AppData\Local\Temp\Rar$DRa1.653\30059_Device_laptop_3145_unreachable_24.png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85529" y="5483004"/>
            <a:ext cx="127357" cy="85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94" name="Picture 25" descr="C:\Users\ecoffey\AppData\Local\Temp\Rar$DRa0.101\30060_Device_phone_unreachable_24.png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967" y="5362172"/>
            <a:ext cx="127357" cy="85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95" name="Picture 25" descr="C:\Users\ecoffey\AppData\Local\Temp\Rar$DRa1.653\30059_Device_laptop_3145_unreachable_24.png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967" y="5483004"/>
            <a:ext cx="127357" cy="85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496" name="직선 연결선 495"/>
          <p:cNvCxnSpPr>
            <a:stCxn id="488" idx="2"/>
            <a:endCxn id="489" idx="0"/>
          </p:cNvCxnSpPr>
          <p:nvPr/>
        </p:nvCxnSpPr>
        <p:spPr>
          <a:xfrm>
            <a:off x="3546926" y="5447697"/>
            <a:ext cx="0" cy="35050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7" name="직선 연결선 496"/>
          <p:cNvCxnSpPr>
            <a:stCxn id="490" idx="2"/>
            <a:endCxn id="491" idx="0"/>
          </p:cNvCxnSpPr>
          <p:nvPr/>
        </p:nvCxnSpPr>
        <p:spPr>
          <a:xfrm>
            <a:off x="3697365" y="5447697"/>
            <a:ext cx="0" cy="35050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8" name="직선 연결선 497"/>
          <p:cNvCxnSpPr>
            <a:stCxn id="492" idx="2"/>
            <a:endCxn id="493" idx="0"/>
          </p:cNvCxnSpPr>
          <p:nvPr/>
        </p:nvCxnSpPr>
        <p:spPr>
          <a:xfrm>
            <a:off x="3849208" y="5447953"/>
            <a:ext cx="0" cy="35051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9" name="직선 연결선 498"/>
          <p:cNvCxnSpPr>
            <a:stCxn id="494" idx="2"/>
            <a:endCxn id="495" idx="0"/>
          </p:cNvCxnSpPr>
          <p:nvPr/>
        </p:nvCxnSpPr>
        <p:spPr>
          <a:xfrm>
            <a:off x="3999646" y="5447953"/>
            <a:ext cx="0" cy="35051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0" name="직선 연결선 499"/>
          <p:cNvCxnSpPr/>
          <p:nvPr/>
        </p:nvCxnSpPr>
        <p:spPr>
          <a:xfrm>
            <a:off x="3536232" y="5298518"/>
            <a:ext cx="0" cy="60064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1" name="직선 연결선 500"/>
          <p:cNvCxnSpPr/>
          <p:nvPr/>
        </p:nvCxnSpPr>
        <p:spPr>
          <a:xfrm>
            <a:off x="3686671" y="5298518"/>
            <a:ext cx="0" cy="60064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2" name="직선 연결선 501"/>
          <p:cNvCxnSpPr/>
          <p:nvPr/>
        </p:nvCxnSpPr>
        <p:spPr>
          <a:xfrm>
            <a:off x="3838513" y="5298774"/>
            <a:ext cx="0" cy="60064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3" name="직선 연결선 502"/>
          <p:cNvCxnSpPr/>
          <p:nvPr/>
        </p:nvCxnSpPr>
        <p:spPr>
          <a:xfrm>
            <a:off x="3988951" y="5298774"/>
            <a:ext cx="0" cy="60064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04" name="Picture 3" descr="C:\Users\ecoffey\AppData\Local\Temp\Rar$DRa1.410\30062_Device_printer_default_24.png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98355" y="4858397"/>
            <a:ext cx="127357" cy="85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05" name="Picture 25" descr="C:\Users\ecoffey\AppData\Local\Temp\Rar$DRa0.101\30060_Device_phone_unreachable_24.png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83248" y="4851313"/>
            <a:ext cx="127357" cy="85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06" name="Picture 25" descr="C:\Users\ecoffey\AppData\Local\Temp\Rar$DRa1.653\30059_Device_laptop_3145_unreachable_24.png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83248" y="4972143"/>
            <a:ext cx="127357" cy="85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07" name="Picture 25" descr="C:\Users\ecoffey\AppData\Local\Temp\Rar$DRa0.101\30060_Device_phone_unreachable_24.png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3687" y="4851313"/>
            <a:ext cx="127357" cy="85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08" name="Picture 25" descr="C:\Users\ecoffey\AppData\Local\Temp\Rar$DRa1.653\30059_Device_laptop_3145_unreachable_24.png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3687" y="4972143"/>
            <a:ext cx="127357" cy="85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09" name="Picture 25" descr="C:\Users\ecoffey\AppData\Local\Temp\Rar$DRa0.101\30060_Device_phone_unreachable_24.png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85529" y="4851568"/>
            <a:ext cx="127357" cy="85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0" name="Picture 25" descr="C:\Users\ecoffey\AppData\Local\Temp\Rar$DRa1.653\30059_Device_laptop_3145_unreachable_24.png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85529" y="4972400"/>
            <a:ext cx="127357" cy="85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1" name="Picture 25" descr="C:\Users\ecoffey\AppData\Local\Temp\Rar$DRa0.101\30060_Device_phone_unreachable_24.png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967" y="4851568"/>
            <a:ext cx="127357" cy="85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" name="Picture 25" descr="C:\Users\ecoffey\AppData\Local\Temp\Rar$DRa1.653\30059_Device_laptop_3145_unreachable_24.png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967" y="4972400"/>
            <a:ext cx="127357" cy="85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513" name="직선 연결선 512"/>
          <p:cNvCxnSpPr>
            <a:stCxn id="505" idx="2"/>
            <a:endCxn id="506" idx="0"/>
          </p:cNvCxnSpPr>
          <p:nvPr/>
        </p:nvCxnSpPr>
        <p:spPr>
          <a:xfrm>
            <a:off x="3546926" y="4937093"/>
            <a:ext cx="0" cy="35050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4" name="직선 연결선 513"/>
          <p:cNvCxnSpPr>
            <a:stCxn id="507" idx="2"/>
            <a:endCxn id="508" idx="0"/>
          </p:cNvCxnSpPr>
          <p:nvPr/>
        </p:nvCxnSpPr>
        <p:spPr>
          <a:xfrm>
            <a:off x="3697365" y="4937093"/>
            <a:ext cx="0" cy="35050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5" name="직선 연결선 514"/>
          <p:cNvCxnSpPr>
            <a:stCxn id="509" idx="2"/>
            <a:endCxn id="510" idx="0"/>
          </p:cNvCxnSpPr>
          <p:nvPr/>
        </p:nvCxnSpPr>
        <p:spPr>
          <a:xfrm>
            <a:off x="3849208" y="4937349"/>
            <a:ext cx="0" cy="35051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6" name="직선 연결선 515"/>
          <p:cNvCxnSpPr>
            <a:stCxn id="511" idx="2"/>
            <a:endCxn id="512" idx="0"/>
          </p:cNvCxnSpPr>
          <p:nvPr/>
        </p:nvCxnSpPr>
        <p:spPr>
          <a:xfrm>
            <a:off x="3999646" y="4937349"/>
            <a:ext cx="0" cy="35051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7" name="직선 연결선 516"/>
          <p:cNvCxnSpPr/>
          <p:nvPr/>
        </p:nvCxnSpPr>
        <p:spPr>
          <a:xfrm>
            <a:off x="3536232" y="4787914"/>
            <a:ext cx="0" cy="60064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8" name="직선 연결선 517"/>
          <p:cNvCxnSpPr/>
          <p:nvPr/>
        </p:nvCxnSpPr>
        <p:spPr>
          <a:xfrm>
            <a:off x="3686671" y="4787914"/>
            <a:ext cx="0" cy="60064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9" name="직선 연결선 518"/>
          <p:cNvCxnSpPr/>
          <p:nvPr/>
        </p:nvCxnSpPr>
        <p:spPr>
          <a:xfrm>
            <a:off x="3838513" y="4788170"/>
            <a:ext cx="0" cy="60064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0" name="직선 연결선 519"/>
          <p:cNvCxnSpPr/>
          <p:nvPr/>
        </p:nvCxnSpPr>
        <p:spPr>
          <a:xfrm>
            <a:off x="3988951" y="4788170"/>
            <a:ext cx="0" cy="60064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21" name="Picture 3" descr="C:\Users\ecoffey\AppData\Local\Temp\Rar$DRa1.410\30062_Device_printer_default_24.png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98355" y="4377829"/>
            <a:ext cx="127357" cy="85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22" name="Picture 25" descr="C:\Users\ecoffey\AppData\Local\Temp\Rar$DRa0.101\30060_Device_phone_unreachable_24.png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83248" y="4370745"/>
            <a:ext cx="127357" cy="85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23" name="Picture 25" descr="C:\Users\ecoffey\AppData\Local\Temp\Rar$DRa1.653\30059_Device_laptop_3145_unreachable_24.png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83248" y="4491575"/>
            <a:ext cx="127357" cy="85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24" name="Picture 25" descr="C:\Users\ecoffey\AppData\Local\Temp\Rar$DRa0.101\30060_Device_phone_unreachable_24.png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3687" y="4370745"/>
            <a:ext cx="127357" cy="85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25" name="Picture 25" descr="C:\Users\ecoffey\AppData\Local\Temp\Rar$DRa1.653\30059_Device_laptop_3145_unreachable_24.png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3687" y="4491575"/>
            <a:ext cx="127357" cy="85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26" name="Picture 25" descr="C:\Users\ecoffey\AppData\Local\Temp\Rar$DRa0.101\30060_Device_phone_unreachable_24.png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85529" y="4371000"/>
            <a:ext cx="127357" cy="85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27" name="Picture 25" descr="C:\Users\ecoffey\AppData\Local\Temp\Rar$DRa1.653\30059_Device_laptop_3145_unreachable_24.png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85529" y="4491831"/>
            <a:ext cx="127357" cy="85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28" name="Picture 25" descr="C:\Users\ecoffey\AppData\Local\Temp\Rar$DRa0.101\30060_Device_phone_unreachable_24.png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967" y="4371000"/>
            <a:ext cx="127357" cy="85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29" name="Picture 25" descr="C:\Users\ecoffey\AppData\Local\Temp\Rar$DRa1.653\30059_Device_laptop_3145_unreachable_24.png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967" y="4491831"/>
            <a:ext cx="127357" cy="85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530" name="직선 연결선 529"/>
          <p:cNvCxnSpPr>
            <a:stCxn id="522" idx="2"/>
            <a:endCxn id="523" idx="0"/>
          </p:cNvCxnSpPr>
          <p:nvPr/>
        </p:nvCxnSpPr>
        <p:spPr>
          <a:xfrm>
            <a:off x="3546926" y="4456525"/>
            <a:ext cx="0" cy="35050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1" name="직선 연결선 530"/>
          <p:cNvCxnSpPr>
            <a:stCxn id="524" idx="2"/>
            <a:endCxn id="525" idx="0"/>
          </p:cNvCxnSpPr>
          <p:nvPr/>
        </p:nvCxnSpPr>
        <p:spPr>
          <a:xfrm>
            <a:off x="3697365" y="4456525"/>
            <a:ext cx="0" cy="35050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2" name="직선 연결선 531"/>
          <p:cNvCxnSpPr>
            <a:stCxn id="526" idx="2"/>
            <a:endCxn id="527" idx="0"/>
          </p:cNvCxnSpPr>
          <p:nvPr/>
        </p:nvCxnSpPr>
        <p:spPr>
          <a:xfrm>
            <a:off x="3849208" y="4456780"/>
            <a:ext cx="0" cy="35051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3" name="직선 연결선 532"/>
          <p:cNvCxnSpPr>
            <a:stCxn id="528" idx="2"/>
            <a:endCxn id="529" idx="0"/>
          </p:cNvCxnSpPr>
          <p:nvPr/>
        </p:nvCxnSpPr>
        <p:spPr>
          <a:xfrm>
            <a:off x="3999646" y="4456780"/>
            <a:ext cx="0" cy="35051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4" name="직선 연결선 533"/>
          <p:cNvCxnSpPr/>
          <p:nvPr/>
        </p:nvCxnSpPr>
        <p:spPr>
          <a:xfrm>
            <a:off x="3536232" y="4307346"/>
            <a:ext cx="0" cy="60064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5" name="직선 연결선 534"/>
          <p:cNvCxnSpPr/>
          <p:nvPr/>
        </p:nvCxnSpPr>
        <p:spPr>
          <a:xfrm>
            <a:off x="3686671" y="4307346"/>
            <a:ext cx="0" cy="60064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6" name="직선 연결선 535"/>
          <p:cNvCxnSpPr/>
          <p:nvPr/>
        </p:nvCxnSpPr>
        <p:spPr>
          <a:xfrm>
            <a:off x="3838513" y="4307601"/>
            <a:ext cx="0" cy="60064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7" name="직선 연결선 536"/>
          <p:cNvCxnSpPr/>
          <p:nvPr/>
        </p:nvCxnSpPr>
        <p:spPr>
          <a:xfrm>
            <a:off x="3988951" y="4307601"/>
            <a:ext cx="0" cy="60064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38" name="Picture 3" descr="C:\Users\ecoffey\AppData\Local\Temp\Rar$DRa1.410\30062_Device_printer_default_24.png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98945" y="3897261"/>
            <a:ext cx="127357" cy="85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39" name="Picture 25" descr="C:\Users\ecoffey\AppData\Local\Temp\Rar$DRa0.101\30060_Device_phone_unreachable_24.png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83839" y="3890176"/>
            <a:ext cx="127357" cy="85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40" name="Picture 25" descr="C:\Users\ecoffey\AppData\Local\Temp\Rar$DRa1.653\30059_Device_laptop_3145_unreachable_24.png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83839" y="4011007"/>
            <a:ext cx="127357" cy="85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41" name="Picture 25" descr="C:\Users\ecoffey\AppData\Local\Temp\Rar$DRa0.101\30060_Device_phone_unreachable_24.png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4278" y="3890176"/>
            <a:ext cx="127357" cy="85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42" name="Picture 25" descr="C:\Users\ecoffey\AppData\Local\Temp\Rar$DRa1.653\30059_Device_laptop_3145_unreachable_24.png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4278" y="4011007"/>
            <a:ext cx="127357" cy="85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43" name="Picture 25" descr="C:\Users\ecoffey\AppData\Local\Temp\Rar$DRa0.101\30060_Device_phone_unreachable_24.png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86120" y="3890432"/>
            <a:ext cx="127357" cy="85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44" name="Picture 25" descr="C:\Users\ecoffey\AppData\Local\Temp\Rar$DRa1.653\30059_Device_laptop_3145_unreachable_24.png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86120" y="4011263"/>
            <a:ext cx="127357" cy="85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45" name="Picture 25" descr="C:\Users\ecoffey\AppData\Local\Temp\Rar$DRa0.101\30060_Device_phone_unreachable_24.png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6558" y="3890432"/>
            <a:ext cx="127357" cy="85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46" name="Picture 25" descr="C:\Users\ecoffey\AppData\Local\Temp\Rar$DRa1.653\30059_Device_laptop_3145_unreachable_24.png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6558" y="4011263"/>
            <a:ext cx="127357" cy="85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547" name="직선 연결선 546"/>
          <p:cNvCxnSpPr>
            <a:stCxn id="539" idx="2"/>
            <a:endCxn id="540" idx="0"/>
          </p:cNvCxnSpPr>
          <p:nvPr/>
        </p:nvCxnSpPr>
        <p:spPr>
          <a:xfrm>
            <a:off x="3547517" y="3975957"/>
            <a:ext cx="0" cy="35050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8" name="직선 연결선 547"/>
          <p:cNvCxnSpPr>
            <a:stCxn id="541" idx="2"/>
            <a:endCxn id="542" idx="0"/>
          </p:cNvCxnSpPr>
          <p:nvPr/>
        </p:nvCxnSpPr>
        <p:spPr>
          <a:xfrm>
            <a:off x="3697956" y="3975957"/>
            <a:ext cx="0" cy="35050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9" name="직선 연결선 548"/>
          <p:cNvCxnSpPr>
            <a:stCxn id="543" idx="2"/>
            <a:endCxn id="544" idx="0"/>
          </p:cNvCxnSpPr>
          <p:nvPr/>
        </p:nvCxnSpPr>
        <p:spPr>
          <a:xfrm>
            <a:off x="3849798" y="3976212"/>
            <a:ext cx="0" cy="35051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0" name="직선 연결선 549"/>
          <p:cNvCxnSpPr>
            <a:stCxn id="545" idx="2"/>
            <a:endCxn id="546" idx="0"/>
          </p:cNvCxnSpPr>
          <p:nvPr/>
        </p:nvCxnSpPr>
        <p:spPr>
          <a:xfrm>
            <a:off x="4000236" y="3976212"/>
            <a:ext cx="0" cy="35051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1" name="직선 연결선 550"/>
          <p:cNvCxnSpPr/>
          <p:nvPr/>
        </p:nvCxnSpPr>
        <p:spPr>
          <a:xfrm>
            <a:off x="3536823" y="3826778"/>
            <a:ext cx="0" cy="60064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2" name="직선 연결선 551"/>
          <p:cNvCxnSpPr/>
          <p:nvPr/>
        </p:nvCxnSpPr>
        <p:spPr>
          <a:xfrm>
            <a:off x="3687262" y="3826778"/>
            <a:ext cx="0" cy="60064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3" name="직선 연결선 552"/>
          <p:cNvCxnSpPr/>
          <p:nvPr/>
        </p:nvCxnSpPr>
        <p:spPr>
          <a:xfrm>
            <a:off x="3839104" y="3827033"/>
            <a:ext cx="0" cy="60064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4" name="직선 연결선 553"/>
          <p:cNvCxnSpPr/>
          <p:nvPr/>
        </p:nvCxnSpPr>
        <p:spPr>
          <a:xfrm>
            <a:off x="3989542" y="3827033"/>
            <a:ext cx="0" cy="60064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55" name="Picture 3" descr="C:\Users\ecoffey\AppData\Local\Temp\Rar$DRa1.410\30062_Device_printer_default_24.png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98355" y="3416692"/>
            <a:ext cx="127357" cy="85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56" name="Picture 25" descr="C:\Users\ecoffey\AppData\Local\Temp\Rar$DRa0.101\30060_Device_phone_unreachable_24.png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83248" y="3409608"/>
            <a:ext cx="127357" cy="85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57" name="Picture 25" descr="C:\Users\ecoffey\AppData\Local\Temp\Rar$DRa1.653\30059_Device_laptop_3145_unreachable_24.png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83248" y="3530438"/>
            <a:ext cx="127357" cy="85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58" name="Picture 25" descr="C:\Users\ecoffey\AppData\Local\Temp\Rar$DRa0.101\30060_Device_phone_unreachable_24.png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3687" y="3409608"/>
            <a:ext cx="127357" cy="85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59" name="Picture 25" descr="C:\Users\ecoffey\AppData\Local\Temp\Rar$DRa1.653\30059_Device_laptop_3145_unreachable_24.png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3687" y="3530438"/>
            <a:ext cx="127357" cy="85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60" name="Picture 25" descr="C:\Users\ecoffey\AppData\Local\Temp\Rar$DRa0.101\30060_Device_phone_unreachable_24.png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85529" y="3409863"/>
            <a:ext cx="127357" cy="85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61" name="Picture 25" descr="C:\Users\ecoffey\AppData\Local\Temp\Rar$DRa1.653\30059_Device_laptop_3145_unreachable_24.png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85529" y="3530694"/>
            <a:ext cx="127357" cy="85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62" name="Picture 25" descr="C:\Users\ecoffey\AppData\Local\Temp\Rar$DRa0.101\30060_Device_phone_unreachable_24.png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967" y="3409863"/>
            <a:ext cx="127357" cy="85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63" name="Picture 25" descr="C:\Users\ecoffey\AppData\Local\Temp\Rar$DRa1.653\30059_Device_laptop_3145_unreachable_24.png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967" y="3530694"/>
            <a:ext cx="127357" cy="85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564" name="직선 연결선 563"/>
          <p:cNvCxnSpPr>
            <a:stCxn id="556" idx="2"/>
            <a:endCxn id="557" idx="0"/>
          </p:cNvCxnSpPr>
          <p:nvPr/>
        </p:nvCxnSpPr>
        <p:spPr>
          <a:xfrm>
            <a:off x="3546926" y="3495388"/>
            <a:ext cx="0" cy="35050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5" name="직선 연결선 564"/>
          <p:cNvCxnSpPr>
            <a:stCxn id="558" idx="2"/>
            <a:endCxn id="559" idx="0"/>
          </p:cNvCxnSpPr>
          <p:nvPr/>
        </p:nvCxnSpPr>
        <p:spPr>
          <a:xfrm>
            <a:off x="3697365" y="3495388"/>
            <a:ext cx="0" cy="35050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6" name="직선 연결선 565"/>
          <p:cNvCxnSpPr>
            <a:stCxn id="560" idx="2"/>
            <a:endCxn id="561" idx="0"/>
          </p:cNvCxnSpPr>
          <p:nvPr/>
        </p:nvCxnSpPr>
        <p:spPr>
          <a:xfrm>
            <a:off x="3849208" y="3495643"/>
            <a:ext cx="0" cy="35051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7" name="직선 연결선 566"/>
          <p:cNvCxnSpPr>
            <a:stCxn id="562" idx="2"/>
            <a:endCxn id="563" idx="0"/>
          </p:cNvCxnSpPr>
          <p:nvPr/>
        </p:nvCxnSpPr>
        <p:spPr>
          <a:xfrm>
            <a:off x="3999646" y="3495643"/>
            <a:ext cx="0" cy="35051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8" name="직선 연결선 567"/>
          <p:cNvCxnSpPr/>
          <p:nvPr/>
        </p:nvCxnSpPr>
        <p:spPr>
          <a:xfrm>
            <a:off x="3536232" y="3346209"/>
            <a:ext cx="0" cy="60064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9" name="직선 연결선 568"/>
          <p:cNvCxnSpPr/>
          <p:nvPr/>
        </p:nvCxnSpPr>
        <p:spPr>
          <a:xfrm>
            <a:off x="3686671" y="3346209"/>
            <a:ext cx="0" cy="60064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0" name="직선 연결선 569"/>
          <p:cNvCxnSpPr/>
          <p:nvPr/>
        </p:nvCxnSpPr>
        <p:spPr>
          <a:xfrm>
            <a:off x="3838513" y="3346464"/>
            <a:ext cx="0" cy="60064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1" name="직선 연결선 570"/>
          <p:cNvCxnSpPr/>
          <p:nvPr/>
        </p:nvCxnSpPr>
        <p:spPr>
          <a:xfrm>
            <a:off x="3988951" y="3346464"/>
            <a:ext cx="0" cy="60064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72" name="Picture 3" descr="C:\Users\ecoffey\AppData\Local\Temp\Rar$DRa1.410\30062_Device_printer_default_24.png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98355" y="2906088"/>
            <a:ext cx="127357" cy="85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73" name="Picture 25" descr="C:\Users\ecoffey\AppData\Local\Temp\Rar$DRa0.101\30060_Device_phone_unreachable_24.png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83248" y="2899004"/>
            <a:ext cx="127357" cy="85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74" name="Picture 25" descr="C:\Users\ecoffey\AppData\Local\Temp\Rar$DRa1.653\30059_Device_laptop_3145_unreachable_24.png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83248" y="3019834"/>
            <a:ext cx="127357" cy="85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75" name="Picture 25" descr="C:\Users\ecoffey\AppData\Local\Temp\Rar$DRa0.101\30060_Device_phone_unreachable_24.png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3687" y="2899004"/>
            <a:ext cx="127357" cy="85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76" name="Picture 25" descr="C:\Users\ecoffey\AppData\Local\Temp\Rar$DRa1.653\30059_Device_laptop_3145_unreachable_24.png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3687" y="3019834"/>
            <a:ext cx="127357" cy="85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77" name="Picture 25" descr="C:\Users\ecoffey\AppData\Local\Temp\Rar$DRa0.101\30060_Device_phone_unreachable_24.png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85529" y="2899259"/>
            <a:ext cx="127357" cy="85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78" name="Picture 25" descr="C:\Users\ecoffey\AppData\Local\Temp\Rar$DRa1.653\30059_Device_laptop_3145_unreachable_24.png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85529" y="3020090"/>
            <a:ext cx="127357" cy="85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79" name="Picture 25" descr="C:\Users\ecoffey\AppData\Local\Temp\Rar$DRa0.101\30060_Device_phone_unreachable_24.png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967" y="2899259"/>
            <a:ext cx="127357" cy="85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80" name="Picture 25" descr="C:\Users\ecoffey\AppData\Local\Temp\Rar$DRa1.653\30059_Device_laptop_3145_unreachable_24.png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967" y="3020090"/>
            <a:ext cx="127357" cy="85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581" name="직선 연결선 580"/>
          <p:cNvCxnSpPr>
            <a:stCxn id="573" idx="2"/>
            <a:endCxn id="574" idx="0"/>
          </p:cNvCxnSpPr>
          <p:nvPr/>
        </p:nvCxnSpPr>
        <p:spPr>
          <a:xfrm>
            <a:off x="3546926" y="2984784"/>
            <a:ext cx="0" cy="35050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2" name="직선 연결선 581"/>
          <p:cNvCxnSpPr>
            <a:stCxn id="575" idx="2"/>
            <a:endCxn id="576" idx="0"/>
          </p:cNvCxnSpPr>
          <p:nvPr/>
        </p:nvCxnSpPr>
        <p:spPr>
          <a:xfrm>
            <a:off x="3697365" y="2984784"/>
            <a:ext cx="0" cy="35050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3" name="직선 연결선 582"/>
          <p:cNvCxnSpPr>
            <a:stCxn id="577" idx="2"/>
            <a:endCxn id="578" idx="0"/>
          </p:cNvCxnSpPr>
          <p:nvPr/>
        </p:nvCxnSpPr>
        <p:spPr>
          <a:xfrm>
            <a:off x="3849208" y="2985040"/>
            <a:ext cx="0" cy="35051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4" name="직선 연결선 583"/>
          <p:cNvCxnSpPr>
            <a:stCxn id="579" idx="2"/>
            <a:endCxn id="580" idx="0"/>
          </p:cNvCxnSpPr>
          <p:nvPr/>
        </p:nvCxnSpPr>
        <p:spPr>
          <a:xfrm>
            <a:off x="3999646" y="2985040"/>
            <a:ext cx="0" cy="35051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5" name="직선 연결선 584"/>
          <p:cNvCxnSpPr/>
          <p:nvPr/>
        </p:nvCxnSpPr>
        <p:spPr>
          <a:xfrm>
            <a:off x="3536232" y="2835605"/>
            <a:ext cx="0" cy="60064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6" name="직선 연결선 585"/>
          <p:cNvCxnSpPr/>
          <p:nvPr/>
        </p:nvCxnSpPr>
        <p:spPr>
          <a:xfrm>
            <a:off x="3686671" y="2835605"/>
            <a:ext cx="0" cy="60064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7" name="직선 연결선 586"/>
          <p:cNvCxnSpPr/>
          <p:nvPr/>
        </p:nvCxnSpPr>
        <p:spPr>
          <a:xfrm>
            <a:off x="3838513" y="2835860"/>
            <a:ext cx="0" cy="60064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8" name="직선 연결선 587"/>
          <p:cNvCxnSpPr/>
          <p:nvPr/>
        </p:nvCxnSpPr>
        <p:spPr>
          <a:xfrm>
            <a:off x="3988951" y="2835860"/>
            <a:ext cx="0" cy="60064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89" name="Picture 3" descr="C:\Users\ecoffey\AppData\Local\Temp\Rar$DRa1.410\30062_Device_printer_default_24.png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98355" y="2425520"/>
            <a:ext cx="127357" cy="85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90" name="Picture 25" descr="C:\Users\ecoffey\AppData\Local\Temp\Rar$DRa0.101\30060_Device_phone_unreachable_24.png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83248" y="2418436"/>
            <a:ext cx="127357" cy="85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91" name="Picture 25" descr="C:\Users\ecoffey\AppData\Local\Temp\Rar$DRa1.653\30059_Device_laptop_3145_unreachable_24.png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83248" y="2539266"/>
            <a:ext cx="127357" cy="85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92" name="Picture 25" descr="C:\Users\ecoffey\AppData\Local\Temp\Rar$DRa0.101\30060_Device_phone_unreachable_24.png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3687" y="2418436"/>
            <a:ext cx="127357" cy="85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93" name="Picture 25" descr="C:\Users\ecoffey\AppData\Local\Temp\Rar$DRa1.653\30059_Device_laptop_3145_unreachable_24.png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3687" y="2539266"/>
            <a:ext cx="127357" cy="85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94" name="Picture 25" descr="C:\Users\ecoffey\AppData\Local\Temp\Rar$DRa0.101\30060_Device_phone_unreachable_24.png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85529" y="2418691"/>
            <a:ext cx="127357" cy="85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95" name="Picture 25" descr="C:\Users\ecoffey\AppData\Local\Temp\Rar$DRa1.653\30059_Device_laptop_3145_unreachable_24.png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85529" y="2539522"/>
            <a:ext cx="127357" cy="85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96" name="Picture 25" descr="C:\Users\ecoffey\AppData\Local\Temp\Rar$DRa0.101\30060_Device_phone_unreachable_24.png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967" y="2418691"/>
            <a:ext cx="127357" cy="85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97" name="Picture 25" descr="C:\Users\ecoffey\AppData\Local\Temp\Rar$DRa1.653\30059_Device_laptop_3145_unreachable_24.png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967" y="2539522"/>
            <a:ext cx="127357" cy="85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598" name="직선 연결선 597"/>
          <p:cNvCxnSpPr>
            <a:stCxn id="590" idx="2"/>
            <a:endCxn id="591" idx="0"/>
          </p:cNvCxnSpPr>
          <p:nvPr/>
        </p:nvCxnSpPr>
        <p:spPr>
          <a:xfrm>
            <a:off x="3546926" y="2504216"/>
            <a:ext cx="0" cy="35050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9" name="직선 연결선 598"/>
          <p:cNvCxnSpPr>
            <a:stCxn id="592" idx="2"/>
            <a:endCxn id="593" idx="0"/>
          </p:cNvCxnSpPr>
          <p:nvPr/>
        </p:nvCxnSpPr>
        <p:spPr>
          <a:xfrm>
            <a:off x="3697365" y="2504216"/>
            <a:ext cx="0" cy="35050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0" name="직선 연결선 599"/>
          <p:cNvCxnSpPr>
            <a:stCxn id="594" idx="2"/>
            <a:endCxn id="595" idx="0"/>
          </p:cNvCxnSpPr>
          <p:nvPr/>
        </p:nvCxnSpPr>
        <p:spPr>
          <a:xfrm>
            <a:off x="3849208" y="2504471"/>
            <a:ext cx="0" cy="35051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1" name="직선 연결선 600"/>
          <p:cNvCxnSpPr>
            <a:stCxn id="596" idx="2"/>
            <a:endCxn id="597" idx="0"/>
          </p:cNvCxnSpPr>
          <p:nvPr/>
        </p:nvCxnSpPr>
        <p:spPr>
          <a:xfrm>
            <a:off x="3999646" y="2504471"/>
            <a:ext cx="0" cy="35051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2" name="직선 연결선 601"/>
          <p:cNvCxnSpPr/>
          <p:nvPr/>
        </p:nvCxnSpPr>
        <p:spPr>
          <a:xfrm>
            <a:off x="3536232" y="2355037"/>
            <a:ext cx="0" cy="60064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3" name="직선 연결선 602"/>
          <p:cNvCxnSpPr/>
          <p:nvPr/>
        </p:nvCxnSpPr>
        <p:spPr>
          <a:xfrm>
            <a:off x="3686671" y="2355037"/>
            <a:ext cx="0" cy="60064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4" name="직선 연결선 603"/>
          <p:cNvCxnSpPr/>
          <p:nvPr/>
        </p:nvCxnSpPr>
        <p:spPr>
          <a:xfrm>
            <a:off x="3838513" y="2355292"/>
            <a:ext cx="0" cy="60064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5" name="직선 연결선 604"/>
          <p:cNvCxnSpPr/>
          <p:nvPr/>
        </p:nvCxnSpPr>
        <p:spPr>
          <a:xfrm>
            <a:off x="3988951" y="2355292"/>
            <a:ext cx="0" cy="60064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06" name="Picture 3" descr="C:\Users\ecoffey\AppData\Local\Temp\Rar$DRa1.410\30062_Device_printer_default_24.png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98355" y="1944951"/>
            <a:ext cx="127357" cy="85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07" name="Picture 25" descr="C:\Users\ecoffey\AppData\Local\Temp\Rar$DRa0.101\30060_Device_phone_unreachable_24.png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83248" y="1937867"/>
            <a:ext cx="127357" cy="85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08" name="Picture 25" descr="C:\Users\ecoffey\AppData\Local\Temp\Rar$DRa1.653\30059_Device_laptop_3145_unreachable_24.png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83248" y="2058698"/>
            <a:ext cx="127357" cy="85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09" name="Picture 25" descr="C:\Users\ecoffey\AppData\Local\Temp\Rar$DRa0.101\30060_Device_phone_unreachable_24.png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3687" y="1937867"/>
            <a:ext cx="127357" cy="85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0" name="Picture 25" descr="C:\Users\ecoffey\AppData\Local\Temp\Rar$DRa1.653\30059_Device_laptop_3145_unreachable_24.png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3687" y="2058698"/>
            <a:ext cx="127357" cy="85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1" name="Picture 25" descr="C:\Users\ecoffey\AppData\Local\Temp\Rar$DRa0.101\30060_Device_phone_unreachable_24.png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85529" y="1938122"/>
            <a:ext cx="127357" cy="85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2" name="Picture 25" descr="C:\Users\ecoffey\AppData\Local\Temp\Rar$DRa1.653\30059_Device_laptop_3145_unreachable_24.png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85529" y="2058954"/>
            <a:ext cx="127357" cy="85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3" name="Picture 25" descr="C:\Users\ecoffey\AppData\Local\Temp\Rar$DRa0.101\30060_Device_phone_unreachable_24.png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967" y="1938122"/>
            <a:ext cx="127357" cy="85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4" name="Picture 25" descr="C:\Users\ecoffey\AppData\Local\Temp\Rar$DRa1.653\30059_Device_laptop_3145_unreachable_24.png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967" y="2058954"/>
            <a:ext cx="127357" cy="85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615" name="직선 연결선 614"/>
          <p:cNvCxnSpPr>
            <a:stCxn id="607" idx="2"/>
            <a:endCxn id="608" idx="0"/>
          </p:cNvCxnSpPr>
          <p:nvPr/>
        </p:nvCxnSpPr>
        <p:spPr>
          <a:xfrm>
            <a:off x="3546926" y="2023647"/>
            <a:ext cx="0" cy="35050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6" name="직선 연결선 615"/>
          <p:cNvCxnSpPr>
            <a:stCxn id="609" idx="2"/>
            <a:endCxn id="610" idx="0"/>
          </p:cNvCxnSpPr>
          <p:nvPr/>
        </p:nvCxnSpPr>
        <p:spPr>
          <a:xfrm>
            <a:off x="3697365" y="2023647"/>
            <a:ext cx="0" cy="35050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7" name="직선 연결선 616"/>
          <p:cNvCxnSpPr>
            <a:stCxn id="611" idx="2"/>
            <a:endCxn id="612" idx="0"/>
          </p:cNvCxnSpPr>
          <p:nvPr/>
        </p:nvCxnSpPr>
        <p:spPr>
          <a:xfrm>
            <a:off x="3849208" y="2023903"/>
            <a:ext cx="0" cy="35051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8" name="직선 연결선 617"/>
          <p:cNvCxnSpPr>
            <a:stCxn id="613" idx="2"/>
            <a:endCxn id="614" idx="0"/>
          </p:cNvCxnSpPr>
          <p:nvPr/>
        </p:nvCxnSpPr>
        <p:spPr>
          <a:xfrm>
            <a:off x="3999646" y="2023903"/>
            <a:ext cx="0" cy="35051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9" name="직선 연결선 618"/>
          <p:cNvCxnSpPr/>
          <p:nvPr/>
        </p:nvCxnSpPr>
        <p:spPr>
          <a:xfrm>
            <a:off x="3536232" y="1874468"/>
            <a:ext cx="0" cy="60064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0" name="직선 연결선 619"/>
          <p:cNvCxnSpPr/>
          <p:nvPr/>
        </p:nvCxnSpPr>
        <p:spPr>
          <a:xfrm>
            <a:off x="3686671" y="1874468"/>
            <a:ext cx="0" cy="60064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1" name="직선 연결선 620"/>
          <p:cNvCxnSpPr/>
          <p:nvPr/>
        </p:nvCxnSpPr>
        <p:spPr>
          <a:xfrm>
            <a:off x="3838513" y="1874724"/>
            <a:ext cx="0" cy="60064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2" name="직선 연결선 621"/>
          <p:cNvCxnSpPr/>
          <p:nvPr/>
        </p:nvCxnSpPr>
        <p:spPr>
          <a:xfrm>
            <a:off x="3988951" y="1874724"/>
            <a:ext cx="0" cy="60064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3" name="꺾인 연결선 622"/>
          <p:cNvCxnSpPr>
            <a:stCxn id="431" idx="0"/>
            <a:endCxn id="324" idx="0"/>
          </p:cNvCxnSpPr>
          <p:nvPr/>
        </p:nvCxnSpPr>
        <p:spPr>
          <a:xfrm rot="16200000" flipV="1">
            <a:off x="5681898" y="4939101"/>
            <a:ext cx="124533" cy="924640"/>
          </a:xfrm>
          <a:prstGeom prst="bentConnector3">
            <a:avLst>
              <a:gd name="adj1" fmla="val 115926"/>
            </a:avLst>
          </a:prstGeom>
          <a:ln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4" name="꺾인 연결선 623"/>
          <p:cNvCxnSpPr>
            <a:stCxn id="438" idx="0"/>
            <a:endCxn id="330" idx="0"/>
          </p:cNvCxnSpPr>
          <p:nvPr/>
        </p:nvCxnSpPr>
        <p:spPr>
          <a:xfrm rot="16200000" flipV="1">
            <a:off x="5691853" y="4437976"/>
            <a:ext cx="104622" cy="924640"/>
          </a:xfrm>
          <a:prstGeom prst="bentConnector3">
            <a:avLst>
              <a:gd name="adj1" fmla="val 130620"/>
            </a:avLst>
          </a:prstGeom>
          <a:ln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5" name="꺾인 연결선 624"/>
          <p:cNvCxnSpPr>
            <a:stCxn id="445" idx="0"/>
            <a:endCxn id="336" idx="0"/>
          </p:cNvCxnSpPr>
          <p:nvPr/>
        </p:nvCxnSpPr>
        <p:spPr>
          <a:xfrm rot="16200000" flipV="1">
            <a:off x="5689368" y="3940458"/>
            <a:ext cx="109592" cy="924640"/>
          </a:xfrm>
          <a:prstGeom prst="bentConnector3">
            <a:avLst>
              <a:gd name="adj1" fmla="val 123664"/>
            </a:avLst>
          </a:prstGeom>
          <a:ln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6" name="꺾인 연결선 625"/>
          <p:cNvCxnSpPr>
            <a:stCxn id="452" idx="0"/>
            <a:endCxn id="342" idx="0"/>
          </p:cNvCxnSpPr>
          <p:nvPr/>
        </p:nvCxnSpPr>
        <p:spPr>
          <a:xfrm rot="16200000" flipV="1">
            <a:off x="5706871" y="3461821"/>
            <a:ext cx="74587" cy="924640"/>
          </a:xfrm>
          <a:prstGeom prst="bentConnector3">
            <a:avLst>
              <a:gd name="adj1" fmla="val 183862"/>
            </a:avLst>
          </a:prstGeom>
          <a:ln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7" name="꺾인 연결선 626"/>
          <p:cNvCxnSpPr>
            <a:stCxn id="459" idx="0"/>
            <a:endCxn id="348" idx="0"/>
          </p:cNvCxnSpPr>
          <p:nvPr/>
        </p:nvCxnSpPr>
        <p:spPr>
          <a:xfrm rot="16200000" flipV="1">
            <a:off x="5697154" y="2971536"/>
            <a:ext cx="94021" cy="924640"/>
          </a:xfrm>
          <a:prstGeom prst="bentConnector3">
            <a:avLst>
              <a:gd name="adj1" fmla="val 147055"/>
            </a:avLst>
          </a:prstGeom>
          <a:ln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8" name="꺾인 연결선 627"/>
          <p:cNvCxnSpPr>
            <a:stCxn id="466" idx="0"/>
            <a:endCxn id="354" idx="0"/>
          </p:cNvCxnSpPr>
          <p:nvPr/>
        </p:nvCxnSpPr>
        <p:spPr>
          <a:xfrm rot="16200000" flipV="1">
            <a:off x="5704386" y="2483735"/>
            <a:ext cx="79557" cy="924640"/>
          </a:xfrm>
          <a:prstGeom prst="bentConnector3">
            <a:avLst>
              <a:gd name="adj1" fmla="val 170952"/>
            </a:avLst>
          </a:prstGeom>
          <a:ln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9" name="꺾인 연결선 628"/>
          <p:cNvCxnSpPr>
            <a:stCxn id="473" idx="0"/>
            <a:endCxn id="360" idx="0"/>
          </p:cNvCxnSpPr>
          <p:nvPr/>
        </p:nvCxnSpPr>
        <p:spPr>
          <a:xfrm rot="16200000" flipV="1">
            <a:off x="5706871" y="1990081"/>
            <a:ext cx="74587" cy="924640"/>
          </a:xfrm>
          <a:prstGeom prst="bentConnector3">
            <a:avLst>
              <a:gd name="adj1" fmla="val 175680"/>
            </a:avLst>
          </a:prstGeom>
          <a:ln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0" name="꺾인 연결선 629"/>
          <p:cNvCxnSpPr>
            <a:stCxn id="480" idx="0"/>
            <a:endCxn id="366" idx="0"/>
          </p:cNvCxnSpPr>
          <p:nvPr/>
        </p:nvCxnSpPr>
        <p:spPr>
          <a:xfrm rot="16200000" flipV="1">
            <a:off x="5697154" y="1499795"/>
            <a:ext cx="94021" cy="924640"/>
          </a:xfrm>
          <a:prstGeom prst="bentConnector3">
            <a:avLst>
              <a:gd name="adj1" fmla="val 147055"/>
            </a:avLst>
          </a:prstGeom>
          <a:ln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1" name="꺾인 연결선 630"/>
          <p:cNvCxnSpPr>
            <a:stCxn id="361" idx="3"/>
            <a:endCxn id="310" idx="0"/>
          </p:cNvCxnSpPr>
          <p:nvPr/>
        </p:nvCxnSpPr>
        <p:spPr>
          <a:xfrm>
            <a:off x="5351447" y="2114756"/>
            <a:ext cx="175448" cy="4144899"/>
          </a:xfrm>
          <a:prstGeom prst="bentConnector2">
            <a:avLst/>
          </a:prstGeom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2" name="꺾인 연결선 631"/>
          <p:cNvCxnSpPr>
            <a:stCxn id="355" idx="3"/>
            <a:endCxn id="310" idx="0"/>
          </p:cNvCxnSpPr>
          <p:nvPr/>
        </p:nvCxnSpPr>
        <p:spPr>
          <a:xfrm>
            <a:off x="5351447" y="2614759"/>
            <a:ext cx="175448" cy="3644897"/>
          </a:xfrm>
          <a:prstGeom prst="bentConnector2">
            <a:avLst/>
          </a:prstGeom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3" name="꺾인 연결선 632"/>
          <p:cNvCxnSpPr>
            <a:stCxn id="349" idx="3"/>
            <a:endCxn id="310" idx="0"/>
          </p:cNvCxnSpPr>
          <p:nvPr/>
        </p:nvCxnSpPr>
        <p:spPr>
          <a:xfrm>
            <a:off x="5351447" y="3105928"/>
            <a:ext cx="175448" cy="3153727"/>
          </a:xfrm>
          <a:prstGeom prst="bentConnector2">
            <a:avLst/>
          </a:prstGeom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4" name="꺾인 연결선 633"/>
          <p:cNvCxnSpPr>
            <a:stCxn id="343" idx="3"/>
            <a:endCxn id="310" idx="0"/>
          </p:cNvCxnSpPr>
          <p:nvPr/>
        </p:nvCxnSpPr>
        <p:spPr>
          <a:xfrm>
            <a:off x="5351447" y="3586497"/>
            <a:ext cx="175448" cy="2673158"/>
          </a:xfrm>
          <a:prstGeom prst="bentConnector2">
            <a:avLst/>
          </a:prstGeom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5" name="꺾인 연결선 634"/>
          <p:cNvCxnSpPr>
            <a:stCxn id="337" idx="3"/>
            <a:endCxn id="310" idx="0"/>
          </p:cNvCxnSpPr>
          <p:nvPr/>
        </p:nvCxnSpPr>
        <p:spPr>
          <a:xfrm>
            <a:off x="5351447" y="4086499"/>
            <a:ext cx="175448" cy="2173156"/>
          </a:xfrm>
          <a:prstGeom prst="bentConnector2">
            <a:avLst/>
          </a:prstGeom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6" name="꺾인 연결선 635"/>
          <p:cNvCxnSpPr>
            <a:stCxn id="313" idx="3"/>
            <a:endCxn id="310" idx="0"/>
          </p:cNvCxnSpPr>
          <p:nvPr/>
        </p:nvCxnSpPr>
        <p:spPr>
          <a:xfrm>
            <a:off x="5351447" y="6038808"/>
            <a:ext cx="175448" cy="220847"/>
          </a:xfrm>
          <a:prstGeom prst="bentConnector2">
            <a:avLst/>
          </a:prstGeom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7" name="꺾인 연결선 636"/>
          <p:cNvCxnSpPr>
            <a:stCxn id="319" idx="3"/>
            <a:endCxn id="310" idx="0"/>
          </p:cNvCxnSpPr>
          <p:nvPr/>
        </p:nvCxnSpPr>
        <p:spPr>
          <a:xfrm>
            <a:off x="5351447" y="5538806"/>
            <a:ext cx="175448" cy="720849"/>
          </a:xfrm>
          <a:prstGeom prst="bentConnector2">
            <a:avLst/>
          </a:prstGeom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8" name="꺾인 연결선 637"/>
          <p:cNvCxnSpPr>
            <a:stCxn id="325" idx="3"/>
            <a:endCxn id="310" idx="0"/>
          </p:cNvCxnSpPr>
          <p:nvPr/>
        </p:nvCxnSpPr>
        <p:spPr>
          <a:xfrm>
            <a:off x="5351447" y="5047636"/>
            <a:ext cx="175448" cy="1212019"/>
          </a:xfrm>
          <a:prstGeom prst="bentConnector2">
            <a:avLst/>
          </a:prstGeom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9" name="꺾인 연결선 638"/>
          <p:cNvCxnSpPr>
            <a:stCxn id="331" idx="3"/>
            <a:endCxn id="310" idx="0"/>
          </p:cNvCxnSpPr>
          <p:nvPr/>
        </p:nvCxnSpPr>
        <p:spPr>
          <a:xfrm>
            <a:off x="5351447" y="4547634"/>
            <a:ext cx="175448" cy="1712022"/>
          </a:xfrm>
          <a:prstGeom prst="bentConnector2">
            <a:avLst/>
          </a:prstGeom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0" name="꺾인 연결선 639"/>
          <p:cNvCxnSpPr>
            <a:stCxn id="250" idx="0"/>
            <a:endCxn id="487" idx="0"/>
          </p:cNvCxnSpPr>
          <p:nvPr/>
        </p:nvCxnSpPr>
        <p:spPr>
          <a:xfrm rot="16200000" flipH="1" flipV="1">
            <a:off x="3915104" y="4805518"/>
            <a:ext cx="10412" cy="1116552"/>
          </a:xfrm>
          <a:prstGeom prst="bentConnector3">
            <a:avLst>
              <a:gd name="adj1" fmla="val -659370"/>
            </a:avLst>
          </a:prstGeom>
          <a:ln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1" name="꺾인 연결선 640"/>
          <p:cNvCxnSpPr>
            <a:stCxn id="256" idx="0"/>
            <a:endCxn id="504" idx="0"/>
          </p:cNvCxnSpPr>
          <p:nvPr/>
        </p:nvCxnSpPr>
        <p:spPr>
          <a:xfrm rot="16200000" flipV="1">
            <a:off x="3907702" y="4312729"/>
            <a:ext cx="25217" cy="1116552"/>
          </a:xfrm>
          <a:prstGeom prst="bentConnector3">
            <a:avLst>
              <a:gd name="adj1" fmla="val 396444"/>
            </a:avLst>
          </a:prstGeom>
          <a:ln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2" name="꺾인 연결선 641"/>
          <p:cNvCxnSpPr>
            <a:stCxn id="263" idx="0"/>
            <a:endCxn id="521" idx="0"/>
          </p:cNvCxnSpPr>
          <p:nvPr/>
        </p:nvCxnSpPr>
        <p:spPr>
          <a:xfrm rot="16200000" flipH="1" flipV="1">
            <a:off x="3915104" y="3814346"/>
            <a:ext cx="10412" cy="1116552"/>
          </a:xfrm>
          <a:prstGeom prst="bentConnector3">
            <a:avLst>
              <a:gd name="adj1" fmla="val -542152"/>
            </a:avLst>
          </a:prstGeom>
          <a:ln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3" name="꺾인 연결선 642"/>
          <p:cNvCxnSpPr>
            <a:stCxn id="269" idx="0"/>
            <a:endCxn id="538" idx="0"/>
          </p:cNvCxnSpPr>
          <p:nvPr/>
        </p:nvCxnSpPr>
        <p:spPr>
          <a:xfrm rot="16200000" flipH="1" flipV="1">
            <a:off x="3915398" y="3334073"/>
            <a:ext cx="10412" cy="1115962"/>
          </a:xfrm>
          <a:prstGeom prst="bentConnector3">
            <a:avLst>
              <a:gd name="adj1" fmla="val -600761"/>
            </a:avLst>
          </a:prstGeom>
          <a:ln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4" name="꺾인 연결선 643"/>
          <p:cNvCxnSpPr>
            <a:stCxn id="275" idx="0"/>
            <a:endCxn id="555" idx="0"/>
          </p:cNvCxnSpPr>
          <p:nvPr/>
        </p:nvCxnSpPr>
        <p:spPr>
          <a:xfrm rot="16200000" flipH="1" flipV="1">
            <a:off x="3915104" y="2853209"/>
            <a:ext cx="10412" cy="1116552"/>
          </a:xfrm>
          <a:prstGeom prst="bentConnector3">
            <a:avLst>
              <a:gd name="adj1" fmla="val -659370"/>
            </a:avLst>
          </a:prstGeom>
          <a:ln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5" name="꺾인 연결선 644"/>
          <p:cNvCxnSpPr>
            <a:stCxn id="281" idx="0"/>
            <a:endCxn id="572" idx="0"/>
          </p:cNvCxnSpPr>
          <p:nvPr/>
        </p:nvCxnSpPr>
        <p:spPr>
          <a:xfrm rot="16200000" flipV="1">
            <a:off x="3910499" y="2357624"/>
            <a:ext cx="19624" cy="1116552"/>
          </a:xfrm>
          <a:prstGeom prst="bentConnector3">
            <a:avLst>
              <a:gd name="adj1" fmla="val 512052"/>
            </a:avLst>
          </a:prstGeom>
          <a:ln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6" name="꺾인 연결선 645"/>
          <p:cNvCxnSpPr>
            <a:stCxn id="287" idx="0"/>
            <a:endCxn id="589" idx="0"/>
          </p:cNvCxnSpPr>
          <p:nvPr/>
        </p:nvCxnSpPr>
        <p:spPr>
          <a:xfrm rot="16200000" flipH="1" flipV="1">
            <a:off x="3915104" y="1862037"/>
            <a:ext cx="10412" cy="1116552"/>
          </a:xfrm>
          <a:prstGeom prst="bentConnector3">
            <a:avLst>
              <a:gd name="adj1" fmla="val -542152"/>
            </a:avLst>
          </a:prstGeom>
          <a:ln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7" name="꺾인 연결선 646"/>
          <p:cNvCxnSpPr>
            <a:stCxn id="293" idx="0"/>
            <a:endCxn id="606" idx="0"/>
          </p:cNvCxnSpPr>
          <p:nvPr/>
        </p:nvCxnSpPr>
        <p:spPr>
          <a:xfrm rot="16200000" flipH="1" flipV="1">
            <a:off x="3915104" y="1381468"/>
            <a:ext cx="10412" cy="1116552"/>
          </a:xfrm>
          <a:prstGeom prst="bentConnector3">
            <a:avLst>
              <a:gd name="adj1" fmla="val -600761"/>
            </a:avLst>
          </a:prstGeom>
          <a:ln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48" name="Picture 22" descr="C:\Users\ecoffey\AppData\Local\Temp\Rar$DRa0.760\Cisco Instant Message and Presence\Png_64_24_16\Unknown\Cisco-Instant-Message-and-Presence_unknown_64.png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00792" y="6259655"/>
            <a:ext cx="294601" cy="254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49" name="Picture 4" descr="C:\Users\ecoffey\AppData\Local\Temp\Rar$DRa0.400\30009_Device_cloud_white_default_256.png"/>
          <p:cNvPicPr>
            <a:picLocks noChangeAspect="1" noChangeArrowheads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101" b="19670"/>
          <a:stretch>
            <a:fillRect/>
          </a:stretch>
        </p:blipFill>
        <p:spPr bwMode="auto">
          <a:xfrm>
            <a:off x="2316627" y="4757879"/>
            <a:ext cx="694904" cy="3675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50" name="Picture 4" descr="C:\Users\ecoffey\AppData\Local\Temp\Rar$DRa0.400\30009_Device_cloud_white_default_256.png"/>
          <p:cNvPicPr>
            <a:picLocks noChangeAspect="1" noChangeArrowheads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101" b="19670"/>
          <a:stretch>
            <a:fillRect/>
          </a:stretch>
        </p:blipFill>
        <p:spPr bwMode="auto">
          <a:xfrm>
            <a:off x="1603218" y="4757879"/>
            <a:ext cx="695964" cy="3684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51" name="Picture 27" descr="C:\Users\ecoffey\AppData\Local\Temp\Rar$DRa0.653\30052_Device_nexus7000_unreachable_64.png"/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646" r="12646"/>
          <a:stretch>
            <a:fillRect/>
          </a:stretch>
        </p:blipFill>
        <p:spPr bwMode="auto">
          <a:xfrm>
            <a:off x="1716818" y="4847985"/>
            <a:ext cx="213272" cy="2450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52" name="Picture 27" descr="C:\Users\ecoffey\AppData\Local\Temp\Rar$DRa0.653\30052_Device_nexus7000_unreachable_64.png"/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646" r="12646"/>
          <a:stretch>
            <a:fillRect/>
          </a:stretch>
        </p:blipFill>
        <p:spPr bwMode="auto">
          <a:xfrm>
            <a:off x="1959243" y="4847985"/>
            <a:ext cx="211738" cy="2450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53" name="Picture 27" descr="C:\Users\ecoffey\AppData\Local\Temp\Rar$DRa0.653\30052_Device_nexus7000_unreachable_64.png"/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646" r="12646"/>
          <a:stretch>
            <a:fillRect/>
          </a:stretch>
        </p:blipFill>
        <p:spPr bwMode="auto">
          <a:xfrm>
            <a:off x="2432505" y="4841943"/>
            <a:ext cx="211738" cy="2463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54" name="Picture 27" descr="C:\Users\ecoffey\AppData\Local\Temp\Rar$DRa0.653\30052_Device_nexus7000_unreachable_64.png"/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646" r="12646"/>
          <a:stretch>
            <a:fillRect/>
          </a:stretch>
        </p:blipFill>
        <p:spPr bwMode="auto">
          <a:xfrm>
            <a:off x="2673396" y="4841943"/>
            <a:ext cx="213272" cy="2463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55" name="Picture 27" descr="C:\Users\ecoffey\AppData\Local\Temp\Rar$DRa0.608\30080_Device_switch_unreachable_64.png"/>
          <p:cNvPicPr>
            <a:picLocks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6238" y="3331141"/>
            <a:ext cx="139177" cy="600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56" name="Picture 27" descr="C:\Users\ecoffey\AppData\Local\Temp\Rar$DRa0.608\30080_Device_switch_unreachable_64.png"/>
          <p:cNvPicPr>
            <a:picLocks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6238" y="3286138"/>
            <a:ext cx="139177" cy="600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57" name="Picture 27" descr="C:\Users\ecoffey\AppData\Local\Temp\Rar$DRa0.608\30080_Device_switch_unreachable_64.png"/>
          <p:cNvPicPr>
            <a:picLocks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2010" y="3331141"/>
            <a:ext cx="139177" cy="600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58" name="Picture 27" descr="C:\Users\ecoffey\AppData\Local\Temp\Rar$DRa0.608\30080_Device_switch_unreachable_64.png"/>
          <p:cNvPicPr>
            <a:picLocks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2010" y="3286138"/>
            <a:ext cx="139177" cy="600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59" name="Picture 27" descr="C:\Users\ecoffey\AppData\Local\Temp\Rar$DRa0.608\30080_Device_switch_unreachable_64.png"/>
          <p:cNvPicPr>
            <a:picLocks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1712" y="6574194"/>
            <a:ext cx="139177" cy="600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60" name="Picture 27" descr="C:\Users\ecoffey\AppData\Local\Temp\Rar$DRa0.608\30080_Device_switch_unreachable_64.png"/>
          <p:cNvPicPr>
            <a:picLocks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1712" y="6529191"/>
            <a:ext cx="139177" cy="600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61" name="Picture 27" descr="C:\Users\ecoffey\AppData\Local\Temp\Rar$DRa0.608\30080_Device_switch_unreachable_64.png"/>
          <p:cNvPicPr>
            <a:picLocks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2089" y="6574194"/>
            <a:ext cx="139177" cy="600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62" name="Picture 27" descr="C:\Users\ecoffey\AppData\Local\Temp\Rar$DRa0.608\30080_Device_switch_unreachable_64.png"/>
          <p:cNvPicPr>
            <a:picLocks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2089" y="6529191"/>
            <a:ext cx="139177" cy="600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63" name="Picture 27" descr="C:\Users\ecoffey\AppData\Local\Temp\Rar$DRa0.608\30080_Device_switch_unreachable_64.png"/>
          <p:cNvPicPr>
            <a:picLocks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6238" y="2915560"/>
            <a:ext cx="139177" cy="600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64" name="Picture 27" descr="C:\Users\ecoffey\AppData\Local\Temp\Rar$DRa0.608\30080_Device_switch_unreachable_64.png"/>
          <p:cNvPicPr>
            <a:picLocks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6238" y="2870557"/>
            <a:ext cx="139177" cy="600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65" name="Picture 27" descr="C:\Users\ecoffey\AppData\Local\Temp\Rar$DRa0.608\30080_Device_switch_unreachable_64.png"/>
          <p:cNvPicPr>
            <a:picLocks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2010" y="2915560"/>
            <a:ext cx="139177" cy="600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66" name="Picture 27" descr="C:\Users\ecoffey\AppData\Local\Temp\Rar$DRa0.608\30080_Device_switch_unreachable_64.png"/>
          <p:cNvPicPr>
            <a:picLocks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2010" y="2870557"/>
            <a:ext cx="139177" cy="600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67" name="Picture 27" descr="C:\Users\ecoffey\AppData\Local\Temp\Rar$DRa0.608\30080_Device_switch_unreachable_64.png"/>
          <p:cNvPicPr>
            <a:picLocks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6238" y="2424935"/>
            <a:ext cx="139177" cy="600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68" name="Picture 27" descr="C:\Users\ecoffey\AppData\Local\Temp\Rar$DRa0.608\30080_Device_switch_unreachable_64.png"/>
          <p:cNvPicPr>
            <a:picLocks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6238" y="2379932"/>
            <a:ext cx="139177" cy="600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69" name="Picture 27" descr="C:\Users\ecoffey\AppData\Local\Temp\Rar$DRa0.608\30080_Device_switch_unreachable_64.png"/>
          <p:cNvPicPr>
            <a:picLocks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2010" y="2424935"/>
            <a:ext cx="139177" cy="600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70" name="Picture 27" descr="C:\Users\ecoffey\AppData\Local\Temp\Rar$DRa0.608\30080_Device_switch_unreachable_64.png"/>
          <p:cNvPicPr>
            <a:picLocks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2010" y="2379932"/>
            <a:ext cx="139177" cy="600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71" name="Picture 27" descr="C:\Users\ecoffey\AppData\Local\Temp\Rar$DRa0.608\30080_Device_switch_unreachable_64.png"/>
          <p:cNvPicPr>
            <a:picLocks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6238" y="1964346"/>
            <a:ext cx="139177" cy="600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72" name="Picture 27" descr="C:\Users\ecoffey\AppData\Local\Temp\Rar$DRa0.608\30080_Device_switch_unreachable_64.png"/>
          <p:cNvPicPr>
            <a:picLocks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6238" y="1919342"/>
            <a:ext cx="139177" cy="600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73" name="Picture 27" descr="C:\Users\ecoffey\AppData\Local\Temp\Rar$DRa0.608\30080_Device_switch_unreachable_64.png"/>
          <p:cNvPicPr>
            <a:picLocks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2010" y="1964346"/>
            <a:ext cx="139177" cy="600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74" name="Picture 27" descr="C:\Users\ecoffey\AppData\Local\Temp\Rar$DRa0.608\30080_Device_switch_unreachable_64.png"/>
          <p:cNvPicPr>
            <a:picLocks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2010" y="1919342"/>
            <a:ext cx="139177" cy="600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75" name="Picture 27" descr="C:\Users\ecoffey\AppData\Local\Temp\Rar$DRa0.653\30052_Device_nexus7000_unreachable_64.png"/>
          <p:cNvPicPr>
            <a:picLocks noChangeAspect="1" noChangeArrowheads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646" r="12646"/>
          <a:stretch>
            <a:fillRect/>
          </a:stretch>
        </p:blipFill>
        <p:spPr bwMode="auto">
          <a:xfrm>
            <a:off x="923640" y="6831073"/>
            <a:ext cx="166455" cy="1936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76" name="Picture 27" descr="C:\Users\ecoffey\AppData\Local\Temp\Rar$DRa0.653\30052_Device_nexus7000_unreachable_64.png"/>
          <p:cNvPicPr>
            <a:picLocks noChangeAspect="1" noChangeArrowheads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646" r="12646"/>
          <a:stretch>
            <a:fillRect/>
          </a:stretch>
        </p:blipFill>
        <p:spPr bwMode="auto">
          <a:xfrm>
            <a:off x="1115688" y="6831073"/>
            <a:ext cx="167661" cy="1936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77" name="Picture 27" descr="C:\Users\ecoffey\AppData\Local\Temp\Rar$DRa0.653\30052_Device_nexus7000_unreachable_64.png"/>
          <p:cNvPicPr>
            <a:picLocks noChangeAspect="1" noChangeArrowheads="1"/>
          </p:cNvPicPr>
          <p:nvPr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646" r="12646"/>
          <a:stretch>
            <a:fillRect/>
          </a:stretch>
        </p:blipFill>
        <p:spPr bwMode="auto">
          <a:xfrm>
            <a:off x="1376017" y="3586493"/>
            <a:ext cx="141073" cy="1641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78" name="Picture 27" descr="C:\Users\ecoffey\AppData\Local\Temp\Rar$DRa0.653\30052_Device_nexus7000_unreachable_64.png"/>
          <p:cNvPicPr>
            <a:picLocks noChangeAspect="1" noChangeArrowheads="1"/>
          </p:cNvPicPr>
          <p:nvPr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646" r="12646"/>
          <a:stretch>
            <a:fillRect/>
          </a:stretch>
        </p:blipFill>
        <p:spPr bwMode="auto">
          <a:xfrm>
            <a:off x="1575308" y="3586493"/>
            <a:ext cx="142095" cy="1641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79" name="Picture 27" descr="C:\Users\ecoffey\AppData\Local\Temp\Rar$DRa0.653\30052_Device_nexus7000_unreachable_64.png"/>
          <p:cNvPicPr>
            <a:picLocks noChangeAspect="1" noChangeArrowheads="1"/>
          </p:cNvPicPr>
          <p:nvPr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646" r="12646"/>
          <a:stretch>
            <a:fillRect/>
          </a:stretch>
        </p:blipFill>
        <p:spPr bwMode="auto">
          <a:xfrm>
            <a:off x="958438" y="3586493"/>
            <a:ext cx="141073" cy="1641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80" name="Picture 27" descr="C:\Users\ecoffey\AppData\Local\Temp\Rar$DRa0.653\30052_Device_nexus7000_unreachable_64.png"/>
          <p:cNvPicPr>
            <a:picLocks noChangeAspect="1" noChangeArrowheads="1"/>
          </p:cNvPicPr>
          <p:nvPr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646" r="12646"/>
          <a:stretch>
            <a:fillRect/>
          </a:stretch>
        </p:blipFill>
        <p:spPr bwMode="auto">
          <a:xfrm>
            <a:off x="1157730" y="3586493"/>
            <a:ext cx="142095" cy="1641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81" name="Picture 3" descr="C:\Users\ecoffey\AppData\Local\Temp\Rar$DRa1.410\30062_Device_printer_default_24.png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7692" y="6544152"/>
            <a:ext cx="139976" cy="886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82" name="Picture 25" descr="C:\Users\ecoffey\AppData\Local\Temp\Rar$DRa1.653\30059_Device_laptop_3145_unreachable_24.png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1218" y="6544152"/>
            <a:ext cx="139976" cy="886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683" name="직선 연결선 682"/>
          <p:cNvCxnSpPr/>
          <p:nvPr/>
        </p:nvCxnSpPr>
        <p:spPr>
          <a:xfrm>
            <a:off x="1413286" y="6439895"/>
            <a:ext cx="0" cy="90097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4" name="꺾인 연결선 683"/>
          <p:cNvCxnSpPr>
            <a:stCxn id="681" idx="0"/>
            <a:endCxn id="662" idx="0"/>
          </p:cNvCxnSpPr>
          <p:nvPr/>
        </p:nvCxnSpPr>
        <p:spPr>
          <a:xfrm rot="16200000" flipV="1">
            <a:off x="1382199" y="6348670"/>
            <a:ext cx="14961" cy="376002"/>
          </a:xfrm>
          <a:prstGeom prst="bentConnector3">
            <a:avLst>
              <a:gd name="adj1" fmla="val 684225"/>
            </a:avLst>
          </a:prstGeom>
          <a:ln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85" name="Picture 3" descr="C:\Users\ecoffey\AppData\Local\Temp\Rar$DRa1.410\30062_Device_printer_default_24.png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7494" y="6548478"/>
            <a:ext cx="133765" cy="900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86" name="Picture 25" descr="C:\Users\ecoffey\AppData\Local\Temp\Rar$DRa0.101\30060_Device_phone_unreachable_24.png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0239" y="6434196"/>
            <a:ext cx="127357" cy="85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87" name="Picture 25" descr="C:\Users\ecoffey\AppData\Local\Temp\Rar$DRa1.653\30059_Device_laptop_3145_unreachable_24.png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0239" y="6555027"/>
            <a:ext cx="127357" cy="85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688" name="직선 연결선 687"/>
          <p:cNvCxnSpPr>
            <a:stCxn id="686" idx="2"/>
            <a:endCxn id="687" idx="0"/>
          </p:cNvCxnSpPr>
          <p:nvPr/>
        </p:nvCxnSpPr>
        <p:spPr>
          <a:xfrm>
            <a:off x="813917" y="6519977"/>
            <a:ext cx="0" cy="35050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9" name="직선 연결선 688"/>
          <p:cNvCxnSpPr/>
          <p:nvPr/>
        </p:nvCxnSpPr>
        <p:spPr>
          <a:xfrm>
            <a:off x="815720" y="6374132"/>
            <a:ext cx="0" cy="60064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0" name="꺾인 연결선 689"/>
          <p:cNvCxnSpPr>
            <a:stCxn id="660" idx="0"/>
            <a:endCxn id="685" idx="0"/>
          </p:cNvCxnSpPr>
          <p:nvPr/>
        </p:nvCxnSpPr>
        <p:spPr>
          <a:xfrm rot="16200000" flipH="1" flipV="1">
            <a:off x="823195" y="6360372"/>
            <a:ext cx="19287" cy="356924"/>
          </a:xfrm>
          <a:prstGeom prst="bentConnector3">
            <a:avLst>
              <a:gd name="adj1" fmla="val -823962"/>
            </a:avLst>
          </a:prstGeom>
          <a:ln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1" name="직선 연결선 690"/>
          <p:cNvCxnSpPr>
            <a:stCxn id="659" idx="2"/>
            <a:endCxn id="675" idx="0"/>
          </p:cNvCxnSpPr>
          <p:nvPr/>
        </p:nvCxnSpPr>
        <p:spPr>
          <a:xfrm flipH="1">
            <a:off x="1006868" y="6634258"/>
            <a:ext cx="4432" cy="196815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2" name="직선 연결선 691"/>
          <p:cNvCxnSpPr>
            <a:stCxn id="661" idx="2"/>
            <a:endCxn id="676" idx="0"/>
          </p:cNvCxnSpPr>
          <p:nvPr/>
        </p:nvCxnSpPr>
        <p:spPr>
          <a:xfrm flipH="1">
            <a:off x="1199519" y="6634258"/>
            <a:ext cx="2159" cy="196815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3" name="꺾인 연결선 692"/>
          <p:cNvCxnSpPr/>
          <p:nvPr/>
        </p:nvCxnSpPr>
        <p:spPr>
          <a:xfrm rot="16200000" flipV="1">
            <a:off x="4479963" y="6050889"/>
            <a:ext cx="10595" cy="417532"/>
          </a:xfrm>
          <a:prstGeom prst="bentConnector3">
            <a:avLst>
              <a:gd name="adj1" fmla="val 750000"/>
            </a:avLst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4" name="꺾인 연결선 693"/>
          <p:cNvCxnSpPr/>
          <p:nvPr/>
        </p:nvCxnSpPr>
        <p:spPr>
          <a:xfrm rot="16200000" flipV="1">
            <a:off x="5277298" y="6056187"/>
            <a:ext cx="10595" cy="417532"/>
          </a:xfrm>
          <a:prstGeom prst="bentConnector3">
            <a:avLst>
              <a:gd name="adj1" fmla="val 675000"/>
            </a:avLst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5" name="타원 694"/>
          <p:cNvSpPr/>
          <p:nvPr/>
        </p:nvSpPr>
        <p:spPr>
          <a:xfrm rot="5400000" flipH="1" flipV="1">
            <a:off x="4411975" y="6182194"/>
            <a:ext cx="120129" cy="34794"/>
          </a:xfrm>
          <a:prstGeom prst="ellipse">
            <a:avLst/>
          </a:prstGeom>
          <a:noFill/>
          <a:ln w="12700">
            <a:solidFill>
              <a:srgbClr val="FF66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dirty="0"/>
          </a:p>
        </p:txBody>
      </p:sp>
      <p:sp>
        <p:nvSpPr>
          <p:cNvPr id="696" name="타원 695"/>
          <p:cNvSpPr/>
          <p:nvPr/>
        </p:nvSpPr>
        <p:spPr>
          <a:xfrm rot="5400000" flipH="1" flipV="1">
            <a:off x="5212337" y="6182180"/>
            <a:ext cx="120129" cy="34794"/>
          </a:xfrm>
          <a:prstGeom prst="ellipse">
            <a:avLst/>
          </a:prstGeom>
          <a:noFill/>
          <a:ln w="12700">
            <a:solidFill>
              <a:srgbClr val="FF66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dirty="0"/>
          </a:p>
        </p:txBody>
      </p:sp>
      <p:cxnSp>
        <p:nvCxnSpPr>
          <p:cNvPr id="697" name="꺾인 연결선 696"/>
          <p:cNvCxnSpPr/>
          <p:nvPr/>
        </p:nvCxnSpPr>
        <p:spPr>
          <a:xfrm rot="16200000" flipH="1">
            <a:off x="2327959" y="4663267"/>
            <a:ext cx="1436988" cy="2296425"/>
          </a:xfrm>
          <a:prstGeom prst="bentConnector3">
            <a:avLst>
              <a:gd name="adj1" fmla="val 116763"/>
            </a:avLst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8" name="꺾인 연결선 697"/>
          <p:cNvCxnSpPr>
            <a:stCxn id="652" idx="2"/>
            <a:endCxn id="257" idx="2"/>
          </p:cNvCxnSpPr>
          <p:nvPr/>
        </p:nvCxnSpPr>
        <p:spPr>
          <a:xfrm rot="16200000" flipH="1">
            <a:off x="2651405" y="4506693"/>
            <a:ext cx="1436988" cy="2609573"/>
          </a:xfrm>
          <a:prstGeom prst="bentConnector3">
            <a:avLst>
              <a:gd name="adj1" fmla="val 113271"/>
            </a:avLst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9" name="타원 698"/>
          <p:cNvSpPr/>
          <p:nvPr/>
        </p:nvSpPr>
        <p:spPr>
          <a:xfrm rot="10800000" flipH="1" flipV="1">
            <a:off x="1828408" y="5298522"/>
            <a:ext cx="139177" cy="30032"/>
          </a:xfrm>
          <a:prstGeom prst="ellipse">
            <a:avLst/>
          </a:prstGeom>
          <a:noFill/>
          <a:ln w="1270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dirty="0"/>
          </a:p>
        </p:txBody>
      </p:sp>
      <p:sp>
        <p:nvSpPr>
          <p:cNvPr id="700" name="타원 699"/>
          <p:cNvSpPr/>
          <p:nvPr/>
        </p:nvSpPr>
        <p:spPr>
          <a:xfrm rot="10800000" flipH="1" flipV="1">
            <a:off x="1995219" y="5298518"/>
            <a:ext cx="139177" cy="30032"/>
          </a:xfrm>
          <a:prstGeom prst="ellipse">
            <a:avLst/>
          </a:prstGeom>
          <a:noFill/>
          <a:ln w="1270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dirty="0"/>
          </a:p>
        </p:txBody>
      </p:sp>
      <p:cxnSp>
        <p:nvCxnSpPr>
          <p:cNvPr id="701" name="꺾인 연결선 700"/>
          <p:cNvCxnSpPr/>
          <p:nvPr/>
        </p:nvCxnSpPr>
        <p:spPr>
          <a:xfrm rot="16200000" flipH="1">
            <a:off x="3073770" y="4608718"/>
            <a:ext cx="1441705" cy="2400807"/>
          </a:xfrm>
          <a:prstGeom prst="bentConnector3">
            <a:avLst>
              <a:gd name="adj1" fmla="val 108355"/>
            </a:avLst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2" name="꺾인 연결선 701"/>
          <p:cNvCxnSpPr>
            <a:stCxn id="654" idx="2"/>
            <a:endCxn id="310" idx="2"/>
          </p:cNvCxnSpPr>
          <p:nvPr/>
        </p:nvCxnSpPr>
        <p:spPr>
          <a:xfrm rot="16200000" flipH="1">
            <a:off x="3416157" y="4452144"/>
            <a:ext cx="1441705" cy="2713956"/>
          </a:xfrm>
          <a:prstGeom prst="bentConnector3">
            <a:avLst>
              <a:gd name="adj1" fmla="val 104874"/>
            </a:avLst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3" name="타원 702"/>
          <p:cNvSpPr/>
          <p:nvPr/>
        </p:nvSpPr>
        <p:spPr>
          <a:xfrm rot="10800000" flipH="1" flipV="1">
            <a:off x="2524372" y="5298522"/>
            <a:ext cx="139177" cy="30032"/>
          </a:xfrm>
          <a:prstGeom prst="ellipse">
            <a:avLst/>
          </a:prstGeom>
          <a:noFill/>
          <a:ln w="1270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dirty="0"/>
          </a:p>
        </p:txBody>
      </p:sp>
      <p:sp>
        <p:nvSpPr>
          <p:cNvPr id="704" name="타원 703"/>
          <p:cNvSpPr/>
          <p:nvPr/>
        </p:nvSpPr>
        <p:spPr>
          <a:xfrm rot="10800000" flipH="1" flipV="1">
            <a:off x="2716775" y="5298518"/>
            <a:ext cx="139177" cy="30032"/>
          </a:xfrm>
          <a:prstGeom prst="ellipse">
            <a:avLst/>
          </a:prstGeom>
          <a:noFill/>
          <a:ln w="1270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dirty="0"/>
          </a:p>
        </p:txBody>
      </p:sp>
      <p:cxnSp>
        <p:nvCxnSpPr>
          <p:cNvPr id="705" name="꺾인 연결선 704"/>
          <p:cNvCxnSpPr/>
          <p:nvPr/>
        </p:nvCxnSpPr>
        <p:spPr>
          <a:xfrm rot="5400000" flipH="1" flipV="1">
            <a:off x="453185" y="5658719"/>
            <a:ext cx="1931733" cy="800269"/>
          </a:xfrm>
          <a:prstGeom prst="bentConnector3">
            <a:avLst>
              <a:gd name="adj1" fmla="val -6755"/>
            </a:avLst>
          </a:prstGeom>
          <a:ln w="127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6" name="꺾인 연결선 705"/>
          <p:cNvCxnSpPr>
            <a:stCxn id="676" idx="2"/>
          </p:cNvCxnSpPr>
          <p:nvPr/>
        </p:nvCxnSpPr>
        <p:spPr>
          <a:xfrm rot="5400000" flipH="1" flipV="1">
            <a:off x="876313" y="5411475"/>
            <a:ext cx="1936450" cy="1290040"/>
          </a:xfrm>
          <a:prstGeom prst="bentConnector3">
            <a:avLst>
              <a:gd name="adj1" fmla="val -4665"/>
            </a:avLst>
          </a:prstGeom>
          <a:ln w="127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7" name="TextBox 232"/>
          <p:cNvSpPr txBox="1">
            <a:spLocks noChangeArrowheads="1"/>
          </p:cNvSpPr>
          <p:nvPr/>
        </p:nvSpPr>
        <p:spPr bwMode="auto">
          <a:xfrm>
            <a:off x="1653683" y="4863709"/>
            <a:ext cx="595035" cy="2311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marL="0" lvl="1" algn="ctr" defTabSz="1135063" latinLnBrk="0">
              <a:lnSpc>
                <a:spcPct val="90000"/>
              </a:lnSpc>
              <a:buClr>
                <a:srgbClr val="3271AA"/>
              </a:buClr>
              <a:buSzPct val="140000"/>
              <a:tabLst>
                <a:tab pos="6149975" algn="l"/>
              </a:tabLst>
              <a:defRPr/>
            </a:pPr>
            <a:r>
              <a:rPr lang="ko-KR" altLang="en-US" sz="100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Rix고딕 B" pitchFamily="18" charset="-127"/>
                <a:ea typeface="Rix고딕 B" pitchFamily="18" charset="-127"/>
              </a:rPr>
              <a:t>인트라넷</a:t>
            </a:r>
            <a:endParaRPr lang="en-US" altLang="ko-KR" sz="1000" spc="-100" dirty="0">
              <a:solidFill>
                <a:schemeClr val="tx1">
                  <a:lumMod val="75000"/>
                  <a:lumOff val="25000"/>
                </a:schemeClr>
              </a:solidFill>
              <a:latin typeface="Rix고딕 B" pitchFamily="18" charset="-127"/>
              <a:ea typeface="Rix고딕 B" pitchFamily="18" charset="-127"/>
            </a:endParaRPr>
          </a:p>
        </p:txBody>
      </p:sp>
      <p:sp>
        <p:nvSpPr>
          <p:cNvPr id="708" name="TextBox 235"/>
          <p:cNvSpPr txBox="1">
            <a:spLocks noChangeArrowheads="1"/>
          </p:cNvSpPr>
          <p:nvPr/>
        </p:nvSpPr>
        <p:spPr bwMode="auto">
          <a:xfrm>
            <a:off x="2427175" y="4863709"/>
            <a:ext cx="492443" cy="2311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marL="0" lvl="1" algn="ctr" defTabSz="1135063" latinLnBrk="0">
              <a:lnSpc>
                <a:spcPct val="90000"/>
              </a:lnSpc>
              <a:buClr>
                <a:srgbClr val="3271AA"/>
              </a:buClr>
              <a:buSzPct val="140000"/>
              <a:tabLst>
                <a:tab pos="6149975" algn="l"/>
              </a:tabLst>
              <a:defRPr/>
            </a:pPr>
            <a:r>
              <a:rPr lang="ko-KR" altLang="en-US" sz="100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Rix고딕 B" pitchFamily="18" charset="-127"/>
                <a:ea typeface="Rix고딕 B" pitchFamily="18" charset="-127"/>
              </a:rPr>
              <a:t>인터넷</a:t>
            </a:r>
          </a:p>
        </p:txBody>
      </p:sp>
      <p:pic>
        <p:nvPicPr>
          <p:cNvPr id="709" name="Picture 3" descr="C:\Users\ecoffey\AppData\Local\Temp\Rar$DRa1.410\30062_Device_printer_default_24.png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2696" y="3290464"/>
            <a:ext cx="127357" cy="85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0" name="Picture 25" descr="C:\Users\ecoffey\AppData\Local\Temp\Rar$DRa0.101\30060_Device_phone_unreachable_24.png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1653" y="3229449"/>
            <a:ext cx="127357" cy="85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1" name="Picture 25" descr="C:\Users\ecoffey\AppData\Local\Temp\Rar$DRa1.653\30059_Device_laptop_3145_unreachable_24.png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1653" y="3350279"/>
            <a:ext cx="127357" cy="85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2" name="Picture 25" descr="C:\Users\ecoffey\AppData\Local\Temp\Rar$DRa0.101\30060_Device_phone_unreachable_24.png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2092" y="3229449"/>
            <a:ext cx="127357" cy="85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3" name="Picture 25" descr="C:\Users\ecoffey\AppData\Local\Temp\Rar$DRa1.653\30059_Device_laptop_3145_unreachable_24.png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2092" y="3350279"/>
            <a:ext cx="127357" cy="85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714" name="직선 연결선 713"/>
          <p:cNvCxnSpPr>
            <a:stCxn id="710" idx="2"/>
            <a:endCxn id="711" idx="0"/>
          </p:cNvCxnSpPr>
          <p:nvPr/>
        </p:nvCxnSpPr>
        <p:spPr>
          <a:xfrm>
            <a:off x="765331" y="3315229"/>
            <a:ext cx="0" cy="35050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5" name="직선 연결선 714"/>
          <p:cNvCxnSpPr>
            <a:stCxn id="712" idx="2"/>
            <a:endCxn id="713" idx="0"/>
          </p:cNvCxnSpPr>
          <p:nvPr/>
        </p:nvCxnSpPr>
        <p:spPr>
          <a:xfrm>
            <a:off x="915770" y="3315229"/>
            <a:ext cx="0" cy="35050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6" name="직선 연결선 715"/>
          <p:cNvCxnSpPr/>
          <p:nvPr/>
        </p:nvCxnSpPr>
        <p:spPr>
          <a:xfrm>
            <a:off x="754637" y="3166050"/>
            <a:ext cx="0" cy="60064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7" name="직선 연결선 716"/>
          <p:cNvCxnSpPr/>
          <p:nvPr/>
        </p:nvCxnSpPr>
        <p:spPr>
          <a:xfrm>
            <a:off x="905076" y="3166050"/>
            <a:ext cx="0" cy="60064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18" name="Picture 3" descr="C:\Users\ecoffey\AppData\Local\Temp\Rar$DRa1.410\30062_Device_printer_default_24.png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29804" y="2897746"/>
            <a:ext cx="139976" cy="886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719" name="직선 연결선 718"/>
          <p:cNvCxnSpPr/>
          <p:nvPr/>
        </p:nvCxnSpPr>
        <p:spPr>
          <a:xfrm>
            <a:off x="1771144" y="2763088"/>
            <a:ext cx="0" cy="150161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0" name="직선 연결선 719"/>
          <p:cNvCxnSpPr/>
          <p:nvPr/>
        </p:nvCxnSpPr>
        <p:spPr>
          <a:xfrm>
            <a:off x="1945135" y="2763105"/>
            <a:ext cx="0" cy="150161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21" name="Picture 25" descr="C:\Users\ecoffey\AppData\Local\Temp\Rar$DRa1.653\30059_Device_laptop_3145_unreachable_24.png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4063" y="2899132"/>
            <a:ext cx="139976" cy="886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22" name="Picture 25" descr="C:\Users\ecoffey\AppData\Local\Temp\Rar$DRa1.653\30059_Device_laptop_3145_unreachable_24.png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62408" y="2897746"/>
            <a:ext cx="139976" cy="886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723" name="꺾인 연결선 722"/>
          <p:cNvCxnSpPr>
            <a:stCxn id="677" idx="0"/>
            <a:endCxn id="674" idx="1"/>
          </p:cNvCxnSpPr>
          <p:nvPr/>
        </p:nvCxnSpPr>
        <p:spPr>
          <a:xfrm rot="5400000" flipH="1" flipV="1">
            <a:off x="640722" y="2755206"/>
            <a:ext cx="1637119" cy="25457"/>
          </a:xfrm>
          <a:prstGeom prst="bentConnector2">
            <a:avLst/>
          </a:prstGeom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4" name="꺾인 연결선 723"/>
          <p:cNvCxnSpPr>
            <a:stCxn id="678" idx="0"/>
            <a:endCxn id="673" idx="3"/>
          </p:cNvCxnSpPr>
          <p:nvPr/>
        </p:nvCxnSpPr>
        <p:spPr>
          <a:xfrm rot="16200000" flipV="1">
            <a:off x="832715" y="2772851"/>
            <a:ext cx="1592116" cy="35168"/>
          </a:xfrm>
          <a:prstGeom prst="bentConnector2">
            <a:avLst/>
          </a:prstGeom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5" name="꺾인 연결선 724"/>
          <p:cNvCxnSpPr>
            <a:stCxn id="680" idx="0"/>
            <a:endCxn id="671" idx="3"/>
          </p:cNvCxnSpPr>
          <p:nvPr/>
        </p:nvCxnSpPr>
        <p:spPr>
          <a:xfrm rot="16200000" flipV="1">
            <a:off x="416039" y="2773754"/>
            <a:ext cx="1592116" cy="33363"/>
          </a:xfrm>
          <a:prstGeom prst="bentConnector2">
            <a:avLst/>
          </a:prstGeom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6" name="꺾인 연결선 725"/>
          <p:cNvCxnSpPr>
            <a:stCxn id="679" idx="0"/>
            <a:endCxn id="672" idx="1"/>
          </p:cNvCxnSpPr>
          <p:nvPr/>
        </p:nvCxnSpPr>
        <p:spPr>
          <a:xfrm rot="5400000" flipH="1" flipV="1">
            <a:off x="224047" y="2754304"/>
            <a:ext cx="1637119" cy="27262"/>
          </a:xfrm>
          <a:prstGeom prst="bentConnector2">
            <a:avLst/>
          </a:prstGeom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7" name="꺾인 연결선 726"/>
          <p:cNvCxnSpPr>
            <a:stCxn id="656" idx="0"/>
            <a:endCxn id="709" idx="0"/>
          </p:cNvCxnSpPr>
          <p:nvPr/>
        </p:nvCxnSpPr>
        <p:spPr>
          <a:xfrm rot="16200000" flipH="1" flipV="1">
            <a:off x="868938" y="3033575"/>
            <a:ext cx="4326" cy="509452"/>
          </a:xfrm>
          <a:prstGeom prst="bentConnector3">
            <a:avLst>
              <a:gd name="adj1" fmla="val -2805110"/>
            </a:avLst>
          </a:prstGeom>
          <a:ln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8" name="꺾인 연결선 727"/>
          <p:cNvCxnSpPr>
            <a:stCxn id="718" idx="0"/>
            <a:endCxn id="666" idx="0"/>
          </p:cNvCxnSpPr>
          <p:nvPr/>
        </p:nvCxnSpPr>
        <p:spPr>
          <a:xfrm rot="16200000" flipV="1">
            <a:off x="1807101" y="2605055"/>
            <a:ext cx="27189" cy="558193"/>
          </a:xfrm>
          <a:prstGeom prst="bentConnector3">
            <a:avLst>
              <a:gd name="adj1" fmla="val 509907"/>
            </a:avLst>
          </a:prstGeom>
          <a:ln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29" name="Picture 3" descr="C:\Users\ecoffey\AppData\Local\Temp\Rar$DRa1.410\30062_Device_printer_default_24.png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24941" y="2394447"/>
            <a:ext cx="139976" cy="886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730" name="직선 연결선 729"/>
          <p:cNvCxnSpPr/>
          <p:nvPr/>
        </p:nvCxnSpPr>
        <p:spPr>
          <a:xfrm>
            <a:off x="1766281" y="2259790"/>
            <a:ext cx="0" cy="150161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1" name="직선 연결선 730"/>
          <p:cNvCxnSpPr/>
          <p:nvPr/>
        </p:nvCxnSpPr>
        <p:spPr>
          <a:xfrm>
            <a:off x="1940272" y="2259806"/>
            <a:ext cx="0" cy="150161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32" name="Picture 25" descr="C:\Users\ecoffey\AppData\Local\Temp\Rar$DRa1.653\30059_Device_laptop_3145_unreachable_24.png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9200" y="2395834"/>
            <a:ext cx="139976" cy="886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33" name="Picture 25" descr="C:\Users\ecoffey\AppData\Local\Temp\Rar$DRa1.653\30059_Device_laptop_3145_unreachable_24.png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57546" y="2394447"/>
            <a:ext cx="139976" cy="886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34" name="Picture 3" descr="C:\Users\ecoffey\AppData\Local\Temp\Rar$DRa1.410\30062_Device_printer_default_24.png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24941" y="1933858"/>
            <a:ext cx="139976" cy="886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735" name="직선 연결선 734"/>
          <p:cNvCxnSpPr/>
          <p:nvPr/>
        </p:nvCxnSpPr>
        <p:spPr>
          <a:xfrm>
            <a:off x="1766281" y="1799200"/>
            <a:ext cx="0" cy="150161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6" name="직선 연결선 735"/>
          <p:cNvCxnSpPr/>
          <p:nvPr/>
        </p:nvCxnSpPr>
        <p:spPr>
          <a:xfrm>
            <a:off x="1940272" y="1799217"/>
            <a:ext cx="0" cy="150161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37" name="Picture 25" descr="C:\Users\ecoffey\AppData\Local\Temp\Rar$DRa1.653\30059_Device_laptop_3145_unreachable_24.png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9200" y="1935244"/>
            <a:ext cx="139976" cy="886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38" name="Picture 25" descr="C:\Users\ecoffey\AppData\Local\Temp\Rar$DRa1.653\30059_Device_laptop_3145_unreachable_24.png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57546" y="1933858"/>
            <a:ext cx="139976" cy="886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39" name="Picture 3" descr="C:\Users\ecoffey\AppData\Local\Temp\Rar$DRa1.410\30062_Device_printer_default_24.png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6484" y="2839877"/>
            <a:ext cx="127357" cy="85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40" name="Picture 25" descr="C:\Users\ecoffey\AppData\Local\Temp\Rar$DRa0.101\30060_Device_phone_unreachable_24.png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5441" y="2778862"/>
            <a:ext cx="127357" cy="85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41" name="Picture 25" descr="C:\Users\ecoffey\AppData\Local\Temp\Rar$DRa1.653\30059_Device_laptop_3145_unreachable_24.png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5441" y="2899692"/>
            <a:ext cx="127357" cy="85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42" name="Picture 25" descr="C:\Users\ecoffey\AppData\Local\Temp\Rar$DRa0.101\30060_Device_phone_unreachable_24.png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5880" y="2778862"/>
            <a:ext cx="127357" cy="85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43" name="Picture 25" descr="C:\Users\ecoffey\AppData\Local\Temp\Rar$DRa1.653\30059_Device_laptop_3145_unreachable_24.png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5880" y="2899692"/>
            <a:ext cx="127357" cy="85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744" name="직선 연결선 743"/>
          <p:cNvCxnSpPr>
            <a:stCxn id="740" idx="2"/>
            <a:endCxn id="741" idx="0"/>
          </p:cNvCxnSpPr>
          <p:nvPr/>
        </p:nvCxnSpPr>
        <p:spPr>
          <a:xfrm>
            <a:off x="779119" y="2864642"/>
            <a:ext cx="0" cy="35050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5" name="직선 연결선 744"/>
          <p:cNvCxnSpPr>
            <a:stCxn id="742" idx="2"/>
            <a:endCxn id="743" idx="0"/>
          </p:cNvCxnSpPr>
          <p:nvPr/>
        </p:nvCxnSpPr>
        <p:spPr>
          <a:xfrm>
            <a:off x="929558" y="2864642"/>
            <a:ext cx="0" cy="35050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6" name="직선 연결선 745"/>
          <p:cNvCxnSpPr/>
          <p:nvPr/>
        </p:nvCxnSpPr>
        <p:spPr>
          <a:xfrm>
            <a:off x="768425" y="2715463"/>
            <a:ext cx="0" cy="60064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7" name="직선 연결선 746"/>
          <p:cNvCxnSpPr/>
          <p:nvPr/>
        </p:nvCxnSpPr>
        <p:spPr>
          <a:xfrm>
            <a:off x="918864" y="2715463"/>
            <a:ext cx="0" cy="60064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48" name="Picture 3" descr="C:\Users\ecoffey\AppData\Local\Temp\Rar$DRa1.410\30062_Device_printer_default_24.png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5659" y="2359309"/>
            <a:ext cx="127357" cy="85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49" name="Picture 25" descr="C:\Users\ecoffey\AppData\Local\Temp\Rar$DRa0.101\30060_Device_phone_unreachable_24.png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4615" y="2298293"/>
            <a:ext cx="127357" cy="85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50" name="Picture 25" descr="C:\Users\ecoffey\AppData\Local\Temp\Rar$DRa1.653\30059_Device_laptop_3145_unreachable_24.png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4615" y="2419124"/>
            <a:ext cx="127357" cy="85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51" name="Picture 25" descr="C:\Users\ecoffey\AppData\Local\Temp\Rar$DRa0.101\30060_Device_phone_unreachable_24.png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5054" y="2298293"/>
            <a:ext cx="127357" cy="85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52" name="Picture 25" descr="C:\Users\ecoffey\AppData\Local\Temp\Rar$DRa1.653\30059_Device_laptop_3145_unreachable_24.png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5054" y="2419124"/>
            <a:ext cx="127357" cy="85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753" name="직선 연결선 752"/>
          <p:cNvCxnSpPr>
            <a:stCxn id="749" idx="2"/>
            <a:endCxn id="750" idx="0"/>
          </p:cNvCxnSpPr>
          <p:nvPr/>
        </p:nvCxnSpPr>
        <p:spPr>
          <a:xfrm>
            <a:off x="788293" y="2384074"/>
            <a:ext cx="0" cy="35050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4" name="직선 연결선 753"/>
          <p:cNvCxnSpPr>
            <a:stCxn id="751" idx="2"/>
            <a:endCxn id="752" idx="0"/>
          </p:cNvCxnSpPr>
          <p:nvPr/>
        </p:nvCxnSpPr>
        <p:spPr>
          <a:xfrm>
            <a:off x="938732" y="2384074"/>
            <a:ext cx="0" cy="35050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5" name="직선 연결선 754"/>
          <p:cNvCxnSpPr/>
          <p:nvPr/>
        </p:nvCxnSpPr>
        <p:spPr>
          <a:xfrm>
            <a:off x="777599" y="2234895"/>
            <a:ext cx="0" cy="60064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6" name="직선 연결선 755"/>
          <p:cNvCxnSpPr/>
          <p:nvPr/>
        </p:nvCxnSpPr>
        <p:spPr>
          <a:xfrm>
            <a:off x="928038" y="2234895"/>
            <a:ext cx="0" cy="60064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57" name="Picture 3" descr="C:\Users\ecoffey\AppData\Local\Temp\Rar$DRa1.410\30062_Device_printer_default_24.png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5659" y="1908776"/>
            <a:ext cx="127357" cy="85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58" name="Picture 25" descr="C:\Users\ecoffey\AppData\Local\Temp\Rar$DRa0.101\30060_Device_phone_unreachable_24.png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4615" y="1847761"/>
            <a:ext cx="127357" cy="85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59" name="Picture 25" descr="C:\Users\ecoffey\AppData\Local\Temp\Rar$DRa1.653\30059_Device_laptop_3145_unreachable_24.png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4615" y="1968591"/>
            <a:ext cx="127357" cy="85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60" name="Picture 25" descr="C:\Users\ecoffey\AppData\Local\Temp\Rar$DRa0.101\30060_Device_phone_unreachable_24.png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5054" y="1847761"/>
            <a:ext cx="127357" cy="85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61" name="Picture 25" descr="C:\Users\ecoffey\AppData\Local\Temp\Rar$DRa1.653\30059_Device_laptop_3145_unreachable_24.png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5054" y="1968591"/>
            <a:ext cx="127357" cy="85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762" name="직선 연결선 761"/>
          <p:cNvCxnSpPr>
            <a:stCxn id="758" idx="2"/>
            <a:endCxn id="759" idx="0"/>
          </p:cNvCxnSpPr>
          <p:nvPr/>
        </p:nvCxnSpPr>
        <p:spPr>
          <a:xfrm>
            <a:off x="788293" y="1933541"/>
            <a:ext cx="0" cy="35050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3" name="직선 연결선 762"/>
          <p:cNvCxnSpPr>
            <a:stCxn id="760" idx="2"/>
            <a:endCxn id="761" idx="0"/>
          </p:cNvCxnSpPr>
          <p:nvPr/>
        </p:nvCxnSpPr>
        <p:spPr>
          <a:xfrm>
            <a:off x="938732" y="1933541"/>
            <a:ext cx="0" cy="35050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4" name="직선 연결선 763"/>
          <p:cNvCxnSpPr/>
          <p:nvPr/>
        </p:nvCxnSpPr>
        <p:spPr>
          <a:xfrm>
            <a:off x="777599" y="1784362"/>
            <a:ext cx="0" cy="60064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5" name="직선 연결선 764"/>
          <p:cNvCxnSpPr/>
          <p:nvPr/>
        </p:nvCxnSpPr>
        <p:spPr>
          <a:xfrm>
            <a:off x="928038" y="1784362"/>
            <a:ext cx="0" cy="60064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6" name="꺾인 연결선 765"/>
          <p:cNvCxnSpPr>
            <a:stCxn id="664" idx="0"/>
            <a:endCxn id="739" idx="0"/>
          </p:cNvCxnSpPr>
          <p:nvPr/>
        </p:nvCxnSpPr>
        <p:spPr>
          <a:xfrm rot="16200000" flipV="1">
            <a:off x="862655" y="2607385"/>
            <a:ext cx="30680" cy="495663"/>
          </a:xfrm>
          <a:prstGeom prst="bentConnector3">
            <a:avLst>
              <a:gd name="adj1" fmla="val 511709"/>
            </a:avLst>
          </a:prstGeom>
          <a:ln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7" name="꺾인 연결선 766"/>
          <p:cNvCxnSpPr>
            <a:stCxn id="668" idx="0"/>
            <a:endCxn id="748" idx="0"/>
          </p:cNvCxnSpPr>
          <p:nvPr/>
        </p:nvCxnSpPr>
        <p:spPr>
          <a:xfrm rot="16200000" flipV="1">
            <a:off x="872271" y="2126376"/>
            <a:ext cx="20623" cy="486489"/>
          </a:xfrm>
          <a:prstGeom prst="bentConnector3">
            <a:avLst>
              <a:gd name="adj1" fmla="val 712479"/>
            </a:avLst>
          </a:prstGeom>
          <a:ln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8" name="꺾인 연결선 767"/>
          <p:cNvCxnSpPr>
            <a:stCxn id="734" idx="0"/>
            <a:endCxn id="674" idx="0"/>
          </p:cNvCxnSpPr>
          <p:nvPr/>
        </p:nvCxnSpPr>
        <p:spPr>
          <a:xfrm rot="16200000" flipV="1">
            <a:off x="1811006" y="1649935"/>
            <a:ext cx="14516" cy="553330"/>
          </a:xfrm>
          <a:prstGeom prst="bentConnector3">
            <a:avLst>
              <a:gd name="adj1" fmla="val 901925"/>
            </a:avLst>
          </a:prstGeom>
          <a:ln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9" name="꺾인 연결선 768"/>
          <p:cNvCxnSpPr>
            <a:stCxn id="729" idx="0"/>
            <a:endCxn id="670" idx="0"/>
          </p:cNvCxnSpPr>
          <p:nvPr/>
        </p:nvCxnSpPr>
        <p:spPr>
          <a:xfrm rot="16200000" flipV="1">
            <a:off x="1811006" y="2110525"/>
            <a:ext cx="14516" cy="553330"/>
          </a:xfrm>
          <a:prstGeom prst="bentConnector3">
            <a:avLst>
              <a:gd name="adj1" fmla="val 901925"/>
            </a:avLst>
          </a:prstGeom>
          <a:ln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0" name="꺾인 연결선 769"/>
          <p:cNvCxnSpPr>
            <a:stCxn id="672" idx="0"/>
            <a:endCxn id="757" idx="0"/>
          </p:cNvCxnSpPr>
          <p:nvPr/>
        </p:nvCxnSpPr>
        <p:spPr>
          <a:xfrm rot="16200000" flipV="1">
            <a:off x="877299" y="1670814"/>
            <a:ext cx="10566" cy="486489"/>
          </a:xfrm>
          <a:prstGeom prst="bentConnector3">
            <a:avLst>
              <a:gd name="adj1" fmla="val 1295405"/>
            </a:avLst>
          </a:prstGeom>
          <a:ln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1" name="직선 연결선 770"/>
          <p:cNvCxnSpPr/>
          <p:nvPr/>
        </p:nvCxnSpPr>
        <p:spPr>
          <a:xfrm>
            <a:off x="1445621" y="2415108"/>
            <a:ext cx="34794" cy="0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2" name="직선 연결선 771"/>
          <p:cNvCxnSpPr/>
          <p:nvPr/>
        </p:nvCxnSpPr>
        <p:spPr>
          <a:xfrm>
            <a:off x="1619608" y="2460318"/>
            <a:ext cx="34794" cy="0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3" name="직선 연결선 772"/>
          <p:cNvCxnSpPr/>
          <p:nvPr/>
        </p:nvCxnSpPr>
        <p:spPr>
          <a:xfrm>
            <a:off x="1445613" y="2910537"/>
            <a:ext cx="34794" cy="0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4" name="직선 연결선 773"/>
          <p:cNvCxnSpPr/>
          <p:nvPr/>
        </p:nvCxnSpPr>
        <p:spPr>
          <a:xfrm>
            <a:off x="1619600" y="2955747"/>
            <a:ext cx="34794" cy="0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5" name="직선 연결선 774"/>
          <p:cNvCxnSpPr/>
          <p:nvPr/>
        </p:nvCxnSpPr>
        <p:spPr>
          <a:xfrm>
            <a:off x="1445613" y="3316174"/>
            <a:ext cx="34794" cy="0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6" name="직선 연결선 775"/>
          <p:cNvCxnSpPr/>
          <p:nvPr/>
        </p:nvCxnSpPr>
        <p:spPr>
          <a:xfrm>
            <a:off x="1619600" y="3361384"/>
            <a:ext cx="34794" cy="0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7" name="직선 연결선 776"/>
          <p:cNvCxnSpPr/>
          <p:nvPr/>
        </p:nvCxnSpPr>
        <p:spPr>
          <a:xfrm>
            <a:off x="1028035" y="3316174"/>
            <a:ext cx="34794" cy="0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8" name="직선 연결선 777"/>
          <p:cNvCxnSpPr/>
          <p:nvPr/>
        </p:nvCxnSpPr>
        <p:spPr>
          <a:xfrm>
            <a:off x="1202022" y="3361384"/>
            <a:ext cx="34794" cy="0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9" name="직선 연결선 778"/>
          <p:cNvCxnSpPr/>
          <p:nvPr/>
        </p:nvCxnSpPr>
        <p:spPr>
          <a:xfrm>
            <a:off x="1028035" y="2895676"/>
            <a:ext cx="34794" cy="0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0" name="직선 연결선 779"/>
          <p:cNvCxnSpPr/>
          <p:nvPr/>
        </p:nvCxnSpPr>
        <p:spPr>
          <a:xfrm>
            <a:off x="1202022" y="2940886"/>
            <a:ext cx="34794" cy="0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1" name="직선 연결선 780"/>
          <p:cNvCxnSpPr/>
          <p:nvPr/>
        </p:nvCxnSpPr>
        <p:spPr>
          <a:xfrm>
            <a:off x="1028035" y="2409841"/>
            <a:ext cx="34794" cy="0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2" name="직선 연결선 781"/>
          <p:cNvCxnSpPr/>
          <p:nvPr/>
        </p:nvCxnSpPr>
        <p:spPr>
          <a:xfrm>
            <a:off x="1202022" y="2455051"/>
            <a:ext cx="34794" cy="0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3" name="꺾인 연결선 782"/>
          <p:cNvCxnSpPr>
            <a:stCxn id="678" idx="2"/>
            <a:endCxn id="654" idx="0"/>
          </p:cNvCxnSpPr>
          <p:nvPr/>
        </p:nvCxnSpPr>
        <p:spPr>
          <a:xfrm rot="16200000" flipH="1">
            <a:off x="1667528" y="3729439"/>
            <a:ext cx="1091331" cy="1133676"/>
          </a:xfrm>
          <a:prstGeom prst="bentConnector3">
            <a:avLst>
              <a:gd name="adj1" fmla="val 17178"/>
            </a:avLst>
          </a:prstGeom>
          <a:ln w="127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4" name="꺾인 연결선 783"/>
          <p:cNvCxnSpPr>
            <a:stCxn id="677" idx="2"/>
            <a:endCxn id="653" idx="0"/>
          </p:cNvCxnSpPr>
          <p:nvPr/>
        </p:nvCxnSpPr>
        <p:spPr>
          <a:xfrm rot="16200000" flipH="1">
            <a:off x="1446798" y="3750366"/>
            <a:ext cx="1091331" cy="1091821"/>
          </a:xfrm>
          <a:prstGeom prst="bentConnector3">
            <a:avLst>
              <a:gd name="adj1" fmla="val 21433"/>
            </a:avLst>
          </a:prstGeom>
          <a:ln w="127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5" name="꺾인 연결선 784"/>
          <p:cNvCxnSpPr>
            <a:stCxn id="680" idx="2"/>
            <a:endCxn id="652" idx="0"/>
          </p:cNvCxnSpPr>
          <p:nvPr/>
        </p:nvCxnSpPr>
        <p:spPr>
          <a:xfrm rot="16200000" flipH="1">
            <a:off x="1098258" y="3881131"/>
            <a:ext cx="1097374" cy="836334"/>
          </a:xfrm>
          <a:prstGeom prst="bentConnector3">
            <a:avLst>
              <a:gd name="adj1" fmla="val 32244"/>
            </a:avLst>
          </a:prstGeom>
          <a:ln w="127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6" name="꺾인 연결선 785"/>
          <p:cNvCxnSpPr>
            <a:stCxn id="679" idx="2"/>
            <a:endCxn id="651" idx="0"/>
          </p:cNvCxnSpPr>
          <p:nvPr/>
        </p:nvCxnSpPr>
        <p:spPr>
          <a:xfrm rot="16200000" flipH="1">
            <a:off x="877528" y="3902058"/>
            <a:ext cx="1097374" cy="794479"/>
          </a:xfrm>
          <a:prstGeom prst="bentConnector3">
            <a:avLst>
              <a:gd name="adj1" fmla="val 35632"/>
            </a:avLst>
          </a:prstGeom>
          <a:ln w="127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7" name="직사각형 167"/>
          <p:cNvSpPr>
            <a:spLocks noChangeArrowheads="1"/>
          </p:cNvSpPr>
          <p:nvPr/>
        </p:nvSpPr>
        <p:spPr bwMode="auto">
          <a:xfrm>
            <a:off x="2170139" y="3008721"/>
            <a:ext cx="960907" cy="2631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>
            <a:spAutoFit/>
          </a:bodyPr>
          <a:lstStyle/>
          <a:p>
            <a:pPr marL="0" lvl="1" algn="ctr" defTabSz="1135063" eaLnBrk="0" latinLnBrk="0" hangingPunct="0">
              <a:lnSpc>
                <a:spcPct val="90000"/>
              </a:lnSpc>
              <a:buClr>
                <a:srgbClr val="3271AA"/>
              </a:buClr>
              <a:buSzPct val="140000"/>
              <a:tabLst>
                <a:tab pos="6149975" algn="l"/>
              </a:tabLst>
              <a:defRPr/>
            </a:pPr>
            <a:r>
              <a:rPr lang="ko-KR" altLang="en-US" sz="100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Rix고딕 B" pitchFamily="18" charset="-127"/>
                <a:ea typeface="Rix고딕 B" pitchFamily="18" charset="-127"/>
              </a:rPr>
              <a:t>관제실 이전</a:t>
            </a:r>
            <a:endParaRPr lang="en-US" altLang="ko-KR" sz="1000" spc="-100" dirty="0">
              <a:solidFill>
                <a:schemeClr val="tx1">
                  <a:lumMod val="75000"/>
                  <a:lumOff val="25000"/>
                </a:schemeClr>
              </a:solidFill>
              <a:latin typeface="Rix고딕 B" pitchFamily="18" charset="-127"/>
              <a:ea typeface="Rix고딕 B" pitchFamily="18" charset="-127"/>
            </a:endParaRPr>
          </a:p>
          <a:p>
            <a:pPr marL="0" lvl="1" algn="ctr" defTabSz="1135063" eaLnBrk="0" latinLnBrk="0" hangingPunct="0">
              <a:lnSpc>
                <a:spcPct val="90000"/>
              </a:lnSpc>
              <a:buClr>
                <a:srgbClr val="3271AA"/>
              </a:buClr>
              <a:buSzPct val="140000"/>
              <a:tabLst>
                <a:tab pos="6149975" algn="l"/>
              </a:tabLst>
              <a:defRPr/>
            </a:pPr>
            <a:r>
              <a:rPr lang="en-US" altLang="ko-KR" sz="90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Rix고딕 B" pitchFamily="18" charset="-127"/>
                <a:ea typeface="Rix고딕 B" pitchFamily="18" charset="-127"/>
              </a:rPr>
              <a:t>(</a:t>
            </a:r>
            <a:r>
              <a:rPr lang="ko-KR" altLang="en-US" sz="900" spc="-1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Rix고딕 B" pitchFamily="18" charset="-127"/>
                <a:ea typeface="Rix고딕 B" pitchFamily="18" charset="-127"/>
              </a:rPr>
              <a:t>신규 영상장비도입</a:t>
            </a:r>
            <a:r>
              <a:rPr lang="en-US" altLang="ko-KR" sz="90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Rix고딕 B" pitchFamily="18" charset="-127"/>
                <a:ea typeface="Rix고딕 B" pitchFamily="18" charset="-127"/>
              </a:rPr>
              <a:t>)</a:t>
            </a:r>
            <a:endParaRPr lang="ko-KR" altLang="en-US" sz="900" spc="-100" dirty="0">
              <a:solidFill>
                <a:schemeClr val="tx1">
                  <a:lumMod val="75000"/>
                  <a:lumOff val="25000"/>
                </a:schemeClr>
              </a:solidFill>
              <a:latin typeface="Rix고딕 B" pitchFamily="18" charset="-127"/>
              <a:ea typeface="Rix고딕 B" pitchFamily="18" charset="-127"/>
            </a:endParaRPr>
          </a:p>
        </p:txBody>
      </p:sp>
      <p:sp>
        <p:nvSpPr>
          <p:cNvPr id="788" name="모서리가 둥근 직사각형 787"/>
          <p:cNvSpPr/>
          <p:nvPr/>
        </p:nvSpPr>
        <p:spPr>
          <a:xfrm>
            <a:off x="576843" y="3497073"/>
            <a:ext cx="328233" cy="360229"/>
          </a:xfrm>
          <a:prstGeom prst="roundRect">
            <a:avLst/>
          </a:prstGeom>
          <a:noFill/>
          <a:ln w="12700"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89" name="모서리가 둥근 직사각형 788"/>
          <p:cNvSpPr/>
          <p:nvPr/>
        </p:nvSpPr>
        <p:spPr>
          <a:xfrm>
            <a:off x="606849" y="6710036"/>
            <a:ext cx="288701" cy="344832"/>
          </a:xfrm>
          <a:prstGeom prst="roundRect">
            <a:avLst/>
          </a:prstGeom>
          <a:noFill/>
          <a:ln w="12700"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90" name="모서리가 둥근 직사각형 789"/>
          <p:cNvSpPr/>
          <p:nvPr/>
        </p:nvSpPr>
        <p:spPr>
          <a:xfrm>
            <a:off x="3271504" y="6199584"/>
            <a:ext cx="699035" cy="360229"/>
          </a:xfrm>
          <a:prstGeom prst="roundRect">
            <a:avLst/>
          </a:prstGeom>
          <a:noFill/>
          <a:ln w="12700"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91" name="모서리가 둥근 직사각형 790"/>
          <p:cNvSpPr/>
          <p:nvPr/>
        </p:nvSpPr>
        <p:spPr>
          <a:xfrm>
            <a:off x="4096407" y="6227267"/>
            <a:ext cx="1078624" cy="324797"/>
          </a:xfrm>
          <a:prstGeom prst="roundRect">
            <a:avLst>
              <a:gd name="adj" fmla="val 6881"/>
            </a:avLst>
          </a:prstGeom>
          <a:noFill/>
          <a:ln w="12700"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92" name="모서리가 둥근 직사각형 791"/>
          <p:cNvSpPr/>
          <p:nvPr/>
        </p:nvSpPr>
        <p:spPr>
          <a:xfrm>
            <a:off x="5771358" y="6227267"/>
            <a:ext cx="642448" cy="324797"/>
          </a:xfrm>
          <a:prstGeom prst="roundRect">
            <a:avLst>
              <a:gd name="adj" fmla="val 6881"/>
            </a:avLst>
          </a:prstGeom>
          <a:noFill/>
          <a:ln w="12700"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93" name="모서리가 둥근 직사각형 792"/>
          <p:cNvSpPr/>
          <p:nvPr/>
        </p:nvSpPr>
        <p:spPr>
          <a:xfrm>
            <a:off x="4355771" y="1890150"/>
            <a:ext cx="238064" cy="5107538"/>
          </a:xfrm>
          <a:prstGeom prst="roundRect">
            <a:avLst>
              <a:gd name="adj" fmla="val 6881"/>
            </a:avLst>
          </a:prstGeom>
          <a:noFill/>
          <a:ln w="12700"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94" name="모서리가 둥근 직사각형 793"/>
          <p:cNvSpPr/>
          <p:nvPr/>
        </p:nvSpPr>
        <p:spPr>
          <a:xfrm>
            <a:off x="5377927" y="6229620"/>
            <a:ext cx="317634" cy="324797"/>
          </a:xfrm>
          <a:prstGeom prst="roundRect">
            <a:avLst>
              <a:gd name="adj" fmla="val 6881"/>
            </a:avLst>
          </a:prstGeom>
          <a:noFill/>
          <a:ln w="12700"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2" name="그룹 1"/>
          <p:cNvGrpSpPr/>
          <p:nvPr/>
        </p:nvGrpSpPr>
        <p:grpSpPr>
          <a:xfrm>
            <a:off x="359377" y="4284558"/>
            <a:ext cx="1054000" cy="1543081"/>
            <a:chOff x="359377" y="4284558"/>
            <a:chExt cx="1054000" cy="1543081"/>
          </a:xfrm>
        </p:grpSpPr>
        <p:sp>
          <p:nvSpPr>
            <p:cNvPr id="820" name="Rectangle 60"/>
            <p:cNvSpPr>
              <a:spLocks noChangeArrowheads="1"/>
            </p:cNvSpPr>
            <p:nvPr/>
          </p:nvSpPr>
          <p:spPr bwMode="auto">
            <a:xfrm>
              <a:off x="359377" y="4286308"/>
              <a:ext cx="1053910" cy="1541331"/>
            </a:xfrm>
            <a:prstGeom prst="roundRect">
              <a:avLst>
                <a:gd name="adj" fmla="val 857"/>
              </a:avLst>
            </a:prstGeom>
            <a:solidFill>
              <a:schemeClr val="bg1"/>
            </a:solidFill>
            <a:ln w="9525">
              <a:solidFill>
                <a:schemeClr val="bg1">
                  <a:lumMod val="75000"/>
                </a:schemeClr>
              </a:solidFill>
              <a:prstDash val="soli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100" kern="1200">
                  <a:solidFill>
                    <a:schemeClr val="tx1"/>
                  </a:solidFill>
                  <a:latin typeface="가는각진제목체" pitchFamily="18" charset="-127"/>
                  <a:ea typeface="가는각진제목체" pitchFamily="18" charset="-127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100" kern="1200">
                  <a:solidFill>
                    <a:schemeClr val="tx1"/>
                  </a:solidFill>
                  <a:latin typeface="가는각진제목체" pitchFamily="18" charset="-127"/>
                  <a:ea typeface="가는각진제목체" pitchFamily="18" charset="-127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100" kern="1200">
                  <a:solidFill>
                    <a:schemeClr val="tx1"/>
                  </a:solidFill>
                  <a:latin typeface="가는각진제목체" pitchFamily="18" charset="-127"/>
                  <a:ea typeface="가는각진제목체" pitchFamily="18" charset="-127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100" kern="1200">
                  <a:solidFill>
                    <a:schemeClr val="tx1"/>
                  </a:solidFill>
                  <a:latin typeface="가는각진제목체" pitchFamily="18" charset="-127"/>
                  <a:ea typeface="가는각진제목체" pitchFamily="18" charset="-127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100" kern="1200">
                  <a:solidFill>
                    <a:schemeClr val="tx1"/>
                  </a:solidFill>
                  <a:latin typeface="가는각진제목체" pitchFamily="18" charset="-127"/>
                  <a:ea typeface="가는각진제목체" pitchFamily="18" charset="-127"/>
                  <a:cs typeface="+mn-cs"/>
                </a:defRPr>
              </a:lvl5pPr>
              <a:lvl6pPr marL="2286000" algn="l" defTabSz="914400" rtl="0" eaLnBrk="1" latinLnBrk="1" hangingPunct="1">
                <a:defRPr kumimoji="1" sz="1100" kern="1200">
                  <a:solidFill>
                    <a:schemeClr val="tx1"/>
                  </a:solidFill>
                  <a:latin typeface="가는각진제목체" pitchFamily="18" charset="-127"/>
                  <a:ea typeface="가는각진제목체" pitchFamily="18" charset="-127"/>
                  <a:cs typeface="+mn-cs"/>
                </a:defRPr>
              </a:lvl6pPr>
              <a:lvl7pPr marL="2743200" algn="l" defTabSz="914400" rtl="0" eaLnBrk="1" latinLnBrk="1" hangingPunct="1">
                <a:defRPr kumimoji="1" sz="1100" kern="1200">
                  <a:solidFill>
                    <a:schemeClr val="tx1"/>
                  </a:solidFill>
                  <a:latin typeface="가는각진제목체" pitchFamily="18" charset="-127"/>
                  <a:ea typeface="가는각진제목체" pitchFamily="18" charset="-127"/>
                  <a:cs typeface="+mn-cs"/>
                </a:defRPr>
              </a:lvl7pPr>
              <a:lvl8pPr marL="3200400" algn="l" defTabSz="914400" rtl="0" eaLnBrk="1" latinLnBrk="1" hangingPunct="1">
                <a:defRPr kumimoji="1" sz="1100" kern="1200">
                  <a:solidFill>
                    <a:schemeClr val="tx1"/>
                  </a:solidFill>
                  <a:latin typeface="가는각진제목체" pitchFamily="18" charset="-127"/>
                  <a:ea typeface="가는각진제목체" pitchFamily="18" charset="-127"/>
                  <a:cs typeface="+mn-cs"/>
                </a:defRPr>
              </a:lvl8pPr>
              <a:lvl9pPr marL="3657600" algn="l" defTabSz="914400" rtl="0" eaLnBrk="1" latinLnBrk="1" hangingPunct="1">
                <a:defRPr kumimoji="1" sz="1100" kern="1200">
                  <a:solidFill>
                    <a:schemeClr val="tx1"/>
                  </a:solidFill>
                  <a:latin typeface="가는각진제목체" pitchFamily="18" charset="-127"/>
                  <a:ea typeface="가는각진제목체" pitchFamily="18" charset="-127"/>
                  <a:cs typeface="+mn-cs"/>
                </a:defRPr>
              </a:lvl9pPr>
            </a:lstStyle>
            <a:p>
              <a:pPr marL="339725" indent="-339725" algn="ctr" defTabSz="1042988" latinLnBrk="0">
                <a:lnSpc>
                  <a:spcPct val="110000"/>
                </a:lnSpc>
                <a:buClr>
                  <a:srgbClr val="3271AA"/>
                </a:buClr>
                <a:buSzPct val="140000"/>
                <a:tabLst>
                  <a:tab pos="5648325" algn="l"/>
                </a:tabLst>
                <a:defRPr/>
              </a:pPr>
              <a:endParaRPr kumimoji="0" lang="en-US" altLang="ko-KR" sz="900" dirty="0">
                <a:solidFill>
                  <a:prstClr val="black">
                    <a:lumMod val="85000"/>
                    <a:lumOff val="15000"/>
                  </a:prstClr>
                </a:solidFill>
                <a:latin typeface="-윤고딕140" pitchFamily="18" charset="-127"/>
                <a:ea typeface="-윤고딕140" pitchFamily="18" charset="-127"/>
                <a:sym typeface="Monotype Sorts"/>
              </a:endParaRPr>
            </a:p>
          </p:txBody>
        </p:sp>
        <p:sp>
          <p:nvSpPr>
            <p:cNvPr id="821" name="직사각형 820"/>
            <p:cNvSpPr/>
            <p:nvPr/>
          </p:nvSpPr>
          <p:spPr bwMode="auto">
            <a:xfrm>
              <a:off x="360469" y="4284558"/>
              <a:ext cx="1052908" cy="217840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 w="6350">
              <a:noFill/>
              <a:miter lim="800000"/>
              <a:headEnd/>
              <a:tailEnd/>
            </a:ln>
          </p:spPr>
          <p:txBody>
            <a:bodyPr wrap="none" lIns="0" tIns="0" rIns="0" bIns="0" anchor="ctr"/>
            <a:lstStyle/>
            <a:p>
              <a:pPr marL="0" lvl="1" indent="-339725" algn="ctr" defTabSz="1135063" eaLnBrk="0" latinLnBrk="0" hangingPunct="0">
                <a:lnSpc>
                  <a:spcPct val="90000"/>
                </a:lnSpc>
                <a:buClr>
                  <a:srgbClr val="3271AA"/>
                </a:buClr>
                <a:buSzPct val="140000"/>
                <a:tabLst>
                  <a:tab pos="6149975" algn="l"/>
                </a:tabLst>
                <a:defRPr/>
              </a:pPr>
              <a:r>
                <a:rPr lang="ko-KR" altLang="en-US" sz="1000" spc="-100" dirty="0">
                  <a:solidFill>
                    <a:schemeClr val="bg1"/>
                  </a:solidFill>
                  <a:latin typeface="Rix고딕 B" pitchFamily="18" charset="-127"/>
                  <a:ea typeface="Rix고딕 B" pitchFamily="18" charset="-127"/>
                  <a:sym typeface="Monotype Sorts"/>
                </a:rPr>
                <a:t>범 례</a:t>
              </a:r>
              <a:endParaRPr lang="en-US" altLang="ko-KR" sz="1000" spc="-100" dirty="0">
                <a:solidFill>
                  <a:schemeClr val="bg1"/>
                </a:solidFill>
                <a:latin typeface="Rix고딕 B" pitchFamily="18" charset="-127"/>
                <a:ea typeface="Rix고딕 B" pitchFamily="18" charset="-127"/>
                <a:sym typeface="Monotype Sorts"/>
              </a:endParaRPr>
            </a:p>
          </p:txBody>
        </p:sp>
        <p:pic>
          <p:nvPicPr>
            <p:cNvPr id="822" name="Picture 49" descr="C:\Users\ecoffey\AppData\Local\Temp\Rar$DRa0.206\30066__Device_route_switch_processor_unknown_64.png"/>
            <p:cNvPicPr>
              <a:picLocks noChangeAspect="1" noChangeArrowheads="1"/>
            </p:cNvPicPr>
            <p:nvPr/>
          </p:nvPicPr>
          <p:blipFill>
            <a:blip r:embed="rId2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4983" r="16275"/>
            <a:stretch>
              <a:fillRect/>
            </a:stretch>
          </p:blipFill>
          <p:spPr bwMode="auto">
            <a:xfrm>
              <a:off x="520808" y="4541806"/>
              <a:ext cx="143117" cy="1801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23" name="TextBox 1122"/>
            <p:cNvSpPr txBox="1">
              <a:spLocks noChangeArrowheads="1"/>
            </p:cNvSpPr>
            <p:nvPr/>
          </p:nvSpPr>
          <p:spPr bwMode="auto">
            <a:xfrm>
              <a:off x="751237" y="4538376"/>
              <a:ext cx="487881" cy="1837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36000" tIns="36000" rIns="36000" bIns="36000">
              <a:spAutoFit/>
            </a:bodyPr>
            <a:lstStyle>
              <a:lvl1pPr eaLnBrk="0" hangingPunct="0">
                <a:defRPr kumimoji="1" sz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 sz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 sz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 sz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 sz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marL="0" lvl="1" indent="-339725" defTabSz="1135063" latinLnBrk="0">
                <a:lnSpc>
                  <a:spcPct val="90000"/>
                </a:lnSpc>
                <a:buClr>
                  <a:srgbClr val="3271AA"/>
                </a:buClr>
                <a:buSzPct val="140000"/>
                <a:tabLst>
                  <a:tab pos="6149975" algn="l"/>
                </a:tabLst>
                <a:defRPr/>
              </a:pPr>
              <a:r>
                <a:rPr lang="ko-KR" altLang="en-US" sz="800" spc="-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백본 스위치</a:t>
              </a:r>
              <a:endParaRPr lang="en-US" altLang="ko-KR" sz="80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  <p:pic>
          <p:nvPicPr>
            <p:cNvPr id="824" name="Picture 20" descr="C:\Users\ecoffey\AppData\Local\Temp\Rar$DRa0.608\30080_Device_switch_unknown_64.png"/>
            <p:cNvPicPr>
              <a:picLocks noChangeAspect="1" noChangeArrowheads="1"/>
            </p:cNvPicPr>
            <p:nvPr/>
          </p:nvPicPr>
          <p:blipFill>
            <a:blip r:embed="rId2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1780" y="4792106"/>
              <a:ext cx="219075" cy="900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25" name="TextBox 1124"/>
            <p:cNvSpPr txBox="1">
              <a:spLocks noChangeArrowheads="1"/>
            </p:cNvSpPr>
            <p:nvPr/>
          </p:nvSpPr>
          <p:spPr bwMode="auto">
            <a:xfrm>
              <a:off x="751237" y="4752778"/>
              <a:ext cx="662049" cy="1837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36000" tIns="36000" rIns="36000" bIns="36000">
              <a:spAutoFit/>
            </a:bodyPr>
            <a:lstStyle>
              <a:lvl1pPr eaLnBrk="0" hangingPunct="0">
                <a:defRPr kumimoji="1" sz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 sz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 sz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 sz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 sz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marL="0" lvl="1" indent="-339725" defTabSz="1135063" latinLnBrk="0">
                <a:lnSpc>
                  <a:spcPct val="90000"/>
                </a:lnSpc>
                <a:buClr>
                  <a:srgbClr val="3271AA"/>
                </a:buClr>
                <a:buSzPct val="140000"/>
                <a:tabLst>
                  <a:tab pos="6149975" algn="l"/>
                </a:tabLst>
                <a:defRPr/>
              </a:pPr>
              <a:r>
                <a:rPr lang="ko-KR" altLang="en-US" sz="800" spc="-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워크그룹 스위치</a:t>
              </a:r>
              <a:endParaRPr lang="en-US" altLang="ko-KR" sz="80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  <p:grpSp>
          <p:nvGrpSpPr>
            <p:cNvPr id="826" name="그룹 825"/>
            <p:cNvGrpSpPr/>
            <p:nvPr/>
          </p:nvGrpSpPr>
          <p:grpSpPr>
            <a:xfrm>
              <a:off x="438112" y="4944967"/>
              <a:ext cx="278354" cy="180193"/>
              <a:chOff x="10479360" y="6778511"/>
              <a:chExt cx="487680" cy="502305"/>
            </a:xfrm>
          </p:grpSpPr>
          <p:pic>
            <p:nvPicPr>
              <p:cNvPr id="827" name="Picture 10" descr="C:\Users\ecoffey\AppData\Local\Temp\Rar$DRa0.151\30086_Device_telepresence3000_unknown_64.png"/>
              <p:cNvPicPr>
                <a:picLocks noChangeAspect="1" noChangeArrowheads="1"/>
              </p:cNvPicPr>
              <p:nvPr/>
            </p:nvPicPr>
            <p:blipFill rotWithShape="1"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19053" b="24803"/>
              <a:stretch/>
            </p:blipFill>
            <p:spPr bwMode="auto">
              <a:xfrm>
                <a:off x="10479360" y="7007013"/>
                <a:ext cx="487680" cy="273803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828" name="Picture 10" descr="C:\Users\ecoffey\AppData\Local\Temp\Rar$DRa0.151\30086_Device_telepresence3000_unknown_64.png"/>
              <p:cNvPicPr>
                <a:picLocks noChangeAspect="1" noChangeArrowheads="1"/>
              </p:cNvPicPr>
              <p:nvPr/>
            </p:nvPicPr>
            <p:blipFill rotWithShape="1"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19053" b="24803"/>
              <a:stretch/>
            </p:blipFill>
            <p:spPr bwMode="auto">
              <a:xfrm>
                <a:off x="10479360" y="6892837"/>
                <a:ext cx="487680" cy="273803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829" name="Picture 10" descr="C:\Users\ecoffey\AppData\Local\Temp\Rar$DRa0.151\30086_Device_telepresence3000_unknown_64.png"/>
              <p:cNvPicPr>
                <a:picLocks noChangeAspect="1" noChangeArrowheads="1"/>
              </p:cNvPicPr>
              <p:nvPr/>
            </p:nvPicPr>
            <p:blipFill rotWithShape="1"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19053" b="24803"/>
              <a:stretch/>
            </p:blipFill>
            <p:spPr bwMode="auto">
              <a:xfrm>
                <a:off x="10479360" y="6778511"/>
                <a:ext cx="487680" cy="273803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830" name="TextBox 1126"/>
            <p:cNvSpPr txBox="1">
              <a:spLocks noChangeArrowheads="1"/>
            </p:cNvSpPr>
            <p:nvPr/>
          </p:nvSpPr>
          <p:spPr bwMode="auto">
            <a:xfrm>
              <a:off x="751237" y="4967180"/>
              <a:ext cx="487881" cy="1837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36000" tIns="36000" rIns="36000" bIns="36000">
              <a:spAutoFit/>
            </a:bodyPr>
            <a:lstStyle>
              <a:lvl1pPr eaLnBrk="0" hangingPunct="0">
                <a:defRPr kumimoji="1" sz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 sz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 sz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 sz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 sz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marL="0" lvl="1" indent="-339725" defTabSz="1135063" latinLnBrk="0">
                <a:lnSpc>
                  <a:spcPct val="90000"/>
                </a:lnSpc>
                <a:buClr>
                  <a:srgbClr val="3271AA"/>
                </a:buClr>
                <a:buSzPct val="140000"/>
                <a:tabLst>
                  <a:tab pos="6149975" algn="l"/>
                </a:tabLst>
                <a:defRPr/>
              </a:pPr>
              <a:r>
                <a:rPr lang="ko-KR" altLang="en-US" sz="800" spc="-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영상 시스템</a:t>
              </a:r>
              <a:endParaRPr lang="en-US" altLang="ko-KR" sz="80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  <p:grpSp>
          <p:nvGrpSpPr>
            <p:cNvPr id="831" name="그룹 830"/>
            <p:cNvGrpSpPr/>
            <p:nvPr/>
          </p:nvGrpSpPr>
          <p:grpSpPr>
            <a:xfrm>
              <a:off x="472911" y="5155855"/>
              <a:ext cx="208766" cy="180193"/>
              <a:chOff x="9791865" y="7537552"/>
              <a:chExt cx="234209" cy="261378"/>
            </a:xfrm>
          </p:grpSpPr>
          <p:pic>
            <p:nvPicPr>
              <p:cNvPr id="832" name="Picture 19" descr="C:\Users\ecoffey\AppData\Local\Temp\Rar$DRa0.210\30048_Device_nac_appliance_unknown_24.png"/>
              <p:cNvPicPr>
                <a:picLocks noChangeAspect="1" noChangeArrowheads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9791865" y="7537552"/>
                <a:ext cx="162201" cy="162201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833" name="Picture 19" descr="C:\Users\ecoffey\AppData\Local\Temp\Rar$DRa0.210\30048_Device_nac_appliance_unknown_24.png"/>
              <p:cNvPicPr>
                <a:picLocks noChangeAspect="1" noChangeArrowheads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9831640" y="7587398"/>
                <a:ext cx="162201" cy="162201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834" name="Picture 19" descr="C:\Users\ecoffey\AppData\Local\Temp\Rar$DRa0.210\30048_Device_nac_appliance_unknown_24.png"/>
              <p:cNvPicPr>
                <a:picLocks noChangeAspect="1" noChangeArrowheads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9863873" y="7636729"/>
                <a:ext cx="162201" cy="162201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pic>
          <p:nvPicPr>
            <p:cNvPr id="835" name="Picture 22" descr="C:\Users\ecoffey\AppData\Local\Temp\Rar$DRa0.760\Cisco Instant Message and Presence\Png_64_24_16\Unknown\Cisco-Instant-Message-and-Presence_unknown_64.png"/>
            <p:cNvPicPr>
              <a:picLocks noChangeAspect="1" noChangeArrowheads="1"/>
            </p:cNvPicPr>
            <p:nvPr/>
          </p:nvPicPr>
          <p:blipFill>
            <a:blip r:embed="rId2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0699" y="5359716"/>
              <a:ext cx="208766" cy="18019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36" name="Picture 20" descr="C:\Users\ecoffey\AppData\Local\Temp\Rar$DRa0.759\30077_Device_standard_host_unknown_64.png"/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67549" y="5593651"/>
              <a:ext cx="234520" cy="18019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837" name="TextBox 1126"/>
            <p:cNvSpPr txBox="1">
              <a:spLocks noChangeArrowheads="1"/>
            </p:cNvSpPr>
            <p:nvPr/>
          </p:nvSpPr>
          <p:spPr bwMode="auto">
            <a:xfrm>
              <a:off x="751237" y="5181582"/>
              <a:ext cx="475057" cy="1837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36000" tIns="36000" rIns="36000" bIns="36000">
              <a:spAutoFit/>
            </a:bodyPr>
            <a:lstStyle>
              <a:lvl1pPr eaLnBrk="0" hangingPunct="0">
                <a:defRPr kumimoji="1" sz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 sz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 sz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 sz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 sz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marL="0" lvl="1" indent="-339725" defTabSz="1135063" latinLnBrk="0">
                <a:lnSpc>
                  <a:spcPct val="90000"/>
                </a:lnSpc>
                <a:buClr>
                  <a:srgbClr val="3271AA"/>
                </a:buClr>
                <a:buSzPct val="140000"/>
                <a:tabLst>
                  <a:tab pos="6149975" algn="l"/>
                </a:tabLst>
                <a:defRPr/>
              </a:pPr>
              <a:r>
                <a:rPr lang="en-US" altLang="ko-KR" sz="800" spc="-1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IP</a:t>
              </a:r>
              <a:r>
                <a:rPr lang="ko-KR" altLang="en-US" sz="800" spc="-1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관리체계</a:t>
              </a:r>
              <a:endParaRPr lang="en-US" altLang="ko-KR" sz="80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  <p:sp>
          <p:nvSpPr>
            <p:cNvPr id="838" name="TextBox 1126"/>
            <p:cNvSpPr txBox="1">
              <a:spLocks noChangeArrowheads="1"/>
            </p:cNvSpPr>
            <p:nvPr/>
          </p:nvSpPr>
          <p:spPr bwMode="auto">
            <a:xfrm>
              <a:off x="751237" y="5395984"/>
              <a:ext cx="553604" cy="1837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36000" tIns="36000" rIns="36000" bIns="36000">
              <a:spAutoFit/>
            </a:bodyPr>
            <a:lstStyle>
              <a:lvl1pPr eaLnBrk="0" hangingPunct="0">
                <a:defRPr kumimoji="1" sz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 sz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 sz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 sz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 sz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marL="0" lvl="1" indent="-339725" defTabSz="1135063" latinLnBrk="0">
                <a:lnSpc>
                  <a:spcPct val="90000"/>
                </a:lnSpc>
                <a:buClr>
                  <a:srgbClr val="3271AA"/>
                </a:buClr>
                <a:buSzPct val="140000"/>
                <a:tabLst>
                  <a:tab pos="6149975" algn="l"/>
                </a:tabLst>
                <a:defRPr/>
              </a:pPr>
              <a:r>
                <a:rPr lang="ko-KR" altLang="en-US" sz="800" spc="-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문자전송체계</a:t>
              </a:r>
              <a:endParaRPr lang="en-US" altLang="ko-KR" sz="80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  <p:sp>
          <p:nvSpPr>
            <p:cNvPr id="839" name="TextBox 1126"/>
            <p:cNvSpPr txBox="1">
              <a:spLocks noChangeArrowheads="1"/>
            </p:cNvSpPr>
            <p:nvPr/>
          </p:nvSpPr>
          <p:spPr bwMode="auto">
            <a:xfrm>
              <a:off x="751237" y="5610385"/>
              <a:ext cx="487881" cy="1837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36000" tIns="36000" rIns="36000" bIns="36000">
              <a:spAutoFit/>
            </a:bodyPr>
            <a:lstStyle>
              <a:lvl1pPr eaLnBrk="0" hangingPunct="0">
                <a:defRPr kumimoji="1" sz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 sz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 sz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 sz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 sz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marL="0" lvl="1" indent="-339725" defTabSz="1135063" latinLnBrk="0">
                <a:lnSpc>
                  <a:spcPct val="90000"/>
                </a:lnSpc>
                <a:buClr>
                  <a:srgbClr val="3271AA"/>
                </a:buClr>
                <a:buSzPct val="140000"/>
                <a:tabLst>
                  <a:tab pos="6149975" algn="l"/>
                </a:tabLst>
                <a:defRPr/>
              </a:pPr>
              <a:r>
                <a:rPr lang="ko-KR" altLang="en-US" sz="800" spc="-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항온 항습기</a:t>
              </a:r>
              <a:endParaRPr lang="en-US" altLang="ko-KR" sz="80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Rix고딕 L" panose="02020603020101020101" pitchFamily="18" charset="-127"/>
                <a:ea typeface="Rix고딕 L" panose="02020603020101020101" pitchFamily="18" charset="-127"/>
              </a:endParaRPr>
            </a:p>
          </p:txBody>
        </p:sp>
      </p:grpSp>
      <p:sp>
        <p:nvSpPr>
          <p:cNvPr id="797" name="Rectangle 78"/>
          <p:cNvSpPr>
            <a:spLocks noChangeArrowheads="1"/>
          </p:cNvSpPr>
          <p:nvPr/>
        </p:nvSpPr>
        <p:spPr bwMode="auto">
          <a:xfrm>
            <a:off x="3070298" y="1461486"/>
            <a:ext cx="1124368" cy="279305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rgbClr val="081422"/>
              </a:gs>
            </a:gsLst>
            <a:lin ang="5400000" scaled="0"/>
          </a:gradFill>
          <a:ln>
            <a:noFill/>
          </a:ln>
          <a:effectLst/>
          <a:scene3d>
            <a:camera prst="orthographicFront"/>
            <a:lightRig rig="threePt" dir="t"/>
          </a:scene3d>
          <a:sp3d>
            <a:bevelT h="63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lvl="1" algn="ctr" defTabSz="1135063" eaLnBrk="0" latinLnBrk="0" hangingPunct="0">
              <a:lnSpc>
                <a:spcPct val="90000"/>
              </a:lnSpc>
              <a:buClr>
                <a:srgbClr val="3271AA"/>
              </a:buClr>
              <a:buSzPct val="140000"/>
              <a:tabLst>
                <a:tab pos="6149975" algn="l"/>
              </a:tabLst>
            </a:pPr>
            <a:r>
              <a:rPr lang="ko-KR" altLang="en-US" sz="1400" spc="-100" dirty="0" smtClean="0">
                <a:solidFill>
                  <a:schemeClr val="bg1"/>
                </a:solidFill>
                <a:latin typeface="Rix고딕 B" pitchFamily="18" charset="-127"/>
                <a:ea typeface="Rix고딕 B" pitchFamily="18" charset="-127"/>
                <a:sym typeface="Monotype Sorts"/>
              </a:rPr>
              <a:t>별관</a:t>
            </a:r>
            <a:r>
              <a:rPr lang="en-US" altLang="ko-KR" sz="1400" spc="-100" dirty="0" smtClean="0">
                <a:solidFill>
                  <a:schemeClr val="bg1"/>
                </a:solidFill>
                <a:latin typeface="Rix고딕 B" pitchFamily="18" charset="-127"/>
                <a:ea typeface="Rix고딕 B" pitchFamily="18" charset="-127"/>
                <a:sym typeface="Monotype Sorts"/>
              </a:rPr>
              <a:t>(A </a:t>
            </a:r>
            <a:r>
              <a:rPr lang="ko-KR" altLang="en-US" sz="1400" spc="-100" dirty="0" smtClean="0">
                <a:solidFill>
                  <a:schemeClr val="bg1"/>
                </a:solidFill>
                <a:latin typeface="Rix고딕 B" pitchFamily="18" charset="-127"/>
                <a:ea typeface="Rix고딕 B" pitchFamily="18" charset="-127"/>
                <a:sym typeface="Monotype Sorts"/>
              </a:rPr>
              <a:t>건물</a:t>
            </a:r>
            <a:r>
              <a:rPr lang="en-US" altLang="ko-KR" sz="1400" spc="-100" dirty="0" smtClean="0">
                <a:solidFill>
                  <a:schemeClr val="bg1"/>
                </a:solidFill>
                <a:latin typeface="Rix고딕 B" pitchFamily="18" charset="-127"/>
                <a:ea typeface="Rix고딕 B" pitchFamily="18" charset="-127"/>
                <a:sym typeface="Monotype Sorts"/>
              </a:rPr>
              <a:t>)</a:t>
            </a:r>
            <a:endParaRPr lang="en-US" altLang="ko-KR" sz="1400" spc="-100" dirty="0">
              <a:solidFill>
                <a:schemeClr val="bg1"/>
              </a:solidFill>
              <a:latin typeface="Rix고딕 B" pitchFamily="18" charset="-127"/>
              <a:ea typeface="Rix고딕 B" pitchFamily="18" charset="-127"/>
              <a:sym typeface="Monotype Sorts"/>
            </a:endParaRPr>
          </a:p>
        </p:txBody>
      </p:sp>
      <p:sp>
        <p:nvSpPr>
          <p:cNvPr id="798" name="TextBox 797"/>
          <p:cNvSpPr txBox="1"/>
          <p:nvPr/>
        </p:nvSpPr>
        <p:spPr>
          <a:xfrm>
            <a:off x="6451029" y="2808405"/>
            <a:ext cx="466785" cy="349088"/>
          </a:xfrm>
          <a:prstGeom prst="rect">
            <a:avLst/>
          </a:prstGeom>
          <a:solidFill>
            <a:schemeClr val="bg1">
              <a:lumMod val="75000"/>
            </a:schemeClr>
          </a:solidFill>
          <a:ln w="6350">
            <a:noFill/>
          </a:ln>
          <a:effectLst>
            <a:innerShdw blurRad="63500" dist="25400" dir="18900000">
              <a:prstClr val="black">
                <a:alpha val="21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ko-KR"/>
            </a:defPPr>
            <a:lvl1pPr algn="ctr" defTabSz="1042988" eaLnBrk="0" latinLnBrk="0" hangingPunct="0">
              <a:lnSpc>
                <a:spcPct val="110000"/>
              </a:lnSpc>
              <a:buClr>
                <a:schemeClr val="tx1">
                  <a:lumMod val="85000"/>
                  <a:lumOff val="15000"/>
                </a:schemeClr>
              </a:buClr>
              <a:buSzPct val="80000"/>
              <a:tabLst>
                <a:tab pos="5648325" algn="l"/>
              </a:tabLst>
              <a:defRPr kumimoji="0" sz="1000"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lvl="1" algn="ctr" defTabSz="1135063" eaLnBrk="0" latinLnBrk="0" hangingPunct="0">
              <a:lnSpc>
                <a:spcPct val="90000"/>
              </a:lnSpc>
              <a:buClr>
                <a:srgbClr val="3271AA"/>
              </a:buClr>
              <a:buSzPct val="140000"/>
              <a:tabLst>
                <a:tab pos="6149975" algn="l"/>
              </a:tabLst>
              <a:defRPr/>
            </a:pPr>
            <a:r>
              <a:rPr lang="en-US" altLang="ko-KR" sz="1000" spc="-1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Rix고딕 B" pitchFamily="18" charset="-127"/>
                <a:ea typeface="Rix고딕 B" pitchFamily="18" charset="-127"/>
              </a:rPr>
              <a:t>8F</a:t>
            </a:r>
            <a:endParaRPr lang="en-US" altLang="ko-KR" sz="1000" spc="-100" dirty="0">
              <a:solidFill>
                <a:schemeClr val="tx1">
                  <a:lumMod val="75000"/>
                  <a:lumOff val="25000"/>
                </a:schemeClr>
              </a:solidFill>
              <a:latin typeface="Rix고딕 B" pitchFamily="18" charset="-127"/>
              <a:ea typeface="Rix고딕 B" pitchFamily="18" charset="-127"/>
            </a:endParaRPr>
          </a:p>
          <a:p>
            <a:pPr marL="0" lvl="1" algn="ctr" defTabSz="1135063" eaLnBrk="0" latinLnBrk="0" hangingPunct="0">
              <a:lnSpc>
                <a:spcPct val="90000"/>
              </a:lnSpc>
              <a:buClr>
                <a:srgbClr val="3271AA"/>
              </a:buClr>
              <a:buSzPct val="140000"/>
              <a:tabLst>
                <a:tab pos="6149975" algn="l"/>
              </a:tabLst>
              <a:defRPr/>
            </a:pPr>
            <a:r>
              <a:rPr lang="en-US" altLang="ko-KR" sz="1000" spc="-1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Rix고딕 B" pitchFamily="18" charset="-127"/>
                <a:ea typeface="Rix고딕 B" pitchFamily="18" charset="-127"/>
              </a:rPr>
              <a:t>I</a:t>
            </a:r>
            <a:r>
              <a:rPr lang="ko-KR" altLang="en-US" sz="1000" spc="-1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Rix고딕 B" pitchFamily="18" charset="-127"/>
                <a:ea typeface="Rix고딕 B" pitchFamily="18" charset="-127"/>
              </a:rPr>
              <a:t>기관</a:t>
            </a:r>
            <a:endParaRPr lang="ko-KR" altLang="en-US" sz="1000" spc="-100" dirty="0">
              <a:solidFill>
                <a:schemeClr val="tx1">
                  <a:lumMod val="75000"/>
                  <a:lumOff val="25000"/>
                </a:schemeClr>
              </a:solidFill>
              <a:latin typeface="Rix고딕 B" pitchFamily="18" charset="-127"/>
              <a:ea typeface="Rix고딕 B" pitchFamily="18" charset="-127"/>
            </a:endParaRPr>
          </a:p>
        </p:txBody>
      </p:sp>
      <p:sp>
        <p:nvSpPr>
          <p:cNvPr id="799" name="TextBox 798"/>
          <p:cNvSpPr txBox="1"/>
          <p:nvPr/>
        </p:nvSpPr>
        <p:spPr>
          <a:xfrm>
            <a:off x="6451028" y="2328626"/>
            <a:ext cx="466785" cy="349088"/>
          </a:xfrm>
          <a:prstGeom prst="rect">
            <a:avLst/>
          </a:prstGeom>
          <a:solidFill>
            <a:schemeClr val="bg1">
              <a:lumMod val="75000"/>
            </a:schemeClr>
          </a:solidFill>
          <a:ln w="6350">
            <a:noFill/>
          </a:ln>
          <a:effectLst>
            <a:innerShdw blurRad="63500" dist="25400" dir="18900000">
              <a:prstClr val="black">
                <a:alpha val="21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ko-KR"/>
            </a:defPPr>
            <a:lvl1pPr algn="ctr" defTabSz="1042988" eaLnBrk="0" latinLnBrk="0" hangingPunct="0">
              <a:lnSpc>
                <a:spcPct val="110000"/>
              </a:lnSpc>
              <a:buClr>
                <a:schemeClr val="tx1">
                  <a:lumMod val="85000"/>
                  <a:lumOff val="15000"/>
                </a:schemeClr>
              </a:buClr>
              <a:buSzPct val="80000"/>
              <a:tabLst>
                <a:tab pos="5648325" algn="l"/>
              </a:tabLst>
              <a:defRPr kumimoji="0" sz="1000"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lvl="1" algn="ctr" defTabSz="1135063" eaLnBrk="0" latinLnBrk="0" hangingPunct="0">
              <a:lnSpc>
                <a:spcPct val="90000"/>
              </a:lnSpc>
              <a:buClr>
                <a:srgbClr val="3271AA"/>
              </a:buClr>
              <a:buSzPct val="140000"/>
              <a:tabLst>
                <a:tab pos="6149975" algn="l"/>
              </a:tabLst>
              <a:defRPr/>
            </a:pPr>
            <a:r>
              <a:rPr lang="en-US" altLang="ko-KR" sz="1000" spc="-1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Rix고딕 B" pitchFamily="18" charset="-127"/>
                <a:ea typeface="Rix고딕 B" pitchFamily="18" charset="-127"/>
              </a:rPr>
              <a:t>9F</a:t>
            </a:r>
            <a:endParaRPr lang="en-US" altLang="ko-KR" sz="1000" spc="-100" dirty="0">
              <a:solidFill>
                <a:schemeClr val="tx1">
                  <a:lumMod val="75000"/>
                  <a:lumOff val="25000"/>
                </a:schemeClr>
              </a:solidFill>
              <a:latin typeface="Rix고딕 B" pitchFamily="18" charset="-127"/>
              <a:ea typeface="Rix고딕 B" pitchFamily="18" charset="-127"/>
            </a:endParaRPr>
          </a:p>
          <a:p>
            <a:pPr marL="0" lvl="1" algn="ctr" defTabSz="1135063" eaLnBrk="0" latinLnBrk="0" hangingPunct="0">
              <a:lnSpc>
                <a:spcPct val="90000"/>
              </a:lnSpc>
              <a:buClr>
                <a:srgbClr val="3271AA"/>
              </a:buClr>
              <a:buSzPct val="140000"/>
              <a:tabLst>
                <a:tab pos="6149975" algn="l"/>
              </a:tabLst>
              <a:defRPr/>
            </a:pPr>
            <a:r>
              <a:rPr lang="en-US" altLang="ko-KR" sz="1000" spc="-1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Rix고딕 B" pitchFamily="18" charset="-127"/>
                <a:ea typeface="Rix고딕 B" pitchFamily="18" charset="-127"/>
              </a:rPr>
              <a:t>J</a:t>
            </a:r>
            <a:r>
              <a:rPr lang="ko-KR" altLang="en-US" sz="1000" spc="-1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Rix고딕 B" pitchFamily="18" charset="-127"/>
                <a:ea typeface="Rix고딕 B" pitchFamily="18" charset="-127"/>
              </a:rPr>
              <a:t>기관</a:t>
            </a:r>
            <a:endParaRPr lang="ko-KR" altLang="en-US" sz="1000" spc="-100" dirty="0">
              <a:solidFill>
                <a:schemeClr val="tx1">
                  <a:lumMod val="75000"/>
                  <a:lumOff val="25000"/>
                </a:schemeClr>
              </a:solidFill>
              <a:latin typeface="Rix고딕 B" pitchFamily="18" charset="-127"/>
              <a:ea typeface="Rix고딕 B" pitchFamily="18" charset="-127"/>
            </a:endParaRPr>
          </a:p>
        </p:txBody>
      </p:sp>
      <p:sp>
        <p:nvSpPr>
          <p:cNvPr id="800" name="모서리가 둥근 직사각형 799"/>
          <p:cNvSpPr/>
          <p:nvPr/>
        </p:nvSpPr>
        <p:spPr>
          <a:xfrm>
            <a:off x="1637005" y="3132559"/>
            <a:ext cx="569535" cy="317501"/>
          </a:xfrm>
          <a:prstGeom prst="roundRect">
            <a:avLst/>
          </a:prstGeom>
          <a:noFill/>
          <a:ln w="12700"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518299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G:\work\다원아이씨티\국방전산정보원\이미지들-16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12984" y="2075810"/>
            <a:ext cx="4730750" cy="4432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04" name="제목 1"/>
          <p:cNvSpPr txBox="1">
            <a:spLocks/>
          </p:cNvSpPr>
          <p:nvPr/>
        </p:nvSpPr>
        <p:spPr>
          <a:xfrm>
            <a:off x="1152636" y="321227"/>
            <a:ext cx="3264463" cy="421098"/>
          </a:xfrm>
          <a:prstGeom prst="rect">
            <a:avLst/>
          </a:prstGeom>
        </p:spPr>
        <p:txBody>
          <a:bodyPr lIns="96487" tIns="48244" rIns="96487" bIns="48244"/>
          <a:lstStyle>
            <a:lvl1pPr algn="l" defTabSz="995690" rtl="0" eaLnBrk="1" latinLnBrk="1" hangingPunct="1">
              <a:spcBef>
                <a:spcPct val="0"/>
              </a:spcBef>
              <a:buNone/>
              <a:defRPr sz="3500" kern="1200">
                <a:solidFill>
                  <a:schemeClr val="tx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+mj-cs"/>
              </a:defRPr>
            </a:lvl1pPr>
          </a:lstStyle>
          <a:p>
            <a:r>
              <a:rPr lang="en-US" altLang="ko-KR" sz="1900" spc="-96" dirty="0">
                <a:solidFill>
                  <a:schemeClr val="tx2">
                    <a:lumMod val="50000"/>
                  </a:schemeClr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2. </a:t>
            </a:r>
            <a:r>
              <a:rPr lang="ko-KR" altLang="en-US" sz="1900" spc="-96" dirty="0">
                <a:solidFill>
                  <a:schemeClr val="tx2">
                    <a:lumMod val="50000"/>
                  </a:schemeClr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네트워크 구축 방안</a:t>
            </a:r>
          </a:p>
        </p:txBody>
      </p:sp>
      <p:grpSp>
        <p:nvGrpSpPr>
          <p:cNvPr id="2105" name="그룹 2104"/>
          <p:cNvGrpSpPr/>
          <p:nvPr/>
        </p:nvGrpSpPr>
        <p:grpSpPr>
          <a:xfrm>
            <a:off x="0" y="868564"/>
            <a:ext cx="10693400" cy="498994"/>
            <a:chOff x="0" y="778175"/>
            <a:chExt cx="11518770" cy="498994"/>
          </a:xfrm>
        </p:grpSpPr>
        <p:sp>
          <p:nvSpPr>
            <p:cNvPr id="2106" name="직사각형 2105"/>
            <p:cNvSpPr/>
            <p:nvPr/>
          </p:nvSpPr>
          <p:spPr>
            <a:xfrm>
              <a:off x="0" y="778175"/>
              <a:ext cx="11518770" cy="49899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2700" cap="rnd" cmpd="sng">
              <a:noFill/>
              <a:prstDash val="solid"/>
              <a:headEnd type="none" w="lg" len="med"/>
              <a:tailEnd type="none" w="lg" len="med"/>
            </a:ln>
            <a:effectLst/>
          </p:spPr>
          <p:style>
            <a:lnRef idx="1">
              <a:schemeClr val="accent5"/>
            </a:lnRef>
            <a:fillRef idx="3">
              <a:schemeClr val="accent5"/>
            </a:fillRef>
            <a:effectRef idx="2">
              <a:schemeClr val="accent5"/>
            </a:effectRef>
            <a:fontRef idx="minor">
              <a:schemeClr val="lt1"/>
            </a:fontRef>
          </p:style>
          <p:txBody>
            <a:bodyPr wrap="none" lIns="99569" tIns="172873" rIns="99569" bIns="49785"/>
            <a:lstStyle/>
            <a:p>
              <a:pPr algn="ctr" latinLnBrk="0"/>
              <a:endParaRPr lang="ko-KR" altLang="en-US" sz="1700" b="1" dirty="0">
                <a:gradFill>
                  <a:gsLst>
                    <a:gs pos="0">
                      <a:prstClr val="white"/>
                    </a:gs>
                    <a:gs pos="100000">
                      <a:prstClr val="white"/>
                    </a:gs>
                  </a:gsLst>
                  <a:lin ang="5400000" scaled="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고도 B" panose="02000503000000020004" pitchFamily="2" charset="-127"/>
                <a:ea typeface="고도 B" panose="02000503000000020004" pitchFamily="2" charset="-127"/>
              </a:endParaRPr>
            </a:p>
          </p:txBody>
        </p:sp>
        <p:sp>
          <p:nvSpPr>
            <p:cNvPr id="2107" name="TextBox 2106"/>
            <p:cNvSpPr txBox="1"/>
            <p:nvPr/>
          </p:nvSpPr>
          <p:spPr>
            <a:xfrm>
              <a:off x="433815" y="840817"/>
              <a:ext cx="1179358" cy="369332"/>
            </a:xfrm>
            <a:prstGeom prst="rect">
              <a:avLst/>
            </a:prstGeom>
            <a:noFill/>
            <a:ln w="6350">
              <a:noFill/>
            </a:ln>
            <a:effectLst/>
            <a:scene3d>
              <a:camera prst="orthographicFront"/>
              <a:lightRig rig="threePt" dir="t"/>
            </a:scene3d>
            <a:sp3d>
              <a:bevelT w="0" h="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 anchorCtr="0">
              <a:spAutoFit/>
              <a:sp3d>
                <a:bevelT w="0" h="0"/>
                <a:contourClr>
                  <a:schemeClr val="bg1"/>
                </a:contourClr>
              </a:sp3d>
            </a:bodyPr>
            <a:lstStyle>
              <a:defPPr>
                <a:defRPr lang="ko-KR"/>
              </a:defPPr>
              <a:lvl1pPr lvl="0" indent="0" defTabSz="801639" latinLnBrk="0">
                <a:lnSpc>
                  <a:spcPct val="100000"/>
                </a:lnSpc>
                <a:spcBef>
                  <a:spcPts val="88"/>
                </a:spcBef>
                <a:spcAft>
                  <a:spcPts val="88"/>
                </a:spcAft>
                <a:defRPr sz="2400" spc="0">
                  <a:ln>
                    <a:solidFill>
                      <a:prstClr val="white">
                        <a:alpha val="10000"/>
                      </a:prstClr>
                    </a:solidFill>
                  </a:ln>
                  <a:solidFill>
                    <a:prstClr val="white"/>
                  </a:solidFill>
                  <a:effectLst/>
                  <a:latin typeface="나눔고딕 ExtraBold" panose="020D0904000000000000" pitchFamily="50" charset="-127"/>
                  <a:ea typeface="나눔고딕 ExtraBold" panose="020D0904000000000000" pitchFamily="50" charset="-127"/>
                </a:defRPr>
              </a:lvl1pPr>
            </a:lstStyle>
            <a:p>
              <a:r>
                <a:rPr lang="ko-KR" altLang="en-US" spc="-150" dirty="0">
                  <a:solidFill>
                    <a:schemeClr val="tx1"/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</a:rPr>
                <a:t>목표 구성</a:t>
              </a:r>
            </a:p>
          </p:txBody>
        </p:sp>
        <p:sp>
          <p:nvSpPr>
            <p:cNvPr id="2108" name="직사각형 2107"/>
            <p:cNvSpPr/>
            <p:nvPr/>
          </p:nvSpPr>
          <p:spPr>
            <a:xfrm>
              <a:off x="1817416" y="817281"/>
              <a:ext cx="9414068" cy="380168"/>
            </a:xfrm>
            <a:prstGeom prst="rect">
              <a:avLst/>
            </a:prstGeom>
          </p:spPr>
          <p:txBody>
            <a:bodyPr/>
            <a:lstStyle/>
            <a:p>
              <a:pPr marL="0" lvl="1">
                <a:spcBef>
                  <a:spcPct val="0"/>
                </a:spcBef>
              </a:pPr>
              <a:r>
                <a:rPr lang="ko-KR" altLang="en-US" spc="-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</a:rPr>
                <a:t>안정적 업무 지원 및 서비스 제공을 위해 최적의 백본 및 워크그룹 스위치를 구축 합니다</a:t>
              </a:r>
              <a:r>
                <a:rPr lang="en-US" altLang="ko-KR" spc="-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</a:rPr>
                <a:t>.</a:t>
              </a:r>
            </a:p>
          </p:txBody>
        </p:sp>
        <p:cxnSp>
          <p:nvCxnSpPr>
            <p:cNvPr id="2109" name="직선 연결선 2108"/>
            <p:cNvCxnSpPr/>
            <p:nvPr/>
          </p:nvCxnSpPr>
          <p:spPr>
            <a:xfrm>
              <a:off x="1781276" y="851717"/>
              <a:ext cx="0" cy="315104"/>
            </a:xfrm>
            <a:prstGeom prst="line">
              <a:avLst/>
            </a:prstGeom>
            <a:ln w="38100">
              <a:solidFill>
                <a:srgbClr val="1B91C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736" name="Picture 25" descr="C:\Users\ecoffey\AppData\Local\Temp\Rar$DRa0.324\30072_Device_server_unreachable_24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892" r="9285"/>
          <a:stretch>
            <a:fillRect/>
          </a:stretch>
        </p:blipFill>
        <p:spPr bwMode="auto">
          <a:xfrm>
            <a:off x="2338070" y="2946805"/>
            <a:ext cx="120464" cy="211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37" name="Picture 25" descr="C:\Users\ecoffey\AppData\Local\Temp\Rar$DRa0.324\30072_Device_server_unreachable_24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892" r="9285"/>
          <a:stretch>
            <a:fillRect/>
          </a:stretch>
        </p:blipFill>
        <p:spPr bwMode="auto">
          <a:xfrm>
            <a:off x="2041085" y="2952768"/>
            <a:ext cx="119271" cy="211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750" name="직선 연결선 749"/>
          <p:cNvCxnSpPr/>
          <p:nvPr/>
        </p:nvCxnSpPr>
        <p:spPr>
          <a:xfrm>
            <a:off x="4644776" y="1971167"/>
            <a:ext cx="405522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1" name="타원 750"/>
          <p:cNvSpPr/>
          <p:nvPr/>
        </p:nvSpPr>
        <p:spPr>
          <a:xfrm rot="5400000">
            <a:off x="4749138" y="1959835"/>
            <a:ext cx="200376" cy="77527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ko-K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sz="12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sz="12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sz="12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sz="12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ko-KR" altLang="en-US" sz="1050" dirty="0"/>
          </a:p>
        </p:txBody>
      </p:sp>
      <p:sp>
        <p:nvSpPr>
          <p:cNvPr id="752" name="TextBox 225"/>
          <p:cNvSpPr txBox="1">
            <a:spLocks noChangeArrowheads="1"/>
          </p:cNvSpPr>
          <p:nvPr/>
        </p:nvSpPr>
        <p:spPr bwMode="auto">
          <a:xfrm>
            <a:off x="4606676" y="1728072"/>
            <a:ext cx="486030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defPPr>
              <a:defRPr lang="ko-K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sz="1200" kern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sz="1200" kern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sz="1200" kern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sz="1200" kern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+mn-cs"/>
              </a:defRPr>
            </a:lvl9pPr>
          </a:lstStyle>
          <a:p>
            <a:pPr eaLnBrk="1" hangingPunct="1"/>
            <a:r>
              <a:rPr lang="en-US" altLang="ko-KR" sz="800" b="1" dirty="0">
                <a:latin typeface="Rix고딕 B" panose="02020603020101020101" pitchFamily="18" charset="-127"/>
                <a:ea typeface="Rix고딕 B" panose="02020603020101020101" pitchFamily="18" charset="-127"/>
              </a:rPr>
              <a:t>40G*2</a:t>
            </a:r>
            <a:endParaRPr lang="ko-KR" altLang="en-US" sz="800" b="1" dirty="0">
              <a:latin typeface="Rix고딕 B" panose="02020603020101020101" pitchFamily="18" charset="-127"/>
              <a:ea typeface="Rix고딕 B" panose="02020603020101020101" pitchFamily="18" charset="-127"/>
            </a:endParaRPr>
          </a:p>
        </p:txBody>
      </p:sp>
      <p:cxnSp>
        <p:nvCxnSpPr>
          <p:cNvPr id="753" name="꺾인 연결선 752"/>
          <p:cNvCxnSpPr>
            <a:stCxn id="766" idx="3"/>
          </p:cNvCxnSpPr>
          <p:nvPr/>
        </p:nvCxnSpPr>
        <p:spPr>
          <a:xfrm flipV="1">
            <a:off x="4923871" y="2163193"/>
            <a:ext cx="258818" cy="382861"/>
          </a:xfrm>
          <a:prstGeom prst="bentConnector2">
            <a:avLst/>
          </a:prstGeom>
          <a:ln w="19050">
            <a:solidFill>
              <a:srgbClr val="0070C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4" name="꺾인 연결선 753"/>
          <p:cNvCxnSpPr>
            <a:stCxn id="771" idx="1"/>
          </p:cNvCxnSpPr>
          <p:nvPr/>
        </p:nvCxnSpPr>
        <p:spPr>
          <a:xfrm rot="10800000">
            <a:off x="4513578" y="2163193"/>
            <a:ext cx="239735" cy="90646"/>
          </a:xfrm>
          <a:prstGeom prst="bentConnector2">
            <a:avLst/>
          </a:prstGeom>
          <a:ln w="19050">
            <a:solidFill>
              <a:srgbClr val="0070C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5" name="직선 연결선 764"/>
          <p:cNvCxnSpPr/>
          <p:nvPr/>
        </p:nvCxnSpPr>
        <p:spPr>
          <a:xfrm>
            <a:off x="4644776" y="2022453"/>
            <a:ext cx="405522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66" name="Picture 20" descr="C:\Users\ecoffey\AppData\Local\Temp\Rar$DRa0.608\30080_Device_switch_unknown_64.pn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53312" y="2505502"/>
            <a:ext cx="170558" cy="811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67" name="Picture 20" descr="C:\Users\ecoffey\AppData\Local\Temp\Rar$DRa0.608\30080_Device_switch_unknown_64.pn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53312" y="2447058"/>
            <a:ext cx="170558" cy="811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68" name="Picture 20" descr="C:\Users\ecoffey\AppData\Local\Temp\Rar$DRa0.608\30080_Device_switch_unknown_64.pn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53312" y="2389808"/>
            <a:ext cx="170558" cy="811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69" name="Picture 20" descr="C:\Users\ecoffey\AppData\Local\Temp\Rar$DRa0.608\30080_Device_switch_unknown_64.pn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53312" y="2330173"/>
            <a:ext cx="170558" cy="811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70" name="Picture 20" descr="C:\Users\ecoffey\AppData\Local\Temp\Rar$DRa0.608\30080_Device_switch_unknown_64.pn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53312" y="2271730"/>
            <a:ext cx="170558" cy="811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71" name="Picture 20" descr="C:\Users\ecoffey\AppData\Local\Temp\Rar$DRa0.608\30080_Device_switch_unknown_64.pn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53312" y="2213287"/>
            <a:ext cx="170558" cy="811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72" name="Picture 20" descr="C:\Users\ecoffey\AppData\Local\Temp\Rar$DRa0.608\30080_Device_switch_unknown_64.pn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53312" y="2925336"/>
            <a:ext cx="170558" cy="811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73" name="Picture 20" descr="C:\Users\ecoffey\AppData\Local\Temp\Rar$DRa0.608\30080_Device_switch_unknown_64.pn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53312" y="2866893"/>
            <a:ext cx="170558" cy="811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74" name="Picture 20" descr="C:\Users\ecoffey\AppData\Local\Temp\Rar$DRa0.608\30080_Device_switch_unknown_64.pn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53312" y="2808451"/>
            <a:ext cx="170558" cy="811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75" name="Picture 20" descr="C:\Users\ecoffey\AppData\Local\Temp\Rar$DRa0.608\30080_Device_switch_unknown_64.pn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53312" y="2748815"/>
            <a:ext cx="170558" cy="811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76" name="Picture 20" descr="C:\Users\ecoffey\AppData\Local\Temp\Rar$DRa0.608\30080_Device_switch_unknown_64.pn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53312" y="2690372"/>
            <a:ext cx="170558" cy="811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88" name="Picture 20" descr="C:\Users\ecoffey\AppData\Local\Temp\Rar$DRa0.608\30080_Device_switch_unknown_64.pn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53312" y="2631929"/>
            <a:ext cx="170558" cy="811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789" name="꺾인 연결선 788"/>
          <p:cNvCxnSpPr>
            <a:stCxn id="788" idx="1"/>
          </p:cNvCxnSpPr>
          <p:nvPr/>
        </p:nvCxnSpPr>
        <p:spPr>
          <a:xfrm rot="10800000">
            <a:off x="4513578" y="2163193"/>
            <a:ext cx="239735" cy="509288"/>
          </a:xfrm>
          <a:prstGeom prst="bentConnector2">
            <a:avLst/>
          </a:prstGeom>
          <a:ln w="19050">
            <a:solidFill>
              <a:srgbClr val="0070C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90" name="Picture 20" descr="C:\Users\ecoffey\AppData\Local\Temp\Rar$DRa0.608\30080_Device_switch_unknown_64.pn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58083" y="3361869"/>
            <a:ext cx="170558" cy="811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91" name="Picture 20" descr="C:\Users\ecoffey\AppData\Local\Temp\Rar$DRa0.608\30080_Device_switch_unknown_64.pn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58083" y="3304619"/>
            <a:ext cx="170558" cy="811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92" name="Picture 20" descr="C:\Users\ecoffey\AppData\Local\Temp\Rar$DRa0.608\30080_Device_switch_unknown_64.pn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58083" y="3246176"/>
            <a:ext cx="170558" cy="811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93" name="Picture 20" descr="C:\Users\ecoffey\AppData\Local\Temp\Rar$DRa0.608\30080_Device_switch_unknown_64.pn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58083" y="3186540"/>
            <a:ext cx="170558" cy="811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94" name="Picture 20" descr="C:\Users\ecoffey\AppData\Local\Temp\Rar$DRa0.608\30080_Device_switch_unknown_64.pn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58083" y="3128097"/>
            <a:ext cx="170558" cy="811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95" name="Picture 20" descr="C:\Users\ecoffey\AppData\Local\Temp\Rar$DRa0.608\30080_Device_switch_unknown_64.pn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58083" y="3069654"/>
            <a:ext cx="170558" cy="811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96" name="Picture 20" descr="C:\Users\ecoffey\AppData\Local\Temp\Rar$DRa0.608\30080_Device_switch_unknown_64.pn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58083" y="3790052"/>
            <a:ext cx="170558" cy="811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97" name="Picture 20" descr="C:\Users\ecoffey\AppData\Local\Temp\Rar$DRa0.608\30080_Device_switch_unknown_64.pn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58083" y="3732802"/>
            <a:ext cx="170558" cy="811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98" name="Picture 20" descr="C:\Users\ecoffey\AppData\Local\Temp\Rar$DRa0.608\30080_Device_switch_unknown_64.pn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58083" y="3674360"/>
            <a:ext cx="170558" cy="811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99" name="Picture 20" descr="C:\Users\ecoffey\AppData\Local\Temp\Rar$DRa0.608\30080_Device_switch_unknown_64.pn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58083" y="3614724"/>
            <a:ext cx="170558" cy="811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00" name="Picture 20" descr="C:\Users\ecoffey\AppData\Local\Temp\Rar$DRa0.608\30080_Device_switch_unknown_64.pn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58083" y="3556281"/>
            <a:ext cx="170558" cy="811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01" name="Picture 20" descr="C:\Users\ecoffey\AppData\Local\Temp\Rar$DRa0.608\30080_Device_switch_unknown_64.pn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58083" y="3497838"/>
            <a:ext cx="170558" cy="811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802" name="꺾인 연결선 801"/>
          <p:cNvCxnSpPr>
            <a:stCxn id="772" idx="3"/>
          </p:cNvCxnSpPr>
          <p:nvPr/>
        </p:nvCxnSpPr>
        <p:spPr>
          <a:xfrm flipV="1">
            <a:off x="4923871" y="2163193"/>
            <a:ext cx="258818" cy="802696"/>
          </a:xfrm>
          <a:prstGeom prst="bentConnector2">
            <a:avLst/>
          </a:prstGeom>
          <a:ln w="19050">
            <a:solidFill>
              <a:srgbClr val="0070C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3" name="꺾인 연결선 802"/>
          <p:cNvCxnSpPr>
            <a:stCxn id="790" idx="3"/>
          </p:cNvCxnSpPr>
          <p:nvPr/>
        </p:nvCxnSpPr>
        <p:spPr>
          <a:xfrm flipV="1">
            <a:off x="4928641" y="2163193"/>
            <a:ext cx="254047" cy="1239228"/>
          </a:xfrm>
          <a:prstGeom prst="bentConnector2">
            <a:avLst/>
          </a:prstGeom>
          <a:ln w="19050">
            <a:solidFill>
              <a:srgbClr val="0070C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4" name="꺾인 연결선 803"/>
          <p:cNvCxnSpPr>
            <a:stCxn id="796" idx="3"/>
          </p:cNvCxnSpPr>
          <p:nvPr/>
        </p:nvCxnSpPr>
        <p:spPr>
          <a:xfrm flipV="1">
            <a:off x="4928641" y="2163193"/>
            <a:ext cx="254047" cy="1667412"/>
          </a:xfrm>
          <a:prstGeom prst="bentConnector2">
            <a:avLst/>
          </a:prstGeom>
          <a:ln w="19050">
            <a:solidFill>
              <a:srgbClr val="0070C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6" name="꺾인 연결선 805"/>
          <p:cNvCxnSpPr>
            <a:stCxn id="820" idx="3"/>
          </p:cNvCxnSpPr>
          <p:nvPr/>
        </p:nvCxnSpPr>
        <p:spPr>
          <a:xfrm flipV="1">
            <a:off x="4928641" y="2163193"/>
            <a:ext cx="254047" cy="2105137"/>
          </a:xfrm>
          <a:prstGeom prst="bentConnector2">
            <a:avLst/>
          </a:prstGeom>
          <a:ln w="19050">
            <a:solidFill>
              <a:srgbClr val="0070C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7" name="꺾인 연결선 806"/>
          <p:cNvCxnSpPr>
            <a:stCxn id="826" idx="3"/>
          </p:cNvCxnSpPr>
          <p:nvPr/>
        </p:nvCxnSpPr>
        <p:spPr>
          <a:xfrm flipV="1">
            <a:off x="4928641" y="2163193"/>
            <a:ext cx="254047" cy="2533321"/>
          </a:xfrm>
          <a:prstGeom prst="bentConnector2">
            <a:avLst/>
          </a:prstGeom>
          <a:ln w="19050">
            <a:solidFill>
              <a:srgbClr val="0070C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8" name="꺾인 연결선 807"/>
          <p:cNvCxnSpPr>
            <a:stCxn id="833" idx="3"/>
          </p:cNvCxnSpPr>
          <p:nvPr/>
        </p:nvCxnSpPr>
        <p:spPr>
          <a:xfrm flipV="1">
            <a:off x="4928641" y="2163193"/>
            <a:ext cx="254047" cy="2961505"/>
          </a:xfrm>
          <a:prstGeom prst="bentConnector2">
            <a:avLst/>
          </a:prstGeom>
          <a:ln w="19050">
            <a:solidFill>
              <a:srgbClr val="0070C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9" name="꺾인 연결선 808"/>
          <p:cNvCxnSpPr>
            <a:stCxn id="839" idx="3"/>
          </p:cNvCxnSpPr>
          <p:nvPr/>
        </p:nvCxnSpPr>
        <p:spPr>
          <a:xfrm flipV="1">
            <a:off x="4928641" y="2163193"/>
            <a:ext cx="254047" cy="3399230"/>
          </a:xfrm>
          <a:prstGeom prst="bentConnector2">
            <a:avLst/>
          </a:prstGeom>
          <a:ln w="19050">
            <a:solidFill>
              <a:srgbClr val="0070C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0" name="꺾인 연결선 809"/>
          <p:cNvCxnSpPr>
            <a:stCxn id="845" idx="3"/>
          </p:cNvCxnSpPr>
          <p:nvPr/>
        </p:nvCxnSpPr>
        <p:spPr>
          <a:xfrm flipV="1">
            <a:off x="4928641" y="2163193"/>
            <a:ext cx="254047" cy="3827414"/>
          </a:xfrm>
          <a:prstGeom prst="bentConnector2">
            <a:avLst/>
          </a:prstGeom>
          <a:ln w="19050">
            <a:solidFill>
              <a:srgbClr val="0070C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1" name="꺾인 연결선 810"/>
          <p:cNvCxnSpPr>
            <a:stCxn id="851" idx="3"/>
          </p:cNvCxnSpPr>
          <p:nvPr/>
        </p:nvCxnSpPr>
        <p:spPr>
          <a:xfrm flipV="1">
            <a:off x="4928641" y="2163193"/>
            <a:ext cx="254047" cy="4265139"/>
          </a:xfrm>
          <a:prstGeom prst="bentConnector2">
            <a:avLst/>
          </a:prstGeom>
          <a:ln w="19050">
            <a:solidFill>
              <a:srgbClr val="0070C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2" name="꺾인 연결선 811"/>
          <p:cNvCxnSpPr>
            <a:stCxn id="825" idx="1"/>
          </p:cNvCxnSpPr>
          <p:nvPr/>
        </p:nvCxnSpPr>
        <p:spPr>
          <a:xfrm rot="10800000">
            <a:off x="4513578" y="2163193"/>
            <a:ext cx="244506" cy="1812923"/>
          </a:xfrm>
          <a:prstGeom prst="bentConnector2">
            <a:avLst/>
          </a:prstGeom>
          <a:ln w="19050">
            <a:solidFill>
              <a:srgbClr val="0070C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3" name="꺾인 연결선 812"/>
          <p:cNvCxnSpPr>
            <a:stCxn id="832" idx="1"/>
          </p:cNvCxnSpPr>
          <p:nvPr/>
        </p:nvCxnSpPr>
        <p:spPr>
          <a:xfrm rot="10800000">
            <a:off x="4513578" y="2163193"/>
            <a:ext cx="244506" cy="2241107"/>
          </a:xfrm>
          <a:prstGeom prst="bentConnector2">
            <a:avLst/>
          </a:prstGeom>
          <a:ln w="19050">
            <a:solidFill>
              <a:srgbClr val="0070C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4" name="꺾인 연결선 813"/>
          <p:cNvCxnSpPr>
            <a:stCxn id="838" idx="1"/>
          </p:cNvCxnSpPr>
          <p:nvPr/>
        </p:nvCxnSpPr>
        <p:spPr>
          <a:xfrm rot="10800000">
            <a:off x="4513578" y="2163193"/>
            <a:ext cx="244506" cy="2668098"/>
          </a:xfrm>
          <a:prstGeom prst="bentConnector2">
            <a:avLst/>
          </a:prstGeom>
          <a:ln w="19050">
            <a:solidFill>
              <a:srgbClr val="0070C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5" name="꺾인 연결선 814"/>
          <p:cNvCxnSpPr>
            <a:stCxn id="844" idx="1"/>
          </p:cNvCxnSpPr>
          <p:nvPr/>
        </p:nvCxnSpPr>
        <p:spPr>
          <a:xfrm rot="10800000">
            <a:off x="4513578" y="2163193"/>
            <a:ext cx="244506" cy="3105823"/>
          </a:xfrm>
          <a:prstGeom prst="bentConnector2">
            <a:avLst/>
          </a:prstGeom>
          <a:ln w="19050">
            <a:solidFill>
              <a:srgbClr val="0070C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6" name="꺾인 연결선 815"/>
          <p:cNvCxnSpPr>
            <a:stCxn id="850" idx="1"/>
          </p:cNvCxnSpPr>
          <p:nvPr/>
        </p:nvCxnSpPr>
        <p:spPr>
          <a:xfrm rot="10800000">
            <a:off x="4513578" y="2163193"/>
            <a:ext cx="244506" cy="3534007"/>
          </a:xfrm>
          <a:prstGeom prst="bentConnector2">
            <a:avLst/>
          </a:prstGeom>
          <a:ln w="19050">
            <a:solidFill>
              <a:srgbClr val="0070C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7" name="꺾인 연결선 816"/>
          <p:cNvCxnSpPr>
            <a:stCxn id="856" idx="1"/>
          </p:cNvCxnSpPr>
          <p:nvPr/>
        </p:nvCxnSpPr>
        <p:spPr>
          <a:xfrm rot="10800000">
            <a:off x="4513578" y="2163193"/>
            <a:ext cx="244506" cy="3971732"/>
          </a:xfrm>
          <a:prstGeom prst="bentConnector2">
            <a:avLst/>
          </a:prstGeom>
          <a:ln w="19050">
            <a:solidFill>
              <a:srgbClr val="0070C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8" name="꺾인 연결선 817"/>
          <p:cNvCxnSpPr>
            <a:stCxn id="801" idx="1"/>
          </p:cNvCxnSpPr>
          <p:nvPr/>
        </p:nvCxnSpPr>
        <p:spPr>
          <a:xfrm rot="10800000">
            <a:off x="4513578" y="2163193"/>
            <a:ext cx="244506" cy="1375198"/>
          </a:xfrm>
          <a:prstGeom prst="bentConnector2">
            <a:avLst/>
          </a:prstGeom>
          <a:ln w="19050">
            <a:solidFill>
              <a:srgbClr val="0070C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9" name="꺾인 연결선 818"/>
          <p:cNvCxnSpPr>
            <a:stCxn id="795" idx="1"/>
          </p:cNvCxnSpPr>
          <p:nvPr/>
        </p:nvCxnSpPr>
        <p:spPr>
          <a:xfrm rot="10800000">
            <a:off x="4513578" y="2163193"/>
            <a:ext cx="244506" cy="947013"/>
          </a:xfrm>
          <a:prstGeom prst="bentConnector2">
            <a:avLst/>
          </a:prstGeom>
          <a:ln w="19050">
            <a:solidFill>
              <a:srgbClr val="0070C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20" name="Picture 20" descr="C:\Users\ecoffey\AppData\Local\Temp\Rar$DRa0.608\30080_Device_switch_unknown_64.pn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58083" y="4227778"/>
            <a:ext cx="170558" cy="811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21" name="Picture 20" descr="C:\Users\ecoffey\AppData\Local\Temp\Rar$DRa0.608\30080_Device_switch_unknown_64.pn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58083" y="4169335"/>
            <a:ext cx="170558" cy="811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22" name="Picture 20" descr="C:\Users\ecoffey\AppData\Local\Temp\Rar$DRa0.608\30080_Device_switch_unknown_64.pn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58083" y="4112085"/>
            <a:ext cx="170558" cy="811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23" name="Picture 20" descr="C:\Users\ecoffey\AppData\Local\Temp\Rar$DRa0.608\30080_Device_switch_unknown_64.pn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58083" y="4052449"/>
            <a:ext cx="170558" cy="811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24" name="Picture 20" descr="C:\Users\ecoffey\AppData\Local\Temp\Rar$DRa0.608\30080_Device_switch_unknown_64.pn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58083" y="3994006"/>
            <a:ext cx="170558" cy="811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25" name="Picture 20" descr="C:\Users\ecoffey\AppData\Local\Temp\Rar$DRa0.608\30080_Device_switch_unknown_64.pn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58083" y="3935563"/>
            <a:ext cx="170558" cy="811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26" name="Picture 20" descr="C:\Users\ecoffey\AppData\Local\Temp\Rar$DRa0.608\30080_Device_switch_unknown_64.pn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58083" y="4655961"/>
            <a:ext cx="170558" cy="811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27" name="Picture 20" descr="C:\Users\ecoffey\AppData\Local\Temp\Rar$DRa0.608\30080_Device_switch_unknown_64.pn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58083" y="4597519"/>
            <a:ext cx="170558" cy="811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28" name="Picture 20" descr="C:\Users\ecoffey\AppData\Local\Temp\Rar$DRa0.608\30080_Device_switch_unknown_64.pn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58083" y="4540269"/>
            <a:ext cx="170558" cy="811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29" name="Picture 20" descr="C:\Users\ecoffey\AppData\Local\Temp\Rar$DRa0.608\30080_Device_switch_unknown_64.pn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58083" y="4480633"/>
            <a:ext cx="170558" cy="811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30" name="Picture 20" descr="C:\Users\ecoffey\AppData\Local\Temp\Rar$DRa0.608\30080_Device_switch_unknown_64.pn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58083" y="4422190"/>
            <a:ext cx="170558" cy="811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32" name="Picture 20" descr="C:\Users\ecoffey\AppData\Local\Temp\Rar$DRa0.608\30080_Device_switch_unknown_64.pn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58083" y="4363747"/>
            <a:ext cx="170558" cy="811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33" name="Picture 20" descr="C:\Users\ecoffey\AppData\Local\Temp\Rar$DRa0.608\30080_Device_switch_unknown_64.pn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58083" y="5084145"/>
            <a:ext cx="170558" cy="811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34" name="Picture 20" descr="C:\Users\ecoffey\AppData\Local\Temp\Rar$DRa0.608\30080_Device_switch_unknown_64.pn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58083" y="5025702"/>
            <a:ext cx="170558" cy="811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35" name="Picture 20" descr="C:\Users\ecoffey\AppData\Local\Temp\Rar$DRa0.608\30080_Device_switch_unknown_64.pn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58083" y="4968452"/>
            <a:ext cx="170558" cy="811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36" name="Picture 20" descr="C:\Users\ecoffey\AppData\Local\Temp\Rar$DRa0.608\30080_Device_switch_unknown_64.pn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58083" y="4907624"/>
            <a:ext cx="170558" cy="811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37" name="Picture 20" descr="C:\Users\ecoffey\AppData\Local\Temp\Rar$DRa0.608\30080_Device_switch_unknown_64.pn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58083" y="4850374"/>
            <a:ext cx="170558" cy="811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38" name="Picture 20" descr="C:\Users\ecoffey\AppData\Local\Temp\Rar$DRa0.608\30080_Device_switch_unknown_64.pn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58083" y="4790738"/>
            <a:ext cx="170558" cy="811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39" name="Picture 20" descr="C:\Users\ecoffey\AppData\Local\Temp\Rar$DRa0.608\30080_Device_switch_unknown_64.pn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58083" y="5521870"/>
            <a:ext cx="170558" cy="811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40" name="Picture 20" descr="C:\Users\ecoffey\AppData\Local\Temp\Rar$DRa0.608\30080_Device_switch_unknown_64.pn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58083" y="5463428"/>
            <a:ext cx="170558" cy="811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41" name="Picture 20" descr="C:\Users\ecoffey\AppData\Local\Temp\Rar$DRa0.608\30080_Device_switch_unknown_64.pn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58083" y="5404985"/>
            <a:ext cx="170558" cy="811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42" name="Picture 20" descr="C:\Users\ecoffey\AppData\Local\Temp\Rar$DRa0.608\30080_Device_switch_unknown_64.pn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58083" y="5345349"/>
            <a:ext cx="170558" cy="811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43" name="Picture 20" descr="C:\Users\ecoffey\AppData\Local\Temp\Rar$DRa0.608\30080_Device_switch_unknown_64.pn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58083" y="5288099"/>
            <a:ext cx="170558" cy="811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44" name="Picture 20" descr="C:\Users\ecoffey\AppData\Local\Temp\Rar$DRa0.608\30080_Device_switch_unknown_64.pn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58083" y="5228463"/>
            <a:ext cx="170558" cy="811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45" name="Picture 20" descr="C:\Users\ecoffey\AppData\Local\Temp\Rar$DRa0.608\30080_Device_switch_unknown_64.pn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58083" y="5950055"/>
            <a:ext cx="170558" cy="811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46" name="Picture 20" descr="C:\Users\ecoffey\AppData\Local\Temp\Rar$DRa0.608\30080_Device_switch_unknown_64.pn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58083" y="5891611"/>
            <a:ext cx="170558" cy="811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47" name="Picture 20" descr="C:\Users\ecoffey\AppData\Local\Temp\Rar$DRa0.608\30080_Device_switch_unknown_64.pn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58083" y="5833169"/>
            <a:ext cx="170558" cy="811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48" name="Picture 20" descr="C:\Users\ecoffey\AppData\Local\Temp\Rar$DRa0.608\30080_Device_switch_unknown_64.pn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58083" y="5773533"/>
            <a:ext cx="170558" cy="811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49" name="Picture 20" descr="C:\Users\ecoffey\AppData\Local\Temp\Rar$DRa0.608\30080_Device_switch_unknown_64.pn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58083" y="5716283"/>
            <a:ext cx="170558" cy="811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50" name="Picture 20" descr="C:\Users\ecoffey\AppData\Local\Temp\Rar$DRa0.608\30080_Device_switch_unknown_64.pn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58083" y="5656647"/>
            <a:ext cx="170558" cy="811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51" name="Picture 20" descr="C:\Users\ecoffey\AppData\Local\Temp\Rar$DRa0.608\30080_Device_switch_unknown_64.pn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58083" y="6387780"/>
            <a:ext cx="170558" cy="811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52" name="Picture 20" descr="C:\Users\ecoffey\AppData\Local\Temp\Rar$DRa0.608\30080_Device_switch_unknown_64.pn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58083" y="6329337"/>
            <a:ext cx="170558" cy="811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53" name="Picture 20" descr="C:\Users\ecoffey\AppData\Local\Temp\Rar$DRa0.608\30080_Device_switch_unknown_64.pn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58083" y="6270894"/>
            <a:ext cx="170558" cy="811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54" name="Picture 20" descr="C:\Users\ecoffey\AppData\Local\Temp\Rar$DRa0.608\30080_Device_switch_unknown_64.pn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58083" y="6211258"/>
            <a:ext cx="170558" cy="811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55" name="Picture 20" descr="C:\Users\ecoffey\AppData\Local\Temp\Rar$DRa0.608\30080_Device_switch_unknown_64.pn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58083" y="6152816"/>
            <a:ext cx="170558" cy="811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56" name="Picture 20" descr="C:\Users\ecoffey\AppData\Local\Temp\Rar$DRa0.608\30080_Device_switch_unknown_64.pn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58083" y="6094372"/>
            <a:ext cx="170558" cy="811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93" name="Picture 27" descr="C:\Users\ecoffey\AppData\Local\Temp\Rar$DRa0.608\30080_Device_switch_unreachable_64.png"/>
          <p:cNvPicPr>
            <a:picLocks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16207" y="2504309"/>
            <a:ext cx="170557" cy="811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94" name="Picture 27" descr="C:\Users\ecoffey\AppData\Local\Temp\Rar$DRa0.608\30080_Device_switch_unreachable_64.png"/>
          <p:cNvPicPr>
            <a:picLocks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16207" y="2444673"/>
            <a:ext cx="170557" cy="811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95" name="Picture 27" descr="C:\Users\ecoffey\AppData\Local\Temp\Rar$DRa0.608\30080_Device_switch_unreachable_64.png"/>
          <p:cNvPicPr>
            <a:picLocks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16207" y="2388616"/>
            <a:ext cx="170557" cy="811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96" name="Picture 27" descr="C:\Users\ecoffey\AppData\Local\Temp\Rar$DRa0.608\30080_Device_switch_unreachable_64.png"/>
          <p:cNvPicPr>
            <a:picLocks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16207" y="2331366"/>
            <a:ext cx="170557" cy="811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97" name="Picture 27" descr="C:\Users\ecoffey\AppData\Local\Temp\Rar$DRa0.608\30080_Device_switch_unreachable_64.png"/>
          <p:cNvPicPr>
            <a:picLocks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16207" y="2277693"/>
            <a:ext cx="170557" cy="811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98" name="Picture 27" descr="C:\Users\ecoffey\AppData\Local\Temp\Rar$DRa0.608\30080_Device_switch_unreachable_64.png"/>
          <p:cNvPicPr>
            <a:picLocks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16207" y="2216865"/>
            <a:ext cx="170557" cy="811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99" name="Picture 27" descr="C:\Users\ecoffey\AppData\Local\Temp\Rar$DRa0.608\30080_Device_switch_unreachable_64.png"/>
          <p:cNvPicPr>
            <a:picLocks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07858" y="2920566"/>
            <a:ext cx="170558" cy="811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00" name="Picture 27" descr="C:\Users\ecoffey\AppData\Local\Temp\Rar$DRa0.608\30080_Device_switch_unreachable_64.png"/>
          <p:cNvPicPr>
            <a:picLocks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07858" y="2859737"/>
            <a:ext cx="170558" cy="811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01" name="Picture 27" descr="C:\Users\ecoffey\AppData\Local\Temp\Rar$DRa0.608\30080_Device_switch_unreachable_64.png"/>
          <p:cNvPicPr>
            <a:picLocks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07858" y="2803680"/>
            <a:ext cx="170558" cy="811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02" name="Picture 27" descr="C:\Users\ecoffey\AppData\Local\Temp\Rar$DRa0.608\30080_Device_switch_unreachable_64.png"/>
          <p:cNvPicPr>
            <a:picLocks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07858" y="2746430"/>
            <a:ext cx="170558" cy="811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03" name="Picture 27" descr="C:\Users\ecoffey\AppData\Local\Temp\Rar$DRa0.608\30080_Device_switch_unreachable_64.png"/>
          <p:cNvPicPr>
            <a:picLocks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07858" y="2692757"/>
            <a:ext cx="170558" cy="811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04" name="Picture 27" descr="C:\Users\ecoffey\AppData\Local\Temp\Rar$DRa0.608\30080_Device_switch_unreachable_64.png"/>
          <p:cNvPicPr>
            <a:picLocks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07858" y="2631929"/>
            <a:ext cx="170558" cy="811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05" name="Picture 27" descr="C:\Users\ecoffey\AppData\Local\Temp\Rar$DRa0.608\30080_Device_switch_unreachable_64.png"/>
          <p:cNvPicPr>
            <a:picLocks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07858" y="3370218"/>
            <a:ext cx="170558" cy="811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06" name="Picture 27" descr="C:\Users\ecoffey\AppData\Local\Temp\Rar$DRa0.608\30080_Device_switch_unreachable_64.png"/>
          <p:cNvPicPr>
            <a:picLocks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07858" y="3309390"/>
            <a:ext cx="170558" cy="811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07" name="Picture 27" descr="C:\Users\ecoffey\AppData\Local\Temp\Rar$DRa0.608\30080_Device_switch_unreachable_64.png"/>
          <p:cNvPicPr>
            <a:picLocks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07858" y="3254525"/>
            <a:ext cx="170558" cy="811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08" name="Picture 27" descr="C:\Users\ecoffey\AppData\Local\Temp\Rar$DRa0.608\30080_Device_switch_unreachable_64.png"/>
          <p:cNvPicPr>
            <a:picLocks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07858" y="3197275"/>
            <a:ext cx="170558" cy="811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09" name="Picture 27" descr="C:\Users\ecoffey\AppData\Local\Temp\Rar$DRa0.608\30080_Device_switch_unreachable_64.png"/>
          <p:cNvPicPr>
            <a:picLocks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07858" y="3142410"/>
            <a:ext cx="170558" cy="811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10" name="Picture 27" descr="C:\Users\ecoffey\AppData\Local\Temp\Rar$DRa0.608\30080_Device_switch_unreachable_64.png"/>
          <p:cNvPicPr>
            <a:picLocks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07858" y="3082774"/>
            <a:ext cx="170558" cy="811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11" name="Picture 27" descr="C:\Users\ecoffey\AppData\Local\Temp\Rar$DRa0.608\30080_Device_switch_unreachable_64.png"/>
          <p:cNvPicPr>
            <a:picLocks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07858" y="3785281"/>
            <a:ext cx="170558" cy="811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12" name="Picture 27" descr="C:\Users\ecoffey\AppData\Local\Temp\Rar$DRa0.608\30080_Device_switch_unreachable_64.png"/>
          <p:cNvPicPr>
            <a:picLocks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07858" y="3725646"/>
            <a:ext cx="170558" cy="811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13" name="Picture 27" descr="C:\Users\ecoffey\AppData\Local\Temp\Rar$DRa0.608\30080_Device_switch_unreachable_64.png"/>
          <p:cNvPicPr>
            <a:picLocks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07858" y="3669589"/>
            <a:ext cx="170558" cy="811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14" name="Picture 27" descr="C:\Users\ecoffey\AppData\Local\Temp\Rar$DRa0.608\30080_Device_switch_unreachable_64.png"/>
          <p:cNvPicPr>
            <a:picLocks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07858" y="3612339"/>
            <a:ext cx="170558" cy="811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15" name="Picture 27" descr="C:\Users\ecoffey\AppData\Local\Temp\Rar$DRa0.608\30080_Device_switch_unreachable_64.png"/>
          <p:cNvPicPr>
            <a:picLocks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07858" y="3557474"/>
            <a:ext cx="170558" cy="811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16" name="Picture 27" descr="C:\Users\ecoffey\AppData\Local\Temp\Rar$DRa0.608\30080_Device_switch_unreachable_64.png"/>
          <p:cNvPicPr>
            <a:picLocks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07858" y="3497838"/>
            <a:ext cx="170558" cy="811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17" name="Picture 27" descr="C:\Users\ecoffey\AppData\Local\Temp\Rar$DRa0.608\30080_Device_switch_unreachable_64.png"/>
          <p:cNvPicPr>
            <a:picLocks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07858" y="4218236"/>
            <a:ext cx="170558" cy="811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18" name="Picture 27" descr="C:\Users\ecoffey\AppData\Local\Temp\Rar$DRa0.608\30080_Device_switch_unreachable_64.png"/>
          <p:cNvPicPr>
            <a:picLocks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07858" y="4158601"/>
            <a:ext cx="170558" cy="811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19" name="Picture 27" descr="C:\Users\ecoffey\AppData\Local\Temp\Rar$DRa0.608\30080_Device_switch_unreachable_64.png"/>
          <p:cNvPicPr>
            <a:picLocks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07858" y="4102543"/>
            <a:ext cx="170558" cy="811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0" name="Picture 27" descr="C:\Users\ecoffey\AppData\Local\Temp\Rar$DRa0.608\30080_Device_switch_unreachable_64.png"/>
          <p:cNvPicPr>
            <a:picLocks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07858" y="4045293"/>
            <a:ext cx="170558" cy="811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1" name="Picture 27" descr="C:\Users\ecoffey\AppData\Local\Temp\Rar$DRa0.608\30080_Device_switch_unreachable_64.png"/>
          <p:cNvPicPr>
            <a:picLocks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07858" y="3990428"/>
            <a:ext cx="170558" cy="811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2" name="Picture 27" descr="C:\Users\ecoffey\AppData\Local\Temp\Rar$DRa0.608\30080_Device_switch_unreachable_64.png"/>
          <p:cNvPicPr>
            <a:picLocks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07858" y="3930792"/>
            <a:ext cx="170558" cy="811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3" name="Picture 27" descr="C:\Users\ecoffey\AppData\Local\Temp\Rar$DRa0.608\30080_Device_switch_unreachable_64.png"/>
          <p:cNvPicPr>
            <a:picLocks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07858" y="4669082"/>
            <a:ext cx="170558" cy="811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4" name="Picture 27" descr="C:\Users\ecoffey\AppData\Local\Temp\Rar$DRa0.608\30080_Device_switch_unreachable_64.png"/>
          <p:cNvPicPr>
            <a:picLocks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07858" y="4608253"/>
            <a:ext cx="170558" cy="811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5" name="Picture 27" descr="C:\Users\ecoffey\AppData\Local\Temp\Rar$DRa0.608\30080_Device_switch_unreachable_64.png"/>
          <p:cNvPicPr>
            <a:picLocks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07858" y="4552196"/>
            <a:ext cx="170558" cy="811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6" name="Picture 27" descr="C:\Users\ecoffey\AppData\Local\Temp\Rar$DRa0.608\30080_Device_switch_unreachable_64.png"/>
          <p:cNvPicPr>
            <a:picLocks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07858" y="4494946"/>
            <a:ext cx="170558" cy="811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7" name="Picture 27" descr="C:\Users\ecoffey\AppData\Local\Temp\Rar$DRa0.608\30080_Device_switch_unreachable_64.png"/>
          <p:cNvPicPr>
            <a:picLocks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07858" y="4441273"/>
            <a:ext cx="170558" cy="811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8" name="Picture 27" descr="C:\Users\ecoffey\AppData\Local\Temp\Rar$DRa0.608\30080_Device_switch_unreachable_64.png"/>
          <p:cNvPicPr>
            <a:picLocks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07858" y="4380445"/>
            <a:ext cx="170558" cy="811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9" name="Picture 27" descr="C:\Users\ecoffey\AppData\Local\Temp\Rar$DRa0.608\30080_Device_switch_unreachable_64.png"/>
          <p:cNvPicPr>
            <a:picLocks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07858" y="5084145"/>
            <a:ext cx="170558" cy="811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30" name="Picture 27" descr="C:\Users\ecoffey\AppData\Local\Temp\Rar$DRa0.608\30080_Device_switch_unreachable_64.png"/>
          <p:cNvPicPr>
            <a:picLocks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07858" y="5023317"/>
            <a:ext cx="170558" cy="811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31" name="Picture 27" descr="C:\Users\ecoffey\AppData\Local\Temp\Rar$DRa0.608\30080_Device_switch_unreachable_64.png"/>
          <p:cNvPicPr>
            <a:picLocks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07858" y="4968452"/>
            <a:ext cx="170558" cy="811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32" name="Picture 27" descr="C:\Users\ecoffey\AppData\Local\Temp\Rar$DRa0.608\30080_Device_switch_unreachable_64.png"/>
          <p:cNvPicPr>
            <a:picLocks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07858" y="4910009"/>
            <a:ext cx="170558" cy="811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33" name="Picture 27" descr="C:\Users\ecoffey\AppData\Local\Temp\Rar$DRa0.608\30080_Device_switch_unreachable_64.png"/>
          <p:cNvPicPr>
            <a:picLocks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07858" y="4856337"/>
            <a:ext cx="170558" cy="811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34" name="Picture 27" descr="C:\Users\ecoffey\AppData\Local\Temp\Rar$DRa0.608\30080_Device_switch_unreachable_64.png"/>
          <p:cNvPicPr>
            <a:picLocks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07858" y="4795509"/>
            <a:ext cx="170558" cy="811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35" name="Picture 27" descr="C:\Users\ecoffey\AppData\Local\Temp\Rar$DRa0.608\30080_Device_switch_unreachable_64.png"/>
          <p:cNvPicPr>
            <a:picLocks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07858" y="5517100"/>
            <a:ext cx="170558" cy="811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36" name="Picture 27" descr="C:\Users\ecoffey\AppData\Local\Temp\Rar$DRa0.608\30080_Device_switch_unreachable_64.png"/>
          <p:cNvPicPr>
            <a:picLocks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07858" y="5456272"/>
            <a:ext cx="170558" cy="811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37" name="Picture 27" descr="C:\Users\ecoffey\AppData\Local\Temp\Rar$DRa0.608\30080_Device_switch_unreachable_64.png"/>
          <p:cNvPicPr>
            <a:picLocks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07858" y="5400214"/>
            <a:ext cx="170558" cy="811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38" name="Picture 27" descr="C:\Users\ecoffey\AppData\Local\Temp\Rar$DRa0.608\30080_Device_switch_unreachable_64.png"/>
          <p:cNvPicPr>
            <a:picLocks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07858" y="5342964"/>
            <a:ext cx="170558" cy="811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39" name="Picture 27" descr="C:\Users\ecoffey\AppData\Local\Temp\Rar$DRa0.608\30080_Device_switch_unreachable_64.png"/>
          <p:cNvPicPr>
            <a:picLocks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07858" y="5289292"/>
            <a:ext cx="170558" cy="811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40" name="Picture 27" descr="C:\Users\ecoffey\AppData\Local\Temp\Rar$DRa0.608\30080_Device_switch_unreachable_64.png"/>
          <p:cNvPicPr>
            <a:picLocks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07858" y="5228463"/>
            <a:ext cx="170558" cy="811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41" name="Picture 27" descr="C:\Users\ecoffey\AppData\Local\Temp\Rar$DRa0.608\30080_Device_switch_unreachable_64.png"/>
          <p:cNvPicPr>
            <a:picLocks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07858" y="5940513"/>
            <a:ext cx="170558" cy="811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42" name="Picture 27" descr="C:\Users\ecoffey\AppData\Local\Temp\Rar$DRa0.608\30080_Device_switch_unreachable_64.png"/>
          <p:cNvPicPr>
            <a:picLocks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07858" y="5879684"/>
            <a:ext cx="170558" cy="811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43" name="Picture 27" descr="C:\Users\ecoffey\AppData\Local\Temp\Rar$DRa0.608\30080_Device_switch_unreachable_64.png"/>
          <p:cNvPicPr>
            <a:picLocks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07858" y="5823627"/>
            <a:ext cx="170558" cy="811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44" name="Picture 27" descr="C:\Users\ecoffey\AppData\Local\Temp\Rar$DRa0.608\30080_Device_switch_unreachable_64.png"/>
          <p:cNvPicPr>
            <a:picLocks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07858" y="5766377"/>
            <a:ext cx="170558" cy="811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45" name="Picture 27" descr="C:\Users\ecoffey\AppData\Local\Temp\Rar$DRa0.608\30080_Device_switch_unreachable_64.png"/>
          <p:cNvPicPr>
            <a:picLocks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07858" y="5712704"/>
            <a:ext cx="170558" cy="811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46" name="Picture 27" descr="C:\Users\ecoffey\AppData\Local\Temp\Rar$DRa0.608\30080_Device_switch_unreachable_64.png"/>
          <p:cNvPicPr>
            <a:picLocks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07858" y="5651876"/>
            <a:ext cx="170558" cy="811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47" name="Picture 27" descr="C:\Users\ecoffey\AppData\Local\Temp\Rar$DRa0.608\30080_Device_switch_unreachable_64.png"/>
          <p:cNvPicPr>
            <a:picLocks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07858" y="6399707"/>
            <a:ext cx="170558" cy="811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48" name="Picture 27" descr="C:\Users\ecoffey\AppData\Local\Temp\Rar$DRa0.608\30080_Device_switch_unreachable_64.png"/>
          <p:cNvPicPr>
            <a:picLocks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07858" y="6340071"/>
            <a:ext cx="170558" cy="811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49" name="Picture 27" descr="C:\Users\ecoffey\AppData\Local\Temp\Rar$DRa0.608\30080_Device_switch_unreachable_64.png"/>
          <p:cNvPicPr>
            <a:picLocks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07858" y="6284014"/>
            <a:ext cx="170558" cy="811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50" name="Picture 27" descr="C:\Users\ecoffey\AppData\Local\Temp\Rar$DRa0.608\30080_Device_switch_unreachable_64.png"/>
          <p:cNvPicPr>
            <a:picLocks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07858" y="6226764"/>
            <a:ext cx="170558" cy="811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51" name="Picture 27" descr="C:\Users\ecoffey\AppData\Local\Temp\Rar$DRa0.608\30080_Device_switch_unreachable_64.png"/>
          <p:cNvPicPr>
            <a:picLocks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07858" y="6171899"/>
            <a:ext cx="170558" cy="811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52" name="Picture 27" descr="C:\Users\ecoffey\AppData\Local\Temp\Rar$DRa0.608\30080_Device_switch_unreachable_64.png"/>
          <p:cNvPicPr>
            <a:picLocks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07858" y="6112263"/>
            <a:ext cx="170558" cy="811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979" name="직선 연결선 978"/>
          <p:cNvCxnSpPr/>
          <p:nvPr/>
        </p:nvCxnSpPr>
        <p:spPr>
          <a:xfrm>
            <a:off x="5787394" y="1961625"/>
            <a:ext cx="406715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1" name="타원 980"/>
          <p:cNvSpPr/>
          <p:nvPr/>
        </p:nvSpPr>
        <p:spPr>
          <a:xfrm rot="5400000">
            <a:off x="5891756" y="1950294"/>
            <a:ext cx="200376" cy="77527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ko-K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sz="12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sz="12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sz="12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sz="12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ko-KR" altLang="en-US" sz="1050" dirty="0"/>
          </a:p>
        </p:txBody>
      </p:sp>
      <p:sp>
        <p:nvSpPr>
          <p:cNvPr id="985" name="TextBox 225"/>
          <p:cNvSpPr txBox="1">
            <a:spLocks noChangeArrowheads="1"/>
          </p:cNvSpPr>
          <p:nvPr/>
        </p:nvSpPr>
        <p:spPr bwMode="auto">
          <a:xfrm>
            <a:off x="5787394" y="1718530"/>
            <a:ext cx="486030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defPPr>
              <a:defRPr lang="ko-K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sz="1200" kern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sz="1200" kern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sz="1200" kern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sz="1200" kern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+mn-cs"/>
              </a:defRPr>
            </a:lvl9pPr>
          </a:lstStyle>
          <a:p>
            <a:pPr eaLnBrk="1" hangingPunct="1"/>
            <a:r>
              <a:rPr lang="en-US" altLang="ko-KR" sz="800" b="1" dirty="0">
                <a:latin typeface="Rix고딕 B" panose="02020603020101020101" pitchFamily="18" charset="-127"/>
                <a:ea typeface="Rix고딕 B" panose="02020603020101020101" pitchFamily="18" charset="-127"/>
              </a:rPr>
              <a:t>40G*2</a:t>
            </a:r>
            <a:endParaRPr lang="ko-KR" altLang="en-US" sz="800" b="1" dirty="0">
              <a:latin typeface="Rix고딕 B" panose="02020603020101020101" pitchFamily="18" charset="-127"/>
              <a:ea typeface="Rix고딕 B" panose="02020603020101020101" pitchFamily="18" charset="-127"/>
            </a:endParaRPr>
          </a:p>
        </p:txBody>
      </p:sp>
      <p:cxnSp>
        <p:nvCxnSpPr>
          <p:cNvPr id="987" name="직선 연결선 986"/>
          <p:cNvCxnSpPr/>
          <p:nvPr/>
        </p:nvCxnSpPr>
        <p:spPr>
          <a:xfrm>
            <a:off x="5787394" y="2012911"/>
            <a:ext cx="406715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8" name="꺾인 연결선 987"/>
          <p:cNvCxnSpPr>
            <a:stCxn id="898" idx="3"/>
          </p:cNvCxnSpPr>
          <p:nvPr/>
        </p:nvCxnSpPr>
        <p:spPr>
          <a:xfrm flipV="1">
            <a:off x="6086765" y="2153651"/>
            <a:ext cx="238542" cy="103766"/>
          </a:xfrm>
          <a:prstGeom prst="bentConnector2">
            <a:avLst/>
          </a:prstGeom>
          <a:ln w="19050">
            <a:solidFill>
              <a:srgbClr val="0070C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9" name="꺾인 연결선 988"/>
          <p:cNvCxnSpPr>
            <a:stCxn id="893" idx="1"/>
          </p:cNvCxnSpPr>
          <p:nvPr/>
        </p:nvCxnSpPr>
        <p:spPr>
          <a:xfrm rot="10800000">
            <a:off x="5656196" y="2153651"/>
            <a:ext cx="260011" cy="391210"/>
          </a:xfrm>
          <a:prstGeom prst="bentConnector2">
            <a:avLst/>
          </a:prstGeom>
          <a:ln w="19050">
            <a:solidFill>
              <a:srgbClr val="0070C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0" name="꺾인 연결선 989"/>
          <p:cNvCxnSpPr>
            <a:stCxn id="934" idx="3"/>
          </p:cNvCxnSpPr>
          <p:nvPr/>
        </p:nvCxnSpPr>
        <p:spPr>
          <a:xfrm flipV="1">
            <a:off x="6078416" y="2153651"/>
            <a:ext cx="246891" cy="2682410"/>
          </a:xfrm>
          <a:prstGeom prst="bentConnector2">
            <a:avLst/>
          </a:prstGeom>
          <a:ln w="19050">
            <a:solidFill>
              <a:srgbClr val="0070C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1" name="꺾인 연결선 990"/>
          <p:cNvCxnSpPr>
            <a:stCxn id="952" idx="3"/>
          </p:cNvCxnSpPr>
          <p:nvPr/>
        </p:nvCxnSpPr>
        <p:spPr>
          <a:xfrm flipV="1">
            <a:off x="6078416" y="2153651"/>
            <a:ext cx="246891" cy="3999164"/>
          </a:xfrm>
          <a:prstGeom prst="bentConnector2">
            <a:avLst/>
          </a:prstGeom>
          <a:ln w="19050">
            <a:solidFill>
              <a:srgbClr val="0070C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2" name="꺾인 연결선 991"/>
          <p:cNvCxnSpPr>
            <a:stCxn id="946" idx="3"/>
          </p:cNvCxnSpPr>
          <p:nvPr/>
        </p:nvCxnSpPr>
        <p:spPr>
          <a:xfrm flipV="1">
            <a:off x="6078416" y="2153651"/>
            <a:ext cx="246891" cy="3538777"/>
          </a:xfrm>
          <a:prstGeom prst="bentConnector2">
            <a:avLst/>
          </a:prstGeom>
          <a:ln w="19050">
            <a:solidFill>
              <a:srgbClr val="0070C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3" name="꺾인 연결선 992"/>
          <p:cNvCxnSpPr>
            <a:stCxn id="940" idx="3"/>
          </p:cNvCxnSpPr>
          <p:nvPr/>
        </p:nvCxnSpPr>
        <p:spPr>
          <a:xfrm flipV="1">
            <a:off x="6078416" y="2153651"/>
            <a:ext cx="246891" cy="3115364"/>
          </a:xfrm>
          <a:prstGeom prst="bentConnector2">
            <a:avLst/>
          </a:prstGeom>
          <a:ln w="19050">
            <a:solidFill>
              <a:srgbClr val="0070C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4" name="꺾인 연결선 993"/>
          <p:cNvCxnSpPr>
            <a:stCxn id="928" idx="3"/>
          </p:cNvCxnSpPr>
          <p:nvPr/>
        </p:nvCxnSpPr>
        <p:spPr>
          <a:xfrm flipV="1">
            <a:off x="6078416" y="2153651"/>
            <a:ext cx="246891" cy="2267346"/>
          </a:xfrm>
          <a:prstGeom prst="bentConnector2">
            <a:avLst/>
          </a:prstGeom>
          <a:ln w="19050">
            <a:solidFill>
              <a:srgbClr val="0070C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5" name="꺾인 연결선 994"/>
          <p:cNvCxnSpPr>
            <a:stCxn id="922" idx="3"/>
          </p:cNvCxnSpPr>
          <p:nvPr/>
        </p:nvCxnSpPr>
        <p:spPr>
          <a:xfrm flipV="1">
            <a:off x="6078416" y="2153651"/>
            <a:ext cx="246891" cy="1817693"/>
          </a:xfrm>
          <a:prstGeom prst="bentConnector2">
            <a:avLst/>
          </a:prstGeom>
          <a:ln w="19050">
            <a:solidFill>
              <a:srgbClr val="0070C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6" name="꺾인 연결선 995"/>
          <p:cNvCxnSpPr>
            <a:stCxn id="916" idx="3"/>
          </p:cNvCxnSpPr>
          <p:nvPr/>
        </p:nvCxnSpPr>
        <p:spPr>
          <a:xfrm flipV="1">
            <a:off x="6078416" y="2153651"/>
            <a:ext cx="246891" cy="1384739"/>
          </a:xfrm>
          <a:prstGeom prst="bentConnector2">
            <a:avLst/>
          </a:prstGeom>
          <a:ln w="19050">
            <a:solidFill>
              <a:srgbClr val="0070C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7" name="꺾인 연결선 996"/>
          <p:cNvCxnSpPr>
            <a:stCxn id="910" idx="3"/>
          </p:cNvCxnSpPr>
          <p:nvPr/>
        </p:nvCxnSpPr>
        <p:spPr>
          <a:xfrm flipV="1">
            <a:off x="6078416" y="2153651"/>
            <a:ext cx="246891" cy="969675"/>
          </a:xfrm>
          <a:prstGeom prst="bentConnector2">
            <a:avLst/>
          </a:prstGeom>
          <a:ln w="19050">
            <a:solidFill>
              <a:srgbClr val="0070C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8" name="꺾인 연결선 997"/>
          <p:cNvCxnSpPr>
            <a:stCxn id="904" idx="3"/>
          </p:cNvCxnSpPr>
          <p:nvPr/>
        </p:nvCxnSpPr>
        <p:spPr>
          <a:xfrm flipV="1">
            <a:off x="6078416" y="2153651"/>
            <a:ext cx="246891" cy="518830"/>
          </a:xfrm>
          <a:prstGeom prst="bentConnector2">
            <a:avLst/>
          </a:prstGeom>
          <a:ln w="19050">
            <a:solidFill>
              <a:srgbClr val="0070C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0" name="꺾인 연결선 999"/>
          <p:cNvCxnSpPr>
            <a:stCxn id="947" idx="1"/>
          </p:cNvCxnSpPr>
          <p:nvPr/>
        </p:nvCxnSpPr>
        <p:spPr>
          <a:xfrm rot="10800000">
            <a:off x="5656196" y="2153651"/>
            <a:ext cx="251662" cy="4286608"/>
          </a:xfrm>
          <a:prstGeom prst="bentConnector2">
            <a:avLst/>
          </a:prstGeom>
          <a:ln w="19050">
            <a:solidFill>
              <a:srgbClr val="0070C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1" name="꺾인 연결선 1000"/>
          <p:cNvCxnSpPr/>
          <p:nvPr/>
        </p:nvCxnSpPr>
        <p:spPr>
          <a:xfrm rot="16200000" flipV="1">
            <a:off x="3524386" y="4284865"/>
            <a:ext cx="4263024" cy="596"/>
          </a:xfrm>
          <a:prstGeom prst="bentConnector3">
            <a:avLst>
              <a:gd name="adj1" fmla="val 50000"/>
            </a:avLst>
          </a:prstGeom>
          <a:ln w="19050">
            <a:solidFill>
              <a:srgbClr val="0070C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2" name="꺾인 연결선 1001"/>
          <p:cNvCxnSpPr>
            <a:stCxn id="941" idx="1"/>
          </p:cNvCxnSpPr>
          <p:nvPr/>
        </p:nvCxnSpPr>
        <p:spPr>
          <a:xfrm rot="10800000">
            <a:off x="5656196" y="2153651"/>
            <a:ext cx="251662" cy="3827414"/>
          </a:xfrm>
          <a:prstGeom prst="bentConnector2">
            <a:avLst/>
          </a:prstGeom>
          <a:ln w="19050">
            <a:solidFill>
              <a:srgbClr val="0070C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3" name="꺾인 연결선 1002"/>
          <p:cNvCxnSpPr>
            <a:stCxn id="905" idx="1"/>
          </p:cNvCxnSpPr>
          <p:nvPr/>
        </p:nvCxnSpPr>
        <p:spPr>
          <a:xfrm rot="10800000">
            <a:off x="5656196" y="2153651"/>
            <a:ext cx="251662" cy="1257119"/>
          </a:xfrm>
          <a:prstGeom prst="bentConnector2">
            <a:avLst/>
          </a:prstGeom>
          <a:ln w="19050">
            <a:solidFill>
              <a:srgbClr val="0070C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4" name="꺾인 연결선 1003"/>
          <p:cNvCxnSpPr>
            <a:stCxn id="911" idx="1"/>
          </p:cNvCxnSpPr>
          <p:nvPr/>
        </p:nvCxnSpPr>
        <p:spPr>
          <a:xfrm rot="10800000">
            <a:off x="5656196" y="2153651"/>
            <a:ext cx="251662" cy="1672183"/>
          </a:xfrm>
          <a:prstGeom prst="bentConnector2">
            <a:avLst/>
          </a:prstGeom>
          <a:ln w="19050">
            <a:solidFill>
              <a:srgbClr val="0070C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5" name="꺾인 연결선 1004"/>
          <p:cNvCxnSpPr>
            <a:stCxn id="917" idx="1"/>
          </p:cNvCxnSpPr>
          <p:nvPr/>
        </p:nvCxnSpPr>
        <p:spPr>
          <a:xfrm rot="10800000">
            <a:off x="5656196" y="2153651"/>
            <a:ext cx="251662" cy="2105137"/>
          </a:xfrm>
          <a:prstGeom prst="bentConnector2">
            <a:avLst/>
          </a:prstGeom>
          <a:ln w="19050">
            <a:solidFill>
              <a:srgbClr val="0070C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6" name="꺾인 연결선 1005"/>
          <p:cNvCxnSpPr>
            <a:stCxn id="923" idx="1"/>
          </p:cNvCxnSpPr>
          <p:nvPr/>
        </p:nvCxnSpPr>
        <p:spPr>
          <a:xfrm rot="10800000">
            <a:off x="5656196" y="2153651"/>
            <a:ext cx="251662" cy="2555983"/>
          </a:xfrm>
          <a:prstGeom prst="bentConnector2">
            <a:avLst/>
          </a:prstGeom>
          <a:ln w="19050">
            <a:solidFill>
              <a:srgbClr val="0070C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7" name="꺾인 연결선 1006"/>
          <p:cNvCxnSpPr>
            <a:stCxn id="929" idx="1"/>
          </p:cNvCxnSpPr>
          <p:nvPr/>
        </p:nvCxnSpPr>
        <p:spPr>
          <a:xfrm rot="10800000">
            <a:off x="5656196" y="2153651"/>
            <a:ext cx="251662" cy="2971046"/>
          </a:xfrm>
          <a:prstGeom prst="bentConnector2">
            <a:avLst/>
          </a:prstGeom>
          <a:ln w="19050">
            <a:solidFill>
              <a:srgbClr val="0070C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8" name="꺾인 연결선 1007"/>
          <p:cNvCxnSpPr>
            <a:stCxn id="935" idx="1"/>
          </p:cNvCxnSpPr>
          <p:nvPr/>
        </p:nvCxnSpPr>
        <p:spPr>
          <a:xfrm rot="10800000">
            <a:off x="5656196" y="2153651"/>
            <a:ext cx="251662" cy="3404001"/>
          </a:xfrm>
          <a:prstGeom prst="bentConnector2">
            <a:avLst/>
          </a:prstGeom>
          <a:ln w="19050">
            <a:solidFill>
              <a:srgbClr val="0070C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9" name="꺾인 연결선 1008"/>
          <p:cNvCxnSpPr>
            <a:stCxn id="899" idx="1"/>
          </p:cNvCxnSpPr>
          <p:nvPr/>
        </p:nvCxnSpPr>
        <p:spPr>
          <a:xfrm rot="10800000">
            <a:off x="5656196" y="2153651"/>
            <a:ext cx="251662" cy="807467"/>
          </a:xfrm>
          <a:prstGeom prst="bentConnector2">
            <a:avLst/>
          </a:prstGeom>
          <a:ln w="19050">
            <a:solidFill>
              <a:srgbClr val="0070C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0" name="TextBox 1184"/>
          <p:cNvSpPr txBox="1"/>
          <p:nvPr/>
        </p:nvSpPr>
        <p:spPr>
          <a:xfrm>
            <a:off x="2735580" y="6120215"/>
            <a:ext cx="476412" cy="369332"/>
          </a:xfrm>
          <a:prstGeom prst="rect">
            <a:avLst/>
          </a:prstGeom>
          <a:solidFill>
            <a:schemeClr val="accent1">
              <a:lumMod val="75000"/>
              <a:alpha val="76000"/>
            </a:schemeClr>
          </a:solidFill>
        </p:spPr>
        <p:txBody>
          <a:bodyPr wrap="none">
            <a:spAutoFit/>
          </a:bodyPr>
          <a:lstStyle>
            <a:defPPr>
              <a:defRPr lang="ko-K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sz="1200" kern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sz="1200" kern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sz="1200" kern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sz="1200" kern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+mn-cs"/>
              </a:defRPr>
            </a:lvl9pPr>
          </a:lstStyle>
          <a:p>
            <a:pPr algn="ctr">
              <a:defRPr/>
            </a:pPr>
            <a:r>
              <a:rPr lang="en-US" altLang="ko-KR" sz="900" dirty="0">
                <a:ln w="0">
                  <a:solidFill>
                    <a:schemeClr val="bg1"/>
                  </a:solidFill>
                </a:ln>
                <a:solidFill>
                  <a:schemeClr val="bg1"/>
                </a:solidFill>
                <a:latin typeface="Rix헤드 B" panose="02020603020101020101" pitchFamily="18" charset="-127"/>
                <a:ea typeface="Rix헤드 B" panose="02020603020101020101" pitchFamily="18" charset="-127"/>
              </a:rPr>
              <a:t>1F</a:t>
            </a:r>
          </a:p>
          <a:p>
            <a:pPr algn="ctr">
              <a:defRPr/>
            </a:pPr>
            <a:r>
              <a:rPr lang="en-US" altLang="ko-KR" sz="900" dirty="0" smtClean="0">
                <a:ln w="0">
                  <a:solidFill>
                    <a:schemeClr val="bg1"/>
                  </a:solidFill>
                </a:ln>
                <a:solidFill>
                  <a:schemeClr val="bg1"/>
                </a:solidFill>
                <a:latin typeface="Rix헤드 B" panose="02020603020101020101" pitchFamily="18" charset="-127"/>
                <a:ea typeface="Rix헤드 B" panose="02020603020101020101" pitchFamily="18" charset="-127"/>
              </a:rPr>
              <a:t>A</a:t>
            </a:r>
            <a:r>
              <a:rPr lang="ko-KR" altLang="en-US" sz="900" dirty="0" smtClean="0">
                <a:ln w="0">
                  <a:solidFill>
                    <a:schemeClr val="bg1"/>
                  </a:solidFill>
                </a:ln>
                <a:solidFill>
                  <a:schemeClr val="bg1"/>
                </a:solidFill>
                <a:latin typeface="Rix헤드 B" panose="02020603020101020101" pitchFamily="18" charset="-127"/>
                <a:ea typeface="Rix헤드 B" panose="02020603020101020101" pitchFamily="18" charset="-127"/>
              </a:rPr>
              <a:t>기관</a:t>
            </a:r>
            <a:endParaRPr lang="ko-KR" altLang="en-US" sz="900" dirty="0">
              <a:ln w="0">
                <a:solidFill>
                  <a:schemeClr val="bg1"/>
                </a:solidFill>
              </a:ln>
              <a:solidFill>
                <a:schemeClr val="bg1"/>
              </a:solidFill>
              <a:latin typeface="Rix헤드 B" panose="02020603020101020101" pitchFamily="18" charset="-127"/>
              <a:ea typeface="Rix헤드 B" panose="02020603020101020101" pitchFamily="18" charset="-127"/>
            </a:endParaRPr>
          </a:p>
        </p:txBody>
      </p:sp>
      <p:sp>
        <p:nvSpPr>
          <p:cNvPr id="1011" name="TextBox 1185"/>
          <p:cNvSpPr txBox="1"/>
          <p:nvPr/>
        </p:nvSpPr>
        <p:spPr>
          <a:xfrm>
            <a:off x="2746764" y="5687261"/>
            <a:ext cx="463588" cy="369332"/>
          </a:xfrm>
          <a:prstGeom prst="rect">
            <a:avLst/>
          </a:prstGeom>
          <a:solidFill>
            <a:schemeClr val="accent1">
              <a:lumMod val="75000"/>
              <a:alpha val="76000"/>
            </a:schemeClr>
          </a:solidFill>
        </p:spPr>
        <p:txBody>
          <a:bodyPr wrap="none">
            <a:spAutoFit/>
          </a:bodyPr>
          <a:lstStyle>
            <a:defPPr>
              <a:defRPr lang="ko-K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sz="1200" kern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sz="1200" kern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sz="1200" kern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sz="1200" kern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+mn-cs"/>
              </a:defRPr>
            </a:lvl9pPr>
          </a:lstStyle>
          <a:p>
            <a:pPr algn="ctr">
              <a:defRPr/>
            </a:pPr>
            <a:r>
              <a:rPr lang="en-US" altLang="ko-KR" sz="900" dirty="0">
                <a:ln w="0">
                  <a:solidFill>
                    <a:schemeClr val="bg1"/>
                  </a:solidFill>
                </a:ln>
                <a:solidFill>
                  <a:schemeClr val="bg1"/>
                </a:solidFill>
                <a:latin typeface="Rix헤드 B" panose="02020603020101020101" pitchFamily="18" charset="-127"/>
                <a:ea typeface="Rix헤드 B" panose="02020603020101020101" pitchFamily="18" charset="-127"/>
              </a:rPr>
              <a:t>2F</a:t>
            </a:r>
          </a:p>
          <a:p>
            <a:pPr algn="ctr">
              <a:defRPr/>
            </a:pPr>
            <a:r>
              <a:rPr lang="en-US" altLang="ko-KR" sz="900" dirty="0" smtClean="0">
                <a:ln w="0">
                  <a:solidFill>
                    <a:schemeClr val="bg1"/>
                  </a:solidFill>
                </a:ln>
                <a:solidFill>
                  <a:schemeClr val="bg1"/>
                </a:solidFill>
                <a:latin typeface="Rix헤드 B" panose="02020603020101020101" pitchFamily="18" charset="-127"/>
                <a:ea typeface="Rix헤드 B" panose="02020603020101020101" pitchFamily="18" charset="-127"/>
              </a:rPr>
              <a:t>B</a:t>
            </a:r>
            <a:r>
              <a:rPr lang="ko-KR" altLang="en-US" sz="900" dirty="0" smtClean="0">
                <a:ln w="0">
                  <a:solidFill>
                    <a:schemeClr val="bg1"/>
                  </a:solidFill>
                </a:ln>
                <a:solidFill>
                  <a:schemeClr val="bg1"/>
                </a:solidFill>
                <a:latin typeface="Rix헤드 B" panose="02020603020101020101" pitchFamily="18" charset="-127"/>
                <a:ea typeface="Rix헤드 B" panose="02020603020101020101" pitchFamily="18" charset="-127"/>
              </a:rPr>
              <a:t>기관</a:t>
            </a:r>
            <a:endParaRPr lang="ko-KR" altLang="en-US" sz="900" dirty="0">
              <a:ln w="0">
                <a:solidFill>
                  <a:schemeClr val="bg1"/>
                </a:solidFill>
              </a:ln>
              <a:solidFill>
                <a:schemeClr val="bg1"/>
              </a:solidFill>
              <a:latin typeface="Rix헤드 B" panose="02020603020101020101" pitchFamily="18" charset="-127"/>
              <a:ea typeface="Rix헤드 B" panose="02020603020101020101" pitchFamily="18" charset="-127"/>
            </a:endParaRPr>
          </a:p>
        </p:txBody>
      </p:sp>
      <p:sp>
        <p:nvSpPr>
          <p:cNvPr id="1012" name="TextBox 1186"/>
          <p:cNvSpPr txBox="1"/>
          <p:nvPr/>
        </p:nvSpPr>
        <p:spPr>
          <a:xfrm>
            <a:off x="2740351" y="5254306"/>
            <a:ext cx="476412" cy="369332"/>
          </a:xfrm>
          <a:prstGeom prst="rect">
            <a:avLst/>
          </a:prstGeom>
          <a:solidFill>
            <a:schemeClr val="accent1">
              <a:lumMod val="75000"/>
              <a:alpha val="76000"/>
            </a:schemeClr>
          </a:solidFill>
        </p:spPr>
        <p:txBody>
          <a:bodyPr wrap="none">
            <a:spAutoFit/>
          </a:bodyPr>
          <a:lstStyle>
            <a:defPPr>
              <a:defRPr lang="ko-K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sz="1200" kern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sz="1200" kern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sz="1200" kern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sz="1200" kern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+mn-cs"/>
              </a:defRPr>
            </a:lvl9pPr>
          </a:lstStyle>
          <a:p>
            <a:pPr algn="ctr">
              <a:defRPr/>
            </a:pPr>
            <a:r>
              <a:rPr lang="en-US" altLang="ko-KR" sz="900" dirty="0">
                <a:ln w="0">
                  <a:solidFill>
                    <a:schemeClr val="bg1"/>
                  </a:solidFill>
                </a:ln>
                <a:solidFill>
                  <a:schemeClr val="bg1"/>
                </a:solidFill>
                <a:latin typeface="Rix헤드 B" panose="02020603020101020101" pitchFamily="18" charset="-127"/>
                <a:ea typeface="Rix헤드 B" panose="02020603020101020101" pitchFamily="18" charset="-127"/>
              </a:rPr>
              <a:t>3F</a:t>
            </a:r>
          </a:p>
          <a:p>
            <a:pPr algn="ctr">
              <a:defRPr/>
            </a:pPr>
            <a:r>
              <a:rPr lang="en-US" altLang="ko-KR" sz="900" dirty="0" smtClean="0">
                <a:ln w="0">
                  <a:solidFill>
                    <a:schemeClr val="bg1"/>
                  </a:solidFill>
                </a:ln>
                <a:solidFill>
                  <a:schemeClr val="bg1"/>
                </a:solidFill>
                <a:latin typeface="Rix헤드 B" panose="02020603020101020101" pitchFamily="18" charset="-127"/>
                <a:ea typeface="Rix헤드 B" panose="02020603020101020101" pitchFamily="18" charset="-127"/>
              </a:rPr>
              <a:t>D</a:t>
            </a:r>
            <a:r>
              <a:rPr lang="ko-KR" altLang="en-US" sz="900" dirty="0" smtClean="0">
                <a:ln w="0">
                  <a:solidFill>
                    <a:schemeClr val="bg1"/>
                  </a:solidFill>
                </a:ln>
                <a:solidFill>
                  <a:schemeClr val="bg1"/>
                </a:solidFill>
                <a:latin typeface="Rix헤드 B" panose="02020603020101020101" pitchFamily="18" charset="-127"/>
                <a:ea typeface="Rix헤드 B" panose="02020603020101020101" pitchFamily="18" charset="-127"/>
              </a:rPr>
              <a:t>기관</a:t>
            </a:r>
            <a:endParaRPr lang="ko-KR" altLang="en-US" sz="900" dirty="0">
              <a:ln w="0">
                <a:solidFill>
                  <a:schemeClr val="bg1"/>
                </a:solidFill>
              </a:ln>
              <a:solidFill>
                <a:schemeClr val="bg1"/>
              </a:solidFill>
              <a:latin typeface="Rix헤드 B" panose="02020603020101020101" pitchFamily="18" charset="-127"/>
              <a:ea typeface="Rix헤드 B" panose="02020603020101020101" pitchFamily="18" charset="-127"/>
            </a:endParaRPr>
          </a:p>
        </p:txBody>
      </p:sp>
      <p:sp>
        <p:nvSpPr>
          <p:cNvPr id="1013" name="TextBox 1187"/>
          <p:cNvSpPr txBox="1"/>
          <p:nvPr/>
        </p:nvSpPr>
        <p:spPr>
          <a:xfrm>
            <a:off x="2740948" y="4821352"/>
            <a:ext cx="476412" cy="369332"/>
          </a:xfrm>
          <a:prstGeom prst="rect">
            <a:avLst/>
          </a:prstGeom>
          <a:solidFill>
            <a:schemeClr val="accent1">
              <a:lumMod val="75000"/>
              <a:alpha val="76000"/>
            </a:schemeClr>
          </a:solidFill>
        </p:spPr>
        <p:txBody>
          <a:bodyPr wrap="none">
            <a:spAutoFit/>
          </a:bodyPr>
          <a:lstStyle>
            <a:defPPr>
              <a:defRPr lang="ko-K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sz="1200" kern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sz="1200" kern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sz="1200" kern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sz="1200" kern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+mn-cs"/>
              </a:defRPr>
            </a:lvl9pPr>
          </a:lstStyle>
          <a:p>
            <a:pPr algn="ctr">
              <a:defRPr/>
            </a:pPr>
            <a:r>
              <a:rPr lang="en-US" altLang="ko-KR" sz="900" dirty="0">
                <a:ln w="0">
                  <a:solidFill>
                    <a:schemeClr val="bg1"/>
                  </a:solidFill>
                </a:ln>
                <a:solidFill>
                  <a:schemeClr val="bg1"/>
                </a:solidFill>
                <a:latin typeface="Rix헤드 B" panose="02020603020101020101" pitchFamily="18" charset="-127"/>
                <a:ea typeface="Rix헤드 B" panose="02020603020101020101" pitchFamily="18" charset="-127"/>
              </a:rPr>
              <a:t>4F</a:t>
            </a:r>
          </a:p>
          <a:p>
            <a:pPr algn="ctr">
              <a:defRPr/>
            </a:pPr>
            <a:r>
              <a:rPr lang="en-US" altLang="ko-KR" sz="900" dirty="0" smtClean="0">
                <a:ln w="0">
                  <a:solidFill>
                    <a:schemeClr val="bg1"/>
                  </a:solidFill>
                </a:ln>
                <a:solidFill>
                  <a:schemeClr val="bg1"/>
                </a:solidFill>
                <a:latin typeface="Rix헤드 B" panose="02020603020101020101" pitchFamily="18" charset="-127"/>
                <a:ea typeface="Rix헤드 B" panose="02020603020101020101" pitchFamily="18" charset="-127"/>
              </a:rPr>
              <a:t>D</a:t>
            </a:r>
            <a:r>
              <a:rPr lang="ko-KR" altLang="en-US" sz="900" dirty="0" smtClean="0">
                <a:ln w="0">
                  <a:solidFill>
                    <a:schemeClr val="bg1"/>
                  </a:solidFill>
                </a:ln>
                <a:solidFill>
                  <a:schemeClr val="bg1"/>
                </a:solidFill>
                <a:latin typeface="Rix헤드 B" panose="02020603020101020101" pitchFamily="18" charset="-127"/>
                <a:ea typeface="Rix헤드 B" panose="02020603020101020101" pitchFamily="18" charset="-127"/>
              </a:rPr>
              <a:t>기관</a:t>
            </a:r>
            <a:endParaRPr lang="ko-KR" altLang="en-US" sz="900" dirty="0">
              <a:ln w="0">
                <a:solidFill>
                  <a:schemeClr val="bg1"/>
                </a:solidFill>
              </a:ln>
              <a:solidFill>
                <a:schemeClr val="bg1"/>
              </a:solidFill>
              <a:latin typeface="Rix헤드 B" panose="02020603020101020101" pitchFamily="18" charset="-127"/>
              <a:ea typeface="Rix헤드 B" panose="02020603020101020101" pitchFamily="18" charset="-127"/>
            </a:endParaRPr>
          </a:p>
        </p:txBody>
      </p:sp>
      <p:sp>
        <p:nvSpPr>
          <p:cNvPr id="1014" name="TextBox 1188"/>
          <p:cNvSpPr txBox="1"/>
          <p:nvPr/>
        </p:nvSpPr>
        <p:spPr>
          <a:xfrm>
            <a:off x="2750565" y="4397939"/>
            <a:ext cx="457176" cy="369332"/>
          </a:xfrm>
          <a:prstGeom prst="rect">
            <a:avLst/>
          </a:prstGeom>
          <a:solidFill>
            <a:schemeClr val="accent1">
              <a:lumMod val="75000"/>
              <a:alpha val="76000"/>
            </a:schemeClr>
          </a:solidFill>
        </p:spPr>
        <p:txBody>
          <a:bodyPr wrap="none">
            <a:spAutoFit/>
          </a:bodyPr>
          <a:lstStyle>
            <a:defPPr>
              <a:defRPr lang="ko-K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sz="1200" kern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sz="1200" kern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sz="1200" kern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sz="1200" kern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+mn-cs"/>
              </a:defRPr>
            </a:lvl9pPr>
          </a:lstStyle>
          <a:p>
            <a:pPr algn="ctr">
              <a:defRPr/>
            </a:pPr>
            <a:r>
              <a:rPr lang="en-US" altLang="ko-KR" sz="900" dirty="0">
                <a:ln w="0">
                  <a:solidFill>
                    <a:schemeClr val="bg1"/>
                  </a:solidFill>
                </a:ln>
                <a:solidFill>
                  <a:schemeClr val="bg1"/>
                </a:solidFill>
                <a:latin typeface="Rix헤드 B" panose="02020603020101020101" pitchFamily="18" charset="-127"/>
                <a:ea typeface="Rix헤드 B" panose="02020603020101020101" pitchFamily="18" charset="-127"/>
              </a:rPr>
              <a:t>5F</a:t>
            </a:r>
          </a:p>
          <a:p>
            <a:pPr algn="ctr">
              <a:defRPr/>
            </a:pPr>
            <a:r>
              <a:rPr lang="en-US" altLang="ko-KR" sz="900" dirty="0" smtClean="0">
                <a:ln w="0">
                  <a:solidFill>
                    <a:schemeClr val="bg1"/>
                  </a:solidFill>
                </a:ln>
                <a:solidFill>
                  <a:schemeClr val="bg1"/>
                </a:solidFill>
                <a:latin typeface="Rix헤드 B" panose="02020603020101020101" pitchFamily="18" charset="-127"/>
                <a:ea typeface="Rix헤드 B" panose="02020603020101020101" pitchFamily="18" charset="-127"/>
              </a:rPr>
              <a:t>E</a:t>
            </a:r>
            <a:r>
              <a:rPr lang="ko-KR" altLang="en-US" sz="900" dirty="0" smtClean="0">
                <a:ln w="0">
                  <a:solidFill>
                    <a:schemeClr val="bg1"/>
                  </a:solidFill>
                </a:ln>
                <a:solidFill>
                  <a:schemeClr val="bg1"/>
                </a:solidFill>
                <a:latin typeface="Rix헤드 B" panose="02020603020101020101" pitchFamily="18" charset="-127"/>
                <a:ea typeface="Rix헤드 B" panose="02020603020101020101" pitchFamily="18" charset="-127"/>
              </a:rPr>
              <a:t>기관</a:t>
            </a:r>
            <a:endParaRPr lang="ko-KR" altLang="en-US" sz="900" dirty="0">
              <a:ln w="0">
                <a:solidFill>
                  <a:schemeClr val="bg1"/>
                </a:solidFill>
              </a:ln>
              <a:solidFill>
                <a:schemeClr val="bg1"/>
              </a:solidFill>
              <a:latin typeface="Rix헤드 B" panose="02020603020101020101" pitchFamily="18" charset="-127"/>
              <a:ea typeface="Rix헤드 B" panose="02020603020101020101" pitchFamily="18" charset="-127"/>
            </a:endParaRPr>
          </a:p>
        </p:txBody>
      </p:sp>
      <p:sp>
        <p:nvSpPr>
          <p:cNvPr id="1015" name="TextBox 1189"/>
          <p:cNvSpPr txBox="1"/>
          <p:nvPr/>
        </p:nvSpPr>
        <p:spPr>
          <a:xfrm>
            <a:off x="2753175" y="3956635"/>
            <a:ext cx="450764" cy="369332"/>
          </a:xfrm>
          <a:prstGeom prst="rect">
            <a:avLst/>
          </a:prstGeom>
          <a:solidFill>
            <a:schemeClr val="accent1">
              <a:lumMod val="75000"/>
              <a:alpha val="76000"/>
            </a:schemeClr>
          </a:solidFill>
        </p:spPr>
        <p:txBody>
          <a:bodyPr wrap="none">
            <a:spAutoFit/>
          </a:bodyPr>
          <a:lstStyle>
            <a:defPPr>
              <a:defRPr lang="ko-K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sz="1200" kern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sz="1200" kern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sz="1200" kern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sz="1200" kern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+mn-cs"/>
              </a:defRPr>
            </a:lvl9pPr>
          </a:lstStyle>
          <a:p>
            <a:pPr algn="ctr">
              <a:defRPr/>
            </a:pPr>
            <a:r>
              <a:rPr lang="en-US" altLang="ko-KR" sz="900" dirty="0">
                <a:ln w="0">
                  <a:solidFill>
                    <a:schemeClr val="bg1"/>
                  </a:solidFill>
                </a:ln>
                <a:solidFill>
                  <a:schemeClr val="bg1"/>
                </a:solidFill>
                <a:latin typeface="Rix헤드 B" panose="02020603020101020101" pitchFamily="18" charset="-127"/>
                <a:ea typeface="Rix헤드 B" panose="02020603020101020101" pitchFamily="18" charset="-127"/>
              </a:rPr>
              <a:t>6F</a:t>
            </a:r>
          </a:p>
          <a:p>
            <a:pPr algn="ctr">
              <a:defRPr/>
            </a:pPr>
            <a:r>
              <a:rPr lang="en-US" altLang="ko-KR" sz="900" dirty="0" smtClean="0">
                <a:ln w="0">
                  <a:solidFill>
                    <a:schemeClr val="bg1"/>
                  </a:solidFill>
                </a:ln>
                <a:solidFill>
                  <a:schemeClr val="bg1"/>
                </a:solidFill>
                <a:latin typeface="Rix헤드 B" panose="02020603020101020101" pitchFamily="18" charset="-127"/>
                <a:ea typeface="Rix헤드 B" panose="02020603020101020101" pitchFamily="18" charset="-127"/>
              </a:rPr>
              <a:t>F</a:t>
            </a:r>
            <a:r>
              <a:rPr lang="ko-KR" altLang="en-US" sz="900" dirty="0" smtClean="0">
                <a:ln w="0">
                  <a:solidFill>
                    <a:schemeClr val="bg1"/>
                  </a:solidFill>
                </a:ln>
                <a:solidFill>
                  <a:schemeClr val="bg1"/>
                </a:solidFill>
                <a:latin typeface="Rix헤드 B" panose="02020603020101020101" pitchFamily="18" charset="-127"/>
                <a:ea typeface="Rix헤드 B" panose="02020603020101020101" pitchFamily="18" charset="-127"/>
              </a:rPr>
              <a:t>기관</a:t>
            </a:r>
            <a:endParaRPr lang="ko-KR" altLang="en-US" sz="900" dirty="0">
              <a:ln w="0">
                <a:solidFill>
                  <a:schemeClr val="bg1"/>
                </a:solidFill>
              </a:ln>
              <a:solidFill>
                <a:schemeClr val="bg1"/>
              </a:solidFill>
              <a:latin typeface="Rix헤드 B" panose="02020603020101020101" pitchFamily="18" charset="-127"/>
              <a:ea typeface="Rix헤드 B" panose="02020603020101020101" pitchFamily="18" charset="-127"/>
            </a:endParaRPr>
          </a:p>
        </p:txBody>
      </p:sp>
      <p:sp>
        <p:nvSpPr>
          <p:cNvPr id="1016" name="TextBox 1190"/>
          <p:cNvSpPr txBox="1"/>
          <p:nvPr/>
        </p:nvSpPr>
        <p:spPr>
          <a:xfrm>
            <a:off x="2740351" y="3523681"/>
            <a:ext cx="476412" cy="369332"/>
          </a:xfrm>
          <a:prstGeom prst="rect">
            <a:avLst/>
          </a:prstGeom>
          <a:solidFill>
            <a:schemeClr val="accent1">
              <a:lumMod val="75000"/>
              <a:alpha val="76000"/>
            </a:schemeClr>
          </a:solidFill>
        </p:spPr>
        <p:txBody>
          <a:bodyPr wrap="none">
            <a:spAutoFit/>
          </a:bodyPr>
          <a:lstStyle>
            <a:defPPr>
              <a:defRPr lang="ko-K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sz="1200" kern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sz="1200" kern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sz="1200" kern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sz="1200" kern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+mn-cs"/>
              </a:defRPr>
            </a:lvl9pPr>
          </a:lstStyle>
          <a:p>
            <a:pPr algn="ctr">
              <a:defRPr/>
            </a:pPr>
            <a:r>
              <a:rPr lang="en-US" altLang="ko-KR" sz="900" dirty="0">
                <a:ln w="0">
                  <a:solidFill>
                    <a:schemeClr val="bg1"/>
                  </a:solidFill>
                </a:ln>
                <a:solidFill>
                  <a:schemeClr val="bg1"/>
                </a:solidFill>
                <a:latin typeface="Rix헤드 B" panose="02020603020101020101" pitchFamily="18" charset="-127"/>
                <a:ea typeface="Rix헤드 B" panose="02020603020101020101" pitchFamily="18" charset="-127"/>
              </a:rPr>
              <a:t>7F</a:t>
            </a:r>
          </a:p>
          <a:p>
            <a:pPr algn="ctr">
              <a:defRPr/>
            </a:pPr>
            <a:r>
              <a:rPr lang="en-US" altLang="ko-KR" sz="900" dirty="0" smtClean="0">
                <a:ln w="0">
                  <a:solidFill>
                    <a:schemeClr val="bg1"/>
                  </a:solidFill>
                </a:ln>
                <a:solidFill>
                  <a:schemeClr val="bg1"/>
                </a:solidFill>
                <a:latin typeface="Rix헤드 B" panose="02020603020101020101" pitchFamily="18" charset="-127"/>
                <a:ea typeface="Rix헤드 B" panose="02020603020101020101" pitchFamily="18" charset="-127"/>
              </a:rPr>
              <a:t>G</a:t>
            </a:r>
            <a:r>
              <a:rPr lang="ko-KR" altLang="en-US" sz="900" dirty="0" smtClean="0">
                <a:ln w="0">
                  <a:solidFill>
                    <a:schemeClr val="bg1"/>
                  </a:solidFill>
                </a:ln>
                <a:solidFill>
                  <a:schemeClr val="bg1"/>
                </a:solidFill>
                <a:latin typeface="Rix헤드 B" panose="02020603020101020101" pitchFamily="18" charset="-127"/>
                <a:ea typeface="Rix헤드 B" panose="02020603020101020101" pitchFamily="18" charset="-127"/>
              </a:rPr>
              <a:t>기관</a:t>
            </a:r>
            <a:endParaRPr lang="ko-KR" altLang="en-US" sz="900" dirty="0">
              <a:ln w="0">
                <a:solidFill>
                  <a:schemeClr val="bg1"/>
                </a:solidFill>
              </a:ln>
              <a:solidFill>
                <a:schemeClr val="bg1"/>
              </a:solidFill>
              <a:latin typeface="Rix헤드 B" panose="02020603020101020101" pitchFamily="18" charset="-127"/>
              <a:ea typeface="Rix헤드 B" panose="02020603020101020101" pitchFamily="18" charset="-127"/>
            </a:endParaRPr>
          </a:p>
        </p:txBody>
      </p:sp>
      <p:sp>
        <p:nvSpPr>
          <p:cNvPr id="1017" name="TextBox 1191"/>
          <p:cNvSpPr txBox="1"/>
          <p:nvPr/>
        </p:nvSpPr>
        <p:spPr>
          <a:xfrm>
            <a:off x="2740352" y="3090726"/>
            <a:ext cx="476412" cy="369332"/>
          </a:xfrm>
          <a:prstGeom prst="rect">
            <a:avLst/>
          </a:prstGeom>
          <a:solidFill>
            <a:schemeClr val="accent1">
              <a:lumMod val="75000"/>
              <a:alpha val="76000"/>
            </a:schemeClr>
          </a:solidFill>
        </p:spPr>
        <p:txBody>
          <a:bodyPr wrap="none">
            <a:spAutoFit/>
          </a:bodyPr>
          <a:lstStyle>
            <a:defPPr>
              <a:defRPr lang="ko-K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sz="1200" kern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sz="1200" kern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sz="1200" kern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sz="1200" kern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+mn-cs"/>
              </a:defRPr>
            </a:lvl9pPr>
          </a:lstStyle>
          <a:p>
            <a:pPr algn="ctr">
              <a:defRPr/>
            </a:pPr>
            <a:r>
              <a:rPr lang="en-US" altLang="ko-KR" sz="900" dirty="0">
                <a:ln w="0">
                  <a:solidFill>
                    <a:schemeClr val="bg1"/>
                  </a:solidFill>
                </a:ln>
                <a:solidFill>
                  <a:schemeClr val="bg1"/>
                </a:solidFill>
                <a:latin typeface="Rix헤드 B" panose="02020603020101020101" pitchFamily="18" charset="-127"/>
                <a:ea typeface="Rix헤드 B" panose="02020603020101020101" pitchFamily="18" charset="-127"/>
              </a:rPr>
              <a:t>8F</a:t>
            </a:r>
          </a:p>
          <a:p>
            <a:pPr algn="ctr">
              <a:defRPr/>
            </a:pPr>
            <a:r>
              <a:rPr lang="en-US" altLang="ko-KR" sz="900" dirty="0" smtClean="0">
                <a:ln w="0">
                  <a:solidFill>
                    <a:schemeClr val="bg1"/>
                  </a:solidFill>
                </a:ln>
                <a:solidFill>
                  <a:schemeClr val="bg1"/>
                </a:solidFill>
                <a:latin typeface="Rix헤드 B" panose="02020603020101020101" pitchFamily="18" charset="-127"/>
                <a:ea typeface="Rix헤드 B" panose="02020603020101020101" pitchFamily="18" charset="-127"/>
              </a:rPr>
              <a:t>H</a:t>
            </a:r>
            <a:r>
              <a:rPr lang="ko-KR" altLang="en-US" sz="900" dirty="0" smtClean="0">
                <a:ln w="0">
                  <a:solidFill>
                    <a:schemeClr val="bg1"/>
                  </a:solidFill>
                </a:ln>
                <a:solidFill>
                  <a:schemeClr val="bg1"/>
                </a:solidFill>
                <a:latin typeface="Rix헤드 B" panose="02020603020101020101" pitchFamily="18" charset="-127"/>
                <a:ea typeface="Rix헤드 B" panose="02020603020101020101" pitchFamily="18" charset="-127"/>
              </a:rPr>
              <a:t>기관</a:t>
            </a:r>
            <a:endParaRPr lang="ko-KR" altLang="en-US" sz="900" dirty="0">
              <a:ln w="0">
                <a:solidFill>
                  <a:schemeClr val="bg1"/>
                </a:solidFill>
              </a:ln>
              <a:solidFill>
                <a:schemeClr val="bg1"/>
              </a:solidFill>
              <a:latin typeface="Rix헤드 B" panose="02020603020101020101" pitchFamily="18" charset="-127"/>
              <a:ea typeface="Rix헤드 B" panose="02020603020101020101" pitchFamily="18" charset="-127"/>
            </a:endParaRPr>
          </a:p>
        </p:txBody>
      </p:sp>
      <p:sp>
        <p:nvSpPr>
          <p:cNvPr id="1022" name="TextBox 1192"/>
          <p:cNvSpPr txBox="1"/>
          <p:nvPr/>
        </p:nvSpPr>
        <p:spPr>
          <a:xfrm>
            <a:off x="2764396" y="2657772"/>
            <a:ext cx="428322" cy="369332"/>
          </a:xfrm>
          <a:prstGeom prst="rect">
            <a:avLst/>
          </a:prstGeom>
          <a:solidFill>
            <a:schemeClr val="accent1">
              <a:lumMod val="75000"/>
              <a:alpha val="76000"/>
            </a:schemeClr>
          </a:solidFill>
        </p:spPr>
        <p:txBody>
          <a:bodyPr wrap="none">
            <a:spAutoFit/>
          </a:bodyPr>
          <a:lstStyle>
            <a:defPPr>
              <a:defRPr lang="ko-K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sz="1200" kern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sz="1200" kern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sz="1200" kern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sz="1200" kern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+mn-cs"/>
              </a:defRPr>
            </a:lvl9pPr>
          </a:lstStyle>
          <a:p>
            <a:pPr algn="ctr">
              <a:defRPr/>
            </a:pPr>
            <a:r>
              <a:rPr lang="en-US" altLang="ko-KR" sz="900" dirty="0">
                <a:ln w="0">
                  <a:solidFill>
                    <a:schemeClr val="bg1"/>
                  </a:solidFill>
                </a:ln>
                <a:solidFill>
                  <a:schemeClr val="bg1"/>
                </a:solidFill>
                <a:latin typeface="Rix헤드 B" panose="02020603020101020101" pitchFamily="18" charset="-127"/>
                <a:ea typeface="Rix헤드 B" panose="02020603020101020101" pitchFamily="18" charset="-127"/>
              </a:rPr>
              <a:t>9F</a:t>
            </a:r>
          </a:p>
          <a:p>
            <a:pPr algn="ctr">
              <a:defRPr/>
            </a:pPr>
            <a:r>
              <a:rPr lang="en-US" altLang="ko-KR" sz="900" dirty="0" smtClean="0">
                <a:ln w="0">
                  <a:solidFill>
                    <a:schemeClr val="bg1"/>
                  </a:solidFill>
                </a:ln>
                <a:solidFill>
                  <a:schemeClr val="bg1"/>
                </a:solidFill>
                <a:latin typeface="Rix헤드 B" panose="02020603020101020101" pitchFamily="18" charset="-127"/>
                <a:ea typeface="Rix헤드 B" panose="02020603020101020101" pitchFamily="18" charset="-127"/>
              </a:rPr>
              <a:t>I</a:t>
            </a:r>
            <a:r>
              <a:rPr lang="ko-KR" altLang="en-US" sz="900" dirty="0" smtClean="0">
                <a:ln w="0">
                  <a:solidFill>
                    <a:schemeClr val="bg1"/>
                  </a:solidFill>
                </a:ln>
                <a:solidFill>
                  <a:schemeClr val="bg1"/>
                </a:solidFill>
                <a:latin typeface="Rix헤드 B" panose="02020603020101020101" pitchFamily="18" charset="-127"/>
                <a:ea typeface="Rix헤드 B" panose="02020603020101020101" pitchFamily="18" charset="-127"/>
              </a:rPr>
              <a:t>기관</a:t>
            </a:r>
            <a:endParaRPr lang="ko-KR" altLang="en-US" sz="900" dirty="0">
              <a:ln w="0">
                <a:solidFill>
                  <a:schemeClr val="bg1"/>
                </a:solidFill>
              </a:ln>
              <a:solidFill>
                <a:schemeClr val="bg1"/>
              </a:solidFill>
              <a:latin typeface="Rix헤드 B" panose="02020603020101020101" pitchFamily="18" charset="-127"/>
              <a:ea typeface="Rix헤드 B" panose="02020603020101020101" pitchFamily="18" charset="-127"/>
            </a:endParaRPr>
          </a:p>
        </p:txBody>
      </p:sp>
      <p:sp>
        <p:nvSpPr>
          <p:cNvPr id="1023" name="TextBox 1193"/>
          <p:cNvSpPr txBox="1"/>
          <p:nvPr/>
        </p:nvSpPr>
        <p:spPr>
          <a:xfrm>
            <a:off x="2760183" y="2234359"/>
            <a:ext cx="437940" cy="369332"/>
          </a:xfrm>
          <a:prstGeom prst="rect">
            <a:avLst/>
          </a:prstGeom>
          <a:solidFill>
            <a:schemeClr val="accent1">
              <a:lumMod val="75000"/>
              <a:alpha val="76000"/>
            </a:schemeClr>
          </a:solidFill>
        </p:spPr>
        <p:txBody>
          <a:bodyPr wrap="none">
            <a:spAutoFit/>
          </a:bodyPr>
          <a:lstStyle>
            <a:defPPr>
              <a:defRPr lang="ko-K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sz="1200" kern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sz="1200" kern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sz="1200" kern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sz="1200" kern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+mn-cs"/>
              </a:defRPr>
            </a:lvl9pPr>
          </a:lstStyle>
          <a:p>
            <a:pPr algn="ctr">
              <a:defRPr/>
            </a:pPr>
            <a:r>
              <a:rPr lang="en-US" altLang="ko-KR" sz="900" dirty="0">
                <a:ln w="0">
                  <a:solidFill>
                    <a:schemeClr val="bg1"/>
                  </a:solidFill>
                </a:ln>
                <a:solidFill>
                  <a:schemeClr val="bg1"/>
                </a:solidFill>
                <a:latin typeface="Rix헤드 B" panose="02020603020101020101" pitchFamily="18" charset="-127"/>
                <a:ea typeface="Rix헤드 B" panose="02020603020101020101" pitchFamily="18" charset="-127"/>
              </a:rPr>
              <a:t>10F</a:t>
            </a:r>
          </a:p>
          <a:p>
            <a:pPr algn="ctr">
              <a:defRPr/>
            </a:pPr>
            <a:r>
              <a:rPr lang="en-US" altLang="ko-KR" sz="900" dirty="0" smtClean="0">
                <a:ln w="0">
                  <a:solidFill>
                    <a:schemeClr val="bg1"/>
                  </a:solidFill>
                </a:ln>
                <a:solidFill>
                  <a:schemeClr val="bg1"/>
                </a:solidFill>
                <a:latin typeface="Rix헤드 B" panose="02020603020101020101" pitchFamily="18" charset="-127"/>
                <a:ea typeface="Rix헤드 B" panose="02020603020101020101" pitchFamily="18" charset="-127"/>
              </a:rPr>
              <a:t>J</a:t>
            </a:r>
            <a:r>
              <a:rPr lang="ko-KR" altLang="en-US" sz="900" dirty="0" smtClean="0">
                <a:ln w="0">
                  <a:solidFill>
                    <a:schemeClr val="bg1"/>
                  </a:solidFill>
                </a:ln>
                <a:solidFill>
                  <a:schemeClr val="bg1"/>
                </a:solidFill>
                <a:latin typeface="Rix헤드 B" panose="02020603020101020101" pitchFamily="18" charset="-127"/>
                <a:ea typeface="Rix헤드 B" panose="02020603020101020101" pitchFamily="18" charset="-127"/>
              </a:rPr>
              <a:t>기관</a:t>
            </a:r>
            <a:endParaRPr lang="ko-KR" altLang="en-US" sz="900" dirty="0">
              <a:ln w="0">
                <a:solidFill>
                  <a:schemeClr val="bg1"/>
                </a:solidFill>
              </a:ln>
              <a:solidFill>
                <a:schemeClr val="bg1"/>
              </a:solidFill>
              <a:latin typeface="Rix헤드 B" panose="02020603020101020101" pitchFamily="18" charset="-127"/>
              <a:ea typeface="Rix헤드 B" panose="02020603020101020101" pitchFamily="18" charset="-127"/>
            </a:endParaRPr>
          </a:p>
        </p:txBody>
      </p:sp>
      <p:cxnSp>
        <p:nvCxnSpPr>
          <p:cNvPr id="1024" name="직선 연결선 1023"/>
          <p:cNvCxnSpPr/>
          <p:nvPr/>
        </p:nvCxnSpPr>
        <p:spPr>
          <a:xfrm flipV="1">
            <a:off x="6939554" y="6219607"/>
            <a:ext cx="0" cy="135969"/>
          </a:xfrm>
          <a:prstGeom prst="line">
            <a:avLst/>
          </a:prstGeom>
          <a:ln w="63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5" name="직선 연결선 1024"/>
          <p:cNvCxnSpPr/>
          <p:nvPr/>
        </p:nvCxnSpPr>
        <p:spPr>
          <a:xfrm flipV="1">
            <a:off x="7079101" y="6219607"/>
            <a:ext cx="0" cy="135969"/>
          </a:xfrm>
          <a:prstGeom prst="line">
            <a:avLst/>
          </a:prstGeom>
          <a:ln w="63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6" name="직선 연결선 1025"/>
          <p:cNvCxnSpPr/>
          <p:nvPr/>
        </p:nvCxnSpPr>
        <p:spPr>
          <a:xfrm flipV="1">
            <a:off x="7200758" y="6219607"/>
            <a:ext cx="0" cy="135969"/>
          </a:xfrm>
          <a:prstGeom prst="line">
            <a:avLst/>
          </a:prstGeom>
          <a:ln w="63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7" name="직선 연결선 1026"/>
          <p:cNvCxnSpPr/>
          <p:nvPr/>
        </p:nvCxnSpPr>
        <p:spPr>
          <a:xfrm flipV="1">
            <a:off x="7354618" y="6219607"/>
            <a:ext cx="0" cy="135969"/>
          </a:xfrm>
          <a:prstGeom prst="line">
            <a:avLst/>
          </a:prstGeom>
          <a:ln w="63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8" name="직선 연결선 1027"/>
          <p:cNvCxnSpPr/>
          <p:nvPr/>
        </p:nvCxnSpPr>
        <p:spPr>
          <a:xfrm flipV="1">
            <a:off x="6543574" y="6219607"/>
            <a:ext cx="0" cy="135969"/>
          </a:xfrm>
          <a:prstGeom prst="line">
            <a:avLst/>
          </a:prstGeom>
          <a:ln w="63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9" name="직선 연결선 1028"/>
          <p:cNvCxnSpPr/>
          <p:nvPr/>
        </p:nvCxnSpPr>
        <p:spPr>
          <a:xfrm flipV="1">
            <a:off x="6813127" y="6219607"/>
            <a:ext cx="0" cy="135969"/>
          </a:xfrm>
          <a:prstGeom prst="line">
            <a:avLst/>
          </a:prstGeom>
          <a:ln w="63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30" name="그룹 1029"/>
          <p:cNvGrpSpPr>
            <a:grpSpLocks/>
          </p:cNvGrpSpPr>
          <p:nvPr/>
        </p:nvGrpSpPr>
        <p:grpSpPr bwMode="auto">
          <a:xfrm>
            <a:off x="6488706" y="6355577"/>
            <a:ext cx="1055549" cy="81104"/>
            <a:chOff x="5310326" y="7988817"/>
            <a:chExt cx="1503011" cy="167745"/>
          </a:xfrm>
        </p:grpSpPr>
        <p:pic>
          <p:nvPicPr>
            <p:cNvPr id="1031" name="Picture 3" descr="C:\Users\ecoffey\AppData\Local\Temp\Rar$DRa1.410\30062_Device_printer_default_24.png"/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10326" y="7989005"/>
              <a:ext cx="154936" cy="1651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32" name="Picture 25" descr="C:\Users\ecoffey\AppData\Local\Temp\Rar$DRa1.653\30059_Device_laptop_3145_unreachable_24.png"/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517005" y="7988817"/>
              <a:ext cx="154936" cy="1651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33" name="Picture 25" descr="C:\Users\ecoffey\AppData\Local\Temp\Rar$DRa1.653\30059_Device_laptop_3145_unreachable_24.png"/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697025" y="7991400"/>
              <a:ext cx="154936" cy="1651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34" name="Picture 25" descr="C:\Users\ecoffey\AppData\Local\Temp\Rar$DRa1.653\30059_Device_laptop_3145_unreachable_24.png"/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876201" y="7991400"/>
              <a:ext cx="154936" cy="1651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35" name="Picture 25" descr="C:\Users\ecoffey\AppData\Local\Temp\Rar$DRa1.653\30059_Device_laptop_3145_unreachable_24.png"/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67985" y="7991400"/>
              <a:ext cx="154936" cy="1651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36" name="Picture 25" descr="C:\Users\ecoffey\AppData\Local\Temp\Rar$DRa1.653\30059_Device_laptop_3145_unreachable_24.png"/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48005" y="7991400"/>
              <a:ext cx="154936" cy="1651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37" name="Picture 3" descr="C:\Users\ecoffey\AppData\Local\Temp\Rar$DRa1.410\30062_Device_printer_default_24.png"/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658401" y="7988817"/>
              <a:ext cx="154936" cy="1651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38" name="Picture 25" descr="C:\Users\ecoffey\AppData\Local\Temp\Rar$DRa1.653\30059_Device_laptop_3145_unreachable_24.png"/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463946" y="7988817"/>
              <a:ext cx="154936" cy="1651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cxnSp>
        <p:nvCxnSpPr>
          <p:cNvPr id="1039" name="꺾인 연결선 1038"/>
          <p:cNvCxnSpPr>
            <a:stCxn id="1037" idx="0"/>
          </p:cNvCxnSpPr>
          <p:nvPr/>
        </p:nvCxnSpPr>
        <p:spPr>
          <a:xfrm rot="16200000" flipV="1">
            <a:off x="6719499" y="5585681"/>
            <a:ext cx="133584" cy="1406207"/>
          </a:xfrm>
          <a:prstGeom prst="bentConnector2">
            <a:avLst/>
          </a:prstGeom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8" name="직선 연결선 1117"/>
          <p:cNvCxnSpPr/>
          <p:nvPr/>
        </p:nvCxnSpPr>
        <p:spPr>
          <a:xfrm flipV="1">
            <a:off x="6691470" y="6219607"/>
            <a:ext cx="0" cy="135969"/>
          </a:xfrm>
          <a:prstGeom prst="line">
            <a:avLst/>
          </a:prstGeom>
          <a:ln w="63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9" name="직선 연결선 1118"/>
          <p:cNvCxnSpPr/>
          <p:nvPr/>
        </p:nvCxnSpPr>
        <p:spPr>
          <a:xfrm flipV="1">
            <a:off x="6939554" y="5760413"/>
            <a:ext cx="0" cy="134777"/>
          </a:xfrm>
          <a:prstGeom prst="line">
            <a:avLst/>
          </a:prstGeom>
          <a:ln w="63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0" name="직선 연결선 1119"/>
          <p:cNvCxnSpPr/>
          <p:nvPr/>
        </p:nvCxnSpPr>
        <p:spPr>
          <a:xfrm flipV="1">
            <a:off x="7079101" y="5760413"/>
            <a:ext cx="0" cy="134777"/>
          </a:xfrm>
          <a:prstGeom prst="line">
            <a:avLst/>
          </a:prstGeom>
          <a:ln w="63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1" name="직선 연결선 1120"/>
          <p:cNvCxnSpPr/>
          <p:nvPr/>
        </p:nvCxnSpPr>
        <p:spPr>
          <a:xfrm flipV="1">
            <a:off x="7200758" y="5760413"/>
            <a:ext cx="0" cy="134777"/>
          </a:xfrm>
          <a:prstGeom prst="line">
            <a:avLst/>
          </a:prstGeom>
          <a:ln w="63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2" name="직선 연결선 1121"/>
          <p:cNvCxnSpPr/>
          <p:nvPr/>
        </p:nvCxnSpPr>
        <p:spPr>
          <a:xfrm flipV="1">
            <a:off x="7354618" y="5760413"/>
            <a:ext cx="0" cy="134777"/>
          </a:xfrm>
          <a:prstGeom prst="line">
            <a:avLst/>
          </a:prstGeom>
          <a:ln w="63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3" name="직선 연결선 1122"/>
          <p:cNvCxnSpPr/>
          <p:nvPr/>
        </p:nvCxnSpPr>
        <p:spPr>
          <a:xfrm flipV="1">
            <a:off x="6543574" y="5760413"/>
            <a:ext cx="0" cy="134777"/>
          </a:xfrm>
          <a:prstGeom prst="line">
            <a:avLst/>
          </a:prstGeom>
          <a:ln w="63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4" name="직선 연결선 1123"/>
          <p:cNvCxnSpPr/>
          <p:nvPr/>
        </p:nvCxnSpPr>
        <p:spPr>
          <a:xfrm flipV="1">
            <a:off x="6813127" y="5760413"/>
            <a:ext cx="0" cy="134777"/>
          </a:xfrm>
          <a:prstGeom prst="line">
            <a:avLst/>
          </a:prstGeom>
          <a:ln w="63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25" name="그룹 1124"/>
          <p:cNvGrpSpPr>
            <a:grpSpLocks/>
          </p:cNvGrpSpPr>
          <p:nvPr/>
        </p:nvGrpSpPr>
        <p:grpSpPr bwMode="auto">
          <a:xfrm>
            <a:off x="6488706" y="5895190"/>
            <a:ext cx="1055549" cy="81104"/>
            <a:chOff x="5310326" y="7988817"/>
            <a:chExt cx="1503011" cy="167745"/>
          </a:xfrm>
        </p:grpSpPr>
        <p:pic>
          <p:nvPicPr>
            <p:cNvPr id="1126" name="Picture 3" descr="C:\Users\ecoffey\AppData\Local\Temp\Rar$DRa1.410\30062_Device_printer_default_24.png"/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10326" y="7989005"/>
              <a:ext cx="154936" cy="1651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127" name="Picture 25" descr="C:\Users\ecoffey\AppData\Local\Temp\Rar$DRa1.653\30059_Device_laptop_3145_unreachable_24.png"/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517005" y="7988817"/>
              <a:ext cx="154936" cy="1651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128" name="Picture 25" descr="C:\Users\ecoffey\AppData\Local\Temp\Rar$DRa1.653\30059_Device_laptop_3145_unreachable_24.png"/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697025" y="7991400"/>
              <a:ext cx="154936" cy="1651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129" name="Picture 25" descr="C:\Users\ecoffey\AppData\Local\Temp\Rar$DRa1.653\30059_Device_laptop_3145_unreachable_24.png"/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876201" y="7991400"/>
              <a:ext cx="154936" cy="1651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130" name="Picture 25" descr="C:\Users\ecoffey\AppData\Local\Temp\Rar$DRa1.653\30059_Device_laptop_3145_unreachable_24.png"/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67985" y="7991400"/>
              <a:ext cx="154936" cy="1651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131" name="Picture 25" descr="C:\Users\ecoffey\AppData\Local\Temp\Rar$DRa1.653\30059_Device_laptop_3145_unreachable_24.png"/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48005" y="7991400"/>
              <a:ext cx="154936" cy="1651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132" name="Picture 3" descr="C:\Users\ecoffey\AppData\Local\Temp\Rar$DRa1.410\30062_Device_printer_default_24.png"/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658401" y="7988817"/>
              <a:ext cx="154936" cy="1651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133" name="Picture 25" descr="C:\Users\ecoffey\AppData\Local\Temp\Rar$DRa1.653\30059_Device_laptop_3145_unreachable_24.png"/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463946" y="7988817"/>
              <a:ext cx="154936" cy="1651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cxnSp>
        <p:nvCxnSpPr>
          <p:cNvPr id="1134" name="꺾인 연결선 1133"/>
          <p:cNvCxnSpPr>
            <a:stCxn id="1132" idx="0"/>
          </p:cNvCxnSpPr>
          <p:nvPr/>
        </p:nvCxnSpPr>
        <p:spPr>
          <a:xfrm rot="16200000" flipV="1">
            <a:off x="6720095" y="5125891"/>
            <a:ext cx="132391" cy="1406207"/>
          </a:xfrm>
          <a:prstGeom prst="bentConnector2">
            <a:avLst/>
          </a:prstGeom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5" name="직선 연결선 1134"/>
          <p:cNvCxnSpPr/>
          <p:nvPr/>
        </p:nvCxnSpPr>
        <p:spPr>
          <a:xfrm flipV="1">
            <a:off x="6691470" y="5760413"/>
            <a:ext cx="0" cy="134777"/>
          </a:xfrm>
          <a:prstGeom prst="line">
            <a:avLst/>
          </a:prstGeom>
          <a:ln w="63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6" name="직선 연결선 1135"/>
          <p:cNvCxnSpPr/>
          <p:nvPr/>
        </p:nvCxnSpPr>
        <p:spPr>
          <a:xfrm flipV="1">
            <a:off x="6939554" y="5327459"/>
            <a:ext cx="0" cy="134776"/>
          </a:xfrm>
          <a:prstGeom prst="line">
            <a:avLst/>
          </a:prstGeom>
          <a:ln w="63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7" name="직선 연결선 1136"/>
          <p:cNvCxnSpPr/>
          <p:nvPr/>
        </p:nvCxnSpPr>
        <p:spPr>
          <a:xfrm flipV="1">
            <a:off x="7079101" y="5327459"/>
            <a:ext cx="0" cy="134776"/>
          </a:xfrm>
          <a:prstGeom prst="line">
            <a:avLst/>
          </a:prstGeom>
          <a:ln w="63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8" name="직선 연결선 1137"/>
          <p:cNvCxnSpPr/>
          <p:nvPr/>
        </p:nvCxnSpPr>
        <p:spPr>
          <a:xfrm flipV="1">
            <a:off x="7200758" y="5327459"/>
            <a:ext cx="0" cy="134776"/>
          </a:xfrm>
          <a:prstGeom prst="line">
            <a:avLst/>
          </a:prstGeom>
          <a:ln w="63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9" name="직선 연결선 1138"/>
          <p:cNvCxnSpPr/>
          <p:nvPr/>
        </p:nvCxnSpPr>
        <p:spPr>
          <a:xfrm flipV="1">
            <a:off x="7354618" y="5327459"/>
            <a:ext cx="0" cy="134776"/>
          </a:xfrm>
          <a:prstGeom prst="line">
            <a:avLst/>
          </a:prstGeom>
          <a:ln w="63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0" name="직선 연결선 1139"/>
          <p:cNvCxnSpPr/>
          <p:nvPr/>
        </p:nvCxnSpPr>
        <p:spPr>
          <a:xfrm flipV="1">
            <a:off x="6543574" y="5327459"/>
            <a:ext cx="0" cy="134776"/>
          </a:xfrm>
          <a:prstGeom prst="line">
            <a:avLst/>
          </a:prstGeom>
          <a:ln w="63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1" name="직선 연결선 1140"/>
          <p:cNvCxnSpPr/>
          <p:nvPr/>
        </p:nvCxnSpPr>
        <p:spPr>
          <a:xfrm flipV="1">
            <a:off x="6813127" y="5327459"/>
            <a:ext cx="0" cy="134776"/>
          </a:xfrm>
          <a:prstGeom prst="line">
            <a:avLst/>
          </a:prstGeom>
          <a:ln w="63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42" name="그룹 1141"/>
          <p:cNvGrpSpPr>
            <a:grpSpLocks/>
          </p:cNvGrpSpPr>
          <p:nvPr/>
        </p:nvGrpSpPr>
        <p:grpSpPr bwMode="auto">
          <a:xfrm>
            <a:off x="6488706" y="5462235"/>
            <a:ext cx="1055549" cy="81104"/>
            <a:chOff x="5310326" y="7988817"/>
            <a:chExt cx="1503011" cy="167745"/>
          </a:xfrm>
        </p:grpSpPr>
        <p:pic>
          <p:nvPicPr>
            <p:cNvPr id="1143" name="Picture 3" descr="C:\Users\ecoffey\AppData\Local\Temp\Rar$DRa1.410\30062_Device_printer_default_24.png"/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10326" y="7989005"/>
              <a:ext cx="154936" cy="1651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144" name="Picture 25" descr="C:\Users\ecoffey\AppData\Local\Temp\Rar$DRa1.653\30059_Device_laptop_3145_unreachable_24.png"/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517005" y="7988817"/>
              <a:ext cx="154936" cy="1651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145" name="Picture 25" descr="C:\Users\ecoffey\AppData\Local\Temp\Rar$DRa1.653\30059_Device_laptop_3145_unreachable_24.png"/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697025" y="7991400"/>
              <a:ext cx="154936" cy="1651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146" name="Picture 25" descr="C:\Users\ecoffey\AppData\Local\Temp\Rar$DRa1.653\30059_Device_laptop_3145_unreachable_24.png"/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876201" y="7991400"/>
              <a:ext cx="154936" cy="1651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147" name="Picture 25" descr="C:\Users\ecoffey\AppData\Local\Temp\Rar$DRa1.653\30059_Device_laptop_3145_unreachable_24.png"/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67985" y="7991400"/>
              <a:ext cx="154936" cy="1651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148" name="Picture 25" descr="C:\Users\ecoffey\AppData\Local\Temp\Rar$DRa1.653\30059_Device_laptop_3145_unreachable_24.png"/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48005" y="7991400"/>
              <a:ext cx="154936" cy="1651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149" name="Picture 3" descr="C:\Users\ecoffey\AppData\Local\Temp\Rar$DRa1.410\30062_Device_printer_default_24.png"/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658401" y="7988817"/>
              <a:ext cx="154936" cy="1651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150" name="Picture 25" descr="C:\Users\ecoffey\AppData\Local\Temp\Rar$DRa1.653\30059_Device_laptop_3145_unreachable_24.png"/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463946" y="7988817"/>
              <a:ext cx="154936" cy="1651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cxnSp>
        <p:nvCxnSpPr>
          <p:cNvPr id="1151" name="꺾인 연결선 1150"/>
          <p:cNvCxnSpPr>
            <a:stCxn id="1149" idx="0"/>
          </p:cNvCxnSpPr>
          <p:nvPr/>
        </p:nvCxnSpPr>
        <p:spPr>
          <a:xfrm rot="16200000" flipV="1">
            <a:off x="6720095" y="4692936"/>
            <a:ext cx="132391" cy="1406207"/>
          </a:xfrm>
          <a:prstGeom prst="bentConnector2">
            <a:avLst/>
          </a:prstGeom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2" name="직선 연결선 1151"/>
          <p:cNvCxnSpPr/>
          <p:nvPr/>
        </p:nvCxnSpPr>
        <p:spPr>
          <a:xfrm flipV="1">
            <a:off x="6691470" y="5327459"/>
            <a:ext cx="0" cy="134776"/>
          </a:xfrm>
          <a:prstGeom prst="line">
            <a:avLst/>
          </a:prstGeom>
          <a:ln w="63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3" name="직선 연결선 1152"/>
          <p:cNvCxnSpPr/>
          <p:nvPr/>
        </p:nvCxnSpPr>
        <p:spPr>
          <a:xfrm flipV="1">
            <a:off x="6939554" y="4894504"/>
            <a:ext cx="0" cy="135969"/>
          </a:xfrm>
          <a:prstGeom prst="line">
            <a:avLst/>
          </a:prstGeom>
          <a:ln w="63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4" name="직선 연결선 1153"/>
          <p:cNvCxnSpPr/>
          <p:nvPr/>
        </p:nvCxnSpPr>
        <p:spPr>
          <a:xfrm flipV="1">
            <a:off x="7079101" y="4894504"/>
            <a:ext cx="0" cy="135969"/>
          </a:xfrm>
          <a:prstGeom prst="line">
            <a:avLst/>
          </a:prstGeom>
          <a:ln w="63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5" name="직선 연결선 1154"/>
          <p:cNvCxnSpPr/>
          <p:nvPr/>
        </p:nvCxnSpPr>
        <p:spPr>
          <a:xfrm flipV="1">
            <a:off x="7200758" y="4894504"/>
            <a:ext cx="0" cy="135969"/>
          </a:xfrm>
          <a:prstGeom prst="line">
            <a:avLst/>
          </a:prstGeom>
          <a:ln w="63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6" name="직선 연결선 1155"/>
          <p:cNvCxnSpPr/>
          <p:nvPr/>
        </p:nvCxnSpPr>
        <p:spPr>
          <a:xfrm flipV="1">
            <a:off x="7354618" y="4894504"/>
            <a:ext cx="0" cy="135969"/>
          </a:xfrm>
          <a:prstGeom prst="line">
            <a:avLst/>
          </a:prstGeom>
          <a:ln w="63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7" name="직선 연결선 1156"/>
          <p:cNvCxnSpPr/>
          <p:nvPr/>
        </p:nvCxnSpPr>
        <p:spPr>
          <a:xfrm flipV="1">
            <a:off x="6543574" y="4894504"/>
            <a:ext cx="0" cy="135969"/>
          </a:xfrm>
          <a:prstGeom prst="line">
            <a:avLst/>
          </a:prstGeom>
          <a:ln w="63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8" name="직선 연결선 1157"/>
          <p:cNvCxnSpPr/>
          <p:nvPr/>
        </p:nvCxnSpPr>
        <p:spPr>
          <a:xfrm flipV="1">
            <a:off x="6813127" y="4894504"/>
            <a:ext cx="0" cy="135969"/>
          </a:xfrm>
          <a:prstGeom prst="line">
            <a:avLst/>
          </a:prstGeom>
          <a:ln w="63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59" name="그룹 1158"/>
          <p:cNvGrpSpPr>
            <a:grpSpLocks/>
          </p:cNvGrpSpPr>
          <p:nvPr/>
        </p:nvGrpSpPr>
        <p:grpSpPr bwMode="auto">
          <a:xfrm>
            <a:off x="6488706" y="5030473"/>
            <a:ext cx="1055549" cy="81104"/>
            <a:chOff x="5310326" y="7988817"/>
            <a:chExt cx="1503011" cy="167745"/>
          </a:xfrm>
        </p:grpSpPr>
        <p:pic>
          <p:nvPicPr>
            <p:cNvPr id="1160" name="Picture 3" descr="C:\Users\ecoffey\AppData\Local\Temp\Rar$DRa1.410\30062_Device_printer_default_24.png"/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10326" y="7989005"/>
              <a:ext cx="154936" cy="1651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161" name="Picture 25" descr="C:\Users\ecoffey\AppData\Local\Temp\Rar$DRa1.653\30059_Device_laptop_3145_unreachable_24.png"/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517005" y="7988817"/>
              <a:ext cx="154936" cy="1651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162" name="Picture 25" descr="C:\Users\ecoffey\AppData\Local\Temp\Rar$DRa1.653\30059_Device_laptop_3145_unreachable_24.png"/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697025" y="7991400"/>
              <a:ext cx="154936" cy="1651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163" name="Picture 25" descr="C:\Users\ecoffey\AppData\Local\Temp\Rar$DRa1.653\30059_Device_laptop_3145_unreachable_24.png"/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876201" y="7991400"/>
              <a:ext cx="154936" cy="1651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164" name="Picture 25" descr="C:\Users\ecoffey\AppData\Local\Temp\Rar$DRa1.653\30059_Device_laptop_3145_unreachable_24.png"/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67985" y="7991400"/>
              <a:ext cx="154936" cy="1651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165" name="Picture 25" descr="C:\Users\ecoffey\AppData\Local\Temp\Rar$DRa1.653\30059_Device_laptop_3145_unreachable_24.png"/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48005" y="7991400"/>
              <a:ext cx="154936" cy="1651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166" name="Picture 3" descr="C:\Users\ecoffey\AppData\Local\Temp\Rar$DRa1.410\30062_Device_printer_default_24.png"/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658401" y="7988817"/>
              <a:ext cx="154936" cy="1651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167" name="Picture 25" descr="C:\Users\ecoffey\AppData\Local\Temp\Rar$DRa1.653\30059_Device_laptop_3145_unreachable_24.png"/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463946" y="7988817"/>
              <a:ext cx="154936" cy="1651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cxnSp>
        <p:nvCxnSpPr>
          <p:cNvPr id="1168" name="꺾인 연결선 1167"/>
          <p:cNvCxnSpPr>
            <a:stCxn id="1166" idx="0"/>
          </p:cNvCxnSpPr>
          <p:nvPr/>
        </p:nvCxnSpPr>
        <p:spPr>
          <a:xfrm rot="16200000" flipV="1">
            <a:off x="6719499" y="4260577"/>
            <a:ext cx="133584" cy="1406207"/>
          </a:xfrm>
          <a:prstGeom prst="bentConnector2">
            <a:avLst/>
          </a:prstGeom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9" name="직선 연결선 1168"/>
          <p:cNvCxnSpPr/>
          <p:nvPr/>
        </p:nvCxnSpPr>
        <p:spPr>
          <a:xfrm flipV="1">
            <a:off x="6691470" y="4894504"/>
            <a:ext cx="0" cy="135969"/>
          </a:xfrm>
          <a:prstGeom prst="line">
            <a:avLst/>
          </a:prstGeom>
          <a:ln w="63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0" name="직선 연결선 1169"/>
          <p:cNvCxnSpPr/>
          <p:nvPr/>
        </p:nvCxnSpPr>
        <p:spPr>
          <a:xfrm flipV="1">
            <a:off x="6939554" y="4488982"/>
            <a:ext cx="0" cy="134777"/>
          </a:xfrm>
          <a:prstGeom prst="line">
            <a:avLst/>
          </a:prstGeom>
          <a:ln w="63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1" name="직선 연결선 1170"/>
          <p:cNvCxnSpPr/>
          <p:nvPr/>
        </p:nvCxnSpPr>
        <p:spPr>
          <a:xfrm flipV="1">
            <a:off x="7079101" y="4488982"/>
            <a:ext cx="0" cy="134777"/>
          </a:xfrm>
          <a:prstGeom prst="line">
            <a:avLst/>
          </a:prstGeom>
          <a:ln w="63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2" name="직선 연결선 1171"/>
          <p:cNvCxnSpPr/>
          <p:nvPr/>
        </p:nvCxnSpPr>
        <p:spPr>
          <a:xfrm flipV="1">
            <a:off x="7200758" y="4488982"/>
            <a:ext cx="0" cy="134777"/>
          </a:xfrm>
          <a:prstGeom prst="line">
            <a:avLst/>
          </a:prstGeom>
          <a:ln w="63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3" name="직선 연결선 1172"/>
          <p:cNvCxnSpPr/>
          <p:nvPr/>
        </p:nvCxnSpPr>
        <p:spPr>
          <a:xfrm flipV="1">
            <a:off x="7354618" y="4488982"/>
            <a:ext cx="0" cy="134777"/>
          </a:xfrm>
          <a:prstGeom prst="line">
            <a:avLst/>
          </a:prstGeom>
          <a:ln w="63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4" name="직선 연결선 1173"/>
          <p:cNvCxnSpPr/>
          <p:nvPr/>
        </p:nvCxnSpPr>
        <p:spPr>
          <a:xfrm flipV="1">
            <a:off x="6543574" y="4488982"/>
            <a:ext cx="0" cy="134777"/>
          </a:xfrm>
          <a:prstGeom prst="line">
            <a:avLst/>
          </a:prstGeom>
          <a:ln w="63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5" name="직선 연결선 1174"/>
          <p:cNvCxnSpPr/>
          <p:nvPr/>
        </p:nvCxnSpPr>
        <p:spPr>
          <a:xfrm flipV="1">
            <a:off x="6813127" y="4488982"/>
            <a:ext cx="0" cy="134777"/>
          </a:xfrm>
          <a:prstGeom prst="line">
            <a:avLst/>
          </a:prstGeom>
          <a:ln w="63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76" name="그룹 1175"/>
          <p:cNvGrpSpPr>
            <a:grpSpLocks/>
          </p:cNvGrpSpPr>
          <p:nvPr/>
        </p:nvGrpSpPr>
        <p:grpSpPr bwMode="auto">
          <a:xfrm>
            <a:off x="6488706" y="4623759"/>
            <a:ext cx="1055549" cy="81104"/>
            <a:chOff x="5310326" y="7988817"/>
            <a:chExt cx="1503011" cy="167745"/>
          </a:xfrm>
        </p:grpSpPr>
        <p:pic>
          <p:nvPicPr>
            <p:cNvPr id="1177" name="Picture 3" descr="C:\Users\ecoffey\AppData\Local\Temp\Rar$DRa1.410\30062_Device_printer_default_24.png"/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10326" y="7989005"/>
              <a:ext cx="154936" cy="1651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178" name="Picture 25" descr="C:\Users\ecoffey\AppData\Local\Temp\Rar$DRa1.653\30059_Device_laptop_3145_unreachable_24.png"/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517005" y="7988817"/>
              <a:ext cx="154936" cy="1651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179" name="Picture 25" descr="C:\Users\ecoffey\AppData\Local\Temp\Rar$DRa1.653\30059_Device_laptop_3145_unreachable_24.png"/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697025" y="7991400"/>
              <a:ext cx="154936" cy="1651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180" name="Picture 25" descr="C:\Users\ecoffey\AppData\Local\Temp\Rar$DRa1.653\30059_Device_laptop_3145_unreachable_24.png"/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876201" y="7991400"/>
              <a:ext cx="154936" cy="1651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181" name="Picture 25" descr="C:\Users\ecoffey\AppData\Local\Temp\Rar$DRa1.653\30059_Device_laptop_3145_unreachable_24.png"/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67985" y="7991400"/>
              <a:ext cx="154936" cy="1651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182" name="Picture 25" descr="C:\Users\ecoffey\AppData\Local\Temp\Rar$DRa1.653\30059_Device_laptop_3145_unreachable_24.png"/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48005" y="7991400"/>
              <a:ext cx="154936" cy="1651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183" name="Picture 3" descr="C:\Users\ecoffey\AppData\Local\Temp\Rar$DRa1.410\30062_Device_printer_default_24.png"/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658401" y="7988817"/>
              <a:ext cx="154936" cy="1651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184" name="Picture 25" descr="C:\Users\ecoffey\AppData\Local\Temp\Rar$DRa1.653\30059_Device_laptop_3145_unreachable_24.png"/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463946" y="7988817"/>
              <a:ext cx="154936" cy="1651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cxnSp>
        <p:nvCxnSpPr>
          <p:cNvPr id="1185" name="꺾인 연결선 1184"/>
          <p:cNvCxnSpPr>
            <a:stCxn id="1183" idx="0"/>
          </p:cNvCxnSpPr>
          <p:nvPr/>
        </p:nvCxnSpPr>
        <p:spPr>
          <a:xfrm rot="16200000" flipV="1">
            <a:off x="6720095" y="3854460"/>
            <a:ext cx="132391" cy="1406207"/>
          </a:xfrm>
          <a:prstGeom prst="bentConnector2">
            <a:avLst/>
          </a:prstGeom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6" name="직선 연결선 1185"/>
          <p:cNvCxnSpPr/>
          <p:nvPr/>
        </p:nvCxnSpPr>
        <p:spPr>
          <a:xfrm flipV="1">
            <a:off x="6691470" y="4488982"/>
            <a:ext cx="0" cy="134777"/>
          </a:xfrm>
          <a:prstGeom prst="line">
            <a:avLst/>
          </a:prstGeom>
          <a:ln w="63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7" name="직선 연결선 1186"/>
          <p:cNvCxnSpPr/>
          <p:nvPr/>
        </p:nvCxnSpPr>
        <p:spPr>
          <a:xfrm flipV="1">
            <a:off x="6939554" y="4028595"/>
            <a:ext cx="0" cy="135969"/>
          </a:xfrm>
          <a:prstGeom prst="line">
            <a:avLst/>
          </a:prstGeom>
          <a:ln w="63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8" name="직선 연결선 1187"/>
          <p:cNvCxnSpPr/>
          <p:nvPr/>
        </p:nvCxnSpPr>
        <p:spPr>
          <a:xfrm flipV="1">
            <a:off x="7079101" y="4028595"/>
            <a:ext cx="0" cy="135969"/>
          </a:xfrm>
          <a:prstGeom prst="line">
            <a:avLst/>
          </a:prstGeom>
          <a:ln w="63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9" name="직선 연결선 1188"/>
          <p:cNvCxnSpPr/>
          <p:nvPr/>
        </p:nvCxnSpPr>
        <p:spPr>
          <a:xfrm flipV="1">
            <a:off x="7200758" y="4028595"/>
            <a:ext cx="0" cy="135969"/>
          </a:xfrm>
          <a:prstGeom prst="line">
            <a:avLst/>
          </a:prstGeom>
          <a:ln w="63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0" name="직선 연결선 1189"/>
          <p:cNvCxnSpPr/>
          <p:nvPr/>
        </p:nvCxnSpPr>
        <p:spPr>
          <a:xfrm flipV="1">
            <a:off x="7354618" y="4028595"/>
            <a:ext cx="0" cy="135969"/>
          </a:xfrm>
          <a:prstGeom prst="line">
            <a:avLst/>
          </a:prstGeom>
          <a:ln w="63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1" name="직선 연결선 1190"/>
          <p:cNvCxnSpPr/>
          <p:nvPr/>
        </p:nvCxnSpPr>
        <p:spPr>
          <a:xfrm flipV="1">
            <a:off x="6543574" y="4028595"/>
            <a:ext cx="0" cy="135969"/>
          </a:xfrm>
          <a:prstGeom prst="line">
            <a:avLst/>
          </a:prstGeom>
          <a:ln w="63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2" name="직선 연결선 1191"/>
          <p:cNvCxnSpPr/>
          <p:nvPr/>
        </p:nvCxnSpPr>
        <p:spPr>
          <a:xfrm flipV="1">
            <a:off x="6813127" y="4028595"/>
            <a:ext cx="0" cy="135969"/>
          </a:xfrm>
          <a:prstGeom prst="line">
            <a:avLst/>
          </a:prstGeom>
          <a:ln w="63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93" name="그룹 1192"/>
          <p:cNvGrpSpPr>
            <a:grpSpLocks/>
          </p:cNvGrpSpPr>
          <p:nvPr/>
        </p:nvGrpSpPr>
        <p:grpSpPr bwMode="auto">
          <a:xfrm>
            <a:off x="6488706" y="4164564"/>
            <a:ext cx="1055549" cy="81104"/>
            <a:chOff x="5310326" y="7988817"/>
            <a:chExt cx="1503011" cy="167745"/>
          </a:xfrm>
        </p:grpSpPr>
        <p:pic>
          <p:nvPicPr>
            <p:cNvPr id="1194" name="Picture 3" descr="C:\Users\ecoffey\AppData\Local\Temp\Rar$DRa1.410\30062_Device_printer_default_24.png"/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10326" y="7989005"/>
              <a:ext cx="154936" cy="1651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195" name="Picture 25" descr="C:\Users\ecoffey\AppData\Local\Temp\Rar$DRa1.653\30059_Device_laptop_3145_unreachable_24.png"/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517005" y="7988817"/>
              <a:ext cx="154936" cy="1651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196" name="Picture 25" descr="C:\Users\ecoffey\AppData\Local\Temp\Rar$DRa1.653\30059_Device_laptop_3145_unreachable_24.png"/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697025" y="7991400"/>
              <a:ext cx="154936" cy="1651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197" name="Picture 25" descr="C:\Users\ecoffey\AppData\Local\Temp\Rar$DRa1.653\30059_Device_laptop_3145_unreachable_24.png"/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876201" y="7991400"/>
              <a:ext cx="154936" cy="1651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198" name="Picture 25" descr="C:\Users\ecoffey\AppData\Local\Temp\Rar$DRa1.653\30059_Device_laptop_3145_unreachable_24.png"/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67985" y="7991400"/>
              <a:ext cx="154936" cy="1651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199" name="Picture 25" descr="C:\Users\ecoffey\AppData\Local\Temp\Rar$DRa1.653\30059_Device_laptop_3145_unreachable_24.png"/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48005" y="7991400"/>
              <a:ext cx="154936" cy="1651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200" name="Picture 3" descr="C:\Users\ecoffey\AppData\Local\Temp\Rar$DRa1.410\30062_Device_printer_default_24.png"/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658401" y="7988817"/>
              <a:ext cx="154936" cy="1651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201" name="Picture 25" descr="C:\Users\ecoffey\AppData\Local\Temp\Rar$DRa1.653\30059_Device_laptop_3145_unreachable_24.png"/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463946" y="7988817"/>
              <a:ext cx="154936" cy="1651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cxnSp>
        <p:nvCxnSpPr>
          <p:cNvPr id="1202" name="꺾인 연결선 1201"/>
          <p:cNvCxnSpPr>
            <a:stCxn id="1200" idx="0"/>
          </p:cNvCxnSpPr>
          <p:nvPr/>
        </p:nvCxnSpPr>
        <p:spPr>
          <a:xfrm rot="16200000" flipV="1">
            <a:off x="6719499" y="3394668"/>
            <a:ext cx="133584" cy="1406207"/>
          </a:xfrm>
          <a:prstGeom prst="bentConnector2">
            <a:avLst/>
          </a:prstGeom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3" name="직선 연결선 1202"/>
          <p:cNvCxnSpPr/>
          <p:nvPr/>
        </p:nvCxnSpPr>
        <p:spPr>
          <a:xfrm flipV="1">
            <a:off x="6691470" y="4028595"/>
            <a:ext cx="0" cy="135969"/>
          </a:xfrm>
          <a:prstGeom prst="line">
            <a:avLst/>
          </a:prstGeom>
          <a:ln w="63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4" name="직선 연결선 1203"/>
          <p:cNvCxnSpPr/>
          <p:nvPr/>
        </p:nvCxnSpPr>
        <p:spPr>
          <a:xfrm flipV="1">
            <a:off x="6939554" y="3596833"/>
            <a:ext cx="0" cy="134777"/>
          </a:xfrm>
          <a:prstGeom prst="line">
            <a:avLst/>
          </a:prstGeom>
          <a:ln w="63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5" name="직선 연결선 1204"/>
          <p:cNvCxnSpPr/>
          <p:nvPr/>
        </p:nvCxnSpPr>
        <p:spPr>
          <a:xfrm flipV="1">
            <a:off x="7079101" y="3596833"/>
            <a:ext cx="0" cy="134777"/>
          </a:xfrm>
          <a:prstGeom prst="line">
            <a:avLst/>
          </a:prstGeom>
          <a:ln w="63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6" name="직선 연결선 1205"/>
          <p:cNvCxnSpPr/>
          <p:nvPr/>
        </p:nvCxnSpPr>
        <p:spPr>
          <a:xfrm flipV="1">
            <a:off x="7200758" y="3596833"/>
            <a:ext cx="0" cy="134777"/>
          </a:xfrm>
          <a:prstGeom prst="line">
            <a:avLst/>
          </a:prstGeom>
          <a:ln w="63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7" name="직선 연결선 1206"/>
          <p:cNvCxnSpPr/>
          <p:nvPr/>
        </p:nvCxnSpPr>
        <p:spPr>
          <a:xfrm flipV="1">
            <a:off x="7354618" y="3596833"/>
            <a:ext cx="0" cy="134777"/>
          </a:xfrm>
          <a:prstGeom prst="line">
            <a:avLst/>
          </a:prstGeom>
          <a:ln w="63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8" name="직선 연결선 1207"/>
          <p:cNvCxnSpPr/>
          <p:nvPr/>
        </p:nvCxnSpPr>
        <p:spPr>
          <a:xfrm flipV="1">
            <a:off x="6543574" y="3596833"/>
            <a:ext cx="0" cy="134777"/>
          </a:xfrm>
          <a:prstGeom prst="line">
            <a:avLst/>
          </a:prstGeom>
          <a:ln w="63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9" name="직선 연결선 1208"/>
          <p:cNvCxnSpPr/>
          <p:nvPr/>
        </p:nvCxnSpPr>
        <p:spPr>
          <a:xfrm flipV="1">
            <a:off x="6813127" y="3596833"/>
            <a:ext cx="0" cy="134777"/>
          </a:xfrm>
          <a:prstGeom prst="line">
            <a:avLst/>
          </a:prstGeom>
          <a:ln w="63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10" name="그룹 1209"/>
          <p:cNvGrpSpPr>
            <a:grpSpLocks/>
          </p:cNvGrpSpPr>
          <p:nvPr/>
        </p:nvGrpSpPr>
        <p:grpSpPr bwMode="auto">
          <a:xfrm>
            <a:off x="6488706" y="3731610"/>
            <a:ext cx="1055549" cy="81104"/>
            <a:chOff x="5310326" y="7988817"/>
            <a:chExt cx="1503011" cy="167745"/>
          </a:xfrm>
        </p:grpSpPr>
        <p:pic>
          <p:nvPicPr>
            <p:cNvPr id="1211" name="Picture 3" descr="C:\Users\ecoffey\AppData\Local\Temp\Rar$DRa1.410\30062_Device_printer_default_24.png"/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10326" y="7989005"/>
              <a:ext cx="154936" cy="1651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212" name="Picture 25" descr="C:\Users\ecoffey\AppData\Local\Temp\Rar$DRa1.653\30059_Device_laptop_3145_unreachable_24.png"/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517005" y="7988817"/>
              <a:ext cx="154936" cy="1651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213" name="Picture 25" descr="C:\Users\ecoffey\AppData\Local\Temp\Rar$DRa1.653\30059_Device_laptop_3145_unreachable_24.png"/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697025" y="7991400"/>
              <a:ext cx="154936" cy="1651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214" name="Picture 25" descr="C:\Users\ecoffey\AppData\Local\Temp\Rar$DRa1.653\30059_Device_laptop_3145_unreachable_24.png"/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876201" y="7991400"/>
              <a:ext cx="154936" cy="1651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215" name="Picture 25" descr="C:\Users\ecoffey\AppData\Local\Temp\Rar$DRa1.653\30059_Device_laptop_3145_unreachable_24.png"/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67985" y="7991400"/>
              <a:ext cx="154936" cy="1651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216" name="Picture 25" descr="C:\Users\ecoffey\AppData\Local\Temp\Rar$DRa1.653\30059_Device_laptop_3145_unreachable_24.png"/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48005" y="7991400"/>
              <a:ext cx="154936" cy="1651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217" name="Picture 3" descr="C:\Users\ecoffey\AppData\Local\Temp\Rar$DRa1.410\30062_Device_printer_default_24.png"/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658401" y="7988817"/>
              <a:ext cx="154936" cy="1651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218" name="Picture 25" descr="C:\Users\ecoffey\AppData\Local\Temp\Rar$DRa1.653\30059_Device_laptop_3145_unreachable_24.png"/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463946" y="7988817"/>
              <a:ext cx="154936" cy="1651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cxnSp>
        <p:nvCxnSpPr>
          <p:cNvPr id="1219" name="꺾인 연결선 1218"/>
          <p:cNvCxnSpPr>
            <a:stCxn id="1217" idx="0"/>
          </p:cNvCxnSpPr>
          <p:nvPr/>
        </p:nvCxnSpPr>
        <p:spPr>
          <a:xfrm rot="16200000" flipV="1">
            <a:off x="6719499" y="2961714"/>
            <a:ext cx="133584" cy="1406207"/>
          </a:xfrm>
          <a:prstGeom prst="bentConnector2">
            <a:avLst/>
          </a:prstGeom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0" name="직선 연결선 1219"/>
          <p:cNvCxnSpPr/>
          <p:nvPr/>
        </p:nvCxnSpPr>
        <p:spPr>
          <a:xfrm flipV="1">
            <a:off x="6691470" y="3596833"/>
            <a:ext cx="0" cy="134777"/>
          </a:xfrm>
          <a:prstGeom prst="line">
            <a:avLst/>
          </a:prstGeom>
          <a:ln w="63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1" name="직선 연결선 1220"/>
          <p:cNvCxnSpPr/>
          <p:nvPr/>
        </p:nvCxnSpPr>
        <p:spPr>
          <a:xfrm flipV="1">
            <a:off x="6939554" y="3190118"/>
            <a:ext cx="0" cy="135969"/>
          </a:xfrm>
          <a:prstGeom prst="line">
            <a:avLst/>
          </a:prstGeom>
          <a:ln w="63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2" name="직선 연결선 1221"/>
          <p:cNvCxnSpPr/>
          <p:nvPr/>
        </p:nvCxnSpPr>
        <p:spPr>
          <a:xfrm flipV="1">
            <a:off x="7079101" y="3190118"/>
            <a:ext cx="0" cy="135969"/>
          </a:xfrm>
          <a:prstGeom prst="line">
            <a:avLst/>
          </a:prstGeom>
          <a:ln w="63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3" name="직선 연결선 1222"/>
          <p:cNvCxnSpPr/>
          <p:nvPr/>
        </p:nvCxnSpPr>
        <p:spPr>
          <a:xfrm flipV="1">
            <a:off x="7200758" y="3190118"/>
            <a:ext cx="0" cy="135969"/>
          </a:xfrm>
          <a:prstGeom prst="line">
            <a:avLst/>
          </a:prstGeom>
          <a:ln w="63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4" name="직선 연결선 1223"/>
          <p:cNvCxnSpPr/>
          <p:nvPr/>
        </p:nvCxnSpPr>
        <p:spPr>
          <a:xfrm flipV="1">
            <a:off x="7354618" y="3190118"/>
            <a:ext cx="0" cy="135969"/>
          </a:xfrm>
          <a:prstGeom prst="line">
            <a:avLst/>
          </a:prstGeom>
          <a:ln w="63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5" name="직선 연결선 1224"/>
          <p:cNvCxnSpPr/>
          <p:nvPr/>
        </p:nvCxnSpPr>
        <p:spPr>
          <a:xfrm flipV="1">
            <a:off x="6543574" y="3190118"/>
            <a:ext cx="0" cy="135969"/>
          </a:xfrm>
          <a:prstGeom prst="line">
            <a:avLst/>
          </a:prstGeom>
          <a:ln w="63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6" name="직선 연결선 1225"/>
          <p:cNvCxnSpPr/>
          <p:nvPr/>
        </p:nvCxnSpPr>
        <p:spPr>
          <a:xfrm flipV="1">
            <a:off x="6813127" y="3190118"/>
            <a:ext cx="0" cy="135969"/>
          </a:xfrm>
          <a:prstGeom prst="line">
            <a:avLst/>
          </a:prstGeom>
          <a:ln w="63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27" name="그룹 1226"/>
          <p:cNvGrpSpPr>
            <a:grpSpLocks/>
          </p:cNvGrpSpPr>
          <p:nvPr/>
        </p:nvGrpSpPr>
        <p:grpSpPr bwMode="auto">
          <a:xfrm>
            <a:off x="6488706" y="3326088"/>
            <a:ext cx="1055549" cy="81104"/>
            <a:chOff x="5310326" y="7988817"/>
            <a:chExt cx="1503011" cy="167745"/>
          </a:xfrm>
        </p:grpSpPr>
        <p:pic>
          <p:nvPicPr>
            <p:cNvPr id="1228" name="Picture 3" descr="C:\Users\ecoffey\AppData\Local\Temp\Rar$DRa1.410\30062_Device_printer_default_24.png"/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10326" y="7989005"/>
              <a:ext cx="154936" cy="1651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229" name="Picture 25" descr="C:\Users\ecoffey\AppData\Local\Temp\Rar$DRa1.653\30059_Device_laptop_3145_unreachable_24.png"/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517005" y="7988817"/>
              <a:ext cx="154936" cy="1651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230" name="Picture 25" descr="C:\Users\ecoffey\AppData\Local\Temp\Rar$DRa1.653\30059_Device_laptop_3145_unreachable_24.png"/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697025" y="7991400"/>
              <a:ext cx="154936" cy="1651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231" name="Picture 25" descr="C:\Users\ecoffey\AppData\Local\Temp\Rar$DRa1.653\30059_Device_laptop_3145_unreachable_24.png"/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876201" y="7991400"/>
              <a:ext cx="154936" cy="1651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232" name="Picture 25" descr="C:\Users\ecoffey\AppData\Local\Temp\Rar$DRa1.653\30059_Device_laptop_3145_unreachable_24.png"/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67985" y="7991400"/>
              <a:ext cx="154936" cy="1651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233" name="Picture 25" descr="C:\Users\ecoffey\AppData\Local\Temp\Rar$DRa1.653\30059_Device_laptop_3145_unreachable_24.png"/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48005" y="7991400"/>
              <a:ext cx="154936" cy="1651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234" name="Picture 3" descr="C:\Users\ecoffey\AppData\Local\Temp\Rar$DRa1.410\30062_Device_printer_default_24.png"/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658401" y="7988817"/>
              <a:ext cx="154936" cy="1651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235" name="Picture 25" descr="C:\Users\ecoffey\AppData\Local\Temp\Rar$DRa1.653\30059_Device_laptop_3145_unreachable_24.png"/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463946" y="7988817"/>
              <a:ext cx="154936" cy="1651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cxnSp>
        <p:nvCxnSpPr>
          <p:cNvPr id="1236" name="꺾인 연결선 1235"/>
          <p:cNvCxnSpPr>
            <a:stCxn id="1234" idx="0"/>
          </p:cNvCxnSpPr>
          <p:nvPr/>
        </p:nvCxnSpPr>
        <p:spPr>
          <a:xfrm rot="16200000" flipV="1">
            <a:off x="6719499" y="2556192"/>
            <a:ext cx="133584" cy="1406207"/>
          </a:xfrm>
          <a:prstGeom prst="bentConnector2">
            <a:avLst/>
          </a:prstGeom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7" name="직선 연결선 1236"/>
          <p:cNvCxnSpPr/>
          <p:nvPr/>
        </p:nvCxnSpPr>
        <p:spPr>
          <a:xfrm flipV="1">
            <a:off x="6691470" y="3190118"/>
            <a:ext cx="0" cy="135969"/>
          </a:xfrm>
          <a:prstGeom prst="line">
            <a:avLst/>
          </a:prstGeom>
          <a:ln w="63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8" name="직선 연결선 1237"/>
          <p:cNvCxnSpPr/>
          <p:nvPr/>
        </p:nvCxnSpPr>
        <p:spPr>
          <a:xfrm flipV="1">
            <a:off x="6939554" y="2730924"/>
            <a:ext cx="0" cy="134777"/>
          </a:xfrm>
          <a:prstGeom prst="line">
            <a:avLst/>
          </a:prstGeom>
          <a:ln w="63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9" name="직선 연결선 1238"/>
          <p:cNvCxnSpPr/>
          <p:nvPr/>
        </p:nvCxnSpPr>
        <p:spPr>
          <a:xfrm flipV="1">
            <a:off x="7079101" y="2730924"/>
            <a:ext cx="0" cy="134777"/>
          </a:xfrm>
          <a:prstGeom prst="line">
            <a:avLst/>
          </a:prstGeom>
          <a:ln w="63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0" name="직선 연결선 1239"/>
          <p:cNvCxnSpPr/>
          <p:nvPr/>
        </p:nvCxnSpPr>
        <p:spPr>
          <a:xfrm flipV="1">
            <a:off x="7200758" y="2730924"/>
            <a:ext cx="0" cy="134777"/>
          </a:xfrm>
          <a:prstGeom prst="line">
            <a:avLst/>
          </a:prstGeom>
          <a:ln w="63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1" name="직선 연결선 1240"/>
          <p:cNvCxnSpPr/>
          <p:nvPr/>
        </p:nvCxnSpPr>
        <p:spPr>
          <a:xfrm flipV="1">
            <a:off x="7354618" y="2730924"/>
            <a:ext cx="0" cy="134777"/>
          </a:xfrm>
          <a:prstGeom prst="line">
            <a:avLst/>
          </a:prstGeom>
          <a:ln w="63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2" name="직선 연결선 1241"/>
          <p:cNvCxnSpPr/>
          <p:nvPr/>
        </p:nvCxnSpPr>
        <p:spPr>
          <a:xfrm flipV="1">
            <a:off x="6543574" y="2730924"/>
            <a:ext cx="0" cy="134777"/>
          </a:xfrm>
          <a:prstGeom prst="line">
            <a:avLst/>
          </a:prstGeom>
          <a:ln w="63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3" name="직선 연결선 1242"/>
          <p:cNvCxnSpPr/>
          <p:nvPr/>
        </p:nvCxnSpPr>
        <p:spPr>
          <a:xfrm flipV="1">
            <a:off x="6813127" y="2730924"/>
            <a:ext cx="0" cy="134777"/>
          </a:xfrm>
          <a:prstGeom prst="line">
            <a:avLst/>
          </a:prstGeom>
          <a:ln w="63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44" name="그룹 1243"/>
          <p:cNvGrpSpPr>
            <a:grpSpLocks/>
          </p:cNvGrpSpPr>
          <p:nvPr/>
        </p:nvGrpSpPr>
        <p:grpSpPr bwMode="auto">
          <a:xfrm>
            <a:off x="6488706" y="2865701"/>
            <a:ext cx="1055549" cy="81104"/>
            <a:chOff x="5310326" y="7988817"/>
            <a:chExt cx="1503011" cy="167745"/>
          </a:xfrm>
        </p:grpSpPr>
        <p:pic>
          <p:nvPicPr>
            <p:cNvPr id="1245" name="Picture 3" descr="C:\Users\ecoffey\AppData\Local\Temp\Rar$DRa1.410\30062_Device_printer_default_24.png"/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10326" y="7989005"/>
              <a:ext cx="154936" cy="1651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246" name="Picture 25" descr="C:\Users\ecoffey\AppData\Local\Temp\Rar$DRa1.653\30059_Device_laptop_3145_unreachable_24.png"/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517005" y="7988817"/>
              <a:ext cx="154936" cy="1651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247" name="Picture 25" descr="C:\Users\ecoffey\AppData\Local\Temp\Rar$DRa1.653\30059_Device_laptop_3145_unreachable_24.png"/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697025" y="7991400"/>
              <a:ext cx="154936" cy="1651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248" name="Picture 25" descr="C:\Users\ecoffey\AppData\Local\Temp\Rar$DRa1.653\30059_Device_laptop_3145_unreachable_24.png"/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876201" y="7991400"/>
              <a:ext cx="154936" cy="1651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249" name="Picture 25" descr="C:\Users\ecoffey\AppData\Local\Temp\Rar$DRa1.653\30059_Device_laptop_3145_unreachable_24.png"/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67985" y="7991400"/>
              <a:ext cx="154936" cy="1651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250" name="Picture 25" descr="C:\Users\ecoffey\AppData\Local\Temp\Rar$DRa1.653\30059_Device_laptop_3145_unreachable_24.png"/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48005" y="7991400"/>
              <a:ext cx="154936" cy="1651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251" name="Picture 3" descr="C:\Users\ecoffey\AppData\Local\Temp\Rar$DRa1.410\30062_Device_printer_default_24.png"/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658401" y="7988817"/>
              <a:ext cx="154936" cy="1651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252" name="Picture 25" descr="C:\Users\ecoffey\AppData\Local\Temp\Rar$DRa1.653\30059_Device_laptop_3145_unreachable_24.png"/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463946" y="7988817"/>
              <a:ext cx="154936" cy="1651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cxnSp>
        <p:nvCxnSpPr>
          <p:cNvPr id="1253" name="꺾인 연결선 1252"/>
          <p:cNvCxnSpPr>
            <a:stCxn id="1251" idx="0"/>
          </p:cNvCxnSpPr>
          <p:nvPr/>
        </p:nvCxnSpPr>
        <p:spPr>
          <a:xfrm rot="16200000" flipV="1">
            <a:off x="6720095" y="2096402"/>
            <a:ext cx="132391" cy="1406207"/>
          </a:xfrm>
          <a:prstGeom prst="bentConnector2">
            <a:avLst/>
          </a:prstGeom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4" name="직선 연결선 1253"/>
          <p:cNvCxnSpPr/>
          <p:nvPr/>
        </p:nvCxnSpPr>
        <p:spPr>
          <a:xfrm flipV="1">
            <a:off x="6691470" y="2730924"/>
            <a:ext cx="0" cy="134777"/>
          </a:xfrm>
          <a:prstGeom prst="line">
            <a:avLst/>
          </a:prstGeom>
          <a:ln w="63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5" name="직선 연결선 1254"/>
          <p:cNvCxnSpPr/>
          <p:nvPr/>
        </p:nvCxnSpPr>
        <p:spPr>
          <a:xfrm flipV="1">
            <a:off x="6939554" y="2325402"/>
            <a:ext cx="0" cy="134777"/>
          </a:xfrm>
          <a:prstGeom prst="line">
            <a:avLst/>
          </a:prstGeom>
          <a:ln w="63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6" name="직선 연결선 1255"/>
          <p:cNvCxnSpPr/>
          <p:nvPr/>
        </p:nvCxnSpPr>
        <p:spPr>
          <a:xfrm flipV="1">
            <a:off x="7079101" y="2325402"/>
            <a:ext cx="0" cy="134777"/>
          </a:xfrm>
          <a:prstGeom prst="line">
            <a:avLst/>
          </a:prstGeom>
          <a:ln w="63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7" name="직선 연결선 1256"/>
          <p:cNvCxnSpPr/>
          <p:nvPr/>
        </p:nvCxnSpPr>
        <p:spPr>
          <a:xfrm flipV="1">
            <a:off x="7200758" y="2325402"/>
            <a:ext cx="0" cy="134777"/>
          </a:xfrm>
          <a:prstGeom prst="line">
            <a:avLst/>
          </a:prstGeom>
          <a:ln w="63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8" name="직선 연결선 1257"/>
          <p:cNvCxnSpPr/>
          <p:nvPr/>
        </p:nvCxnSpPr>
        <p:spPr>
          <a:xfrm flipV="1">
            <a:off x="7354618" y="2325402"/>
            <a:ext cx="0" cy="134777"/>
          </a:xfrm>
          <a:prstGeom prst="line">
            <a:avLst/>
          </a:prstGeom>
          <a:ln w="63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9" name="직선 연결선 1258"/>
          <p:cNvCxnSpPr/>
          <p:nvPr/>
        </p:nvCxnSpPr>
        <p:spPr>
          <a:xfrm flipV="1">
            <a:off x="6543574" y="2325402"/>
            <a:ext cx="0" cy="134777"/>
          </a:xfrm>
          <a:prstGeom prst="line">
            <a:avLst/>
          </a:prstGeom>
          <a:ln w="63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0" name="직선 연결선 1259"/>
          <p:cNvCxnSpPr/>
          <p:nvPr/>
        </p:nvCxnSpPr>
        <p:spPr>
          <a:xfrm flipV="1">
            <a:off x="6813127" y="2325402"/>
            <a:ext cx="0" cy="134777"/>
          </a:xfrm>
          <a:prstGeom prst="line">
            <a:avLst/>
          </a:prstGeom>
          <a:ln w="63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61" name="그룹 1260"/>
          <p:cNvGrpSpPr>
            <a:grpSpLocks/>
          </p:cNvGrpSpPr>
          <p:nvPr/>
        </p:nvGrpSpPr>
        <p:grpSpPr bwMode="auto">
          <a:xfrm>
            <a:off x="6488706" y="2460179"/>
            <a:ext cx="1055549" cy="81104"/>
            <a:chOff x="5310326" y="7988817"/>
            <a:chExt cx="1503011" cy="167745"/>
          </a:xfrm>
        </p:grpSpPr>
        <p:pic>
          <p:nvPicPr>
            <p:cNvPr id="1262" name="Picture 3" descr="C:\Users\ecoffey\AppData\Local\Temp\Rar$DRa1.410\30062_Device_printer_default_24.png"/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10326" y="7989005"/>
              <a:ext cx="154936" cy="1651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263" name="Picture 25" descr="C:\Users\ecoffey\AppData\Local\Temp\Rar$DRa1.653\30059_Device_laptop_3145_unreachable_24.png"/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517005" y="7988817"/>
              <a:ext cx="154936" cy="1651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264" name="Picture 25" descr="C:\Users\ecoffey\AppData\Local\Temp\Rar$DRa1.653\30059_Device_laptop_3145_unreachable_24.png"/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697025" y="7991400"/>
              <a:ext cx="154936" cy="1651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265" name="Picture 25" descr="C:\Users\ecoffey\AppData\Local\Temp\Rar$DRa1.653\30059_Device_laptop_3145_unreachable_24.png"/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876201" y="7991400"/>
              <a:ext cx="154936" cy="1651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266" name="Picture 25" descr="C:\Users\ecoffey\AppData\Local\Temp\Rar$DRa1.653\30059_Device_laptop_3145_unreachable_24.png"/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67985" y="7991400"/>
              <a:ext cx="154936" cy="1651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267" name="Picture 25" descr="C:\Users\ecoffey\AppData\Local\Temp\Rar$DRa1.653\30059_Device_laptop_3145_unreachable_24.png"/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48005" y="7991400"/>
              <a:ext cx="154936" cy="1651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268" name="Picture 3" descr="C:\Users\ecoffey\AppData\Local\Temp\Rar$DRa1.410\30062_Device_printer_default_24.png"/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658401" y="7988817"/>
              <a:ext cx="154936" cy="1651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269" name="Picture 25" descr="C:\Users\ecoffey\AppData\Local\Temp\Rar$DRa1.653\30059_Device_laptop_3145_unreachable_24.png"/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463946" y="7988817"/>
              <a:ext cx="154936" cy="1651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cxnSp>
        <p:nvCxnSpPr>
          <p:cNvPr id="1270" name="꺾인 연결선 1269"/>
          <p:cNvCxnSpPr>
            <a:stCxn id="1268" idx="0"/>
          </p:cNvCxnSpPr>
          <p:nvPr/>
        </p:nvCxnSpPr>
        <p:spPr>
          <a:xfrm rot="16200000" flipV="1">
            <a:off x="6720095" y="1690880"/>
            <a:ext cx="132391" cy="1406207"/>
          </a:xfrm>
          <a:prstGeom prst="bentConnector2">
            <a:avLst/>
          </a:prstGeom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1" name="직선 연결선 1270"/>
          <p:cNvCxnSpPr/>
          <p:nvPr/>
        </p:nvCxnSpPr>
        <p:spPr>
          <a:xfrm flipV="1">
            <a:off x="6691470" y="2325402"/>
            <a:ext cx="0" cy="134777"/>
          </a:xfrm>
          <a:prstGeom prst="line">
            <a:avLst/>
          </a:prstGeom>
          <a:ln w="63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2" name="직선 연결선 1271"/>
          <p:cNvCxnSpPr/>
          <p:nvPr/>
        </p:nvCxnSpPr>
        <p:spPr>
          <a:xfrm flipV="1">
            <a:off x="3644090" y="6196946"/>
            <a:ext cx="0" cy="67985"/>
          </a:xfrm>
          <a:prstGeom prst="line">
            <a:avLst/>
          </a:prstGeom>
          <a:ln w="63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3" name="직선 연결선 1272"/>
          <p:cNvCxnSpPr/>
          <p:nvPr/>
        </p:nvCxnSpPr>
        <p:spPr>
          <a:xfrm flipV="1">
            <a:off x="3760976" y="6196946"/>
            <a:ext cx="0" cy="67985"/>
          </a:xfrm>
          <a:prstGeom prst="line">
            <a:avLst/>
          </a:prstGeom>
          <a:ln w="63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4" name="직선 연결선 1273"/>
          <p:cNvCxnSpPr/>
          <p:nvPr/>
        </p:nvCxnSpPr>
        <p:spPr>
          <a:xfrm flipV="1">
            <a:off x="3898138" y="6196946"/>
            <a:ext cx="0" cy="67985"/>
          </a:xfrm>
          <a:prstGeom prst="line">
            <a:avLst/>
          </a:prstGeom>
          <a:ln w="63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5" name="직선 연결선 1274"/>
          <p:cNvCxnSpPr/>
          <p:nvPr/>
        </p:nvCxnSpPr>
        <p:spPr>
          <a:xfrm flipV="1">
            <a:off x="4049612" y="6196946"/>
            <a:ext cx="0" cy="67985"/>
          </a:xfrm>
          <a:prstGeom prst="line">
            <a:avLst/>
          </a:prstGeom>
          <a:ln w="63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6" name="직선 연결선 1275"/>
          <p:cNvCxnSpPr/>
          <p:nvPr/>
        </p:nvCxnSpPr>
        <p:spPr>
          <a:xfrm flipV="1">
            <a:off x="4158149" y="6196946"/>
            <a:ext cx="0" cy="67985"/>
          </a:xfrm>
          <a:prstGeom prst="line">
            <a:avLst/>
          </a:prstGeom>
          <a:ln w="63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7" name="직선 연결선 1276"/>
          <p:cNvCxnSpPr>
            <a:stCxn id="1285" idx="0"/>
            <a:endCxn id="1284" idx="2"/>
          </p:cNvCxnSpPr>
          <p:nvPr/>
        </p:nvCxnSpPr>
        <p:spPr>
          <a:xfrm flipV="1">
            <a:off x="3647668" y="6331722"/>
            <a:ext cx="0" cy="32203"/>
          </a:xfrm>
          <a:prstGeom prst="line">
            <a:avLst/>
          </a:prstGeom>
          <a:ln w="63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8" name="직선 연결선 1277"/>
          <p:cNvCxnSpPr>
            <a:stCxn id="1287" idx="0"/>
            <a:endCxn id="1286" idx="2"/>
          </p:cNvCxnSpPr>
          <p:nvPr/>
        </p:nvCxnSpPr>
        <p:spPr>
          <a:xfrm flipV="1">
            <a:off x="3764554" y="6331722"/>
            <a:ext cx="0" cy="32203"/>
          </a:xfrm>
          <a:prstGeom prst="line">
            <a:avLst/>
          </a:prstGeom>
          <a:ln w="63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9" name="직선 연결선 1278"/>
          <p:cNvCxnSpPr>
            <a:stCxn id="1289" idx="0"/>
            <a:endCxn id="1288" idx="2"/>
          </p:cNvCxnSpPr>
          <p:nvPr/>
        </p:nvCxnSpPr>
        <p:spPr>
          <a:xfrm flipV="1">
            <a:off x="4148608" y="6328144"/>
            <a:ext cx="0" cy="32204"/>
          </a:xfrm>
          <a:prstGeom prst="line">
            <a:avLst/>
          </a:prstGeom>
          <a:ln w="63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0" name="직선 연결선 1279"/>
          <p:cNvCxnSpPr>
            <a:stCxn id="1293" idx="0"/>
            <a:endCxn id="1292" idx="2"/>
          </p:cNvCxnSpPr>
          <p:nvPr/>
        </p:nvCxnSpPr>
        <p:spPr>
          <a:xfrm flipV="1">
            <a:off x="4031722" y="6328144"/>
            <a:ext cx="0" cy="32204"/>
          </a:xfrm>
          <a:prstGeom prst="line">
            <a:avLst/>
          </a:prstGeom>
          <a:ln w="63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81" name="그룹 1280"/>
          <p:cNvGrpSpPr>
            <a:grpSpLocks/>
          </p:cNvGrpSpPr>
          <p:nvPr/>
        </p:nvGrpSpPr>
        <p:grpSpPr bwMode="auto">
          <a:xfrm>
            <a:off x="3454448" y="6250631"/>
            <a:ext cx="1000684" cy="189642"/>
            <a:chOff x="980692" y="6722057"/>
            <a:chExt cx="1566067" cy="405433"/>
          </a:xfrm>
        </p:grpSpPr>
        <p:pic>
          <p:nvPicPr>
            <p:cNvPr id="1282" name="Picture 3" descr="C:\Users\ecoffey\AppData\Local\Temp\Rar$DRa1.410\30062_Device_printer_default_24.png"/>
            <p:cNvPicPr>
              <a:picLocks noChangeAspect="1" noChangeArrowheads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80692" y="6743319"/>
              <a:ext cx="154936" cy="1651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283" name="Picture 25" descr="C:\Users\ecoffey\AppData\Local\Temp\Rar$DRa1.653\30059_Device_laptop_3145_unreachable_24.png"/>
            <p:cNvPicPr>
              <a:picLocks noChangeAspect="1" noChangeArrowheads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99735" y="6734717"/>
              <a:ext cx="154936" cy="1651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284" name="Picture 25" descr="C:\Users\ecoffey\AppData\Local\Temp\Rar$DRa0.101\30060_Device_phone_unreachable_24.png"/>
            <p:cNvPicPr>
              <a:picLocks noChangeAspect="1" noChangeArrowheads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05623" y="6729679"/>
              <a:ext cx="154936" cy="1651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285" name="Picture 25" descr="C:\Users\ecoffey\AppData\Local\Temp\Rar$DRa1.653\30059_Device_laptop_3145_unreachable_24.png"/>
            <p:cNvPicPr>
              <a:picLocks noChangeAspect="1" noChangeArrowheads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05623" y="6962328"/>
              <a:ext cx="154936" cy="1651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286" name="Picture 25" descr="C:\Users\ecoffey\AppData\Local\Temp\Rar$DRa0.101\30060_Device_phone_unreachable_24.png"/>
            <p:cNvPicPr>
              <a:picLocks noChangeAspect="1" noChangeArrowheads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88639" y="6729679"/>
              <a:ext cx="154936" cy="1651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287" name="Picture 25" descr="C:\Users\ecoffey\AppData\Local\Temp\Rar$DRa1.653\30059_Device_laptop_3145_unreachable_24.png"/>
            <p:cNvPicPr>
              <a:picLocks noChangeAspect="1" noChangeArrowheads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88639" y="6962328"/>
              <a:ext cx="154936" cy="1651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288" name="Picture 25" descr="C:\Users\ecoffey\AppData\Local\Temp\Rar$DRa0.101\30060_Device_phone_unreachable_24.png"/>
            <p:cNvPicPr>
              <a:picLocks noChangeAspect="1" noChangeArrowheads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89163" y="6722057"/>
              <a:ext cx="154936" cy="1651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289" name="Picture 25" descr="C:\Users\ecoffey\AppData\Local\Temp\Rar$DRa1.653\30059_Device_laptop_3145_unreachable_24.png"/>
            <p:cNvPicPr>
              <a:picLocks noChangeAspect="1" noChangeArrowheads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89163" y="6954707"/>
              <a:ext cx="154936" cy="1651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290" name="Picture 25" descr="C:\Users\ecoffey\AppData\Local\Temp\Rar$DRa0.101\30060_Device_phone_unreachable_24.png"/>
            <p:cNvPicPr>
              <a:picLocks noChangeAspect="1" noChangeArrowheads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72179" y="6722057"/>
              <a:ext cx="154936" cy="1651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291" name="Picture 25" descr="C:\Users\ecoffey\AppData\Local\Temp\Rar$DRa1.653\30059_Device_laptop_3145_unreachable_24.png"/>
            <p:cNvPicPr>
              <a:picLocks noChangeAspect="1" noChangeArrowheads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72179" y="6954707"/>
              <a:ext cx="154936" cy="1651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292" name="Picture 25" descr="C:\Users\ecoffey\AppData\Local\Temp\Rar$DRa0.101\30060_Device_phone_unreachable_24.png"/>
            <p:cNvPicPr>
              <a:picLocks noChangeAspect="1" noChangeArrowheads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06147" y="6722057"/>
              <a:ext cx="154936" cy="1651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293" name="Picture 25" descr="C:\Users\ecoffey\AppData\Local\Temp\Rar$DRa1.653\30059_Device_laptop_3145_unreachable_24.png"/>
            <p:cNvPicPr>
              <a:picLocks noChangeAspect="1" noChangeArrowheads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06147" y="6954707"/>
              <a:ext cx="154936" cy="1651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294" name="Picture 3" descr="C:\Users\ecoffey\AppData\Local\Temp\Rar$DRa1.410\30062_Device_printer_default_24.png"/>
            <p:cNvPicPr>
              <a:picLocks noChangeAspect="1" noChangeArrowheads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91823" y="6739204"/>
              <a:ext cx="154936" cy="1651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cxnSp>
        <p:nvCxnSpPr>
          <p:cNvPr id="1295" name="직선 연결선 1294"/>
          <p:cNvCxnSpPr>
            <a:stCxn id="1291" idx="0"/>
            <a:endCxn id="1290" idx="2"/>
          </p:cNvCxnSpPr>
          <p:nvPr/>
        </p:nvCxnSpPr>
        <p:spPr>
          <a:xfrm flipV="1">
            <a:off x="4265493" y="6328144"/>
            <a:ext cx="0" cy="32204"/>
          </a:xfrm>
          <a:prstGeom prst="line">
            <a:avLst/>
          </a:prstGeom>
          <a:ln w="63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6" name="꺾인 연결선 1295"/>
          <p:cNvCxnSpPr>
            <a:stCxn id="1282" idx="0"/>
          </p:cNvCxnSpPr>
          <p:nvPr/>
        </p:nvCxnSpPr>
        <p:spPr>
          <a:xfrm rot="5400000" flipH="1" flipV="1">
            <a:off x="4097321" y="5600590"/>
            <a:ext cx="67984" cy="1253540"/>
          </a:xfrm>
          <a:prstGeom prst="bentConnector2">
            <a:avLst/>
          </a:prstGeom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7" name="직선 연결선 1296"/>
          <p:cNvCxnSpPr/>
          <p:nvPr/>
        </p:nvCxnSpPr>
        <p:spPr>
          <a:xfrm flipV="1">
            <a:off x="4272650" y="6196946"/>
            <a:ext cx="0" cy="67985"/>
          </a:xfrm>
          <a:prstGeom prst="line">
            <a:avLst/>
          </a:prstGeom>
          <a:ln w="63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8" name="직선 연결선 1297"/>
          <p:cNvCxnSpPr/>
          <p:nvPr/>
        </p:nvCxnSpPr>
        <p:spPr>
          <a:xfrm flipV="1">
            <a:off x="4401463" y="6196946"/>
            <a:ext cx="0" cy="67985"/>
          </a:xfrm>
          <a:prstGeom prst="line">
            <a:avLst/>
          </a:prstGeom>
          <a:ln w="63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9" name="직선 연결선 1298"/>
          <p:cNvCxnSpPr/>
          <p:nvPr/>
        </p:nvCxnSpPr>
        <p:spPr>
          <a:xfrm flipV="1">
            <a:off x="3621429" y="5763991"/>
            <a:ext cx="0" cy="67984"/>
          </a:xfrm>
          <a:prstGeom prst="line">
            <a:avLst/>
          </a:prstGeom>
          <a:ln w="63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0" name="직선 연결선 1299"/>
          <p:cNvCxnSpPr/>
          <p:nvPr/>
        </p:nvCxnSpPr>
        <p:spPr>
          <a:xfrm flipV="1">
            <a:off x="3738315" y="5763991"/>
            <a:ext cx="0" cy="67984"/>
          </a:xfrm>
          <a:prstGeom prst="line">
            <a:avLst/>
          </a:prstGeom>
          <a:ln w="63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1" name="직선 연결선 1300"/>
          <p:cNvCxnSpPr/>
          <p:nvPr/>
        </p:nvCxnSpPr>
        <p:spPr>
          <a:xfrm flipV="1">
            <a:off x="3875476" y="5763991"/>
            <a:ext cx="0" cy="67984"/>
          </a:xfrm>
          <a:prstGeom prst="line">
            <a:avLst/>
          </a:prstGeom>
          <a:ln w="63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2" name="직선 연결선 1301"/>
          <p:cNvCxnSpPr/>
          <p:nvPr/>
        </p:nvCxnSpPr>
        <p:spPr>
          <a:xfrm flipV="1">
            <a:off x="4026951" y="5763991"/>
            <a:ext cx="0" cy="67984"/>
          </a:xfrm>
          <a:prstGeom prst="line">
            <a:avLst/>
          </a:prstGeom>
          <a:ln w="63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3" name="직선 연결선 1302"/>
          <p:cNvCxnSpPr/>
          <p:nvPr/>
        </p:nvCxnSpPr>
        <p:spPr>
          <a:xfrm flipV="1">
            <a:off x="4135487" y="5763991"/>
            <a:ext cx="0" cy="67984"/>
          </a:xfrm>
          <a:prstGeom prst="line">
            <a:avLst/>
          </a:prstGeom>
          <a:ln w="63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4" name="직선 연결선 1303"/>
          <p:cNvCxnSpPr>
            <a:stCxn id="1312" idx="0"/>
            <a:endCxn id="1311" idx="2"/>
          </p:cNvCxnSpPr>
          <p:nvPr/>
        </p:nvCxnSpPr>
        <p:spPr>
          <a:xfrm flipV="1">
            <a:off x="3625007" y="5898768"/>
            <a:ext cx="0" cy="32204"/>
          </a:xfrm>
          <a:prstGeom prst="line">
            <a:avLst/>
          </a:prstGeom>
          <a:ln w="63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5" name="직선 연결선 1304"/>
          <p:cNvCxnSpPr>
            <a:stCxn id="1314" idx="0"/>
            <a:endCxn id="1313" idx="2"/>
          </p:cNvCxnSpPr>
          <p:nvPr/>
        </p:nvCxnSpPr>
        <p:spPr>
          <a:xfrm flipV="1">
            <a:off x="3741892" y="5898768"/>
            <a:ext cx="0" cy="32204"/>
          </a:xfrm>
          <a:prstGeom prst="line">
            <a:avLst/>
          </a:prstGeom>
          <a:ln w="63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6" name="직선 연결선 1305"/>
          <p:cNvCxnSpPr>
            <a:stCxn id="1316" idx="0"/>
            <a:endCxn id="1315" idx="2"/>
          </p:cNvCxnSpPr>
          <p:nvPr/>
        </p:nvCxnSpPr>
        <p:spPr>
          <a:xfrm flipV="1">
            <a:off x="4125946" y="5895190"/>
            <a:ext cx="0" cy="32203"/>
          </a:xfrm>
          <a:prstGeom prst="line">
            <a:avLst/>
          </a:prstGeom>
          <a:ln w="63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7" name="직선 연결선 1306"/>
          <p:cNvCxnSpPr>
            <a:stCxn id="1320" idx="0"/>
            <a:endCxn id="1319" idx="2"/>
          </p:cNvCxnSpPr>
          <p:nvPr/>
        </p:nvCxnSpPr>
        <p:spPr>
          <a:xfrm flipV="1">
            <a:off x="4009060" y="5895190"/>
            <a:ext cx="0" cy="32203"/>
          </a:xfrm>
          <a:prstGeom prst="line">
            <a:avLst/>
          </a:prstGeom>
          <a:ln w="63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08" name="그룹 1307"/>
          <p:cNvGrpSpPr>
            <a:grpSpLocks/>
          </p:cNvGrpSpPr>
          <p:nvPr/>
        </p:nvGrpSpPr>
        <p:grpSpPr bwMode="auto">
          <a:xfrm>
            <a:off x="3431785" y="5818869"/>
            <a:ext cx="1000684" cy="188449"/>
            <a:chOff x="980692" y="6722057"/>
            <a:chExt cx="1566067" cy="405433"/>
          </a:xfrm>
        </p:grpSpPr>
        <p:pic>
          <p:nvPicPr>
            <p:cNvPr id="1309" name="Picture 3" descr="C:\Users\ecoffey\AppData\Local\Temp\Rar$DRa1.410\30062_Device_printer_default_24.png"/>
            <p:cNvPicPr>
              <a:picLocks noChangeAspect="1" noChangeArrowheads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80692" y="6743319"/>
              <a:ext cx="154936" cy="1651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310" name="Picture 25" descr="C:\Users\ecoffey\AppData\Local\Temp\Rar$DRa1.653\30059_Device_laptop_3145_unreachable_24.png"/>
            <p:cNvPicPr>
              <a:picLocks noChangeAspect="1" noChangeArrowheads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99735" y="6734717"/>
              <a:ext cx="154936" cy="1651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311" name="Picture 25" descr="C:\Users\ecoffey\AppData\Local\Temp\Rar$DRa0.101\30060_Device_phone_unreachable_24.png"/>
            <p:cNvPicPr>
              <a:picLocks noChangeAspect="1" noChangeArrowheads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05623" y="6729679"/>
              <a:ext cx="154936" cy="1651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312" name="Picture 25" descr="C:\Users\ecoffey\AppData\Local\Temp\Rar$DRa1.653\30059_Device_laptop_3145_unreachable_24.png"/>
            <p:cNvPicPr>
              <a:picLocks noChangeAspect="1" noChangeArrowheads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05623" y="6962328"/>
              <a:ext cx="154936" cy="1651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313" name="Picture 25" descr="C:\Users\ecoffey\AppData\Local\Temp\Rar$DRa0.101\30060_Device_phone_unreachable_24.png"/>
            <p:cNvPicPr>
              <a:picLocks noChangeAspect="1" noChangeArrowheads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88639" y="6729679"/>
              <a:ext cx="154936" cy="1651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314" name="Picture 25" descr="C:\Users\ecoffey\AppData\Local\Temp\Rar$DRa1.653\30059_Device_laptop_3145_unreachable_24.png"/>
            <p:cNvPicPr>
              <a:picLocks noChangeAspect="1" noChangeArrowheads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88639" y="6962328"/>
              <a:ext cx="154936" cy="1651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315" name="Picture 25" descr="C:\Users\ecoffey\AppData\Local\Temp\Rar$DRa0.101\30060_Device_phone_unreachable_24.png"/>
            <p:cNvPicPr>
              <a:picLocks noChangeAspect="1" noChangeArrowheads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89163" y="6722057"/>
              <a:ext cx="154936" cy="1651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316" name="Picture 25" descr="C:\Users\ecoffey\AppData\Local\Temp\Rar$DRa1.653\30059_Device_laptop_3145_unreachable_24.png"/>
            <p:cNvPicPr>
              <a:picLocks noChangeAspect="1" noChangeArrowheads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89163" y="6954707"/>
              <a:ext cx="154936" cy="1651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317" name="Picture 25" descr="C:\Users\ecoffey\AppData\Local\Temp\Rar$DRa0.101\30060_Device_phone_unreachable_24.png"/>
            <p:cNvPicPr>
              <a:picLocks noChangeAspect="1" noChangeArrowheads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72179" y="6722057"/>
              <a:ext cx="154936" cy="1651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318" name="Picture 25" descr="C:\Users\ecoffey\AppData\Local\Temp\Rar$DRa1.653\30059_Device_laptop_3145_unreachable_24.png"/>
            <p:cNvPicPr>
              <a:picLocks noChangeAspect="1" noChangeArrowheads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72179" y="6954707"/>
              <a:ext cx="154936" cy="1651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319" name="Picture 25" descr="C:\Users\ecoffey\AppData\Local\Temp\Rar$DRa0.101\30060_Device_phone_unreachable_24.png"/>
            <p:cNvPicPr>
              <a:picLocks noChangeAspect="1" noChangeArrowheads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06147" y="6722057"/>
              <a:ext cx="154936" cy="1651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320" name="Picture 25" descr="C:\Users\ecoffey\AppData\Local\Temp\Rar$DRa1.653\30059_Device_laptop_3145_unreachable_24.png"/>
            <p:cNvPicPr>
              <a:picLocks noChangeAspect="1" noChangeArrowheads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06147" y="6954707"/>
              <a:ext cx="154936" cy="1651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321" name="Picture 3" descr="C:\Users\ecoffey\AppData\Local\Temp\Rar$DRa1.410\30062_Device_printer_default_24.png"/>
            <p:cNvPicPr>
              <a:picLocks noChangeAspect="1" noChangeArrowheads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91823" y="6739204"/>
              <a:ext cx="154936" cy="1651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cxnSp>
        <p:nvCxnSpPr>
          <p:cNvPr id="1322" name="직선 연결선 1321"/>
          <p:cNvCxnSpPr>
            <a:stCxn id="1318" idx="0"/>
            <a:endCxn id="1317" idx="2"/>
          </p:cNvCxnSpPr>
          <p:nvPr/>
        </p:nvCxnSpPr>
        <p:spPr>
          <a:xfrm flipV="1">
            <a:off x="4242832" y="5895190"/>
            <a:ext cx="0" cy="32203"/>
          </a:xfrm>
          <a:prstGeom prst="line">
            <a:avLst/>
          </a:prstGeom>
          <a:ln w="63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3" name="꺾인 연결선 1322"/>
          <p:cNvCxnSpPr>
            <a:stCxn id="1309" idx="0"/>
          </p:cNvCxnSpPr>
          <p:nvPr/>
        </p:nvCxnSpPr>
        <p:spPr>
          <a:xfrm rot="5400000" flipH="1" flipV="1">
            <a:off x="4074659" y="5167635"/>
            <a:ext cx="67985" cy="1253541"/>
          </a:xfrm>
          <a:prstGeom prst="bentConnector2">
            <a:avLst/>
          </a:prstGeom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4" name="직선 연결선 1323"/>
          <p:cNvCxnSpPr/>
          <p:nvPr/>
        </p:nvCxnSpPr>
        <p:spPr>
          <a:xfrm flipV="1">
            <a:off x="4249988" y="5763991"/>
            <a:ext cx="0" cy="67984"/>
          </a:xfrm>
          <a:prstGeom prst="line">
            <a:avLst/>
          </a:prstGeom>
          <a:ln w="63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5" name="직선 연결선 1324"/>
          <p:cNvCxnSpPr/>
          <p:nvPr/>
        </p:nvCxnSpPr>
        <p:spPr>
          <a:xfrm flipV="1">
            <a:off x="4378801" y="5763991"/>
            <a:ext cx="0" cy="67984"/>
          </a:xfrm>
          <a:prstGeom prst="line">
            <a:avLst/>
          </a:prstGeom>
          <a:ln w="63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6" name="직선 연결선 1325"/>
          <p:cNvCxnSpPr/>
          <p:nvPr/>
        </p:nvCxnSpPr>
        <p:spPr>
          <a:xfrm flipV="1">
            <a:off x="3621429" y="5331036"/>
            <a:ext cx="0" cy="67985"/>
          </a:xfrm>
          <a:prstGeom prst="line">
            <a:avLst/>
          </a:prstGeom>
          <a:ln w="63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7" name="직선 연결선 1326"/>
          <p:cNvCxnSpPr/>
          <p:nvPr/>
        </p:nvCxnSpPr>
        <p:spPr>
          <a:xfrm flipV="1">
            <a:off x="3738315" y="5331036"/>
            <a:ext cx="0" cy="67985"/>
          </a:xfrm>
          <a:prstGeom prst="line">
            <a:avLst/>
          </a:prstGeom>
          <a:ln w="63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8" name="직선 연결선 1327"/>
          <p:cNvCxnSpPr/>
          <p:nvPr/>
        </p:nvCxnSpPr>
        <p:spPr>
          <a:xfrm flipV="1">
            <a:off x="3875476" y="5331036"/>
            <a:ext cx="0" cy="67985"/>
          </a:xfrm>
          <a:prstGeom prst="line">
            <a:avLst/>
          </a:prstGeom>
          <a:ln w="63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9" name="직선 연결선 1328"/>
          <p:cNvCxnSpPr/>
          <p:nvPr/>
        </p:nvCxnSpPr>
        <p:spPr>
          <a:xfrm flipV="1">
            <a:off x="4026951" y="5331036"/>
            <a:ext cx="0" cy="67985"/>
          </a:xfrm>
          <a:prstGeom prst="line">
            <a:avLst/>
          </a:prstGeom>
          <a:ln w="63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0" name="직선 연결선 1329"/>
          <p:cNvCxnSpPr/>
          <p:nvPr/>
        </p:nvCxnSpPr>
        <p:spPr>
          <a:xfrm flipV="1">
            <a:off x="4135487" y="5331036"/>
            <a:ext cx="0" cy="67985"/>
          </a:xfrm>
          <a:prstGeom prst="line">
            <a:avLst/>
          </a:prstGeom>
          <a:ln w="63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1" name="직선 연결선 1330"/>
          <p:cNvCxnSpPr>
            <a:stCxn id="1339" idx="0"/>
            <a:endCxn id="1338" idx="2"/>
          </p:cNvCxnSpPr>
          <p:nvPr/>
        </p:nvCxnSpPr>
        <p:spPr>
          <a:xfrm flipV="1">
            <a:off x="3625007" y="5465813"/>
            <a:ext cx="0" cy="32203"/>
          </a:xfrm>
          <a:prstGeom prst="line">
            <a:avLst/>
          </a:prstGeom>
          <a:ln w="63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2" name="직선 연결선 1331"/>
          <p:cNvCxnSpPr>
            <a:stCxn id="1341" idx="0"/>
            <a:endCxn id="1340" idx="2"/>
          </p:cNvCxnSpPr>
          <p:nvPr/>
        </p:nvCxnSpPr>
        <p:spPr>
          <a:xfrm flipV="1">
            <a:off x="3741892" y="5465813"/>
            <a:ext cx="0" cy="32203"/>
          </a:xfrm>
          <a:prstGeom prst="line">
            <a:avLst/>
          </a:prstGeom>
          <a:ln w="63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3" name="직선 연결선 1332"/>
          <p:cNvCxnSpPr>
            <a:stCxn id="1343" idx="0"/>
            <a:endCxn id="1342" idx="2"/>
          </p:cNvCxnSpPr>
          <p:nvPr/>
        </p:nvCxnSpPr>
        <p:spPr>
          <a:xfrm flipV="1">
            <a:off x="4125946" y="5462235"/>
            <a:ext cx="0" cy="32204"/>
          </a:xfrm>
          <a:prstGeom prst="line">
            <a:avLst/>
          </a:prstGeom>
          <a:ln w="63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4" name="직선 연결선 1333"/>
          <p:cNvCxnSpPr>
            <a:stCxn id="1347" idx="0"/>
            <a:endCxn id="1346" idx="2"/>
          </p:cNvCxnSpPr>
          <p:nvPr/>
        </p:nvCxnSpPr>
        <p:spPr>
          <a:xfrm flipV="1">
            <a:off x="4009060" y="5462235"/>
            <a:ext cx="0" cy="32204"/>
          </a:xfrm>
          <a:prstGeom prst="line">
            <a:avLst/>
          </a:prstGeom>
          <a:ln w="63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35" name="그룹 1334"/>
          <p:cNvGrpSpPr>
            <a:grpSpLocks/>
          </p:cNvGrpSpPr>
          <p:nvPr/>
        </p:nvGrpSpPr>
        <p:grpSpPr bwMode="auto">
          <a:xfrm>
            <a:off x="3431785" y="5385914"/>
            <a:ext cx="1000684" cy="188449"/>
            <a:chOff x="980692" y="6722057"/>
            <a:chExt cx="1566067" cy="405433"/>
          </a:xfrm>
        </p:grpSpPr>
        <p:pic>
          <p:nvPicPr>
            <p:cNvPr id="1336" name="Picture 3" descr="C:\Users\ecoffey\AppData\Local\Temp\Rar$DRa1.410\30062_Device_printer_default_24.png"/>
            <p:cNvPicPr>
              <a:picLocks noChangeAspect="1" noChangeArrowheads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80692" y="6743319"/>
              <a:ext cx="154936" cy="1651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337" name="Picture 25" descr="C:\Users\ecoffey\AppData\Local\Temp\Rar$DRa1.653\30059_Device_laptop_3145_unreachable_24.png"/>
            <p:cNvPicPr>
              <a:picLocks noChangeAspect="1" noChangeArrowheads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99735" y="6734717"/>
              <a:ext cx="154936" cy="1651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338" name="Picture 25" descr="C:\Users\ecoffey\AppData\Local\Temp\Rar$DRa0.101\30060_Device_phone_unreachable_24.png"/>
            <p:cNvPicPr>
              <a:picLocks noChangeAspect="1" noChangeArrowheads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05623" y="6729679"/>
              <a:ext cx="154936" cy="1651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339" name="Picture 25" descr="C:\Users\ecoffey\AppData\Local\Temp\Rar$DRa1.653\30059_Device_laptop_3145_unreachable_24.png"/>
            <p:cNvPicPr>
              <a:picLocks noChangeAspect="1" noChangeArrowheads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05623" y="6962328"/>
              <a:ext cx="154936" cy="1651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340" name="Picture 25" descr="C:\Users\ecoffey\AppData\Local\Temp\Rar$DRa0.101\30060_Device_phone_unreachable_24.png"/>
            <p:cNvPicPr>
              <a:picLocks noChangeAspect="1" noChangeArrowheads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88639" y="6729679"/>
              <a:ext cx="154936" cy="1651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341" name="Picture 25" descr="C:\Users\ecoffey\AppData\Local\Temp\Rar$DRa1.653\30059_Device_laptop_3145_unreachable_24.png"/>
            <p:cNvPicPr>
              <a:picLocks noChangeAspect="1" noChangeArrowheads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88639" y="6962328"/>
              <a:ext cx="154936" cy="1651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342" name="Picture 25" descr="C:\Users\ecoffey\AppData\Local\Temp\Rar$DRa0.101\30060_Device_phone_unreachable_24.png"/>
            <p:cNvPicPr>
              <a:picLocks noChangeAspect="1" noChangeArrowheads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89163" y="6722057"/>
              <a:ext cx="154936" cy="1651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343" name="Picture 25" descr="C:\Users\ecoffey\AppData\Local\Temp\Rar$DRa1.653\30059_Device_laptop_3145_unreachable_24.png"/>
            <p:cNvPicPr>
              <a:picLocks noChangeAspect="1" noChangeArrowheads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89163" y="6954707"/>
              <a:ext cx="154936" cy="1651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344" name="Picture 25" descr="C:\Users\ecoffey\AppData\Local\Temp\Rar$DRa0.101\30060_Device_phone_unreachable_24.png"/>
            <p:cNvPicPr>
              <a:picLocks noChangeAspect="1" noChangeArrowheads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72179" y="6722057"/>
              <a:ext cx="154936" cy="1651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345" name="Picture 25" descr="C:\Users\ecoffey\AppData\Local\Temp\Rar$DRa1.653\30059_Device_laptop_3145_unreachable_24.png"/>
            <p:cNvPicPr>
              <a:picLocks noChangeAspect="1" noChangeArrowheads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72179" y="6954707"/>
              <a:ext cx="154936" cy="1651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346" name="Picture 25" descr="C:\Users\ecoffey\AppData\Local\Temp\Rar$DRa0.101\30060_Device_phone_unreachable_24.png"/>
            <p:cNvPicPr>
              <a:picLocks noChangeAspect="1" noChangeArrowheads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06147" y="6722057"/>
              <a:ext cx="154936" cy="1651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347" name="Picture 25" descr="C:\Users\ecoffey\AppData\Local\Temp\Rar$DRa1.653\30059_Device_laptop_3145_unreachable_24.png"/>
            <p:cNvPicPr>
              <a:picLocks noChangeAspect="1" noChangeArrowheads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06147" y="6954707"/>
              <a:ext cx="154936" cy="1651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348" name="Picture 3" descr="C:\Users\ecoffey\AppData\Local\Temp\Rar$DRa1.410\30062_Device_printer_default_24.png"/>
            <p:cNvPicPr>
              <a:picLocks noChangeAspect="1" noChangeArrowheads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91823" y="6739204"/>
              <a:ext cx="154936" cy="1651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cxnSp>
        <p:nvCxnSpPr>
          <p:cNvPr id="1349" name="직선 연결선 1348"/>
          <p:cNvCxnSpPr>
            <a:stCxn id="1345" idx="0"/>
            <a:endCxn id="1344" idx="2"/>
          </p:cNvCxnSpPr>
          <p:nvPr/>
        </p:nvCxnSpPr>
        <p:spPr>
          <a:xfrm flipV="1">
            <a:off x="4242832" y="5462235"/>
            <a:ext cx="0" cy="32204"/>
          </a:xfrm>
          <a:prstGeom prst="line">
            <a:avLst/>
          </a:prstGeom>
          <a:ln w="63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0" name="꺾인 연결선 1349"/>
          <p:cNvCxnSpPr>
            <a:stCxn id="1336" idx="0"/>
          </p:cNvCxnSpPr>
          <p:nvPr/>
        </p:nvCxnSpPr>
        <p:spPr>
          <a:xfrm rot="5400000" flipH="1" flipV="1">
            <a:off x="4074659" y="4734680"/>
            <a:ext cx="67984" cy="1253541"/>
          </a:xfrm>
          <a:prstGeom prst="bentConnector2">
            <a:avLst/>
          </a:prstGeom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1" name="직선 연결선 1350"/>
          <p:cNvCxnSpPr/>
          <p:nvPr/>
        </p:nvCxnSpPr>
        <p:spPr>
          <a:xfrm flipV="1">
            <a:off x="4249988" y="5331036"/>
            <a:ext cx="0" cy="67985"/>
          </a:xfrm>
          <a:prstGeom prst="line">
            <a:avLst/>
          </a:prstGeom>
          <a:ln w="63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2" name="직선 연결선 1351"/>
          <p:cNvCxnSpPr/>
          <p:nvPr/>
        </p:nvCxnSpPr>
        <p:spPr>
          <a:xfrm flipV="1">
            <a:off x="4378801" y="5331036"/>
            <a:ext cx="0" cy="67985"/>
          </a:xfrm>
          <a:prstGeom prst="line">
            <a:avLst/>
          </a:prstGeom>
          <a:ln w="63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3" name="직선 연결선 1352"/>
          <p:cNvCxnSpPr/>
          <p:nvPr/>
        </p:nvCxnSpPr>
        <p:spPr>
          <a:xfrm flipV="1">
            <a:off x="3621429" y="4899275"/>
            <a:ext cx="0" cy="66792"/>
          </a:xfrm>
          <a:prstGeom prst="line">
            <a:avLst/>
          </a:prstGeom>
          <a:ln w="63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4" name="직선 연결선 1353"/>
          <p:cNvCxnSpPr/>
          <p:nvPr/>
        </p:nvCxnSpPr>
        <p:spPr>
          <a:xfrm flipV="1">
            <a:off x="3738315" y="4899275"/>
            <a:ext cx="0" cy="66792"/>
          </a:xfrm>
          <a:prstGeom prst="line">
            <a:avLst/>
          </a:prstGeom>
          <a:ln w="63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5" name="직선 연결선 1354"/>
          <p:cNvCxnSpPr/>
          <p:nvPr/>
        </p:nvCxnSpPr>
        <p:spPr>
          <a:xfrm flipV="1">
            <a:off x="3875476" y="4899275"/>
            <a:ext cx="0" cy="66792"/>
          </a:xfrm>
          <a:prstGeom prst="line">
            <a:avLst/>
          </a:prstGeom>
          <a:ln w="63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6" name="직선 연결선 1355"/>
          <p:cNvCxnSpPr/>
          <p:nvPr/>
        </p:nvCxnSpPr>
        <p:spPr>
          <a:xfrm flipV="1">
            <a:off x="4026951" y="4899275"/>
            <a:ext cx="0" cy="66792"/>
          </a:xfrm>
          <a:prstGeom prst="line">
            <a:avLst/>
          </a:prstGeom>
          <a:ln w="63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7" name="직선 연결선 1356"/>
          <p:cNvCxnSpPr/>
          <p:nvPr/>
        </p:nvCxnSpPr>
        <p:spPr>
          <a:xfrm flipV="1">
            <a:off x="4135487" y="4899275"/>
            <a:ext cx="0" cy="66792"/>
          </a:xfrm>
          <a:prstGeom prst="line">
            <a:avLst/>
          </a:prstGeom>
          <a:ln w="63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8" name="직선 연결선 1357"/>
          <p:cNvCxnSpPr>
            <a:stCxn id="1366" idx="0"/>
            <a:endCxn id="1365" idx="2"/>
          </p:cNvCxnSpPr>
          <p:nvPr/>
        </p:nvCxnSpPr>
        <p:spPr>
          <a:xfrm flipV="1">
            <a:off x="3625007" y="5034052"/>
            <a:ext cx="0" cy="31011"/>
          </a:xfrm>
          <a:prstGeom prst="line">
            <a:avLst/>
          </a:prstGeom>
          <a:ln w="63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9" name="직선 연결선 1358"/>
          <p:cNvCxnSpPr>
            <a:stCxn id="1368" idx="0"/>
            <a:endCxn id="1367" idx="2"/>
          </p:cNvCxnSpPr>
          <p:nvPr/>
        </p:nvCxnSpPr>
        <p:spPr>
          <a:xfrm flipV="1">
            <a:off x="3741892" y="5034052"/>
            <a:ext cx="0" cy="31011"/>
          </a:xfrm>
          <a:prstGeom prst="line">
            <a:avLst/>
          </a:prstGeom>
          <a:ln w="63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0" name="직선 연결선 1359"/>
          <p:cNvCxnSpPr>
            <a:stCxn id="1370" idx="0"/>
            <a:endCxn id="1369" idx="2"/>
          </p:cNvCxnSpPr>
          <p:nvPr/>
        </p:nvCxnSpPr>
        <p:spPr>
          <a:xfrm flipV="1">
            <a:off x="4125946" y="5030473"/>
            <a:ext cx="0" cy="31011"/>
          </a:xfrm>
          <a:prstGeom prst="line">
            <a:avLst/>
          </a:prstGeom>
          <a:ln w="63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1" name="직선 연결선 1360"/>
          <p:cNvCxnSpPr>
            <a:stCxn id="1374" idx="0"/>
            <a:endCxn id="1373" idx="2"/>
          </p:cNvCxnSpPr>
          <p:nvPr/>
        </p:nvCxnSpPr>
        <p:spPr>
          <a:xfrm flipV="1">
            <a:off x="4009060" y="5030473"/>
            <a:ext cx="0" cy="31011"/>
          </a:xfrm>
          <a:prstGeom prst="line">
            <a:avLst/>
          </a:prstGeom>
          <a:ln w="63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62" name="그룹 1361"/>
          <p:cNvGrpSpPr>
            <a:grpSpLocks/>
          </p:cNvGrpSpPr>
          <p:nvPr/>
        </p:nvGrpSpPr>
        <p:grpSpPr bwMode="auto">
          <a:xfrm>
            <a:off x="3431785" y="4952960"/>
            <a:ext cx="1000684" cy="189642"/>
            <a:chOff x="980692" y="6722057"/>
            <a:chExt cx="1566067" cy="405433"/>
          </a:xfrm>
        </p:grpSpPr>
        <p:pic>
          <p:nvPicPr>
            <p:cNvPr id="1363" name="Picture 3" descr="C:\Users\ecoffey\AppData\Local\Temp\Rar$DRa1.410\30062_Device_printer_default_24.png"/>
            <p:cNvPicPr>
              <a:picLocks noChangeAspect="1" noChangeArrowheads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80692" y="6743319"/>
              <a:ext cx="154936" cy="1651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364" name="Picture 25" descr="C:\Users\ecoffey\AppData\Local\Temp\Rar$DRa1.653\30059_Device_laptop_3145_unreachable_24.png"/>
            <p:cNvPicPr>
              <a:picLocks noChangeAspect="1" noChangeArrowheads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99735" y="6734717"/>
              <a:ext cx="154936" cy="1651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365" name="Picture 25" descr="C:\Users\ecoffey\AppData\Local\Temp\Rar$DRa0.101\30060_Device_phone_unreachable_24.png"/>
            <p:cNvPicPr>
              <a:picLocks noChangeAspect="1" noChangeArrowheads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05623" y="6729679"/>
              <a:ext cx="154936" cy="1651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366" name="Picture 25" descr="C:\Users\ecoffey\AppData\Local\Temp\Rar$DRa1.653\30059_Device_laptop_3145_unreachable_24.png"/>
            <p:cNvPicPr>
              <a:picLocks noChangeAspect="1" noChangeArrowheads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05623" y="6962328"/>
              <a:ext cx="154936" cy="1651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367" name="Picture 25" descr="C:\Users\ecoffey\AppData\Local\Temp\Rar$DRa0.101\30060_Device_phone_unreachable_24.png"/>
            <p:cNvPicPr>
              <a:picLocks noChangeAspect="1" noChangeArrowheads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88639" y="6729679"/>
              <a:ext cx="154936" cy="1651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368" name="Picture 25" descr="C:\Users\ecoffey\AppData\Local\Temp\Rar$DRa1.653\30059_Device_laptop_3145_unreachable_24.png"/>
            <p:cNvPicPr>
              <a:picLocks noChangeAspect="1" noChangeArrowheads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88639" y="6962328"/>
              <a:ext cx="154936" cy="1651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369" name="Picture 25" descr="C:\Users\ecoffey\AppData\Local\Temp\Rar$DRa0.101\30060_Device_phone_unreachable_24.png"/>
            <p:cNvPicPr>
              <a:picLocks noChangeAspect="1" noChangeArrowheads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89163" y="6722057"/>
              <a:ext cx="154936" cy="1651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370" name="Picture 25" descr="C:\Users\ecoffey\AppData\Local\Temp\Rar$DRa1.653\30059_Device_laptop_3145_unreachable_24.png"/>
            <p:cNvPicPr>
              <a:picLocks noChangeAspect="1" noChangeArrowheads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89163" y="6954707"/>
              <a:ext cx="154936" cy="1651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371" name="Picture 25" descr="C:\Users\ecoffey\AppData\Local\Temp\Rar$DRa0.101\30060_Device_phone_unreachable_24.png"/>
            <p:cNvPicPr>
              <a:picLocks noChangeAspect="1" noChangeArrowheads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72179" y="6722057"/>
              <a:ext cx="154936" cy="1651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372" name="Picture 25" descr="C:\Users\ecoffey\AppData\Local\Temp\Rar$DRa1.653\30059_Device_laptop_3145_unreachable_24.png"/>
            <p:cNvPicPr>
              <a:picLocks noChangeAspect="1" noChangeArrowheads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72179" y="6954707"/>
              <a:ext cx="154936" cy="1651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373" name="Picture 25" descr="C:\Users\ecoffey\AppData\Local\Temp\Rar$DRa0.101\30060_Device_phone_unreachable_24.png"/>
            <p:cNvPicPr>
              <a:picLocks noChangeAspect="1" noChangeArrowheads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06147" y="6722057"/>
              <a:ext cx="154936" cy="1651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374" name="Picture 25" descr="C:\Users\ecoffey\AppData\Local\Temp\Rar$DRa1.653\30059_Device_laptop_3145_unreachable_24.png"/>
            <p:cNvPicPr>
              <a:picLocks noChangeAspect="1" noChangeArrowheads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06147" y="6954707"/>
              <a:ext cx="154936" cy="1651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375" name="Picture 3" descr="C:\Users\ecoffey\AppData\Local\Temp\Rar$DRa1.410\30062_Device_printer_default_24.png"/>
            <p:cNvPicPr>
              <a:picLocks noChangeAspect="1" noChangeArrowheads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91823" y="6739204"/>
              <a:ext cx="154936" cy="1651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cxnSp>
        <p:nvCxnSpPr>
          <p:cNvPr id="1376" name="직선 연결선 1375"/>
          <p:cNvCxnSpPr>
            <a:stCxn id="1372" idx="0"/>
            <a:endCxn id="1371" idx="2"/>
          </p:cNvCxnSpPr>
          <p:nvPr/>
        </p:nvCxnSpPr>
        <p:spPr>
          <a:xfrm flipV="1">
            <a:off x="4242832" y="5030473"/>
            <a:ext cx="0" cy="31011"/>
          </a:xfrm>
          <a:prstGeom prst="line">
            <a:avLst/>
          </a:prstGeom>
          <a:ln w="63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7" name="꺾인 연결선 1376"/>
          <p:cNvCxnSpPr>
            <a:stCxn id="1363" idx="0"/>
          </p:cNvCxnSpPr>
          <p:nvPr/>
        </p:nvCxnSpPr>
        <p:spPr>
          <a:xfrm rot="5400000" flipH="1" flipV="1">
            <a:off x="4074659" y="4301725"/>
            <a:ext cx="67985" cy="1253541"/>
          </a:xfrm>
          <a:prstGeom prst="bentConnector2">
            <a:avLst/>
          </a:prstGeom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8" name="직선 연결선 1377"/>
          <p:cNvCxnSpPr/>
          <p:nvPr/>
        </p:nvCxnSpPr>
        <p:spPr>
          <a:xfrm flipV="1">
            <a:off x="4249988" y="4898082"/>
            <a:ext cx="0" cy="67984"/>
          </a:xfrm>
          <a:prstGeom prst="line">
            <a:avLst/>
          </a:prstGeom>
          <a:ln w="63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9" name="직선 연결선 1378"/>
          <p:cNvCxnSpPr/>
          <p:nvPr/>
        </p:nvCxnSpPr>
        <p:spPr>
          <a:xfrm flipV="1">
            <a:off x="4378801" y="4898082"/>
            <a:ext cx="0" cy="67984"/>
          </a:xfrm>
          <a:prstGeom prst="line">
            <a:avLst/>
          </a:prstGeom>
          <a:ln w="63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0" name="직선 연결선 1379"/>
          <p:cNvCxnSpPr/>
          <p:nvPr/>
        </p:nvCxnSpPr>
        <p:spPr>
          <a:xfrm flipV="1">
            <a:off x="3621429" y="4466321"/>
            <a:ext cx="0" cy="66792"/>
          </a:xfrm>
          <a:prstGeom prst="line">
            <a:avLst/>
          </a:prstGeom>
          <a:ln w="63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1" name="직선 연결선 1380"/>
          <p:cNvCxnSpPr/>
          <p:nvPr/>
        </p:nvCxnSpPr>
        <p:spPr>
          <a:xfrm flipV="1">
            <a:off x="3738315" y="4466321"/>
            <a:ext cx="0" cy="66792"/>
          </a:xfrm>
          <a:prstGeom prst="line">
            <a:avLst/>
          </a:prstGeom>
          <a:ln w="63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2" name="직선 연결선 1381"/>
          <p:cNvCxnSpPr/>
          <p:nvPr/>
        </p:nvCxnSpPr>
        <p:spPr>
          <a:xfrm flipV="1">
            <a:off x="3875476" y="4466321"/>
            <a:ext cx="0" cy="66792"/>
          </a:xfrm>
          <a:prstGeom prst="line">
            <a:avLst/>
          </a:prstGeom>
          <a:ln w="63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3" name="직선 연결선 1382"/>
          <p:cNvCxnSpPr/>
          <p:nvPr/>
        </p:nvCxnSpPr>
        <p:spPr>
          <a:xfrm flipV="1">
            <a:off x="4026951" y="4466321"/>
            <a:ext cx="0" cy="66792"/>
          </a:xfrm>
          <a:prstGeom prst="line">
            <a:avLst/>
          </a:prstGeom>
          <a:ln w="63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4" name="직선 연결선 1383"/>
          <p:cNvCxnSpPr/>
          <p:nvPr/>
        </p:nvCxnSpPr>
        <p:spPr>
          <a:xfrm flipV="1">
            <a:off x="4135487" y="4466321"/>
            <a:ext cx="0" cy="66792"/>
          </a:xfrm>
          <a:prstGeom prst="line">
            <a:avLst/>
          </a:prstGeom>
          <a:ln w="63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5" name="직선 연결선 1384"/>
          <p:cNvCxnSpPr>
            <a:stCxn id="1393" idx="0"/>
            <a:endCxn id="1392" idx="2"/>
          </p:cNvCxnSpPr>
          <p:nvPr/>
        </p:nvCxnSpPr>
        <p:spPr>
          <a:xfrm flipV="1">
            <a:off x="3625007" y="4601097"/>
            <a:ext cx="0" cy="31011"/>
          </a:xfrm>
          <a:prstGeom prst="line">
            <a:avLst/>
          </a:prstGeom>
          <a:ln w="63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6" name="직선 연결선 1385"/>
          <p:cNvCxnSpPr>
            <a:stCxn id="1395" idx="0"/>
            <a:endCxn id="1394" idx="2"/>
          </p:cNvCxnSpPr>
          <p:nvPr/>
        </p:nvCxnSpPr>
        <p:spPr>
          <a:xfrm flipV="1">
            <a:off x="3741892" y="4601097"/>
            <a:ext cx="0" cy="31011"/>
          </a:xfrm>
          <a:prstGeom prst="line">
            <a:avLst/>
          </a:prstGeom>
          <a:ln w="63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7" name="직선 연결선 1386"/>
          <p:cNvCxnSpPr>
            <a:stCxn id="1397" idx="0"/>
            <a:endCxn id="1396" idx="2"/>
          </p:cNvCxnSpPr>
          <p:nvPr/>
        </p:nvCxnSpPr>
        <p:spPr>
          <a:xfrm flipV="1">
            <a:off x="4125946" y="4597519"/>
            <a:ext cx="0" cy="31011"/>
          </a:xfrm>
          <a:prstGeom prst="line">
            <a:avLst/>
          </a:prstGeom>
          <a:ln w="63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8" name="직선 연결선 1387"/>
          <p:cNvCxnSpPr>
            <a:stCxn id="1401" idx="0"/>
            <a:endCxn id="1400" idx="2"/>
          </p:cNvCxnSpPr>
          <p:nvPr/>
        </p:nvCxnSpPr>
        <p:spPr>
          <a:xfrm flipV="1">
            <a:off x="4009060" y="4597519"/>
            <a:ext cx="0" cy="31011"/>
          </a:xfrm>
          <a:prstGeom prst="line">
            <a:avLst/>
          </a:prstGeom>
          <a:ln w="63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89" name="그룹 1388"/>
          <p:cNvGrpSpPr>
            <a:grpSpLocks/>
          </p:cNvGrpSpPr>
          <p:nvPr/>
        </p:nvGrpSpPr>
        <p:grpSpPr bwMode="auto">
          <a:xfrm>
            <a:off x="3431785" y="4519992"/>
            <a:ext cx="1000684" cy="189642"/>
            <a:chOff x="980692" y="6722057"/>
            <a:chExt cx="1566067" cy="405433"/>
          </a:xfrm>
        </p:grpSpPr>
        <p:pic>
          <p:nvPicPr>
            <p:cNvPr id="1390" name="Picture 3" descr="C:\Users\ecoffey\AppData\Local\Temp\Rar$DRa1.410\30062_Device_printer_default_24.png"/>
            <p:cNvPicPr>
              <a:picLocks noChangeAspect="1" noChangeArrowheads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80692" y="6743319"/>
              <a:ext cx="154936" cy="1651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391" name="Picture 25" descr="C:\Users\ecoffey\AppData\Local\Temp\Rar$DRa1.653\30059_Device_laptop_3145_unreachable_24.png"/>
            <p:cNvPicPr>
              <a:picLocks noChangeAspect="1" noChangeArrowheads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99735" y="6734717"/>
              <a:ext cx="154936" cy="1651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392" name="Picture 25" descr="C:\Users\ecoffey\AppData\Local\Temp\Rar$DRa0.101\30060_Device_phone_unreachable_24.png"/>
            <p:cNvPicPr>
              <a:picLocks noChangeAspect="1" noChangeArrowheads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05623" y="6729679"/>
              <a:ext cx="154936" cy="1651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393" name="Picture 25" descr="C:\Users\ecoffey\AppData\Local\Temp\Rar$DRa1.653\30059_Device_laptop_3145_unreachable_24.png"/>
            <p:cNvPicPr>
              <a:picLocks noChangeAspect="1" noChangeArrowheads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05623" y="6962328"/>
              <a:ext cx="154936" cy="1651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394" name="Picture 25" descr="C:\Users\ecoffey\AppData\Local\Temp\Rar$DRa0.101\30060_Device_phone_unreachable_24.png"/>
            <p:cNvPicPr>
              <a:picLocks noChangeAspect="1" noChangeArrowheads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88639" y="6729679"/>
              <a:ext cx="154936" cy="1651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395" name="Picture 25" descr="C:\Users\ecoffey\AppData\Local\Temp\Rar$DRa1.653\30059_Device_laptop_3145_unreachable_24.png"/>
            <p:cNvPicPr>
              <a:picLocks noChangeAspect="1" noChangeArrowheads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88639" y="6962328"/>
              <a:ext cx="154936" cy="1651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396" name="Picture 25" descr="C:\Users\ecoffey\AppData\Local\Temp\Rar$DRa0.101\30060_Device_phone_unreachable_24.png"/>
            <p:cNvPicPr>
              <a:picLocks noChangeAspect="1" noChangeArrowheads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89163" y="6722057"/>
              <a:ext cx="154936" cy="1651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397" name="Picture 25" descr="C:\Users\ecoffey\AppData\Local\Temp\Rar$DRa1.653\30059_Device_laptop_3145_unreachable_24.png"/>
            <p:cNvPicPr>
              <a:picLocks noChangeAspect="1" noChangeArrowheads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89163" y="6954707"/>
              <a:ext cx="154936" cy="1651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398" name="Picture 25" descr="C:\Users\ecoffey\AppData\Local\Temp\Rar$DRa0.101\30060_Device_phone_unreachable_24.png"/>
            <p:cNvPicPr>
              <a:picLocks noChangeAspect="1" noChangeArrowheads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72179" y="6722057"/>
              <a:ext cx="154936" cy="1651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399" name="Picture 25" descr="C:\Users\ecoffey\AppData\Local\Temp\Rar$DRa1.653\30059_Device_laptop_3145_unreachable_24.png"/>
            <p:cNvPicPr>
              <a:picLocks noChangeAspect="1" noChangeArrowheads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72179" y="6954707"/>
              <a:ext cx="154936" cy="1651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400" name="Picture 25" descr="C:\Users\ecoffey\AppData\Local\Temp\Rar$DRa0.101\30060_Device_phone_unreachable_24.png"/>
            <p:cNvPicPr>
              <a:picLocks noChangeAspect="1" noChangeArrowheads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06147" y="6722057"/>
              <a:ext cx="154936" cy="1651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401" name="Picture 25" descr="C:\Users\ecoffey\AppData\Local\Temp\Rar$DRa1.653\30059_Device_laptop_3145_unreachable_24.png"/>
            <p:cNvPicPr>
              <a:picLocks noChangeAspect="1" noChangeArrowheads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06147" y="6954707"/>
              <a:ext cx="154936" cy="1651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402" name="Picture 3" descr="C:\Users\ecoffey\AppData\Local\Temp\Rar$DRa1.410\30062_Device_printer_default_24.png"/>
            <p:cNvPicPr>
              <a:picLocks noChangeAspect="1" noChangeArrowheads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91823" y="6739204"/>
              <a:ext cx="154936" cy="1651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cxnSp>
        <p:nvCxnSpPr>
          <p:cNvPr id="1403" name="직선 연결선 1402"/>
          <p:cNvCxnSpPr>
            <a:stCxn id="1399" idx="0"/>
            <a:endCxn id="1398" idx="2"/>
          </p:cNvCxnSpPr>
          <p:nvPr/>
        </p:nvCxnSpPr>
        <p:spPr>
          <a:xfrm flipV="1">
            <a:off x="4242832" y="4597519"/>
            <a:ext cx="0" cy="31011"/>
          </a:xfrm>
          <a:prstGeom prst="line">
            <a:avLst/>
          </a:prstGeom>
          <a:ln w="63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4" name="꺾인 연결선 1403"/>
          <p:cNvCxnSpPr>
            <a:stCxn id="1390" idx="0"/>
          </p:cNvCxnSpPr>
          <p:nvPr/>
        </p:nvCxnSpPr>
        <p:spPr>
          <a:xfrm rot="5400000" flipH="1" flipV="1">
            <a:off x="4074659" y="3868771"/>
            <a:ext cx="67984" cy="1253541"/>
          </a:xfrm>
          <a:prstGeom prst="bentConnector2">
            <a:avLst/>
          </a:prstGeom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5" name="직선 연결선 1404"/>
          <p:cNvCxnSpPr/>
          <p:nvPr/>
        </p:nvCxnSpPr>
        <p:spPr>
          <a:xfrm flipV="1">
            <a:off x="4249988" y="4466321"/>
            <a:ext cx="0" cy="66792"/>
          </a:xfrm>
          <a:prstGeom prst="line">
            <a:avLst/>
          </a:prstGeom>
          <a:ln w="63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6" name="직선 연결선 1405"/>
          <p:cNvCxnSpPr/>
          <p:nvPr/>
        </p:nvCxnSpPr>
        <p:spPr>
          <a:xfrm flipV="1">
            <a:off x="4378801" y="4466321"/>
            <a:ext cx="0" cy="66792"/>
          </a:xfrm>
          <a:prstGeom prst="line">
            <a:avLst/>
          </a:prstGeom>
          <a:ln w="63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7" name="직선 연결선 1406"/>
          <p:cNvCxnSpPr/>
          <p:nvPr/>
        </p:nvCxnSpPr>
        <p:spPr>
          <a:xfrm flipV="1">
            <a:off x="3621429" y="4033366"/>
            <a:ext cx="0" cy="66792"/>
          </a:xfrm>
          <a:prstGeom prst="line">
            <a:avLst/>
          </a:prstGeom>
          <a:ln w="63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8" name="직선 연결선 1407"/>
          <p:cNvCxnSpPr/>
          <p:nvPr/>
        </p:nvCxnSpPr>
        <p:spPr>
          <a:xfrm flipV="1">
            <a:off x="3738315" y="4033366"/>
            <a:ext cx="0" cy="66792"/>
          </a:xfrm>
          <a:prstGeom prst="line">
            <a:avLst/>
          </a:prstGeom>
          <a:ln w="63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9" name="직선 연결선 1408"/>
          <p:cNvCxnSpPr/>
          <p:nvPr/>
        </p:nvCxnSpPr>
        <p:spPr>
          <a:xfrm flipV="1">
            <a:off x="3875476" y="4033366"/>
            <a:ext cx="0" cy="66792"/>
          </a:xfrm>
          <a:prstGeom prst="line">
            <a:avLst/>
          </a:prstGeom>
          <a:ln w="63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0" name="직선 연결선 1409"/>
          <p:cNvCxnSpPr/>
          <p:nvPr/>
        </p:nvCxnSpPr>
        <p:spPr>
          <a:xfrm flipV="1">
            <a:off x="4026951" y="4033366"/>
            <a:ext cx="0" cy="66792"/>
          </a:xfrm>
          <a:prstGeom prst="line">
            <a:avLst/>
          </a:prstGeom>
          <a:ln w="63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1" name="직선 연결선 1410"/>
          <p:cNvCxnSpPr/>
          <p:nvPr/>
        </p:nvCxnSpPr>
        <p:spPr>
          <a:xfrm flipV="1">
            <a:off x="4135487" y="4033366"/>
            <a:ext cx="0" cy="66792"/>
          </a:xfrm>
          <a:prstGeom prst="line">
            <a:avLst/>
          </a:prstGeom>
          <a:ln w="63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2" name="직선 연결선 1411"/>
          <p:cNvCxnSpPr>
            <a:stCxn id="1420" idx="0"/>
            <a:endCxn id="1419" idx="2"/>
          </p:cNvCxnSpPr>
          <p:nvPr/>
        </p:nvCxnSpPr>
        <p:spPr>
          <a:xfrm flipV="1">
            <a:off x="3625007" y="4168142"/>
            <a:ext cx="0" cy="31011"/>
          </a:xfrm>
          <a:prstGeom prst="line">
            <a:avLst/>
          </a:prstGeom>
          <a:ln w="63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3" name="직선 연결선 1412"/>
          <p:cNvCxnSpPr>
            <a:stCxn id="1422" idx="0"/>
            <a:endCxn id="1421" idx="2"/>
          </p:cNvCxnSpPr>
          <p:nvPr/>
        </p:nvCxnSpPr>
        <p:spPr>
          <a:xfrm flipV="1">
            <a:off x="3741892" y="4168142"/>
            <a:ext cx="0" cy="31011"/>
          </a:xfrm>
          <a:prstGeom prst="line">
            <a:avLst/>
          </a:prstGeom>
          <a:ln w="63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4" name="직선 연결선 1413"/>
          <p:cNvCxnSpPr>
            <a:stCxn id="1424" idx="0"/>
            <a:endCxn id="1423" idx="2"/>
          </p:cNvCxnSpPr>
          <p:nvPr/>
        </p:nvCxnSpPr>
        <p:spPr>
          <a:xfrm flipV="1">
            <a:off x="4125946" y="4164564"/>
            <a:ext cx="0" cy="31011"/>
          </a:xfrm>
          <a:prstGeom prst="line">
            <a:avLst/>
          </a:prstGeom>
          <a:ln w="63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5" name="직선 연결선 1414"/>
          <p:cNvCxnSpPr>
            <a:stCxn id="1428" idx="0"/>
            <a:endCxn id="1427" idx="2"/>
          </p:cNvCxnSpPr>
          <p:nvPr/>
        </p:nvCxnSpPr>
        <p:spPr>
          <a:xfrm flipV="1">
            <a:off x="4009060" y="4164564"/>
            <a:ext cx="0" cy="31011"/>
          </a:xfrm>
          <a:prstGeom prst="line">
            <a:avLst/>
          </a:prstGeom>
          <a:ln w="63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16" name="그룹 1415"/>
          <p:cNvGrpSpPr>
            <a:grpSpLocks/>
          </p:cNvGrpSpPr>
          <p:nvPr/>
        </p:nvGrpSpPr>
        <p:grpSpPr bwMode="auto">
          <a:xfrm>
            <a:off x="3431785" y="4087051"/>
            <a:ext cx="1000684" cy="189642"/>
            <a:chOff x="980692" y="6722057"/>
            <a:chExt cx="1566067" cy="405433"/>
          </a:xfrm>
        </p:grpSpPr>
        <p:pic>
          <p:nvPicPr>
            <p:cNvPr id="1417" name="Picture 3" descr="C:\Users\ecoffey\AppData\Local\Temp\Rar$DRa1.410\30062_Device_printer_default_24.png"/>
            <p:cNvPicPr>
              <a:picLocks noChangeAspect="1" noChangeArrowheads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80692" y="6743319"/>
              <a:ext cx="154936" cy="1651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418" name="Picture 25" descr="C:\Users\ecoffey\AppData\Local\Temp\Rar$DRa1.653\30059_Device_laptop_3145_unreachable_24.png"/>
            <p:cNvPicPr>
              <a:picLocks noChangeAspect="1" noChangeArrowheads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99735" y="6734717"/>
              <a:ext cx="154936" cy="1651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419" name="Picture 25" descr="C:\Users\ecoffey\AppData\Local\Temp\Rar$DRa0.101\30060_Device_phone_unreachable_24.png"/>
            <p:cNvPicPr>
              <a:picLocks noChangeAspect="1" noChangeArrowheads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05623" y="6729679"/>
              <a:ext cx="154936" cy="1651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420" name="Picture 25" descr="C:\Users\ecoffey\AppData\Local\Temp\Rar$DRa1.653\30059_Device_laptop_3145_unreachable_24.png"/>
            <p:cNvPicPr>
              <a:picLocks noChangeAspect="1" noChangeArrowheads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05623" y="6962328"/>
              <a:ext cx="154936" cy="1651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421" name="Picture 25" descr="C:\Users\ecoffey\AppData\Local\Temp\Rar$DRa0.101\30060_Device_phone_unreachable_24.png"/>
            <p:cNvPicPr>
              <a:picLocks noChangeAspect="1" noChangeArrowheads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88639" y="6729679"/>
              <a:ext cx="154936" cy="1651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422" name="Picture 25" descr="C:\Users\ecoffey\AppData\Local\Temp\Rar$DRa1.653\30059_Device_laptop_3145_unreachable_24.png"/>
            <p:cNvPicPr>
              <a:picLocks noChangeAspect="1" noChangeArrowheads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88639" y="6962328"/>
              <a:ext cx="154936" cy="1651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423" name="Picture 25" descr="C:\Users\ecoffey\AppData\Local\Temp\Rar$DRa0.101\30060_Device_phone_unreachable_24.png"/>
            <p:cNvPicPr>
              <a:picLocks noChangeAspect="1" noChangeArrowheads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89163" y="6722057"/>
              <a:ext cx="154936" cy="1651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424" name="Picture 25" descr="C:\Users\ecoffey\AppData\Local\Temp\Rar$DRa1.653\30059_Device_laptop_3145_unreachable_24.png"/>
            <p:cNvPicPr>
              <a:picLocks noChangeAspect="1" noChangeArrowheads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89163" y="6954707"/>
              <a:ext cx="154936" cy="1651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425" name="Picture 25" descr="C:\Users\ecoffey\AppData\Local\Temp\Rar$DRa0.101\30060_Device_phone_unreachable_24.png"/>
            <p:cNvPicPr>
              <a:picLocks noChangeAspect="1" noChangeArrowheads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72179" y="6722057"/>
              <a:ext cx="154936" cy="1651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426" name="Picture 25" descr="C:\Users\ecoffey\AppData\Local\Temp\Rar$DRa1.653\30059_Device_laptop_3145_unreachable_24.png"/>
            <p:cNvPicPr>
              <a:picLocks noChangeAspect="1" noChangeArrowheads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72179" y="6954707"/>
              <a:ext cx="154936" cy="1651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427" name="Picture 25" descr="C:\Users\ecoffey\AppData\Local\Temp\Rar$DRa0.101\30060_Device_phone_unreachable_24.png"/>
            <p:cNvPicPr>
              <a:picLocks noChangeAspect="1" noChangeArrowheads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06147" y="6722057"/>
              <a:ext cx="154936" cy="1651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428" name="Picture 25" descr="C:\Users\ecoffey\AppData\Local\Temp\Rar$DRa1.653\30059_Device_laptop_3145_unreachable_24.png"/>
            <p:cNvPicPr>
              <a:picLocks noChangeAspect="1" noChangeArrowheads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06147" y="6954707"/>
              <a:ext cx="154936" cy="1651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429" name="Picture 3" descr="C:\Users\ecoffey\AppData\Local\Temp\Rar$DRa1.410\30062_Device_printer_default_24.png"/>
            <p:cNvPicPr>
              <a:picLocks noChangeAspect="1" noChangeArrowheads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91823" y="6739204"/>
              <a:ext cx="154936" cy="1651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cxnSp>
        <p:nvCxnSpPr>
          <p:cNvPr id="1430" name="직선 연결선 1429"/>
          <p:cNvCxnSpPr>
            <a:stCxn id="1426" idx="0"/>
            <a:endCxn id="1425" idx="2"/>
          </p:cNvCxnSpPr>
          <p:nvPr/>
        </p:nvCxnSpPr>
        <p:spPr>
          <a:xfrm flipV="1">
            <a:off x="4242832" y="4164564"/>
            <a:ext cx="0" cy="31011"/>
          </a:xfrm>
          <a:prstGeom prst="line">
            <a:avLst/>
          </a:prstGeom>
          <a:ln w="63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1" name="꺾인 연결선 1430"/>
          <p:cNvCxnSpPr>
            <a:stCxn id="1417" idx="0"/>
          </p:cNvCxnSpPr>
          <p:nvPr/>
        </p:nvCxnSpPr>
        <p:spPr>
          <a:xfrm rot="5400000" flipH="1" flipV="1">
            <a:off x="4074659" y="3435816"/>
            <a:ext cx="67985" cy="1253541"/>
          </a:xfrm>
          <a:prstGeom prst="bentConnector2">
            <a:avLst/>
          </a:prstGeom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2" name="직선 연결선 1431"/>
          <p:cNvCxnSpPr/>
          <p:nvPr/>
        </p:nvCxnSpPr>
        <p:spPr>
          <a:xfrm flipV="1">
            <a:off x="4249988" y="4033366"/>
            <a:ext cx="0" cy="66792"/>
          </a:xfrm>
          <a:prstGeom prst="line">
            <a:avLst/>
          </a:prstGeom>
          <a:ln w="63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3" name="직선 연결선 1432"/>
          <p:cNvCxnSpPr/>
          <p:nvPr/>
        </p:nvCxnSpPr>
        <p:spPr>
          <a:xfrm flipV="1">
            <a:off x="4378801" y="4033366"/>
            <a:ext cx="0" cy="66792"/>
          </a:xfrm>
          <a:prstGeom prst="line">
            <a:avLst/>
          </a:prstGeom>
          <a:ln w="63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4" name="직선 연결선 1433"/>
          <p:cNvCxnSpPr/>
          <p:nvPr/>
        </p:nvCxnSpPr>
        <p:spPr>
          <a:xfrm flipV="1">
            <a:off x="3621429" y="3600411"/>
            <a:ext cx="0" cy="67984"/>
          </a:xfrm>
          <a:prstGeom prst="line">
            <a:avLst/>
          </a:prstGeom>
          <a:ln w="63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5" name="직선 연결선 1434"/>
          <p:cNvCxnSpPr/>
          <p:nvPr/>
        </p:nvCxnSpPr>
        <p:spPr>
          <a:xfrm flipV="1">
            <a:off x="3738315" y="3600411"/>
            <a:ext cx="0" cy="67984"/>
          </a:xfrm>
          <a:prstGeom prst="line">
            <a:avLst/>
          </a:prstGeom>
          <a:ln w="63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6" name="직선 연결선 1435"/>
          <p:cNvCxnSpPr/>
          <p:nvPr/>
        </p:nvCxnSpPr>
        <p:spPr>
          <a:xfrm flipV="1">
            <a:off x="3875476" y="3600411"/>
            <a:ext cx="0" cy="67984"/>
          </a:xfrm>
          <a:prstGeom prst="line">
            <a:avLst/>
          </a:prstGeom>
          <a:ln w="63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7" name="직선 연결선 1436"/>
          <p:cNvCxnSpPr/>
          <p:nvPr/>
        </p:nvCxnSpPr>
        <p:spPr>
          <a:xfrm flipV="1">
            <a:off x="4026951" y="3600411"/>
            <a:ext cx="0" cy="67984"/>
          </a:xfrm>
          <a:prstGeom prst="line">
            <a:avLst/>
          </a:prstGeom>
          <a:ln w="63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8" name="직선 연결선 1437"/>
          <p:cNvCxnSpPr/>
          <p:nvPr/>
        </p:nvCxnSpPr>
        <p:spPr>
          <a:xfrm flipV="1">
            <a:off x="4135487" y="3600411"/>
            <a:ext cx="0" cy="67984"/>
          </a:xfrm>
          <a:prstGeom prst="line">
            <a:avLst/>
          </a:prstGeom>
          <a:ln w="63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9" name="직선 연결선 1438"/>
          <p:cNvCxnSpPr>
            <a:stCxn id="1447" idx="0"/>
            <a:endCxn id="1446" idx="2"/>
          </p:cNvCxnSpPr>
          <p:nvPr/>
        </p:nvCxnSpPr>
        <p:spPr>
          <a:xfrm flipV="1">
            <a:off x="3625007" y="3735188"/>
            <a:ext cx="0" cy="31011"/>
          </a:xfrm>
          <a:prstGeom prst="line">
            <a:avLst/>
          </a:prstGeom>
          <a:ln w="63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0" name="직선 연결선 1439"/>
          <p:cNvCxnSpPr>
            <a:stCxn id="1449" idx="0"/>
            <a:endCxn id="1448" idx="2"/>
          </p:cNvCxnSpPr>
          <p:nvPr/>
        </p:nvCxnSpPr>
        <p:spPr>
          <a:xfrm flipV="1">
            <a:off x="3741892" y="3735188"/>
            <a:ext cx="0" cy="31011"/>
          </a:xfrm>
          <a:prstGeom prst="line">
            <a:avLst/>
          </a:prstGeom>
          <a:ln w="63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1" name="직선 연결선 1440"/>
          <p:cNvCxnSpPr>
            <a:stCxn id="1451" idx="0"/>
            <a:endCxn id="1450" idx="2"/>
          </p:cNvCxnSpPr>
          <p:nvPr/>
        </p:nvCxnSpPr>
        <p:spPr>
          <a:xfrm flipV="1">
            <a:off x="4125946" y="3731610"/>
            <a:ext cx="0" cy="31011"/>
          </a:xfrm>
          <a:prstGeom prst="line">
            <a:avLst/>
          </a:prstGeom>
          <a:ln w="63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2" name="직선 연결선 1441"/>
          <p:cNvCxnSpPr>
            <a:stCxn id="1455" idx="0"/>
            <a:endCxn id="1454" idx="2"/>
          </p:cNvCxnSpPr>
          <p:nvPr/>
        </p:nvCxnSpPr>
        <p:spPr>
          <a:xfrm flipV="1">
            <a:off x="4009060" y="3731610"/>
            <a:ext cx="0" cy="31011"/>
          </a:xfrm>
          <a:prstGeom prst="line">
            <a:avLst/>
          </a:prstGeom>
          <a:ln w="63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43" name="그룹 1442"/>
          <p:cNvGrpSpPr>
            <a:grpSpLocks/>
          </p:cNvGrpSpPr>
          <p:nvPr/>
        </p:nvGrpSpPr>
        <p:grpSpPr bwMode="auto">
          <a:xfrm>
            <a:off x="3431785" y="3654083"/>
            <a:ext cx="1000684" cy="189642"/>
            <a:chOff x="980692" y="6722057"/>
            <a:chExt cx="1566067" cy="405433"/>
          </a:xfrm>
        </p:grpSpPr>
        <p:pic>
          <p:nvPicPr>
            <p:cNvPr id="1444" name="Picture 3" descr="C:\Users\ecoffey\AppData\Local\Temp\Rar$DRa1.410\30062_Device_printer_default_24.png"/>
            <p:cNvPicPr>
              <a:picLocks noChangeAspect="1" noChangeArrowheads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80692" y="6743319"/>
              <a:ext cx="154936" cy="1651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445" name="Picture 25" descr="C:\Users\ecoffey\AppData\Local\Temp\Rar$DRa1.653\30059_Device_laptop_3145_unreachable_24.png"/>
            <p:cNvPicPr>
              <a:picLocks noChangeAspect="1" noChangeArrowheads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99735" y="6734717"/>
              <a:ext cx="154936" cy="1651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446" name="Picture 25" descr="C:\Users\ecoffey\AppData\Local\Temp\Rar$DRa0.101\30060_Device_phone_unreachable_24.png"/>
            <p:cNvPicPr>
              <a:picLocks noChangeAspect="1" noChangeArrowheads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05623" y="6729679"/>
              <a:ext cx="154936" cy="1651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447" name="Picture 25" descr="C:\Users\ecoffey\AppData\Local\Temp\Rar$DRa1.653\30059_Device_laptop_3145_unreachable_24.png"/>
            <p:cNvPicPr>
              <a:picLocks noChangeAspect="1" noChangeArrowheads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05623" y="6962328"/>
              <a:ext cx="154936" cy="1651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448" name="Picture 25" descr="C:\Users\ecoffey\AppData\Local\Temp\Rar$DRa0.101\30060_Device_phone_unreachable_24.png"/>
            <p:cNvPicPr>
              <a:picLocks noChangeAspect="1" noChangeArrowheads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88639" y="6729679"/>
              <a:ext cx="154936" cy="1651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449" name="Picture 25" descr="C:\Users\ecoffey\AppData\Local\Temp\Rar$DRa1.653\30059_Device_laptop_3145_unreachable_24.png"/>
            <p:cNvPicPr>
              <a:picLocks noChangeAspect="1" noChangeArrowheads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88639" y="6962328"/>
              <a:ext cx="154936" cy="1651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450" name="Picture 25" descr="C:\Users\ecoffey\AppData\Local\Temp\Rar$DRa0.101\30060_Device_phone_unreachable_24.png"/>
            <p:cNvPicPr>
              <a:picLocks noChangeAspect="1" noChangeArrowheads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89163" y="6722057"/>
              <a:ext cx="154936" cy="1651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451" name="Picture 25" descr="C:\Users\ecoffey\AppData\Local\Temp\Rar$DRa1.653\30059_Device_laptop_3145_unreachable_24.png"/>
            <p:cNvPicPr>
              <a:picLocks noChangeAspect="1" noChangeArrowheads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89163" y="6954707"/>
              <a:ext cx="154936" cy="1651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452" name="Picture 25" descr="C:\Users\ecoffey\AppData\Local\Temp\Rar$DRa0.101\30060_Device_phone_unreachable_24.png"/>
            <p:cNvPicPr>
              <a:picLocks noChangeAspect="1" noChangeArrowheads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72179" y="6722057"/>
              <a:ext cx="154936" cy="1651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453" name="Picture 25" descr="C:\Users\ecoffey\AppData\Local\Temp\Rar$DRa1.653\30059_Device_laptop_3145_unreachable_24.png"/>
            <p:cNvPicPr>
              <a:picLocks noChangeAspect="1" noChangeArrowheads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72179" y="6954707"/>
              <a:ext cx="154936" cy="1651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454" name="Picture 25" descr="C:\Users\ecoffey\AppData\Local\Temp\Rar$DRa0.101\30060_Device_phone_unreachable_24.png"/>
            <p:cNvPicPr>
              <a:picLocks noChangeAspect="1" noChangeArrowheads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06147" y="6722057"/>
              <a:ext cx="154936" cy="1651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455" name="Picture 25" descr="C:\Users\ecoffey\AppData\Local\Temp\Rar$DRa1.653\30059_Device_laptop_3145_unreachable_24.png"/>
            <p:cNvPicPr>
              <a:picLocks noChangeAspect="1" noChangeArrowheads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06147" y="6954707"/>
              <a:ext cx="154936" cy="1651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456" name="Picture 3" descr="C:\Users\ecoffey\AppData\Local\Temp\Rar$DRa1.410\30062_Device_printer_default_24.png"/>
            <p:cNvPicPr>
              <a:picLocks noChangeAspect="1" noChangeArrowheads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91823" y="6739204"/>
              <a:ext cx="154936" cy="1651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cxnSp>
        <p:nvCxnSpPr>
          <p:cNvPr id="1457" name="직선 연결선 1456"/>
          <p:cNvCxnSpPr>
            <a:stCxn id="1453" idx="0"/>
            <a:endCxn id="1452" idx="2"/>
          </p:cNvCxnSpPr>
          <p:nvPr/>
        </p:nvCxnSpPr>
        <p:spPr>
          <a:xfrm flipV="1">
            <a:off x="4242832" y="3731610"/>
            <a:ext cx="0" cy="31011"/>
          </a:xfrm>
          <a:prstGeom prst="line">
            <a:avLst/>
          </a:prstGeom>
          <a:ln w="63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8" name="꺾인 연결선 1457"/>
          <p:cNvCxnSpPr>
            <a:stCxn id="1444" idx="0"/>
          </p:cNvCxnSpPr>
          <p:nvPr/>
        </p:nvCxnSpPr>
        <p:spPr>
          <a:xfrm rot="5400000" flipH="1" flipV="1">
            <a:off x="4074659" y="3004055"/>
            <a:ext cx="67985" cy="1253541"/>
          </a:xfrm>
          <a:prstGeom prst="bentConnector2">
            <a:avLst/>
          </a:prstGeom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9" name="직선 연결선 1458"/>
          <p:cNvCxnSpPr/>
          <p:nvPr/>
        </p:nvCxnSpPr>
        <p:spPr>
          <a:xfrm flipV="1">
            <a:off x="4249988" y="3600411"/>
            <a:ext cx="0" cy="67984"/>
          </a:xfrm>
          <a:prstGeom prst="line">
            <a:avLst/>
          </a:prstGeom>
          <a:ln w="63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0" name="직선 연결선 1459"/>
          <p:cNvCxnSpPr/>
          <p:nvPr/>
        </p:nvCxnSpPr>
        <p:spPr>
          <a:xfrm flipV="1">
            <a:off x="4378801" y="3600411"/>
            <a:ext cx="0" cy="67984"/>
          </a:xfrm>
          <a:prstGeom prst="line">
            <a:avLst/>
          </a:prstGeom>
          <a:ln w="63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1" name="직선 연결선 1460"/>
          <p:cNvCxnSpPr/>
          <p:nvPr/>
        </p:nvCxnSpPr>
        <p:spPr>
          <a:xfrm flipV="1">
            <a:off x="3621429" y="3167457"/>
            <a:ext cx="0" cy="67985"/>
          </a:xfrm>
          <a:prstGeom prst="line">
            <a:avLst/>
          </a:prstGeom>
          <a:ln w="63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2" name="직선 연결선 1461"/>
          <p:cNvCxnSpPr/>
          <p:nvPr/>
        </p:nvCxnSpPr>
        <p:spPr>
          <a:xfrm flipV="1">
            <a:off x="3738315" y="3167457"/>
            <a:ext cx="0" cy="67985"/>
          </a:xfrm>
          <a:prstGeom prst="line">
            <a:avLst/>
          </a:prstGeom>
          <a:ln w="63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3" name="직선 연결선 1462"/>
          <p:cNvCxnSpPr/>
          <p:nvPr/>
        </p:nvCxnSpPr>
        <p:spPr>
          <a:xfrm flipV="1">
            <a:off x="3875476" y="3167457"/>
            <a:ext cx="0" cy="67985"/>
          </a:xfrm>
          <a:prstGeom prst="line">
            <a:avLst/>
          </a:prstGeom>
          <a:ln w="63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4" name="직선 연결선 1463"/>
          <p:cNvCxnSpPr/>
          <p:nvPr/>
        </p:nvCxnSpPr>
        <p:spPr>
          <a:xfrm flipV="1">
            <a:off x="4026951" y="3167457"/>
            <a:ext cx="0" cy="67985"/>
          </a:xfrm>
          <a:prstGeom prst="line">
            <a:avLst/>
          </a:prstGeom>
          <a:ln w="63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5" name="직선 연결선 1464"/>
          <p:cNvCxnSpPr/>
          <p:nvPr/>
        </p:nvCxnSpPr>
        <p:spPr>
          <a:xfrm flipV="1">
            <a:off x="4135487" y="3167457"/>
            <a:ext cx="0" cy="67985"/>
          </a:xfrm>
          <a:prstGeom prst="line">
            <a:avLst/>
          </a:prstGeom>
          <a:ln w="63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6" name="직선 연결선 1465"/>
          <p:cNvCxnSpPr>
            <a:stCxn id="1474" idx="0"/>
            <a:endCxn id="1473" idx="2"/>
          </p:cNvCxnSpPr>
          <p:nvPr/>
        </p:nvCxnSpPr>
        <p:spPr>
          <a:xfrm flipV="1">
            <a:off x="3625007" y="3302233"/>
            <a:ext cx="0" cy="31011"/>
          </a:xfrm>
          <a:prstGeom prst="line">
            <a:avLst/>
          </a:prstGeom>
          <a:ln w="63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7" name="직선 연결선 1466"/>
          <p:cNvCxnSpPr>
            <a:stCxn id="1476" idx="0"/>
            <a:endCxn id="1475" idx="2"/>
          </p:cNvCxnSpPr>
          <p:nvPr/>
        </p:nvCxnSpPr>
        <p:spPr>
          <a:xfrm flipV="1">
            <a:off x="3741892" y="3302233"/>
            <a:ext cx="0" cy="31011"/>
          </a:xfrm>
          <a:prstGeom prst="line">
            <a:avLst/>
          </a:prstGeom>
          <a:ln w="63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8" name="직선 연결선 1467"/>
          <p:cNvCxnSpPr>
            <a:stCxn id="1723" idx="0"/>
            <a:endCxn id="1720" idx="2"/>
          </p:cNvCxnSpPr>
          <p:nvPr/>
        </p:nvCxnSpPr>
        <p:spPr>
          <a:xfrm flipV="1">
            <a:off x="4125946" y="3298655"/>
            <a:ext cx="0" cy="31011"/>
          </a:xfrm>
          <a:prstGeom prst="line">
            <a:avLst/>
          </a:prstGeom>
          <a:ln w="63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9" name="직선 연결선 1468"/>
          <p:cNvCxnSpPr>
            <a:stCxn id="2095" idx="0"/>
            <a:endCxn id="2094" idx="2"/>
          </p:cNvCxnSpPr>
          <p:nvPr/>
        </p:nvCxnSpPr>
        <p:spPr>
          <a:xfrm flipV="1">
            <a:off x="4009060" y="3298655"/>
            <a:ext cx="0" cy="31011"/>
          </a:xfrm>
          <a:prstGeom prst="line">
            <a:avLst/>
          </a:prstGeom>
          <a:ln w="63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70" name="그룹 1469"/>
          <p:cNvGrpSpPr>
            <a:grpSpLocks/>
          </p:cNvGrpSpPr>
          <p:nvPr/>
        </p:nvGrpSpPr>
        <p:grpSpPr bwMode="auto">
          <a:xfrm>
            <a:off x="3431785" y="3221142"/>
            <a:ext cx="1000684" cy="189642"/>
            <a:chOff x="980692" y="6722057"/>
            <a:chExt cx="1566067" cy="405433"/>
          </a:xfrm>
        </p:grpSpPr>
        <p:pic>
          <p:nvPicPr>
            <p:cNvPr id="1471" name="Picture 3" descr="C:\Users\ecoffey\AppData\Local\Temp\Rar$DRa1.410\30062_Device_printer_default_24.png"/>
            <p:cNvPicPr>
              <a:picLocks noChangeAspect="1" noChangeArrowheads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80692" y="6743319"/>
              <a:ext cx="154936" cy="1651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472" name="Picture 25" descr="C:\Users\ecoffey\AppData\Local\Temp\Rar$DRa1.653\30059_Device_laptop_3145_unreachable_24.png"/>
            <p:cNvPicPr>
              <a:picLocks noChangeAspect="1" noChangeArrowheads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99735" y="6734717"/>
              <a:ext cx="154936" cy="1651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473" name="Picture 25" descr="C:\Users\ecoffey\AppData\Local\Temp\Rar$DRa0.101\30060_Device_phone_unreachable_24.png"/>
            <p:cNvPicPr>
              <a:picLocks noChangeAspect="1" noChangeArrowheads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05623" y="6729679"/>
              <a:ext cx="154936" cy="1651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474" name="Picture 25" descr="C:\Users\ecoffey\AppData\Local\Temp\Rar$DRa1.653\30059_Device_laptop_3145_unreachable_24.png"/>
            <p:cNvPicPr>
              <a:picLocks noChangeAspect="1" noChangeArrowheads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05623" y="6962328"/>
              <a:ext cx="154936" cy="1651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475" name="Picture 25" descr="C:\Users\ecoffey\AppData\Local\Temp\Rar$DRa0.101\30060_Device_phone_unreachable_24.png"/>
            <p:cNvPicPr>
              <a:picLocks noChangeAspect="1" noChangeArrowheads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88639" y="6729679"/>
              <a:ext cx="154936" cy="1651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476" name="Picture 25" descr="C:\Users\ecoffey\AppData\Local\Temp\Rar$DRa1.653\30059_Device_laptop_3145_unreachable_24.png"/>
            <p:cNvPicPr>
              <a:picLocks noChangeAspect="1" noChangeArrowheads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88639" y="6962328"/>
              <a:ext cx="154936" cy="1651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720" name="Picture 25" descr="C:\Users\ecoffey\AppData\Local\Temp\Rar$DRa0.101\30060_Device_phone_unreachable_24.png"/>
            <p:cNvPicPr>
              <a:picLocks noChangeAspect="1" noChangeArrowheads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89163" y="6722057"/>
              <a:ext cx="154936" cy="1651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723" name="Picture 25" descr="C:\Users\ecoffey\AppData\Local\Temp\Rar$DRa1.653\30059_Device_laptop_3145_unreachable_24.png"/>
            <p:cNvPicPr>
              <a:picLocks noChangeAspect="1" noChangeArrowheads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89163" y="6954707"/>
              <a:ext cx="154936" cy="1651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092" name="Picture 25" descr="C:\Users\ecoffey\AppData\Local\Temp\Rar$DRa0.101\30060_Device_phone_unreachable_24.png"/>
            <p:cNvPicPr>
              <a:picLocks noChangeAspect="1" noChangeArrowheads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72179" y="6722057"/>
              <a:ext cx="154936" cy="1651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093" name="Picture 25" descr="C:\Users\ecoffey\AppData\Local\Temp\Rar$DRa1.653\30059_Device_laptop_3145_unreachable_24.png"/>
            <p:cNvPicPr>
              <a:picLocks noChangeAspect="1" noChangeArrowheads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72179" y="6954707"/>
              <a:ext cx="154936" cy="1651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094" name="Picture 25" descr="C:\Users\ecoffey\AppData\Local\Temp\Rar$DRa0.101\30060_Device_phone_unreachable_24.png"/>
            <p:cNvPicPr>
              <a:picLocks noChangeAspect="1" noChangeArrowheads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06147" y="6722057"/>
              <a:ext cx="154936" cy="1651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095" name="Picture 25" descr="C:\Users\ecoffey\AppData\Local\Temp\Rar$DRa1.653\30059_Device_laptop_3145_unreachable_24.png"/>
            <p:cNvPicPr>
              <a:picLocks noChangeAspect="1" noChangeArrowheads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06147" y="6954707"/>
              <a:ext cx="154936" cy="1651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096" name="Picture 3" descr="C:\Users\ecoffey\AppData\Local\Temp\Rar$DRa1.410\30062_Device_printer_default_24.png"/>
            <p:cNvPicPr>
              <a:picLocks noChangeAspect="1" noChangeArrowheads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91823" y="6739204"/>
              <a:ext cx="154936" cy="1651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cxnSp>
        <p:nvCxnSpPr>
          <p:cNvPr id="2097" name="직선 연결선 2096"/>
          <p:cNvCxnSpPr>
            <a:stCxn id="2093" idx="0"/>
            <a:endCxn id="2092" idx="2"/>
          </p:cNvCxnSpPr>
          <p:nvPr/>
        </p:nvCxnSpPr>
        <p:spPr>
          <a:xfrm flipV="1">
            <a:off x="4242832" y="3298655"/>
            <a:ext cx="0" cy="31011"/>
          </a:xfrm>
          <a:prstGeom prst="line">
            <a:avLst/>
          </a:prstGeom>
          <a:ln w="63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98" name="꺾인 연결선 2097"/>
          <p:cNvCxnSpPr>
            <a:stCxn id="1471" idx="0"/>
          </p:cNvCxnSpPr>
          <p:nvPr/>
        </p:nvCxnSpPr>
        <p:spPr>
          <a:xfrm rot="5400000" flipH="1" flipV="1">
            <a:off x="4074659" y="2571100"/>
            <a:ext cx="67984" cy="1253541"/>
          </a:xfrm>
          <a:prstGeom prst="bentConnector2">
            <a:avLst/>
          </a:prstGeom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99" name="직선 연결선 2098"/>
          <p:cNvCxnSpPr/>
          <p:nvPr/>
        </p:nvCxnSpPr>
        <p:spPr>
          <a:xfrm flipV="1">
            <a:off x="4249988" y="3167457"/>
            <a:ext cx="0" cy="67985"/>
          </a:xfrm>
          <a:prstGeom prst="line">
            <a:avLst/>
          </a:prstGeom>
          <a:ln w="63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00" name="직선 연결선 2099"/>
          <p:cNvCxnSpPr/>
          <p:nvPr/>
        </p:nvCxnSpPr>
        <p:spPr>
          <a:xfrm flipV="1">
            <a:off x="4378801" y="3167457"/>
            <a:ext cx="0" cy="67985"/>
          </a:xfrm>
          <a:prstGeom prst="line">
            <a:avLst/>
          </a:prstGeom>
          <a:ln w="63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01" name="직선 연결선 2100"/>
          <p:cNvCxnSpPr/>
          <p:nvPr/>
        </p:nvCxnSpPr>
        <p:spPr>
          <a:xfrm flipV="1">
            <a:off x="3621429" y="2734502"/>
            <a:ext cx="0" cy="67984"/>
          </a:xfrm>
          <a:prstGeom prst="line">
            <a:avLst/>
          </a:prstGeom>
          <a:ln w="63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10" name="직선 연결선 2109"/>
          <p:cNvCxnSpPr/>
          <p:nvPr/>
        </p:nvCxnSpPr>
        <p:spPr>
          <a:xfrm flipV="1">
            <a:off x="3738315" y="2734502"/>
            <a:ext cx="0" cy="67984"/>
          </a:xfrm>
          <a:prstGeom prst="line">
            <a:avLst/>
          </a:prstGeom>
          <a:ln w="63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11" name="직선 연결선 2110"/>
          <p:cNvCxnSpPr/>
          <p:nvPr/>
        </p:nvCxnSpPr>
        <p:spPr>
          <a:xfrm flipV="1">
            <a:off x="3875476" y="2734502"/>
            <a:ext cx="0" cy="67984"/>
          </a:xfrm>
          <a:prstGeom prst="line">
            <a:avLst/>
          </a:prstGeom>
          <a:ln w="63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12" name="직선 연결선 2111"/>
          <p:cNvCxnSpPr/>
          <p:nvPr/>
        </p:nvCxnSpPr>
        <p:spPr>
          <a:xfrm flipV="1">
            <a:off x="4026951" y="2734502"/>
            <a:ext cx="0" cy="67984"/>
          </a:xfrm>
          <a:prstGeom prst="line">
            <a:avLst/>
          </a:prstGeom>
          <a:ln w="63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13" name="직선 연결선 2112"/>
          <p:cNvCxnSpPr/>
          <p:nvPr/>
        </p:nvCxnSpPr>
        <p:spPr>
          <a:xfrm flipV="1">
            <a:off x="4135487" y="2734502"/>
            <a:ext cx="0" cy="67984"/>
          </a:xfrm>
          <a:prstGeom prst="line">
            <a:avLst/>
          </a:prstGeom>
          <a:ln w="63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14" name="직선 연결선 2113"/>
          <p:cNvCxnSpPr>
            <a:stCxn id="2122" idx="0"/>
            <a:endCxn id="2121" idx="2"/>
          </p:cNvCxnSpPr>
          <p:nvPr/>
        </p:nvCxnSpPr>
        <p:spPr>
          <a:xfrm flipV="1">
            <a:off x="3625007" y="2869279"/>
            <a:ext cx="0" cy="32204"/>
          </a:xfrm>
          <a:prstGeom prst="line">
            <a:avLst/>
          </a:prstGeom>
          <a:ln w="63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15" name="직선 연결선 2114"/>
          <p:cNvCxnSpPr>
            <a:stCxn id="2124" idx="0"/>
            <a:endCxn id="2123" idx="2"/>
          </p:cNvCxnSpPr>
          <p:nvPr/>
        </p:nvCxnSpPr>
        <p:spPr>
          <a:xfrm flipV="1">
            <a:off x="3741892" y="2869279"/>
            <a:ext cx="0" cy="32204"/>
          </a:xfrm>
          <a:prstGeom prst="line">
            <a:avLst/>
          </a:prstGeom>
          <a:ln w="63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16" name="직선 연결선 2115"/>
          <p:cNvCxnSpPr>
            <a:stCxn id="2126" idx="0"/>
            <a:endCxn id="2125" idx="2"/>
          </p:cNvCxnSpPr>
          <p:nvPr/>
        </p:nvCxnSpPr>
        <p:spPr>
          <a:xfrm flipV="1">
            <a:off x="4125946" y="2865701"/>
            <a:ext cx="0" cy="32203"/>
          </a:xfrm>
          <a:prstGeom prst="line">
            <a:avLst/>
          </a:prstGeom>
          <a:ln w="63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17" name="직선 연결선 2116"/>
          <p:cNvCxnSpPr>
            <a:stCxn id="2130" idx="0"/>
            <a:endCxn id="2129" idx="2"/>
          </p:cNvCxnSpPr>
          <p:nvPr/>
        </p:nvCxnSpPr>
        <p:spPr>
          <a:xfrm flipV="1">
            <a:off x="4009060" y="2865701"/>
            <a:ext cx="0" cy="32203"/>
          </a:xfrm>
          <a:prstGeom prst="line">
            <a:avLst/>
          </a:prstGeom>
          <a:ln w="63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118" name="그룹 2117"/>
          <p:cNvGrpSpPr>
            <a:grpSpLocks/>
          </p:cNvGrpSpPr>
          <p:nvPr/>
        </p:nvGrpSpPr>
        <p:grpSpPr bwMode="auto">
          <a:xfrm>
            <a:off x="3431785" y="2788174"/>
            <a:ext cx="1000684" cy="189642"/>
            <a:chOff x="980692" y="6722057"/>
            <a:chExt cx="1566067" cy="405433"/>
          </a:xfrm>
        </p:grpSpPr>
        <p:pic>
          <p:nvPicPr>
            <p:cNvPr id="2119" name="Picture 3" descr="C:\Users\ecoffey\AppData\Local\Temp\Rar$DRa1.410\30062_Device_printer_default_24.png"/>
            <p:cNvPicPr>
              <a:picLocks noChangeAspect="1" noChangeArrowheads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80692" y="6743319"/>
              <a:ext cx="154936" cy="1651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120" name="Picture 25" descr="C:\Users\ecoffey\AppData\Local\Temp\Rar$DRa1.653\30059_Device_laptop_3145_unreachable_24.png"/>
            <p:cNvPicPr>
              <a:picLocks noChangeAspect="1" noChangeArrowheads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99735" y="6734717"/>
              <a:ext cx="154936" cy="1651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121" name="Picture 25" descr="C:\Users\ecoffey\AppData\Local\Temp\Rar$DRa0.101\30060_Device_phone_unreachable_24.png"/>
            <p:cNvPicPr>
              <a:picLocks noChangeAspect="1" noChangeArrowheads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05623" y="6729679"/>
              <a:ext cx="154936" cy="1651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122" name="Picture 25" descr="C:\Users\ecoffey\AppData\Local\Temp\Rar$DRa1.653\30059_Device_laptop_3145_unreachable_24.png"/>
            <p:cNvPicPr>
              <a:picLocks noChangeAspect="1" noChangeArrowheads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05623" y="6962328"/>
              <a:ext cx="154936" cy="1651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123" name="Picture 25" descr="C:\Users\ecoffey\AppData\Local\Temp\Rar$DRa0.101\30060_Device_phone_unreachable_24.png"/>
            <p:cNvPicPr>
              <a:picLocks noChangeAspect="1" noChangeArrowheads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88639" y="6729679"/>
              <a:ext cx="154936" cy="1651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124" name="Picture 25" descr="C:\Users\ecoffey\AppData\Local\Temp\Rar$DRa1.653\30059_Device_laptop_3145_unreachable_24.png"/>
            <p:cNvPicPr>
              <a:picLocks noChangeAspect="1" noChangeArrowheads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88639" y="6962328"/>
              <a:ext cx="154936" cy="1651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125" name="Picture 25" descr="C:\Users\ecoffey\AppData\Local\Temp\Rar$DRa0.101\30060_Device_phone_unreachable_24.png"/>
            <p:cNvPicPr>
              <a:picLocks noChangeAspect="1" noChangeArrowheads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89163" y="6722057"/>
              <a:ext cx="154936" cy="1651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126" name="Picture 25" descr="C:\Users\ecoffey\AppData\Local\Temp\Rar$DRa1.653\30059_Device_laptop_3145_unreachable_24.png"/>
            <p:cNvPicPr>
              <a:picLocks noChangeAspect="1" noChangeArrowheads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89163" y="6954707"/>
              <a:ext cx="154936" cy="1651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127" name="Picture 25" descr="C:\Users\ecoffey\AppData\Local\Temp\Rar$DRa0.101\30060_Device_phone_unreachable_24.png"/>
            <p:cNvPicPr>
              <a:picLocks noChangeAspect="1" noChangeArrowheads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72179" y="6722057"/>
              <a:ext cx="154936" cy="1651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128" name="Picture 25" descr="C:\Users\ecoffey\AppData\Local\Temp\Rar$DRa1.653\30059_Device_laptop_3145_unreachable_24.png"/>
            <p:cNvPicPr>
              <a:picLocks noChangeAspect="1" noChangeArrowheads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72179" y="6954707"/>
              <a:ext cx="154936" cy="1651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129" name="Picture 25" descr="C:\Users\ecoffey\AppData\Local\Temp\Rar$DRa0.101\30060_Device_phone_unreachable_24.png"/>
            <p:cNvPicPr>
              <a:picLocks noChangeAspect="1" noChangeArrowheads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06147" y="6722057"/>
              <a:ext cx="154936" cy="1651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130" name="Picture 25" descr="C:\Users\ecoffey\AppData\Local\Temp\Rar$DRa1.653\30059_Device_laptop_3145_unreachable_24.png"/>
            <p:cNvPicPr>
              <a:picLocks noChangeAspect="1" noChangeArrowheads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06147" y="6954707"/>
              <a:ext cx="154936" cy="1651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131" name="Picture 3" descr="C:\Users\ecoffey\AppData\Local\Temp\Rar$DRa1.410\30062_Device_printer_default_24.png"/>
            <p:cNvPicPr>
              <a:picLocks noChangeAspect="1" noChangeArrowheads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91823" y="6739204"/>
              <a:ext cx="154936" cy="1651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cxnSp>
        <p:nvCxnSpPr>
          <p:cNvPr id="2132" name="직선 연결선 2131"/>
          <p:cNvCxnSpPr>
            <a:stCxn id="2128" idx="0"/>
            <a:endCxn id="2127" idx="2"/>
          </p:cNvCxnSpPr>
          <p:nvPr/>
        </p:nvCxnSpPr>
        <p:spPr>
          <a:xfrm flipV="1">
            <a:off x="4242832" y="2865701"/>
            <a:ext cx="0" cy="32203"/>
          </a:xfrm>
          <a:prstGeom prst="line">
            <a:avLst/>
          </a:prstGeom>
          <a:ln w="63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33" name="꺾인 연결선 2132"/>
          <p:cNvCxnSpPr>
            <a:stCxn id="2119" idx="0"/>
          </p:cNvCxnSpPr>
          <p:nvPr/>
        </p:nvCxnSpPr>
        <p:spPr>
          <a:xfrm rot="5400000" flipH="1" flipV="1">
            <a:off x="4074659" y="2138146"/>
            <a:ext cx="67985" cy="1253541"/>
          </a:xfrm>
          <a:prstGeom prst="bentConnector2">
            <a:avLst/>
          </a:prstGeom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34" name="직선 연결선 2133"/>
          <p:cNvCxnSpPr/>
          <p:nvPr/>
        </p:nvCxnSpPr>
        <p:spPr>
          <a:xfrm flipV="1">
            <a:off x="4249988" y="2734502"/>
            <a:ext cx="0" cy="67984"/>
          </a:xfrm>
          <a:prstGeom prst="line">
            <a:avLst/>
          </a:prstGeom>
          <a:ln w="63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35" name="직선 연결선 2134"/>
          <p:cNvCxnSpPr/>
          <p:nvPr/>
        </p:nvCxnSpPr>
        <p:spPr>
          <a:xfrm flipV="1">
            <a:off x="4378801" y="2734502"/>
            <a:ext cx="0" cy="67984"/>
          </a:xfrm>
          <a:prstGeom prst="line">
            <a:avLst/>
          </a:prstGeom>
          <a:ln w="63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36" name="직선 연결선 2135"/>
          <p:cNvCxnSpPr/>
          <p:nvPr/>
        </p:nvCxnSpPr>
        <p:spPr>
          <a:xfrm flipV="1">
            <a:off x="3621429" y="2325402"/>
            <a:ext cx="0" cy="66792"/>
          </a:xfrm>
          <a:prstGeom prst="line">
            <a:avLst/>
          </a:prstGeom>
          <a:ln w="63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37" name="직선 연결선 2136"/>
          <p:cNvCxnSpPr/>
          <p:nvPr/>
        </p:nvCxnSpPr>
        <p:spPr>
          <a:xfrm flipV="1">
            <a:off x="3738315" y="2325402"/>
            <a:ext cx="0" cy="66792"/>
          </a:xfrm>
          <a:prstGeom prst="line">
            <a:avLst/>
          </a:prstGeom>
          <a:ln w="63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38" name="직선 연결선 2137"/>
          <p:cNvCxnSpPr/>
          <p:nvPr/>
        </p:nvCxnSpPr>
        <p:spPr>
          <a:xfrm flipV="1">
            <a:off x="3875476" y="2325402"/>
            <a:ext cx="0" cy="66792"/>
          </a:xfrm>
          <a:prstGeom prst="line">
            <a:avLst/>
          </a:prstGeom>
          <a:ln w="63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39" name="직선 연결선 2138"/>
          <p:cNvCxnSpPr/>
          <p:nvPr/>
        </p:nvCxnSpPr>
        <p:spPr>
          <a:xfrm flipV="1">
            <a:off x="4026951" y="2325402"/>
            <a:ext cx="0" cy="66792"/>
          </a:xfrm>
          <a:prstGeom prst="line">
            <a:avLst/>
          </a:prstGeom>
          <a:ln w="63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40" name="직선 연결선 2139"/>
          <p:cNvCxnSpPr/>
          <p:nvPr/>
        </p:nvCxnSpPr>
        <p:spPr>
          <a:xfrm flipV="1">
            <a:off x="4135487" y="2325402"/>
            <a:ext cx="0" cy="66792"/>
          </a:xfrm>
          <a:prstGeom prst="line">
            <a:avLst/>
          </a:prstGeom>
          <a:ln w="63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41" name="직선 연결선 2140"/>
          <p:cNvCxnSpPr>
            <a:stCxn id="2149" idx="0"/>
            <a:endCxn id="2148" idx="2"/>
          </p:cNvCxnSpPr>
          <p:nvPr/>
        </p:nvCxnSpPr>
        <p:spPr>
          <a:xfrm flipV="1">
            <a:off x="3625007" y="2460179"/>
            <a:ext cx="0" cy="31011"/>
          </a:xfrm>
          <a:prstGeom prst="line">
            <a:avLst/>
          </a:prstGeom>
          <a:ln w="63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42" name="직선 연결선 2141"/>
          <p:cNvCxnSpPr>
            <a:stCxn id="2151" idx="0"/>
            <a:endCxn id="2150" idx="2"/>
          </p:cNvCxnSpPr>
          <p:nvPr/>
        </p:nvCxnSpPr>
        <p:spPr>
          <a:xfrm flipV="1">
            <a:off x="3741892" y="2460179"/>
            <a:ext cx="0" cy="31011"/>
          </a:xfrm>
          <a:prstGeom prst="line">
            <a:avLst/>
          </a:prstGeom>
          <a:ln w="63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43" name="직선 연결선 2142"/>
          <p:cNvCxnSpPr>
            <a:stCxn id="2153" idx="0"/>
            <a:endCxn id="2152" idx="2"/>
          </p:cNvCxnSpPr>
          <p:nvPr/>
        </p:nvCxnSpPr>
        <p:spPr>
          <a:xfrm flipV="1">
            <a:off x="4125946" y="2456600"/>
            <a:ext cx="0" cy="31011"/>
          </a:xfrm>
          <a:prstGeom prst="line">
            <a:avLst/>
          </a:prstGeom>
          <a:ln w="63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44" name="직선 연결선 2143"/>
          <p:cNvCxnSpPr>
            <a:stCxn id="2157" idx="0"/>
            <a:endCxn id="2156" idx="2"/>
          </p:cNvCxnSpPr>
          <p:nvPr/>
        </p:nvCxnSpPr>
        <p:spPr>
          <a:xfrm flipV="1">
            <a:off x="4009060" y="2456600"/>
            <a:ext cx="0" cy="31011"/>
          </a:xfrm>
          <a:prstGeom prst="line">
            <a:avLst/>
          </a:prstGeom>
          <a:ln w="63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145" name="그룹 2144"/>
          <p:cNvGrpSpPr>
            <a:grpSpLocks/>
          </p:cNvGrpSpPr>
          <p:nvPr/>
        </p:nvGrpSpPr>
        <p:grpSpPr bwMode="auto">
          <a:xfrm>
            <a:off x="3431785" y="2379087"/>
            <a:ext cx="1000684" cy="189642"/>
            <a:chOff x="980692" y="6722057"/>
            <a:chExt cx="1566067" cy="405433"/>
          </a:xfrm>
        </p:grpSpPr>
        <p:pic>
          <p:nvPicPr>
            <p:cNvPr id="2146" name="Picture 3" descr="C:\Users\ecoffey\AppData\Local\Temp\Rar$DRa1.410\30062_Device_printer_default_24.png"/>
            <p:cNvPicPr>
              <a:picLocks noChangeAspect="1" noChangeArrowheads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80692" y="6743319"/>
              <a:ext cx="154936" cy="1651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147" name="Picture 25" descr="C:\Users\ecoffey\AppData\Local\Temp\Rar$DRa1.653\30059_Device_laptop_3145_unreachable_24.png"/>
            <p:cNvPicPr>
              <a:picLocks noChangeAspect="1" noChangeArrowheads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99735" y="6734717"/>
              <a:ext cx="154936" cy="1651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148" name="Picture 25" descr="C:\Users\ecoffey\AppData\Local\Temp\Rar$DRa0.101\30060_Device_phone_unreachable_24.png"/>
            <p:cNvPicPr>
              <a:picLocks noChangeAspect="1" noChangeArrowheads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05623" y="6729679"/>
              <a:ext cx="154936" cy="1651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149" name="Picture 25" descr="C:\Users\ecoffey\AppData\Local\Temp\Rar$DRa1.653\30059_Device_laptop_3145_unreachable_24.png"/>
            <p:cNvPicPr>
              <a:picLocks noChangeAspect="1" noChangeArrowheads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05623" y="6962328"/>
              <a:ext cx="154936" cy="1651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150" name="Picture 25" descr="C:\Users\ecoffey\AppData\Local\Temp\Rar$DRa0.101\30060_Device_phone_unreachable_24.png"/>
            <p:cNvPicPr>
              <a:picLocks noChangeAspect="1" noChangeArrowheads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88639" y="6729679"/>
              <a:ext cx="154936" cy="1651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151" name="Picture 25" descr="C:\Users\ecoffey\AppData\Local\Temp\Rar$DRa1.653\30059_Device_laptop_3145_unreachable_24.png"/>
            <p:cNvPicPr>
              <a:picLocks noChangeAspect="1" noChangeArrowheads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88639" y="6962328"/>
              <a:ext cx="154936" cy="1651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152" name="Picture 25" descr="C:\Users\ecoffey\AppData\Local\Temp\Rar$DRa0.101\30060_Device_phone_unreachable_24.png"/>
            <p:cNvPicPr>
              <a:picLocks noChangeAspect="1" noChangeArrowheads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89163" y="6722057"/>
              <a:ext cx="154936" cy="1651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153" name="Picture 25" descr="C:\Users\ecoffey\AppData\Local\Temp\Rar$DRa1.653\30059_Device_laptop_3145_unreachable_24.png"/>
            <p:cNvPicPr>
              <a:picLocks noChangeAspect="1" noChangeArrowheads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89163" y="6954707"/>
              <a:ext cx="154936" cy="1651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154" name="Picture 25" descr="C:\Users\ecoffey\AppData\Local\Temp\Rar$DRa0.101\30060_Device_phone_unreachable_24.png"/>
            <p:cNvPicPr>
              <a:picLocks noChangeAspect="1" noChangeArrowheads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72179" y="6722057"/>
              <a:ext cx="154936" cy="1651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155" name="Picture 25" descr="C:\Users\ecoffey\AppData\Local\Temp\Rar$DRa1.653\30059_Device_laptop_3145_unreachable_24.png"/>
            <p:cNvPicPr>
              <a:picLocks noChangeAspect="1" noChangeArrowheads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72179" y="6954707"/>
              <a:ext cx="154936" cy="1651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156" name="Picture 25" descr="C:\Users\ecoffey\AppData\Local\Temp\Rar$DRa0.101\30060_Device_phone_unreachable_24.png"/>
            <p:cNvPicPr>
              <a:picLocks noChangeAspect="1" noChangeArrowheads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06147" y="6722057"/>
              <a:ext cx="154936" cy="1651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157" name="Picture 25" descr="C:\Users\ecoffey\AppData\Local\Temp\Rar$DRa1.653\30059_Device_laptop_3145_unreachable_24.png"/>
            <p:cNvPicPr>
              <a:picLocks noChangeAspect="1" noChangeArrowheads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06147" y="6954707"/>
              <a:ext cx="154936" cy="1651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158" name="Picture 3" descr="C:\Users\ecoffey\AppData\Local\Temp\Rar$DRa1.410\30062_Device_printer_default_24.png"/>
            <p:cNvPicPr>
              <a:picLocks noChangeAspect="1" noChangeArrowheads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91823" y="6739204"/>
              <a:ext cx="154936" cy="1651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cxnSp>
        <p:nvCxnSpPr>
          <p:cNvPr id="2159" name="직선 연결선 2158"/>
          <p:cNvCxnSpPr>
            <a:stCxn id="2155" idx="0"/>
            <a:endCxn id="2154" idx="2"/>
          </p:cNvCxnSpPr>
          <p:nvPr/>
        </p:nvCxnSpPr>
        <p:spPr>
          <a:xfrm flipV="1">
            <a:off x="4242832" y="2456600"/>
            <a:ext cx="0" cy="31011"/>
          </a:xfrm>
          <a:prstGeom prst="line">
            <a:avLst/>
          </a:prstGeom>
          <a:ln w="63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60" name="꺾인 연결선 2159"/>
          <p:cNvCxnSpPr>
            <a:stCxn id="2146" idx="0"/>
          </p:cNvCxnSpPr>
          <p:nvPr/>
        </p:nvCxnSpPr>
        <p:spPr>
          <a:xfrm rot="5400000" flipH="1" flipV="1">
            <a:off x="4074659" y="1727853"/>
            <a:ext cx="67985" cy="1253541"/>
          </a:xfrm>
          <a:prstGeom prst="bentConnector2">
            <a:avLst/>
          </a:prstGeom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61" name="직선 연결선 2160"/>
          <p:cNvCxnSpPr/>
          <p:nvPr/>
        </p:nvCxnSpPr>
        <p:spPr>
          <a:xfrm flipV="1">
            <a:off x="4249988" y="2325402"/>
            <a:ext cx="0" cy="66792"/>
          </a:xfrm>
          <a:prstGeom prst="line">
            <a:avLst/>
          </a:prstGeom>
          <a:ln w="63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62" name="직선 연결선 2161"/>
          <p:cNvCxnSpPr/>
          <p:nvPr/>
        </p:nvCxnSpPr>
        <p:spPr>
          <a:xfrm flipV="1">
            <a:off x="4378801" y="2325402"/>
            <a:ext cx="0" cy="66792"/>
          </a:xfrm>
          <a:prstGeom prst="line">
            <a:avLst/>
          </a:prstGeom>
          <a:ln w="63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166" name="Picture 6" descr="C:\Users\ecoffey\AppData\Local\Temp\Rar$DRa0.295\30029_Device_firewall_critical_24.png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42278" y="2219251"/>
            <a:ext cx="137162" cy="137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67" name="Picture 6" descr="C:\Users\ecoffey\AppData\Local\Temp\Rar$DRa0.295\30029_Device_firewall_critical_24.png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31919" y="2216865"/>
            <a:ext cx="137162" cy="137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68" name="Picture 27" descr="C:\Users\ecoffey\AppData\Local\Temp\Rar$DRa0.653\30052_Device_nexus7000_unreachable_64.png"/>
          <p:cNvPicPr>
            <a:picLocks noChangeAspect="1" noChangeArrowheads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646" r="12646"/>
          <a:stretch>
            <a:fillRect/>
          </a:stretch>
        </p:blipFill>
        <p:spPr bwMode="auto">
          <a:xfrm>
            <a:off x="2042278" y="2460179"/>
            <a:ext cx="137162" cy="1956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69" name="Picture 25" descr="C:\Users\ecoffey\AppData\Local\Temp\Rar$DRa0.324\30072_Device_server_unreachable_24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892" r="9285"/>
          <a:stretch>
            <a:fillRect/>
          </a:stretch>
        </p:blipFill>
        <p:spPr bwMode="auto">
          <a:xfrm>
            <a:off x="1988605" y="2889555"/>
            <a:ext cx="119271" cy="211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71" name="Rectangle 78"/>
          <p:cNvSpPr>
            <a:spLocks noChangeArrowheads="1"/>
          </p:cNvSpPr>
          <p:nvPr/>
        </p:nvSpPr>
        <p:spPr bwMode="auto">
          <a:xfrm>
            <a:off x="1989407" y="3313453"/>
            <a:ext cx="481344" cy="162532"/>
          </a:xfrm>
          <a:prstGeom prst="roundRect">
            <a:avLst/>
          </a:prstGeom>
          <a:gradFill flip="none" rotWithShape="1">
            <a:gsLst>
              <a:gs pos="50000">
                <a:srgbClr val="DAE5F2"/>
              </a:gs>
              <a:gs pos="51000">
                <a:srgbClr val="B6CBE4"/>
              </a:gs>
            </a:gsLst>
            <a:lin ang="5400000" scaled="1"/>
            <a:tileRect/>
          </a:gra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anchor="ctr"/>
          <a:lstStyle>
            <a:defPPr>
              <a:defRPr lang="ko-K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sz="12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sz="12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sz="12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sz="12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1042988" eaLnBrk="0" latinLnBrk="0" hangingPunct="0">
              <a:lnSpc>
                <a:spcPct val="110000"/>
              </a:lnSpc>
              <a:buClr>
                <a:srgbClr val="3271AA"/>
              </a:buClr>
              <a:buSzPct val="140000"/>
              <a:tabLst>
                <a:tab pos="5648325" algn="l"/>
              </a:tabLst>
              <a:defRPr/>
            </a:pPr>
            <a:r>
              <a:rPr lang="ko-KR" altLang="en-US" sz="700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Rix고딕 B" panose="02020603020101020101" pitchFamily="18" charset="-127"/>
                <a:ea typeface="Rix고딕 B" panose="02020603020101020101" pitchFamily="18" charset="-127"/>
                <a:sym typeface="Monotype Sorts"/>
              </a:rPr>
              <a:t>서버 존</a:t>
            </a:r>
            <a:endParaRPr lang="en-US" altLang="ko-KR" sz="700" dirty="0">
              <a:solidFill>
                <a:prstClr val="black">
                  <a:lumMod val="85000"/>
                  <a:lumOff val="15000"/>
                </a:prstClr>
              </a:solidFill>
              <a:latin typeface="Rix고딕 B" panose="02020603020101020101" pitchFamily="18" charset="-127"/>
              <a:ea typeface="Rix고딕 B" panose="02020603020101020101" pitchFamily="18" charset="-127"/>
              <a:sym typeface="Monotype Sorts"/>
            </a:endParaRPr>
          </a:p>
        </p:txBody>
      </p:sp>
      <p:pic>
        <p:nvPicPr>
          <p:cNvPr id="2172" name="Picture 25" descr="C:\Users\ecoffey\AppData\Local\Temp\Rar$DRa0.324\30072_Device_server_unreachable_24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892" r="9285"/>
          <a:stretch>
            <a:fillRect/>
          </a:stretch>
        </p:blipFill>
        <p:spPr bwMode="auto">
          <a:xfrm>
            <a:off x="2285591" y="2887170"/>
            <a:ext cx="120464" cy="211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2173" name="직선 연결선 2172"/>
          <p:cNvCxnSpPr>
            <a:stCxn id="2168" idx="0"/>
            <a:endCxn id="2166" idx="2"/>
          </p:cNvCxnSpPr>
          <p:nvPr/>
        </p:nvCxnSpPr>
        <p:spPr>
          <a:xfrm flipV="1">
            <a:off x="2111455" y="2356412"/>
            <a:ext cx="0" cy="103766"/>
          </a:xfrm>
          <a:prstGeom prst="line">
            <a:avLst/>
          </a:prstGeom>
          <a:ln w="63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74" name="직선 연결선 2173"/>
          <p:cNvCxnSpPr>
            <a:stCxn id="2182" idx="0"/>
            <a:endCxn id="2167" idx="2"/>
          </p:cNvCxnSpPr>
          <p:nvPr/>
        </p:nvCxnSpPr>
        <p:spPr>
          <a:xfrm flipV="1">
            <a:off x="2301096" y="2354027"/>
            <a:ext cx="0" cy="108537"/>
          </a:xfrm>
          <a:prstGeom prst="line">
            <a:avLst/>
          </a:prstGeom>
          <a:ln w="63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75" name="직선 연결선 2174"/>
          <p:cNvCxnSpPr>
            <a:stCxn id="2182" idx="1"/>
            <a:endCxn id="2168" idx="3"/>
          </p:cNvCxnSpPr>
          <p:nvPr/>
        </p:nvCxnSpPr>
        <p:spPr>
          <a:xfrm flipH="1" flipV="1">
            <a:off x="2179439" y="2557981"/>
            <a:ext cx="52479" cy="3578"/>
          </a:xfrm>
          <a:prstGeom prst="line">
            <a:avLst/>
          </a:prstGeom>
          <a:ln w="63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76" name="꺾인 연결선 2175"/>
          <p:cNvCxnSpPr>
            <a:cxnSpLocks noChangeShapeType="1"/>
            <a:stCxn id="2169" idx="0"/>
            <a:endCxn id="2168" idx="2"/>
          </p:cNvCxnSpPr>
          <p:nvPr/>
        </p:nvCxnSpPr>
        <p:spPr bwMode="auto">
          <a:xfrm rot="5400000" flipH="1" flipV="1">
            <a:off x="1962962" y="2741062"/>
            <a:ext cx="233772" cy="63214"/>
          </a:xfrm>
          <a:prstGeom prst="bentConnector3">
            <a:avLst>
              <a:gd name="adj1" fmla="val 50000"/>
            </a:avLst>
          </a:prstGeom>
          <a:noFill/>
          <a:ln w="9525" algn="ctr">
            <a:solidFill>
              <a:srgbClr val="0070C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77" name="꺾인 연결선 2176"/>
          <p:cNvCxnSpPr>
            <a:cxnSpLocks noChangeShapeType="1"/>
            <a:stCxn id="2172" idx="0"/>
            <a:endCxn id="2168" idx="2"/>
          </p:cNvCxnSpPr>
          <p:nvPr/>
        </p:nvCxnSpPr>
        <p:spPr bwMode="auto">
          <a:xfrm rot="16200000" flipV="1">
            <a:off x="2113244" y="2653995"/>
            <a:ext cx="231386" cy="234964"/>
          </a:xfrm>
          <a:prstGeom prst="bentConnector3">
            <a:avLst>
              <a:gd name="adj1" fmla="val 50000"/>
            </a:avLst>
          </a:prstGeom>
          <a:noFill/>
          <a:ln w="9525" algn="ctr">
            <a:solidFill>
              <a:srgbClr val="0070C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178" name="TextBox 1870"/>
          <p:cNvSpPr txBox="1">
            <a:spLocks noChangeArrowheads="1"/>
          </p:cNvSpPr>
          <p:nvPr/>
        </p:nvSpPr>
        <p:spPr bwMode="auto">
          <a:xfrm>
            <a:off x="1897959" y="3163879"/>
            <a:ext cx="352982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defPPr>
              <a:defRPr lang="ko-K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sz="1200" kern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sz="1200" kern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sz="1200" kern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sz="1200" kern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+mn-cs"/>
              </a:defRPr>
            </a:lvl9pPr>
          </a:lstStyle>
          <a:p>
            <a:pPr eaLnBrk="1" hangingPunct="1"/>
            <a:r>
              <a:rPr lang="en-US" altLang="ko-KR" sz="600" dirty="0">
                <a:latin typeface="Rix고딕 L" panose="02020603020101020101" pitchFamily="18" charset="-127"/>
                <a:ea typeface="Rix고딕 L" panose="02020603020101020101" pitchFamily="18" charset="-127"/>
              </a:rPr>
              <a:t>NMS</a:t>
            </a:r>
            <a:endParaRPr lang="ko-KR" altLang="en-US" sz="60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2179" name="TextBox 1871"/>
          <p:cNvSpPr txBox="1">
            <a:spLocks noChangeArrowheads="1"/>
          </p:cNvSpPr>
          <p:nvPr/>
        </p:nvSpPr>
        <p:spPr bwMode="auto">
          <a:xfrm>
            <a:off x="2194945" y="3163879"/>
            <a:ext cx="333746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defPPr>
              <a:defRPr lang="ko-K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sz="1200" kern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sz="1200" kern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sz="1200" kern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sz="1200" kern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+mn-cs"/>
              </a:defRPr>
            </a:lvl9pPr>
          </a:lstStyle>
          <a:p>
            <a:pPr eaLnBrk="1" hangingPunct="1"/>
            <a:r>
              <a:rPr lang="en-US" altLang="ko-KR" sz="600" dirty="0">
                <a:latin typeface="Rix고딕 L" panose="02020603020101020101" pitchFamily="18" charset="-127"/>
                <a:ea typeface="Rix고딕 L" panose="02020603020101020101" pitchFamily="18" charset="-127"/>
              </a:rPr>
              <a:t>NAS</a:t>
            </a:r>
            <a:endParaRPr lang="ko-KR" altLang="en-US" sz="60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cxnSp>
        <p:nvCxnSpPr>
          <p:cNvPr id="2180" name="직선 연결선 2179"/>
          <p:cNvCxnSpPr>
            <a:cxnSpLocks noChangeShapeType="1"/>
          </p:cNvCxnSpPr>
          <p:nvPr/>
        </p:nvCxnSpPr>
        <p:spPr bwMode="auto">
          <a:xfrm>
            <a:off x="2097143" y="2806065"/>
            <a:ext cx="269553" cy="0"/>
          </a:xfrm>
          <a:prstGeom prst="line">
            <a:avLst/>
          </a:prstGeom>
          <a:noFill/>
          <a:ln w="9525" algn="ctr">
            <a:solidFill>
              <a:srgbClr val="0070C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81" name="직선 연결선 2180"/>
          <p:cNvCxnSpPr>
            <a:cxnSpLocks noChangeShapeType="1"/>
          </p:cNvCxnSpPr>
          <p:nvPr/>
        </p:nvCxnSpPr>
        <p:spPr bwMode="auto">
          <a:xfrm rot="5400000">
            <a:off x="2190770" y="2711245"/>
            <a:ext cx="189642" cy="0"/>
          </a:xfrm>
          <a:prstGeom prst="line">
            <a:avLst/>
          </a:prstGeom>
          <a:noFill/>
          <a:ln w="9525" algn="ctr">
            <a:solidFill>
              <a:srgbClr val="0070C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pic>
        <p:nvPicPr>
          <p:cNvPr id="2182" name="Picture 27" descr="C:\Users\ecoffey\AppData\Local\Temp\Rar$DRa0.653\30052_Device_nexus7000_unreachable_64.png"/>
          <p:cNvPicPr>
            <a:picLocks noChangeAspect="1" noChangeArrowheads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646" r="12646"/>
          <a:stretch>
            <a:fillRect/>
          </a:stretch>
        </p:blipFill>
        <p:spPr bwMode="auto">
          <a:xfrm>
            <a:off x="2231919" y="2462564"/>
            <a:ext cx="137162" cy="1967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2183" name="직선 연결선 2182"/>
          <p:cNvCxnSpPr>
            <a:cxnSpLocks noChangeShapeType="1"/>
          </p:cNvCxnSpPr>
          <p:nvPr/>
        </p:nvCxnSpPr>
        <p:spPr bwMode="auto">
          <a:xfrm rot="5400000">
            <a:off x="2317794" y="2859738"/>
            <a:ext cx="107344" cy="0"/>
          </a:xfrm>
          <a:prstGeom prst="line">
            <a:avLst/>
          </a:prstGeom>
          <a:noFill/>
          <a:ln w="9525" algn="ctr">
            <a:solidFill>
              <a:srgbClr val="0070C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84" name="직선 연결선 2183"/>
          <p:cNvCxnSpPr>
            <a:cxnSpLocks noChangeShapeType="1"/>
          </p:cNvCxnSpPr>
          <p:nvPr/>
        </p:nvCxnSpPr>
        <p:spPr bwMode="auto">
          <a:xfrm rot="5400000">
            <a:off x="2023194" y="2859738"/>
            <a:ext cx="107344" cy="0"/>
          </a:xfrm>
          <a:prstGeom prst="line">
            <a:avLst/>
          </a:prstGeom>
          <a:noFill/>
          <a:ln w="9525" algn="ctr">
            <a:solidFill>
              <a:srgbClr val="0070C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pic>
        <p:nvPicPr>
          <p:cNvPr id="2187" name="Picture 27" descr="C:\Users\ecoffey\AppData\Local\Temp\Rar$DRa0.653\30052_Device_nexus7000_unreachable_64.png"/>
          <p:cNvPicPr>
            <a:picLocks noChangeAspect="1" noChangeArrowheads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646" r="12646"/>
          <a:stretch>
            <a:fillRect/>
          </a:stretch>
        </p:blipFill>
        <p:spPr bwMode="auto">
          <a:xfrm>
            <a:off x="1697584" y="1860244"/>
            <a:ext cx="165787" cy="2206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88" name="Picture 27" descr="C:\Users\ecoffey\AppData\Local\Temp\Rar$DRa0.653\30052_Device_nexus7000_unreachable_64.png"/>
          <p:cNvPicPr>
            <a:picLocks noChangeAspect="1" noChangeArrowheads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646" r="12646"/>
          <a:stretch>
            <a:fillRect/>
          </a:stretch>
        </p:blipFill>
        <p:spPr bwMode="auto">
          <a:xfrm>
            <a:off x="1696391" y="1624087"/>
            <a:ext cx="164594" cy="2206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2189" name="꺾인 연결선 2188"/>
          <p:cNvCxnSpPr>
            <a:stCxn id="2188" idx="3"/>
          </p:cNvCxnSpPr>
          <p:nvPr/>
        </p:nvCxnSpPr>
        <p:spPr>
          <a:xfrm>
            <a:off x="1860985" y="1733816"/>
            <a:ext cx="3321703" cy="45323"/>
          </a:xfrm>
          <a:prstGeom prst="bentConnector2">
            <a:avLst/>
          </a:prstGeom>
          <a:ln w="19050">
            <a:solidFill>
              <a:schemeClr val="tx2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90" name="직선 연결선 2189"/>
          <p:cNvCxnSpPr>
            <a:endCxn id="2187" idx="3"/>
          </p:cNvCxnSpPr>
          <p:nvPr/>
        </p:nvCxnSpPr>
        <p:spPr>
          <a:xfrm flipH="1">
            <a:off x="1863371" y="1971167"/>
            <a:ext cx="2517815" cy="0"/>
          </a:xfrm>
          <a:prstGeom prst="line">
            <a:avLst/>
          </a:prstGeom>
          <a:ln w="19050">
            <a:solidFill>
              <a:schemeClr val="tx2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91" name="직선 연결선 2190"/>
          <p:cNvCxnSpPr/>
          <p:nvPr/>
        </p:nvCxnSpPr>
        <p:spPr>
          <a:xfrm flipH="1">
            <a:off x="1863371" y="1918687"/>
            <a:ext cx="2517815" cy="1192"/>
          </a:xfrm>
          <a:prstGeom prst="line">
            <a:avLst/>
          </a:prstGeom>
          <a:ln w="19050">
            <a:solidFill>
              <a:schemeClr val="tx2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92" name="꺾인 연결선 2191"/>
          <p:cNvCxnSpPr/>
          <p:nvPr/>
        </p:nvCxnSpPr>
        <p:spPr>
          <a:xfrm>
            <a:off x="1863371" y="1688493"/>
            <a:ext cx="3353907" cy="94225"/>
          </a:xfrm>
          <a:prstGeom prst="bentConnector2">
            <a:avLst/>
          </a:prstGeom>
          <a:ln w="19050">
            <a:solidFill>
              <a:schemeClr val="tx2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93" name="타원 2192"/>
          <p:cNvSpPr/>
          <p:nvPr/>
        </p:nvSpPr>
        <p:spPr>
          <a:xfrm rot="5400000">
            <a:off x="2694095" y="1915705"/>
            <a:ext cx="200376" cy="77526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ko-K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sz="12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sz="12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sz="12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sz="12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ko-KR" altLang="en-US" sz="1050" dirty="0"/>
          </a:p>
        </p:txBody>
      </p:sp>
      <p:sp>
        <p:nvSpPr>
          <p:cNvPr id="2194" name="TextBox 225"/>
          <p:cNvSpPr txBox="1">
            <a:spLocks noChangeArrowheads="1"/>
          </p:cNvSpPr>
          <p:nvPr/>
        </p:nvSpPr>
        <p:spPr bwMode="auto">
          <a:xfrm>
            <a:off x="2774603" y="1957073"/>
            <a:ext cx="486030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defPPr>
              <a:defRPr lang="ko-K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sz="1200" kern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sz="1200" kern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sz="1200" kern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sz="1200" kern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+mn-cs"/>
              </a:defRPr>
            </a:lvl9pPr>
          </a:lstStyle>
          <a:p>
            <a:pPr eaLnBrk="1" hangingPunct="1"/>
            <a:r>
              <a:rPr lang="en-US" altLang="ko-KR" sz="800" b="1" dirty="0">
                <a:latin typeface="Rix고딕 B" panose="02020603020101020101" pitchFamily="18" charset="-127"/>
                <a:ea typeface="Rix고딕 B" panose="02020603020101020101" pitchFamily="18" charset="-127"/>
              </a:rPr>
              <a:t>10G*2</a:t>
            </a:r>
            <a:endParaRPr lang="ko-KR" altLang="en-US" sz="800" b="1" dirty="0">
              <a:latin typeface="Rix고딕 B" panose="02020603020101020101" pitchFamily="18" charset="-127"/>
              <a:ea typeface="Rix고딕 B" panose="02020603020101020101" pitchFamily="18" charset="-127"/>
            </a:endParaRPr>
          </a:p>
        </p:txBody>
      </p:sp>
      <p:sp>
        <p:nvSpPr>
          <p:cNvPr id="2195" name="타원 2194"/>
          <p:cNvSpPr/>
          <p:nvPr/>
        </p:nvSpPr>
        <p:spPr>
          <a:xfrm rot="5400000">
            <a:off x="3073378" y="1677163"/>
            <a:ext cx="200376" cy="77526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ko-K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sz="12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sz="12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sz="12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sz="12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ko-KR" altLang="en-US" sz="1050" dirty="0"/>
          </a:p>
        </p:txBody>
      </p:sp>
      <p:sp>
        <p:nvSpPr>
          <p:cNvPr id="2196" name="TextBox 225"/>
          <p:cNvSpPr txBox="1">
            <a:spLocks noChangeArrowheads="1"/>
          </p:cNvSpPr>
          <p:nvPr/>
        </p:nvSpPr>
        <p:spPr bwMode="auto">
          <a:xfrm>
            <a:off x="3153886" y="1718530"/>
            <a:ext cx="486030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defPPr>
              <a:defRPr lang="ko-K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sz="1200" kern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sz="1200" kern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sz="1200" kern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sz="1200" kern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+mn-cs"/>
              </a:defRPr>
            </a:lvl9pPr>
          </a:lstStyle>
          <a:p>
            <a:pPr eaLnBrk="1" hangingPunct="1"/>
            <a:r>
              <a:rPr lang="en-US" altLang="ko-KR" sz="800" b="1" dirty="0">
                <a:latin typeface="Rix고딕 B" panose="02020603020101020101" pitchFamily="18" charset="-127"/>
                <a:ea typeface="Rix고딕 B" panose="02020603020101020101" pitchFamily="18" charset="-127"/>
              </a:rPr>
              <a:t>10G*2</a:t>
            </a:r>
            <a:endParaRPr lang="ko-KR" altLang="en-US" sz="800" b="1" dirty="0">
              <a:latin typeface="Rix고딕 B" panose="02020603020101020101" pitchFamily="18" charset="-127"/>
              <a:ea typeface="Rix고딕 B" panose="02020603020101020101" pitchFamily="18" charset="-127"/>
            </a:endParaRPr>
          </a:p>
        </p:txBody>
      </p:sp>
      <p:cxnSp>
        <p:nvCxnSpPr>
          <p:cNvPr id="2197" name="꺾인 연결선 2196"/>
          <p:cNvCxnSpPr/>
          <p:nvPr/>
        </p:nvCxnSpPr>
        <p:spPr>
          <a:xfrm>
            <a:off x="1863371" y="2027224"/>
            <a:ext cx="248084" cy="189642"/>
          </a:xfrm>
          <a:prstGeom prst="bentConnector2">
            <a:avLst/>
          </a:prstGeom>
          <a:ln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98" name="꺾인 연결선 2197"/>
          <p:cNvCxnSpPr/>
          <p:nvPr/>
        </p:nvCxnSpPr>
        <p:spPr>
          <a:xfrm>
            <a:off x="1860985" y="1783910"/>
            <a:ext cx="440110" cy="432955"/>
          </a:xfrm>
          <a:prstGeom prst="bentConnector2">
            <a:avLst/>
          </a:prstGeom>
          <a:ln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199" name="Picture 25" descr="C:\Users\ecoffey\AppData\Local\Temp\Rar$DRa0.324\30072_Device_server_unreachable_24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892" r="9285"/>
          <a:stretch>
            <a:fillRect/>
          </a:stretch>
        </p:blipFill>
        <p:spPr bwMode="auto">
          <a:xfrm>
            <a:off x="8783488" y="2944420"/>
            <a:ext cx="120464" cy="211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00" name="Picture 25" descr="C:\Users\ecoffey\AppData\Local\Temp\Rar$DRa0.324\30072_Device_server_unreachable_24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892" r="9285"/>
          <a:stretch>
            <a:fillRect/>
          </a:stretch>
        </p:blipFill>
        <p:spPr bwMode="auto">
          <a:xfrm>
            <a:off x="8486502" y="2950383"/>
            <a:ext cx="119271" cy="211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01" name="Picture 6" descr="C:\Users\ecoffey\AppData\Local\Temp\Rar$DRa0.295\30029_Device_firewall_critical_24.png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87695" y="2216865"/>
            <a:ext cx="137162" cy="137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02" name="Picture 6" descr="C:\Users\ecoffey\AppData\Local\Temp\Rar$DRa0.295\30029_Device_firewall_critical_24.png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77336" y="2214480"/>
            <a:ext cx="137162" cy="137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03" name="Picture 27" descr="C:\Users\ecoffey\AppData\Local\Temp\Rar$DRa0.653\30052_Device_nexus7000_unreachable_64.png"/>
          <p:cNvPicPr>
            <a:picLocks noChangeAspect="1" noChangeArrowheads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646" r="12646"/>
          <a:stretch>
            <a:fillRect/>
          </a:stretch>
        </p:blipFill>
        <p:spPr bwMode="auto">
          <a:xfrm>
            <a:off x="8487695" y="2457793"/>
            <a:ext cx="137162" cy="1967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04" name="Picture 25" descr="C:\Users\ecoffey\AppData\Local\Temp\Rar$DRa0.324\30072_Device_server_unreachable_24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892" r="9285"/>
          <a:stretch>
            <a:fillRect/>
          </a:stretch>
        </p:blipFill>
        <p:spPr bwMode="auto">
          <a:xfrm>
            <a:off x="8434022" y="2887170"/>
            <a:ext cx="119271" cy="211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06" name="Rectangle 78"/>
          <p:cNvSpPr>
            <a:spLocks noChangeArrowheads="1"/>
          </p:cNvSpPr>
          <p:nvPr/>
        </p:nvSpPr>
        <p:spPr bwMode="auto">
          <a:xfrm>
            <a:off x="8434882" y="3311165"/>
            <a:ext cx="480037" cy="163528"/>
          </a:xfrm>
          <a:prstGeom prst="roundRect">
            <a:avLst/>
          </a:prstGeom>
          <a:gradFill flip="none" rotWithShape="1">
            <a:gsLst>
              <a:gs pos="50000">
                <a:srgbClr val="DAE5F2"/>
              </a:gs>
              <a:gs pos="51000">
                <a:srgbClr val="B6CBE4"/>
              </a:gs>
            </a:gsLst>
            <a:lin ang="5400000" scaled="1"/>
            <a:tileRect/>
          </a:gra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anchor="ctr"/>
          <a:lstStyle>
            <a:defPPr>
              <a:defRPr lang="ko-K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sz="12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sz="12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sz="12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sz="12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1042988" latinLnBrk="0">
              <a:lnSpc>
                <a:spcPct val="110000"/>
              </a:lnSpc>
              <a:buClr>
                <a:srgbClr val="3271AA"/>
              </a:buClr>
              <a:buSzPct val="140000"/>
              <a:tabLst>
                <a:tab pos="5648325" algn="l"/>
              </a:tabLst>
              <a:defRPr/>
            </a:pPr>
            <a:r>
              <a:rPr lang="ko-KR" altLang="en-US" sz="700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Rix고딕 B" panose="02020603020101020101" pitchFamily="18" charset="-127"/>
                <a:ea typeface="Rix고딕 B" panose="02020603020101020101" pitchFamily="18" charset="-127"/>
                <a:sym typeface="Monotype Sorts"/>
              </a:rPr>
              <a:t>서버 존</a:t>
            </a:r>
            <a:endParaRPr lang="en-US" altLang="ko-KR" sz="700" dirty="0">
              <a:solidFill>
                <a:prstClr val="black">
                  <a:lumMod val="85000"/>
                  <a:lumOff val="15000"/>
                </a:prstClr>
              </a:solidFill>
              <a:latin typeface="Rix고딕 B" panose="02020603020101020101" pitchFamily="18" charset="-127"/>
              <a:ea typeface="Rix고딕 B" panose="02020603020101020101" pitchFamily="18" charset="-127"/>
              <a:sym typeface="Monotype Sorts"/>
            </a:endParaRPr>
          </a:p>
        </p:txBody>
      </p:sp>
      <p:pic>
        <p:nvPicPr>
          <p:cNvPr id="2207" name="Picture 25" descr="C:\Users\ecoffey\AppData\Local\Temp\Rar$DRa0.324\30072_Device_server_unreachable_24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892" r="9285"/>
          <a:stretch>
            <a:fillRect/>
          </a:stretch>
        </p:blipFill>
        <p:spPr bwMode="auto">
          <a:xfrm>
            <a:off x="8731008" y="2884784"/>
            <a:ext cx="120464" cy="211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2208" name="직선 연결선 2207"/>
          <p:cNvCxnSpPr>
            <a:stCxn id="2203" idx="0"/>
            <a:endCxn id="2201" idx="2"/>
          </p:cNvCxnSpPr>
          <p:nvPr/>
        </p:nvCxnSpPr>
        <p:spPr>
          <a:xfrm flipV="1">
            <a:off x="8556872" y="2354027"/>
            <a:ext cx="0" cy="103766"/>
          </a:xfrm>
          <a:prstGeom prst="line">
            <a:avLst/>
          </a:prstGeom>
          <a:ln w="63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09" name="직선 연결선 2208"/>
          <p:cNvCxnSpPr>
            <a:stCxn id="2217" idx="0"/>
            <a:endCxn id="2202" idx="2"/>
          </p:cNvCxnSpPr>
          <p:nvPr/>
        </p:nvCxnSpPr>
        <p:spPr>
          <a:xfrm flipV="1">
            <a:off x="8745321" y="2351641"/>
            <a:ext cx="0" cy="109730"/>
          </a:xfrm>
          <a:prstGeom prst="line">
            <a:avLst/>
          </a:prstGeom>
          <a:ln w="63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10" name="직선 연결선 2209"/>
          <p:cNvCxnSpPr>
            <a:stCxn id="2217" idx="1"/>
            <a:endCxn id="2203" idx="3"/>
          </p:cNvCxnSpPr>
          <p:nvPr/>
        </p:nvCxnSpPr>
        <p:spPr>
          <a:xfrm flipH="1" flipV="1">
            <a:off x="8624856" y="2555596"/>
            <a:ext cx="52479" cy="3578"/>
          </a:xfrm>
          <a:prstGeom prst="line">
            <a:avLst/>
          </a:prstGeom>
          <a:ln w="63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11" name="꺾인 연결선 2210"/>
          <p:cNvCxnSpPr>
            <a:cxnSpLocks noChangeShapeType="1"/>
            <a:stCxn id="2204" idx="0"/>
            <a:endCxn id="2203" idx="2"/>
          </p:cNvCxnSpPr>
          <p:nvPr/>
        </p:nvCxnSpPr>
        <p:spPr bwMode="auto">
          <a:xfrm rot="5400000" flipH="1" flipV="1">
            <a:off x="8408975" y="2739273"/>
            <a:ext cx="232579" cy="63214"/>
          </a:xfrm>
          <a:prstGeom prst="bentConnector3">
            <a:avLst>
              <a:gd name="adj1" fmla="val 50000"/>
            </a:avLst>
          </a:prstGeom>
          <a:noFill/>
          <a:ln w="9525" algn="ctr">
            <a:solidFill>
              <a:srgbClr val="0070C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212" name="꺾인 연결선 2211"/>
          <p:cNvCxnSpPr>
            <a:cxnSpLocks noChangeShapeType="1"/>
            <a:stCxn id="2207" idx="0"/>
            <a:endCxn id="2203" idx="2"/>
          </p:cNvCxnSpPr>
          <p:nvPr/>
        </p:nvCxnSpPr>
        <p:spPr bwMode="auto">
          <a:xfrm rot="16200000" flipV="1">
            <a:off x="8558661" y="2652801"/>
            <a:ext cx="230194" cy="233772"/>
          </a:xfrm>
          <a:prstGeom prst="bentConnector3">
            <a:avLst>
              <a:gd name="adj1" fmla="val 50000"/>
            </a:avLst>
          </a:prstGeom>
          <a:noFill/>
          <a:ln w="9525" algn="ctr">
            <a:solidFill>
              <a:srgbClr val="0070C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213" name="TextBox 1905"/>
          <p:cNvSpPr txBox="1">
            <a:spLocks noChangeArrowheads="1"/>
          </p:cNvSpPr>
          <p:nvPr/>
        </p:nvSpPr>
        <p:spPr bwMode="auto">
          <a:xfrm>
            <a:off x="8342184" y="3161493"/>
            <a:ext cx="360996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defPPr>
              <a:defRPr lang="ko-K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sz="1200" kern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sz="1200" kern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sz="1200" kern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sz="1200" kern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+mn-cs"/>
              </a:defRPr>
            </a:lvl9pPr>
          </a:lstStyle>
          <a:p>
            <a:pPr eaLnBrk="1" hangingPunct="1"/>
            <a:r>
              <a:rPr lang="en-US" altLang="ko-KR" sz="600" dirty="0">
                <a:latin typeface="Rix고딕 L" panose="02020603020101020101" pitchFamily="18" charset="-127"/>
                <a:ea typeface="Rix고딕 L" panose="02020603020101020101" pitchFamily="18" charset="-127"/>
              </a:rPr>
              <a:t>NMS</a:t>
            </a:r>
            <a:endParaRPr lang="ko-KR" altLang="en-US" sz="60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2214" name="TextBox 1906"/>
          <p:cNvSpPr txBox="1">
            <a:spLocks noChangeArrowheads="1"/>
          </p:cNvSpPr>
          <p:nvPr/>
        </p:nvSpPr>
        <p:spPr bwMode="auto">
          <a:xfrm>
            <a:off x="8640362" y="3161493"/>
            <a:ext cx="333746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defPPr>
              <a:defRPr lang="ko-K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sz="1200" kern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sz="1200" kern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sz="1200" kern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sz="1200" kern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+mn-cs"/>
              </a:defRPr>
            </a:lvl9pPr>
          </a:lstStyle>
          <a:p>
            <a:pPr eaLnBrk="1" hangingPunct="1"/>
            <a:r>
              <a:rPr lang="en-US" altLang="ko-KR" sz="600" dirty="0">
                <a:latin typeface="Rix고딕 L" panose="02020603020101020101" pitchFamily="18" charset="-127"/>
                <a:ea typeface="Rix고딕 L" panose="02020603020101020101" pitchFamily="18" charset="-127"/>
              </a:rPr>
              <a:t>NAS</a:t>
            </a:r>
            <a:endParaRPr lang="ko-KR" altLang="en-US" sz="60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cxnSp>
        <p:nvCxnSpPr>
          <p:cNvPr id="2215" name="직선 연결선 2214"/>
          <p:cNvCxnSpPr>
            <a:cxnSpLocks noChangeShapeType="1"/>
          </p:cNvCxnSpPr>
          <p:nvPr/>
        </p:nvCxnSpPr>
        <p:spPr bwMode="auto">
          <a:xfrm>
            <a:off x="8541367" y="2803680"/>
            <a:ext cx="270746" cy="0"/>
          </a:xfrm>
          <a:prstGeom prst="line">
            <a:avLst/>
          </a:prstGeom>
          <a:noFill/>
          <a:ln w="9525" algn="ctr">
            <a:solidFill>
              <a:srgbClr val="0070C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216" name="직선 연결선 2215"/>
          <p:cNvCxnSpPr>
            <a:cxnSpLocks noChangeShapeType="1"/>
          </p:cNvCxnSpPr>
          <p:nvPr/>
        </p:nvCxnSpPr>
        <p:spPr bwMode="auto">
          <a:xfrm rot="5400000">
            <a:off x="8636187" y="2708859"/>
            <a:ext cx="189642" cy="0"/>
          </a:xfrm>
          <a:prstGeom prst="line">
            <a:avLst/>
          </a:prstGeom>
          <a:noFill/>
          <a:ln w="9525" algn="ctr">
            <a:solidFill>
              <a:srgbClr val="0070C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pic>
        <p:nvPicPr>
          <p:cNvPr id="2217" name="Picture 27" descr="C:\Users\ecoffey\AppData\Local\Temp\Rar$DRa0.653\30052_Device_nexus7000_unreachable_64.png"/>
          <p:cNvPicPr>
            <a:picLocks noChangeAspect="1" noChangeArrowheads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646" r="12646"/>
          <a:stretch>
            <a:fillRect/>
          </a:stretch>
        </p:blipFill>
        <p:spPr bwMode="auto">
          <a:xfrm>
            <a:off x="8677336" y="2461371"/>
            <a:ext cx="137162" cy="1956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2218" name="직선 연결선 2217"/>
          <p:cNvCxnSpPr>
            <a:cxnSpLocks noChangeShapeType="1"/>
          </p:cNvCxnSpPr>
          <p:nvPr/>
        </p:nvCxnSpPr>
        <p:spPr bwMode="auto">
          <a:xfrm rot="5400000">
            <a:off x="8762615" y="2857948"/>
            <a:ext cx="108536" cy="0"/>
          </a:xfrm>
          <a:prstGeom prst="line">
            <a:avLst/>
          </a:prstGeom>
          <a:noFill/>
          <a:ln w="9525" algn="ctr">
            <a:solidFill>
              <a:srgbClr val="0070C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219" name="직선 연결선 2218"/>
          <p:cNvCxnSpPr>
            <a:cxnSpLocks noChangeShapeType="1"/>
          </p:cNvCxnSpPr>
          <p:nvPr/>
        </p:nvCxnSpPr>
        <p:spPr bwMode="auto">
          <a:xfrm rot="5400000">
            <a:off x="8468015" y="2857948"/>
            <a:ext cx="108536" cy="0"/>
          </a:xfrm>
          <a:prstGeom prst="line">
            <a:avLst/>
          </a:prstGeom>
          <a:noFill/>
          <a:ln w="9525" algn="ctr">
            <a:solidFill>
              <a:srgbClr val="0070C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pic>
        <p:nvPicPr>
          <p:cNvPr id="2222" name="Picture 27" descr="C:\Users\ecoffey\AppData\Local\Temp\Rar$DRa0.653\30052_Device_nexus7000_unreachable_64.png"/>
          <p:cNvPicPr>
            <a:picLocks noChangeAspect="1" noChangeArrowheads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646" r="12646"/>
          <a:stretch>
            <a:fillRect/>
          </a:stretch>
        </p:blipFill>
        <p:spPr bwMode="auto">
          <a:xfrm>
            <a:off x="8869363" y="1851895"/>
            <a:ext cx="165787" cy="2206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23" name="Picture 27" descr="C:\Users\ecoffey\AppData\Local\Temp\Rar$DRa0.653\30052_Device_nexus7000_unreachable_64.png"/>
          <p:cNvPicPr>
            <a:picLocks noChangeAspect="1" noChangeArrowheads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646" r="12646"/>
          <a:stretch>
            <a:fillRect/>
          </a:stretch>
        </p:blipFill>
        <p:spPr bwMode="auto">
          <a:xfrm>
            <a:off x="8869363" y="1607389"/>
            <a:ext cx="164594" cy="2206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2224" name="꺾인 연결선 2223"/>
          <p:cNvCxnSpPr>
            <a:stCxn id="2223" idx="1"/>
          </p:cNvCxnSpPr>
          <p:nvPr/>
        </p:nvCxnSpPr>
        <p:spPr>
          <a:xfrm rot="10800000" flipV="1">
            <a:off x="8556872" y="1755285"/>
            <a:ext cx="312491" cy="459195"/>
          </a:xfrm>
          <a:prstGeom prst="bentConnector2">
            <a:avLst/>
          </a:prstGeom>
          <a:ln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25" name="꺾인 연결선 2224"/>
          <p:cNvCxnSpPr>
            <a:stCxn id="2222" idx="1"/>
          </p:cNvCxnSpPr>
          <p:nvPr/>
        </p:nvCxnSpPr>
        <p:spPr>
          <a:xfrm rot="10800000" flipV="1">
            <a:off x="8745321" y="1998599"/>
            <a:ext cx="124042" cy="215881"/>
          </a:xfrm>
          <a:prstGeom prst="bentConnector2">
            <a:avLst/>
          </a:prstGeom>
          <a:ln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26" name="직선 연결선 2225"/>
          <p:cNvCxnSpPr>
            <a:stCxn id="2222" idx="1"/>
          </p:cNvCxnSpPr>
          <p:nvPr/>
        </p:nvCxnSpPr>
        <p:spPr>
          <a:xfrm flipH="1" flipV="1">
            <a:off x="6457699" y="1961625"/>
            <a:ext cx="2411664" cy="0"/>
          </a:xfrm>
          <a:prstGeom prst="line">
            <a:avLst/>
          </a:prstGeom>
          <a:ln w="19050">
            <a:solidFill>
              <a:schemeClr val="tx2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27" name="꺾인 연결선 2226"/>
          <p:cNvCxnSpPr>
            <a:stCxn id="2223" idx="1"/>
          </p:cNvCxnSpPr>
          <p:nvPr/>
        </p:nvCxnSpPr>
        <p:spPr>
          <a:xfrm rot="10800000" flipV="1">
            <a:off x="5656196" y="1717119"/>
            <a:ext cx="3213167" cy="51287"/>
          </a:xfrm>
          <a:prstGeom prst="bentConnector2">
            <a:avLst/>
          </a:prstGeom>
          <a:ln w="19050">
            <a:solidFill>
              <a:schemeClr val="tx2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28" name="꺾인 연결선 2227"/>
          <p:cNvCxnSpPr/>
          <p:nvPr/>
        </p:nvCxnSpPr>
        <p:spPr>
          <a:xfrm rot="10800000" flipV="1">
            <a:off x="5625185" y="1668218"/>
            <a:ext cx="3245370" cy="108536"/>
          </a:xfrm>
          <a:prstGeom prst="bentConnector2">
            <a:avLst/>
          </a:prstGeom>
          <a:ln w="19050">
            <a:solidFill>
              <a:schemeClr val="tx2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29" name="직선 연결선 2228"/>
          <p:cNvCxnSpPr/>
          <p:nvPr/>
        </p:nvCxnSpPr>
        <p:spPr>
          <a:xfrm flipH="1" flipV="1">
            <a:off x="6462469" y="1918687"/>
            <a:ext cx="2411664" cy="1192"/>
          </a:xfrm>
          <a:prstGeom prst="line">
            <a:avLst/>
          </a:prstGeom>
          <a:ln w="19050">
            <a:solidFill>
              <a:schemeClr val="tx2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30" name="타원 2229"/>
          <p:cNvSpPr/>
          <p:nvPr/>
        </p:nvSpPr>
        <p:spPr>
          <a:xfrm rot="5400000">
            <a:off x="7510267" y="1921668"/>
            <a:ext cx="200376" cy="77526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ko-K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sz="12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sz="12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sz="12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sz="12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ko-KR" altLang="en-US" sz="1050" dirty="0"/>
          </a:p>
        </p:txBody>
      </p:sp>
      <p:sp>
        <p:nvSpPr>
          <p:cNvPr id="2231" name="TextBox 225"/>
          <p:cNvSpPr txBox="1">
            <a:spLocks noChangeArrowheads="1"/>
          </p:cNvSpPr>
          <p:nvPr/>
        </p:nvSpPr>
        <p:spPr bwMode="auto">
          <a:xfrm>
            <a:off x="7346875" y="1963036"/>
            <a:ext cx="486030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defPPr>
              <a:defRPr lang="ko-K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sz="1200" kern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sz="1200" kern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sz="1200" kern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sz="1200" kern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+mn-cs"/>
              </a:defRPr>
            </a:lvl9pPr>
          </a:lstStyle>
          <a:p>
            <a:pPr eaLnBrk="1" hangingPunct="1"/>
            <a:r>
              <a:rPr lang="en-US" altLang="ko-KR" sz="800" b="1" dirty="0">
                <a:latin typeface="Rix고딕 B" panose="02020603020101020101" pitchFamily="18" charset="-127"/>
                <a:ea typeface="Rix고딕 B" panose="02020603020101020101" pitchFamily="18" charset="-127"/>
              </a:rPr>
              <a:t>10G*2</a:t>
            </a:r>
            <a:endParaRPr lang="ko-KR" altLang="en-US" sz="800" b="1" dirty="0">
              <a:latin typeface="Rix고딕 B" panose="02020603020101020101" pitchFamily="18" charset="-127"/>
              <a:ea typeface="Rix고딕 B" panose="02020603020101020101" pitchFamily="18" charset="-127"/>
            </a:endParaRPr>
          </a:p>
        </p:txBody>
      </p:sp>
      <p:sp>
        <p:nvSpPr>
          <p:cNvPr id="2232" name="타원 2231"/>
          <p:cNvSpPr/>
          <p:nvPr/>
        </p:nvSpPr>
        <p:spPr>
          <a:xfrm rot="5400000">
            <a:off x="7104745" y="1683126"/>
            <a:ext cx="200376" cy="77526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ko-K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sz="12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sz="12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sz="12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sz="12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ko-KR" altLang="en-US" sz="1050" dirty="0"/>
          </a:p>
        </p:txBody>
      </p:sp>
      <p:sp>
        <p:nvSpPr>
          <p:cNvPr id="2233" name="TextBox 225"/>
          <p:cNvSpPr txBox="1">
            <a:spLocks noChangeArrowheads="1"/>
          </p:cNvSpPr>
          <p:nvPr/>
        </p:nvSpPr>
        <p:spPr bwMode="auto">
          <a:xfrm>
            <a:off x="6928653" y="1724493"/>
            <a:ext cx="486030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defPPr>
              <a:defRPr lang="ko-K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sz="1200" kern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sz="1200" kern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sz="1200" kern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sz="1200" kern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+mn-cs"/>
              </a:defRPr>
            </a:lvl9pPr>
          </a:lstStyle>
          <a:p>
            <a:pPr eaLnBrk="1" hangingPunct="1"/>
            <a:r>
              <a:rPr lang="en-US" altLang="ko-KR" sz="800" b="1" dirty="0">
                <a:latin typeface="Rix고딕 B" panose="02020603020101020101" pitchFamily="18" charset="-127"/>
                <a:ea typeface="Rix고딕 B" panose="02020603020101020101" pitchFamily="18" charset="-127"/>
              </a:rPr>
              <a:t>10G*2</a:t>
            </a:r>
            <a:endParaRPr lang="ko-KR" altLang="en-US" sz="800" b="1" dirty="0">
              <a:latin typeface="Rix고딕 B" panose="02020603020101020101" pitchFamily="18" charset="-127"/>
              <a:ea typeface="Rix고딕 B" panose="02020603020101020101" pitchFamily="18" charset="-127"/>
            </a:endParaRPr>
          </a:p>
        </p:txBody>
      </p:sp>
      <p:grpSp>
        <p:nvGrpSpPr>
          <p:cNvPr id="2238" name="그룹 2237"/>
          <p:cNvGrpSpPr/>
          <p:nvPr/>
        </p:nvGrpSpPr>
        <p:grpSpPr>
          <a:xfrm>
            <a:off x="769150" y="1562305"/>
            <a:ext cx="842767" cy="1072964"/>
            <a:chOff x="4961161" y="5547040"/>
            <a:chExt cx="1269412" cy="1633080"/>
          </a:xfrm>
        </p:grpSpPr>
        <p:pic>
          <p:nvPicPr>
            <p:cNvPr id="2239" name="Picture 6" descr="G:\work\아이티센시스템즈\경찰청공조조회유지보수\icon&amp;dia\클립아트-05.png"/>
            <p:cNvPicPr>
              <a:picLocks noChangeAspect="1" noChangeArrowheads="1"/>
            </p:cNvPicPr>
            <p:nvPr/>
          </p:nvPicPr>
          <p:blipFill>
            <a:blip r:embed="rId1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61161" y="5547040"/>
              <a:ext cx="1269412" cy="163308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240" name="TextBox 2239"/>
            <p:cNvSpPr txBox="1"/>
            <p:nvPr/>
          </p:nvSpPr>
          <p:spPr>
            <a:xfrm>
              <a:off x="5109640" y="5840429"/>
              <a:ext cx="927656" cy="34908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sz="1200" dirty="0" smtClean="0">
                  <a:latin typeface="Rix고딕 B" pitchFamily="18" charset="-127"/>
                  <a:ea typeface="Rix고딕 B" pitchFamily="18" charset="-127"/>
                </a:rPr>
                <a:t>인트라넷</a:t>
              </a:r>
              <a:endParaRPr lang="ko-KR" altLang="en-US" sz="1200" dirty="0">
                <a:latin typeface="Rix고딕 B" pitchFamily="18" charset="-127"/>
                <a:ea typeface="Rix고딕 B" pitchFamily="18" charset="-127"/>
              </a:endParaRPr>
            </a:p>
          </p:txBody>
        </p:sp>
      </p:grpSp>
      <p:sp>
        <p:nvSpPr>
          <p:cNvPr id="2244" name="직사각형 2243"/>
          <p:cNvSpPr/>
          <p:nvPr/>
        </p:nvSpPr>
        <p:spPr>
          <a:xfrm rot="5400000" flipV="1">
            <a:off x="5042365" y="1569797"/>
            <a:ext cx="608672" cy="1069339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245" name="Rectangle 209"/>
          <p:cNvSpPr>
            <a:spLocks noChangeArrowheads="1"/>
          </p:cNvSpPr>
          <p:nvPr/>
        </p:nvSpPr>
        <p:spPr bwMode="auto">
          <a:xfrm>
            <a:off x="133349" y="6700567"/>
            <a:ext cx="10410825" cy="4446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104306" tIns="52153" rIns="104306" bIns="52153">
            <a:spAutoFit/>
          </a:bodyPr>
          <a:lstStyle/>
          <a:p>
            <a:pPr algn="ctr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ko-KR" altLang="en-US" sz="2400" spc="-250" dirty="0" smtClean="0">
                <a:ln/>
                <a:solidFill>
                  <a:schemeClr val="bg1"/>
                </a:solidFill>
                <a:latin typeface="Rix모던고딕 EB" pitchFamily="18" charset="-127"/>
                <a:ea typeface="Rix모던고딕 EB" pitchFamily="18" charset="-127"/>
              </a:rPr>
              <a:t>사전 설계를 통한 최적의 물리 구성</a:t>
            </a:r>
            <a:r>
              <a:rPr lang="en-US" altLang="ko-KR" sz="1800" spc="-250" dirty="0" smtClean="0">
                <a:ln/>
                <a:solidFill>
                  <a:schemeClr val="bg1"/>
                </a:solidFill>
                <a:latin typeface="Rix모던고딕 EB" pitchFamily="18" charset="-127"/>
                <a:ea typeface="Rix모던고딕 EB" pitchFamily="18" charset="-127"/>
              </a:rPr>
              <a:t>(</a:t>
            </a:r>
            <a:r>
              <a:rPr lang="ko-KR" altLang="en-US" sz="1800" spc="-250" dirty="0" smtClean="0">
                <a:ln/>
                <a:solidFill>
                  <a:schemeClr val="bg1"/>
                </a:solidFill>
                <a:latin typeface="Rix모던고딕 EB" pitchFamily="18" charset="-127"/>
                <a:ea typeface="Rix모던고딕 EB" pitchFamily="18" charset="-127"/>
              </a:rPr>
              <a:t>스위치 구축</a:t>
            </a:r>
            <a:r>
              <a:rPr lang="en-US" altLang="ko-KR" sz="1800" spc="-250" dirty="0" smtClean="0">
                <a:ln/>
                <a:solidFill>
                  <a:schemeClr val="bg1"/>
                </a:solidFill>
                <a:latin typeface="Rix모던고딕 EB" pitchFamily="18" charset="-127"/>
                <a:ea typeface="Rix모던고딕 EB" pitchFamily="18" charset="-127"/>
              </a:rPr>
              <a:t>, </a:t>
            </a:r>
            <a:r>
              <a:rPr lang="ko-KR" altLang="en-US" sz="1800" spc="-250" dirty="0" smtClean="0">
                <a:ln/>
                <a:solidFill>
                  <a:schemeClr val="bg1"/>
                </a:solidFill>
                <a:latin typeface="Rix모던고딕 EB" pitchFamily="18" charset="-127"/>
                <a:ea typeface="Rix모던고딕 EB" pitchFamily="18" charset="-127"/>
              </a:rPr>
              <a:t>케이블 연결</a:t>
            </a:r>
            <a:r>
              <a:rPr lang="en-US" altLang="ko-KR" sz="1800" spc="-250" dirty="0" smtClean="0">
                <a:ln/>
                <a:solidFill>
                  <a:schemeClr val="bg1"/>
                </a:solidFill>
                <a:latin typeface="Rix모던고딕 EB" pitchFamily="18" charset="-127"/>
                <a:ea typeface="Rix모던고딕 EB" pitchFamily="18" charset="-127"/>
              </a:rPr>
              <a:t>)</a:t>
            </a:r>
            <a:r>
              <a:rPr lang="en-US" altLang="ko-KR" sz="2400" spc="-250" dirty="0" smtClean="0">
                <a:ln/>
                <a:solidFill>
                  <a:schemeClr val="bg1"/>
                </a:solidFill>
                <a:latin typeface="Rix모던고딕 EB" pitchFamily="18" charset="-127"/>
                <a:ea typeface="Rix모던고딕 EB" pitchFamily="18" charset="-127"/>
              </a:rPr>
              <a:t>, </a:t>
            </a:r>
            <a:r>
              <a:rPr lang="ko-KR" altLang="en-US" sz="2400" spc="-250" dirty="0" smtClean="0">
                <a:ln/>
                <a:solidFill>
                  <a:schemeClr val="bg1"/>
                </a:solidFill>
                <a:latin typeface="Rix모던고딕 EB" pitchFamily="18" charset="-127"/>
                <a:ea typeface="Rix모던고딕 EB" pitchFamily="18" charset="-127"/>
              </a:rPr>
              <a:t>논리 구성</a:t>
            </a:r>
            <a:r>
              <a:rPr lang="en-US" altLang="ko-KR" sz="1800" spc="-250" dirty="0" smtClean="0">
                <a:ln/>
                <a:solidFill>
                  <a:schemeClr val="bg1"/>
                </a:solidFill>
                <a:latin typeface="Rix모던고딕 EB" pitchFamily="18" charset="-127"/>
                <a:ea typeface="Rix모던고딕 EB" pitchFamily="18" charset="-127"/>
              </a:rPr>
              <a:t>(</a:t>
            </a:r>
            <a:r>
              <a:rPr lang="ko-KR" altLang="en-US" sz="1800" spc="-250" dirty="0" smtClean="0">
                <a:ln/>
                <a:solidFill>
                  <a:schemeClr val="bg1"/>
                </a:solidFill>
                <a:latin typeface="Rix모던고딕 EB" pitchFamily="18" charset="-127"/>
                <a:ea typeface="Rix모던고딕 EB" pitchFamily="18" charset="-127"/>
              </a:rPr>
              <a:t>라우팅</a:t>
            </a:r>
            <a:r>
              <a:rPr lang="en-US" altLang="ko-KR" sz="1800" spc="-250" dirty="0" smtClean="0">
                <a:ln/>
                <a:solidFill>
                  <a:schemeClr val="bg1"/>
                </a:solidFill>
                <a:latin typeface="Rix모던고딕 EB" pitchFamily="18" charset="-127"/>
                <a:ea typeface="Rix모던고딕 EB" pitchFamily="18" charset="-127"/>
              </a:rPr>
              <a:t>, IP</a:t>
            </a:r>
            <a:r>
              <a:rPr lang="ko-KR" altLang="en-US" sz="1800" spc="-250" dirty="0" smtClean="0">
                <a:ln/>
                <a:solidFill>
                  <a:schemeClr val="bg1"/>
                </a:solidFill>
                <a:latin typeface="Rix모던고딕 EB" pitchFamily="18" charset="-127"/>
                <a:ea typeface="Rix모던고딕 EB" pitchFamily="18" charset="-127"/>
              </a:rPr>
              <a:t>설계</a:t>
            </a:r>
            <a:r>
              <a:rPr lang="en-US" altLang="ko-KR" sz="1800" spc="-250" dirty="0">
                <a:ln/>
                <a:solidFill>
                  <a:schemeClr val="bg1"/>
                </a:solidFill>
                <a:latin typeface="Rix모던고딕 EB" pitchFamily="18" charset="-127"/>
                <a:ea typeface="Rix모던고딕 EB" pitchFamily="18" charset="-127"/>
              </a:rPr>
              <a:t>)</a:t>
            </a:r>
            <a:r>
              <a:rPr lang="ko-KR" altLang="en-US" sz="2400" spc="-250" dirty="0" smtClean="0">
                <a:ln/>
                <a:solidFill>
                  <a:schemeClr val="bg1"/>
                </a:solidFill>
                <a:latin typeface="Rix모던고딕 EB" pitchFamily="18" charset="-127"/>
                <a:ea typeface="Rix모던고딕 EB" pitchFamily="18" charset="-127"/>
              </a:rPr>
              <a:t>을 제안 합니다</a:t>
            </a:r>
            <a:r>
              <a:rPr lang="en-US" altLang="ko-KR" sz="2400" spc="-250" dirty="0" smtClean="0">
                <a:ln/>
                <a:solidFill>
                  <a:schemeClr val="bg1"/>
                </a:solidFill>
                <a:latin typeface="Rix모던고딕 EB" pitchFamily="18" charset="-127"/>
                <a:ea typeface="Rix모던고딕 EB" pitchFamily="18" charset="-127"/>
              </a:rPr>
              <a:t>.</a:t>
            </a:r>
            <a:endParaRPr lang="en-US" altLang="ko-KR" sz="2400" spc="-250" dirty="0">
              <a:ln/>
              <a:solidFill>
                <a:schemeClr val="bg1"/>
              </a:solidFill>
              <a:latin typeface="Rix모던고딕 EB" pitchFamily="18" charset="-127"/>
              <a:ea typeface="Rix모던고딕 EB" pitchFamily="18" charset="-127"/>
            </a:endParaRPr>
          </a:p>
        </p:txBody>
      </p:sp>
      <p:pic>
        <p:nvPicPr>
          <p:cNvPr id="2247" name="그림 2246"/>
          <p:cNvPicPr>
            <a:picLocks noChangeAspect="1"/>
          </p:cNvPicPr>
          <p:nvPr/>
        </p:nvPicPr>
        <p:blipFill rotWithShape="1">
          <a:blip r:embed="rId1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2414" t="961" r="13237" b="1"/>
          <a:stretch/>
        </p:blipFill>
        <p:spPr>
          <a:xfrm>
            <a:off x="4336734" y="1800374"/>
            <a:ext cx="333183" cy="344208"/>
          </a:xfrm>
          <a:prstGeom prst="rect">
            <a:avLst/>
          </a:prstGeom>
        </p:spPr>
      </p:pic>
      <p:pic>
        <p:nvPicPr>
          <p:cNvPr id="2248" name="그림 2247"/>
          <p:cNvPicPr>
            <a:picLocks noChangeAspect="1"/>
          </p:cNvPicPr>
          <p:nvPr/>
        </p:nvPicPr>
        <p:blipFill rotWithShape="1">
          <a:blip r:embed="rId1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2414" t="961" r="13237" b="1"/>
          <a:stretch/>
        </p:blipFill>
        <p:spPr>
          <a:xfrm>
            <a:off x="5041584" y="1800374"/>
            <a:ext cx="333183" cy="344208"/>
          </a:xfrm>
          <a:prstGeom prst="rect">
            <a:avLst/>
          </a:prstGeom>
        </p:spPr>
      </p:pic>
      <p:pic>
        <p:nvPicPr>
          <p:cNvPr id="2249" name="그림 2248"/>
          <p:cNvPicPr>
            <a:picLocks noChangeAspect="1"/>
          </p:cNvPicPr>
          <p:nvPr/>
        </p:nvPicPr>
        <p:blipFill rotWithShape="1">
          <a:blip r:embed="rId1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2414" t="961" r="13237" b="1"/>
          <a:stretch/>
        </p:blipFill>
        <p:spPr>
          <a:xfrm>
            <a:off x="5517834" y="1800374"/>
            <a:ext cx="333183" cy="344208"/>
          </a:xfrm>
          <a:prstGeom prst="rect">
            <a:avLst/>
          </a:prstGeom>
        </p:spPr>
      </p:pic>
      <p:pic>
        <p:nvPicPr>
          <p:cNvPr id="2250" name="그림 2249"/>
          <p:cNvPicPr>
            <a:picLocks noChangeAspect="1"/>
          </p:cNvPicPr>
          <p:nvPr/>
        </p:nvPicPr>
        <p:blipFill rotWithShape="1">
          <a:blip r:embed="rId1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2414" t="961" r="13237" b="1"/>
          <a:stretch/>
        </p:blipFill>
        <p:spPr>
          <a:xfrm>
            <a:off x="6213159" y="1800374"/>
            <a:ext cx="333183" cy="344208"/>
          </a:xfrm>
          <a:prstGeom prst="rect">
            <a:avLst/>
          </a:prstGeom>
        </p:spPr>
      </p:pic>
      <p:grpSp>
        <p:nvGrpSpPr>
          <p:cNvPr id="718" name="그룹 717"/>
          <p:cNvGrpSpPr/>
          <p:nvPr/>
        </p:nvGrpSpPr>
        <p:grpSpPr>
          <a:xfrm>
            <a:off x="9157370" y="1562305"/>
            <a:ext cx="842767" cy="1072964"/>
            <a:chOff x="4961161" y="5547040"/>
            <a:chExt cx="1269412" cy="1633080"/>
          </a:xfrm>
        </p:grpSpPr>
        <p:pic>
          <p:nvPicPr>
            <p:cNvPr id="719" name="Picture 6" descr="G:\work\아이티센시스템즈\경찰청공조조회유지보수\icon&amp;dia\클립아트-05.png"/>
            <p:cNvPicPr>
              <a:picLocks noChangeAspect="1" noChangeArrowheads="1"/>
            </p:cNvPicPr>
            <p:nvPr/>
          </p:nvPicPr>
          <p:blipFill>
            <a:blip r:embed="rId1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61161" y="5547040"/>
              <a:ext cx="1269412" cy="163308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720" name="TextBox 719"/>
            <p:cNvSpPr txBox="1"/>
            <p:nvPr/>
          </p:nvSpPr>
          <p:spPr>
            <a:xfrm>
              <a:off x="5122919" y="5840429"/>
              <a:ext cx="901096" cy="42160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sz="1200" dirty="0">
                  <a:latin typeface="Rix고딕 B" pitchFamily="18" charset="-127"/>
                  <a:ea typeface="Rix고딕 B" pitchFamily="18" charset="-127"/>
                </a:rPr>
                <a:t>인터넷</a:t>
              </a:r>
            </a:p>
          </p:txBody>
        </p:sp>
      </p:grpSp>
      <p:grpSp>
        <p:nvGrpSpPr>
          <p:cNvPr id="4" name="그룹 3"/>
          <p:cNvGrpSpPr/>
          <p:nvPr/>
        </p:nvGrpSpPr>
        <p:grpSpPr>
          <a:xfrm>
            <a:off x="349592" y="3983690"/>
            <a:ext cx="2247797" cy="1066146"/>
            <a:chOff x="349592" y="3724610"/>
            <a:chExt cx="2247797" cy="1066146"/>
          </a:xfrm>
        </p:grpSpPr>
        <p:grpSp>
          <p:nvGrpSpPr>
            <p:cNvPr id="3" name="그룹 2"/>
            <p:cNvGrpSpPr/>
            <p:nvPr/>
          </p:nvGrpSpPr>
          <p:grpSpPr>
            <a:xfrm>
              <a:off x="349592" y="3724610"/>
              <a:ext cx="2247797" cy="1066146"/>
              <a:chOff x="-1973202" y="2908212"/>
              <a:chExt cx="2955540" cy="1066146"/>
            </a:xfrm>
          </p:grpSpPr>
          <p:sp>
            <p:nvSpPr>
              <p:cNvPr id="721" name="직사각형 720"/>
              <p:cNvSpPr/>
              <p:nvPr/>
            </p:nvSpPr>
            <p:spPr>
              <a:xfrm>
                <a:off x="-1968440" y="3130167"/>
                <a:ext cx="2950778" cy="844191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lvl="1" algn="ctr">
                  <a:spcBef>
                    <a:spcPct val="0"/>
                  </a:spcBef>
                </a:pPr>
                <a:endParaRPr lang="ko-KR" altLang="en-US" spc="-100" dirty="0">
                  <a:solidFill>
                    <a:schemeClr val="bg1"/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  <a:cs typeface="+mj-cs"/>
                </a:endParaRPr>
              </a:p>
            </p:txBody>
          </p:sp>
          <p:sp>
            <p:nvSpPr>
              <p:cNvPr id="722" name="직사각형 721"/>
              <p:cNvSpPr/>
              <p:nvPr/>
            </p:nvSpPr>
            <p:spPr>
              <a:xfrm>
                <a:off x="-1973202" y="2908212"/>
                <a:ext cx="2950776" cy="228092"/>
              </a:xfrm>
              <a:prstGeom prst="rect">
                <a:avLst/>
              </a:pr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64875"/>
                <a:endParaRPr lang="ko-KR" altLang="en-US" sz="1900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723" name="Text Box 118"/>
            <p:cNvSpPr txBox="1">
              <a:spLocks noChangeArrowheads="1"/>
            </p:cNvSpPr>
            <p:nvPr/>
          </p:nvSpPr>
          <p:spPr bwMode="gray">
            <a:xfrm>
              <a:off x="600772" y="3762710"/>
              <a:ext cx="1761863" cy="1666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ctr">
              <a:spAutoFit/>
              <a:scene3d>
                <a:camera prst="orthographicFront"/>
                <a:lightRig rig="threePt" dir="t"/>
              </a:scene3d>
              <a:sp3d>
                <a:bevelT w="1270" h="6350"/>
              </a:sp3d>
            </a:bodyPr>
            <a:lstStyle>
              <a:defPPr>
                <a:defRPr lang="ko-KR"/>
              </a:defPPr>
              <a:lvl1pPr marL="342900" indent="-342900" defTabSz="1135063" eaLnBrk="0" hangingPunct="0">
                <a:tabLst>
                  <a:tab pos="6149975" algn="l"/>
                </a:tabLst>
              </a:lvl1pPr>
              <a:lvl2pPr marL="0" lvl="1" algn="ctr" defTabSz="1135063" eaLnBrk="0" latinLnBrk="0" hangingPunct="0">
                <a:lnSpc>
                  <a:spcPct val="90000"/>
                </a:lnSpc>
                <a:buClr>
                  <a:srgbClr val="3271AA"/>
                </a:buClr>
                <a:buSzPct val="140000"/>
                <a:tabLst>
                  <a:tab pos="6149975" algn="l"/>
                </a:tabLst>
                <a:defRPr sz="900">
                  <a:latin typeface="Rix고딕 B" pitchFamily="18" charset="-127"/>
                  <a:ea typeface="Rix고딕 B" pitchFamily="18" charset="-127"/>
                </a:defRPr>
              </a:lvl2pPr>
              <a:lvl3pPr marL="1143000" indent="-228600" defTabSz="1135063" eaLnBrk="0" hangingPunct="0">
                <a:tabLst>
                  <a:tab pos="6149975" algn="l"/>
                </a:tabLst>
              </a:lvl3pPr>
              <a:lvl4pPr marL="1600200" indent="-228600" defTabSz="1135063" eaLnBrk="0" hangingPunct="0">
                <a:tabLst>
                  <a:tab pos="6149975" algn="l"/>
                </a:tabLst>
              </a:lvl4pPr>
              <a:lvl5pPr marL="2057400" indent="-228600" defTabSz="1135063" eaLnBrk="0" hangingPunct="0">
                <a:tabLst>
                  <a:tab pos="6149975" algn="l"/>
                </a:tabLst>
              </a:lvl5pPr>
              <a:lvl6pPr marL="2514600" indent="-228600" defTabSz="1135063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6149975" algn="l"/>
                </a:tabLst>
              </a:lvl6pPr>
              <a:lvl7pPr marL="2971800" indent="-228600" defTabSz="1135063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6149975" algn="l"/>
                </a:tabLst>
              </a:lvl7pPr>
              <a:lvl8pPr marL="3429000" indent="-228600" defTabSz="1135063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6149975" algn="l"/>
                </a:tabLst>
              </a:lvl8pPr>
              <a:lvl9pPr marL="3886200" indent="-228600" defTabSz="1135063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6149975" algn="l"/>
                </a:tabLst>
              </a:lvl9pPr>
            </a:lstStyle>
            <a:p>
              <a:pPr lvl="1"/>
              <a:r>
                <a:rPr lang="ko-KR" altLang="en-US" sz="1200" spc="-100" dirty="0" smtClean="0">
                  <a:solidFill>
                    <a:schemeClr val="bg1"/>
                  </a:solidFill>
                  <a:sym typeface="Symbol" pitchFamily="18" charset="2"/>
                </a:rPr>
                <a:t>백본 스위치 </a:t>
              </a:r>
              <a:r>
                <a:rPr lang="ko-KR" altLang="en-US" sz="1200" spc="-100" dirty="0">
                  <a:solidFill>
                    <a:schemeClr val="bg1"/>
                  </a:solidFill>
                  <a:sym typeface="Symbol" pitchFamily="18" charset="2"/>
                </a:rPr>
                <a:t>구축</a:t>
              </a:r>
            </a:p>
          </p:txBody>
        </p:sp>
        <p:sp>
          <p:nvSpPr>
            <p:cNvPr id="2165" name="TextBox 974"/>
            <p:cNvSpPr txBox="1">
              <a:spLocks noChangeArrowheads="1"/>
            </p:cNvSpPr>
            <p:nvPr/>
          </p:nvSpPr>
          <p:spPr bwMode="auto">
            <a:xfrm>
              <a:off x="379168" y="3998306"/>
              <a:ext cx="2149524" cy="7848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ko-KR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5pPr>
              <a:lvl6pPr marL="2286000" algn="l" defTabSz="914400" rtl="0" eaLnBrk="1" latinLnBrk="1" hangingPunct="1">
                <a:defRPr kumimoji="1" sz="1200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6pPr>
              <a:lvl7pPr marL="2743200" algn="l" defTabSz="914400" rtl="0" eaLnBrk="1" latinLnBrk="1" hangingPunct="1">
                <a:defRPr kumimoji="1" sz="1200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7pPr>
              <a:lvl8pPr marL="3200400" algn="l" defTabSz="914400" rtl="0" eaLnBrk="1" latinLnBrk="1" hangingPunct="1">
                <a:defRPr kumimoji="1" sz="1200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8pPr>
              <a:lvl9pPr marL="3657600" algn="l" defTabSz="914400" rtl="0" eaLnBrk="1" latinLnBrk="1" hangingPunct="1">
                <a:defRPr kumimoji="1" sz="1200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9pPr>
            </a:lstStyle>
            <a:p>
              <a:pPr marL="88900" indent="-88900" eaLnBrk="1" hangingPunct="1">
                <a:spcBef>
                  <a:spcPts val="300"/>
                </a:spcBef>
                <a:buFont typeface="Arial" pitchFamily="34" charset="0"/>
                <a:buChar char="•"/>
              </a:pPr>
              <a:r>
                <a:rPr lang="ko-KR" altLang="en-US" sz="1000" spc="-5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Rix모던고딕 M" panose="02020603020101020101" pitchFamily="18" charset="-127"/>
                  <a:ea typeface="Rix모던고딕 M" panose="02020603020101020101" pitchFamily="18" charset="-127"/>
                </a:rPr>
                <a:t>백본 </a:t>
              </a:r>
              <a:r>
                <a:rPr lang="ko-KR" altLang="en-US" sz="1000" spc="-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Rix모던고딕 M" panose="02020603020101020101" pitchFamily="18" charset="-127"/>
                  <a:ea typeface="Rix모던고딕 M" panose="02020603020101020101" pitchFamily="18" charset="-127"/>
                </a:rPr>
                <a:t>스위치 이중화 구성 신규 설치</a:t>
              </a:r>
              <a:endParaRPr lang="en-US" altLang="ko-KR" sz="10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endParaRPr>
            </a:p>
            <a:p>
              <a:pPr marL="88900" indent="-88900" eaLnBrk="1" hangingPunct="1">
                <a:spcBef>
                  <a:spcPts val="300"/>
                </a:spcBef>
                <a:buFont typeface="Arial" pitchFamily="34" charset="0"/>
                <a:buChar char="•"/>
              </a:pPr>
              <a:r>
                <a:rPr lang="ko-KR" altLang="en-US" sz="1000" spc="-5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Rix모던고딕 M" panose="02020603020101020101" pitchFamily="18" charset="-127"/>
                  <a:ea typeface="Rix모던고딕 M" panose="02020603020101020101" pitchFamily="18" charset="-127"/>
                </a:rPr>
                <a:t>백본 </a:t>
              </a:r>
              <a:r>
                <a:rPr lang="ko-KR" altLang="en-US" sz="1000" spc="-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Rix모던고딕 M" panose="02020603020101020101" pitchFamily="18" charset="-127"/>
                  <a:ea typeface="Rix모던고딕 M" panose="02020603020101020101" pitchFamily="18" charset="-127"/>
                </a:rPr>
                <a:t>스위치 </a:t>
              </a:r>
              <a:r>
                <a:rPr lang="en-US" altLang="ko-KR" sz="1000" spc="-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Rix모던고딕 M" panose="02020603020101020101" pitchFamily="18" charset="-127"/>
                  <a:ea typeface="Rix모던고딕 M" panose="02020603020101020101" pitchFamily="18" charset="-127"/>
                </a:rPr>
                <a:t>100G </a:t>
              </a:r>
              <a:r>
                <a:rPr lang="ko-KR" altLang="en-US" sz="1000" spc="-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Rix모던고딕 M" panose="02020603020101020101" pitchFamily="18" charset="-127"/>
                  <a:ea typeface="Rix모던고딕 M" panose="02020603020101020101" pitchFamily="18" charset="-127"/>
                </a:rPr>
                <a:t>지원 장비 설치</a:t>
              </a:r>
              <a:endParaRPr lang="en-US" altLang="ko-KR" sz="10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endParaRPr>
            </a:p>
            <a:p>
              <a:pPr marL="88900" indent="-88900" eaLnBrk="1" hangingPunct="1">
                <a:spcBef>
                  <a:spcPts val="300"/>
                </a:spcBef>
                <a:buFont typeface="Arial" pitchFamily="34" charset="0"/>
                <a:buChar char="•"/>
              </a:pPr>
              <a:r>
                <a:rPr lang="ko-KR" altLang="en-US" sz="1000" spc="-5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Rix모던고딕 M" panose="02020603020101020101" pitchFamily="18" charset="-127"/>
                  <a:ea typeface="Rix모던고딕 M" panose="02020603020101020101" pitchFamily="18" charset="-127"/>
                </a:rPr>
                <a:t>인터넷 </a:t>
              </a:r>
              <a:r>
                <a:rPr lang="ko-KR" altLang="en-US" sz="1000" spc="-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Rix모던고딕 M" panose="02020603020101020101" pitchFamily="18" charset="-127"/>
                  <a:ea typeface="Rix모던고딕 M" panose="02020603020101020101" pitchFamily="18" charset="-127"/>
                </a:rPr>
                <a:t>워크그룹 </a:t>
              </a:r>
              <a:r>
                <a:rPr lang="ko-KR" altLang="en-US" sz="1000" spc="-5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Rix모던고딕 M" panose="02020603020101020101" pitchFamily="18" charset="-127"/>
                  <a:ea typeface="Rix모던고딕 M" panose="02020603020101020101" pitchFamily="18" charset="-127"/>
                </a:rPr>
                <a:t>스위치는 </a:t>
              </a:r>
              <a:r>
                <a:rPr lang="en-US" altLang="ko-KR" sz="1000" spc="-5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Rix모던고딕 M" panose="02020603020101020101" pitchFamily="18" charset="-127"/>
                  <a:ea typeface="Rix모던고딕 M" panose="02020603020101020101" pitchFamily="18" charset="-127"/>
                </a:rPr>
                <a:t/>
              </a:r>
              <a:br>
                <a:rPr lang="en-US" altLang="ko-KR" sz="1000" spc="-5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Rix모던고딕 M" panose="02020603020101020101" pitchFamily="18" charset="-127"/>
                  <a:ea typeface="Rix모던고딕 M" panose="02020603020101020101" pitchFamily="18" charset="-127"/>
                </a:rPr>
              </a:br>
              <a:r>
                <a:rPr lang="ko-KR" altLang="en-US" sz="1000" spc="-5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Rix모던고딕 M" panose="02020603020101020101" pitchFamily="18" charset="-127"/>
                  <a:ea typeface="Rix모던고딕 M" panose="02020603020101020101" pitchFamily="18" charset="-127"/>
                </a:rPr>
                <a:t>기존 </a:t>
              </a:r>
              <a:r>
                <a:rPr lang="ko-KR" altLang="en-US" sz="1000" spc="-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Rix모던고딕 M" panose="02020603020101020101" pitchFamily="18" charset="-127"/>
                  <a:ea typeface="Rix모던고딕 M" panose="02020603020101020101" pitchFamily="18" charset="-127"/>
                </a:rPr>
                <a:t>보유장비 </a:t>
              </a:r>
              <a:r>
                <a:rPr lang="ko-KR" altLang="en-US" sz="1000" spc="-5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Rix모던고딕 M" panose="02020603020101020101" pitchFamily="18" charset="-127"/>
                  <a:ea typeface="Rix모던고딕 M" panose="02020603020101020101" pitchFamily="18" charset="-127"/>
                </a:rPr>
                <a:t>활용</a:t>
              </a:r>
              <a:endParaRPr lang="en-US" altLang="ko-KR" sz="10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endParaRPr>
            </a:p>
          </p:txBody>
        </p:sp>
      </p:grpSp>
      <p:grpSp>
        <p:nvGrpSpPr>
          <p:cNvPr id="726" name="그룹 725"/>
          <p:cNvGrpSpPr/>
          <p:nvPr/>
        </p:nvGrpSpPr>
        <p:grpSpPr>
          <a:xfrm>
            <a:off x="349592" y="5247877"/>
            <a:ext cx="2247797" cy="1245123"/>
            <a:chOff x="349592" y="3724610"/>
            <a:chExt cx="2247797" cy="1245123"/>
          </a:xfrm>
        </p:grpSpPr>
        <p:grpSp>
          <p:nvGrpSpPr>
            <p:cNvPr id="727" name="그룹 726"/>
            <p:cNvGrpSpPr/>
            <p:nvPr/>
          </p:nvGrpSpPr>
          <p:grpSpPr>
            <a:xfrm>
              <a:off x="349592" y="3724610"/>
              <a:ext cx="2247797" cy="1245123"/>
              <a:chOff x="-1973202" y="2908212"/>
              <a:chExt cx="2955540" cy="1245123"/>
            </a:xfrm>
          </p:grpSpPr>
          <p:sp>
            <p:nvSpPr>
              <p:cNvPr id="730" name="직사각형 729"/>
              <p:cNvSpPr/>
              <p:nvPr/>
            </p:nvSpPr>
            <p:spPr>
              <a:xfrm>
                <a:off x="-1968440" y="3130167"/>
                <a:ext cx="2950778" cy="1023168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lvl="1" algn="ctr">
                  <a:spcBef>
                    <a:spcPct val="0"/>
                  </a:spcBef>
                </a:pPr>
                <a:endParaRPr lang="ko-KR" altLang="en-US" spc="-100" dirty="0">
                  <a:solidFill>
                    <a:schemeClr val="bg1"/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  <a:cs typeface="+mj-cs"/>
                </a:endParaRPr>
              </a:p>
            </p:txBody>
          </p:sp>
          <p:sp>
            <p:nvSpPr>
              <p:cNvPr id="731" name="직사각형 730"/>
              <p:cNvSpPr/>
              <p:nvPr/>
            </p:nvSpPr>
            <p:spPr>
              <a:xfrm>
                <a:off x="-1973202" y="2908212"/>
                <a:ext cx="2950776" cy="228092"/>
              </a:xfrm>
              <a:prstGeom prst="rect">
                <a:avLst/>
              </a:pr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64875"/>
                <a:endParaRPr lang="ko-KR" altLang="en-US" sz="1900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728" name="Text Box 118"/>
            <p:cNvSpPr txBox="1">
              <a:spLocks noChangeArrowheads="1"/>
            </p:cNvSpPr>
            <p:nvPr/>
          </p:nvSpPr>
          <p:spPr bwMode="gray">
            <a:xfrm>
              <a:off x="600772" y="3762710"/>
              <a:ext cx="1761863" cy="1666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ctr">
              <a:spAutoFit/>
              <a:scene3d>
                <a:camera prst="orthographicFront"/>
                <a:lightRig rig="threePt" dir="t"/>
              </a:scene3d>
              <a:sp3d>
                <a:bevelT w="1270" h="6350"/>
              </a:sp3d>
            </a:bodyPr>
            <a:lstStyle>
              <a:defPPr>
                <a:defRPr lang="ko-KR"/>
              </a:defPPr>
              <a:lvl1pPr marL="342900" indent="-342900" defTabSz="1135063" eaLnBrk="0" hangingPunct="0">
                <a:tabLst>
                  <a:tab pos="6149975" algn="l"/>
                </a:tabLst>
              </a:lvl1pPr>
              <a:lvl2pPr marL="0" lvl="1" algn="ctr" defTabSz="1135063" eaLnBrk="0" latinLnBrk="0" hangingPunct="0">
                <a:lnSpc>
                  <a:spcPct val="90000"/>
                </a:lnSpc>
                <a:buClr>
                  <a:srgbClr val="3271AA"/>
                </a:buClr>
                <a:buSzPct val="140000"/>
                <a:tabLst>
                  <a:tab pos="6149975" algn="l"/>
                </a:tabLst>
                <a:defRPr sz="900">
                  <a:latin typeface="Rix고딕 B" pitchFamily="18" charset="-127"/>
                  <a:ea typeface="Rix고딕 B" pitchFamily="18" charset="-127"/>
                </a:defRPr>
              </a:lvl2pPr>
              <a:lvl3pPr marL="1143000" indent="-228600" defTabSz="1135063" eaLnBrk="0" hangingPunct="0">
                <a:tabLst>
                  <a:tab pos="6149975" algn="l"/>
                </a:tabLst>
              </a:lvl3pPr>
              <a:lvl4pPr marL="1600200" indent="-228600" defTabSz="1135063" eaLnBrk="0" hangingPunct="0">
                <a:tabLst>
                  <a:tab pos="6149975" algn="l"/>
                </a:tabLst>
              </a:lvl4pPr>
              <a:lvl5pPr marL="2057400" indent="-228600" defTabSz="1135063" eaLnBrk="0" hangingPunct="0">
                <a:tabLst>
                  <a:tab pos="6149975" algn="l"/>
                </a:tabLst>
              </a:lvl5pPr>
              <a:lvl6pPr marL="2514600" indent="-228600" defTabSz="1135063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6149975" algn="l"/>
                </a:tabLst>
              </a:lvl6pPr>
              <a:lvl7pPr marL="2971800" indent="-228600" defTabSz="1135063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6149975" algn="l"/>
                </a:tabLst>
              </a:lvl7pPr>
              <a:lvl8pPr marL="3429000" indent="-228600" defTabSz="1135063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6149975" algn="l"/>
                </a:tabLst>
              </a:lvl8pPr>
              <a:lvl9pPr marL="3886200" indent="-228600" defTabSz="1135063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6149975" algn="l"/>
                </a:tabLst>
              </a:lvl9pPr>
            </a:lstStyle>
            <a:p>
              <a:pPr lvl="1"/>
              <a:r>
                <a:rPr lang="ko-KR" altLang="en-US" sz="1200" spc="-100" dirty="0">
                  <a:solidFill>
                    <a:schemeClr val="bg1"/>
                  </a:solidFill>
                  <a:sym typeface="Symbol" pitchFamily="18" charset="2"/>
                </a:rPr>
                <a:t>라우팅 및 가상화</a:t>
              </a:r>
            </a:p>
          </p:txBody>
        </p:sp>
        <p:sp>
          <p:nvSpPr>
            <p:cNvPr id="729" name="TextBox 974"/>
            <p:cNvSpPr txBox="1">
              <a:spLocks noChangeArrowheads="1"/>
            </p:cNvSpPr>
            <p:nvPr/>
          </p:nvSpPr>
          <p:spPr bwMode="auto">
            <a:xfrm>
              <a:off x="379168" y="3998306"/>
              <a:ext cx="2149524" cy="7848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ko-KR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5pPr>
              <a:lvl6pPr marL="2286000" algn="l" defTabSz="914400" rtl="0" eaLnBrk="1" latinLnBrk="1" hangingPunct="1">
                <a:defRPr kumimoji="1" sz="1200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6pPr>
              <a:lvl7pPr marL="2743200" algn="l" defTabSz="914400" rtl="0" eaLnBrk="1" latinLnBrk="1" hangingPunct="1">
                <a:defRPr kumimoji="1" sz="1200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7pPr>
              <a:lvl8pPr marL="3200400" algn="l" defTabSz="914400" rtl="0" eaLnBrk="1" latinLnBrk="1" hangingPunct="1">
                <a:defRPr kumimoji="1" sz="1200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8pPr>
              <a:lvl9pPr marL="3657600" algn="l" defTabSz="914400" rtl="0" eaLnBrk="1" latinLnBrk="1" hangingPunct="1">
                <a:defRPr kumimoji="1" sz="1200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9pPr>
            </a:lstStyle>
            <a:p>
              <a:pPr marL="88900" indent="-88900" eaLnBrk="1" hangingPunct="1">
                <a:spcBef>
                  <a:spcPts val="300"/>
                </a:spcBef>
                <a:buFont typeface="Arial" pitchFamily="34" charset="0"/>
                <a:buChar char="•"/>
              </a:pPr>
              <a:r>
                <a:rPr lang="ko-KR" altLang="en-US" sz="1000" spc="-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Rix모던고딕 M" panose="02020603020101020101" pitchFamily="18" charset="-127"/>
                  <a:ea typeface="Rix모던고딕 M" panose="02020603020101020101" pitchFamily="18" charset="-127"/>
                </a:rPr>
                <a:t>기존 망과 </a:t>
              </a:r>
              <a:r>
                <a:rPr lang="en-US" altLang="ko-KR" sz="1000" spc="-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Rix모던고딕 M" panose="02020603020101020101" pitchFamily="18" charset="-127"/>
                  <a:ea typeface="Rix모던고딕 M" panose="02020603020101020101" pitchFamily="18" charset="-127"/>
                </a:rPr>
                <a:t>OSPF </a:t>
              </a:r>
              <a:r>
                <a:rPr lang="ko-KR" altLang="en-US" sz="1000" spc="-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Rix모던고딕 M" panose="02020603020101020101" pitchFamily="18" charset="-127"/>
                  <a:ea typeface="Rix모던고딕 M" panose="02020603020101020101" pitchFamily="18" charset="-127"/>
                </a:rPr>
                <a:t>연동</a:t>
              </a:r>
            </a:p>
            <a:p>
              <a:pPr marL="88900" indent="-88900" eaLnBrk="1" hangingPunct="1">
                <a:spcBef>
                  <a:spcPts val="300"/>
                </a:spcBef>
                <a:buFont typeface="Arial" pitchFamily="34" charset="0"/>
                <a:buChar char="•"/>
              </a:pPr>
              <a:r>
                <a:rPr lang="en-US" altLang="ko-KR" sz="1000" spc="-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Rix모던고딕 M" panose="02020603020101020101" pitchFamily="18" charset="-127"/>
                  <a:ea typeface="Rix모던고딕 M" panose="02020603020101020101" pitchFamily="18" charset="-127"/>
                </a:rPr>
                <a:t>VRRP (</a:t>
              </a:r>
              <a:r>
                <a:rPr lang="ko-KR" altLang="en-US" sz="1000" spc="-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Rix모던고딕 M" panose="02020603020101020101" pitchFamily="18" charset="-127"/>
                  <a:ea typeface="Rix모던고딕 M" panose="02020603020101020101" pitchFamily="18" charset="-127"/>
                </a:rPr>
                <a:t>혹은 </a:t>
              </a:r>
              <a:r>
                <a:rPr lang="en-US" altLang="ko-KR" sz="1000" spc="-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Rix모던고딕 M" panose="02020603020101020101" pitchFamily="18" charset="-127"/>
                  <a:ea typeface="Rix모던고딕 M" panose="02020603020101020101" pitchFamily="18" charset="-127"/>
                </a:rPr>
                <a:t>HSRP) </a:t>
              </a:r>
              <a:r>
                <a:rPr lang="ko-KR" altLang="en-US" sz="1000" spc="-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Rix모던고딕 M" panose="02020603020101020101" pitchFamily="18" charset="-127"/>
                  <a:ea typeface="Rix모던고딕 M" panose="02020603020101020101" pitchFamily="18" charset="-127"/>
                </a:rPr>
                <a:t>구성으로 </a:t>
              </a:r>
              <a:r>
                <a:rPr lang="ko-KR" altLang="en-US" sz="1000" spc="-5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Rix모던고딕 M" panose="02020603020101020101" pitchFamily="18" charset="-127"/>
                  <a:ea typeface="Rix모던고딕 M" panose="02020603020101020101" pitchFamily="18" charset="-127"/>
                </a:rPr>
                <a:t>장애 시 </a:t>
              </a:r>
              <a:r>
                <a:rPr lang="ko-KR" altLang="en-US" sz="1000" spc="-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Rix모던고딕 M" panose="02020603020101020101" pitchFamily="18" charset="-127"/>
                  <a:ea typeface="Rix모던고딕 M" panose="02020603020101020101" pitchFamily="18" charset="-127"/>
                </a:rPr>
                <a:t/>
              </a:r>
              <a:br>
                <a:rPr lang="ko-KR" altLang="en-US" sz="1000" spc="-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Rix모던고딕 M" panose="02020603020101020101" pitchFamily="18" charset="-127"/>
                  <a:ea typeface="Rix모던고딕 M" panose="02020603020101020101" pitchFamily="18" charset="-127"/>
                </a:rPr>
              </a:br>
              <a:r>
                <a:rPr lang="ko-KR" altLang="en-US" sz="1000" spc="-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Rix모던고딕 M" panose="02020603020101020101" pitchFamily="18" charset="-127"/>
                  <a:ea typeface="Rix모던고딕 M" panose="02020603020101020101" pitchFamily="18" charset="-127"/>
                </a:rPr>
                <a:t>자동 절체</a:t>
              </a:r>
            </a:p>
            <a:p>
              <a:pPr marL="88900" indent="-88900" eaLnBrk="1" hangingPunct="1">
                <a:spcBef>
                  <a:spcPts val="300"/>
                </a:spcBef>
                <a:buFont typeface="Arial" pitchFamily="34" charset="0"/>
                <a:buChar char="•"/>
              </a:pPr>
              <a:r>
                <a:rPr lang="en-US" altLang="ko-KR" sz="1000" spc="-5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Rix모던고딕 M" panose="02020603020101020101" pitchFamily="18" charset="-127"/>
                  <a:ea typeface="Rix모던고딕 M" panose="02020603020101020101" pitchFamily="18" charset="-127"/>
                </a:rPr>
                <a:t>vPC</a:t>
              </a:r>
              <a:r>
                <a:rPr lang="en-US" altLang="ko-KR" sz="1000" spc="-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Rix모던고딕 M" panose="02020603020101020101" pitchFamily="18" charset="-127"/>
                  <a:ea typeface="Rix모던고딕 M" panose="02020603020101020101" pitchFamily="18" charset="-127"/>
                </a:rPr>
                <a:t> </a:t>
              </a:r>
              <a:r>
                <a:rPr lang="ko-KR" altLang="en-US" sz="1000" spc="-5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Rix모던고딕 M" panose="02020603020101020101" pitchFamily="18" charset="-127"/>
                  <a:ea typeface="Rix모던고딕 M" panose="02020603020101020101" pitchFamily="18" charset="-127"/>
                </a:rPr>
                <a:t>기능 </a:t>
              </a:r>
              <a:r>
                <a:rPr lang="ko-KR" altLang="en-US" sz="1000" spc="-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Rix모던고딕 M" panose="02020603020101020101" pitchFamily="18" charset="-127"/>
                  <a:ea typeface="Rix모던고딕 M" panose="02020603020101020101" pitchFamily="18" charset="-127"/>
                </a:rPr>
                <a:t>구현 </a:t>
              </a:r>
              <a:r>
                <a:rPr lang="en-US" altLang="ko-KR" sz="1000" spc="-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Rix모던고딕 M" panose="02020603020101020101" pitchFamily="18" charset="-127"/>
                  <a:ea typeface="Rix모던고딕 M" panose="02020603020101020101" pitchFamily="18" charset="-127"/>
                </a:rPr>
                <a:t>: </a:t>
              </a:r>
              <a:r>
                <a:rPr lang="en-US" altLang="ko-KR" sz="1000" spc="-5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Rix모던고딕 M" panose="02020603020101020101" pitchFamily="18" charset="-127"/>
                  <a:ea typeface="Rix모던고딕 M" panose="02020603020101020101" pitchFamily="18" charset="-127"/>
                </a:rPr>
                <a:t>Loop-Free</a:t>
              </a:r>
              <a:endParaRPr lang="en-US" altLang="ko-KR" sz="10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endParaRPr>
            </a:p>
          </p:txBody>
        </p:sp>
      </p:grpSp>
      <p:grpSp>
        <p:nvGrpSpPr>
          <p:cNvPr id="732" name="그룹 731"/>
          <p:cNvGrpSpPr/>
          <p:nvPr/>
        </p:nvGrpSpPr>
        <p:grpSpPr>
          <a:xfrm>
            <a:off x="8084271" y="3576191"/>
            <a:ext cx="2247797" cy="1462045"/>
            <a:chOff x="349592" y="3724610"/>
            <a:chExt cx="2247797" cy="1462045"/>
          </a:xfrm>
        </p:grpSpPr>
        <p:grpSp>
          <p:nvGrpSpPr>
            <p:cNvPr id="733" name="그룹 732"/>
            <p:cNvGrpSpPr/>
            <p:nvPr/>
          </p:nvGrpSpPr>
          <p:grpSpPr>
            <a:xfrm>
              <a:off x="349592" y="3724610"/>
              <a:ext cx="2247797" cy="1462045"/>
              <a:chOff x="-1973202" y="2908212"/>
              <a:chExt cx="2955540" cy="1462045"/>
            </a:xfrm>
          </p:grpSpPr>
          <p:sp>
            <p:nvSpPr>
              <p:cNvPr id="738" name="직사각형 737"/>
              <p:cNvSpPr/>
              <p:nvPr/>
            </p:nvSpPr>
            <p:spPr>
              <a:xfrm>
                <a:off x="-1968440" y="3130167"/>
                <a:ext cx="2950778" cy="124009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lvl="1" algn="ctr">
                  <a:spcBef>
                    <a:spcPct val="0"/>
                  </a:spcBef>
                </a:pPr>
                <a:endParaRPr lang="ko-KR" altLang="en-US" spc="-100" dirty="0">
                  <a:solidFill>
                    <a:schemeClr val="bg1"/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  <a:cs typeface="+mj-cs"/>
                </a:endParaRPr>
              </a:p>
            </p:txBody>
          </p:sp>
          <p:sp>
            <p:nvSpPr>
              <p:cNvPr id="739" name="직사각형 738"/>
              <p:cNvSpPr/>
              <p:nvPr/>
            </p:nvSpPr>
            <p:spPr>
              <a:xfrm>
                <a:off x="-1973202" y="2908212"/>
                <a:ext cx="2950776" cy="228092"/>
              </a:xfrm>
              <a:prstGeom prst="rect">
                <a:avLst/>
              </a:pr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64875"/>
                <a:endParaRPr lang="ko-KR" altLang="en-US" sz="1900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734" name="Text Box 118"/>
            <p:cNvSpPr txBox="1">
              <a:spLocks noChangeArrowheads="1"/>
            </p:cNvSpPr>
            <p:nvPr/>
          </p:nvSpPr>
          <p:spPr bwMode="gray">
            <a:xfrm>
              <a:off x="600772" y="3762710"/>
              <a:ext cx="1761863" cy="1666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ctr">
              <a:spAutoFit/>
              <a:scene3d>
                <a:camera prst="orthographicFront"/>
                <a:lightRig rig="threePt" dir="t"/>
              </a:scene3d>
              <a:sp3d>
                <a:bevelT w="1270" h="6350"/>
              </a:sp3d>
            </a:bodyPr>
            <a:lstStyle>
              <a:defPPr>
                <a:defRPr lang="ko-KR"/>
              </a:defPPr>
              <a:lvl1pPr marL="342900" indent="-342900" defTabSz="1135063" eaLnBrk="0" hangingPunct="0">
                <a:tabLst>
                  <a:tab pos="6149975" algn="l"/>
                </a:tabLst>
              </a:lvl1pPr>
              <a:lvl2pPr marL="0" lvl="1" algn="ctr" defTabSz="1135063" eaLnBrk="0" latinLnBrk="0" hangingPunct="0">
                <a:lnSpc>
                  <a:spcPct val="90000"/>
                </a:lnSpc>
                <a:buClr>
                  <a:srgbClr val="3271AA"/>
                </a:buClr>
                <a:buSzPct val="140000"/>
                <a:tabLst>
                  <a:tab pos="6149975" algn="l"/>
                </a:tabLst>
                <a:defRPr sz="900">
                  <a:latin typeface="Rix고딕 B" pitchFamily="18" charset="-127"/>
                  <a:ea typeface="Rix고딕 B" pitchFamily="18" charset="-127"/>
                </a:defRPr>
              </a:lvl2pPr>
              <a:lvl3pPr marL="1143000" indent="-228600" defTabSz="1135063" eaLnBrk="0" hangingPunct="0">
                <a:tabLst>
                  <a:tab pos="6149975" algn="l"/>
                </a:tabLst>
              </a:lvl3pPr>
              <a:lvl4pPr marL="1600200" indent="-228600" defTabSz="1135063" eaLnBrk="0" hangingPunct="0">
                <a:tabLst>
                  <a:tab pos="6149975" algn="l"/>
                </a:tabLst>
              </a:lvl4pPr>
              <a:lvl5pPr marL="2057400" indent="-228600" defTabSz="1135063" eaLnBrk="0" hangingPunct="0">
                <a:tabLst>
                  <a:tab pos="6149975" algn="l"/>
                </a:tabLst>
              </a:lvl5pPr>
              <a:lvl6pPr marL="2514600" indent="-228600" defTabSz="1135063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6149975" algn="l"/>
                </a:tabLst>
              </a:lvl6pPr>
              <a:lvl7pPr marL="2971800" indent="-228600" defTabSz="1135063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6149975" algn="l"/>
                </a:tabLst>
              </a:lvl7pPr>
              <a:lvl8pPr marL="3429000" indent="-228600" defTabSz="1135063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6149975" algn="l"/>
                </a:tabLst>
              </a:lvl8pPr>
              <a:lvl9pPr marL="3886200" indent="-228600" defTabSz="1135063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6149975" algn="l"/>
                </a:tabLst>
              </a:lvl9pPr>
            </a:lstStyle>
            <a:p>
              <a:pPr lvl="1"/>
              <a:r>
                <a:rPr lang="ko-KR" altLang="en-US" sz="1200" spc="-100" dirty="0">
                  <a:solidFill>
                    <a:schemeClr val="bg1"/>
                  </a:solidFill>
                  <a:sym typeface="Symbol" pitchFamily="18" charset="2"/>
                </a:rPr>
                <a:t>케이블 연결</a:t>
              </a:r>
            </a:p>
          </p:txBody>
        </p:sp>
        <p:sp>
          <p:nvSpPr>
            <p:cNvPr id="735" name="TextBox 974"/>
            <p:cNvSpPr txBox="1">
              <a:spLocks noChangeArrowheads="1"/>
            </p:cNvSpPr>
            <p:nvPr/>
          </p:nvSpPr>
          <p:spPr bwMode="auto">
            <a:xfrm>
              <a:off x="379168" y="3998306"/>
              <a:ext cx="2149524" cy="11695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ko-KR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5pPr>
              <a:lvl6pPr marL="2286000" algn="l" defTabSz="914400" rtl="0" eaLnBrk="1" latinLnBrk="1" hangingPunct="1">
                <a:defRPr kumimoji="1" sz="1200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6pPr>
              <a:lvl7pPr marL="2743200" algn="l" defTabSz="914400" rtl="0" eaLnBrk="1" latinLnBrk="1" hangingPunct="1">
                <a:defRPr kumimoji="1" sz="1200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7pPr>
              <a:lvl8pPr marL="3200400" algn="l" defTabSz="914400" rtl="0" eaLnBrk="1" latinLnBrk="1" hangingPunct="1">
                <a:defRPr kumimoji="1" sz="1200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8pPr>
              <a:lvl9pPr marL="3657600" algn="l" defTabSz="914400" rtl="0" eaLnBrk="1" latinLnBrk="1" hangingPunct="1">
                <a:defRPr kumimoji="1" sz="1200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9pPr>
            </a:lstStyle>
            <a:p>
              <a:pPr marL="88900" indent="-88900" eaLnBrk="1" hangingPunct="1">
                <a:spcBef>
                  <a:spcPts val="300"/>
                </a:spcBef>
                <a:buFont typeface="Arial" pitchFamily="34" charset="0"/>
                <a:buChar char="•"/>
              </a:pPr>
              <a:r>
                <a:rPr lang="ko-KR" altLang="en-US" sz="1000" spc="-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Rix모던고딕 M" panose="02020603020101020101" pitchFamily="18" charset="-127"/>
                  <a:ea typeface="Rix모던고딕 M" panose="02020603020101020101" pitchFamily="18" charset="-127"/>
                </a:rPr>
                <a:t>빌딩 </a:t>
              </a:r>
              <a:r>
                <a:rPr lang="en-US" altLang="ko-KR" sz="1000" spc="-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Rix모던고딕 M" panose="02020603020101020101" pitchFamily="18" charset="-127"/>
                  <a:ea typeface="Rix모던고딕 M" panose="02020603020101020101" pitchFamily="18" charset="-127"/>
                </a:rPr>
                <a:t>to </a:t>
              </a:r>
              <a:r>
                <a:rPr lang="ko-KR" altLang="en-US" sz="1000" spc="-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Rix모던고딕 M" panose="02020603020101020101" pitchFamily="18" charset="-127"/>
                  <a:ea typeface="Rix모던고딕 M" panose="02020603020101020101" pitchFamily="18" charset="-127"/>
                </a:rPr>
                <a:t>빌딩 </a:t>
              </a:r>
              <a:r>
                <a:rPr lang="en-US" altLang="ko-KR" sz="1000" spc="-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Rix모던고딕 M" panose="02020603020101020101" pitchFamily="18" charset="-127"/>
                  <a:ea typeface="Rix모던고딕 M" panose="02020603020101020101" pitchFamily="18" charset="-127"/>
                </a:rPr>
                <a:t>: </a:t>
              </a:r>
              <a:r>
                <a:rPr lang="en-US" altLang="ko-KR" sz="1000" spc="-5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Rix모던고딕 M" panose="02020603020101020101" pitchFamily="18" charset="-127"/>
                  <a:ea typeface="Rix모던고딕 M" panose="02020603020101020101" pitchFamily="18" charset="-127"/>
                </a:rPr>
                <a:t>40G (20G </a:t>
              </a:r>
              <a:r>
                <a:rPr lang="en-US" altLang="ko-KR" sz="1000" spc="-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Rix모던고딕 M" panose="02020603020101020101" pitchFamily="18" charset="-127"/>
                  <a:ea typeface="Rix모던고딕 M" panose="02020603020101020101" pitchFamily="18" charset="-127"/>
                </a:rPr>
                <a:t>* 2)</a:t>
              </a:r>
            </a:p>
            <a:p>
              <a:pPr marL="88900" indent="-88900" eaLnBrk="1" hangingPunct="1">
                <a:spcBef>
                  <a:spcPts val="300"/>
                </a:spcBef>
                <a:buFont typeface="Arial" pitchFamily="34" charset="0"/>
                <a:buChar char="•"/>
              </a:pPr>
              <a:r>
                <a:rPr lang="ko-KR" altLang="en-US" sz="1000" spc="-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Rix모던고딕 M" panose="02020603020101020101" pitchFamily="18" charset="-127"/>
                  <a:ea typeface="Rix모던고딕 M" panose="02020603020101020101" pitchFamily="18" charset="-127"/>
                </a:rPr>
                <a:t>백본 </a:t>
              </a:r>
              <a:r>
                <a:rPr lang="en-US" altLang="ko-KR" sz="1000" spc="-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Rix모던고딕 M" panose="02020603020101020101" pitchFamily="18" charset="-127"/>
                  <a:ea typeface="Rix모던고딕 M" panose="02020603020101020101" pitchFamily="18" charset="-127"/>
                </a:rPr>
                <a:t>to </a:t>
              </a:r>
              <a:r>
                <a:rPr lang="ko-KR" altLang="en-US" sz="1000" spc="-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Rix모던고딕 M" panose="02020603020101020101" pitchFamily="18" charset="-127"/>
                  <a:ea typeface="Rix모던고딕 M" panose="02020603020101020101" pitchFamily="18" charset="-127"/>
                </a:rPr>
                <a:t>백본 </a:t>
              </a:r>
              <a:r>
                <a:rPr lang="en-US" altLang="ko-KR" sz="1000" spc="-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Rix모던고딕 M" panose="02020603020101020101" pitchFamily="18" charset="-127"/>
                  <a:ea typeface="Rix모던고딕 M" panose="02020603020101020101" pitchFamily="18" charset="-127"/>
                </a:rPr>
                <a:t>: 80G (40G * 2)</a:t>
              </a:r>
            </a:p>
            <a:p>
              <a:pPr marL="88900" indent="-88900" eaLnBrk="1" hangingPunct="1">
                <a:spcBef>
                  <a:spcPts val="300"/>
                </a:spcBef>
                <a:buFont typeface="Arial" pitchFamily="34" charset="0"/>
                <a:buChar char="•"/>
              </a:pPr>
              <a:r>
                <a:rPr lang="ko-KR" altLang="en-US" sz="1000" spc="-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Rix모던고딕 M" panose="02020603020101020101" pitchFamily="18" charset="-127"/>
                  <a:ea typeface="Rix모던고딕 M" panose="02020603020101020101" pitchFamily="18" charset="-127"/>
                </a:rPr>
                <a:t>백본 </a:t>
              </a:r>
              <a:r>
                <a:rPr lang="en-US" altLang="ko-KR" sz="1000" spc="-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Rix모던고딕 M" panose="02020603020101020101" pitchFamily="18" charset="-127"/>
                  <a:ea typeface="Rix모던고딕 M" panose="02020603020101020101" pitchFamily="18" charset="-127"/>
                </a:rPr>
                <a:t>to </a:t>
              </a:r>
              <a:r>
                <a:rPr lang="ko-KR" altLang="en-US" sz="1000" spc="-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Rix모던고딕 M" panose="02020603020101020101" pitchFamily="18" charset="-127"/>
                  <a:ea typeface="Rix모던고딕 M" panose="02020603020101020101" pitchFamily="18" charset="-127"/>
                </a:rPr>
                <a:t>워크그룹 </a:t>
              </a:r>
              <a:r>
                <a:rPr lang="en-US" altLang="ko-KR" sz="1000" spc="-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Rix모던고딕 M" panose="02020603020101020101" pitchFamily="18" charset="-127"/>
                  <a:ea typeface="Rix모던고딕 M" panose="02020603020101020101" pitchFamily="18" charset="-127"/>
                </a:rPr>
                <a:t>: 10G (</a:t>
              </a:r>
              <a:r>
                <a:rPr lang="ko-KR" altLang="en-US" sz="1000" spc="-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Rix모던고딕 M" panose="02020603020101020101" pitchFamily="18" charset="-127"/>
                  <a:ea typeface="Rix모던고딕 M" panose="02020603020101020101" pitchFamily="18" charset="-127"/>
                </a:rPr>
                <a:t>인트라넷 망</a:t>
              </a:r>
              <a:r>
                <a:rPr lang="en-US" altLang="ko-KR" sz="1000" spc="-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Rix모던고딕 M" panose="02020603020101020101" pitchFamily="18" charset="-127"/>
                  <a:ea typeface="Rix모던고딕 M" panose="02020603020101020101" pitchFamily="18" charset="-127"/>
                </a:rPr>
                <a:t>)</a:t>
              </a:r>
            </a:p>
            <a:p>
              <a:pPr marL="88900" indent="-88900" eaLnBrk="1" hangingPunct="1">
                <a:spcBef>
                  <a:spcPts val="300"/>
                </a:spcBef>
                <a:buFont typeface="Arial" pitchFamily="34" charset="0"/>
                <a:buChar char="•"/>
              </a:pPr>
              <a:r>
                <a:rPr lang="ko-KR" altLang="en-US" sz="1000" spc="-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Rix모던고딕 M" panose="02020603020101020101" pitchFamily="18" charset="-127"/>
                  <a:ea typeface="Rix모던고딕 M" panose="02020603020101020101" pitchFamily="18" charset="-127"/>
                </a:rPr>
                <a:t>백본 </a:t>
              </a:r>
              <a:r>
                <a:rPr lang="en-US" altLang="ko-KR" sz="1000" spc="-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Rix모던고딕 M" panose="02020603020101020101" pitchFamily="18" charset="-127"/>
                  <a:ea typeface="Rix모던고딕 M" panose="02020603020101020101" pitchFamily="18" charset="-127"/>
                </a:rPr>
                <a:t>to </a:t>
              </a:r>
              <a:r>
                <a:rPr lang="ko-KR" altLang="en-US" sz="1000" spc="-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Rix모던고딕 M" panose="02020603020101020101" pitchFamily="18" charset="-127"/>
                  <a:ea typeface="Rix모던고딕 M" panose="02020603020101020101" pitchFamily="18" charset="-127"/>
                </a:rPr>
                <a:t>워크그룹 </a:t>
              </a:r>
              <a:r>
                <a:rPr lang="en-US" altLang="ko-KR" sz="1000" spc="-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Rix모던고딕 M" panose="02020603020101020101" pitchFamily="18" charset="-127"/>
                  <a:ea typeface="Rix모던고딕 M" panose="02020603020101020101" pitchFamily="18" charset="-127"/>
                </a:rPr>
                <a:t>: 1G (</a:t>
              </a:r>
              <a:r>
                <a:rPr lang="ko-KR" altLang="en-US" sz="1000" spc="-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Rix모던고딕 M" panose="02020603020101020101" pitchFamily="18" charset="-127"/>
                  <a:ea typeface="Rix모던고딕 M" panose="02020603020101020101" pitchFamily="18" charset="-127"/>
                </a:rPr>
                <a:t>인터넷 망</a:t>
              </a:r>
              <a:r>
                <a:rPr lang="en-US" altLang="ko-KR" sz="1000" spc="-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Rix모던고딕 M" panose="02020603020101020101" pitchFamily="18" charset="-127"/>
                  <a:ea typeface="Rix모던고딕 M" panose="02020603020101020101" pitchFamily="18" charset="-127"/>
                </a:rPr>
                <a:t>)</a:t>
              </a:r>
            </a:p>
            <a:p>
              <a:pPr marL="88900" indent="-88900" eaLnBrk="1" hangingPunct="1">
                <a:spcBef>
                  <a:spcPts val="300"/>
                </a:spcBef>
                <a:buFont typeface="Arial" pitchFamily="34" charset="0"/>
                <a:buChar char="•"/>
              </a:pPr>
              <a:r>
                <a:rPr lang="ko-KR" altLang="en-US" sz="1000" spc="-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Rix모던고딕 M" panose="02020603020101020101" pitchFamily="18" charset="-127"/>
                  <a:ea typeface="Rix모던고딕 M" panose="02020603020101020101" pitchFamily="18" charset="-127"/>
                </a:rPr>
                <a:t>네트워크 구분 </a:t>
              </a:r>
              <a:r>
                <a:rPr lang="en-US" altLang="ko-KR" sz="1000" spc="-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Rix모던고딕 M" panose="02020603020101020101" pitchFamily="18" charset="-127"/>
                  <a:ea typeface="Rix모던고딕 M" panose="02020603020101020101" pitchFamily="18" charset="-127"/>
                </a:rPr>
                <a:t>(</a:t>
              </a:r>
              <a:r>
                <a:rPr lang="ko-KR" altLang="en-US" sz="1000" spc="-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Rix모던고딕 M" panose="02020603020101020101" pitchFamily="18" charset="-127"/>
                  <a:ea typeface="Rix모던고딕 M" panose="02020603020101020101" pitchFamily="18" charset="-127"/>
                </a:rPr>
                <a:t>인트라넷 </a:t>
              </a:r>
              <a:r>
                <a:rPr lang="en-US" altLang="ko-KR" sz="1000" spc="-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Rix모던고딕 M" panose="02020603020101020101" pitchFamily="18" charset="-127"/>
                  <a:ea typeface="Rix모던고딕 M" panose="02020603020101020101" pitchFamily="18" charset="-127"/>
                </a:rPr>
                <a:t>: </a:t>
              </a:r>
              <a:r>
                <a:rPr lang="ko-KR" altLang="en-US" sz="1000" spc="-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Rix모던고딕 M" panose="02020603020101020101" pitchFamily="18" charset="-127"/>
                  <a:ea typeface="Rix모던고딕 M" panose="02020603020101020101" pitchFamily="18" charset="-127"/>
                </a:rPr>
                <a:t>파란색</a:t>
              </a:r>
              <a:r>
                <a:rPr lang="en-US" altLang="ko-KR" sz="1000" spc="-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Rix모던고딕 M" panose="02020603020101020101" pitchFamily="18" charset="-127"/>
                  <a:ea typeface="Rix모던고딕 M" panose="02020603020101020101" pitchFamily="18" charset="-127"/>
                </a:rPr>
                <a:t>, </a:t>
              </a:r>
              <a:br>
                <a:rPr lang="en-US" altLang="ko-KR" sz="1000" spc="-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Rix모던고딕 M" panose="02020603020101020101" pitchFamily="18" charset="-127"/>
                  <a:ea typeface="Rix모던고딕 M" panose="02020603020101020101" pitchFamily="18" charset="-127"/>
                </a:rPr>
              </a:br>
              <a:r>
                <a:rPr lang="en-US" altLang="ko-KR" sz="1000" spc="-5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Rix모던고딕 M" panose="02020603020101020101" pitchFamily="18" charset="-127"/>
                  <a:ea typeface="Rix모던고딕 M" panose="02020603020101020101" pitchFamily="18" charset="-127"/>
                </a:rPr>
                <a:t>                           </a:t>
              </a:r>
              <a:r>
                <a:rPr lang="ko-KR" altLang="en-US" sz="1000" spc="-5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Rix모던고딕 M" panose="02020603020101020101" pitchFamily="18" charset="-127"/>
                  <a:ea typeface="Rix모던고딕 M" panose="02020603020101020101" pitchFamily="18" charset="-127"/>
                </a:rPr>
                <a:t>인터넷 </a:t>
              </a:r>
              <a:r>
                <a:rPr lang="en-US" altLang="ko-KR" sz="1000" spc="-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Rix모던고딕 M" panose="02020603020101020101" pitchFamily="18" charset="-127"/>
                  <a:ea typeface="Rix모던고딕 M" panose="02020603020101020101" pitchFamily="18" charset="-127"/>
                </a:rPr>
                <a:t>: </a:t>
              </a:r>
              <a:r>
                <a:rPr lang="ko-KR" altLang="en-US" sz="1000" spc="-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Rix모던고딕 M" panose="02020603020101020101" pitchFamily="18" charset="-127"/>
                  <a:ea typeface="Rix모던고딕 M" panose="02020603020101020101" pitchFamily="18" charset="-127"/>
                </a:rPr>
                <a:t>빨간색</a:t>
              </a:r>
              <a:r>
                <a:rPr lang="en-US" altLang="ko-KR" sz="1000" spc="-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Rix모던고딕 M" panose="02020603020101020101" pitchFamily="18" charset="-127"/>
                  <a:ea typeface="Rix모던고딕 M" panose="02020603020101020101" pitchFamily="18" charset="-127"/>
                </a:rPr>
                <a:t>)</a:t>
              </a:r>
            </a:p>
          </p:txBody>
        </p:sp>
      </p:grpSp>
      <p:grpSp>
        <p:nvGrpSpPr>
          <p:cNvPr id="740" name="그룹 739"/>
          <p:cNvGrpSpPr/>
          <p:nvPr/>
        </p:nvGrpSpPr>
        <p:grpSpPr>
          <a:xfrm>
            <a:off x="8084271" y="5110656"/>
            <a:ext cx="2247797" cy="1397453"/>
            <a:chOff x="349592" y="3724610"/>
            <a:chExt cx="2247797" cy="1397453"/>
          </a:xfrm>
        </p:grpSpPr>
        <p:grpSp>
          <p:nvGrpSpPr>
            <p:cNvPr id="741" name="그룹 740"/>
            <p:cNvGrpSpPr/>
            <p:nvPr/>
          </p:nvGrpSpPr>
          <p:grpSpPr>
            <a:xfrm>
              <a:off x="349592" y="3724610"/>
              <a:ext cx="2247797" cy="1397453"/>
              <a:chOff x="-1973202" y="2908212"/>
              <a:chExt cx="2955540" cy="1397453"/>
            </a:xfrm>
          </p:grpSpPr>
          <p:sp>
            <p:nvSpPr>
              <p:cNvPr id="744" name="직사각형 743"/>
              <p:cNvSpPr/>
              <p:nvPr/>
            </p:nvSpPr>
            <p:spPr>
              <a:xfrm>
                <a:off x="-1968440" y="3130166"/>
                <a:ext cx="2950778" cy="1175499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lvl="1" algn="ctr">
                  <a:spcBef>
                    <a:spcPct val="0"/>
                  </a:spcBef>
                </a:pPr>
                <a:endParaRPr lang="ko-KR" altLang="en-US" spc="-100" dirty="0">
                  <a:solidFill>
                    <a:schemeClr val="bg1"/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  <a:cs typeface="+mj-cs"/>
                </a:endParaRPr>
              </a:p>
            </p:txBody>
          </p:sp>
          <p:sp>
            <p:nvSpPr>
              <p:cNvPr id="745" name="직사각형 744"/>
              <p:cNvSpPr/>
              <p:nvPr/>
            </p:nvSpPr>
            <p:spPr>
              <a:xfrm>
                <a:off x="-1973202" y="2908212"/>
                <a:ext cx="2950776" cy="228092"/>
              </a:xfrm>
              <a:prstGeom prst="rect">
                <a:avLst/>
              </a:pr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64875"/>
                <a:endParaRPr lang="ko-KR" altLang="en-US" sz="1900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742" name="Text Box 118"/>
            <p:cNvSpPr txBox="1">
              <a:spLocks noChangeArrowheads="1"/>
            </p:cNvSpPr>
            <p:nvPr/>
          </p:nvSpPr>
          <p:spPr bwMode="gray">
            <a:xfrm>
              <a:off x="600772" y="3762710"/>
              <a:ext cx="1761863" cy="1666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ctr">
              <a:spAutoFit/>
              <a:scene3d>
                <a:camera prst="orthographicFront"/>
                <a:lightRig rig="threePt" dir="t"/>
              </a:scene3d>
              <a:sp3d>
                <a:bevelT w="1270" h="6350"/>
              </a:sp3d>
            </a:bodyPr>
            <a:lstStyle>
              <a:defPPr>
                <a:defRPr lang="ko-KR"/>
              </a:defPPr>
              <a:lvl1pPr marL="342900" indent="-342900" defTabSz="1135063" eaLnBrk="0" hangingPunct="0">
                <a:tabLst>
                  <a:tab pos="6149975" algn="l"/>
                </a:tabLst>
              </a:lvl1pPr>
              <a:lvl2pPr marL="0" lvl="1" algn="ctr" defTabSz="1135063" eaLnBrk="0" latinLnBrk="0" hangingPunct="0">
                <a:lnSpc>
                  <a:spcPct val="90000"/>
                </a:lnSpc>
                <a:buClr>
                  <a:srgbClr val="3271AA"/>
                </a:buClr>
                <a:buSzPct val="140000"/>
                <a:tabLst>
                  <a:tab pos="6149975" algn="l"/>
                </a:tabLst>
                <a:defRPr sz="900">
                  <a:latin typeface="Rix고딕 B" pitchFamily="18" charset="-127"/>
                  <a:ea typeface="Rix고딕 B" pitchFamily="18" charset="-127"/>
                </a:defRPr>
              </a:lvl2pPr>
              <a:lvl3pPr marL="1143000" indent="-228600" defTabSz="1135063" eaLnBrk="0" hangingPunct="0">
                <a:tabLst>
                  <a:tab pos="6149975" algn="l"/>
                </a:tabLst>
              </a:lvl3pPr>
              <a:lvl4pPr marL="1600200" indent="-228600" defTabSz="1135063" eaLnBrk="0" hangingPunct="0">
                <a:tabLst>
                  <a:tab pos="6149975" algn="l"/>
                </a:tabLst>
              </a:lvl4pPr>
              <a:lvl5pPr marL="2057400" indent="-228600" defTabSz="1135063" eaLnBrk="0" hangingPunct="0">
                <a:tabLst>
                  <a:tab pos="6149975" algn="l"/>
                </a:tabLst>
              </a:lvl5pPr>
              <a:lvl6pPr marL="2514600" indent="-228600" defTabSz="1135063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6149975" algn="l"/>
                </a:tabLst>
              </a:lvl6pPr>
              <a:lvl7pPr marL="2971800" indent="-228600" defTabSz="1135063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6149975" algn="l"/>
                </a:tabLst>
              </a:lvl7pPr>
              <a:lvl8pPr marL="3429000" indent="-228600" defTabSz="1135063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6149975" algn="l"/>
                </a:tabLst>
              </a:lvl8pPr>
              <a:lvl9pPr marL="3886200" indent="-228600" defTabSz="1135063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6149975" algn="l"/>
                </a:tabLst>
              </a:lvl9pPr>
            </a:lstStyle>
            <a:p>
              <a:pPr lvl="1"/>
              <a:r>
                <a:rPr lang="en-US" altLang="ko-KR" sz="1200" spc="-100" dirty="0">
                  <a:solidFill>
                    <a:schemeClr val="bg1"/>
                  </a:solidFill>
                  <a:sym typeface="Symbol" pitchFamily="18" charset="2"/>
                </a:rPr>
                <a:t>IP </a:t>
              </a:r>
              <a:r>
                <a:rPr lang="ko-KR" altLang="en-US" sz="1200" spc="-100" dirty="0">
                  <a:solidFill>
                    <a:schemeClr val="bg1"/>
                  </a:solidFill>
                  <a:sym typeface="Symbol" pitchFamily="18" charset="2"/>
                </a:rPr>
                <a:t>주소 체계</a:t>
              </a:r>
            </a:p>
          </p:txBody>
        </p:sp>
        <p:sp>
          <p:nvSpPr>
            <p:cNvPr id="743" name="TextBox 974"/>
            <p:cNvSpPr txBox="1">
              <a:spLocks noChangeArrowheads="1"/>
            </p:cNvSpPr>
            <p:nvPr/>
          </p:nvSpPr>
          <p:spPr bwMode="auto">
            <a:xfrm>
              <a:off x="379168" y="3998306"/>
              <a:ext cx="2214598" cy="9387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ko-KR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5pPr>
              <a:lvl6pPr marL="2286000" algn="l" defTabSz="914400" rtl="0" eaLnBrk="1" latinLnBrk="1" hangingPunct="1">
                <a:defRPr kumimoji="1" sz="1200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6pPr>
              <a:lvl7pPr marL="2743200" algn="l" defTabSz="914400" rtl="0" eaLnBrk="1" latinLnBrk="1" hangingPunct="1">
                <a:defRPr kumimoji="1" sz="1200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7pPr>
              <a:lvl8pPr marL="3200400" algn="l" defTabSz="914400" rtl="0" eaLnBrk="1" latinLnBrk="1" hangingPunct="1">
                <a:defRPr kumimoji="1" sz="1200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8pPr>
              <a:lvl9pPr marL="3657600" algn="l" defTabSz="914400" rtl="0" eaLnBrk="1" latinLnBrk="1" hangingPunct="1">
                <a:defRPr kumimoji="1" sz="1200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9pPr>
            </a:lstStyle>
            <a:p>
              <a:pPr marL="88900" indent="-88900" eaLnBrk="1" hangingPunct="1">
                <a:spcBef>
                  <a:spcPts val="300"/>
                </a:spcBef>
                <a:buFont typeface="Arial" pitchFamily="34" charset="0"/>
                <a:buChar char="•"/>
              </a:pPr>
              <a:r>
                <a:rPr lang="ko-KR" altLang="en-US" sz="1000" spc="-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Rix모던고딕 M" panose="02020603020101020101" pitchFamily="18" charset="-127"/>
                  <a:ea typeface="Rix모던고딕 M" panose="02020603020101020101" pitchFamily="18" charset="-127"/>
                </a:rPr>
                <a:t>백본 </a:t>
              </a:r>
              <a:r>
                <a:rPr lang="en-US" altLang="ko-KR" sz="1000" spc="-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Rix모던고딕 M" panose="02020603020101020101" pitchFamily="18" charset="-127"/>
                  <a:ea typeface="Rix모던고딕 M" panose="02020603020101020101" pitchFamily="18" charset="-127"/>
                </a:rPr>
                <a:t>Main, Back-up </a:t>
              </a:r>
              <a:r>
                <a:rPr lang="ko-KR" altLang="en-US" sz="1000" spc="-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Rix모던고딕 M" panose="02020603020101020101" pitchFamily="18" charset="-127"/>
                  <a:ea typeface="Rix모던고딕 M" panose="02020603020101020101" pitchFamily="18" charset="-127"/>
                </a:rPr>
                <a:t>스위치의 </a:t>
              </a:r>
              <a:r>
                <a:rPr lang="en-US" altLang="ko-KR" sz="1000" spc="-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Rix모던고딕 M" panose="02020603020101020101" pitchFamily="18" charset="-127"/>
                  <a:ea typeface="Rix모던고딕 M" panose="02020603020101020101" pitchFamily="18" charset="-127"/>
                </a:rPr>
                <a:t>interface </a:t>
              </a:r>
              <a:r>
                <a:rPr lang="ko-KR" altLang="en-US" sz="1000" spc="-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Rix모던고딕 M" panose="02020603020101020101" pitchFamily="18" charset="-127"/>
                  <a:ea typeface="Rix모던고딕 M" panose="02020603020101020101" pitchFamily="18" charset="-127"/>
                </a:rPr>
                <a:t>별 </a:t>
              </a:r>
              <a:r>
                <a:rPr lang="en-US" altLang="ko-KR" sz="1000" spc="-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Rix모던고딕 M" panose="02020603020101020101" pitchFamily="18" charset="-127"/>
                  <a:ea typeface="Rix모던고딕 M" panose="02020603020101020101" pitchFamily="18" charset="-127"/>
                </a:rPr>
                <a:t>IP </a:t>
              </a:r>
              <a:r>
                <a:rPr lang="ko-KR" altLang="en-US" sz="1000" spc="-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Rix모던고딕 M" panose="02020603020101020101" pitchFamily="18" charset="-127"/>
                  <a:ea typeface="Rix모던고딕 M" panose="02020603020101020101" pitchFamily="18" charset="-127"/>
                </a:rPr>
                <a:t>주소 체계 규정</a:t>
              </a:r>
            </a:p>
            <a:p>
              <a:pPr marL="88900" indent="-88900" eaLnBrk="1" hangingPunct="1">
                <a:spcBef>
                  <a:spcPts val="300"/>
                </a:spcBef>
                <a:buFont typeface="Arial" pitchFamily="34" charset="0"/>
                <a:buChar char="•"/>
              </a:pPr>
              <a:r>
                <a:rPr lang="ko-KR" altLang="en-US" sz="1000" spc="-6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Rix모던고딕 M" panose="02020603020101020101" pitchFamily="18" charset="-127"/>
                  <a:ea typeface="Rix모던고딕 M" panose="02020603020101020101" pitchFamily="18" charset="-127"/>
                </a:rPr>
                <a:t>기관별 </a:t>
              </a:r>
              <a:r>
                <a:rPr lang="en-US" altLang="ko-KR" sz="1000" spc="-6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Rix모던고딕 M" panose="02020603020101020101" pitchFamily="18" charset="-127"/>
                  <a:ea typeface="Rix모던고딕 M" panose="02020603020101020101" pitchFamily="18" charset="-127"/>
                </a:rPr>
                <a:t>(</a:t>
              </a:r>
              <a:r>
                <a:rPr lang="ko-KR" altLang="en-US" sz="1000" spc="-6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Rix모던고딕 M" panose="02020603020101020101" pitchFamily="18" charset="-127"/>
                  <a:ea typeface="Rix모던고딕 M" panose="02020603020101020101" pitchFamily="18" charset="-127"/>
                </a:rPr>
                <a:t>혹은 층별</a:t>
              </a:r>
              <a:r>
                <a:rPr lang="en-US" altLang="ko-KR" sz="1000" spc="-6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Rix모던고딕 M" panose="02020603020101020101" pitchFamily="18" charset="-127"/>
                  <a:ea typeface="Rix모던고딕 M" panose="02020603020101020101" pitchFamily="18" charset="-127"/>
                </a:rPr>
                <a:t>) IP </a:t>
              </a:r>
              <a:r>
                <a:rPr lang="ko-KR" altLang="en-US" sz="1000" spc="-6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Rix모던고딕 M" panose="02020603020101020101" pitchFamily="18" charset="-127"/>
                  <a:ea typeface="Rix모던고딕 M" panose="02020603020101020101" pitchFamily="18" charset="-127"/>
                </a:rPr>
                <a:t>주소의 체계적 </a:t>
              </a:r>
              <a:r>
                <a:rPr lang="ko-KR" altLang="en-US" sz="1000" spc="-6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Rix모던고딕 M" panose="02020603020101020101" pitchFamily="18" charset="-127"/>
                  <a:ea typeface="Rix모던고딕 M" panose="02020603020101020101" pitchFamily="18" charset="-127"/>
                </a:rPr>
                <a:t>구분</a:t>
              </a:r>
              <a:endParaRPr lang="ko-KR" altLang="en-US" sz="1000" spc="-60" dirty="0">
                <a:solidFill>
                  <a:schemeClr val="tx1">
                    <a:lumMod val="75000"/>
                    <a:lumOff val="25000"/>
                  </a:schemeClr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endParaRPr>
            </a:p>
            <a:p>
              <a:pPr marL="88900" indent="-88900" eaLnBrk="1" hangingPunct="1">
                <a:spcBef>
                  <a:spcPts val="300"/>
                </a:spcBef>
                <a:buFont typeface="Arial" pitchFamily="34" charset="0"/>
                <a:buChar char="•"/>
              </a:pPr>
              <a:r>
                <a:rPr lang="ko-KR" altLang="en-US" sz="1000" spc="-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Rix모던고딕 M" panose="02020603020101020101" pitchFamily="18" charset="-127"/>
                  <a:ea typeface="Rix모던고딕 M" panose="02020603020101020101" pitchFamily="18" charset="-127"/>
                </a:rPr>
                <a:t>동일 </a:t>
              </a:r>
              <a:r>
                <a:rPr lang="en-US" altLang="ko-KR" sz="1000" spc="-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Rix모던고딕 M" panose="02020603020101020101" pitchFamily="18" charset="-127"/>
                  <a:ea typeface="Rix모던고딕 M" panose="02020603020101020101" pitchFamily="18" charset="-127"/>
                </a:rPr>
                <a:t>IP network </a:t>
              </a:r>
              <a:r>
                <a:rPr lang="ko-KR" altLang="en-US" sz="1000" spc="-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Rix모던고딕 M" panose="02020603020101020101" pitchFamily="18" charset="-127"/>
                  <a:ea typeface="Rix모던고딕 M" panose="02020603020101020101" pitchFamily="18" charset="-127"/>
                </a:rPr>
                <a:t>대역에서 네트워크 </a:t>
              </a:r>
              <a:r>
                <a:rPr lang="en-US" altLang="ko-KR" sz="1000" spc="-5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Rix모던고딕 M" panose="02020603020101020101" pitchFamily="18" charset="-127"/>
                  <a:ea typeface="Rix모던고딕 M" panose="02020603020101020101" pitchFamily="18" charset="-127"/>
                </a:rPr>
                <a:t/>
              </a:r>
              <a:br>
                <a:rPr lang="en-US" altLang="ko-KR" sz="1000" spc="-5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Rix모던고딕 M" panose="02020603020101020101" pitchFamily="18" charset="-127"/>
                  <a:ea typeface="Rix모던고딕 M" panose="02020603020101020101" pitchFamily="18" charset="-127"/>
                </a:rPr>
              </a:br>
              <a:r>
                <a:rPr lang="ko-KR" altLang="en-US" sz="1000" spc="-6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Rix모던고딕 M" panose="02020603020101020101" pitchFamily="18" charset="-127"/>
                  <a:ea typeface="Rix모던고딕 M" panose="02020603020101020101" pitchFamily="18" charset="-127"/>
                </a:rPr>
                <a:t>장비와 </a:t>
              </a:r>
              <a:r>
                <a:rPr lang="en-US" altLang="ko-KR" sz="1000" spc="-6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Rix모던고딕 M" panose="02020603020101020101" pitchFamily="18" charset="-127"/>
                  <a:ea typeface="Rix모던고딕 M" panose="02020603020101020101" pitchFamily="18" charset="-127"/>
                </a:rPr>
                <a:t>PC, printer </a:t>
              </a:r>
              <a:r>
                <a:rPr lang="ko-KR" altLang="en-US" sz="1000" spc="-6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Rix모던고딕 M" panose="02020603020101020101" pitchFamily="18" charset="-127"/>
                  <a:ea typeface="Rix모던고딕 M" panose="02020603020101020101" pitchFamily="18" charset="-127"/>
                </a:rPr>
                <a:t>등 단말장비 영역 구분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734580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8" name="직사각형 727"/>
          <p:cNvSpPr/>
          <p:nvPr/>
        </p:nvSpPr>
        <p:spPr>
          <a:xfrm>
            <a:off x="247735" y="1848005"/>
            <a:ext cx="3210660" cy="5346189"/>
          </a:xfrm>
          <a:prstGeom prst="rect">
            <a:avLst/>
          </a:prstGeom>
          <a:gradFill>
            <a:gsLst>
              <a:gs pos="0">
                <a:schemeClr val="bg1">
                  <a:lumMod val="85000"/>
                </a:schemeClr>
              </a:gs>
              <a:gs pos="47000">
                <a:schemeClr val="bg1"/>
              </a:gs>
              <a:gs pos="82000">
                <a:schemeClr val="bg1">
                  <a:lumMod val="85000"/>
                </a:schemeClr>
              </a:gs>
              <a:gs pos="100000">
                <a:schemeClr val="bg1">
                  <a:lumMod val="65000"/>
                </a:schemeClr>
              </a:gs>
            </a:gsLst>
            <a:lin ang="2700000" scaled="0"/>
          </a:gradFill>
          <a:ln w="19050">
            <a:noFill/>
          </a:ln>
          <a:effectLst>
            <a:innerShdw blurRad="50800">
              <a:prstClr val="black">
                <a:alpha val="83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3075" name="Picture 3" descr="G:\work\다원아이씨티\국방전산정보원\이미지들-15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1396" y="2054526"/>
            <a:ext cx="2414587" cy="46974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777" name="그룹 776"/>
          <p:cNvGrpSpPr/>
          <p:nvPr/>
        </p:nvGrpSpPr>
        <p:grpSpPr>
          <a:xfrm>
            <a:off x="3624634" y="1525319"/>
            <a:ext cx="6694518" cy="2402583"/>
            <a:chOff x="3624634" y="1525319"/>
            <a:chExt cx="6694518" cy="2402583"/>
          </a:xfrm>
        </p:grpSpPr>
        <p:grpSp>
          <p:nvGrpSpPr>
            <p:cNvPr id="778" name="그룹 777"/>
            <p:cNvGrpSpPr/>
            <p:nvPr/>
          </p:nvGrpSpPr>
          <p:grpSpPr>
            <a:xfrm>
              <a:off x="3864199" y="1641146"/>
              <a:ext cx="2386352" cy="1992753"/>
              <a:chOff x="3778474" y="1641146"/>
              <a:chExt cx="2386352" cy="1992753"/>
            </a:xfrm>
          </p:grpSpPr>
          <p:sp>
            <p:nvSpPr>
              <p:cNvPr id="784" name="타원 783"/>
              <p:cNvSpPr/>
              <p:nvPr/>
            </p:nvSpPr>
            <p:spPr>
              <a:xfrm>
                <a:off x="4165159" y="1641146"/>
                <a:ext cx="1999667" cy="1992753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dirty="0"/>
              </a:p>
            </p:txBody>
          </p:sp>
          <p:pic>
            <p:nvPicPr>
              <p:cNvPr id="785" name="Picture 2"/>
              <p:cNvPicPr preferRelativeResize="0">
                <a:picLocks noChangeArrowheads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464634" y="2122212"/>
                <a:ext cx="612971" cy="116396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pic>
            <p:nvPicPr>
              <p:cNvPr id="786" name="Picture 2"/>
              <p:cNvPicPr preferRelativeResize="0">
                <a:picLocks noChangeArrowheads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236915" y="2122212"/>
                <a:ext cx="612971" cy="116396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sp>
            <p:nvSpPr>
              <p:cNvPr id="787" name="Text Box 3"/>
              <p:cNvSpPr txBox="1">
                <a:spLocks noChangeArrowheads="1"/>
              </p:cNvSpPr>
              <p:nvPr/>
            </p:nvSpPr>
            <p:spPr bwMode="auto">
              <a:xfrm>
                <a:off x="5267232" y="3333567"/>
                <a:ext cx="591509" cy="184666"/>
              </a:xfrm>
              <a:prstGeom prst="rect">
                <a:avLst/>
              </a:prstGeom>
              <a:noFill/>
              <a:extLst/>
            </p:spPr>
            <p:txBody>
              <a:bodyPr wrap="none" lIns="0" tIns="0" rIns="0" bIns="0" rtlCol="0">
                <a:spAutoFit/>
              </a:bodyPr>
              <a:lstStyle>
                <a:defPPr>
                  <a:defRPr lang="ko-KR"/>
                </a:defPPr>
                <a:lvl1pPr algn="ctr">
                  <a:defRPr sz="1200"/>
                </a:lvl1pPr>
              </a:lstStyle>
              <a:p>
                <a:r>
                  <a:rPr lang="ko-KR" altLang="en-US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Rix고딕 M" pitchFamily="18" charset="-127"/>
                    <a:ea typeface="Rix고딕 M" pitchFamily="18" charset="-127"/>
                  </a:rPr>
                  <a:t>인터넷 랙</a:t>
                </a:r>
                <a:endParaRPr lang="en-US" altLang="ko-KR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Rix고딕 M" pitchFamily="18" charset="-127"/>
                  <a:ea typeface="Rix고딕 M" pitchFamily="18" charset="-127"/>
                </a:endParaRPr>
              </a:p>
            </p:txBody>
          </p:sp>
          <p:sp>
            <p:nvSpPr>
              <p:cNvPr id="805" name="Text Box 3"/>
              <p:cNvSpPr txBox="1">
                <a:spLocks noChangeArrowheads="1"/>
              </p:cNvSpPr>
              <p:nvPr/>
            </p:nvSpPr>
            <p:spPr bwMode="auto">
              <a:xfrm>
                <a:off x="4441339" y="3333567"/>
                <a:ext cx="729366" cy="184666"/>
              </a:xfrm>
              <a:prstGeom prst="rect">
                <a:avLst/>
              </a:prstGeom>
              <a:noFill/>
              <a:extLst/>
            </p:spPr>
            <p:txBody>
              <a:bodyPr wrap="none" lIns="0" tIns="0" rIns="0" bIns="0" rtlCol="0">
                <a:spAutoFit/>
              </a:bodyPr>
              <a:lstStyle>
                <a:defPPr>
                  <a:defRPr lang="ko-KR"/>
                </a:defPPr>
                <a:lvl1pPr algn="ctr">
                  <a:defRPr sz="1200"/>
                </a:lvl1pPr>
              </a:lstStyle>
              <a:p>
                <a:r>
                  <a:rPr lang="ko-KR" altLang="en-US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Rix고딕 M" pitchFamily="18" charset="-127"/>
                    <a:ea typeface="Rix고딕 M" pitchFamily="18" charset="-127"/>
                  </a:rPr>
                  <a:t>인트라넷 랙</a:t>
                </a:r>
                <a:endParaRPr lang="en-US" altLang="ko-KR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Rix고딕 M" pitchFamily="18" charset="-127"/>
                  <a:ea typeface="Rix고딕 M" pitchFamily="18" charset="-127"/>
                </a:endParaRPr>
              </a:p>
            </p:txBody>
          </p:sp>
          <p:cxnSp>
            <p:nvCxnSpPr>
              <p:cNvPr id="831" name="직선 연결선 830"/>
              <p:cNvCxnSpPr/>
              <p:nvPr/>
            </p:nvCxnSpPr>
            <p:spPr>
              <a:xfrm flipH="1">
                <a:off x="3778474" y="1986986"/>
                <a:ext cx="1105342" cy="0"/>
              </a:xfrm>
              <a:prstGeom prst="line">
                <a:avLst/>
              </a:prstGeom>
              <a:ln w="9525">
                <a:solidFill>
                  <a:schemeClr val="tx1"/>
                </a:solidFill>
                <a:headEnd type="none" w="sm" len="sm"/>
                <a:tailEnd type="oval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7" name="직선 연결선 856"/>
              <p:cNvCxnSpPr/>
              <p:nvPr/>
            </p:nvCxnSpPr>
            <p:spPr>
              <a:xfrm>
                <a:off x="3863088" y="1986986"/>
                <a:ext cx="0" cy="76768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78" name="직선 연결선 977"/>
              <p:cNvCxnSpPr/>
              <p:nvPr/>
            </p:nvCxnSpPr>
            <p:spPr>
              <a:xfrm>
                <a:off x="3947569" y="1986986"/>
                <a:ext cx="0" cy="76768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80" name="직선 연결선 979"/>
              <p:cNvCxnSpPr/>
              <p:nvPr/>
            </p:nvCxnSpPr>
            <p:spPr>
              <a:xfrm>
                <a:off x="4032051" y="1986986"/>
                <a:ext cx="0" cy="76768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82" name="직선 연결선 981"/>
              <p:cNvCxnSpPr/>
              <p:nvPr/>
            </p:nvCxnSpPr>
            <p:spPr>
              <a:xfrm>
                <a:off x="4116532" y="1986986"/>
                <a:ext cx="0" cy="76768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83" name="직선 연결선 982"/>
              <p:cNvCxnSpPr/>
              <p:nvPr/>
            </p:nvCxnSpPr>
            <p:spPr>
              <a:xfrm>
                <a:off x="4201014" y="1986986"/>
                <a:ext cx="0" cy="76768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84" name="직선 연결선 983"/>
              <p:cNvCxnSpPr/>
              <p:nvPr/>
            </p:nvCxnSpPr>
            <p:spPr>
              <a:xfrm>
                <a:off x="4285495" y="1986986"/>
                <a:ext cx="0" cy="76768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18" name="직선 연결선 1017"/>
              <p:cNvCxnSpPr/>
              <p:nvPr/>
            </p:nvCxnSpPr>
            <p:spPr>
              <a:xfrm>
                <a:off x="4454457" y="1986986"/>
                <a:ext cx="0" cy="76768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19" name="직선 연결선 1018"/>
              <p:cNvCxnSpPr/>
              <p:nvPr/>
            </p:nvCxnSpPr>
            <p:spPr>
              <a:xfrm>
                <a:off x="4623421" y="1986986"/>
                <a:ext cx="0" cy="76768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20" name="직선 연결선 1019"/>
              <p:cNvCxnSpPr/>
              <p:nvPr/>
            </p:nvCxnSpPr>
            <p:spPr>
              <a:xfrm>
                <a:off x="4369976" y="1986986"/>
                <a:ext cx="0" cy="76768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21" name="직선 연결선 1020"/>
              <p:cNvCxnSpPr/>
              <p:nvPr/>
            </p:nvCxnSpPr>
            <p:spPr>
              <a:xfrm>
                <a:off x="4538939" y="1986986"/>
                <a:ext cx="0" cy="76768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40" name="직선 연결선 1039"/>
              <p:cNvCxnSpPr/>
              <p:nvPr/>
            </p:nvCxnSpPr>
            <p:spPr>
              <a:xfrm>
                <a:off x="4707902" y="1986986"/>
                <a:ext cx="0" cy="76768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41" name="직선 연결선 1040"/>
              <p:cNvCxnSpPr/>
              <p:nvPr/>
            </p:nvCxnSpPr>
            <p:spPr>
              <a:xfrm>
                <a:off x="4792386" y="1986986"/>
                <a:ext cx="0" cy="76768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42" name="직사각형 1041"/>
              <p:cNvSpPr/>
              <p:nvPr/>
            </p:nvSpPr>
            <p:spPr>
              <a:xfrm>
                <a:off x="3846660" y="2055747"/>
                <a:ext cx="32346" cy="51057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 smtClean="0">
                  <a:latin typeface="Rix고딕 M" pitchFamily="18" charset="-127"/>
                  <a:ea typeface="Rix고딕 M" pitchFamily="18" charset="-127"/>
                </a:endParaRPr>
              </a:p>
            </p:txBody>
          </p:sp>
          <p:sp>
            <p:nvSpPr>
              <p:cNvPr id="1043" name="직사각형 1042"/>
              <p:cNvSpPr/>
              <p:nvPr/>
            </p:nvSpPr>
            <p:spPr>
              <a:xfrm>
                <a:off x="3933572" y="2055747"/>
                <a:ext cx="32346" cy="51057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 smtClean="0">
                  <a:latin typeface="Rix고딕 M" pitchFamily="18" charset="-127"/>
                  <a:ea typeface="Rix고딕 M" pitchFamily="18" charset="-127"/>
                </a:endParaRPr>
              </a:p>
            </p:txBody>
          </p:sp>
          <p:sp>
            <p:nvSpPr>
              <p:cNvPr id="1044" name="직사각형 1043"/>
              <p:cNvSpPr/>
              <p:nvPr/>
            </p:nvSpPr>
            <p:spPr>
              <a:xfrm>
                <a:off x="4011571" y="2055747"/>
                <a:ext cx="32346" cy="51057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 smtClean="0">
                  <a:latin typeface="Rix고딕 M" pitchFamily="18" charset="-127"/>
                  <a:ea typeface="Rix고딕 M" pitchFamily="18" charset="-127"/>
                </a:endParaRPr>
              </a:p>
            </p:txBody>
          </p:sp>
          <p:sp>
            <p:nvSpPr>
              <p:cNvPr id="1045" name="직사각형 1044"/>
              <p:cNvSpPr/>
              <p:nvPr/>
            </p:nvSpPr>
            <p:spPr>
              <a:xfrm>
                <a:off x="4100712" y="2055747"/>
                <a:ext cx="32346" cy="51057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 smtClean="0">
                  <a:latin typeface="Rix고딕 M" pitchFamily="18" charset="-127"/>
                  <a:ea typeface="Rix고딕 M" pitchFamily="18" charset="-127"/>
                </a:endParaRPr>
              </a:p>
            </p:txBody>
          </p:sp>
          <p:sp>
            <p:nvSpPr>
              <p:cNvPr id="1046" name="직사각형 1045"/>
              <p:cNvSpPr/>
              <p:nvPr/>
            </p:nvSpPr>
            <p:spPr>
              <a:xfrm>
                <a:off x="4187624" y="2055747"/>
                <a:ext cx="32346" cy="51057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 smtClean="0">
                  <a:latin typeface="Rix고딕 M" pitchFamily="18" charset="-127"/>
                  <a:ea typeface="Rix고딕 M" pitchFamily="18" charset="-127"/>
                </a:endParaRPr>
              </a:p>
            </p:txBody>
          </p:sp>
          <p:sp>
            <p:nvSpPr>
              <p:cNvPr id="1047" name="직사각형 1046"/>
              <p:cNvSpPr/>
              <p:nvPr/>
            </p:nvSpPr>
            <p:spPr>
              <a:xfrm>
                <a:off x="4265623" y="2055747"/>
                <a:ext cx="32346" cy="51057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 smtClean="0">
                  <a:latin typeface="Rix고딕 M" pitchFamily="18" charset="-127"/>
                  <a:ea typeface="Rix고딕 M" pitchFamily="18" charset="-127"/>
                </a:endParaRPr>
              </a:p>
            </p:txBody>
          </p:sp>
          <p:sp>
            <p:nvSpPr>
              <p:cNvPr id="1048" name="직사각형 1047"/>
              <p:cNvSpPr/>
              <p:nvPr/>
            </p:nvSpPr>
            <p:spPr>
              <a:xfrm>
                <a:off x="4354765" y="2055747"/>
                <a:ext cx="32346" cy="51057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 smtClean="0">
                  <a:latin typeface="Rix고딕 M" pitchFamily="18" charset="-127"/>
                  <a:ea typeface="Rix고딕 M" pitchFamily="18" charset="-127"/>
                </a:endParaRPr>
              </a:p>
            </p:txBody>
          </p:sp>
          <p:sp>
            <p:nvSpPr>
              <p:cNvPr id="1049" name="직사각형 1048"/>
              <p:cNvSpPr/>
              <p:nvPr/>
            </p:nvSpPr>
            <p:spPr>
              <a:xfrm>
                <a:off x="4441677" y="2055747"/>
                <a:ext cx="32346" cy="51057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 smtClean="0">
                  <a:latin typeface="Rix고딕 M" pitchFamily="18" charset="-127"/>
                  <a:ea typeface="Rix고딕 M" pitchFamily="18" charset="-127"/>
                </a:endParaRPr>
              </a:p>
            </p:txBody>
          </p:sp>
          <p:sp>
            <p:nvSpPr>
              <p:cNvPr id="1050" name="직사각형 1049"/>
              <p:cNvSpPr/>
              <p:nvPr/>
            </p:nvSpPr>
            <p:spPr>
              <a:xfrm>
                <a:off x="4519676" y="2055747"/>
                <a:ext cx="32346" cy="51057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 smtClean="0">
                  <a:latin typeface="Rix고딕 M" pitchFamily="18" charset="-127"/>
                  <a:ea typeface="Rix고딕 M" pitchFamily="18" charset="-127"/>
                </a:endParaRPr>
              </a:p>
            </p:txBody>
          </p:sp>
          <p:sp>
            <p:nvSpPr>
              <p:cNvPr id="1051" name="직사각형 1050"/>
              <p:cNvSpPr/>
              <p:nvPr/>
            </p:nvSpPr>
            <p:spPr>
              <a:xfrm>
                <a:off x="4608818" y="2055747"/>
                <a:ext cx="32346" cy="51057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 smtClean="0">
                  <a:latin typeface="Rix고딕 M" pitchFamily="18" charset="-127"/>
                  <a:ea typeface="Rix고딕 M" pitchFamily="18" charset="-127"/>
                </a:endParaRPr>
              </a:p>
            </p:txBody>
          </p:sp>
          <p:sp>
            <p:nvSpPr>
              <p:cNvPr id="1052" name="직사각형 1051"/>
              <p:cNvSpPr/>
              <p:nvPr/>
            </p:nvSpPr>
            <p:spPr>
              <a:xfrm>
                <a:off x="4695731" y="2055747"/>
                <a:ext cx="32346" cy="51057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 smtClean="0">
                  <a:latin typeface="Rix고딕 M" pitchFamily="18" charset="-127"/>
                  <a:ea typeface="Rix고딕 M" pitchFamily="18" charset="-127"/>
                </a:endParaRPr>
              </a:p>
            </p:txBody>
          </p:sp>
          <p:sp>
            <p:nvSpPr>
              <p:cNvPr id="1053" name="직사각형 1052"/>
              <p:cNvSpPr/>
              <p:nvPr/>
            </p:nvSpPr>
            <p:spPr>
              <a:xfrm>
                <a:off x="4773729" y="2055747"/>
                <a:ext cx="32346" cy="51057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 smtClean="0">
                  <a:latin typeface="Rix고딕 M" pitchFamily="18" charset="-127"/>
                  <a:ea typeface="Rix고딕 M" pitchFamily="18" charset="-127"/>
                </a:endParaRPr>
              </a:p>
            </p:txBody>
          </p:sp>
          <p:cxnSp>
            <p:nvCxnSpPr>
              <p:cNvPr id="1054" name="직선 연결선 1053"/>
              <p:cNvCxnSpPr/>
              <p:nvPr/>
            </p:nvCxnSpPr>
            <p:spPr>
              <a:xfrm flipH="1">
                <a:off x="3778475" y="1779244"/>
                <a:ext cx="1764925" cy="0"/>
              </a:xfrm>
              <a:prstGeom prst="line">
                <a:avLst/>
              </a:prstGeom>
              <a:ln w="9525">
                <a:solidFill>
                  <a:schemeClr val="tx1"/>
                </a:solidFill>
                <a:headEnd type="none" w="sm" len="sm"/>
                <a:tailEnd type="oval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55" name="직선 연결선 1054"/>
              <p:cNvCxnSpPr/>
              <p:nvPr/>
            </p:nvCxnSpPr>
            <p:spPr>
              <a:xfrm>
                <a:off x="3863088" y="1779244"/>
                <a:ext cx="0" cy="76768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56" name="직선 연결선 1055"/>
              <p:cNvCxnSpPr/>
              <p:nvPr/>
            </p:nvCxnSpPr>
            <p:spPr>
              <a:xfrm>
                <a:off x="3947569" y="1779244"/>
                <a:ext cx="0" cy="76768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57" name="직선 연결선 1056"/>
              <p:cNvCxnSpPr/>
              <p:nvPr/>
            </p:nvCxnSpPr>
            <p:spPr>
              <a:xfrm>
                <a:off x="4032051" y="1779244"/>
                <a:ext cx="0" cy="76768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58" name="직선 연결선 1057"/>
              <p:cNvCxnSpPr/>
              <p:nvPr/>
            </p:nvCxnSpPr>
            <p:spPr>
              <a:xfrm>
                <a:off x="4116532" y="1779244"/>
                <a:ext cx="0" cy="76768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59" name="직선 연결선 1058"/>
              <p:cNvCxnSpPr/>
              <p:nvPr/>
            </p:nvCxnSpPr>
            <p:spPr>
              <a:xfrm>
                <a:off x="4201014" y="1779244"/>
                <a:ext cx="0" cy="76768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60" name="직선 연결선 1059"/>
              <p:cNvCxnSpPr/>
              <p:nvPr/>
            </p:nvCxnSpPr>
            <p:spPr>
              <a:xfrm>
                <a:off x="4285495" y="1779244"/>
                <a:ext cx="0" cy="76768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61" name="직선 연결선 1060"/>
              <p:cNvCxnSpPr/>
              <p:nvPr/>
            </p:nvCxnSpPr>
            <p:spPr>
              <a:xfrm>
                <a:off x="4454457" y="1779244"/>
                <a:ext cx="0" cy="76768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62" name="직선 연결선 1061"/>
              <p:cNvCxnSpPr/>
              <p:nvPr/>
            </p:nvCxnSpPr>
            <p:spPr>
              <a:xfrm>
                <a:off x="4623421" y="1779244"/>
                <a:ext cx="0" cy="76768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63" name="직선 연결선 1062"/>
              <p:cNvCxnSpPr/>
              <p:nvPr/>
            </p:nvCxnSpPr>
            <p:spPr>
              <a:xfrm>
                <a:off x="4369976" y="1779244"/>
                <a:ext cx="0" cy="76768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64" name="직선 연결선 1063"/>
              <p:cNvCxnSpPr/>
              <p:nvPr/>
            </p:nvCxnSpPr>
            <p:spPr>
              <a:xfrm>
                <a:off x="4538939" y="1779244"/>
                <a:ext cx="0" cy="76768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65" name="직선 연결선 1064"/>
              <p:cNvCxnSpPr/>
              <p:nvPr/>
            </p:nvCxnSpPr>
            <p:spPr>
              <a:xfrm>
                <a:off x="4707902" y="1779244"/>
                <a:ext cx="0" cy="76768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66" name="직선 연결선 1065"/>
              <p:cNvCxnSpPr/>
              <p:nvPr/>
            </p:nvCxnSpPr>
            <p:spPr>
              <a:xfrm>
                <a:off x="4792386" y="1779244"/>
                <a:ext cx="0" cy="76768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67" name="직사각형 1066"/>
              <p:cNvSpPr/>
              <p:nvPr/>
            </p:nvSpPr>
            <p:spPr>
              <a:xfrm>
                <a:off x="3846660" y="1848005"/>
                <a:ext cx="32346" cy="51057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 smtClean="0">
                  <a:latin typeface="Rix고딕 M" pitchFamily="18" charset="-127"/>
                  <a:ea typeface="Rix고딕 M" pitchFamily="18" charset="-127"/>
                </a:endParaRPr>
              </a:p>
            </p:txBody>
          </p:sp>
          <p:sp>
            <p:nvSpPr>
              <p:cNvPr id="1068" name="직사각형 1067"/>
              <p:cNvSpPr/>
              <p:nvPr/>
            </p:nvSpPr>
            <p:spPr>
              <a:xfrm>
                <a:off x="3933572" y="1848005"/>
                <a:ext cx="32346" cy="51057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 smtClean="0">
                  <a:latin typeface="Rix고딕 M" pitchFamily="18" charset="-127"/>
                  <a:ea typeface="Rix고딕 M" pitchFamily="18" charset="-127"/>
                </a:endParaRPr>
              </a:p>
            </p:txBody>
          </p:sp>
          <p:sp>
            <p:nvSpPr>
              <p:cNvPr id="1069" name="직사각형 1068"/>
              <p:cNvSpPr/>
              <p:nvPr/>
            </p:nvSpPr>
            <p:spPr>
              <a:xfrm>
                <a:off x="4011571" y="1848005"/>
                <a:ext cx="32346" cy="51057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 smtClean="0">
                  <a:latin typeface="Rix고딕 M" pitchFamily="18" charset="-127"/>
                  <a:ea typeface="Rix고딕 M" pitchFamily="18" charset="-127"/>
                </a:endParaRPr>
              </a:p>
            </p:txBody>
          </p:sp>
          <p:sp>
            <p:nvSpPr>
              <p:cNvPr id="1070" name="직사각형 1069"/>
              <p:cNvSpPr/>
              <p:nvPr/>
            </p:nvSpPr>
            <p:spPr>
              <a:xfrm>
                <a:off x="4100712" y="1848005"/>
                <a:ext cx="32346" cy="51057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 smtClean="0">
                  <a:latin typeface="Rix고딕 M" pitchFamily="18" charset="-127"/>
                  <a:ea typeface="Rix고딕 M" pitchFamily="18" charset="-127"/>
                </a:endParaRPr>
              </a:p>
            </p:txBody>
          </p:sp>
          <p:sp>
            <p:nvSpPr>
              <p:cNvPr id="1071" name="직사각형 1070"/>
              <p:cNvSpPr/>
              <p:nvPr/>
            </p:nvSpPr>
            <p:spPr>
              <a:xfrm>
                <a:off x="4187624" y="1848005"/>
                <a:ext cx="32346" cy="51057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 smtClean="0">
                  <a:latin typeface="Rix고딕 M" pitchFamily="18" charset="-127"/>
                  <a:ea typeface="Rix고딕 M" pitchFamily="18" charset="-127"/>
                </a:endParaRPr>
              </a:p>
            </p:txBody>
          </p:sp>
          <p:sp>
            <p:nvSpPr>
              <p:cNvPr id="1072" name="직사각형 1071"/>
              <p:cNvSpPr/>
              <p:nvPr/>
            </p:nvSpPr>
            <p:spPr>
              <a:xfrm>
                <a:off x="4265623" y="1848005"/>
                <a:ext cx="32346" cy="51057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 smtClean="0">
                  <a:latin typeface="Rix고딕 M" pitchFamily="18" charset="-127"/>
                  <a:ea typeface="Rix고딕 M" pitchFamily="18" charset="-127"/>
                </a:endParaRPr>
              </a:p>
            </p:txBody>
          </p:sp>
          <p:sp>
            <p:nvSpPr>
              <p:cNvPr id="1073" name="직사각형 1072"/>
              <p:cNvSpPr/>
              <p:nvPr/>
            </p:nvSpPr>
            <p:spPr>
              <a:xfrm>
                <a:off x="4354765" y="1848005"/>
                <a:ext cx="32346" cy="51057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 smtClean="0">
                  <a:latin typeface="Rix고딕 M" pitchFamily="18" charset="-127"/>
                  <a:ea typeface="Rix고딕 M" pitchFamily="18" charset="-127"/>
                </a:endParaRPr>
              </a:p>
            </p:txBody>
          </p:sp>
          <p:sp>
            <p:nvSpPr>
              <p:cNvPr id="1074" name="직사각형 1073"/>
              <p:cNvSpPr/>
              <p:nvPr/>
            </p:nvSpPr>
            <p:spPr>
              <a:xfrm>
                <a:off x="4441677" y="1848005"/>
                <a:ext cx="32346" cy="51057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 smtClean="0">
                  <a:latin typeface="Rix고딕 M" pitchFamily="18" charset="-127"/>
                  <a:ea typeface="Rix고딕 M" pitchFamily="18" charset="-127"/>
                </a:endParaRPr>
              </a:p>
            </p:txBody>
          </p:sp>
          <p:sp>
            <p:nvSpPr>
              <p:cNvPr id="1075" name="직사각형 1074"/>
              <p:cNvSpPr/>
              <p:nvPr/>
            </p:nvSpPr>
            <p:spPr>
              <a:xfrm>
                <a:off x="4519676" y="1848005"/>
                <a:ext cx="32346" cy="51057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 smtClean="0">
                  <a:latin typeface="Rix고딕 M" pitchFamily="18" charset="-127"/>
                  <a:ea typeface="Rix고딕 M" pitchFamily="18" charset="-127"/>
                </a:endParaRPr>
              </a:p>
            </p:txBody>
          </p:sp>
          <p:sp>
            <p:nvSpPr>
              <p:cNvPr id="1076" name="직사각형 1075"/>
              <p:cNvSpPr/>
              <p:nvPr/>
            </p:nvSpPr>
            <p:spPr>
              <a:xfrm>
                <a:off x="4608818" y="1848005"/>
                <a:ext cx="32346" cy="51057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 smtClean="0">
                  <a:latin typeface="Rix고딕 M" pitchFamily="18" charset="-127"/>
                  <a:ea typeface="Rix고딕 M" pitchFamily="18" charset="-127"/>
                </a:endParaRPr>
              </a:p>
            </p:txBody>
          </p:sp>
          <p:sp>
            <p:nvSpPr>
              <p:cNvPr id="1077" name="직사각형 1076"/>
              <p:cNvSpPr/>
              <p:nvPr/>
            </p:nvSpPr>
            <p:spPr>
              <a:xfrm>
                <a:off x="4695731" y="1848005"/>
                <a:ext cx="32346" cy="51057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 smtClean="0">
                  <a:latin typeface="Rix고딕 M" pitchFamily="18" charset="-127"/>
                  <a:ea typeface="Rix고딕 M" pitchFamily="18" charset="-127"/>
                </a:endParaRPr>
              </a:p>
            </p:txBody>
          </p:sp>
          <p:sp>
            <p:nvSpPr>
              <p:cNvPr id="1078" name="직사각형 1077"/>
              <p:cNvSpPr/>
              <p:nvPr/>
            </p:nvSpPr>
            <p:spPr>
              <a:xfrm>
                <a:off x="4773729" y="1848005"/>
                <a:ext cx="32346" cy="51057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 smtClean="0">
                  <a:latin typeface="Rix고딕 M" pitchFamily="18" charset="-127"/>
                  <a:ea typeface="Rix고딕 M" pitchFamily="18" charset="-127"/>
                </a:endParaRPr>
              </a:p>
            </p:txBody>
          </p:sp>
          <p:cxnSp>
            <p:nvCxnSpPr>
              <p:cNvPr id="1079" name="직선 연결선 1078"/>
              <p:cNvCxnSpPr/>
              <p:nvPr/>
            </p:nvCxnSpPr>
            <p:spPr>
              <a:xfrm>
                <a:off x="4883816" y="1986986"/>
                <a:ext cx="0" cy="167515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80" name="직선 연결선 1079"/>
              <p:cNvCxnSpPr>
                <a:endCxn id="786" idx="0"/>
              </p:cNvCxnSpPr>
              <p:nvPr/>
            </p:nvCxnSpPr>
            <p:spPr>
              <a:xfrm>
                <a:off x="5542177" y="1779244"/>
                <a:ext cx="1224" cy="342968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81" name="직선 연결선 1080"/>
              <p:cNvCxnSpPr/>
              <p:nvPr/>
            </p:nvCxnSpPr>
            <p:spPr>
              <a:xfrm>
                <a:off x="4874259" y="1779244"/>
                <a:ext cx="0" cy="76768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82" name="직선 연결선 1081"/>
              <p:cNvCxnSpPr/>
              <p:nvPr/>
            </p:nvCxnSpPr>
            <p:spPr>
              <a:xfrm>
                <a:off x="5043223" y="1779244"/>
                <a:ext cx="0" cy="76768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83" name="직선 연결선 1082"/>
              <p:cNvCxnSpPr/>
              <p:nvPr/>
            </p:nvCxnSpPr>
            <p:spPr>
              <a:xfrm>
                <a:off x="4958741" y="1779244"/>
                <a:ext cx="0" cy="76768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84" name="직선 연결선 1083"/>
              <p:cNvCxnSpPr/>
              <p:nvPr/>
            </p:nvCxnSpPr>
            <p:spPr>
              <a:xfrm>
                <a:off x="5127704" y="1779244"/>
                <a:ext cx="0" cy="76768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85" name="직선 연결선 1084"/>
              <p:cNvCxnSpPr/>
              <p:nvPr/>
            </p:nvCxnSpPr>
            <p:spPr>
              <a:xfrm>
                <a:off x="5212188" y="1779244"/>
                <a:ext cx="0" cy="76768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86" name="직사각형 1085"/>
              <p:cNvSpPr/>
              <p:nvPr/>
            </p:nvSpPr>
            <p:spPr>
              <a:xfrm>
                <a:off x="4861480" y="1848005"/>
                <a:ext cx="32346" cy="51057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 smtClean="0">
                  <a:latin typeface="Rix고딕 M" pitchFamily="18" charset="-127"/>
                  <a:ea typeface="Rix고딕 M" pitchFamily="18" charset="-127"/>
                </a:endParaRPr>
              </a:p>
            </p:txBody>
          </p:sp>
          <p:sp>
            <p:nvSpPr>
              <p:cNvPr id="1087" name="직사각형 1086"/>
              <p:cNvSpPr/>
              <p:nvPr/>
            </p:nvSpPr>
            <p:spPr>
              <a:xfrm>
                <a:off x="4939478" y="1848005"/>
                <a:ext cx="32346" cy="51057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 smtClean="0">
                  <a:latin typeface="Rix고딕 M" pitchFamily="18" charset="-127"/>
                  <a:ea typeface="Rix고딕 M" pitchFamily="18" charset="-127"/>
                </a:endParaRPr>
              </a:p>
            </p:txBody>
          </p:sp>
          <p:sp>
            <p:nvSpPr>
              <p:cNvPr id="1088" name="직사각형 1087"/>
              <p:cNvSpPr/>
              <p:nvPr/>
            </p:nvSpPr>
            <p:spPr>
              <a:xfrm>
                <a:off x="5028620" y="1848005"/>
                <a:ext cx="32346" cy="51057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 smtClean="0">
                  <a:latin typeface="Rix고딕 M" pitchFamily="18" charset="-127"/>
                  <a:ea typeface="Rix고딕 M" pitchFamily="18" charset="-127"/>
                </a:endParaRPr>
              </a:p>
            </p:txBody>
          </p:sp>
          <p:sp>
            <p:nvSpPr>
              <p:cNvPr id="1089" name="직사각형 1088"/>
              <p:cNvSpPr/>
              <p:nvPr/>
            </p:nvSpPr>
            <p:spPr>
              <a:xfrm>
                <a:off x="5115533" y="1848005"/>
                <a:ext cx="32346" cy="51057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 smtClean="0">
                  <a:latin typeface="Rix고딕 M" pitchFamily="18" charset="-127"/>
                  <a:ea typeface="Rix고딕 M" pitchFamily="18" charset="-127"/>
                </a:endParaRPr>
              </a:p>
            </p:txBody>
          </p:sp>
          <p:sp>
            <p:nvSpPr>
              <p:cNvPr id="1090" name="직사각형 1089"/>
              <p:cNvSpPr/>
              <p:nvPr/>
            </p:nvSpPr>
            <p:spPr>
              <a:xfrm>
                <a:off x="5193531" y="1848005"/>
                <a:ext cx="32346" cy="51057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 smtClean="0">
                  <a:latin typeface="Rix고딕 M" pitchFamily="18" charset="-127"/>
                  <a:ea typeface="Rix고딕 M" pitchFamily="18" charset="-127"/>
                </a:endParaRPr>
              </a:p>
            </p:txBody>
          </p:sp>
          <p:sp>
            <p:nvSpPr>
              <p:cNvPr id="1091" name="자유형 1090"/>
              <p:cNvSpPr/>
              <p:nvPr/>
            </p:nvSpPr>
            <p:spPr>
              <a:xfrm>
                <a:off x="4576640" y="2144581"/>
                <a:ext cx="72695" cy="484454"/>
              </a:xfrm>
              <a:custGeom>
                <a:avLst/>
                <a:gdLst>
                  <a:gd name="connsiteX0" fmla="*/ 0 w 232829"/>
                  <a:gd name="connsiteY0" fmla="*/ 0 h 520700"/>
                  <a:gd name="connsiteX1" fmla="*/ 231775 w 232829"/>
                  <a:gd name="connsiteY1" fmla="*/ 228600 h 520700"/>
                  <a:gd name="connsiteX2" fmla="*/ 69850 w 232829"/>
                  <a:gd name="connsiteY2" fmla="*/ 520700 h 520700"/>
                  <a:gd name="connsiteX0" fmla="*/ 0 w 232136"/>
                  <a:gd name="connsiteY0" fmla="*/ 0 h 539750"/>
                  <a:gd name="connsiteX1" fmla="*/ 231775 w 232136"/>
                  <a:gd name="connsiteY1" fmla="*/ 228600 h 539750"/>
                  <a:gd name="connsiteX2" fmla="*/ 44450 w 232136"/>
                  <a:gd name="connsiteY2" fmla="*/ 539750 h 539750"/>
                  <a:gd name="connsiteX0" fmla="*/ 0 w 232136"/>
                  <a:gd name="connsiteY0" fmla="*/ 0 h 539750"/>
                  <a:gd name="connsiteX1" fmla="*/ 231775 w 232136"/>
                  <a:gd name="connsiteY1" fmla="*/ 260350 h 539750"/>
                  <a:gd name="connsiteX2" fmla="*/ 44450 w 232136"/>
                  <a:gd name="connsiteY2" fmla="*/ 539750 h 539750"/>
                  <a:gd name="connsiteX0" fmla="*/ 0 w 231930"/>
                  <a:gd name="connsiteY0" fmla="*/ 0 h 539750"/>
                  <a:gd name="connsiteX1" fmla="*/ 231775 w 231930"/>
                  <a:gd name="connsiteY1" fmla="*/ 260350 h 539750"/>
                  <a:gd name="connsiteX2" fmla="*/ 30361 w 231930"/>
                  <a:gd name="connsiteY2" fmla="*/ 539750 h 5397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31930" h="539750">
                    <a:moveTo>
                      <a:pt x="0" y="0"/>
                    </a:moveTo>
                    <a:cubicBezTo>
                      <a:pt x="110066" y="70908"/>
                      <a:pt x="226715" y="170392"/>
                      <a:pt x="231775" y="260350"/>
                    </a:cubicBezTo>
                    <a:cubicBezTo>
                      <a:pt x="236835" y="350308"/>
                      <a:pt x="117144" y="437091"/>
                      <a:pt x="30361" y="539750"/>
                    </a:cubicBezTo>
                  </a:path>
                </a:pathLst>
              </a:custGeom>
              <a:ln w="63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latin typeface="Rix고딕 M" pitchFamily="18" charset="-127"/>
                  <a:ea typeface="Rix고딕 M" pitchFamily="18" charset="-127"/>
                </a:endParaRPr>
              </a:p>
            </p:txBody>
          </p:sp>
          <p:sp>
            <p:nvSpPr>
              <p:cNvPr id="1092" name="자유형 1091"/>
              <p:cNvSpPr/>
              <p:nvPr/>
            </p:nvSpPr>
            <p:spPr>
              <a:xfrm>
                <a:off x="4654080" y="2154501"/>
                <a:ext cx="68246" cy="527276"/>
              </a:xfrm>
              <a:custGeom>
                <a:avLst/>
                <a:gdLst>
                  <a:gd name="connsiteX0" fmla="*/ 0 w 232829"/>
                  <a:gd name="connsiteY0" fmla="*/ 0 h 520700"/>
                  <a:gd name="connsiteX1" fmla="*/ 231775 w 232829"/>
                  <a:gd name="connsiteY1" fmla="*/ 228600 h 520700"/>
                  <a:gd name="connsiteX2" fmla="*/ 69850 w 232829"/>
                  <a:gd name="connsiteY2" fmla="*/ 520700 h 520700"/>
                  <a:gd name="connsiteX0" fmla="*/ 0 w 232136"/>
                  <a:gd name="connsiteY0" fmla="*/ 0 h 539750"/>
                  <a:gd name="connsiteX1" fmla="*/ 231775 w 232136"/>
                  <a:gd name="connsiteY1" fmla="*/ 228600 h 539750"/>
                  <a:gd name="connsiteX2" fmla="*/ 44450 w 232136"/>
                  <a:gd name="connsiteY2" fmla="*/ 539750 h 539750"/>
                  <a:gd name="connsiteX0" fmla="*/ 0 w 232136"/>
                  <a:gd name="connsiteY0" fmla="*/ 0 h 539750"/>
                  <a:gd name="connsiteX1" fmla="*/ 231775 w 232136"/>
                  <a:gd name="connsiteY1" fmla="*/ 260350 h 539750"/>
                  <a:gd name="connsiteX2" fmla="*/ 44450 w 232136"/>
                  <a:gd name="connsiteY2" fmla="*/ 539750 h 539750"/>
                  <a:gd name="connsiteX0" fmla="*/ 0 w 231930"/>
                  <a:gd name="connsiteY0" fmla="*/ 0 h 539750"/>
                  <a:gd name="connsiteX1" fmla="*/ 231775 w 231930"/>
                  <a:gd name="connsiteY1" fmla="*/ 260350 h 539750"/>
                  <a:gd name="connsiteX2" fmla="*/ 30361 w 231930"/>
                  <a:gd name="connsiteY2" fmla="*/ 539750 h 5397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31930" h="539750">
                    <a:moveTo>
                      <a:pt x="0" y="0"/>
                    </a:moveTo>
                    <a:cubicBezTo>
                      <a:pt x="110066" y="70908"/>
                      <a:pt x="226715" y="170392"/>
                      <a:pt x="231775" y="260350"/>
                    </a:cubicBezTo>
                    <a:cubicBezTo>
                      <a:pt x="236835" y="350308"/>
                      <a:pt x="117144" y="437091"/>
                      <a:pt x="30361" y="539750"/>
                    </a:cubicBezTo>
                  </a:path>
                </a:pathLst>
              </a:custGeom>
              <a:ln w="63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latin typeface="Rix고딕 M" pitchFamily="18" charset="-127"/>
                  <a:ea typeface="Rix고딕 M" pitchFamily="18" charset="-127"/>
                </a:endParaRPr>
              </a:p>
            </p:txBody>
          </p:sp>
          <p:sp>
            <p:nvSpPr>
              <p:cNvPr id="1093" name="자유형 1092"/>
              <p:cNvSpPr/>
              <p:nvPr/>
            </p:nvSpPr>
            <p:spPr>
              <a:xfrm>
                <a:off x="4737673" y="2154502"/>
                <a:ext cx="56012" cy="595195"/>
              </a:xfrm>
              <a:custGeom>
                <a:avLst/>
                <a:gdLst>
                  <a:gd name="connsiteX0" fmla="*/ 0 w 232829"/>
                  <a:gd name="connsiteY0" fmla="*/ 0 h 520700"/>
                  <a:gd name="connsiteX1" fmla="*/ 231775 w 232829"/>
                  <a:gd name="connsiteY1" fmla="*/ 228600 h 520700"/>
                  <a:gd name="connsiteX2" fmla="*/ 69850 w 232829"/>
                  <a:gd name="connsiteY2" fmla="*/ 520700 h 520700"/>
                  <a:gd name="connsiteX0" fmla="*/ 0 w 232136"/>
                  <a:gd name="connsiteY0" fmla="*/ 0 h 539750"/>
                  <a:gd name="connsiteX1" fmla="*/ 231775 w 232136"/>
                  <a:gd name="connsiteY1" fmla="*/ 228600 h 539750"/>
                  <a:gd name="connsiteX2" fmla="*/ 44450 w 232136"/>
                  <a:gd name="connsiteY2" fmla="*/ 539750 h 539750"/>
                  <a:gd name="connsiteX0" fmla="*/ 0 w 232136"/>
                  <a:gd name="connsiteY0" fmla="*/ 0 h 539750"/>
                  <a:gd name="connsiteX1" fmla="*/ 231775 w 232136"/>
                  <a:gd name="connsiteY1" fmla="*/ 260350 h 539750"/>
                  <a:gd name="connsiteX2" fmla="*/ 44450 w 232136"/>
                  <a:gd name="connsiteY2" fmla="*/ 539750 h 539750"/>
                  <a:gd name="connsiteX0" fmla="*/ 0 w 231930"/>
                  <a:gd name="connsiteY0" fmla="*/ 0 h 539750"/>
                  <a:gd name="connsiteX1" fmla="*/ 231775 w 231930"/>
                  <a:gd name="connsiteY1" fmla="*/ 260350 h 539750"/>
                  <a:gd name="connsiteX2" fmla="*/ 30361 w 231930"/>
                  <a:gd name="connsiteY2" fmla="*/ 539750 h 5397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31930" h="539750">
                    <a:moveTo>
                      <a:pt x="0" y="0"/>
                    </a:moveTo>
                    <a:cubicBezTo>
                      <a:pt x="110066" y="70908"/>
                      <a:pt x="226715" y="170392"/>
                      <a:pt x="231775" y="260350"/>
                    </a:cubicBezTo>
                    <a:cubicBezTo>
                      <a:pt x="236835" y="350308"/>
                      <a:pt x="117144" y="437091"/>
                      <a:pt x="30361" y="539750"/>
                    </a:cubicBezTo>
                  </a:path>
                </a:pathLst>
              </a:custGeom>
              <a:ln w="63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latin typeface="Rix고딕 M" pitchFamily="18" charset="-127"/>
                  <a:ea typeface="Rix고딕 M" pitchFamily="18" charset="-127"/>
                </a:endParaRPr>
              </a:p>
            </p:txBody>
          </p:sp>
          <p:sp>
            <p:nvSpPr>
              <p:cNvPr id="1094" name="자유형 1093"/>
              <p:cNvSpPr/>
              <p:nvPr/>
            </p:nvSpPr>
            <p:spPr>
              <a:xfrm>
                <a:off x="5346752" y="2153224"/>
                <a:ext cx="72695" cy="484454"/>
              </a:xfrm>
              <a:custGeom>
                <a:avLst/>
                <a:gdLst>
                  <a:gd name="connsiteX0" fmla="*/ 0 w 232829"/>
                  <a:gd name="connsiteY0" fmla="*/ 0 h 520700"/>
                  <a:gd name="connsiteX1" fmla="*/ 231775 w 232829"/>
                  <a:gd name="connsiteY1" fmla="*/ 228600 h 520700"/>
                  <a:gd name="connsiteX2" fmla="*/ 69850 w 232829"/>
                  <a:gd name="connsiteY2" fmla="*/ 520700 h 520700"/>
                  <a:gd name="connsiteX0" fmla="*/ 0 w 232136"/>
                  <a:gd name="connsiteY0" fmla="*/ 0 h 539750"/>
                  <a:gd name="connsiteX1" fmla="*/ 231775 w 232136"/>
                  <a:gd name="connsiteY1" fmla="*/ 228600 h 539750"/>
                  <a:gd name="connsiteX2" fmla="*/ 44450 w 232136"/>
                  <a:gd name="connsiteY2" fmla="*/ 539750 h 539750"/>
                  <a:gd name="connsiteX0" fmla="*/ 0 w 232136"/>
                  <a:gd name="connsiteY0" fmla="*/ 0 h 539750"/>
                  <a:gd name="connsiteX1" fmla="*/ 231775 w 232136"/>
                  <a:gd name="connsiteY1" fmla="*/ 260350 h 539750"/>
                  <a:gd name="connsiteX2" fmla="*/ 44450 w 232136"/>
                  <a:gd name="connsiteY2" fmla="*/ 539750 h 539750"/>
                  <a:gd name="connsiteX0" fmla="*/ 0 w 231930"/>
                  <a:gd name="connsiteY0" fmla="*/ 0 h 539750"/>
                  <a:gd name="connsiteX1" fmla="*/ 231775 w 231930"/>
                  <a:gd name="connsiteY1" fmla="*/ 260350 h 539750"/>
                  <a:gd name="connsiteX2" fmla="*/ 30361 w 231930"/>
                  <a:gd name="connsiteY2" fmla="*/ 539750 h 5397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31930" h="539750">
                    <a:moveTo>
                      <a:pt x="0" y="0"/>
                    </a:moveTo>
                    <a:cubicBezTo>
                      <a:pt x="110066" y="70908"/>
                      <a:pt x="226715" y="170392"/>
                      <a:pt x="231775" y="260350"/>
                    </a:cubicBezTo>
                    <a:cubicBezTo>
                      <a:pt x="236835" y="350308"/>
                      <a:pt x="117144" y="437091"/>
                      <a:pt x="30361" y="539750"/>
                    </a:cubicBezTo>
                  </a:path>
                </a:pathLst>
              </a:custGeom>
              <a:ln w="63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latin typeface="Rix고딕 M" pitchFamily="18" charset="-127"/>
                  <a:ea typeface="Rix고딕 M" pitchFamily="18" charset="-127"/>
                </a:endParaRPr>
              </a:p>
            </p:txBody>
          </p:sp>
          <p:sp>
            <p:nvSpPr>
              <p:cNvPr id="1095" name="자유형 1094"/>
              <p:cNvSpPr/>
              <p:nvPr/>
            </p:nvSpPr>
            <p:spPr>
              <a:xfrm>
                <a:off x="5424192" y="2163143"/>
                <a:ext cx="68246" cy="527276"/>
              </a:xfrm>
              <a:custGeom>
                <a:avLst/>
                <a:gdLst>
                  <a:gd name="connsiteX0" fmla="*/ 0 w 232829"/>
                  <a:gd name="connsiteY0" fmla="*/ 0 h 520700"/>
                  <a:gd name="connsiteX1" fmla="*/ 231775 w 232829"/>
                  <a:gd name="connsiteY1" fmla="*/ 228600 h 520700"/>
                  <a:gd name="connsiteX2" fmla="*/ 69850 w 232829"/>
                  <a:gd name="connsiteY2" fmla="*/ 520700 h 520700"/>
                  <a:gd name="connsiteX0" fmla="*/ 0 w 232136"/>
                  <a:gd name="connsiteY0" fmla="*/ 0 h 539750"/>
                  <a:gd name="connsiteX1" fmla="*/ 231775 w 232136"/>
                  <a:gd name="connsiteY1" fmla="*/ 228600 h 539750"/>
                  <a:gd name="connsiteX2" fmla="*/ 44450 w 232136"/>
                  <a:gd name="connsiteY2" fmla="*/ 539750 h 539750"/>
                  <a:gd name="connsiteX0" fmla="*/ 0 w 232136"/>
                  <a:gd name="connsiteY0" fmla="*/ 0 h 539750"/>
                  <a:gd name="connsiteX1" fmla="*/ 231775 w 232136"/>
                  <a:gd name="connsiteY1" fmla="*/ 260350 h 539750"/>
                  <a:gd name="connsiteX2" fmla="*/ 44450 w 232136"/>
                  <a:gd name="connsiteY2" fmla="*/ 539750 h 539750"/>
                  <a:gd name="connsiteX0" fmla="*/ 0 w 231930"/>
                  <a:gd name="connsiteY0" fmla="*/ 0 h 539750"/>
                  <a:gd name="connsiteX1" fmla="*/ 231775 w 231930"/>
                  <a:gd name="connsiteY1" fmla="*/ 260350 h 539750"/>
                  <a:gd name="connsiteX2" fmla="*/ 30361 w 231930"/>
                  <a:gd name="connsiteY2" fmla="*/ 539750 h 5397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31930" h="539750">
                    <a:moveTo>
                      <a:pt x="0" y="0"/>
                    </a:moveTo>
                    <a:cubicBezTo>
                      <a:pt x="110066" y="70908"/>
                      <a:pt x="226715" y="170392"/>
                      <a:pt x="231775" y="260350"/>
                    </a:cubicBezTo>
                    <a:cubicBezTo>
                      <a:pt x="236835" y="350308"/>
                      <a:pt x="117144" y="437091"/>
                      <a:pt x="30361" y="539750"/>
                    </a:cubicBezTo>
                  </a:path>
                </a:pathLst>
              </a:custGeom>
              <a:ln w="63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latin typeface="Rix고딕 M" pitchFamily="18" charset="-127"/>
                  <a:ea typeface="Rix고딕 M" pitchFamily="18" charset="-127"/>
                </a:endParaRPr>
              </a:p>
            </p:txBody>
          </p:sp>
          <p:sp>
            <p:nvSpPr>
              <p:cNvPr id="1096" name="자유형 1095"/>
              <p:cNvSpPr/>
              <p:nvPr/>
            </p:nvSpPr>
            <p:spPr>
              <a:xfrm>
                <a:off x="5507785" y="2163145"/>
                <a:ext cx="56012" cy="595195"/>
              </a:xfrm>
              <a:custGeom>
                <a:avLst/>
                <a:gdLst>
                  <a:gd name="connsiteX0" fmla="*/ 0 w 232829"/>
                  <a:gd name="connsiteY0" fmla="*/ 0 h 520700"/>
                  <a:gd name="connsiteX1" fmla="*/ 231775 w 232829"/>
                  <a:gd name="connsiteY1" fmla="*/ 228600 h 520700"/>
                  <a:gd name="connsiteX2" fmla="*/ 69850 w 232829"/>
                  <a:gd name="connsiteY2" fmla="*/ 520700 h 520700"/>
                  <a:gd name="connsiteX0" fmla="*/ 0 w 232136"/>
                  <a:gd name="connsiteY0" fmla="*/ 0 h 539750"/>
                  <a:gd name="connsiteX1" fmla="*/ 231775 w 232136"/>
                  <a:gd name="connsiteY1" fmla="*/ 228600 h 539750"/>
                  <a:gd name="connsiteX2" fmla="*/ 44450 w 232136"/>
                  <a:gd name="connsiteY2" fmla="*/ 539750 h 539750"/>
                  <a:gd name="connsiteX0" fmla="*/ 0 w 232136"/>
                  <a:gd name="connsiteY0" fmla="*/ 0 h 539750"/>
                  <a:gd name="connsiteX1" fmla="*/ 231775 w 232136"/>
                  <a:gd name="connsiteY1" fmla="*/ 260350 h 539750"/>
                  <a:gd name="connsiteX2" fmla="*/ 44450 w 232136"/>
                  <a:gd name="connsiteY2" fmla="*/ 539750 h 539750"/>
                  <a:gd name="connsiteX0" fmla="*/ 0 w 231930"/>
                  <a:gd name="connsiteY0" fmla="*/ 0 h 539750"/>
                  <a:gd name="connsiteX1" fmla="*/ 231775 w 231930"/>
                  <a:gd name="connsiteY1" fmla="*/ 260350 h 539750"/>
                  <a:gd name="connsiteX2" fmla="*/ 30361 w 231930"/>
                  <a:gd name="connsiteY2" fmla="*/ 539750 h 5397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31930" h="539750">
                    <a:moveTo>
                      <a:pt x="0" y="0"/>
                    </a:moveTo>
                    <a:cubicBezTo>
                      <a:pt x="110066" y="70908"/>
                      <a:pt x="226715" y="170392"/>
                      <a:pt x="231775" y="260350"/>
                    </a:cubicBezTo>
                    <a:cubicBezTo>
                      <a:pt x="236835" y="350308"/>
                      <a:pt x="117144" y="437091"/>
                      <a:pt x="30361" y="539750"/>
                    </a:cubicBezTo>
                  </a:path>
                </a:pathLst>
              </a:custGeom>
              <a:ln w="63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latin typeface="Rix고딕 M" pitchFamily="18" charset="-127"/>
                  <a:ea typeface="Rix고딕 M" pitchFamily="18" charset="-127"/>
                </a:endParaRPr>
              </a:p>
            </p:txBody>
          </p:sp>
          <p:sp>
            <p:nvSpPr>
              <p:cNvPr id="1097" name="Text Box 3"/>
              <p:cNvSpPr txBox="1">
                <a:spLocks noChangeArrowheads="1"/>
              </p:cNvSpPr>
              <p:nvPr/>
            </p:nvSpPr>
            <p:spPr bwMode="auto">
              <a:xfrm>
                <a:off x="5570572" y="2362171"/>
                <a:ext cx="229230" cy="107722"/>
              </a:xfrm>
              <a:prstGeom prst="rect">
                <a:avLst/>
              </a:prstGeom>
              <a:noFill/>
              <a:extLst/>
            </p:spPr>
            <p:txBody>
              <a:bodyPr wrap="none" lIns="0" tIns="0" rIns="0" bIns="0" rtlCol="0">
                <a:spAutoFit/>
              </a:bodyPr>
              <a:lstStyle>
                <a:defPPr>
                  <a:defRPr lang="ko-KR"/>
                </a:defPPr>
                <a:lvl1pPr algn="ctr">
                  <a:defRPr sz="1200"/>
                </a:lvl1pPr>
              </a:lstStyle>
              <a:p>
                <a:r>
                  <a:rPr lang="en-US" altLang="ko-KR" sz="700" dirty="0">
                    <a:latin typeface="Rix고딕 M" pitchFamily="18" charset="-127"/>
                    <a:ea typeface="Rix고딕 M" pitchFamily="18" charset="-127"/>
                  </a:rPr>
                  <a:t>Patch</a:t>
                </a:r>
              </a:p>
            </p:txBody>
          </p:sp>
          <p:sp>
            <p:nvSpPr>
              <p:cNvPr id="1098" name="Text Box 3"/>
              <p:cNvSpPr txBox="1">
                <a:spLocks noChangeArrowheads="1"/>
              </p:cNvSpPr>
              <p:nvPr/>
            </p:nvSpPr>
            <p:spPr bwMode="auto">
              <a:xfrm>
                <a:off x="4806369" y="2353529"/>
                <a:ext cx="229230" cy="107722"/>
              </a:xfrm>
              <a:prstGeom prst="rect">
                <a:avLst/>
              </a:prstGeom>
              <a:noFill/>
              <a:extLst/>
            </p:spPr>
            <p:txBody>
              <a:bodyPr wrap="none" lIns="0" tIns="0" rIns="0" bIns="0" rtlCol="0">
                <a:spAutoFit/>
              </a:bodyPr>
              <a:lstStyle>
                <a:defPPr>
                  <a:defRPr lang="ko-KR"/>
                </a:defPPr>
                <a:lvl1pPr algn="ctr">
                  <a:defRPr sz="1200"/>
                </a:lvl1pPr>
              </a:lstStyle>
              <a:p>
                <a:r>
                  <a:rPr lang="en-US" altLang="ko-KR" sz="700" dirty="0">
                    <a:latin typeface="Rix고딕 M" pitchFamily="18" charset="-127"/>
                    <a:ea typeface="Rix고딕 M" pitchFamily="18" charset="-127"/>
                  </a:rPr>
                  <a:t>Patch</a:t>
                </a:r>
              </a:p>
            </p:txBody>
          </p:sp>
        </p:grpSp>
        <p:sp>
          <p:nvSpPr>
            <p:cNvPr id="779" name="Text Box 3"/>
            <p:cNvSpPr txBox="1">
              <a:spLocks noChangeArrowheads="1"/>
            </p:cNvSpPr>
            <p:nvPr/>
          </p:nvSpPr>
          <p:spPr bwMode="auto">
            <a:xfrm>
              <a:off x="6066157" y="3743236"/>
              <a:ext cx="4252995" cy="184666"/>
            </a:xfrm>
            <a:prstGeom prst="rect">
              <a:avLst/>
            </a:prstGeom>
            <a:noFill/>
            <a:extLst/>
          </p:spPr>
          <p:txBody>
            <a:bodyPr wrap="square" lIns="0" tIns="0" rIns="0" bIns="0" rtlCol="0">
              <a:spAutoFit/>
            </a:bodyPr>
            <a:lstStyle>
              <a:defPPr>
                <a:defRPr lang="ko-KR"/>
              </a:defPPr>
              <a:lvl1pPr algn="ctr">
                <a:defRPr sz="800">
                  <a:latin typeface="Rix모던고딕 B" panose="02020603020101020101" pitchFamily="18" charset="-127"/>
                  <a:ea typeface="Rix모던고딕 B" panose="02020603020101020101" pitchFamily="18" charset="-127"/>
                </a:defRPr>
              </a:lvl1pPr>
            </a:lstStyle>
            <a:p>
              <a:pPr algn="r"/>
              <a:r>
                <a:rPr lang="en-US" altLang="ko-KR" sz="1200" b="1" dirty="0">
                  <a:solidFill>
                    <a:srgbClr val="C00000"/>
                  </a:solidFill>
                  <a:latin typeface="Rix고딕 M" pitchFamily="18" charset="-127"/>
                  <a:ea typeface="Rix고딕 M" pitchFamily="18" charset="-127"/>
                </a:rPr>
                <a:t>※ </a:t>
              </a:r>
              <a:r>
                <a:rPr lang="ko-KR" altLang="en-US" sz="1200" b="1" dirty="0">
                  <a:solidFill>
                    <a:srgbClr val="C00000"/>
                  </a:solidFill>
                  <a:latin typeface="Rix고딕 M" pitchFamily="18" charset="-127"/>
                  <a:ea typeface="Rix고딕 M" pitchFamily="18" charset="-127"/>
                </a:rPr>
                <a:t>인터넷망 </a:t>
              </a:r>
              <a:r>
                <a:rPr lang="ko-KR" altLang="en-US" sz="1200" b="1" dirty="0" smtClean="0">
                  <a:solidFill>
                    <a:srgbClr val="C00000"/>
                  </a:solidFill>
                  <a:latin typeface="Rix고딕 M" pitchFamily="18" charset="-127"/>
                  <a:ea typeface="Rix고딕 M" pitchFamily="18" charset="-127"/>
                </a:rPr>
                <a:t>용 </a:t>
              </a:r>
              <a:r>
                <a:rPr lang="en-CA" altLang="ko-KR" sz="1200" b="1" dirty="0">
                  <a:solidFill>
                    <a:srgbClr val="C00000"/>
                  </a:solidFill>
                  <a:latin typeface="Rix고딕 M" pitchFamily="18" charset="-127"/>
                  <a:ea typeface="Rix고딕 M" pitchFamily="18" charset="-127"/>
                </a:rPr>
                <a:t>Workgroup Switch</a:t>
              </a:r>
              <a:r>
                <a:rPr lang="ko-KR" altLang="en-US" sz="1200" b="1" dirty="0">
                  <a:solidFill>
                    <a:srgbClr val="C00000"/>
                  </a:solidFill>
                  <a:latin typeface="Rix고딕 M" pitchFamily="18" charset="-127"/>
                  <a:ea typeface="Rix고딕 M" pitchFamily="18" charset="-127"/>
                </a:rPr>
                <a:t>는 기존 장비 재 배치 활용</a:t>
              </a:r>
              <a:endParaRPr lang="en-US" altLang="ko-KR" sz="1200" b="1" dirty="0">
                <a:solidFill>
                  <a:srgbClr val="C00000"/>
                </a:solidFill>
                <a:latin typeface="Rix고딕 M" pitchFamily="18" charset="-127"/>
                <a:ea typeface="Rix고딕 M" pitchFamily="18" charset="-127"/>
              </a:endParaRPr>
            </a:p>
          </p:txBody>
        </p:sp>
        <p:sp>
          <p:nvSpPr>
            <p:cNvPr id="780" name="Rectangle 43"/>
            <p:cNvSpPr>
              <a:spLocks noChangeArrowheads="1"/>
            </p:cNvSpPr>
            <p:nvPr/>
          </p:nvSpPr>
          <p:spPr bwMode="auto">
            <a:xfrm>
              <a:off x="3624634" y="1525319"/>
              <a:ext cx="6690941" cy="2169355"/>
            </a:xfrm>
            <a:prstGeom prst="rect">
              <a:avLst/>
            </a:prstGeom>
            <a:noFill/>
            <a:ln w="28575"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6487" tIns="48244" rIns="96487" bIns="48244" rtlCol="0" anchor="ctr"/>
            <a:lstStyle/>
            <a:p>
              <a:pPr algn="ctr" defTabSz="964875"/>
              <a:endParaRPr lang="ko-KR" altLang="en-US" sz="1900" dirty="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781" name="직사각형 780"/>
            <p:cNvSpPr/>
            <p:nvPr/>
          </p:nvSpPr>
          <p:spPr>
            <a:xfrm rot="5400000">
              <a:off x="8854301" y="440460"/>
              <a:ext cx="367967" cy="2549236"/>
            </a:xfrm>
            <a:prstGeom prst="rect">
              <a:avLst/>
            </a:prstGeom>
            <a:gradFill>
              <a:gsLst>
                <a:gs pos="0">
                  <a:schemeClr val="accent1">
                    <a:lumMod val="50000"/>
                  </a:schemeClr>
                </a:gs>
                <a:gs pos="100000">
                  <a:srgbClr val="081422"/>
                </a:gs>
              </a:gsLst>
              <a:lin ang="5400000" scaled="0"/>
            </a:gradFill>
            <a:ln>
              <a:noFill/>
            </a:ln>
            <a:effectLst/>
            <a:scene3d>
              <a:camera prst="orthographicFront"/>
              <a:lightRig rig="threePt" dir="t"/>
            </a:scene3d>
            <a:sp3d>
              <a:bevelT h="635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782" name="Text Box 118"/>
            <p:cNvSpPr txBox="1">
              <a:spLocks noChangeArrowheads="1"/>
            </p:cNvSpPr>
            <p:nvPr/>
          </p:nvSpPr>
          <p:spPr bwMode="gray">
            <a:xfrm>
              <a:off x="7978377" y="1593551"/>
              <a:ext cx="2126204" cy="2354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ctr">
              <a:spAutoFit/>
              <a:scene3d>
                <a:camera prst="orthographicFront"/>
                <a:lightRig rig="threePt" dir="t"/>
              </a:scene3d>
              <a:sp3d>
                <a:bevelT w="1270" h="6350"/>
              </a:sp3d>
            </a:bodyPr>
            <a:lstStyle>
              <a:defPPr>
                <a:defRPr lang="ko-KR"/>
              </a:defPPr>
              <a:lvl1pPr marL="342900" indent="-342900" defTabSz="1135063" eaLnBrk="0" hangingPunct="0">
                <a:tabLst>
                  <a:tab pos="6149975" algn="l"/>
                </a:tabLst>
              </a:lvl1pPr>
              <a:lvl2pPr marL="0" lvl="1" algn="ctr" defTabSz="1135063" eaLnBrk="0" latinLnBrk="0" hangingPunct="0">
                <a:lnSpc>
                  <a:spcPct val="90000"/>
                </a:lnSpc>
                <a:buClr>
                  <a:srgbClr val="3271AA"/>
                </a:buClr>
                <a:buSzPct val="140000"/>
                <a:tabLst>
                  <a:tab pos="6149975" algn="l"/>
                </a:tabLst>
                <a:defRPr sz="900">
                  <a:latin typeface="Rix고딕 B" pitchFamily="18" charset="-127"/>
                  <a:ea typeface="Rix고딕 B" pitchFamily="18" charset="-127"/>
                </a:defRPr>
              </a:lvl2pPr>
              <a:lvl3pPr marL="1143000" indent="-228600" defTabSz="1135063" eaLnBrk="0" hangingPunct="0">
                <a:tabLst>
                  <a:tab pos="6149975" algn="l"/>
                </a:tabLst>
              </a:lvl3pPr>
              <a:lvl4pPr marL="1600200" indent="-228600" defTabSz="1135063" eaLnBrk="0" hangingPunct="0">
                <a:tabLst>
                  <a:tab pos="6149975" algn="l"/>
                </a:tabLst>
              </a:lvl4pPr>
              <a:lvl5pPr marL="2057400" indent="-228600" defTabSz="1135063" eaLnBrk="0" hangingPunct="0">
                <a:tabLst>
                  <a:tab pos="6149975" algn="l"/>
                </a:tabLst>
              </a:lvl5pPr>
              <a:lvl6pPr marL="2514600" indent="-228600" defTabSz="1135063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6149975" algn="l"/>
                </a:tabLst>
              </a:lvl6pPr>
              <a:lvl7pPr marL="2971800" indent="-228600" defTabSz="1135063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6149975" algn="l"/>
                </a:tabLst>
              </a:lvl7pPr>
              <a:lvl8pPr marL="3429000" indent="-228600" defTabSz="1135063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6149975" algn="l"/>
                </a:tabLst>
              </a:lvl8pPr>
              <a:lvl9pPr marL="3886200" indent="-228600" defTabSz="1135063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6149975" algn="l"/>
                </a:tabLst>
              </a:lvl9pPr>
            </a:lstStyle>
            <a:p>
              <a:pPr lvl="1"/>
              <a:r>
                <a:rPr lang="ko-KR" altLang="en-US" sz="1700" spc="-100" dirty="0">
                  <a:solidFill>
                    <a:schemeClr val="bg1"/>
                  </a:solidFill>
                  <a:sym typeface="Symbol" pitchFamily="18" charset="2"/>
                </a:rPr>
                <a:t>층별 내부 망 구성</a:t>
              </a:r>
            </a:p>
          </p:txBody>
        </p:sp>
        <p:sp>
          <p:nvSpPr>
            <p:cNvPr id="783" name="직사각형 782"/>
            <p:cNvSpPr/>
            <p:nvPr/>
          </p:nvSpPr>
          <p:spPr>
            <a:xfrm>
              <a:off x="6413125" y="2094173"/>
              <a:ext cx="3824145" cy="132856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t">
              <a:spAutoFit/>
            </a:bodyPr>
            <a:lstStyle/>
            <a:p>
              <a:pPr marL="108000" indent="-108000" latinLnBrk="0">
                <a:spcBef>
                  <a:spcPts val="200"/>
                </a:spcBef>
                <a:buFont typeface="Arial" panose="020B0604020202020204" pitchFamily="34" charset="0"/>
                <a:buChar char="•"/>
              </a:pPr>
              <a:r>
                <a:rPr lang="ko-KR" altLang="en-US" sz="1300" spc="-8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Rix모던고딕 M" panose="02020603020101020101" pitchFamily="18" charset="-127"/>
                  <a:ea typeface="Rix모던고딕 M" panose="02020603020101020101" pitchFamily="18" charset="-127"/>
                </a:rPr>
                <a:t>층별 </a:t>
              </a:r>
              <a:r>
                <a:rPr lang="en-US" altLang="ko-KR" sz="1300" spc="-8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Rix모던고딕 M" panose="02020603020101020101" pitchFamily="18" charset="-127"/>
                  <a:ea typeface="Rix모던고딕 M" panose="02020603020101020101" pitchFamily="18" charset="-127"/>
                </a:rPr>
                <a:t>TPS </a:t>
              </a:r>
              <a:r>
                <a:rPr lang="ko-KR" altLang="en-US" sz="1300" spc="-8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Rix모던고딕 M" panose="02020603020101020101" pitchFamily="18" charset="-127"/>
                  <a:ea typeface="Rix모던고딕 M" panose="02020603020101020101" pitchFamily="18" charset="-127"/>
                </a:rPr>
                <a:t>실 구성</a:t>
              </a:r>
            </a:p>
            <a:p>
              <a:pPr marL="108000" indent="-108000" latinLnBrk="0">
                <a:spcBef>
                  <a:spcPts val="200"/>
                </a:spcBef>
                <a:buFont typeface="Arial" panose="020B0604020202020204" pitchFamily="34" charset="0"/>
                <a:buChar char="•"/>
              </a:pPr>
              <a:r>
                <a:rPr lang="ko-KR" altLang="en-US" sz="1300" spc="-8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Rix모던고딕 M" panose="02020603020101020101" pitchFamily="18" charset="-127"/>
                  <a:ea typeface="Rix모던고딕 M" panose="02020603020101020101" pitchFamily="18" charset="-127"/>
                </a:rPr>
                <a:t>망 분리 </a:t>
              </a:r>
              <a:r>
                <a:rPr lang="en-US" altLang="ko-KR" sz="1300" spc="-8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Rix모던고딕 M" panose="02020603020101020101" pitchFamily="18" charset="-127"/>
                  <a:ea typeface="Rix모던고딕 M" panose="02020603020101020101" pitchFamily="18" charset="-127"/>
                </a:rPr>
                <a:t>: </a:t>
              </a:r>
              <a:r>
                <a:rPr lang="ko-KR" altLang="en-US" sz="1300" spc="-8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Rix모던고딕 M" panose="02020603020101020101" pitchFamily="18" charset="-127"/>
                  <a:ea typeface="Rix모던고딕 M" panose="02020603020101020101" pitchFamily="18" charset="-127"/>
                </a:rPr>
                <a:t>인트라넷</a:t>
              </a:r>
              <a:r>
                <a:rPr lang="en-US" altLang="ko-KR" sz="1300" spc="-8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Rix모던고딕 M" panose="02020603020101020101" pitchFamily="18" charset="-127"/>
                  <a:ea typeface="Rix모던고딕 M" panose="02020603020101020101" pitchFamily="18" charset="-127"/>
                </a:rPr>
                <a:t>/</a:t>
              </a:r>
              <a:r>
                <a:rPr lang="ko-KR" altLang="en-US" sz="1300" spc="-8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Rix모던고딕 M" panose="02020603020101020101" pitchFamily="18" charset="-127"/>
                  <a:ea typeface="Rix모던고딕 M" panose="02020603020101020101" pitchFamily="18" charset="-127"/>
                </a:rPr>
                <a:t>인터넷 </a:t>
              </a:r>
              <a:r>
                <a:rPr lang="ko-KR" altLang="en-US" sz="1300" spc="-8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Rix모던고딕 M" panose="02020603020101020101" pitchFamily="18" charset="-127"/>
                  <a:ea typeface="Rix모던고딕 M" panose="02020603020101020101" pitchFamily="18" charset="-127"/>
                </a:rPr>
                <a:t>용 랙 분리</a:t>
              </a:r>
            </a:p>
            <a:p>
              <a:pPr marL="108000" indent="-108000" latinLnBrk="0">
                <a:spcBef>
                  <a:spcPts val="200"/>
                </a:spcBef>
                <a:buFont typeface="Arial" panose="020B0604020202020204" pitchFamily="34" charset="0"/>
                <a:buChar char="•"/>
              </a:pPr>
              <a:r>
                <a:rPr lang="ko-KR" altLang="en-US" sz="1300" spc="-8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Rix모던고딕 M" panose="02020603020101020101" pitchFamily="18" charset="-127"/>
                  <a:ea typeface="Rix모던고딕 M" panose="02020603020101020101" pitchFamily="18" charset="-127"/>
                </a:rPr>
                <a:t>개별 사무실에는 </a:t>
              </a:r>
              <a:r>
                <a:rPr lang="ko-KR" altLang="en-US" sz="1300" spc="-8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Rix모던고딕 M" panose="02020603020101020101" pitchFamily="18" charset="-127"/>
                  <a:ea typeface="Rix모던고딕 M" panose="02020603020101020101" pitchFamily="18" charset="-127"/>
                </a:rPr>
                <a:t>인트라넷용 및 인터넷용 </a:t>
              </a:r>
              <a:r>
                <a:rPr lang="ko-KR" altLang="en-US" sz="1300" spc="-8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Rix모던고딕 M" panose="02020603020101020101" pitchFamily="18" charset="-127"/>
                  <a:ea typeface="Rix모던고딕 M" panose="02020603020101020101" pitchFamily="18" charset="-127"/>
                </a:rPr>
                <a:t>포트를 별도 구성</a:t>
              </a:r>
            </a:p>
            <a:p>
              <a:pPr marL="108000" indent="-108000" latinLnBrk="0">
                <a:spcBef>
                  <a:spcPts val="200"/>
                </a:spcBef>
                <a:buFont typeface="Arial" panose="020B0604020202020204" pitchFamily="34" charset="0"/>
                <a:buChar char="•"/>
              </a:pPr>
              <a:r>
                <a:rPr lang="ko-KR" altLang="en-US" sz="1300" spc="-8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Rix모던고딕 M" panose="02020603020101020101" pitchFamily="18" charset="-127"/>
                  <a:ea typeface="Rix모던고딕 M" panose="02020603020101020101" pitchFamily="18" charset="-127"/>
                </a:rPr>
                <a:t>층별 구성</a:t>
              </a:r>
            </a:p>
            <a:p>
              <a:pPr latinLnBrk="0">
                <a:spcBef>
                  <a:spcPts val="200"/>
                </a:spcBef>
              </a:pPr>
              <a:r>
                <a:rPr lang="ko-KR" altLang="en-US" sz="1300" spc="-8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Rix모던고딕 M" panose="02020603020101020101" pitchFamily="18" charset="-127"/>
                  <a:ea typeface="Rix모던고딕 M" panose="02020603020101020101" pitchFamily="18" charset="-127"/>
                </a:rPr>
                <a:t>    </a:t>
              </a:r>
              <a:r>
                <a:rPr lang="en-US" altLang="ko-KR" sz="1300" spc="-8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Rix모던고딕 M" panose="02020603020101020101" pitchFamily="18" charset="-127"/>
                  <a:ea typeface="Rix모던고딕 M" panose="02020603020101020101" pitchFamily="18" charset="-127"/>
                </a:rPr>
                <a:t>-  </a:t>
              </a:r>
              <a:r>
                <a:rPr lang="ko-KR" altLang="en-US" sz="1300" spc="-8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Rix모던고딕 M" panose="02020603020101020101" pitchFamily="18" charset="-127"/>
                  <a:ea typeface="Rix모던고딕 M" panose="02020603020101020101" pitchFamily="18" charset="-127"/>
                </a:rPr>
                <a:t>인트라넷 용 </a:t>
              </a:r>
              <a:r>
                <a:rPr lang="en-US" altLang="ko-KR" sz="1300" spc="-8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Rix모던고딕 M" panose="02020603020101020101" pitchFamily="18" charset="-127"/>
                  <a:ea typeface="Rix모던고딕 M" panose="02020603020101020101" pitchFamily="18" charset="-127"/>
                </a:rPr>
                <a:t>W/G </a:t>
              </a:r>
              <a:r>
                <a:rPr lang="en-US" altLang="ko-KR" sz="1300" spc="-8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Rix모던고딕 M" panose="02020603020101020101" pitchFamily="18" charset="-127"/>
                  <a:ea typeface="Rix모던고딕 M" panose="02020603020101020101" pitchFamily="18" charset="-127"/>
                </a:rPr>
                <a:t>S/W : 6</a:t>
              </a:r>
              <a:r>
                <a:rPr lang="ko-KR" altLang="en-US" sz="1300" spc="-8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Rix모던고딕 M" panose="02020603020101020101" pitchFamily="18" charset="-127"/>
                  <a:ea typeface="Rix모던고딕 M" panose="02020603020101020101" pitchFamily="18" charset="-127"/>
                </a:rPr>
                <a:t>식</a:t>
              </a:r>
              <a:endParaRPr lang="en-US" altLang="ko-KR" sz="1300" spc="-8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endParaRPr>
            </a:p>
            <a:p>
              <a:pPr latinLnBrk="0">
                <a:spcBef>
                  <a:spcPts val="200"/>
                </a:spcBef>
              </a:pPr>
              <a:r>
                <a:rPr lang="en-US" altLang="ko-KR" sz="1300" spc="-8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Rix모던고딕 M" panose="02020603020101020101" pitchFamily="18" charset="-127"/>
                  <a:ea typeface="Rix모던고딕 M" panose="02020603020101020101" pitchFamily="18" charset="-127"/>
                </a:rPr>
                <a:t>    -  </a:t>
              </a:r>
              <a:r>
                <a:rPr lang="ko-KR" altLang="en-US" sz="1300" spc="-8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Rix모던고딕 M" panose="02020603020101020101" pitchFamily="18" charset="-127"/>
                  <a:ea typeface="Rix모던고딕 M" panose="02020603020101020101" pitchFamily="18" charset="-127"/>
                </a:rPr>
                <a:t>인터넷 용   </a:t>
              </a:r>
              <a:r>
                <a:rPr lang="ko-KR" altLang="en-US" sz="1300" spc="-8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Rix모던고딕 M" panose="02020603020101020101" pitchFamily="18" charset="-127"/>
                  <a:ea typeface="Rix모던고딕 M" panose="02020603020101020101" pitchFamily="18" charset="-127"/>
                </a:rPr>
                <a:t>  </a:t>
              </a:r>
              <a:r>
                <a:rPr lang="en-US" altLang="ko-KR" sz="1300" spc="-8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Rix모던고딕 M" panose="02020603020101020101" pitchFamily="18" charset="-127"/>
                  <a:ea typeface="Rix모던고딕 M" panose="02020603020101020101" pitchFamily="18" charset="-127"/>
                </a:rPr>
                <a:t>W/G S/W : 6</a:t>
              </a:r>
              <a:r>
                <a:rPr lang="ko-KR" altLang="en-US" sz="1300" spc="-8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Rix모던고딕 M" panose="02020603020101020101" pitchFamily="18" charset="-127"/>
                  <a:ea typeface="Rix모던고딕 M" panose="02020603020101020101" pitchFamily="18" charset="-127"/>
                </a:rPr>
                <a:t>식</a:t>
              </a:r>
              <a:r>
                <a:rPr lang="en-US" altLang="ko-KR" sz="1300" spc="-8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Rix모던고딕 M" panose="02020603020101020101" pitchFamily="18" charset="-127"/>
                  <a:ea typeface="Rix모던고딕 M" panose="02020603020101020101" pitchFamily="18" charset="-127"/>
                </a:rPr>
                <a:t>(</a:t>
              </a:r>
              <a:r>
                <a:rPr lang="ko-KR" altLang="en-US" sz="1300" spc="-8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Rix모던고딕 M" panose="02020603020101020101" pitchFamily="18" charset="-127"/>
                  <a:ea typeface="Rix모던고딕 M" panose="02020603020101020101" pitchFamily="18" charset="-127"/>
                </a:rPr>
                <a:t>재 배치 활용</a:t>
              </a:r>
              <a:r>
                <a:rPr lang="en-US" altLang="ko-KR" sz="1300" spc="-8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Rix모던고딕 M" panose="02020603020101020101" pitchFamily="18" charset="-127"/>
                  <a:ea typeface="Rix모던고딕 M" panose="02020603020101020101" pitchFamily="18" charset="-127"/>
                </a:rPr>
                <a:t>)</a:t>
              </a:r>
              <a:endParaRPr lang="ko-KR" altLang="en-US" sz="1300" spc="-80" dirty="0">
                <a:solidFill>
                  <a:schemeClr val="tx1">
                    <a:lumMod val="75000"/>
                    <a:lumOff val="25000"/>
                  </a:schemeClr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endParaRPr>
            </a:p>
          </p:txBody>
        </p:sp>
      </p:grpSp>
      <p:sp>
        <p:nvSpPr>
          <p:cNvPr id="1480" name="직사각형 1479"/>
          <p:cNvSpPr/>
          <p:nvPr/>
        </p:nvSpPr>
        <p:spPr>
          <a:xfrm>
            <a:off x="7513188" y="4149764"/>
            <a:ext cx="558445" cy="1364005"/>
          </a:xfrm>
          <a:prstGeom prst="rect">
            <a:avLst/>
          </a:prstGeom>
          <a:noFill/>
          <a:ln w="127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9569" tIns="49785" rIns="99569" bIns="49785" rtlCol="0" anchor="ctr"/>
          <a:lstStyle/>
          <a:p>
            <a:pPr algn="ctr"/>
            <a:endParaRPr lang="ko-KR" altLang="en-US" sz="1200" dirty="0">
              <a:solidFill>
                <a:schemeClr val="tx1"/>
              </a:solidFill>
              <a:latin typeface="Rix고딕 M" pitchFamily="18" charset="-127"/>
              <a:ea typeface="Rix고딕 M" pitchFamily="18" charset="-127"/>
            </a:endParaRPr>
          </a:p>
        </p:txBody>
      </p:sp>
      <p:sp>
        <p:nvSpPr>
          <p:cNvPr id="1481" name="직사각형 1480"/>
          <p:cNvSpPr/>
          <p:nvPr/>
        </p:nvSpPr>
        <p:spPr>
          <a:xfrm>
            <a:off x="8280591" y="4050704"/>
            <a:ext cx="1314745" cy="3163451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9569" tIns="49785" rIns="99569" bIns="49785" rtlCol="0" anchor="ctr"/>
          <a:lstStyle/>
          <a:p>
            <a:pPr algn="ctr"/>
            <a:endParaRPr lang="ko-KR" altLang="en-US" sz="1200" dirty="0">
              <a:solidFill>
                <a:schemeClr val="tx1"/>
              </a:solidFill>
              <a:latin typeface="Rix고딕 M" pitchFamily="18" charset="-127"/>
              <a:ea typeface="Rix고딕 M" pitchFamily="18" charset="-127"/>
            </a:endParaRPr>
          </a:p>
        </p:txBody>
      </p:sp>
      <p:sp>
        <p:nvSpPr>
          <p:cNvPr id="1564" name="Rectangle 43"/>
          <p:cNvSpPr>
            <a:spLocks noChangeArrowheads="1"/>
          </p:cNvSpPr>
          <p:nvPr/>
        </p:nvSpPr>
        <p:spPr bwMode="auto">
          <a:xfrm>
            <a:off x="3624634" y="4120838"/>
            <a:ext cx="6352707" cy="1422898"/>
          </a:xfrm>
          <a:prstGeom prst="rect">
            <a:avLst/>
          </a:prstGeom>
          <a:noFill/>
          <a:ln w="28575">
            <a:solidFill>
              <a:schemeClr val="accent6">
                <a:lumMod val="50000"/>
              </a:schemeClr>
            </a:solidFill>
            <a:miter lim="800000"/>
            <a:headEnd/>
            <a:tailEnd/>
          </a:ln>
          <a:effectLst/>
        </p:spPr>
        <p:txBody>
          <a:bodyPr wrap="none" lIns="99569" tIns="49785" rIns="99569" bIns="49785" anchor="ctr"/>
          <a:lstStyle>
            <a:defPPr>
              <a:defRPr lang="ko-KR"/>
            </a:defPPr>
            <a:lvl1pPr algn="ctr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휴먼고딕" pitchFamily="2" charset="-127"/>
                <a:ea typeface="휴먼고딕" pitchFamily="2" charset="-127"/>
                <a:cs typeface="+mn-cs"/>
              </a:defRPr>
            </a:lvl1pPr>
            <a:lvl2pPr marL="457200" algn="ctr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휴먼고딕" pitchFamily="2" charset="-127"/>
                <a:ea typeface="휴먼고딕" pitchFamily="2" charset="-127"/>
                <a:cs typeface="+mn-cs"/>
              </a:defRPr>
            </a:lvl2pPr>
            <a:lvl3pPr marL="914400" algn="ctr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휴먼고딕" pitchFamily="2" charset="-127"/>
                <a:ea typeface="휴먼고딕" pitchFamily="2" charset="-127"/>
                <a:cs typeface="+mn-cs"/>
              </a:defRPr>
            </a:lvl3pPr>
            <a:lvl4pPr marL="1371600" algn="ctr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휴먼고딕" pitchFamily="2" charset="-127"/>
                <a:ea typeface="휴먼고딕" pitchFamily="2" charset="-127"/>
                <a:cs typeface="+mn-cs"/>
              </a:defRPr>
            </a:lvl4pPr>
            <a:lvl5pPr marL="1828800" algn="ctr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휴먼고딕" pitchFamily="2" charset="-127"/>
                <a:ea typeface="휴먼고딕" pitchFamily="2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휴먼고딕" pitchFamily="2" charset="-127"/>
                <a:ea typeface="휴먼고딕" pitchFamily="2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휴먼고딕" pitchFamily="2" charset="-127"/>
                <a:ea typeface="휴먼고딕" pitchFamily="2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휴먼고딕" pitchFamily="2" charset="-127"/>
                <a:ea typeface="휴먼고딕" pitchFamily="2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휴먼고딕" pitchFamily="2" charset="-127"/>
                <a:ea typeface="휴먼고딕" pitchFamily="2" charset="-127"/>
                <a:cs typeface="+mn-cs"/>
              </a:defRPr>
            </a:lvl9pPr>
          </a:lstStyle>
          <a:p>
            <a:pPr algn="l">
              <a:defRPr/>
            </a:pPr>
            <a:endParaRPr lang="ko-KR" altLang="en-US" sz="1100" dirty="0">
              <a:solidFill>
                <a:srgbClr val="000000"/>
              </a:solidFill>
              <a:latin typeface="Rix고딕 M" pitchFamily="18" charset="-127"/>
              <a:ea typeface="Rix고딕 M" pitchFamily="18" charset="-127"/>
            </a:endParaRPr>
          </a:p>
        </p:txBody>
      </p:sp>
      <p:sp>
        <p:nvSpPr>
          <p:cNvPr id="1565" name="TextBox 1564"/>
          <p:cNvSpPr txBox="1"/>
          <p:nvPr/>
        </p:nvSpPr>
        <p:spPr>
          <a:xfrm>
            <a:off x="9977342" y="4109760"/>
            <a:ext cx="355178" cy="1448243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ko-KR"/>
            </a:defPPr>
            <a:lvl1pPr algn="ctr">
              <a:defRPr sz="1500">
                <a:solidFill>
                  <a:schemeClr val="bg1"/>
                </a:solidFill>
                <a:latin typeface="Rix고딕 B" pitchFamily="18" charset="-127"/>
                <a:ea typeface="Rix고딕 B" pitchFamily="18" charset="-127"/>
              </a:defRPr>
            </a:lvl1pPr>
          </a:lstStyle>
          <a:p>
            <a:r>
              <a:rPr lang="ko-KR" altLang="en-US" dirty="0" smtClean="0"/>
              <a:t>인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ko-KR" altLang="en-US" dirty="0" err="1" smtClean="0"/>
              <a:t>트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ko-KR" altLang="en-US" dirty="0" smtClean="0"/>
              <a:t>라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ko-KR" altLang="en-US" dirty="0" smtClean="0"/>
              <a:t>넷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ko-KR" altLang="en-US" dirty="0" smtClean="0"/>
              <a:t>망</a:t>
            </a:r>
            <a:endParaRPr lang="ko-KR" altLang="en-US" dirty="0"/>
          </a:p>
        </p:txBody>
      </p:sp>
      <p:pic>
        <p:nvPicPr>
          <p:cNvPr id="1571" name="Picture 12" descr="rack_server_grey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3155" y="4703378"/>
            <a:ext cx="338511" cy="189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72" name="Picture 12" descr="rack_server_grey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3155" y="4473616"/>
            <a:ext cx="338511" cy="189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73" name="Picture 12" descr="rack_server_grey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3155" y="4243853"/>
            <a:ext cx="338511" cy="189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574" name="직선 연결선 1573"/>
          <p:cNvCxnSpPr/>
          <p:nvPr/>
        </p:nvCxnSpPr>
        <p:spPr>
          <a:xfrm>
            <a:off x="5828949" y="4653614"/>
            <a:ext cx="0" cy="264016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5" name="직선 연결선 1574"/>
          <p:cNvCxnSpPr/>
          <p:nvPr/>
        </p:nvCxnSpPr>
        <p:spPr>
          <a:xfrm>
            <a:off x="5885360" y="4653614"/>
            <a:ext cx="0" cy="264016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76" name="그룹 1575"/>
          <p:cNvGrpSpPr/>
          <p:nvPr/>
        </p:nvGrpSpPr>
        <p:grpSpPr>
          <a:xfrm>
            <a:off x="5764228" y="4739147"/>
            <a:ext cx="169001" cy="73130"/>
            <a:chOff x="4946688" y="3862016"/>
            <a:chExt cx="171224" cy="80594"/>
          </a:xfrm>
        </p:grpSpPr>
        <p:sp>
          <p:nvSpPr>
            <p:cNvPr id="1708" name="타원 1707"/>
            <p:cNvSpPr/>
            <p:nvPr/>
          </p:nvSpPr>
          <p:spPr>
            <a:xfrm>
              <a:off x="4946688" y="3862016"/>
              <a:ext cx="171224" cy="61546"/>
            </a:xfrm>
            <a:prstGeom prst="ellipse">
              <a:avLst/>
            </a:prstGeom>
            <a:noFill/>
            <a:ln w="6350">
              <a:solidFill>
                <a:schemeClr val="tx1">
                  <a:lumMod val="75000"/>
                  <a:lumOff val="25000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 smtClean="0">
                <a:latin typeface="Rix고딕 M" pitchFamily="18" charset="-127"/>
                <a:ea typeface="Rix고딕 M" pitchFamily="18" charset="-127"/>
              </a:endParaRPr>
            </a:p>
          </p:txBody>
        </p:sp>
        <p:sp>
          <p:nvSpPr>
            <p:cNvPr id="1709" name="타원 1708"/>
            <p:cNvSpPr/>
            <p:nvPr/>
          </p:nvSpPr>
          <p:spPr>
            <a:xfrm>
              <a:off x="4946688" y="3881064"/>
              <a:ext cx="171224" cy="61546"/>
            </a:xfrm>
            <a:prstGeom prst="ellipse">
              <a:avLst/>
            </a:prstGeom>
            <a:noFill/>
            <a:ln w="6350">
              <a:solidFill>
                <a:schemeClr val="tx1">
                  <a:lumMod val="75000"/>
                  <a:lumOff val="25000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 smtClean="0">
                <a:latin typeface="Rix고딕 M" pitchFamily="18" charset="-127"/>
                <a:ea typeface="Rix고딕 M" pitchFamily="18" charset="-127"/>
              </a:endParaRPr>
            </a:p>
          </p:txBody>
        </p:sp>
      </p:grpSp>
      <p:sp>
        <p:nvSpPr>
          <p:cNvPr id="1577" name="Text Box 3"/>
          <p:cNvSpPr txBox="1">
            <a:spLocks noChangeArrowheads="1"/>
          </p:cNvSpPr>
          <p:nvPr/>
        </p:nvSpPr>
        <p:spPr bwMode="auto">
          <a:xfrm>
            <a:off x="5378899" y="4654231"/>
            <a:ext cx="429029" cy="250698"/>
          </a:xfrm>
          <a:prstGeom prst="rect">
            <a:avLst/>
          </a:prstGeom>
          <a:noFill/>
          <a:extLst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algn="ctr">
              <a:defRPr sz="800">
                <a:latin typeface="Rix모던고딕 B" panose="02020603020101020101" pitchFamily="18" charset="-127"/>
                <a:ea typeface="Rix모던고딕 B" panose="02020603020101020101" pitchFamily="18" charset="-127"/>
              </a:defRPr>
            </a:lvl1pPr>
          </a:lstStyle>
          <a:p>
            <a:r>
              <a:rPr lang="en-US" altLang="ko-KR" dirty="0">
                <a:latin typeface="Rix고딕 M" pitchFamily="18" charset="-127"/>
                <a:ea typeface="Rix고딕 M" pitchFamily="18" charset="-127"/>
              </a:rPr>
              <a:t>80G</a:t>
            </a:r>
          </a:p>
          <a:p>
            <a:r>
              <a:rPr lang="en-US" altLang="ko-KR" dirty="0">
                <a:latin typeface="Rix고딕 M" pitchFamily="18" charset="-127"/>
                <a:ea typeface="Rix고딕 M" pitchFamily="18" charset="-127"/>
              </a:rPr>
              <a:t>Trunking</a:t>
            </a:r>
          </a:p>
        </p:txBody>
      </p:sp>
      <p:cxnSp>
        <p:nvCxnSpPr>
          <p:cNvPr id="1578" name="직선 연결선 1577"/>
          <p:cNvCxnSpPr>
            <a:endCxn id="1573" idx="1"/>
          </p:cNvCxnSpPr>
          <p:nvPr/>
        </p:nvCxnSpPr>
        <p:spPr>
          <a:xfrm flipV="1">
            <a:off x="6053055" y="4338469"/>
            <a:ext cx="1570100" cy="103147"/>
          </a:xfrm>
          <a:prstGeom prst="line">
            <a:avLst/>
          </a:prstGeom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9" name="직선 연결선 1578"/>
          <p:cNvCxnSpPr>
            <a:endCxn id="1571" idx="1"/>
          </p:cNvCxnSpPr>
          <p:nvPr/>
        </p:nvCxnSpPr>
        <p:spPr>
          <a:xfrm flipV="1">
            <a:off x="6053055" y="4797994"/>
            <a:ext cx="1570100" cy="342409"/>
          </a:xfrm>
          <a:prstGeom prst="line">
            <a:avLst/>
          </a:prstGeom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0" name="직선 연결선 1579"/>
          <p:cNvCxnSpPr/>
          <p:nvPr/>
        </p:nvCxnSpPr>
        <p:spPr>
          <a:xfrm>
            <a:off x="7795865" y="4935638"/>
            <a:ext cx="0" cy="278826"/>
          </a:xfrm>
          <a:prstGeom prst="line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81" name="그룹 1580"/>
          <p:cNvGrpSpPr/>
          <p:nvPr/>
        </p:nvGrpSpPr>
        <p:grpSpPr>
          <a:xfrm rot="5400000">
            <a:off x="6151988" y="4421218"/>
            <a:ext cx="155365" cy="79547"/>
            <a:chOff x="4946688" y="3862016"/>
            <a:chExt cx="171224" cy="80594"/>
          </a:xfrm>
        </p:grpSpPr>
        <p:sp>
          <p:nvSpPr>
            <p:cNvPr id="1706" name="타원 1705"/>
            <p:cNvSpPr/>
            <p:nvPr/>
          </p:nvSpPr>
          <p:spPr>
            <a:xfrm>
              <a:off x="4946688" y="3862016"/>
              <a:ext cx="171224" cy="61546"/>
            </a:xfrm>
            <a:prstGeom prst="ellipse">
              <a:avLst/>
            </a:prstGeom>
            <a:noFill/>
            <a:ln w="6350">
              <a:solidFill>
                <a:schemeClr val="tx1">
                  <a:lumMod val="75000"/>
                  <a:lumOff val="25000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 smtClean="0">
                <a:latin typeface="Rix고딕 M" pitchFamily="18" charset="-127"/>
                <a:ea typeface="Rix고딕 M" pitchFamily="18" charset="-127"/>
              </a:endParaRPr>
            </a:p>
          </p:txBody>
        </p:sp>
        <p:sp>
          <p:nvSpPr>
            <p:cNvPr id="1707" name="타원 1706"/>
            <p:cNvSpPr/>
            <p:nvPr/>
          </p:nvSpPr>
          <p:spPr>
            <a:xfrm>
              <a:off x="4946688" y="3881064"/>
              <a:ext cx="171224" cy="61546"/>
            </a:xfrm>
            <a:prstGeom prst="ellipse">
              <a:avLst/>
            </a:prstGeom>
            <a:noFill/>
            <a:ln w="6350">
              <a:solidFill>
                <a:schemeClr val="tx1">
                  <a:lumMod val="75000"/>
                  <a:lumOff val="25000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 smtClean="0">
                <a:latin typeface="Rix고딕 M" pitchFamily="18" charset="-127"/>
                <a:ea typeface="Rix고딕 M" pitchFamily="18" charset="-127"/>
              </a:endParaRPr>
            </a:p>
          </p:txBody>
        </p:sp>
      </p:grpSp>
      <p:grpSp>
        <p:nvGrpSpPr>
          <p:cNvPr id="1582" name="그룹 1581"/>
          <p:cNvGrpSpPr/>
          <p:nvPr/>
        </p:nvGrpSpPr>
        <p:grpSpPr>
          <a:xfrm rot="5400000">
            <a:off x="6157252" y="5043077"/>
            <a:ext cx="155365" cy="79547"/>
            <a:chOff x="4946688" y="3862016"/>
            <a:chExt cx="171224" cy="80594"/>
          </a:xfrm>
        </p:grpSpPr>
        <p:sp>
          <p:nvSpPr>
            <p:cNvPr id="1704" name="타원 1703"/>
            <p:cNvSpPr/>
            <p:nvPr/>
          </p:nvSpPr>
          <p:spPr>
            <a:xfrm>
              <a:off x="4946688" y="3862016"/>
              <a:ext cx="171224" cy="61546"/>
            </a:xfrm>
            <a:prstGeom prst="ellipse">
              <a:avLst/>
            </a:prstGeom>
            <a:noFill/>
            <a:ln w="6350">
              <a:solidFill>
                <a:schemeClr val="tx1">
                  <a:lumMod val="75000"/>
                  <a:lumOff val="25000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 smtClean="0">
                <a:latin typeface="Rix고딕 M" pitchFamily="18" charset="-127"/>
                <a:ea typeface="Rix고딕 M" pitchFamily="18" charset="-127"/>
              </a:endParaRPr>
            </a:p>
          </p:txBody>
        </p:sp>
        <p:sp>
          <p:nvSpPr>
            <p:cNvPr id="1705" name="타원 1704"/>
            <p:cNvSpPr/>
            <p:nvPr/>
          </p:nvSpPr>
          <p:spPr>
            <a:xfrm>
              <a:off x="4946688" y="3881064"/>
              <a:ext cx="171224" cy="61546"/>
            </a:xfrm>
            <a:prstGeom prst="ellipse">
              <a:avLst/>
            </a:prstGeom>
            <a:noFill/>
            <a:ln w="6350">
              <a:solidFill>
                <a:schemeClr val="tx1">
                  <a:lumMod val="75000"/>
                  <a:lumOff val="25000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 smtClean="0">
                <a:latin typeface="Rix고딕 M" pitchFamily="18" charset="-127"/>
                <a:ea typeface="Rix고딕 M" pitchFamily="18" charset="-127"/>
              </a:endParaRPr>
            </a:p>
          </p:txBody>
        </p:sp>
      </p:grpSp>
      <p:sp>
        <p:nvSpPr>
          <p:cNvPr id="1583" name="Text Box 3"/>
          <p:cNvSpPr txBox="1">
            <a:spLocks noChangeArrowheads="1"/>
          </p:cNvSpPr>
          <p:nvPr/>
        </p:nvSpPr>
        <p:spPr bwMode="auto">
          <a:xfrm>
            <a:off x="6127307" y="4233352"/>
            <a:ext cx="219612" cy="138499"/>
          </a:xfrm>
          <a:prstGeom prst="rect">
            <a:avLst/>
          </a:prstGeom>
          <a:noFill/>
          <a:extLst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algn="ctr">
              <a:defRPr sz="1200"/>
            </a:lvl1pPr>
          </a:lstStyle>
          <a:p>
            <a:r>
              <a:rPr lang="en-US" altLang="ko-KR" sz="900" dirty="0">
                <a:latin typeface="Rix고딕 M" pitchFamily="18" charset="-127"/>
                <a:ea typeface="Rix고딕 M" pitchFamily="18" charset="-127"/>
              </a:rPr>
              <a:t>10G</a:t>
            </a:r>
          </a:p>
        </p:txBody>
      </p:sp>
      <p:sp>
        <p:nvSpPr>
          <p:cNvPr id="1584" name="Text Box 3"/>
          <p:cNvSpPr txBox="1">
            <a:spLocks noChangeArrowheads="1"/>
          </p:cNvSpPr>
          <p:nvPr/>
        </p:nvSpPr>
        <p:spPr bwMode="auto">
          <a:xfrm>
            <a:off x="6127307" y="5191834"/>
            <a:ext cx="219612" cy="138499"/>
          </a:xfrm>
          <a:prstGeom prst="rect">
            <a:avLst/>
          </a:prstGeom>
          <a:noFill/>
          <a:extLst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algn="ctr">
              <a:defRPr sz="1200"/>
            </a:lvl1pPr>
          </a:lstStyle>
          <a:p>
            <a:r>
              <a:rPr lang="en-US" altLang="ko-KR" sz="900" dirty="0">
                <a:latin typeface="Rix고딕 M" pitchFamily="18" charset="-127"/>
                <a:ea typeface="Rix고딕 M" pitchFamily="18" charset="-127"/>
              </a:rPr>
              <a:t>10G</a:t>
            </a:r>
          </a:p>
        </p:txBody>
      </p:sp>
      <p:cxnSp>
        <p:nvCxnSpPr>
          <p:cNvPr id="1585" name="직선 연결선 1584"/>
          <p:cNvCxnSpPr>
            <a:endCxn id="1596" idx="3"/>
          </p:cNvCxnSpPr>
          <p:nvPr/>
        </p:nvCxnSpPr>
        <p:spPr>
          <a:xfrm flipH="1" flipV="1">
            <a:off x="4864869" y="4441616"/>
            <a:ext cx="816403" cy="0"/>
          </a:xfrm>
          <a:prstGeom prst="line">
            <a:avLst/>
          </a:prstGeom>
          <a:ln w="285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6" name="직선 연결선 1585"/>
          <p:cNvCxnSpPr>
            <a:endCxn id="1597" idx="3"/>
          </p:cNvCxnSpPr>
          <p:nvPr/>
        </p:nvCxnSpPr>
        <p:spPr>
          <a:xfrm flipH="1">
            <a:off x="4864870" y="5140403"/>
            <a:ext cx="826402" cy="0"/>
          </a:xfrm>
          <a:prstGeom prst="line">
            <a:avLst/>
          </a:prstGeom>
          <a:ln w="285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89" name="Text Box 3"/>
          <p:cNvSpPr txBox="1">
            <a:spLocks noChangeArrowheads="1"/>
          </p:cNvSpPr>
          <p:nvPr/>
        </p:nvSpPr>
        <p:spPr bwMode="auto">
          <a:xfrm>
            <a:off x="9335043" y="5307319"/>
            <a:ext cx="123432" cy="123111"/>
          </a:xfrm>
          <a:prstGeom prst="rect">
            <a:avLst/>
          </a:prstGeom>
          <a:noFill/>
          <a:extLst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algn="ctr">
              <a:defRPr sz="800">
                <a:latin typeface="Rix모던고딕 B" panose="02020603020101020101" pitchFamily="18" charset="-127"/>
                <a:ea typeface="Rix모던고딕 B" panose="02020603020101020101" pitchFamily="18" charset="-127"/>
              </a:defRPr>
            </a:lvl1pPr>
          </a:lstStyle>
          <a:p>
            <a:r>
              <a:rPr lang="en-CA" altLang="ko-KR" dirty="0">
                <a:latin typeface="Rix고딕 M" pitchFamily="18" charset="-127"/>
                <a:ea typeface="Rix고딕 M" pitchFamily="18" charset="-127"/>
              </a:rPr>
              <a:t>PC</a:t>
            </a:r>
            <a:endParaRPr lang="en-US" altLang="ko-KR" dirty="0">
              <a:latin typeface="Rix고딕 M" pitchFamily="18" charset="-127"/>
              <a:ea typeface="Rix고딕 M" pitchFamily="18" charset="-127"/>
            </a:endParaRPr>
          </a:p>
        </p:txBody>
      </p:sp>
      <p:sp>
        <p:nvSpPr>
          <p:cNvPr id="1590" name="Text Box 3"/>
          <p:cNvSpPr txBox="1">
            <a:spLocks noChangeArrowheads="1"/>
          </p:cNvSpPr>
          <p:nvPr/>
        </p:nvSpPr>
        <p:spPr bwMode="auto">
          <a:xfrm>
            <a:off x="8954491" y="5307319"/>
            <a:ext cx="123432" cy="123111"/>
          </a:xfrm>
          <a:prstGeom prst="rect">
            <a:avLst/>
          </a:prstGeom>
          <a:noFill/>
          <a:extLst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algn="ctr">
              <a:defRPr sz="800">
                <a:latin typeface="Rix모던고딕 B" panose="02020603020101020101" pitchFamily="18" charset="-127"/>
                <a:ea typeface="Rix모던고딕 B" panose="02020603020101020101" pitchFamily="18" charset="-127"/>
              </a:defRPr>
            </a:lvl1pPr>
          </a:lstStyle>
          <a:p>
            <a:r>
              <a:rPr lang="en-CA" altLang="ko-KR" dirty="0">
                <a:latin typeface="Rix고딕 M" pitchFamily="18" charset="-127"/>
                <a:ea typeface="Rix고딕 M" pitchFamily="18" charset="-127"/>
              </a:rPr>
              <a:t>PC</a:t>
            </a:r>
            <a:endParaRPr lang="en-US" altLang="ko-KR" dirty="0">
              <a:latin typeface="Rix고딕 M" pitchFamily="18" charset="-127"/>
              <a:ea typeface="Rix고딕 M" pitchFamily="18" charset="-127"/>
            </a:endParaRPr>
          </a:p>
        </p:txBody>
      </p:sp>
      <p:cxnSp>
        <p:nvCxnSpPr>
          <p:cNvPr id="1591" name="직선 연결선 1590"/>
          <p:cNvCxnSpPr>
            <a:endCxn id="1694" idx="0"/>
          </p:cNvCxnSpPr>
          <p:nvPr/>
        </p:nvCxnSpPr>
        <p:spPr>
          <a:xfrm>
            <a:off x="9395620" y="4996618"/>
            <a:ext cx="2291" cy="140193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2" name="직선 연결선 1591"/>
          <p:cNvCxnSpPr>
            <a:endCxn id="1695" idx="0"/>
          </p:cNvCxnSpPr>
          <p:nvPr/>
        </p:nvCxnSpPr>
        <p:spPr>
          <a:xfrm flipH="1">
            <a:off x="9016206" y="4996618"/>
            <a:ext cx="845" cy="140193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3" name="직선 연결선 1592"/>
          <p:cNvCxnSpPr/>
          <p:nvPr/>
        </p:nvCxnSpPr>
        <p:spPr>
          <a:xfrm>
            <a:off x="9100359" y="5217275"/>
            <a:ext cx="140810" cy="0"/>
          </a:xfrm>
          <a:prstGeom prst="line">
            <a:avLst/>
          </a:prstGeom>
          <a:ln w="19050">
            <a:solidFill>
              <a:schemeClr val="tx1">
                <a:lumMod val="75000"/>
                <a:lumOff val="2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96" name="Picture 12" descr="l3_switch_grey"/>
          <p:cNvPicPr>
            <a:picLocks noChangeAspect="1" noChangeArrowheads="1"/>
          </p:cNvPicPr>
          <p:nvPr/>
        </p:nvPicPr>
        <p:blipFill>
          <a:blip r:embed="rId6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03087" y="4258837"/>
            <a:ext cx="361783" cy="3655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97" name="Picture 12" descr="l3_switch_grey"/>
          <p:cNvPicPr>
            <a:picLocks noChangeAspect="1" noChangeArrowheads="1"/>
          </p:cNvPicPr>
          <p:nvPr/>
        </p:nvPicPr>
        <p:blipFill>
          <a:blip r:embed="rId6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03087" y="4957624"/>
            <a:ext cx="361783" cy="3655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598" name="그룹 1597"/>
          <p:cNvGrpSpPr/>
          <p:nvPr/>
        </p:nvGrpSpPr>
        <p:grpSpPr>
          <a:xfrm>
            <a:off x="4649585" y="4611696"/>
            <a:ext cx="56411" cy="351406"/>
            <a:chOff x="4186962" y="4270722"/>
            <a:chExt cx="52257" cy="239460"/>
          </a:xfrm>
        </p:grpSpPr>
        <p:cxnSp>
          <p:nvCxnSpPr>
            <p:cNvPr id="1702" name="직선 연결선 1701"/>
            <p:cNvCxnSpPr/>
            <p:nvPr/>
          </p:nvCxnSpPr>
          <p:spPr>
            <a:xfrm>
              <a:off x="4186962" y="4270722"/>
              <a:ext cx="0" cy="239460"/>
            </a:xfrm>
            <a:prstGeom prst="line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03" name="직선 연결선 1702"/>
            <p:cNvCxnSpPr/>
            <p:nvPr/>
          </p:nvCxnSpPr>
          <p:spPr>
            <a:xfrm>
              <a:off x="4239219" y="4270722"/>
              <a:ext cx="0" cy="239460"/>
            </a:xfrm>
            <a:prstGeom prst="line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99" name="그룹 1598"/>
          <p:cNvGrpSpPr/>
          <p:nvPr/>
        </p:nvGrpSpPr>
        <p:grpSpPr>
          <a:xfrm>
            <a:off x="4584864" y="4740923"/>
            <a:ext cx="169001" cy="73130"/>
            <a:chOff x="4946688" y="3862016"/>
            <a:chExt cx="171224" cy="80594"/>
          </a:xfrm>
        </p:grpSpPr>
        <p:sp>
          <p:nvSpPr>
            <p:cNvPr id="1700" name="타원 1699"/>
            <p:cNvSpPr/>
            <p:nvPr/>
          </p:nvSpPr>
          <p:spPr>
            <a:xfrm>
              <a:off x="4946688" y="3862016"/>
              <a:ext cx="171224" cy="61546"/>
            </a:xfrm>
            <a:prstGeom prst="ellipse">
              <a:avLst/>
            </a:prstGeom>
            <a:noFill/>
            <a:ln w="6350">
              <a:solidFill>
                <a:schemeClr val="tx1">
                  <a:lumMod val="75000"/>
                  <a:lumOff val="25000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 smtClean="0">
                <a:latin typeface="Rix고딕 M" pitchFamily="18" charset="-127"/>
                <a:ea typeface="Rix고딕 M" pitchFamily="18" charset="-127"/>
              </a:endParaRPr>
            </a:p>
          </p:txBody>
        </p:sp>
        <p:sp>
          <p:nvSpPr>
            <p:cNvPr id="1701" name="타원 1700"/>
            <p:cNvSpPr/>
            <p:nvPr/>
          </p:nvSpPr>
          <p:spPr>
            <a:xfrm>
              <a:off x="4946688" y="3881064"/>
              <a:ext cx="171224" cy="61546"/>
            </a:xfrm>
            <a:prstGeom prst="ellipse">
              <a:avLst/>
            </a:prstGeom>
            <a:noFill/>
            <a:ln w="6350">
              <a:solidFill>
                <a:schemeClr val="tx1">
                  <a:lumMod val="75000"/>
                  <a:lumOff val="25000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 smtClean="0">
                <a:latin typeface="Rix고딕 M" pitchFamily="18" charset="-127"/>
                <a:ea typeface="Rix고딕 M" pitchFamily="18" charset="-127"/>
              </a:endParaRPr>
            </a:p>
          </p:txBody>
        </p:sp>
      </p:grpSp>
      <p:cxnSp>
        <p:nvCxnSpPr>
          <p:cNvPr id="1602" name="직선 연결선 1601"/>
          <p:cNvCxnSpPr/>
          <p:nvPr/>
        </p:nvCxnSpPr>
        <p:spPr>
          <a:xfrm>
            <a:off x="7959905" y="4318563"/>
            <a:ext cx="1554342" cy="0"/>
          </a:xfrm>
          <a:prstGeom prst="line">
            <a:avLst/>
          </a:prstGeom>
          <a:ln w="9525">
            <a:solidFill>
              <a:schemeClr val="tx1"/>
            </a:solidFill>
            <a:headEnd type="none" w="sm" len="sm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3" name="직선 연결선 1602"/>
          <p:cNvCxnSpPr/>
          <p:nvPr/>
        </p:nvCxnSpPr>
        <p:spPr>
          <a:xfrm flipH="1">
            <a:off x="9395261" y="4318563"/>
            <a:ext cx="0" cy="106883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4" name="직선 연결선 1603"/>
          <p:cNvCxnSpPr/>
          <p:nvPr/>
        </p:nvCxnSpPr>
        <p:spPr>
          <a:xfrm flipH="1">
            <a:off x="9276462" y="4318563"/>
            <a:ext cx="0" cy="106883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5" name="직선 연결선 1604"/>
          <p:cNvCxnSpPr/>
          <p:nvPr/>
        </p:nvCxnSpPr>
        <p:spPr>
          <a:xfrm flipH="1">
            <a:off x="9157665" y="4318563"/>
            <a:ext cx="0" cy="106883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6" name="직선 연결선 1605"/>
          <p:cNvCxnSpPr/>
          <p:nvPr/>
        </p:nvCxnSpPr>
        <p:spPr>
          <a:xfrm flipH="1">
            <a:off x="9038866" y="4318563"/>
            <a:ext cx="0" cy="106883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7" name="직선 연결선 1606"/>
          <p:cNvCxnSpPr/>
          <p:nvPr/>
        </p:nvCxnSpPr>
        <p:spPr>
          <a:xfrm flipH="1">
            <a:off x="8920067" y="4318563"/>
            <a:ext cx="0" cy="106883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8" name="직선 연결선 1607"/>
          <p:cNvCxnSpPr/>
          <p:nvPr/>
        </p:nvCxnSpPr>
        <p:spPr>
          <a:xfrm flipH="1">
            <a:off x="8801269" y="4318563"/>
            <a:ext cx="0" cy="106883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9" name="직선 연결선 1608"/>
          <p:cNvCxnSpPr/>
          <p:nvPr/>
        </p:nvCxnSpPr>
        <p:spPr>
          <a:xfrm flipH="1">
            <a:off x="8563671" y="4318563"/>
            <a:ext cx="0" cy="106883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0" name="직선 연결선 1609"/>
          <p:cNvCxnSpPr/>
          <p:nvPr/>
        </p:nvCxnSpPr>
        <p:spPr>
          <a:xfrm flipH="1">
            <a:off x="8326074" y="4318563"/>
            <a:ext cx="0" cy="106883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1" name="직선 연결선 1610"/>
          <p:cNvCxnSpPr/>
          <p:nvPr/>
        </p:nvCxnSpPr>
        <p:spPr>
          <a:xfrm flipH="1">
            <a:off x="8682470" y="4318563"/>
            <a:ext cx="0" cy="106883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2" name="직선 연결선 1611"/>
          <p:cNvCxnSpPr/>
          <p:nvPr/>
        </p:nvCxnSpPr>
        <p:spPr>
          <a:xfrm flipH="1">
            <a:off x="8444873" y="4318563"/>
            <a:ext cx="0" cy="106883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3" name="직선 연결선 1612"/>
          <p:cNvCxnSpPr/>
          <p:nvPr/>
        </p:nvCxnSpPr>
        <p:spPr>
          <a:xfrm flipH="1">
            <a:off x="8207275" y="4318563"/>
            <a:ext cx="0" cy="106883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4" name="직선 연결선 1613"/>
          <p:cNvCxnSpPr/>
          <p:nvPr/>
        </p:nvCxnSpPr>
        <p:spPr>
          <a:xfrm flipH="1">
            <a:off x="8088474" y="4318563"/>
            <a:ext cx="0" cy="106883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15" name="직사각형 1614"/>
          <p:cNvSpPr/>
          <p:nvPr/>
        </p:nvSpPr>
        <p:spPr>
          <a:xfrm flipH="1">
            <a:off x="9372878" y="4414298"/>
            <a:ext cx="45485" cy="7108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9569" tIns="49785" rIns="99569" bIns="49785" rtlCol="0" anchor="ctr"/>
          <a:lstStyle/>
          <a:p>
            <a:pPr algn="ctr"/>
            <a:endParaRPr lang="ko-KR" altLang="en-US" dirty="0" smtClean="0">
              <a:latin typeface="Rix고딕 M" pitchFamily="18" charset="-127"/>
              <a:ea typeface="Rix고딕 M" pitchFamily="18" charset="-127"/>
            </a:endParaRPr>
          </a:p>
        </p:txBody>
      </p:sp>
      <p:sp>
        <p:nvSpPr>
          <p:cNvPr id="1616" name="직사각형 1615"/>
          <p:cNvSpPr/>
          <p:nvPr/>
        </p:nvSpPr>
        <p:spPr>
          <a:xfrm flipH="1">
            <a:off x="9250660" y="4414298"/>
            <a:ext cx="45485" cy="7108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9569" tIns="49785" rIns="99569" bIns="49785" rtlCol="0" anchor="ctr"/>
          <a:lstStyle/>
          <a:p>
            <a:pPr algn="ctr"/>
            <a:endParaRPr lang="ko-KR" altLang="en-US" dirty="0" smtClean="0">
              <a:latin typeface="Rix고딕 M" pitchFamily="18" charset="-127"/>
              <a:ea typeface="Rix고딕 M" pitchFamily="18" charset="-127"/>
            </a:endParaRPr>
          </a:p>
        </p:txBody>
      </p:sp>
      <p:sp>
        <p:nvSpPr>
          <p:cNvPr id="1617" name="직사각형 1616"/>
          <p:cNvSpPr/>
          <p:nvPr/>
        </p:nvSpPr>
        <p:spPr>
          <a:xfrm flipH="1">
            <a:off x="9140978" y="4414298"/>
            <a:ext cx="45485" cy="7108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9569" tIns="49785" rIns="99569" bIns="49785" rtlCol="0" anchor="ctr"/>
          <a:lstStyle/>
          <a:p>
            <a:pPr algn="ctr"/>
            <a:endParaRPr lang="ko-KR" altLang="en-US" dirty="0" smtClean="0">
              <a:latin typeface="Rix고딕 M" pitchFamily="18" charset="-127"/>
              <a:ea typeface="Rix고딕 M" pitchFamily="18" charset="-127"/>
            </a:endParaRPr>
          </a:p>
        </p:txBody>
      </p:sp>
      <p:sp>
        <p:nvSpPr>
          <p:cNvPr id="1618" name="직사각형 1617"/>
          <p:cNvSpPr/>
          <p:nvPr/>
        </p:nvSpPr>
        <p:spPr>
          <a:xfrm flipH="1">
            <a:off x="9015627" y="4414298"/>
            <a:ext cx="45485" cy="7108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9569" tIns="49785" rIns="99569" bIns="49785" rtlCol="0" anchor="ctr"/>
          <a:lstStyle/>
          <a:p>
            <a:pPr algn="ctr"/>
            <a:endParaRPr lang="ko-KR" altLang="en-US" dirty="0" smtClean="0">
              <a:latin typeface="Rix고딕 M" pitchFamily="18" charset="-127"/>
              <a:ea typeface="Rix고딕 M" pitchFamily="18" charset="-127"/>
            </a:endParaRPr>
          </a:p>
        </p:txBody>
      </p:sp>
      <p:sp>
        <p:nvSpPr>
          <p:cNvPr id="1619" name="직사각형 1618"/>
          <p:cNvSpPr/>
          <p:nvPr/>
        </p:nvSpPr>
        <p:spPr>
          <a:xfrm flipH="1">
            <a:off x="8893408" y="4414298"/>
            <a:ext cx="45485" cy="7108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9569" tIns="49785" rIns="99569" bIns="49785" rtlCol="0" anchor="ctr"/>
          <a:lstStyle/>
          <a:p>
            <a:pPr algn="ctr"/>
            <a:endParaRPr lang="ko-KR" altLang="en-US" dirty="0" smtClean="0">
              <a:latin typeface="Rix고딕 M" pitchFamily="18" charset="-127"/>
              <a:ea typeface="Rix고딕 M" pitchFamily="18" charset="-127"/>
            </a:endParaRPr>
          </a:p>
        </p:txBody>
      </p:sp>
      <p:sp>
        <p:nvSpPr>
          <p:cNvPr id="1620" name="직사각형 1619"/>
          <p:cNvSpPr/>
          <p:nvPr/>
        </p:nvSpPr>
        <p:spPr>
          <a:xfrm flipH="1">
            <a:off x="8783726" y="4414298"/>
            <a:ext cx="45485" cy="7108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9569" tIns="49785" rIns="99569" bIns="49785" rtlCol="0" anchor="ctr"/>
          <a:lstStyle/>
          <a:p>
            <a:pPr algn="ctr"/>
            <a:endParaRPr lang="ko-KR" altLang="en-US" dirty="0" smtClean="0">
              <a:latin typeface="Rix고딕 M" pitchFamily="18" charset="-127"/>
              <a:ea typeface="Rix고딕 M" pitchFamily="18" charset="-127"/>
            </a:endParaRPr>
          </a:p>
        </p:txBody>
      </p:sp>
      <p:sp>
        <p:nvSpPr>
          <p:cNvPr id="1621" name="직사각형 1620"/>
          <p:cNvSpPr/>
          <p:nvPr/>
        </p:nvSpPr>
        <p:spPr>
          <a:xfrm flipH="1">
            <a:off x="8658375" y="4414298"/>
            <a:ext cx="45485" cy="7108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9569" tIns="49785" rIns="99569" bIns="49785" rtlCol="0" anchor="ctr"/>
          <a:lstStyle/>
          <a:p>
            <a:pPr algn="ctr"/>
            <a:endParaRPr lang="ko-KR" altLang="en-US" dirty="0" smtClean="0">
              <a:latin typeface="Rix고딕 M" pitchFamily="18" charset="-127"/>
              <a:ea typeface="Rix고딕 M" pitchFamily="18" charset="-127"/>
            </a:endParaRPr>
          </a:p>
        </p:txBody>
      </p:sp>
      <p:sp>
        <p:nvSpPr>
          <p:cNvPr id="1622" name="직사각형 1621"/>
          <p:cNvSpPr/>
          <p:nvPr/>
        </p:nvSpPr>
        <p:spPr>
          <a:xfrm flipH="1">
            <a:off x="8536158" y="4414298"/>
            <a:ext cx="45485" cy="7108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9569" tIns="49785" rIns="99569" bIns="49785" rtlCol="0" anchor="ctr"/>
          <a:lstStyle/>
          <a:p>
            <a:pPr algn="ctr"/>
            <a:endParaRPr lang="ko-KR" altLang="en-US" dirty="0" smtClean="0">
              <a:latin typeface="Rix고딕 M" pitchFamily="18" charset="-127"/>
              <a:ea typeface="Rix고딕 M" pitchFamily="18" charset="-127"/>
            </a:endParaRPr>
          </a:p>
        </p:txBody>
      </p:sp>
      <p:sp>
        <p:nvSpPr>
          <p:cNvPr id="1623" name="직사각형 1622"/>
          <p:cNvSpPr/>
          <p:nvPr/>
        </p:nvSpPr>
        <p:spPr>
          <a:xfrm flipH="1">
            <a:off x="8426475" y="4414298"/>
            <a:ext cx="45485" cy="7108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9569" tIns="49785" rIns="99569" bIns="49785" rtlCol="0" anchor="ctr"/>
          <a:lstStyle/>
          <a:p>
            <a:pPr algn="ctr"/>
            <a:endParaRPr lang="ko-KR" altLang="en-US" dirty="0" smtClean="0">
              <a:latin typeface="Rix고딕 M" pitchFamily="18" charset="-127"/>
              <a:ea typeface="Rix고딕 M" pitchFamily="18" charset="-127"/>
            </a:endParaRPr>
          </a:p>
        </p:txBody>
      </p:sp>
      <p:sp>
        <p:nvSpPr>
          <p:cNvPr id="1624" name="직사각형 1623"/>
          <p:cNvSpPr/>
          <p:nvPr/>
        </p:nvSpPr>
        <p:spPr>
          <a:xfrm flipH="1">
            <a:off x="8301124" y="4414298"/>
            <a:ext cx="45485" cy="7108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9569" tIns="49785" rIns="99569" bIns="49785" rtlCol="0" anchor="ctr"/>
          <a:lstStyle/>
          <a:p>
            <a:pPr algn="ctr"/>
            <a:endParaRPr lang="ko-KR" altLang="en-US" dirty="0" smtClean="0">
              <a:latin typeface="Rix고딕 M" pitchFamily="18" charset="-127"/>
              <a:ea typeface="Rix고딕 M" pitchFamily="18" charset="-127"/>
            </a:endParaRPr>
          </a:p>
        </p:txBody>
      </p:sp>
      <p:sp>
        <p:nvSpPr>
          <p:cNvPr id="1625" name="직사각형 1624"/>
          <p:cNvSpPr/>
          <p:nvPr/>
        </p:nvSpPr>
        <p:spPr>
          <a:xfrm flipH="1">
            <a:off x="8178907" y="4414298"/>
            <a:ext cx="45485" cy="7108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9569" tIns="49785" rIns="99569" bIns="49785" rtlCol="0" anchor="ctr"/>
          <a:lstStyle/>
          <a:p>
            <a:pPr algn="ctr"/>
            <a:endParaRPr lang="ko-KR" altLang="en-US" dirty="0" smtClean="0">
              <a:latin typeface="Rix고딕 M" pitchFamily="18" charset="-127"/>
              <a:ea typeface="Rix고딕 M" pitchFamily="18" charset="-127"/>
            </a:endParaRPr>
          </a:p>
        </p:txBody>
      </p:sp>
      <p:sp>
        <p:nvSpPr>
          <p:cNvPr id="1626" name="직사각형 1625"/>
          <p:cNvSpPr/>
          <p:nvPr/>
        </p:nvSpPr>
        <p:spPr>
          <a:xfrm flipH="1">
            <a:off x="8069224" y="4414298"/>
            <a:ext cx="45485" cy="7108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9569" tIns="49785" rIns="99569" bIns="49785" rtlCol="0" anchor="ctr"/>
          <a:lstStyle/>
          <a:p>
            <a:pPr algn="ctr"/>
            <a:endParaRPr lang="ko-KR" altLang="en-US" dirty="0" smtClean="0">
              <a:latin typeface="Rix고딕 M" pitchFamily="18" charset="-127"/>
              <a:ea typeface="Rix고딕 M" pitchFamily="18" charset="-127"/>
            </a:endParaRPr>
          </a:p>
        </p:txBody>
      </p:sp>
      <p:cxnSp>
        <p:nvCxnSpPr>
          <p:cNvPr id="1627" name="직선 연결선 1626"/>
          <p:cNvCxnSpPr/>
          <p:nvPr/>
        </p:nvCxnSpPr>
        <p:spPr>
          <a:xfrm>
            <a:off x="7959905" y="4574238"/>
            <a:ext cx="1554342" cy="0"/>
          </a:xfrm>
          <a:prstGeom prst="line">
            <a:avLst/>
          </a:prstGeom>
          <a:ln w="9525">
            <a:solidFill>
              <a:schemeClr val="tx1"/>
            </a:solidFill>
            <a:headEnd type="none" w="sm" len="sm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8" name="직선 연결선 1627"/>
          <p:cNvCxnSpPr/>
          <p:nvPr/>
        </p:nvCxnSpPr>
        <p:spPr>
          <a:xfrm flipH="1">
            <a:off x="9395261" y="4574238"/>
            <a:ext cx="0" cy="106883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9" name="직선 연결선 1628"/>
          <p:cNvCxnSpPr/>
          <p:nvPr/>
        </p:nvCxnSpPr>
        <p:spPr>
          <a:xfrm flipH="1">
            <a:off x="9276462" y="4574238"/>
            <a:ext cx="0" cy="106883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0" name="직선 연결선 1629"/>
          <p:cNvCxnSpPr/>
          <p:nvPr/>
        </p:nvCxnSpPr>
        <p:spPr>
          <a:xfrm flipH="1">
            <a:off x="9157665" y="4574238"/>
            <a:ext cx="0" cy="106883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1" name="직선 연결선 1630"/>
          <p:cNvCxnSpPr/>
          <p:nvPr/>
        </p:nvCxnSpPr>
        <p:spPr>
          <a:xfrm flipH="1">
            <a:off x="9038866" y="4574238"/>
            <a:ext cx="0" cy="106883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2" name="직선 연결선 1631"/>
          <p:cNvCxnSpPr/>
          <p:nvPr/>
        </p:nvCxnSpPr>
        <p:spPr>
          <a:xfrm flipH="1">
            <a:off x="8920067" y="4574238"/>
            <a:ext cx="0" cy="106883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3" name="직선 연결선 1632"/>
          <p:cNvCxnSpPr/>
          <p:nvPr/>
        </p:nvCxnSpPr>
        <p:spPr>
          <a:xfrm flipH="1">
            <a:off x="8801269" y="4574238"/>
            <a:ext cx="0" cy="106883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4" name="직선 연결선 1633"/>
          <p:cNvCxnSpPr/>
          <p:nvPr/>
        </p:nvCxnSpPr>
        <p:spPr>
          <a:xfrm flipH="1">
            <a:off x="8563671" y="4574238"/>
            <a:ext cx="0" cy="106883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5" name="직선 연결선 1634"/>
          <p:cNvCxnSpPr/>
          <p:nvPr/>
        </p:nvCxnSpPr>
        <p:spPr>
          <a:xfrm flipH="1">
            <a:off x="8326074" y="4574238"/>
            <a:ext cx="0" cy="106883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6" name="직선 연결선 1635"/>
          <p:cNvCxnSpPr/>
          <p:nvPr/>
        </p:nvCxnSpPr>
        <p:spPr>
          <a:xfrm flipH="1">
            <a:off x="8682470" y="4574238"/>
            <a:ext cx="0" cy="106883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7" name="직선 연결선 1636"/>
          <p:cNvCxnSpPr/>
          <p:nvPr/>
        </p:nvCxnSpPr>
        <p:spPr>
          <a:xfrm flipH="1">
            <a:off x="8444873" y="4574238"/>
            <a:ext cx="0" cy="106883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8" name="직선 연결선 1637"/>
          <p:cNvCxnSpPr/>
          <p:nvPr/>
        </p:nvCxnSpPr>
        <p:spPr>
          <a:xfrm flipH="1">
            <a:off x="8207275" y="4574238"/>
            <a:ext cx="0" cy="106883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9" name="직선 연결선 1638"/>
          <p:cNvCxnSpPr/>
          <p:nvPr/>
        </p:nvCxnSpPr>
        <p:spPr>
          <a:xfrm flipH="1">
            <a:off x="8088474" y="4574238"/>
            <a:ext cx="0" cy="106883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40" name="직사각형 1639"/>
          <p:cNvSpPr/>
          <p:nvPr/>
        </p:nvSpPr>
        <p:spPr>
          <a:xfrm flipH="1">
            <a:off x="9372878" y="4669973"/>
            <a:ext cx="45485" cy="7108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9569" tIns="49785" rIns="99569" bIns="49785" rtlCol="0" anchor="ctr"/>
          <a:lstStyle/>
          <a:p>
            <a:pPr algn="ctr"/>
            <a:endParaRPr lang="ko-KR" altLang="en-US" dirty="0" smtClean="0">
              <a:latin typeface="Rix고딕 M" pitchFamily="18" charset="-127"/>
              <a:ea typeface="Rix고딕 M" pitchFamily="18" charset="-127"/>
            </a:endParaRPr>
          </a:p>
        </p:txBody>
      </p:sp>
      <p:sp>
        <p:nvSpPr>
          <p:cNvPr id="1641" name="직사각형 1640"/>
          <p:cNvSpPr/>
          <p:nvPr/>
        </p:nvSpPr>
        <p:spPr>
          <a:xfrm flipH="1">
            <a:off x="9250660" y="4669973"/>
            <a:ext cx="45485" cy="7108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9569" tIns="49785" rIns="99569" bIns="49785" rtlCol="0" anchor="ctr"/>
          <a:lstStyle/>
          <a:p>
            <a:pPr algn="ctr"/>
            <a:endParaRPr lang="ko-KR" altLang="en-US" dirty="0" smtClean="0">
              <a:latin typeface="Rix고딕 M" pitchFamily="18" charset="-127"/>
              <a:ea typeface="Rix고딕 M" pitchFamily="18" charset="-127"/>
            </a:endParaRPr>
          </a:p>
        </p:txBody>
      </p:sp>
      <p:sp>
        <p:nvSpPr>
          <p:cNvPr id="1642" name="직사각형 1641"/>
          <p:cNvSpPr/>
          <p:nvPr/>
        </p:nvSpPr>
        <p:spPr>
          <a:xfrm flipH="1">
            <a:off x="9140978" y="4669973"/>
            <a:ext cx="45485" cy="7108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9569" tIns="49785" rIns="99569" bIns="49785" rtlCol="0" anchor="ctr"/>
          <a:lstStyle/>
          <a:p>
            <a:pPr algn="ctr"/>
            <a:endParaRPr lang="ko-KR" altLang="en-US" dirty="0" smtClean="0">
              <a:latin typeface="Rix고딕 M" pitchFamily="18" charset="-127"/>
              <a:ea typeface="Rix고딕 M" pitchFamily="18" charset="-127"/>
            </a:endParaRPr>
          </a:p>
        </p:txBody>
      </p:sp>
      <p:sp>
        <p:nvSpPr>
          <p:cNvPr id="1643" name="직사각형 1642"/>
          <p:cNvSpPr/>
          <p:nvPr/>
        </p:nvSpPr>
        <p:spPr>
          <a:xfrm flipH="1">
            <a:off x="9015627" y="4669973"/>
            <a:ext cx="45485" cy="7108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9569" tIns="49785" rIns="99569" bIns="49785" rtlCol="0" anchor="ctr"/>
          <a:lstStyle/>
          <a:p>
            <a:pPr algn="ctr"/>
            <a:endParaRPr lang="ko-KR" altLang="en-US" dirty="0" smtClean="0">
              <a:latin typeface="Rix고딕 M" pitchFamily="18" charset="-127"/>
              <a:ea typeface="Rix고딕 M" pitchFamily="18" charset="-127"/>
            </a:endParaRPr>
          </a:p>
        </p:txBody>
      </p:sp>
      <p:sp>
        <p:nvSpPr>
          <p:cNvPr id="1644" name="직사각형 1643"/>
          <p:cNvSpPr/>
          <p:nvPr/>
        </p:nvSpPr>
        <p:spPr>
          <a:xfrm flipH="1">
            <a:off x="8893408" y="4669973"/>
            <a:ext cx="45485" cy="7108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9569" tIns="49785" rIns="99569" bIns="49785" rtlCol="0" anchor="ctr"/>
          <a:lstStyle/>
          <a:p>
            <a:pPr algn="ctr"/>
            <a:endParaRPr lang="ko-KR" altLang="en-US" dirty="0" smtClean="0">
              <a:latin typeface="Rix고딕 M" pitchFamily="18" charset="-127"/>
              <a:ea typeface="Rix고딕 M" pitchFamily="18" charset="-127"/>
            </a:endParaRPr>
          </a:p>
        </p:txBody>
      </p:sp>
      <p:sp>
        <p:nvSpPr>
          <p:cNvPr id="1645" name="직사각형 1644"/>
          <p:cNvSpPr/>
          <p:nvPr/>
        </p:nvSpPr>
        <p:spPr>
          <a:xfrm flipH="1">
            <a:off x="8783726" y="4669973"/>
            <a:ext cx="45485" cy="7108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9569" tIns="49785" rIns="99569" bIns="49785" rtlCol="0" anchor="ctr"/>
          <a:lstStyle/>
          <a:p>
            <a:pPr algn="ctr"/>
            <a:endParaRPr lang="ko-KR" altLang="en-US" dirty="0" smtClean="0">
              <a:latin typeface="Rix고딕 M" pitchFamily="18" charset="-127"/>
              <a:ea typeface="Rix고딕 M" pitchFamily="18" charset="-127"/>
            </a:endParaRPr>
          </a:p>
        </p:txBody>
      </p:sp>
      <p:sp>
        <p:nvSpPr>
          <p:cNvPr id="1646" name="직사각형 1645"/>
          <p:cNvSpPr/>
          <p:nvPr/>
        </p:nvSpPr>
        <p:spPr>
          <a:xfrm flipH="1">
            <a:off x="8658375" y="4669973"/>
            <a:ext cx="45485" cy="7108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9569" tIns="49785" rIns="99569" bIns="49785" rtlCol="0" anchor="ctr"/>
          <a:lstStyle/>
          <a:p>
            <a:pPr algn="ctr"/>
            <a:endParaRPr lang="ko-KR" altLang="en-US" dirty="0" smtClean="0">
              <a:latin typeface="Rix고딕 M" pitchFamily="18" charset="-127"/>
              <a:ea typeface="Rix고딕 M" pitchFamily="18" charset="-127"/>
            </a:endParaRPr>
          </a:p>
        </p:txBody>
      </p:sp>
      <p:sp>
        <p:nvSpPr>
          <p:cNvPr id="1647" name="직사각형 1646"/>
          <p:cNvSpPr/>
          <p:nvPr/>
        </p:nvSpPr>
        <p:spPr>
          <a:xfrm flipH="1">
            <a:off x="8536158" y="4669973"/>
            <a:ext cx="45485" cy="7108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9569" tIns="49785" rIns="99569" bIns="49785" rtlCol="0" anchor="ctr"/>
          <a:lstStyle/>
          <a:p>
            <a:pPr algn="ctr"/>
            <a:endParaRPr lang="ko-KR" altLang="en-US" dirty="0" smtClean="0">
              <a:latin typeface="Rix고딕 M" pitchFamily="18" charset="-127"/>
              <a:ea typeface="Rix고딕 M" pitchFamily="18" charset="-127"/>
            </a:endParaRPr>
          </a:p>
        </p:txBody>
      </p:sp>
      <p:sp>
        <p:nvSpPr>
          <p:cNvPr id="1648" name="직사각형 1647"/>
          <p:cNvSpPr/>
          <p:nvPr/>
        </p:nvSpPr>
        <p:spPr>
          <a:xfrm flipH="1">
            <a:off x="8426475" y="4669973"/>
            <a:ext cx="45485" cy="7108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9569" tIns="49785" rIns="99569" bIns="49785" rtlCol="0" anchor="ctr"/>
          <a:lstStyle/>
          <a:p>
            <a:pPr algn="ctr"/>
            <a:endParaRPr lang="ko-KR" altLang="en-US" dirty="0" smtClean="0">
              <a:latin typeface="Rix고딕 M" pitchFamily="18" charset="-127"/>
              <a:ea typeface="Rix고딕 M" pitchFamily="18" charset="-127"/>
            </a:endParaRPr>
          </a:p>
        </p:txBody>
      </p:sp>
      <p:sp>
        <p:nvSpPr>
          <p:cNvPr id="1649" name="직사각형 1648"/>
          <p:cNvSpPr/>
          <p:nvPr/>
        </p:nvSpPr>
        <p:spPr>
          <a:xfrm flipH="1">
            <a:off x="8301124" y="4669973"/>
            <a:ext cx="45485" cy="7108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9569" tIns="49785" rIns="99569" bIns="49785" rtlCol="0" anchor="ctr"/>
          <a:lstStyle/>
          <a:p>
            <a:pPr algn="ctr"/>
            <a:endParaRPr lang="ko-KR" altLang="en-US" dirty="0" smtClean="0">
              <a:latin typeface="Rix고딕 M" pitchFamily="18" charset="-127"/>
              <a:ea typeface="Rix고딕 M" pitchFamily="18" charset="-127"/>
            </a:endParaRPr>
          </a:p>
        </p:txBody>
      </p:sp>
      <p:sp>
        <p:nvSpPr>
          <p:cNvPr id="1650" name="직사각형 1649"/>
          <p:cNvSpPr/>
          <p:nvPr/>
        </p:nvSpPr>
        <p:spPr>
          <a:xfrm flipH="1">
            <a:off x="8178907" y="4669973"/>
            <a:ext cx="45485" cy="7108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9569" tIns="49785" rIns="99569" bIns="49785" rtlCol="0" anchor="ctr"/>
          <a:lstStyle/>
          <a:p>
            <a:pPr algn="ctr"/>
            <a:endParaRPr lang="ko-KR" altLang="en-US" dirty="0" smtClean="0">
              <a:latin typeface="Rix고딕 M" pitchFamily="18" charset="-127"/>
              <a:ea typeface="Rix고딕 M" pitchFamily="18" charset="-127"/>
            </a:endParaRPr>
          </a:p>
        </p:txBody>
      </p:sp>
      <p:sp>
        <p:nvSpPr>
          <p:cNvPr id="1651" name="직사각형 1650"/>
          <p:cNvSpPr/>
          <p:nvPr/>
        </p:nvSpPr>
        <p:spPr>
          <a:xfrm flipH="1">
            <a:off x="8069224" y="4669973"/>
            <a:ext cx="45485" cy="7108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9569" tIns="49785" rIns="99569" bIns="49785" rtlCol="0" anchor="ctr"/>
          <a:lstStyle/>
          <a:p>
            <a:pPr algn="ctr"/>
            <a:endParaRPr lang="ko-KR" altLang="en-US" dirty="0" smtClean="0">
              <a:latin typeface="Rix고딕 M" pitchFamily="18" charset="-127"/>
              <a:ea typeface="Rix고딕 M" pitchFamily="18" charset="-127"/>
            </a:endParaRPr>
          </a:p>
        </p:txBody>
      </p:sp>
      <p:cxnSp>
        <p:nvCxnSpPr>
          <p:cNvPr id="1652" name="직선 연결선 1651"/>
          <p:cNvCxnSpPr/>
          <p:nvPr/>
        </p:nvCxnSpPr>
        <p:spPr>
          <a:xfrm>
            <a:off x="7959905" y="4816090"/>
            <a:ext cx="1554342" cy="0"/>
          </a:xfrm>
          <a:prstGeom prst="line">
            <a:avLst/>
          </a:prstGeom>
          <a:ln w="9525">
            <a:solidFill>
              <a:schemeClr val="tx1"/>
            </a:solidFill>
            <a:headEnd type="none" w="sm" len="sm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3" name="직선 연결선 1652"/>
          <p:cNvCxnSpPr/>
          <p:nvPr/>
        </p:nvCxnSpPr>
        <p:spPr>
          <a:xfrm flipH="1">
            <a:off x="9395261" y="4816090"/>
            <a:ext cx="0" cy="106883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4" name="직선 연결선 1653"/>
          <p:cNvCxnSpPr/>
          <p:nvPr/>
        </p:nvCxnSpPr>
        <p:spPr>
          <a:xfrm flipH="1">
            <a:off x="9276462" y="4816090"/>
            <a:ext cx="0" cy="106883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5" name="직선 연결선 1654"/>
          <p:cNvCxnSpPr/>
          <p:nvPr/>
        </p:nvCxnSpPr>
        <p:spPr>
          <a:xfrm flipH="1">
            <a:off x="9157665" y="4816090"/>
            <a:ext cx="0" cy="106883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6" name="직선 연결선 1655"/>
          <p:cNvCxnSpPr/>
          <p:nvPr/>
        </p:nvCxnSpPr>
        <p:spPr>
          <a:xfrm flipH="1">
            <a:off x="9038866" y="4816090"/>
            <a:ext cx="0" cy="106883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7" name="직선 연결선 1656"/>
          <p:cNvCxnSpPr/>
          <p:nvPr/>
        </p:nvCxnSpPr>
        <p:spPr>
          <a:xfrm flipH="1">
            <a:off x="8920067" y="4816090"/>
            <a:ext cx="0" cy="106883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8" name="직선 연결선 1657"/>
          <p:cNvCxnSpPr/>
          <p:nvPr/>
        </p:nvCxnSpPr>
        <p:spPr>
          <a:xfrm flipH="1">
            <a:off x="8801269" y="4816090"/>
            <a:ext cx="0" cy="106883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9" name="직선 연결선 1658"/>
          <p:cNvCxnSpPr/>
          <p:nvPr/>
        </p:nvCxnSpPr>
        <p:spPr>
          <a:xfrm flipH="1">
            <a:off x="8563671" y="4816090"/>
            <a:ext cx="0" cy="106883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0" name="직선 연결선 1659"/>
          <p:cNvCxnSpPr/>
          <p:nvPr/>
        </p:nvCxnSpPr>
        <p:spPr>
          <a:xfrm flipH="1">
            <a:off x="8326074" y="4816090"/>
            <a:ext cx="0" cy="106883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1" name="직선 연결선 1660"/>
          <p:cNvCxnSpPr/>
          <p:nvPr/>
        </p:nvCxnSpPr>
        <p:spPr>
          <a:xfrm flipH="1">
            <a:off x="8682470" y="4816090"/>
            <a:ext cx="0" cy="106883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2" name="직선 연결선 1661"/>
          <p:cNvCxnSpPr/>
          <p:nvPr/>
        </p:nvCxnSpPr>
        <p:spPr>
          <a:xfrm flipH="1">
            <a:off x="8444873" y="4816090"/>
            <a:ext cx="0" cy="106883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3" name="직선 연결선 1662"/>
          <p:cNvCxnSpPr/>
          <p:nvPr/>
        </p:nvCxnSpPr>
        <p:spPr>
          <a:xfrm flipH="1">
            <a:off x="8207275" y="4816090"/>
            <a:ext cx="0" cy="106883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4" name="직선 연결선 1663"/>
          <p:cNvCxnSpPr/>
          <p:nvPr/>
        </p:nvCxnSpPr>
        <p:spPr>
          <a:xfrm flipH="1">
            <a:off x="8088474" y="4816090"/>
            <a:ext cx="0" cy="106883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65" name="직사각형 1664"/>
          <p:cNvSpPr/>
          <p:nvPr/>
        </p:nvSpPr>
        <p:spPr>
          <a:xfrm flipH="1">
            <a:off x="9372878" y="4911825"/>
            <a:ext cx="45485" cy="7108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9569" tIns="49785" rIns="99569" bIns="49785" rtlCol="0" anchor="ctr"/>
          <a:lstStyle/>
          <a:p>
            <a:pPr algn="ctr"/>
            <a:endParaRPr lang="ko-KR" altLang="en-US" dirty="0" smtClean="0">
              <a:latin typeface="Rix고딕 M" pitchFamily="18" charset="-127"/>
              <a:ea typeface="Rix고딕 M" pitchFamily="18" charset="-127"/>
            </a:endParaRPr>
          </a:p>
        </p:txBody>
      </p:sp>
      <p:sp>
        <p:nvSpPr>
          <p:cNvPr id="1666" name="직사각형 1665"/>
          <p:cNvSpPr/>
          <p:nvPr/>
        </p:nvSpPr>
        <p:spPr>
          <a:xfrm flipH="1">
            <a:off x="9250660" y="4911825"/>
            <a:ext cx="45485" cy="7108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9569" tIns="49785" rIns="99569" bIns="49785" rtlCol="0" anchor="ctr"/>
          <a:lstStyle/>
          <a:p>
            <a:pPr algn="ctr"/>
            <a:endParaRPr lang="ko-KR" altLang="en-US" dirty="0" smtClean="0">
              <a:latin typeface="Rix고딕 M" pitchFamily="18" charset="-127"/>
              <a:ea typeface="Rix고딕 M" pitchFamily="18" charset="-127"/>
            </a:endParaRPr>
          </a:p>
        </p:txBody>
      </p:sp>
      <p:sp>
        <p:nvSpPr>
          <p:cNvPr id="1667" name="직사각형 1666"/>
          <p:cNvSpPr/>
          <p:nvPr/>
        </p:nvSpPr>
        <p:spPr>
          <a:xfrm flipH="1">
            <a:off x="9140978" y="4911825"/>
            <a:ext cx="45485" cy="7108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9569" tIns="49785" rIns="99569" bIns="49785" rtlCol="0" anchor="ctr"/>
          <a:lstStyle/>
          <a:p>
            <a:pPr algn="ctr"/>
            <a:endParaRPr lang="ko-KR" altLang="en-US" dirty="0" smtClean="0">
              <a:latin typeface="Rix고딕 M" pitchFamily="18" charset="-127"/>
              <a:ea typeface="Rix고딕 M" pitchFamily="18" charset="-127"/>
            </a:endParaRPr>
          </a:p>
        </p:txBody>
      </p:sp>
      <p:sp>
        <p:nvSpPr>
          <p:cNvPr id="1668" name="직사각형 1667"/>
          <p:cNvSpPr/>
          <p:nvPr/>
        </p:nvSpPr>
        <p:spPr>
          <a:xfrm flipH="1">
            <a:off x="9015627" y="4911825"/>
            <a:ext cx="45485" cy="7108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9569" tIns="49785" rIns="99569" bIns="49785" rtlCol="0" anchor="ctr"/>
          <a:lstStyle/>
          <a:p>
            <a:pPr algn="ctr"/>
            <a:endParaRPr lang="ko-KR" altLang="en-US" dirty="0" smtClean="0">
              <a:latin typeface="Rix고딕 M" pitchFamily="18" charset="-127"/>
              <a:ea typeface="Rix고딕 M" pitchFamily="18" charset="-127"/>
            </a:endParaRPr>
          </a:p>
        </p:txBody>
      </p:sp>
      <p:sp>
        <p:nvSpPr>
          <p:cNvPr id="1669" name="직사각형 1668"/>
          <p:cNvSpPr/>
          <p:nvPr/>
        </p:nvSpPr>
        <p:spPr>
          <a:xfrm flipH="1">
            <a:off x="8893408" y="4911825"/>
            <a:ext cx="45485" cy="7108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9569" tIns="49785" rIns="99569" bIns="49785" rtlCol="0" anchor="ctr"/>
          <a:lstStyle/>
          <a:p>
            <a:pPr algn="ctr"/>
            <a:endParaRPr lang="ko-KR" altLang="en-US" dirty="0" smtClean="0">
              <a:latin typeface="Rix고딕 M" pitchFamily="18" charset="-127"/>
              <a:ea typeface="Rix고딕 M" pitchFamily="18" charset="-127"/>
            </a:endParaRPr>
          </a:p>
        </p:txBody>
      </p:sp>
      <p:sp>
        <p:nvSpPr>
          <p:cNvPr id="1670" name="직사각형 1669"/>
          <p:cNvSpPr/>
          <p:nvPr/>
        </p:nvSpPr>
        <p:spPr>
          <a:xfrm flipH="1">
            <a:off x="8783726" y="4911825"/>
            <a:ext cx="45485" cy="7108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9569" tIns="49785" rIns="99569" bIns="49785" rtlCol="0" anchor="ctr"/>
          <a:lstStyle/>
          <a:p>
            <a:pPr algn="ctr"/>
            <a:endParaRPr lang="ko-KR" altLang="en-US" dirty="0" smtClean="0">
              <a:latin typeface="Rix고딕 M" pitchFamily="18" charset="-127"/>
              <a:ea typeface="Rix고딕 M" pitchFamily="18" charset="-127"/>
            </a:endParaRPr>
          </a:p>
        </p:txBody>
      </p:sp>
      <p:sp>
        <p:nvSpPr>
          <p:cNvPr id="1671" name="직사각형 1670"/>
          <p:cNvSpPr/>
          <p:nvPr/>
        </p:nvSpPr>
        <p:spPr>
          <a:xfrm flipH="1">
            <a:off x="8658375" y="4911825"/>
            <a:ext cx="45485" cy="7108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9569" tIns="49785" rIns="99569" bIns="49785" rtlCol="0" anchor="ctr"/>
          <a:lstStyle/>
          <a:p>
            <a:pPr algn="ctr"/>
            <a:endParaRPr lang="ko-KR" altLang="en-US" dirty="0" smtClean="0">
              <a:latin typeface="Rix고딕 M" pitchFamily="18" charset="-127"/>
              <a:ea typeface="Rix고딕 M" pitchFamily="18" charset="-127"/>
            </a:endParaRPr>
          </a:p>
        </p:txBody>
      </p:sp>
      <p:sp>
        <p:nvSpPr>
          <p:cNvPr id="1672" name="직사각형 1671"/>
          <p:cNvSpPr/>
          <p:nvPr/>
        </p:nvSpPr>
        <p:spPr>
          <a:xfrm flipH="1">
            <a:off x="8536158" y="4911825"/>
            <a:ext cx="45485" cy="7108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9569" tIns="49785" rIns="99569" bIns="49785" rtlCol="0" anchor="ctr"/>
          <a:lstStyle/>
          <a:p>
            <a:pPr algn="ctr"/>
            <a:endParaRPr lang="ko-KR" altLang="en-US" dirty="0" smtClean="0">
              <a:latin typeface="Rix고딕 M" pitchFamily="18" charset="-127"/>
              <a:ea typeface="Rix고딕 M" pitchFamily="18" charset="-127"/>
            </a:endParaRPr>
          </a:p>
        </p:txBody>
      </p:sp>
      <p:sp>
        <p:nvSpPr>
          <p:cNvPr id="1673" name="직사각형 1672"/>
          <p:cNvSpPr/>
          <p:nvPr/>
        </p:nvSpPr>
        <p:spPr>
          <a:xfrm flipH="1">
            <a:off x="8426475" y="4911825"/>
            <a:ext cx="45485" cy="7108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9569" tIns="49785" rIns="99569" bIns="49785" rtlCol="0" anchor="ctr"/>
          <a:lstStyle/>
          <a:p>
            <a:pPr algn="ctr"/>
            <a:endParaRPr lang="ko-KR" altLang="en-US" dirty="0" smtClean="0">
              <a:latin typeface="Rix고딕 M" pitchFamily="18" charset="-127"/>
              <a:ea typeface="Rix고딕 M" pitchFamily="18" charset="-127"/>
            </a:endParaRPr>
          </a:p>
        </p:txBody>
      </p:sp>
      <p:sp>
        <p:nvSpPr>
          <p:cNvPr id="1674" name="직사각형 1673"/>
          <p:cNvSpPr/>
          <p:nvPr/>
        </p:nvSpPr>
        <p:spPr>
          <a:xfrm flipH="1">
            <a:off x="8301124" y="4911825"/>
            <a:ext cx="45485" cy="7108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9569" tIns="49785" rIns="99569" bIns="49785" rtlCol="0" anchor="ctr"/>
          <a:lstStyle/>
          <a:p>
            <a:pPr algn="ctr"/>
            <a:endParaRPr lang="ko-KR" altLang="en-US" dirty="0" smtClean="0">
              <a:latin typeface="Rix고딕 M" pitchFamily="18" charset="-127"/>
              <a:ea typeface="Rix고딕 M" pitchFamily="18" charset="-127"/>
            </a:endParaRPr>
          </a:p>
        </p:txBody>
      </p:sp>
      <p:sp>
        <p:nvSpPr>
          <p:cNvPr id="1675" name="직사각형 1674"/>
          <p:cNvSpPr/>
          <p:nvPr/>
        </p:nvSpPr>
        <p:spPr>
          <a:xfrm flipH="1">
            <a:off x="8178907" y="4911825"/>
            <a:ext cx="45485" cy="7108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9569" tIns="49785" rIns="99569" bIns="49785" rtlCol="0" anchor="ctr"/>
          <a:lstStyle/>
          <a:p>
            <a:pPr algn="ctr"/>
            <a:endParaRPr lang="ko-KR" altLang="en-US" dirty="0" smtClean="0">
              <a:latin typeface="Rix고딕 M" pitchFamily="18" charset="-127"/>
              <a:ea typeface="Rix고딕 M" pitchFamily="18" charset="-127"/>
            </a:endParaRPr>
          </a:p>
        </p:txBody>
      </p:sp>
      <p:sp>
        <p:nvSpPr>
          <p:cNvPr id="1676" name="직사각형 1675"/>
          <p:cNvSpPr/>
          <p:nvPr/>
        </p:nvSpPr>
        <p:spPr>
          <a:xfrm flipH="1">
            <a:off x="8069224" y="4911825"/>
            <a:ext cx="45485" cy="7108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9569" tIns="49785" rIns="99569" bIns="49785" rtlCol="0" anchor="ctr"/>
          <a:lstStyle/>
          <a:p>
            <a:pPr algn="ctr"/>
            <a:endParaRPr lang="ko-KR" altLang="en-US" dirty="0" smtClean="0">
              <a:latin typeface="Rix고딕 M" pitchFamily="18" charset="-127"/>
              <a:ea typeface="Rix고딕 M" pitchFamily="18" charset="-127"/>
            </a:endParaRPr>
          </a:p>
        </p:txBody>
      </p:sp>
      <p:cxnSp>
        <p:nvCxnSpPr>
          <p:cNvPr id="1681" name="직선 연결선 1680"/>
          <p:cNvCxnSpPr>
            <a:endCxn id="1573" idx="1"/>
          </p:cNvCxnSpPr>
          <p:nvPr/>
        </p:nvCxnSpPr>
        <p:spPr>
          <a:xfrm flipV="1">
            <a:off x="6053055" y="4338470"/>
            <a:ext cx="1570100" cy="801934"/>
          </a:xfrm>
          <a:prstGeom prst="line">
            <a:avLst/>
          </a:prstGeom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2" name="직선 연결선 1681"/>
          <p:cNvCxnSpPr>
            <a:endCxn id="1571" idx="1"/>
          </p:cNvCxnSpPr>
          <p:nvPr/>
        </p:nvCxnSpPr>
        <p:spPr>
          <a:xfrm>
            <a:off x="6053055" y="4441616"/>
            <a:ext cx="1570100" cy="356378"/>
          </a:xfrm>
          <a:prstGeom prst="line">
            <a:avLst/>
          </a:prstGeom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3" name="직선 연결선 1682"/>
          <p:cNvCxnSpPr>
            <a:endCxn id="1572" idx="1"/>
          </p:cNvCxnSpPr>
          <p:nvPr/>
        </p:nvCxnSpPr>
        <p:spPr>
          <a:xfrm flipV="1">
            <a:off x="6053055" y="4568232"/>
            <a:ext cx="1570100" cy="572171"/>
          </a:xfrm>
          <a:prstGeom prst="line">
            <a:avLst/>
          </a:prstGeom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4" name="직선 연결선 1683"/>
          <p:cNvCxnSpPr>
            <a:endCxn id="1572" idx="1"/>
          </p:cNvCxnSpPr>
          <p:nvPr/>
        </p:nvCxnSpPr>
        <p:spPr>
          <a:xfrm>
            <a:off x="6053055" y="4441616"/>
            <a:ext cx="1570100" cy="126616"/>
          </a:xfrm>
          <a:prstGeom prst="line">
            <a:avLst/>
          </a:prstGeom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5" name="직선 연결선 1684"/>
          <p:cNvCxnSpPr/>
          <p:nvPr/>
        </p:nvCxnSpPr>
        <p:spPr>
          <a:xfrm flipH="1">
            <a:off x="8801269" y="4996618"/>
            <a:ext cx="845" cy="140193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6" name="직선 연결선 1685"/>
          <p:cNvCxnSpPr/>
          <p:nvPr/>
        </p:nvCxnSpPr>
        <p:spPr>
          <a:xfrm flipH="1">
            <a:off x="8435330" y="4996618"/>
            <a:ext cx="845" cy="140193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87" name="Text Box 3"/>
          <p:cNvSpPr txBox="1">
            <a:spLocks noChangeArrowheads="1"/>
          </p:cNvSpPr>
          <p:nvPr/>
        </p:nvSpPr>
        <p:spPr bwMode="auto">
          <a:xfrm>
            <a:off x="8488615" y="5307319"/>
            <a:ext cx="216406" cy="123111"/>
          </a:xfrm>
          <a:prstGeom prst="rect">
            <a:avLst/>
          </a:prstGeom>
          <a:noFill/>
          <a:extLst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algn="ctr">
              <a:defRPr sz="800">
                <a:latin typeface="Rix모던고딕 B" panose="02020603020101020101" pitchFamily="18" charset="-127"/>
                <a:ea typeface="Rix모던고딕 B" panose="02020603020101020101" pitchFamily="18" charset="-127"/>
              </a:defRPr>
            </a:lvl1pPr>
          </a:lstStyle>
          <a:p>
            <a:r>
              <a:rPr lang="en-CA" altLang="ko-KR" dirty="0">
                <a:latin typeface="Rix고딕 M" pitchFamily="18" charset="-127"/>
                <a:ea typeface="Rix고딕 M" pitchFamily="18" charset="-127"/>
              </a:rPr>
              <a:t>VoIP</a:t>
            </a:r>
            <a:endParaRPr lang="en-US" altLang="ko-KR" dirty="0">
              <a:latin typeface="Rix고딕 M" pitchFamily="18" charset="-127"/>
              <a:ea typeface="Rix고딕 M" pitchFamily="18" charset="-127"/>
            </a:endParaRPr>
          </a:p>
        </p:txBody>
      </p:sp>
      <p:cxnSp>
        <p:nvCxnSpPr>
          <p:cNvPr id="1688" name="직선 연결선 1687"/>
          <p:cNvCxnSpPr/>
          <p:nvPr/>
        </p:nvCxnSpPr>
        <p:spPr>
          <a:xfrm>
            <a:off x="8524561" y="5185769"/>
            <a:ext cx="140810" cy="0"/>
          </a:xfrm>
          <a:prstGeom prst="line">
            <a:avLst/>
          </a:prstGeom>
          <a:ln w="19050">
            <a:solidFill>
              <a:schemeClr val="tx1">
                <a:lumMod val="75000"/>
                <a:lumOff val="2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89" name="직사각형 1688"/>
          <p:cNvSpPr/>
          <p:nvPr/>
        </p:nvSpPr>
        <p:spPr>
          <a:xfrm>
            <a:off x="5511402" y="5299316"/>
            <a:ext cx="810224" cy="285208"/>
          </a:xfrm>
          <a:prstGeom prst="rect">
            <a:avLst/>
          </a:prstGeom>
        </p:spPr>
        <p:txBody>
          <a:bodyPr wrap="none" lIns="99569" tIns="49785" rIns="99569" bIns="49785">
            <a:spAutoFit/>
          </a:bodyPr>
          <a:lstStyle/>
          <a:p>
            <a:r>
              <a:rPr lang="en-US" altLang="ko-KR" sz="1200" spc="-1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Rix고딕 M" pitchFamily="18" charset="-127"/>
                <a:ea typeface="Rix고딕 M" pitchFamily="18" charset="-127"/>
              </a:rPr>
              <a:t>A</a:t>
            </a:r>
            <a:r>
              <a:rPr lang="ko-KR" altLang="en-US" sz="1200" spc="-1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Rix고딕 M" pitchFamily="18" charset="-127"/>
                <a:ea typeface="Rix고딕 M" pitchFamily="18" charset="-127"/>
              </a:rPr>
              <a:t>건물 </a:t>
            </a:r>
            <a:r>
              <a:rPr lang="ko-KR" altLang="en-US" sz="120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Rix고딕 M" pitchFamily="18" charset="-127"/>
                <a:ea typeface="Rix고딕 M" pitchFamily="18" charset="-127"/>
              </a:rPr>
              <a:t>백본</a:t>
            </a:r>
          </a:p>
        </p:txBody>
      </p:sp>
      <p:sp>
        <p:nvSpPr>
          <p:cNvPr id="1690" name="직사각형 1689"/>
          <p:cNvSpPr/>
          <p:nvPr/>
        </p:nvSpPr>
        <p:spPr>
          <a:xfrm>
            <a:off x="4296957" y="5299316"/>
            <a:ext cx="807018" cy="285208"/>
          </a:xfrm>
          <a:prstGeom prst="rect">
            <a:avLst/>
          </a:prstGeom>
        </p:spPr>
        <p:txBody>
          <a:bodyPr wrap="none" lIns="99569" tIns="49785" rIns="99569" bIns="49785">
            <a:spAutoFit/>
          </a:bodyPr>
          <a:lstStyle/>
          <a:p>
            <a:r>
              <a:rPr lang="en-US" altLang="ko-KR" sz="120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Rix고딕 M" pitchFamily="18" charset="-127"/>
                <a:ea typeface="Rix고딕 M" pitchFamily="18" charset="-127"/>
              </a:rPr>
              <a:t>C</a:t>
            </a:r>
            <a:r>
              <a:rPr lang="ko-KR" altLang="en-US" sz="120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Rix고딕 M" pitchFamily="18" charset="-127"/>
                <a:ea typeface="Rix고딕 M" pitchFamily="18" charset="-127"/>
              </a:rPr>
              <a:t>건물 </a:t>
            </a:r>
            <a:r>
              <a:rPr lang="ko-KR" altLang="en-US" sz="1200" spc="-1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Rix고딕 M" pitchFamily="18" charset="-127"/>
                <a:ea typeface="Rix고딕 M" pitchFamily="18" charset="-127"/>
              </a:rPr>
              <a:t>백본</a:t>
            </a:r>
            <a:endParaRPr lang="ko-KR" altLang="en-US" sz="1200" spc="-100" dirty="0">
              <a:solidFill>
                <a:schemeClr val="tx1">
                  <a:lumMod val="75000"/>
                  <a:lumOff val="25000"/>
                </a:schemeClr>
              </a:solidFill>
              <a:latin typeface="Rix고딕 M" pitchFamily="18" charset="-127"/>
              <a:ea typeface="Rix고딕 M" pitchFamily="18" charset="-127"/>
            </a:endParaRPr>
          </a:p>
        </p:txBody>
      </p:sp>
      <p:sp>
        <p:nvSpPr>
          <p:cNvPr id="1691" name="Text Box 3"/>
          <p:cNvSpPr txBox="1">
            <a:spLocks noChangeArrowheads="1"/>
          </p:cNvSpPr>
          <p:nvPr/>
        </p:nvSpPr>
        <p:spPr bwMode="auto">
          <a:xfrm>
            <a:off x="7542957" y="5229448"/>
            <a:ext cx="468077" cy="276999"/>
          </a:xfrm>
          <a:prstGeom prst="rect">
            <a:avLst/>
          </a:prstGeom>
          <a:noFill/>
          <a:extLst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algn="ctr">
              <a:defRPr sz="800">
                <a:latin typeface="Rix모던고딕 B" panose="02020603020101020101" pitchFamily="18" charset="-127"/>
                <a:ea typeface="Rix모던고딕 B" panose="02020603020101020101" pitchFamily="18" charset="-127"/>
              </a:defRPr>
            </a:lvl1pPr>
          </a:lstStyle>
          <a:p>
            <a:r>
              <a:rPr lang="en-CA" altLang="ko-KR" sz="900" spc="-100" dirty="0" smtClean="0">
                <a:latin typeface="Rix고딕 M" pitchFamily="18" charset="-127"/>
                <a:ea typeface="Rix고딕 M" pitchFamily="18" charset="-127"/>
              </a:rPr>
              <a:t>Workgroup</a:t>
            </a:r>
            <a:br>
              <a:rPr lang="en-CA" altLang="ko-KR" sz="900" spc="-100" dirty="0" smtClean="0">
                <a:latin typeface="Rix고딕 M" pitchFamily="18" charset="-127"/>
                <a:ea typeface="Rix고딕 M" pitchFamily="18" charset="-127"/>
              </a:rPr>
            </a:br>
            <a:r>
              <a:rPr lang="en-CA" altLang="ko-KR" sz="900" spc="-100" dirty="0" smtClean="0">
                <a:latin typeface="Rix고딕 M" pitchFamily="18" charset="-127"/>
                <a:ea typeface="Rix고딕 M" pitchFamily="18" charset="-127"/>
              </a:rPr>
              <a:t>Switch</a:t>
            </a:r>
            <a:endParaRPr lang="en-US" altLang="ko-KR" sz="900" spc="-100" dirty="0">
              <a:latin typeface="Rix고딕 M" pitchFamily="18" charset="-127"/>
              <a:ea typeface="Rix고딕 M" pitchFamily="18" charset="-127"/>
            </a:endParaRPr>
          </a:p>
        </p:txBody>
      </p:sp>
      <p:pic>
        <p:nvPicPr>
          <p:cNvPr id="1694" name="Picture 12" descr="laptop_grey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00706" y="5136811"/>
            <a:ext cx="194410" cy="1691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95" name="Picture 12" descr="laptop_grey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19001" y="5136811"/>
            <a:ext cx="194410" cy="1691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96" name="Picture 12" descr="phone_grey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88098" y="5116592"/>
            <a:ext cx="172546" cy="1466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97" name="Picture 12" descr="phone_grey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6618" y="5116592"/>
            <a:ext cx="172546" cy="1466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740" name="직선 연결선 739"/>
          <p:cNvCxnSpPr/>
          <p:nvPr/>
        </p:nvCxnSpPr>
        <p:spPr>
          <a:xfrm flipH="1">
            <a:off x="4864870" y="4515450"/>
            <a:ext cx="826402" cy="0"/>
          </a:xfrm>
          <a:prstGeom prst="line">
            <a:avLst/>
          </a:prstGeom>
          <a:ln w="285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1" name="직선 연결선 740"/>
          <p:cNvCxnSpPr/>
          <p:nvPr/>
        </p:nvCxnSpPr>
        <p:spPr>
          <a:xfrm flipH="1">
            <a:off x="4864870" y="5085355"/>
            <a:ext cx="826402" cy="0"/>
          </a:xfrm>
          <a:prstGeom prst="line">
            <a:avLst/>
          </a:prstGeom>
          <a:ln w="285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4" name="Text Box 3"/>
          <p:cNvSpPr txBox="1">
            <a:spLocks noChangeArrowheads="1"/>
          </p:cNvSpPr>
          <p:nvPr/>
        </p:nvSpPr>
        <p:spPr bwMode="auto">
          <a:xfrm>
            <a:off x="5181472" y="4291187"/>
            <a:ext cx="195566" cy="123111"/>
          </a:xfrm>
          <a:prstGeom prst="rect">
            <a:avLst/>
          </a:prstGeom>
          <a:noFill/>
          <a:extLst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algn="ctr">
              <a:defRPr sz="800">
                <a:latin typeface="Rix모던고딕 B" panose="02020603020101020101" pitchFamily="18" charset="-127"/>
                <a:ea typeface="Rix모던고딕 B" panose="02020603020101020101" pitchFamily="18" charset="-127"/>
              </a:defRPr>
            </a:lvl1pPr>
          </a:lstStyle>
          <a:p>
            <a:r>
              <a:rPr lang="en-US" altLang="ko-KR" dirty="0" smtClean="0">
                <a:latin typeface="Rix고딕 M" pitchFamily="18" charset="-127"/>
                <a:ea typeface="Rix고딕 M" pitchFamily="18" charset="-127"/>
              </a:rPr>
              <a:t>20G</a:t>
            </a:r>
            <a:endParaRPr lang="en-US" altLang="ko-KR" dirty="0">
              <a:latin typeface="Rix고딕 M" pitchFamily="18" charset="-127"/>
              <a:ea typeface="Rix고딕 M" pitchFamily="18" charset="-127"/>
            </a:endParaRPr>
          </a:p>
        </p:txBody>
      </p:sp>
      <p:sp>
        <p:nvSpPr>
          <p:cNvPr id="745" name="Text Box 3"/>
          <p:cNvSpPr txBox="1">
            <a:spLocks noChangeArrowheads="1"/>
          </p:cNvSpPr>
          <p:nvPr/>
        </p:nvSpPr>
        <p:spPr bwMode="auto">
          <a:xfrm>
            <a:off x="5181472" y="4929638"/>
            <a:ext cx="195566" cy="123111"/>
          </a:xfrm>
          <a:prstGeom prst="rect">
            <a:avLst/>
          </a:prstGeom>
          <a:noFill/>
          <a:extLst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algn="ctr">
              <a:defRPr sz="800">
                <a:latin typeface="Rix모던고딕 B" panose="02020603020101020101" pitchFamily="18" charset="-127"/>
                <a:ea typeface="Rix모던고딕 B" panose="02020603020101020101" pitchFamily="18" charset="-127"/>
              </a:defRPr>
            </a:lvl1pPr>
          </a:lstStyle>
          <a:p>
            <a:r>
              <a:rPr lang="en-US" altLang="ko-KR" dirty="0" smtClean="0">
                <a:latin typeface="Rix고딕 M" pitchFamily="18" charset="-127"/>
                <a:ea typeface="Rix고딕 M" pitchFamily="18" charset="-127"/>
              </a:rPr>
              <a:t>20G</a:t>
            </a:r>
            <a:endParaRPr lang="en-US" altLang="ko-KR" dirty="0">
              <a:latin typeface="Rix고딕 M" pitchFamily="18" charset="-127"/>
              <a:ea typeface="Rix고딕 M" pitchFamily="18" charset="-127"/>
            </a:endParaRPr>
          </a:p>
        </p:txBody>
      </p:sp>
      <p:sp>
        <p:nvSpPr>
          <p:cNvPr id="1721" name="TextBox 1720"/>
          <p:cNvSpPr txBox="1"/>
          <p:nvPr/>
        </p:nvSpPr>
        <p:spPr>
          <a:xfrm>
            <a:off x="365956" y="2326441"/>
            <a:ext cx="176330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algn="ctr">
              <a:defRPr sz="800">
                <a:latin typeface="Rix모던고딕 B" panose="02020603020101020101" pitchFamily="18" charset="-127"/>
                <a:ea typeface="Rix모던고딕 B" panose="02020603020101020101" pitchFamily="18" charset="-127"/>
              </a:defRPr>
            </a:lvl1pPr>
          </a:lstStyle>
          <a:p>
            <a:r>
              <a:rPr lang="en-US" altLang="ko-KR" dirty="0">
                <a:latin typeface="Rix고딕 M" pitchFamily="18" charset="-127"/>
                <a:ea typeface="Rix고딕 M" pitchFamily="18" charset="-127"/>
              </a:rPr>
              <a:t>10F</a:t>
            </a:r>
            <a:endParaRPr lang="ko-KR" altLang="en-US" dirty="0">
              <a:latin typeface="Rix고딕 M" pitchFamily="18" charset="-127"/>
              <a:ea typeface="Rix고딕 M" pitchFamily="18" charset="-127"/>
            </a:endParaRPr>
          </a:p>
        </p:txBody>
      </p:sp>
      <p:cxnSp>
        <p:nvCxnSpPr>
          <p:cNvPr id="1722" name="직선 연결선 1721"/>
          <p:cNvCxnSpPr/>
          <p:nvPr/>
        </p:nvCxnSpPr>
        <p:spPr>
          <a:xfrm>
            <a:off x="444629" y="4449468"/>
            <a:ext cx="0" cy="524518"/>
          </a:xfrm>
          <a:prstGeom prst="line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24" name="Text Box 3"/>
          <p:cNvSpPr txBox="1">
            <a:spLocks noChangeArrowheads="1"/>
          </p:cNvSpPr>
          <p:nvPr/>
        </p:nvSpPr>
        <p:spPr bwMode="auto">
          <a:xfrm>
            <a:off x="1698331" y="6816662"/>
            <a:ext cx="484108" cy="123111"/>
          </a:xfrm>
          <a:prstGeom prst="rect">
            <a:avLst/>
          </a:prstGeom>
          <a:noFill/>
          <a:extLst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algn="ctr">
              <a:defRPr sz="800">
                <a:latin typeface="Rix모던고딕 B" panose="02020603020101020101" pitchFamily="18" charset="-127"/>
                <a:ea typeface="Rix모던고딕 B" panose="02020603020101020101" pitchFamily="18" charset="-127"/>
              </a:defRPr>
            </a:lvl1pPr>
          </a:lstStyle>
          <a:p>
            <a:r>
              <a:rPr lang="ko-KR" altLang="en-US" b="1" dirty="0" err="1" smtClean="0">
                <a:latin typeface="Rix고딕 M" pitchFamily="18" charset="-127"/>
                <a:ea typeface="Rix고딕 M" pitchFamily="18" charset="-127"/>
              </a:rPr>
              <a:t>백본</a:t>
            </a:r>
            <a:r>
              <a:rPr lang="ko-KR" altLang="en-US" b="1" dirty="0" smtClean="0">
                <a:latin typeface="Rix고딕 M" pitchFamily="18" charset="-127"/>
                <a:ea typeface="Rix고딕 M" pitchFamily="18" charset="-127"/>
              </a:rPr>
              <a:t> 스위치</a:t>
            </a:r>
            <a:endParaRPr lang="en-US" altLang="ko-KR" b="1" dirty="0">
              <a:latin typeface="Rix고딕 M" pitchFamily="18" charset="-127"/>
              <a:ea typeface="Rix고딕 M" pitchFamily="18" charset="-127"/>
            </a:endParaRPr>
          </a:p>
        </p:txBody>
      </p:sp>
      <p:sp>
        <p:nvSpPr>
          <p:cNvPr id="1726" name="Text Box 3"/>
          <p:cNvSpPr txBox="1">
            <a:spLocks noChangeArrowheads="1"/>
          </p:cNvSpPr>
          <p:nvPr/>
        </p:nvSpPr>
        <p:spPr bwMode="auto">
          <a:xfrm>
            <a:off x="1483608" y="1904699"/>
            <a:ext cx="678071" cy="123111"/>
          </a:xfrm>
          <a:prstGeom prst="rect">
            <a:avLst/>
          </a:prstGeom>
          <a:noFill/>
          <a:extLst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algn="ctr">
              <a:defRPr sz="800">
                <a:latin typeface="Rix모던고딕 B" panose="02020603020101020101" pitchFamily="18" charset="-127"/>
                <a:ea typeface="Rix모던고딕 B" panose="02020603020101020101" pitchFamily="18" charset="-127"/>
              </a:defRPr>
            </a:lvl1pPr>
          </a:lstStyle>
          <a:p>
            <a:r>
              <a:rPr lang="ko-KR" altLang="en-US" b="1" dirty="0">
                <a:latin typeface="Rix고딕 M" pitchFamily="18" charset="-127"/>
                <a:ea typeface="Rix고딕 M" pitchFamily="18" charset="-127"/>
              </a:rPr>
              <a:t>워크그룹 스위치</a:t>
            </a:r>
            <a:endParaRPr lang="en-US" altLang="ko-KR" b="1" dirty="0">
              <a:latin typeface="Rix고딕 M" pitchFamily="18" charset="-127"/>
              <a:ea typeface="Rix고딕 M" pitchFamily="18" charset="-127"/>
            </a:endParaRPr>
          </a:p>
        </p:txBody>
      </p:sp>
      <p:grpSp>
        <p:nvGrpSpPr>
          <p:cNvPr id="1727" name="그룹 1726"/>
          <p:cNvGrpSpPr/>
          <p:nvPr/>
        </p:nvGrpSpPr>
        <p:grpSpPr>
          <a:xfrm>
            <a:off x="1605002" y="5452103"/>
            <a:ext cx="278156" cy="408350"/>
            <a:chOff x="4521399" y="1942317"/>
            <a:chExt cx="257674" cy="385284"/>
          </a:xfrm>
        </p:grpSpPr>
        <p:pic>
          <p:nvPicPr>
            <p:cNvPr id="2084" name="Picture 12" descr="rack_server_grey"/>
            <p:cNvPicPr>
              <a:picLocks noChangeAspect="1" noChangeArrowheads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21399" y="2170916"/>
              <a:ext cx="257674" cy="1566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085" name="Picture 12" descr="rack_server_grey"/>
            <p:cNvPicPr>
              <a:picLocks noChangeAspect="1" noChangeArrowheads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21399" y="2126955"/>
              <a:ext cx="257674" cy="1566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086" name="Picture 12" descr="rack_server_grey"/>
            <p:cNvPicPr>
              <a:picLocks noChangeAspect="1" noChangeArrowheads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21399" y="2109370"/>
              <a:ext cx="257674" cy="1566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087" name="Picture 12" descr="rack_server_grey"/>
            <p:cNvPicPr>
              <a:picLocks noChangeAspect="1" noChangeArrowheads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21399" y="2065409"/>
              <a:ext cx="257674" cy="1566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088" name="Picture 12" descr="rack_server_grey"/>
            <p:cNvPicPr>
              <a:picLocks noChangeAspect="1" noChangeArrowheads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21399" y="2047824"/>
              <a:ext cx="257674" cy="1566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089" name="Picture 12" descr="rack_server_grey"/>
            <p:cNvPicPr>
              <a:picLocks noChangeAspect="1" noChangeArrowheads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21399" y="2003863"/>
              <a:ext cx="257674" cy="1566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090" name="Picture 12" descr="rack_server_grey"/>
            <p:cNvPicPr>
              <a:picLocks noChangeAspect="1" noChangeArrowheads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21399" y="1986278"/>
              <a:ext cx="257674" cy="1566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091" name="Picture 12" descr="rack_server_grey"/>
            <p:cNvPicPr>
              <a:picLocks noChangeAspect="1" noChangeArrowheads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21399" y="1942317"/>
              <a:ext cx="257674" cy="1566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1728" name="그룹 1727"/>
          <p:cNvGrpSpPr/>
          <p:nvPr/>
        </p:nvGrpSpPr>
        <p:grpSpPr>
          <a:xfrm>
            <a:off x="1605002" y="5909475"/>
            <a:ext cx="278156" cy="408350"/>
            <a:chOff x="4521399" y="1942317"/>
            <a:chExt cx="257674" cy="385284"/>
          </a:xfrm>
        </p:grpSpPr>
        <p:pic>
          <p:nvPicPr>
            <p:cNvPr id="2076" name="Picture 12" descr="rack_server_grey"/>
            <p:cNvPicPr>
              <a:picLocks noChangeAspect="1" noChangeArrowheads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21399" y="2170916"/>
              <a:ext cx="257674" cy="1566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077" name="Picture 12" descr="rack_server_grey"/>
            <p:cNvPicPr>
              <a:picLocks noChangeAspect="1" noChangeArrowheads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21399" y="2126955"/>
              <a:ext cx="257674" cy="1566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078" name="Picture 12" descr="rack_server_grey"/>
            <p:cNvPicPr>
              <a:picLocks noChangeAspect="1" noChangeArrowheads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21399" y="2109370"/>
              <a:ext cx="257674" cy="1566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079" name="Picture 12" descr="rack_server_grey"/>
            <p:cNvPicPr>
              <a:picLocks noChangeAspect="1" noChangeArrowheads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21399" y="2065409"/>
              <a:ext cx="257674" cy="1566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080" name="Picture 12" descr="rack_server_grey"/>
            <p:cNvPicPr>
              <a:picLocks noChangeAspect="1" noChangeArrowheads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21399" y="2047824"/>
              <a:ext cx="257674" cy="1566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081" name="Picture 12" descr="rack_server_grey"/>
            <p:cNvPicPr>
              <a:picLocks noChangeAspect="1" noChangeArrowheads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21399" y="2003863"/>
              <a:ext cx="257674" cy="1566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082" name="Picture 12" descr="rack_server_grey"/>
            <p:cNvPicPr>
              <a:picLocks noChangeAspect="1" noChangeArrowheads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21399" y="1986278"/>
              <a:ext cx="257674" cy="1566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083" name="Picture 12" descr="rack_server_grey"/>
            <p:cNvPicPr>
              <a:picLocks noChangeAspect="1" noChangeArrowheads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21399" y="1942317"/>
              <a:ext cx="257674" cy="1566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1729" name="그룹 1728"/>
          <p:cNvGrpSpPr/>
          <p:nvPr/>
        </p:nvGrpSpPr>
        <p:grpSpPr>
          <a:xfrm>
            <a:off x="1605002" y="4548191"/>
            <a:ext cx="278156" cy="408350"/>
            <a:chOff x="4521399" y="1942317"/>
            <a:chExt cx="257674" cy="385284"/>
          </a:xfrm>
        </p:grpSpPr>
        <p:pic>
          <p:nvPicPr>
            <p:cNvPr id="2068" name="Picture 12" descr="rack_server_grey"/>
            <p:cNvPicPr>
              <a:picLocks noChangeAspect="1" noChangeArrowheads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21399" y="2170916"/>
              <a:ext cx="257674" cy="1566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069" name="Picture 12" descr="rack_server_grey"/>
            <p:cNvPicPr>
              <a:picLocks noChangeAspect="1" noChangeArrowheads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21399" y="2126955"/>
              <a:ext cx="257674" cy="1566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070" name="Picture 12" descr="rack_server_grey"/>
            <p:cNvPicPr>
              <a:picLocks noChangeAspect="1" noChangeArrowheads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21399" y="2109370"/>
              <a:ext cx="257674" cy="1566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071" name="Picture 12" descr="rack_server_grey"/>
            <p:cNvPicPr>
              <a:picLocks noChangeAspect="1" noChangeArrowheads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21399" y="2065409"/>
              <a:ext cx="257674" cy="1566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072" name="Picture 12" descr="rack_server_grey"/>
            <p:cNvPicPr>
              <a:picLocks noChangeAspect="1" noChangeArrowheads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21399" y="2047824"/>
              <a:ext cx="257674" cy="1566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073" name="Picture 12" descr="rack_server_grey"/>
            <p:cNvPicPr>
              <a:picLocks noChangeAspect="1" noChangeArrowheads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21399" y="2003863"/>
              <a:ext cx="257674" cy="1566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074" name="Picture 12" descr="rack_server_grey"/>
            <p:cNvPicPr>
              <a:picLocks noChangeAspect="1" noChangeArrowheads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21399" y="1986278"/>
              <a:ext cx="257674" cy="1566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075" name="Picture 12" descr="rack_server_grey"/>
            <p:cNvPicPr>
              <a:picLocks noChangeAspect="1" noChangeArrowheads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21399" y="1942317"/>
              <a:ext cx="257674" cy="1566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1730" name="그룹 1729"/>
          <p:cNvGrpSpPr/>
          <p:nvPr/>
        </p:nvGrpSpPr>
        <p:grpSpPr>
          <a:xfrm>
            <a:off x="1605002" y="4996244"/>
            <a:ext cx="278156" cy="408350"/>
            <a:chOff x="4521399" y="1942317"/>
            <a:chExt cx="257674" cy="385284"/>
          </a:xfrm>
        </p:grpSpPr>
        <p:pic>
          <p:nvPicPr>
            <p:cNvPr id="2060" name="Picture 12" descr="rack_server_grey"/>
            <p:cNvPicPr>
              <a:picLocks noChangeAspect="1" noChangeArrowheads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21399" y="2170916"/>
              <a:ext cx="257674" cy="1566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061" name="Picture 12" descr="rack_server_grey"/>
            <p:cNvPicPr>
              <a:picLocks noChangeAspect="1" noChangeArrowheads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21399" y="2126955"/>
              <a:ext cx="257674" cy="1566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062" name="Picture 12" descr="rack_server_grey"/>
            <p:cNvPicPr>
              <a:picLocks noChangeAspect="1" noChangeArrowheads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21399" y="2109370"/>
              <a:ext cx="257674" cy="1566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063" name="Picture 12" descr="rack_server_grey"/>
            <p:cNvPicPr>
              <a:picLocks noChangeAspect="1" noChangeArrowheads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21399" y="2065409"/>
              <a:ext cx="257674" cy="1566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064" name="Picture 12" descr="rack_server_grey"/>
            <p:cNvPicPr>
              <a:picLocks noChangeAspect="1" noChangeArrowheads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21399" y="2047824"/>
              <a:ext cx="257674" cy="1566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065" name="Picture 12" descr="rack_server_grey"/>
            <p:cNvPicPr>
              <a:picLocks noChangeAspect="1" noChangeArrowheads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21399" y="2003863"/>
              <a:ext cx="257674" cy="1566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066" name="Picture 12" descr="rack_server_grey"/>
            <p:cNvPicPr>
              <a:picLocks noChangeAspect="1" noChangeArrowheads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21399" y="1986278"/>
              <a:ext cx="257674" cy="1566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067" name="Picture 12" descr="rack_server_grey"/>
            <p:cNvPicPr>
              <a:picLocks noChangeAspect="1" noChangeArrowheads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21399" y="1942317"/>
              <a:ext cx="257674" cy="1566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1732" name="그룹 1731"/>
          <p:cNvGrpSpPr/>
          <p:nvPr/>
        </p:nvGrpSpPr>
        <p:grpSpPr>
          <a:xfrm>
            <a:off x="1605002" y="4091271"/>
            <a:ext cx="278156" cy="408350"/>
            <a:chOff x="4521399" y="1942317"/>
            <a:chExt cx="257674" cy="385284"/>
          </a:xfrm>
        </p:grpSpPr>
        <p:pic>
          <p:nvPicPr>
            <p:cNvPr id="2044" name="Picture 12" descr="rack_server_grey"/>
            <p:cNvPicPr>
              <a:picLocks noChangeAspect="1" noChangeArrowheads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21399" y="2170916"/>
              <a:ext cx="257674" cy="1566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045" name="Picture 12" descr="rack_server_grey"/>
            <p:cNvPicPr>
              <a:picLocks noChangeAspect="1" noChangeArrowheads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21399" y="2126955"/>
              <a:ext cx="257674" cy="1566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046" name="Picture 12" descr="rack_server_grey"/>
            <p:cNvPicPr>
              <a:picLocks noChangeAspect="1" noChangeArrowheads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21399" y="2109370"/>
              <a:ext cx="257674" cy="1566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047" name="Picture 12" descr="rack_server_grey"/>
            <p:cNvPicPr>
              <a:picLocks noChangeAspect="1" noChangeArrowheads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21399" y="2065409"/>
              <a:ext cx="257674" cy="1566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048" name="Picture 12" descr="rack_server_grey"/>
            <p:cNvPicPr>
              <a:picLocks noChangeAspect="1" noChangeArrowheads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21399" y="2047824"/>
              <a:ext cx="257674" cy="1566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049" name="Picture 12" descr="rack_server_grey"/>
            <p:cNvPicPr>
              <a:picLocks noChangeAspect="1" noChangeArrowheads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21399" y="2003863"/>
              <a:ext cx="257674" cy="1566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050" name="Picture 12" descr="rack_server_grey"/>
            <p:cNvPicPr>
              <a:picLocks noChangeAspect="1" noChangeArrowheads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21399" y="1986278"/>
              <a:ext cx="257674" cy="1566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051" name="Picture 12" descr="rack_server_grey"/>
            <p:cNvPicPr>
              <a:picLocks noChangeAspect="1" noChangeArrowheads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21399" y="1942317"/>
              <a:ext cx="257674" cy="1566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1735" name="그룹 1734"/>
          <p:cNvGrpSpPr/>
          <p:nvPr/>
        </p:nvGrpSpPr>
        <p:grpSpPr>
          <a:xfrm>
            <a:off x="1605002" y="2224262"/>
            <a:ext cx="278156" cy="408350"/>
            <a:chOff x="4521399" y="1942317"/>
            <a:chExt cx="257674" cy="385284"/>
          </a:xfrm>
        </p:grpSpPr>
        <p:pic>
          <p:nvPicPr>
            <p:cNvPr id="2020" name="Picture 12" descr="rack_server_grey"/>
            <p:cNvPicPr>
              <a:picLocks noChangeAspect="1" noChangeArrowheads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21399" y="2170916"/>
              <a:ext cx="257674" cy="1566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021" name="Picture 12" descr="rack_server_grey"/>
            <p:cNvPicPr>
              <a:picLocks noChangeAspect="1" noChangeArrowheads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21399" y="2126955"/>
              <a:ext cx="257674" cy="1566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022" name="Picture 12" descr="rack_server_grey"/>
            <p:cNvPicPr>
              <a:picLocks noChangeAspect="1" noChangeArrowheads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21399" y="2109370"/>
              <a:ext cx="257674" cy="1566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023" name="Picture 12" descr="rack_server_grey"/>
            <p:cNvPicPr>
              <a:picLocks noChangeAspect="1" noChangeArrowheads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21399" y="2065409"/>
              <a:ext cx="257674" cy="1566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024" name="Picture 12" descr="rack_server_grey"/>
            <p:cNvPicPr>
              <a:picLocks noChangeAspect="1" noChangeArrowheads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21399" y="2047824"/>
              <a:ext cx="257674" cy="1566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025" name="Picture 12" descr="rack_server_grey"/>
            <p:cNvPicPr>
              <a:picLocks noChangeAspect="1" noChangeArrowheads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21399" y="2003863"/>
              <a:ext cx="257674" cy="1566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026" name="Picture 12" descr="rack_server_grey"/>
            <p:cNvPicPr>
              <a:picLocks noChangeAspect="1" noChangeArrowheads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21399" y="1986278"/>
              <a:ext cx="257674" cy="1566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027" name="Picture 12" descr="rack_server_grey"/>
            <p:cNvPicPr>
              <a:picLocks noChangeAspect="1" noChangeArrowheads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21399" y="1942317"/>
              <a:ext cx="257674" cy="1566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cxnSp>
        <p:nvCxnSpPr>
          <p:cNvPr id="1736" name="직선 연결선 1735"/>
          <p:cNvCxnSpPr/>
          <p:nvPr/>
        </p:nvCxnSpPr>
        <p:spPr>
          <a:xfrm flipV="1">
            <a:off x="2021137" y="2262561"/>
            <a:ext cx="0" cy="4217158"/>
          </a:xfrm>
          <a:prstGeom prst="line">
            <a:avLst/>
          </a:prstGeom>
          <a:ln w="19050">
            <a:solidFill>
              <a:schemeClr val="bg1"/>
            </a:solidFill>
            <a:headEnd type="none" w="sm" len="sm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37" name="그룹 1736"/>
          <p:cNvGrpSpPr/>
          <p:nvPr/>
        </p:nvGrpSpPr>
        <p:grpSpPr>
          <a:xfrm>
            <a:off x="1881999" y="2377882"/>
            <a:ext cx="137095" cy="202224"/>
            <a:chOff x="2832335" y="1329509"/>
            <a:chExt cx="127000" cy="190800"/>
          </a:xfrm>
        </p:grpSpPr>
        <p:cxnSp>
          <p:nvCxnSpPr>
            <p:cNvPr id="2015" name="직선 연결선 2014"/>
            <p:cNvCxnSpPr/>
            <p:nvPr/>
          </p:nvCxnSpPr>
          <p:spPr>
            <a:xfrm>
              <a:off x="2832335" y="1329509"/>
              <a:ext cx="127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6" name="직선 연결선 2015"/>
            <p:cNvCxnSpPr/>
            <p:nvPr/>
          </p:nvCxnSpPr>
          <p:spPr>
            <a:xfrm>
              <a:off x="2832335" y="1377209"/>
              <a:ext cx="127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7" name="직선 연결선 2016"/>
            <p:cNvCxnSpPr/>
            <p:nvPr/>
          </p:nvCxnSpPr>
          <p:spPr>
            <a:xfrm>
              <a:off x="2832335" y="1424909"/>
              <a:ext cx="127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8" name="직선 연결선 2017"/>
            <p:cNvCxnSpPr/>
            <p:nvPr/>
          </p:nvCxnSpPr>
          <p:spPr>
            <a:xfrm>
              <a:off x="2832335" y="1472609"/>
              <a:ext cx="127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9" name="직선 연결선 2018"/>
            <p:cNvCxnSpPr/>
            <p:nvPr/>
          </p:nvCxnSpPr>
          <p:spPr>
            <a:xfrm>
              <a:off x="2832335" y="1520309"/>
              <a:ext cx="127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38" name="그룹 1737"/>
          <p:cNvGrpSpPr/>
          <p:nvPr/>
        </p:nvGrpSpPr>
        <p:grpSpPr>
          <a:xfrm>
            <a:off x="1881999" y="2803022"/>
            <a:ext cx="137095" cy="202224"/>
            <a:chOff x="2832335" y="1329509"/>
            <a:chExt cx="127000" cy="190800"/>
          </a:xfrm>
        </p:grpSpPr>
        <p:cxnSp>
          <p:nvCxnSpPr>
            <p:cNvPr id="2010" name="직선 연결선 2009"/>
            <p:cNvCxnSpPr/>
            <p:nvPr/>
          </p:nvCxnSpPr>
          <p:spPr>
            <a:xfrm>
              <a:off x="2832335" y="1329509"/>
              <a:ext cx="127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1" name="직선 연결선 2010"/>
            <p:cNvCxnSpPr/>
            <p:nvPr/>
          </p:nvCxnSpPr>
          <p:spPr>
            <a:xfrm>
              <a:off x="2832335" y="1377209"/>
              <a:ext cx="127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2" name="직선 연결선 2011"/>
            <p:cNvCxnSpPr/>
            <p:nvPr/>
          </p:nvCxnSpPr>
          <p:spPr>
            <a:xfrm>
              <a:off x="2832335" y="1424909"/>
              <a:ext cx="127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3" name="직선 연결선 2012"/>
            <p:cNvCxnSpPr/>
            <p:nvPr/>
          </p:nvCxnSpPr>
          <p:spPr>
            <a:xfrm>
              <a:off x="2832335" y="1472609"/>
              <a:ext cx="127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4" name="직선 연결선 2013"/>
            <p:cNvCxnSpPr/>
            <p:nvPr/>
          </p:nvCxnSpPr>
          <p:spPr>
            <a:xfrm>
              <a:off x="2832335" y="1520309"/>
              <a:ext cx="127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39" name="그룹 1738"/>
          <p:cNvGrpSpPr/>
          <p:nvPr/>
        </p:nvGrpSpPr>
        <p:grpSpPr>
          <a:xfrm>
            <a:off x="1881999" y="3247214"/>
            <a:ext cx="137095" cy="151668"/>
            <a:chOff x="2832335" y="1409112"/>
            <a:chExt cx="127000" cy="151668"/>
          </a:xfrm>
        </p:grpSpPr>
        <p:cxnSp>
          <p:nvCxnSpPr>
            <p:cNvPr id="2005" name="직선 연결선 2004"/>
            <p:cNvCxnSpPr/>
            <p:nvPr/>
          </p:nvCxnSpPr>
          <p:spPr>
            <a:xfrm>
              <a:off x="2832335" y="1409112"/>
              <a:ext cx="127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6" name="직선 연결선 2005"/>
            <p:cNvCxnSpPr/>
            <p:nvPr/>
          </p:nvCxnSpPr>
          <p:spPr>
            <a:xfrm>
              <a:off x="2832335" y="1459668"/>
              <a:ext cx="127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7" name="직선 연결선 2006"/>
            <p:cNvCxnSpPr/>
            <p:nvPr/>
          </p:nvCxnSpPr>
          <p:spPr>
            <a:xfrm>
              <a:off x="2832335" y="1510224"/>
              <a:ext cx="127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8" name="직선 연결선 2007"/>
            <p:cNvCxnSpPr/>
            <p:nvPr/>
          </p:nvCxnSpPr>
          <p:spPr>
            <a:xfrm>
              <a:off x="2832335" y="1560780"/>
              <a:ext cx="127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9" name="직선 연결선 2008"/>
            <p:cNvCxnSpPr/>
            <p:nvPr/>
          </p:nvCxnSpPr>
          <p:spPr>
            <a:xfrm>
              <a:off x="2832335" y="1520309"/>
              <a:ext cx="127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40" name="그룹 1739"/>
          <p:cNvGrpSpPr/>
          <p:nvPr/>
        </p:nvGrpSpPr>
        <p:grpSpPr>
          <a:xfrm>
            <a:off x="1881999" y="3719846"/>
            <a:ext cx="137095" cy="202224"/>
            <a:chOff x="2832335" y="1329509"/>
            <a:chExt cx="127000" cy="190800"/>
          </a:xfrm>
        </p:grpSpPr>
        <p:cxnSp>
          <p:nvCxnSpPr>
            <p:cNvPr id="2000" name="직선 연결선 1999"/>
            <p:cNvCxnSpPr/>
            <p:nvPr/>
          </p:nvCxnSpPr>
          <p:spPr>
            <a:xfrm>
              <a:off x="2832335" y="1329509"/>
              <a:ext cx="127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1" name="직선 연결선 2000"/>
            <p:cNvCxnSpPr/>
            <p:nvPr/>
          </p:nvCxnSpPr>
          <p:spPr>
            <a:xfrm>
              <a:off x="2832335" y="1377209"/>
              <a:ext cx="127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2" name="직선 연결선 2001"/>
            <p:cNvCxnSpPr/>
            <p:nvPr/>
          </p:nvCxnSpPr>
          <p:spPr>
            <a:xfrm>
              <a:off x="2832335" y="1424909"/>
              <a:ext cx="127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3" name="직선 연결선 2002"/>
            <p:cNvCxnSpPr/>
            <p:nvPr/>
          </p:nvCxnSpPr>
          <p:spPr>
            <a:xfrm>
              <a:off x="2832335" y="1472609"/>
              <a:ext cx="127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4" name="직선 연결선 2003"/>
            <p:cNvCxnSpPr/>
            <p:nvPr/>
          </p:nvCxnSpPr>
          <p:spPr>
            <a:xfrm>
              <a:off x="2832335" y="1520309"/>
              <a:ext cx="127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41" name="그룹 1740"/>
          <p:cNvGrpSpPr/>
          <p:nvPr/>
        </p:nvGrpSpPr>
        <p:grpSpPr>
          <a:xfrm>
            <a:off x="1881999" y="4218012"/>
            <a:ext cx="137095" cy="202224"/>
            <a:chOff x="2832335" y="1329509"/>
            <a:chExt cx="127000" cy="190800"/>
          </a:xfrm>
        </p:grpSpPr>
        <p:cxnSp>
          <p:nvCxnSpPr>
            <p:cNvPr id="1995" name="직선 연결선 1994"/>
            <p:cNvCxnSpPr/>
            <p:nvPr/>
          </p:nvCxnSpPr>
          <p:spPr>
            <a:xfrm>
              <a:off x="2832335" y="1329509"/>
              <a:ext cx="127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6" name="직선 연결선 1995"/>
            <p:cNvCxnSpPr/>
            <p:nvPr/>
          </p:nvCxnSpPr>
          <p:spPr>
            <a:xfrm>
              <a:off x="2832335" y="1377209"/>
              <a:ext cx="127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7" name="직선 연결선 1996"/>
            <p:cNvCxnSpPr/>
            <p:nvPr/>
          </p:nvCxnSpPr>
          <p:spPr>
            <a:xfrm>
              <a:off x="2832335" y="1424909"/>
              <a:ext cx="127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8" name="직선 연결선 1997"/>
            <p:cNvCxnSpPr/>
            <p:nvPr/>
          </p:nvCxnSpPr>
          <p:spPr>
            <a:xfrm>
              <a:off x="2832335" y="1472609"/>
              <a:ext cx="127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9" name="직선 연결선 1998"/>
            <p:cNvCxnSpPr/>
            <p:nvPr/>
          </p:nvCxnSpPr>
          <p:spPr>
            <a:xfrm>
              <a:off x="2832335" y="1520309"/>
              <a:ext cx="127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42" name="그룹 1741"/>
          <p:cNvGrpSpPr/>
          <p:nvPr/>
        </p:nvGrpSpPr>
        <p:grpSpPr>
          <a:xfrm>
            <a:off x="1881999" y="4662203"/>
            <a:ext cx="137095" cy="202224"/>
            <a:chOff x="2832335" y="1329509"/>
            <a:chExt cx="127000" cy="190800"/>
          </a:xfrm>
        </p:grpSpPr>
        <p:cxnSp>
          <p:nvCxnSpPr>
            <p:cNvPr id="1990" name="직선 연결선 1989"/>
            <p:cNvCxnSpPr/>
            <p:nvPr/>
          </p:nvCxnSpPr>
          <p:spPr>
            <a:xfrm>
              <a:off x="2832335" y="1329509"/>
              <a:ext cx="127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1" name="직선 연결선 1990"/>
            <p:cNvCxnSpPr/>
            <p:nvPr/>
          </p:nvCxnSpPr>
          <p:spPr>
            <a:xfrm>
              <a:off x="2832335" y="1377209"/>
              <a:ext cx="127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2" name="직선 연결선 1991"/>
            <p:cNvCxnSpPr/>
            <p:nvPr/>
          </p:nvCxnSpPr>
          <p:spPr>
            <a:xfrm>
              <a:off x="2832335" y="1424909"/>
              <a:ext cx="127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3" name="직선 연결선 1992"/>
            <p:cNvCxnSpPr/>
            <p:nvPr/>
          </p:nvCxnSpPr>
          <p:spPr>
            <a:xfrm>
              <a:off x="2832335" y="1472609"/>
              <a:ext cx="127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4" name="직선 연결선 1993"/>
            <p:cNvCxnSpPr/>
            <p:nvPr/>
          </p:nvCxnSpPr>
          <p:spPr>
            <a:xfrm>
              <a:off x="2832335" y="1520309"/>
              <a:ext cx="127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43" name="그룹 1742"/>
          <p:cNvGrpSpPr/>
          <p:nvPr/>
        </p:nvGrpSpPr>
        <p:grpSpPr>
          <a:xfrm>
            <a:off x="1881999" y="5106394"/>
            <a:ext cx="137095" cy="202224"/>
            <a:chOff x="2832335" y="1329509"/>
            <a:chExt cx="127000" cy="190800"/>
          </a:xfrm>
        </p:grpSpPr>
        <p:cxnSp>
          <p:nvCxnSpPr>
            <p:cNvPr id="1985" name="직선 연결선 1984"/>
            <p:cNvCxnSpPr/>
            <p:nvPr/>
          </p:nvCxnSpPr>
          <p:spPr>
            <a:xfrm>
              <a:off x="2832335" y="1329509"/>
              <a:ext cx="127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6" name="직선 연결선 1985"/>
            <p:cNvCxnSpPr/>
            <p:nvPr/>
          </p:nvCxnSpPr>
          <p:spPr>
            <a:xfrm>
              <a:off x="2832335" y="1377209"/>
              <a:ext cx="127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7" name="직선 연결선 1986"/>
            <p:cNvCxnSpPr/>
            <p:nvPr/>
          </p:nvCxnSpPr>
          <p:spPr>
            <a:xfrm>
              <a:off x="2832335" y="1424909"/>
              <a:ext cx="127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8" name="직선 연결선 1987"/>
            <p:cNvCxnSpPr/>
            <p:nvPr/>
          </p:nvCxnSpPr>
          <p:spPr>
            <a:xfrm>
              <a:off x="2832335" y="1472609"/>
              <a:ext cx="127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9" name="직선 연결선 1988"/>
            <p:cNvCxnSpPr/>
            <p:nvPr/>
          </p:nvCxnSpPr>
          <p:spPr>
            <a:xfrm>
              <a:off x="2832335" y="1520309"/>
              <a:ext cx="127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44" name="그룹 1743"/>
          <p:cNvGrpSpPr/>
          <p:nvPr/>
        </p:nvGrpSpPr>
        <p:grpSpPr>
          <a:xfrm>
            <a:off x="1881999" y="5577507"/>
            <a:ext cx="137095" cy="202224"/>
            <a:chOff x="2832335" y="1329509"/>
            <a:chExt cx="127000" cy="190800"/>
          </a:xfrm>
        </p:grpSpPr>
        <p:cxnSp>
          <p:nvCxnSpPr>
            <p:cNvPr id="1980" name="직선 연결선 1979"/>
            <p:cNvCxnSpPr/>
            <p:nvPr/>
          </p:nvCxnSpPr>
          <p:spPr>
            <a:xfrm>
              <a:off x="2832335" y="1329509"/>
              <a:ext cx="127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1" name="직선 연결선 1980"/>
            <p:cNvCxnSpPr/>
            <p:nvPr/>
          </p:nvCxnSpPr>
          <p:spPr>
            <a:xfrm>
              <a:off x="2832335" y="1377209"/>
              <a:ext cx="127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2" name="직선 연결선 1981"/>
            <p:cNvCxnSpPr/>
            <p:nvPr/>
          </p:nvCxnSpPr>
          <p:spPr>
            <a:xfrm>
              <a:off x="2832335" y="1424909"/>
              <a:ext cx="127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3" name="직선 연결선 1982"/>
            <p:cNvCxnSpPr/>
            <p:nvPr/>
          </p:nvCxnSpPr>
          <p:spPr>
            <a:xfrm>
              <a:off x="2832335" y="1472609"/>
              <a:ext cx="127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4" name="직선 연결선 1983"/>
            <p:cNvCxnSpPr/>
            <p:nvPr/>
          </p:nvCxnSpPr>
          <p:spPr>
            <a:xfrm>
              <a:off x="2832335" y="1520309"/>
              <a:ext cx="127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45" name="그룹 1744"/>
          <p:cNvGrpSpPr/>
          <p:nvPr/>
        </p:nvGrpSpPr>
        <p:grpSpPr>
          <a:xfrm>
            <a:off x="1881999" y="6021697"/>
            <a:ext cx="137095" cy="202224"/>
            <a:chOff x="2832335" y="1329509"/>
            <a:chExt cx="127000" cy="190800"/>
          </a:xfrm>
        </p:grpSpPr>
        <p:cxnSp>
          <p:nvCxnSpPr>
            <p:cNvPr id="1975" name="직선 연결선 1974"/>
            <p:cNvCxnSpPr/>
            <p:nvPr/>
          </p:nvCxnSpPr>
          <p:spPr>
            <a:xfrm>
              <a:off x="2832335" y="1329509"/>
              <a:ext cx="127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6" name="직선 연결선 1975"/>
            <p:cNvCxnSpPr/>
            <p:nvPr/>
          </p:nvCxnSpPr>
          <p:spPr>
            <a:xfrm>
              <a:off x="2832335" y="1377209"/>
              <a:ext cx="127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7" name="직선 연결선 1976"/>
            <p:cNvCxnSpPr/>
            <p:nvPr/>
          </p:nvCxnSpPr>
          <p:spPr>
            <a:xfrm>
              <a:off x="2832335" y="1424909"/>
              <a:ext cx="127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8" name="직선 연결선 1977"/>
            <p:cNvCxnSpPr/>
            <p:nvPr/>
          </p:nvCxnSpPr>
          <p:spPr>
            <a:xfrm>
              <a:off x="2832335" y="1472609"/>
              <a:ext cx="127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9" name="직선 연결선 1978"/>
            <p:cNvCxnSpPr/>
            <p:nvPr/>
          </p:nvCxnSpPr>
          <p:spPr>
            <a:xfrm>
              <a:off x="2832335" y="1520309"/>
              <a:ext cx="127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46" name="TextBox 1745"/>
          <p:cNvSpPr txBox="1"/>
          <p:nvPr/>
        </p:nvSpPr>
        <p:spPr>
          <a:xfrm>
            <a:off x="2065929" y="3444366"/>
            <a:ext cx="195566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algn="ctr">
              <a:defRPr sz="800">
                <a:latin typeface="Rix모던고딕 B" panose="02020603020101020101" pitchFamily="18" charset="-127"/>
                <a:ea typeface="Rix모던고딕 B" panose="02020603020101020101" pitchFamily="18" charset="-127"/>
              </a:defRPr>
            </a:lvl1pPr>
          </a:lstStyle>
          <a:p>
            <a:r>
              <a:rPr lang="en-US" altLang="ko-KR" dirty="0">
                <a:latin typeface="Rix고딕 M" pitchFamily="18" charset="-127"/>
                <a:ea typeface="Rix고딕 M" pitchFamily="18" charset="-127"/>
              </a:rPr>
              <a:t>10G</a:t>
            </a:r>
            <a:endParaRPr lang="ko-KR" altLang="en-US" dirty="0">
              <a:latin typeface="Rix고딕 M" pitchFamily="18" charset="-127"/>
              <a:ea typeface="Rix고딕 M" pitchFamily="18" charset="-127"/>
            </a:endParaRPr>
          </a:p>
        </p:txBody>
      </p:sp>
      <p:grpSp>
        <p:nvGrpSpPr>
          <p:cNvPr id="1747" name="그룹 1746"/>
          <p:cNvGrpSpPr/>
          <p:nvPr/>
        </p:nvGrpSpPr>
        <p:grpSpPr>
          <a:xfrm>
            <a:off x="826292" y="2310008"/>
            <a:ext cx="789605" cy="194856"/>
            <a:chOff x="3345520" y="2335028"/>
            <a:chExt cx="731463" cy="176733"/>
          </a:xfrm>
        </p:grpSpPr>
        <p:cxnSp>
          <p:nvCxnSpPr>
            <p:cNvPr id="1964" name="직선 연결선 1963"/>
            <p:cNvCxnSpPr/>
            <p:nvPr/>
          </p:nvCxnSpPr>
          <p:spPr>
            <a:xfrm flipH="1">
              <a:off x="3345520" y="2335028"/>
              <a:ext cx="731463" cy="0"/>
            </a:xfrm>
            <a:prstGeom prst="line">
              <a:avLst/>
            </a:prstGeom>
            <a:ln w="9525">
              <a:solidFill>
                <a:schemeClr val="bg1"/>
              </a:solidFill>
              <a:headEnd type="none" w="sm" len="sm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5" name="직선 연결선 1964"/>
            <p:cNvCxnSpPr/>
            <p:nvPr/>
          </p:nvCxnSpPr>
          <p:spPr>
            <a:xfrm>
              <a:off x="3466069" y="2335028"/>
              <a:ext cx="0" cy="113234"/>
            </a:xfrm>
            <a:prstGeom prst="line">
              <a:avLst/>
            </a:prstGeom>
            <a:ln w="952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6" name="직선 연결선 1965"/>
            <p:cNvCxnSpPr/>
            <p:nvPr/>
          </p:nvCxnSpPr>
          <p:spPr>
            <a:xfrm>
              <a:off x="3586430" y="2335028"/>
              <a:ext cx="0" cy="113234"/>
            </a:xfrm>
            <a:prstGeom prst="line">
              <a:avLst/>
            </a:prstGeom>
            <a:ln w="952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7" name="직선 연결선 1966"/>
            <p:cNvCxnSpPr/>
            <p:nvPr/>
          </p:nvCxnSpPr>
          <p:spPr>
            <a:xfrm>
              <a:off x="3706791" y="2335028"/>
              <a:ext cx="0" cy="113234"/>
            </a:xfrm>
            <a:prstGeom prst="line">
              <a:avLst/>
            </a:prstGeom>
            <a:ln w="952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8" name="직선 연결선 1967"/>
            <p:cNvCxnSpPr/>
            <p:nvPr/>
          </p:nvCxnSpPr>
          <p:spPr>
            <a:xfrm>
              <a:off x="3827152" y="2335028"/>
              <a:ext cx="0" cy="113234"/>
            </a:xfrm>
            <a:prstGeom prst="line">
              <a:avLst/>
            </a:prstGeom>
            <a:ln w="952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9" name="직선 연결선 1968"/>
            <p:cNvCxnSpPr/>
            <p:nvPr/>
          </p:nvCxnSpPr>
          <p:spPr>
            <a:xfrm>
              <a:off x="3947513" y="2335028"/>
              <a:ext cx="0" cy="113234"/>
            </a:xfrm>
            <a:prstGeom prst="line">
              <a:avLst/>
            </a:prstGeom>
            <a:ln w="952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70" name="직사각형 1969"/>
            <p:cNvSpPr/>
            <p:nvPr/>
          </p:nvSpPr>
          <p:spPr>
            <a:xfrm>
              <a:off x="3442663" y="2436451"/>
              <a:ext cx="46084" cy="7531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 smtClean="0">
                <a:latin typeface="Rix고딕 M" pitchFamily="18" charset="-127"/>
                <a:ea typeface="Rix고딕 M" pitchFamily="18" charset="-127"/>
              </a:endParaRPr>
            </a:p>
          </p:txBody>
        </p:sp>
        <p:sp>
          <p:nvSpPr>
            <p:cNvPr id="1971" name="직사각형 1970"/>
            <p:cNvSpPr/>
            <p:nvPr/>
          </p:nvSpPr>
          <p:spPr>
            <a:xfrm>
              <a:off x="3566488" y="2436451"/>
              <a:ext cx="46084" cy="7531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 smtClean="0">
                <a:latin typeface="Rix고딕 M" pitchFamily="18" charset="-127"/>
                <a:ea typeface="Rix고딕 M" pitchFamily="18" charset="-127"/>
              </a:endParaRPr>
            </a:p>
          </p:txBody>
        </p:sp>
        <p:sp>
          <p:nvSpPr>
            <p:cNvPr id="1972" name="직사각형 1971"/>
            <p:cNvSpPr/>
            <p:nvPr/>
          </p:nvSpPr>
          <p:spPr>
            <a:xfrm>
              <a:off x="3677613" y="2436451"/>
              <a:ext cx="46084" cy="7531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 smtClean="0">
                <a:latin typeface="Rix고딕 M" pitchFamily="18" charset="-127"/>
                <a:ea typeface="Rix고딕 M" pitchFamily="18" charset="-127"/>
              </a:endParaRPr>
            </a:p>
          </p:txBody>
        </p:sp>
        <p:sp>
          <p:nvSpPr>
            <p:cNvPr id="1973" name="직사각형 1972"/>
            <p:cNvSpPr/>
            <p:nvPr/>
          </p:nvSpPr>
          <p:spPr>
            <a:xfrm>
              <a:off x="3804613" y="2436451"/>
              <a:ext cx="46084" cy="7531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 smtClean="0">
                <a:latin typeface="Rix고딕 M" pitchFamily="18" charset="-127"/>
                <a:ea typeface="Rix고딕 M" pitchFamily="18" charset="-127"/>
              </a:endParaRPr>
            </a:p>
          </p:txBody>
        </p:sp>
        <p:sp>
          <p:nvSpPr>
            <p:cNvPr id="1974" name="직사각형 1973"/>
            <p:cNvSpPr/>
            <p:nvPr/>
          </p:nvSpPr>
          <p:spPr>
            <a:xfrm>
              <a:off x="3928438" y="2436451"/>
              <a:ext cx="46084" cy="7531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 smtClean="0">
                <a:latin typeface="Rix고딕 M" pitchFamily="18" charset="-127"/>
                <a:ea typeface="Rix고딕 M" pitchFamily="18" charset="-127"/>
              </a:endParaRPr>
            </a:p>
          </p:txBody>
        </p:sp>
      </p:grpSp>
      <p:pic>
        <p:nvPicPr>
          <p:cNvPr id="1748" name="Picture 37" descr="telepresence_grey"/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3086" y="6429998"/>
            <a:ext cx="490700" cy="2590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49" name="타원 1748"/>
          <p:cNvSpPr/>
          <p:nvPr/>
        </p:nvSpPr>
        <p:spPr>
          <a:xfrm>
            <a:off x="1371644" y="2148465"/>
            <a:ext cx="837347" cy="616918"/>
          </a:xfrm>
          <a:prstGeom prst="ellipse">
            <a:avLst/>
          </a:prstGeom>
          <a:noFill/>
          <a:ln w="25400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9569" tIns="49785" rIns="99569" bIns="49785" rtlCol="0" anchor="ctr"/>
          <a:lstStyle/>
          <a:p>
            <a:pPr algn="ctr"/>
            <a:endParaRPr lang="ko-KR" altLang="en-US" dirty="0" smtClean="0">
              <a:latin typeface="Rix고딕 M" pitchFamily="18" charset="-127"/>
              <a:ea typeface="Rix고딕 M" pitchFamily="18" charset="-127"/>
            </a:endParaRPr>
          </a:p>
        </p:txBody>
      </p:sp>
      <p:sp>
        <p:nvSpPr>
          <p:cNvPr id="1750" name="TextBox 1749"/>
          <p:cNvSpPr txBox="1"/>
          <p:nvPr/>
        </p:nvSpPr>
        <p:spPr>
          <a:xfrm>
            <a:off x="397214" y="2850127"/>
            <a:ext cx="113813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algn="ctr">
              <a:defRPr sz="800">
                <a:latin typeface="Rix모던고딕 B" panose="02020603020101020101" pitchFamily="18" charset="-127"/>
                <a:ea typeface="Rix모던고딕 B" panose="02020603020101020101" pitchFamily="18" charset="-127"/>
              </a:defRPr>
            </a:lvl1pPr>
          </a:lstStyle>
          <a:p>
            <a:r>
              <a:rPr lang="en-US" altLang="ko-KR" dirty="0" smtClean="0">
                <a:latin typeface="Rix고딕 M" pitchFamily="18" charset="-127"/>
                <a:ea typeface="Rix고딕 M" pitchFamily="18" charset="-127"/>
              </a:rPr>
              <a:t>9F</a:t>
            </a:r>
            <a:endParaRPr lang="ko-KR" altLang="en-US" dirty="0">
              <a:latin typeface="Rix고딕 M" pitchFamily="18" charset="-127"/>
              <a:ea typeface="Rix고딕 M" pitchFamily="18" charset="-127"/>
            </a:endParaRPr>
          </a:p>
        </p:txBody>
      </p:sp>
      <p:sp>
        <p:nvSpPr>
          <p:cNvPr id="1751" name="TextBox 1750"/>
          <p:cNvSpPr txBox="1"/>
          <p:nvPr/>
        </p:nvSpPr>
        <p:spPr>
          <a:xfrm>
            <a:off x="397214" y="6075531"/>
            <a:ext cx="113813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algn="ctr">
              <a:defRPr sz="800">
                <a:latin typeface="Rix모던고딕 B" panose="02020603020101020101" pitchFamily="18" charset="-127"/>
                <a:ea typeface="Rix모던고딕 B" panose="02020603020101020101" pitchFamily="18" charset="-127"/>
              </a:defRPr>
            </a:lvl1pPr>
          </a:lstStyle>
          <a:p>
            <a:r>
              <a:rPr lang="en-US" altLang="ko-KR" dirty="0" smtClean="0">
                <a:latin typeface="Rix고딕 M" pitchFamily="18" charset="-127"/>
                <a:ea typeface="Rix고딕 M" pitchFamily="18" charset="-127"/>
              </a:rPr>
              <a:t>2F</a:t>
            </a:r>
            <a:endParaRPr lang="ko-KR" altLang="en-US" dirty="0">
              <a:latin typeface="Rix고딕 M" pitchFamily="18" charset="-127"/>
              <a:ea typeface="Rix고딕 M" pitchFamily="18" charset="-127"/>
            </a:endParaRPr>
          </a:p>
        </p:txBody>
      </p:sp>
      <p:sp>
        <p:nvSpPr>
          <p:cNvPr id="1752" name="TextBox 1751"/>
          <p:cNvSpPr txBox="1"/>
          <p:nvPr/>
        </p:nvSpPr>
        <p:spPr>
          <a:xfrm>
            <a:off x="397214" y="3307664"/>
            <a:ext cx="113813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algn="ctr">
              <a:defRPr sz="800">
                <a:latin typeface="Rix모던고딕 B" panose="02020603020101020101" pitchFamily="18" charset="-127"/>
                <a:ea typeface="Rix모던고딕 B" panose="02020603020101020101" pitchFamily="18" charset="-127"/>
              </a:defRPr>
            </a:lvl1pPr>
          </a:lstStyle>
          <a:p>
            <a:r>
              <a:rPr lang="en-US" altLang="ko-KR" dirty="0" smtClean="0">
                <a:latin typeface="Rix고딕 M" pitchFamily="18" charset="-127"/>
                <a:ea typeface="Rix고딕 M" pitchFamily="18" charset="-127"/>
              </a:rPr>
              <a:t>8F</a:t>
            </a:r>
            <a:endParaRPr lang="ko-KR" altLang="en-US" dirty="0">
              <a:latin typeface="Rix고딕 M" pitchFamily="18" charset="-127"/>
              <a:ea typeface="Rix고딕 M" pitchFamily="18" charset="-127"/>
            </a:endParaRPr>
          </a:p>
        </p:txBody>
      </p:sp>
      <p:grpSp>
        <p:nvGrpSpPr>
          <p:cNvPr id="1753" name="그룹 1752"/>
          <p:cNvGrpSpPr/>
          <p:nvPr/>
        </p:nvGrpSpPr>
        <p:grpSpPr>
          <a:xfrm>
            <a:off x="1883158" y="2310390"/>
            <a:ext cx="964604" cy="204577"/>
            <a:chOff x="4345336" y="2329120"/>
            <a:chExt cx="893576" cy="185550"/>
          </a:xfrm>
        </p:grpSpPr>
        <p:cxnSp>
          <p:nvCxnSpPr>
            <p:cNvPr id="1953" name="직선 연결선 1952"/>
            <p:cNvCxnSpPr/>
            <p:nvPr/>
          </p:nvCxnSpPr>
          <p:spPr>
            <a:xfrm flipV="1">
              <a:off x="4345336" y="2329120"/>
              <a:ext cx="893576" cy="1045"/>
            </a:xfrm>
            <a:prstGeom prst="line">
              <a:avLst/>
            </a:prstGeom>
            <a:ln w="9525">
              <a:solidFill>
                <a:schemeClr val="bg1"/>
              </a:solidFill>
              <a:headEnd type="none" w="sm" len="sm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4" name="직선 연결선 1953"/>
            <p:cNvCxnSpPr/>
            <p:nvPr/>
          </p:nvCxnSpPr>
          <p:spPr>
            <a:xfrm flipH="1">
              <a:off x="5118363" y="2337937"/>
              <a:ext cx="0" cy="113234"/>
            </a:xfrm>
            <a:prstGeom prst="line">
              <a:avLst/>
            </a:prstGeom>
            <a:ln w="952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5" name="직선 연결선 1954"/>
            <p:cNvCxnSpPr/>
            <p:nvPr/>
          </p:nvCxnSpPr>
          <p:spPr>
            <a:xfrm flipH="1">
              <a:off x="4998002" y="2337937"/>
              <a:ext cx="0" cy="113234"/>
            </a:xfrm>
            <a:prstGeom prst="line">
              <a:avLst/>
            </a:prstGeom>
            <a:ln w="952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6" name="직선 연결선 1955"/>
            <p:cNvCxnSpPr/>
            <p:nvPr/>
          </p:nvCxnSpPr>
          <p:spPr>
            <a:xfrm flipH="1">
              <a:off x="4877641" y="2337937"/>
              <a:ext cx="0" cy="113234"/>
            </a:xfrm>
            <a:prstGeom prst="line">
              <a:avLst/>
            </a:prstGeom>
            <a:ln w="952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7" name="직선 연결선 1956"/>
            <p:cNvCxnSpPr/>
            <p:nvPr/>
          </p:nvCxnSpPr>
          <p:spPr>
            <a:xfrm flipH="1">
              <a:off x="4757280" y="2337937"/>
              <a:ext cx="0" cy="113234"/>
            </a:xfrm>
            <a:prstGeom prst="line">
              <a:avLst/>
            </a:prstGeom>
            <a:ln w="952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8" name="직선 연결선 1957"/>
            <p:cNvCxnSpPr/>
            <p:nvPr/>
          </p:nvCxnSpPr>
          <p:spPr>
            <a:xfrm flipH="1">
              <a:off x="4636919" y="2337937"/>
              <a:ext cx="0" cy="113234"/>
            </a:xfrm>
            <a:prstGeom prst="line">
              <a:avLst/>
            </a:prstGeom>
            <a:ln w="952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59" name="직사각형 1958"/>
            <p:cNvSpPr/>
            <p:nvPr/>
          </p:nvSpPr>
          <p:spPr>
            <a:xfrm flipH="1">
              <a:off x="5095685" y="2439360"/>
              <a:ext cx="46084" cy="7531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 smtClean="0">
                <a:latin typeface="Rix고딕 M" pitchFamily="18" charset="-127"/>
                <a:ea typeface="Rix고딕 M" pitchFamily="18" charset="-127"/>
              </a:endParaRPr>
            </a:p>
          </p:txBody>
        </p:sp>
        <p:sp>
          <p:nvSpPr>
            <p:cNvPr id="1960" name="직사각형 1959"/>
            <p:cNvSpPr/>
            <p:nvPr/>
          </p:nvSpPr>
          <p:spPr>
            <a:xfrm flipH="1">
              <a:off x="4971860" y="2439360"/>
              <a:ext cx="46084" cy="7531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 smtClean="0">
                <a:latin typeface="Rix고딕 M" pitchFamily="18" charset="-127"/>
                <a:ea typeface="Rix고딕 M" pitchFamily="18" charset="-127"/>
              </a:endParaRPr>
            </a:p>
          </p:txBody>
        </p:sp>
        <p:sp>
          <p:nvSpPr>
            <p:cNvPr id="1961" name="직사각형 1960"/>
            <p:cNvSpPr/>
            <p:nvPr/>
          </p:nvSpPr>
          <p:spPr>
            <a:xfrm flipH="1">
              <a:off x="4860735" y="2439360"/>
              <a:ext cx="46084" cy="7531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 smtClean="0">
                <a:latin typeface="Rix고딕 M" pitchFamily="18" charset="-127"/>
                <a:ea typeface="Rix고딕 M" pitchFamily="18" charset="-127"/>
              </a:endParaRPr>
            </a:p>
          </p:txBody>
        </p:sp>
        <p:sp>
          <p:nvSpPr>
            <p:cNvPr id="1962" name="직사각형 1961"/>
            <p:cNvSpPr/>
            <p:nvPr/>
          </p:nvSpPr>
          <p:spPr>
            <a:xfrm flipH="1">
              <a:off x="4733735" y="2439360"/>
              <a:ext cx="46084" cy="7531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 smtClean="0">
                <a:latin typeface="Rix고딕 M" pitchFamily="18" charset="-127"/>
                <a:ea typeface="Rix고딕 M" pitchFamily="18" charset="-127"/>
              </a:endParaRPr>
            </a:p>
          </p:txBody>
        </p:sp>
        <p:sp>
          <p:nvSpPr>
            <p:cNvPr id="1963" name="직사각형 1962"/>
            <p:cNvSpPr/>
            <p:nvPr/>
          </p:nvSpPr>
          <p:spPr>
            <a:xfrm flipH="1">
              <a:off x="4609910" y="2439360"/>
              <a:ext cx="46084" cy="7531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 smtClean="0">
                <a:latin typeface="Rix고딕 M" pitchFamily="18" charset="-127"/>
                <a:ea typeface="Rix고딕 M" pitchFamily="18" charset="-127"/>
              </a:endParaRPr>
            </a:p>
          </p:txBody>
        </p:sp>
      </p:grpSp>
      <p:cxnSp>
        <p:nvCxnSpPr>
          <p:cNvPr id="1754" name="직선 연결선 1753"/>
          <p:cNvCxnSpPr/>
          <p:nvPr/>
        </p:nvCxnSpPr>
        <p:spPr>
          <a:xfrm>
            <a:off x="1959444" y="2339574"/>
            <a:ext cx="0" cy="4217158"/>
          </a:xfrm>
          <a:prstGeom prst="line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그룹 3"/>
          <p:cNvGrpSpPr/>
          <p:nvPr/>
        </p:nvGrpSpPr>
        <p:grpSpPr>
          <a:xfrm>
            <a:off x="826292" y="2693339"/>
            <a:ext cx="2021470" cy="408350"/>
            <a:chOff x="826292" y="2702865"/>
            <a:chExt cx="2021470" cy="408350"/>
          </a:xfrm>
        </p:grpSpPr>
        <p:grpSp>
          <p:nvGrpSpPr>
            <p:cNvPr id="1733" name="그룹 1732"/>
            <p:cNvGrpSpPr/>
            <p:nvPr/>
          </p:nvGrpSpPr>
          <p:grpSpPr>
            <a:xfrm>
              <a:off x="1605002" y="2702865"/>
              <a:ext cx="278156" cy="408350"/>
              <a:chOff x="4521399" y="1942317"/>
              <a:chExt cx="257674" cy="385284"/>
            </a:xfrm>
          </p:grpSpPr>
          <p:pic>
            <p:nvPicPr>
              <p:cNvPr id="2036" name="Picture 12" descr="rack_server_grey"/>
              <p:cNvPicPr>
                <a:picLocks noChangeAspect="1" noChangeArrowheads="1"/>
              </p:cNvPicPr>
              <p:nvPr/>
            </p:nvPicPr>
            <p:blipFill>
              <a:blip r:embed="rId9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521399" y="2170916"/>
                <a:ext cx="257674" cy="15668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2037" name="Picture 12" descr="rack_server_grey"/>
              <p:cNvPicPr>
                <a:picLocks noChangeAspect="1" noChangeArrowheads="1"/>
              </p:cNvPicPr>
              <p:nvPr/>
            </p:nvPicPr>
            <p:blipFill>
              <a:blip r:embed="rId9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521399" y="2126955"/>
                <a:ext cx="257674" cy="15668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2038" name="Picture 12" descr="rack_server_grey"/>
              <p:cNvPicPr>
                <a:picLocks noChangeAspect="1" noChangeArrowheads="1"/>
              </p:cNvPicPr>
              <p:nvPr/>
            </p:nvPicPr>
            <p:blipFill>
              <a:blip r:embed="rId9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521399" y="2109370"/>
                <a:ext cx="257674" cy="15668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2039" name="Picture 12" descr="rack_server_grey"/>
              <p:cNvPicPr>
                <a:picLocks noChangeAspect="1" noChangeArrowheads="1"/>
              </p:cNvPicPr>
              <p:nvPr/>
            </p:nvPicPr>
            <p:blipFill>
              <a:blip r:embed="rId9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521399" y="2065409"/>
                <a:ext cx="257674" cy="15668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2040" name="Picture 12" descr="rack_server_grey"/>
              <p:cNvPicPr>
                <a:picLocks noChangeAspect="1" noChangeArrowheads="1"/>
              </p:cNvPicPr>
              <p:nvPr/>
            </p:nvPicPr>
            <p:blipFill>
              <a:blip r:embed="rId9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521399" y="2047824"/>
                <a:ext cx="257674" cy="15668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2041" name="Picture 12" descr="rack_server_grey"/>
              <p:cNvPicPr>
                <a:picLocks noChangeAspect="1" noChangeArrowheads="1"/>
              </p:cNvPicPr>
              <p:nvPr/>
            </p:nvPicPr>
            <p:blipFill>
              <a:blip r:embed="rId9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521399" y="2003863"/>
                <a:ext cx="257674" cy="15668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2042" name="Picture 12" descr="rack_server_grey"/>
              <p:cNvPicPr>
                <a:picLocks noChangeAspect="1" noChangeArrowheads="1"/>
              </p:cNvPicPr>
              <p:nvPr/>
            </p:nvPicPr>
            <p:blipFill>
              <a:blip r:embed="rId9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521399" y="1986278"/>
                <a:ext cx="257674" cy="15668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2043" name="Picture 12" descr="rack_server_grey"/>
              <p:cNvPicPr>
                <a:picLocks noChangeAspect="1" noChangeArrowheads="1"/>
              </p:cNvPicPr>
              <p:nvPr/>
            </p:nvPicPr>
            <p:blipFill>
              <a:blip r:embed="rId9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521399" y="1942317"/>
                <a:ext cx="257674" cy="15668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grpSp>
          <p:nvGrpSpPr>
            <p:cNvPr id="1756" name="그룹 1755"/>
            <p:cNvGrpSpPr/>
            <p:nvPr/>
          </p:nvGrpSpPr>
          <p:grpSpPr>
            <a:xfrm>
              <a:off x="826292" y="2759780"/>
              <a:ext cx="789605" cy="194856"/>
              <a:chOff x="3345520" y="2335028"/>
              <a:chExt cx="731463" cy="176733"/>
            </a:xfrm>
          </p:grpSpPr>
          <p:cxnSp>
            <p:nvCxnSpPr>
              <p:cNvPr id="1942" name="직선 연결선 1941"/>
              <p:cNvCxnSpPr/>
              <p:nvPr/>
            </p:nvCxnSpPr>
            <p:spPr>
              <a:xfrm flipH="1">
                <a:off x="3345520" y="2335028"/>
                <a:ext cx="731463" cy="0"/>
              </a:xfrm>
              <a:prstGeom prst="line">
                <a:avLst/>
              </a:prstGeom>
              <a:ln w="9525">
                <a:solidFill>
                  <a:schemeClr val="bg1"/>
                </a:solidFill>
                <a:headEnd type="none" w="sm" len="sm"/>
                <a:tailEnd type="oval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43" name="직선 연결선 1942"/>
              <p:cNvCxnSpPr/>
              <p:nvPr/>
            </p:nvCxnSpPr>
            <p:spPr>
              <a:xfrm>
                <a:off x="3466069" y="2335028"/>
                <a:ext cx="0" cy="113234"/>
              </a:xfrm>
              <a:prstGeom prst="line">
                <a:avLst/>
              </a:prstGeom>
              <a:ln w="95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44" name="직선 연결선 1943"/>
              <p:cNvCxnSpPr/>
              <p:nvPr/>
            </p:nvCxnSpPr>
            <p:spPr>
              <a:xfrm>
                <a:off x="3586430" y="2335028"/>
                <a:ext cx="0" cy="113234"/>
              </a:xfrm>
              <a:prstGeom prst="line">
                <a:avLst/>
              </a:prstGeom>
              <a:ln w="95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45" name="직선 연결선 1944"/>
              <p:cNvCxnSpPr/>
              <p:nvPr/>
            </p:nvCxnSpPr>
            <p:spPr>
              <a:xfrm>
                <a:off x="3706791" y="2335028"/>
                <a:ext cx="0" cy="113234"/>
              </a:xfrm>
              <a:prstGeom prst="line">
                <a:avLst/>
              </a:prstGeom>
              <a:ln w="95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46" name="직선 연결선 1945"/>
              <p:cNvCxnSpPr/>
              <p:nvPr/>
            </p:nvCxnSpPr>
            <p:spPr>
              <a:xfrm>
                <a:off x="3827152" y="2335028"/>
                <a:ext cx="0" cy="113234"/>
              </a:xfrm>
              <a:prstGeom prst="line">
                <a:avLst/>
              </a:prstGeom>
              <a:ln w="95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47" name="직선 연결선 1946"/>
              <p:cNvCxnSpPr/>
              <p:nvPr/>
            </p:nvCxnSpPr>
            <p:spPr>
              <a:xfrm>
                <a:off x="3947513" y="2335028"/>
                <a:ext cx="0" cy="113234"/>
              </a:xfrm>
              <a:prstGeom prst="line">
                <a:avLst/>
              </a:prstGeom>
              <a:ln w="95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948" name="직사각형 1947"/>
              <p:cNvSpPr/>
              <p:nvPr/>
            </p:nvSpPr>
            <p:spPr>
              <a:xfrm>
                <a:off x="3442663" y="2436451"/>
                <a:ext cx="46084" cy="7531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 smtClean="0">
                  <a:latin typeface="Rix고딕 M" pitchFamily="18" charset="-127"/>
                  <a:ea typeface="Rix고딕 M" pitchFamily="18" charset="-127"/>
                </a:endParaRPr>
              </a:p>
            </p:txBody>
          </p:sp>
          <p:sp>
            <p:nvSpPr>
              <p:cNvPr id="1949" name="직사각형 1948"/>
              <p:cNvSpPr/>
              <p:nvPr/>
            </p:nvSpPr>
            <p:spPr>
              <a:xfrm>
                <a:off x="3566488" y="2436451"/>
                <a:ext cx="46084" cy="7531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 smtClean="0">
                  <a:latin typeface="Rix고딕 M" pitchFamily="18" charset="-127"/>
                  <a:ea typeface="Rix고딕 M" pitchFamily="18" charset="-127"/>
                </a:endParaRPr>
              </a:p>
            </p:txBody>
          </p:sp>
          <p:sp>
            <p:nvSpPr>
              <p:cNvPr id="1950" name="직사각형 1949"/>
              <p:cNvSpPr/>
              <p:nvPr/>
            </p:nvSpPr>
            <p:spPr>
              <a:xfrm>
                <a:off x="3677613" y="2436451"/>
                <a:ext cx="46084" cy="7531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 smtClean="0">
                  <a:latin typeface="Rix고딕 M" pitchFamily="18" charset="-127"/>
                  <a:ea typeface="Rix고딕 M" pitchFamily="18" charset="-127"/>
                </a:endParaRPr>
              </a:p>
            </p:txBody>
          </p:sp>
          <p:sp>
            <p:nvSpPr>
              <p:cNvPr id="1951" name="직사각형 1950"/>
              <p:cNvSpPr/>
              <p:nvPr/>
            </p:nvSpPr>
            <p:spPr>
              <a:xfrm>
                <a:off x="3804613" y="2436451"/>
                <a:ext cx="46084" cy="7531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 smtClean="0">
                  <a:latin typeface="Rix고딕 M" pitchFamily="18" charset="-127"/>
                  <a:ea typeface="Rix고딕 M" pitchFamily="18" charset="-127"/>
                </a:endParaRPr>
              </a:p>
            </p:txBody>
          </p:sp>
          <p:sp>
            <p:nvSpPr>
              <p:cNvPr id="1952" name="직사각형 1951"/>
              <p:cNvSpPr/>
              <p:nvPr/>
            </p:nvSpPr>
            <p:spPr>
              <a:xfrm>
                <a:off x="3928438" y="2436451"/>
                <a:ext cx="46084" cy="7531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 smtClean="0">
                  <a:latin typeface="Rix고딕 M" pitchFamily="18" charset="-127"/>
                  <a:ea typeface="Rix고딕 M" pitchFamily="18" charset="-127"/>
                </a:endParaRPr>
              </a:p>
            </p:txBody>
          </p:sp>
        </p:grpSp>
        <p:grpSp>
          <p:nvGrpSpPr>
            <p:cNvPr id="1757" name="그룹 1756"/>
            <p:cNvGrpSpPr/>
            <p:nvPr/>
          </p:nvGrpSpPr>
          <p:grpSpPr>
            <a:xfrm>
              <a:off x="1883158" y="2769883"/>
              <a:ext cx="964604" cy="194856"/>
              <a:chOff x="4345336" y="2337937"/>
              <a:chExt cx="893576" cy="176733"/>
            </a:xfrm>
          </p:grpSpPr>
          <p:cxnSp>
            <p:nvCxnSpPr>
              <p:cNvPr id="1931" name="직선 연결선 1930"/>
              <p:cNvCxnSpPr/>
              <p:nvPr/>
            </p:nvCxnSpPr>
            <p:spPr>
              <a:xfrm flipV="1">
                <a:off x="4345336" y="2337937"/>
                <a:ext cx="893576" cy="1045"/>
              </a:xfrm>
              <a:prstGeom prst="line">
                <a:avLst/>
              </a:prstGeom>
              <a:ln w="9525">
                <a:solidFill>
                  <a:schemeClr val="bg1"/>
                </a:solidFill>
                <a:headEnd type="none" w="sm" len="sm"/>
                <a:tailEnd type="oval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32" name="직선 연결선 1931"/>
              <p:cNvCxnSpPr/>
              <p:nvPr/>
            </p:nvCxnSpPr>
            <p:spPr>
              <a:xfrm flipH="1">
                <a:off x="5118363" y="2337937"/>
                <a:ext cx="0" cy="113234"/>
              </a:xfrm>
              <a:prstGeom prst="line">
                <a:avLst/>
              </a:prstGeom>
              <a:ln w="95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33" name="직선 연결선 1932"/>
              <p:cNvCxnSpPr/>
              <p:nvPr/>
            </p:nvCxnSpPr>
            <p:spPr>
              <a:xfrm flipH="1">
                <a:off x="4998002" y="2337937"/>
                <a:ext cx="0" cy="113234"/>
              </a:xfrm>
              <a:prstGeom prst="line">
                <a:avLst/>
              </a:prstGeom>
              <a:ln w="95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34" name="직선 연결선 1933"/>
              <p:cNvCxnSpPr/>
              <p:nvPr/>
            </p:nvCxnSpPr>
            <p:spPr>
              <a:xfrm flipH="1">
                <a:off x="4877641" y="2337937"/>
                <a:ext cx="0" cy="113234"/>
              </a:xfrm>
              <a:prstGeom prst="line">
                <a:avLst/>
              </a:prstGeom>
              <a:ln w="95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35" name="직선 연결선 1934"/>
              <p:cNvCxnSpPr/>
              <p:nvPr/>
            </p:nvCxnSpPr>
            <p:spPr>
              <a:xfrm flipH="1">
                <a:off x="4757280" y="2337937"/>
                <a:ext cx="0" cy="113234"/>
              </a:xfrm>
              <a:prstGeom prst="line">
                <a:avLst/>
              </a:prstGeom>
              <a:ln w="95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36" name="직선 연결선 1935"/>
              <p:cNvCxnSpPr/>
              <p:nvPr/>
            </p:nvCxnSpPr>
            <p:spPr>
              <a:xfrm flipH="1">
                <a:off x="4636919" y="2337937"/>
                <a:ext cx="0" cy="113234"/>
              </a:xfrm>
              <a:prstGeom prst="line">
                <a:avLst/>
              </a:prstGeom>
              <a:ln w="95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937" name="직사각형 1936"/>
              <p:cNvSpPr/>
              <p:nvPr/>
            </p:nvSpPr>
            <p:spPr>
              <a:xfrm flipH="1">
                <a:off x="5095685" y="2439360"/>
                <a:ext cx="46084" cy="7531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 smtClean="0">
                  <a:latin typeface="Rix고딕 M" pitchFamily="18" charset="-127"/>
                  <a:ea typeface="Rix고딕 M" pitchFamily="18" charset="-127"/>
                </a:endParaRPr>
              </a:p>
            </p:txBody>
          </p:sp>
          <p:sp>
            <p:nvSpPr>
              <p:cNvPr id="1938" name="직사각형 1937"/>
              <p:cNvSpPr/>
              <p:nvPr/>
            </p:nvSpPr>
            <p:spPr>
              <a:xfrm flipH="1">
                <a:off x="4971860" y="2439360"/>
                <a:ext cx="46084" cy="7531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 smtClean="0">
                  <a:latin typeface="Rix고딕 M" pitchFamily="18" charset="-127"/>
                  <a:ea typeface="Rix고딕 M" pitchFamily="18" charset="-127"/>
                </a:endParaRPr>
              </a:p>
            </p:txBody>
          </p:sp>
          <p:sp>
            <p:nvSpPr>
              <p:cNvPr id="1939" name="직사각형 1938"/>
              <p:cNvSpPr/>
              <p:nvPr/>
            </p:nvSpPr>
            <p:spPr>
              <a:xfrm flipH="1">
                <a:off x="4860735" y="2439360"/>
                <a:ext cx="46084" cy="7531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 smtClean="0">
                  <a:latin typeface="Rix고딕 M" pitchFamily="18" charset="-127"/>
                  <a:ea typeface="Rix고딕 M" pitchFamily="18" charset="-127"/>
                </a:endParaRPr>
              </a:p>
            </p:txBody>
          </p:sp>
          <p:sp>
            <p:nvSpPr>
              <p:cNvPr id="1940" name="직사각형 1939"/>
              <p:cNvSpPr/>
              <p:nvPr/>
            </p:nvSpPr>
            <p:spPr>
              <a:xfrm flipH="1">
                <a:off x="4733735" y="2439360"/>
                <a:ext cx="46084" cy="7531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 smtClean="0">
                  <a:latin typeface="Rix고딕 M" pitchFamily="18" charset="-127"/>
                  <a:ea typeface="Rix고딕 M" pitchFamily="18" charset="-127"/>
                </a:endParaRPr>
              </a:p>
            </p:txBody>
          </p:sp>
          <p:sp>
            <p:nvSpPr>
              <p:cNvPr id="1941" name="직사각형 1940"/>
              <p:cNvSpPr/>
              <p:nvPr/>
            </p:nvSpPr>
            <p:spPr>
              <a:xfrm flipH="1">
                <a:off x="4609910" y="2439360"/>
                <a:ext cx="46084" cy="7531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 smtClean="0">
                  <a:latin typeface="Rix고딕 M" pitchFamily="18" charset="-127"/>
                  <a:ea typeface="Rix고딕 M" pitchFamily="18" charset="-127"/>
                </a:endParaRPr>
              </a:p>
            </p:txBody>
          </p:sp>
        </p:grpSp>
      </p:grpSp>
      <p:grpSp>
        <p:nvGrpSpPr>
          <p:cNvPr id="3" name="그룹 2"/>
          <p:cNvGrpSpPr/>
          <p:nvPr/>
        </p:nvGrpSpPr>
        <p:grpSpPr>
          <a:xfrm>
            <a:off x="826292" y="3108583"/>
            <a:ext cx="2021470" cy="408350"/>
            <a:chOff x="826292" y="3151450"/>
            <a:chExt cx="2021470" cy="408350"/>
          </a:xfrm>
        </p:grpSpPr>
        <p:grpSp>
          <p:nvGrpSpPr>
            <p:cNvPr id="1734" name="그룹 1733"/>
            <p:cNvGrpSpPr/>
            <p:nvPr/>
          </p:nvGrpSpPr>
          <p:grpSpPr>
            <a:xfrm>
              <a:off x="1605002" y="3151450"/>
              <a:ext cx="278156" cy="408350"/>
              <a:chOff x="4521399" y="1942317"/>
              <a:chExt cx="257674" cy="385284"/>
            </a:xfrm>
          </p:grpSpPr>
          <p:pic>
            <p:nvPicPr>
              <p:cNvPr id="2028" name="Picture 12" descr="rack_server_grey"/>
              <p:cNvPicPr>
                <a:picLocks noChangeAspect="1" noChangeArrowheads="1"/>
              </p:cNvPicPr>
              <p:nvPr/>
            </p:nvPicPr>
            <p:blipFill>
              <a:blip r:embed="rId9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521399" y="2170916"/>
                <a:ext cx="257674" cy="15668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2029" name="Picture 12" descr="rack_server_grey"/>
              <p:cNvPicPr>
                <a:picLocks noChangeAspect="1" noChangeArrowheads="1"/>
              </p:cNvPicPr>
              <p:nvPr/>
            </p:nvPicPr>
            <p:blipFill>
              <a:blip r:embed="rId9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521399" y="2126955"/>
                <a:ext cx="257674" cy="15668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2030" name="Picture 12" descr="rack_server_grey"/>
              <p:cNvPicPr>
                <a:picLocks noChangeAspect="1" noChangeArrowheads="1"/>
              </p:cNvPicPr>
              <p:nvPr/>
            </p:nvPicPr>
            <p:blipFill>
              <a:blip r:embed="rId9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521399" y="2109370"/>
                <a:ext cx="257674" cy="15668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2031" name="Picture 12" descr="rack_server_grey"/>
              <p:cNvPicPr>
                <a:picLocks noChangeAspect="1" noChangeArrowheads="1"/>
              </p:cNvPicPr>
              <p:nvPr/>
            </p:nvPicPr>
            <p:blipFill>
              <a:blip r:embed="rId9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521399" y="2065409"/>
                <a:ext cx="257674" cy="15668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2032" name="Picture 12" descr="rack_server_grey"/>
              <p:cNvPicPr>
                <a:picLocks noChangeAspect="1" noChangeArrowheads="1"/>
              </p:cNvPicPr>
              <p:nvPr/>
            </p:nvPicPr>
            <p:blipFill>
              <a:blip r:embed="rId9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521399" y="2047824"/>
                <a:ext cx="257674" cy="15668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2033" name="Picture 12" descr="rack_server_grey"/>
              <p:cNvPicPr>
                <a:picLocks noChangeAspect="1" noChangeArrowheads="1"/>
              </p:cNvPicPr>
              <p:nvPr/>
            </p:nvPicPr>
            <p:blipFill>
              <a:blip r:embed="rId9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521399" y="2003863"/>
                <a:ext cx="257674" cy="15668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2034" name="Picture 12" descr="rack_server_grey"/>
              <p:cNvPicPr>
                <a:picLocks noChangeAspect="1" noChangeArrowheads="1"/>
              </p:cNvPicPr>
              <p:nvPr/>
            </p:nvPicPr>
            <p:blipFill>
              <a:blip r:embed="rId9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521399" y="1986278"/>
                <a:ext cx="257674" cy="15668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2035" name="Picture 12" descr="rack_server_grey"/>
              <p:cNvPicPr>
                <a:picLocks noChangeAspect="1" noChangeArrowheads="1"/>
              </p:cNvPicPr>
              <p:nvPr/>
            </p:nvPicPr>
            <p:blipFill>
              <a:blip r:embed="rId9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521399" y="1942317"/>
                <a:ext cx="257674" cy="15668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grpSp>
          <p:nvGrpSpPr>
            <p:cNvPr id="1758" name="그룹 1757"/>
            <p:cNvGrpSpPr/>
            <p:nvPr/>
          </p:nvGrpSpPr>
          <p:grpSpPr>
            <a:xfrm>
              <a:off x="826292" y="3220675"/>
              <a:ext cx="789605" cy="194856"/>
              <a:chOff x="3345520" y="2335028"/>
              <a:chExt cx="731463" cy="176733"/>
            </a:xfrm>
          </p:grpSpPr>
          <p:cxnSp>
            <p:nvCxnSpPr>
              <p:cNvPr id="1920" name="직선 연결선 1919"/>
              <p:cNvCxnSpPr/>
              <p:nvPr/>
            </p:nvCxnSpPr>
            <p:spPr>
              <a:xfrm flipH="1">
                <a:off x="3345520" y="2335028"/>
                <a:ext cx="731463" cy="0"/>
              </a:xfrm>
              <a:prstGeom prst="line">
                <a:avLst/>
              </a:prstGeom>
              <a:ln w="9525">
                <a:solidFill>
                  <a:schemeClr val="bg1"/>
                </a:solidFill>
                <a:headEnd type="none" w="sm" len="sm"/>
                <a:tailEnd type="oval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21" name="직선 연결선 1920"/>
              <p:cNvCxnSpPr/>
              <p:nvPr/>
            </p:nvCxnSpPr>
            <p:spPr>
              <a:xfrm>
                <a:off x="3466069" y="2335028"/>
                <a:ext cx="0" cy="113234"/>
              </a:xfrm>
              <a:prstGeom prst="line">
                <a:avLst/>
              </a:prstGeom>
              <a:ln w="95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22" name="직선 연결선 1921"/>
              <p:cNvCxnSpPr/>
              <p:nvPr/>
            </p:nvCxnSpPr>
            <p:spPr>
              <a:xfrm>
                <a:off x="3586430" y="2335028"/>
                <a:ext cx="0" cy="113234"/>
              </a:xfrm>
              <a:prstGeom prst="line">
                <a:avLst/>
              </a:prstGeom>
              <a:ln w="95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23" name="직선 연결선 1922"/>
              <p:cNvCxnSpPr/>
              <p:nvPr/>
            </p:nvCxnSpPr>
            <p:spPr>
              <a:xfrm>
                <a:off x="3706791" y="2335028"/>
                <a:ext cx="0" cy="113234"/>
              </a:xfrm>
              <a:prstGeom prst="line">
                <a:avLst/>
              </a:prstGeom>
              <a:ln w="95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24" name="직선 연결선 1923"/>
              <p:cNvCxnSpPr/>
              <p:nvPr/>
            </p:nvCxnSpPr>
            <p:spPr>
              <a:xfrm>
                <a:off x="3827152" y="2335028"/>
                <a:ext cx="0" cy="113234"/>
              </a:xfrm>
              <a:prstGeom prst="line">
                <a:avLst/>
              </a:prstGeom>
              <a:ln w="95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25" name="직선 연결선 1924"/>
              <p:cNvCxnSpPr/>
              <p:nvPr/>
            </p:nvCxnSpPr>
            <p:spPr>
              <a:xfrm>
                <a:off x="3947513" y="2335028"/>
                <a:ext cx="0" cy="113234"/>
              </a:xfrm>
              <a:prstGeom prst="line">
                <a:avLst/>
              </a:prstGeom>
              <a:ln w="95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926" name="직사각형 1925"/>
              <p:cNvSpPr/>
              <p:nvPr/>
            </p:nvSpPr>
            <p:spPr>
              <a:xfrm>
                <a:off x="3442663" y="2436451"/>
                <a:ext cx="46084" cy="7531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 smtClean="0">
                  <a:latin typeface="Rix고딕 M" pitchFamily="18" charset="-127"/>
                  <a:ea typeface="Rix고딕 M" pitchFamily="18" charset="-127"/>
                </a:endParaRPr>
              </a:p>
            </p:txBody>
          </p:sp>
          <p:sp>
            <p:nvSpPr>
              <p:cNvPr id="1927" name="직사각형 1926"/>
              <p:cNvSpPr/>
              <p:nvPr/>
            </p:nvSpPr>
            <p:spPr>
              <a:xfrm>
                <a:off x="3566488" y="2436451"/>
                <a:ext cx="46084" cy="7531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 smtClean="0">
                  <a:latin typeface="Rix고딕 M" pitchFamily="18" charset="-127"/>
                  <a:ea typeface="Rix고딕 M" pitchFamily="18" charset="-127"/>
                </a:endParaRPr>
              </a:p>
            </p:txBody>
          </p:sp>
          <p:sp>
            <p:nvSpPr>
              <p:cNvPr id="1928" name="직사각형 1927"/>
              <p:cNvSpPr/>
              <p:nvPr/>
            </p:nvSpPr>
            <p:spPr>
              <a:xfrm>
                <a:off x="3677613" y="2436451"/>
                <a:ext cx="46084" cy="7531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 smtClean="0">
                  <a:latin typeface="Rix고딕 M" pitchFamily="18" charset="-127"/>
                  <a:ea typeface="Rix고딕 M" pitchFamily="18" charset="-127"/>
                </a:endParaRPr>
              </a:p>
            </p:txBody>
          </p:sp>
          <p:sp>
            <p:nvSpPr>
              <p:cNvPr id="1929" name="직사각형 1928"/>
              <p:cNvSpPr/>
              <p:nvPr/>
            </p:nvSpPr>
            <p:spPr>
              <a:xfrm>
                <a:off x="3804613" y="2436451"/>
                <a:ext cx="46084" cy="7531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 smtClean="0">
                  <a:latin typeface="Rix고딕 M" pitchFamily="18" charset="-127"/>
                  <a:ea typeface="Rix고딕 M" pitchFamily="18" charset="-127"/>
                </a:endParaRPr>
              </a:p>
            </p:txBody>
          </p:sp>
          <p:sp>
            <p:nvSpPr>
              <p:cNvPr id="1930" name="직사각형 1929"/>
              <p:cNvSpPr/>
              <p:nvPr/>
            </p:nvSpPr>
            <p:spPr>
              <a:xfrm>
                <a:off x="3928438" y="2436451"/>
                <a:ext cx="46084" cy="7531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 smtClean="0">
                  <a:latin typeface="Rix고딕 M" pitchFamily="18" charset="-127"/>
                  <a:ea typeface="Rix고딕 M" pitchFamily="18" charset="-127"/>
                </a:endParaRPr>
              </a:p>
            </p:txBody>
          </p:sp>
        </p:grpSp>
        <p:grpSp>
          <p:nvGrpSpPr>
            <p:cNvPr id="1759" name="그룹 1758"/>
            <p:cNvGrpSpPr/>
            <p:nvPr/>
          </p:nvGrpSpPr>
          <p:grpSpPr>
            <a:xfrm>
              <a:off x="1883158" y="3230779"/>
              <a:ext cx="964604" cy="194856"/>
              <a:chOff x="4345336" y="2337937"/>
              <a:chExt cx="893576" cy="176733"/>
            </a:xfrm>
          </p:grpSpPr>
          <p:cxnSp>
            <p:nvCxnSpPr>
              <p:cNvPr id="1909" name="직선 연결선 1908"/>
              <p:cNvCxnSpPr/>
              <p:nvPr/>
            </p:nvCxnSpPr>
            <p:spPr>
              <a:xfrm flipV="1">
                <a:off x="4345336" y="2337937"/>
                <a:ext cx="893576" cy="1045"/>
              </a:xfrm>
              <a:prstGeom prst="line">
                <a:avLst/>
              </a:prstGeom>
              <a:ln w="9525">
                <a:solidFill>
                  <a:schemeClr val="bg1"/>
                </a:solidFill>
                <a:headEnd type="none" w="sm" len="sm"/>
                <a:tailEnd type="oval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10" name="직선 연결선 1909"/>
              <p:cNvCxnSpPr/>
              <p:nvPr/>
            </p:nvCxnSpPr>
            <p:spPr>
              <a:xfrm flipH="1">
                <a:off x="5118363" y="2337937"/>
                <a:ext cx="0" cy="113234"/>
              </a:xfrm>
              <a:prstGeom prst="line">
                <a:avLst/>
              </a:prstGeom>
              <a:ln w="95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11" name="직선 연결선 1910"/>
              <p:cNvCxnSpPr/>
              <p:nvPr/>
            </p:nvCxnSpPr>
            <p:spPr>
              <a:xfrm flipH="1">
                <a:off x="4998002" y="2337937"/>
                <a:ext cx="0" cy="113234"/>
              </a:xfrm>
              <a:prstGeom prst="line">
                <a:avLst/>
              </a:prstGeom>
              <a:ln w="95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12" name="직선 연결선 1911"/>
              <p:cNvCxnSpPr/>
              <p:nvPr/>
            </p:nvCxnSpPr>
            <p:spPr>
              <a:xfrm flipH="1">
                <a:off x="4877641" y="2337937"/>
                <a:ext cx="0" cy="113234"/>
              </a:xfrm>
              <a:prstGeom prst="line">
                <a:avLst/>
              </a:prstGeom>
              <a:ln w="95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13" name="직선 연결선 1912"/>
              <p:cNvCxnSpPr/>
              <p:nvPr/>
            </p:nvCxnSpPr>
            <p:spPr>
              <a:xfrm flipH="1">
                <a:off x="4757280" y="2337937"/>
                <a:ext cx="0" cy="113234"/>
              </a:xfrm>
              <a:prstGeom prst="line">
                <a:avLst/>
              </a:prstGeom>
              <a:ln w="95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14" name="직선 연결선 1913"/>
              <p:cNvCxnSpPr/>
              <p:nvPr/>
            </p:nvCxnSpPr>
            <p:spPr>
              <a:xfrm flipH="1">
                <a:off x="4636919" y="2337937"/>
                <a:ext cx="0" cy="113234"/>
              </a:xfrm>
              <a:prstGeom prst="line">
                <a:avLst/>
              </a:prstGeom>
              <a:ln w="95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915" name="직사각형 1914"/>
              <p:cNvSpPr/>
              <p:nvPr/>
            </p:nvSpPr>
            <p:spPr>
              <a:xfrm flipH="1">
                <a:off x="5095685" y="2439360"/>
                <a:ext cx="46084" cy="7531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 smtClean="0">
                  <a:latin typeface="Rix고딕 M" pitchFamily="18" charset="-127"/>
                  <a:ea typeface="Rix고딕 M" pitchFamily="18" charset="-127"/>
                </a:endParaRPr>
              </a:p>
            </p:txBody>
          </p:sp>
          <p:sp>
            <p:nvSpPr>
              <p:cNvPr id="1916" name="직사각형 1915"/>
              <p:cNvSpPr/>
              <p:nvPr/>
            </p:nvSpPr>
            <p:spPr>
              <a:xfrm flipH="1">
                <a:off x="4971860" y="2439360"/>
                <a:ext cx="46084" cy="7531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 smtClean="0">
                  <a:latin typeface="Rix고딕 M" pitchFamily="18" charset="-127"/>
                  <a:ea typeface="Rix고딕 M" pitchFamily="18" charset="-127"/>
                </a:endParaRPr>
              </a:p>
            </p:txBody>
          </p:sp>
          <p:sp>
            <p:nvSpPr>
              <p:cNvPr id="1917" name="직사각형 1916"/>
              <p:cNvSpPr/>
              <p:nvPr/>
            </p:nvSpPr>
            <p:spPr>
              <a:xfrm flipH="1">
                <a:off x="4860735" y="2439360"/>
                <a:ext cx="46084" cy="7531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 smtClean="0">
                  <a:latin typeface="Rix고딕 M" pitchFamily="18" charset="-127"/>
                  <a:ea typeface="Rix고딕 M" pitchFamily="18" charset="-127"/>
                </a:endParaRPr>
              </a:p>
            </p:txBody>
          </p:sp>
          <p:sp>
            <p:nvSpPr>
              <p:cNvPr id="1918" name="직사각형 1917"/>
              <p:cNvSpPr/>
              <p:nvPr/>
            </p:nvSpPr>
            <p:spPr>
              <a:xfrm flipH="1">
                <a:off x="4733735" y="2439360"/>
                <a:ext cx="46084" cy="7531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 smtClean="0">
                  <a:latin typeface="Rix고딕 M" pitchFamily="18" charset="-127"/>
                  <a:ea typeface="Rix고딕 M" pitchFamily="18" charset="-127"/>
                </a:endParaRPr>
              </a:p>
            </p:txBody>
          </p:sp>
          <p:sp>
            <p:nvSpPr>
              <p:cNvPr id="1919" name="직사각형 1918"/>
              <p:cNvSpPr/>
              <p:nvPr/>
            </p:nvSpPr>
            <p:spPr>
              <a:xfrm flipH="1">
                <a:off x="4609910" y="2439360"/>
                <a:ext cx="46084" cy="7531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 smtClean="0">
                  <a:latin typeface="Rix고딕 M" pitchFamily="18" charset="-127"/>
                  <a:ea typeface="Rix고딕 M" pitchFamily="18" charset="-127"/>
                </a:endParaRPr>
              </a:p>
            </p:txBody>
          </p:sp>
        </p:grpSp>
      </p:grpSp>
      <p:grpSp>
        <p:nvGrpSpPr>
          <p:cNvPr id="2" name="그룹 1"/>
          <p:cNvGrpSpPr/>
          <p:nvPr/>
        </p:nvGrpSpPr>
        <p:grpSpPr>
          <a:xfrm>
            <a:off x="826292" y="3576743"/>
            <a:ext cx="2021470" cy="408350"/>
            <a:chOff x="826292" y="3633899"/>
            <a:chExt cx="2021470" cy="408350"/>
          </a:xfrm>
        </p:grpSpPr>
        <p:grpSp>
          <p:nvGrpSpPr>
            <p:cNvPr id="1731" name="그룹 1730"/>
            <p:cNvGrpSpPr/>
            <p:nvPr/>
          </p:nvGrpSpPr>
          <p:grpSpPr>
            <a:xfrm>
              <a:off x="1605002" y="3633899"/>
              <a:ext cx="278156" cy="408350"/>
              <a:chOff x="4521399" y="1942317"/>
              <a:chExt cx="257674" cy="385284"/>
            </a:xfrm>
          </p:grpSpPr>
          <p:pic>
            <p:nvPicPr>
              <p:cNvPr id="2052" name="Picture 12" descr="rack_server_grey"/>
              <p:cNvPicPr>
                <a:picLocks noChangeAspect="1" noChangeArrowheads="1"/>
              </p:cNvPicPr>
              <p:nvPr/>
            </p:nvPicPr>
            <p:blipFill>
              <a:blip r:embed="rId9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521399" y="2170916"/>
                <a:ext cx="257674" cy="15668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2053" name="Picture 12" descr="rack_server_grey"/>
              <p:cNvPicPr>
                <a:picLocks noChangeAspect="1" noChangeArrowheads="1"/>
              </p:cNvPicPr>
              <p:nvPr/>
            </p:nvPicPr>
            <p:blipFill>
              <a:blip r:embed="rId9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521399" y="2126955"/>
                <a:ext cx="257674" cy="15668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2054" name="Picture 12" descr="rack_server_grey"/>
              <p:cNvPicPr>
                <a:picLocks noChangeAspect="1" noChangeArrowheads="1"/>
              </p:cNvPicPr>
              <p:nvPr/>
            </p:nvPicPr>
            <p:blipFill>
              <a:blip r:embed="rId9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521399" y="2109370"/>
                <a:ext cx="257674" cy="15668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2055" name="Picture 12" descr="rack_server_grey"/>
              <p:cNvPicPr>
                <a:picLocks noChangeAspect="1" noChangeArrowheads="1"/>
              </p:cNvPicPr>
              <p:nvPr/>
            </p:nvPicPr>
            <p:blipFill>
              <a:blip r:embed="rId9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521399" y="2065409"/>
                <a:ext cx="257674" cy="15668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2056" name="Picture 12" descr="rack_server_grey"/>
              <p:cNvPicPr>
                <a:picLocks noChangeAspect="1" noChangeArrowheads="1"/>
              </p:cNvPicPr>
              <p:nvPr/>
            </p:nvPicPr>
            <p:blipFill>
              <a:blip r:embed="rId9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521399" y="2047824"/>
                <a:ext cx="257674" cy="15668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2057" name="Picture 12" descr="rack_server_grey"/>
              <p:cNvPicPr>
                <a:picLocks noChangeAspect="1" noChangeArrowheads="1"/>
              </p:cNvPicPr>
              <p:nvPr/>
            </p:nvPicPr>
            <p:blipFill>
              <a:blip r:embed="rId9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521399" y="2003863"/>
                <a:ext cx="257674" cy="15668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2058" name="Picture 12" descr="rack_server_grey"/>
              <p:cNvPicPr>
                <a:picLocks noChangeAspect="1" noChangeArrowheads="1"/>
              </p:cNvPicPr>
              <p:nvPr/>
            </p:nvPicPr>
            <p:blipFill>
              <a:blip r:embed="rId9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521399" y="1986278"/>
                <a:ext cx="257674" cy="15668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2059" name="Picture 12" descr="rack_server_grey"/>
              <p:cNvPicPr>
                <a:picLocks noChangeAspect="1" noChangeArrowheads="1"/>
              </p:cNvPicPr>
              <p:nvPr/>
            </p:nvPicPr>
            <p:blipFill>
              <a:blip r:embed="rId9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521399" y="1942317"/>
                <a:ext cx="257674" cy="15668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grpSp>
          <p:nvGrpSpPr>
            <p:cNvPr id="1760" name="그룹 1759"/>
            <p:cNvGrpSpPr/>
            <p:nvPr/>
          </p:nvGrpSpPr>
          <p:grpSpPr>
            <a:xfrm>
              <a:off x="826292" y="3720570"/>
              <a:ext cx="789605" cy="194856"/>
              <a:chOff x="3345520" y="2335028"/>
              <a:chExt cx="731463" cy="176733"/>
            </a:xfrm>
          </p:grpSpPr>
          <p:cxnSp>
            <p:nvCxnSpPr>
              <p:cNvPr id="1898" name="직선 연결선 1897"/>
              <p:cNvCxnSpPr/>
              <p:nvPr/>
            </p:nvCxnSpPr>
            <p:spPr>
              <a:xfrm flipH="1">
                <a:off x="3345520" y="2335028"/>
                <a:ext cx="731463" cy="0"/>
              </a:xfrm>
              <a:prstGeom prst="line">
                <a:avLst/>
              </a:prstGeom>
              <a:ln w="9525">
                <a:solidFill>
                  <a:schemeClr val="bg1"/>
                </a:solidFill>
                <a:headEnd type="none" w="sm" len="sm"/>
                <a:tailEnd type="oval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99" name="직선 연결선 1898"/>
              <p:cNvCxnSpPr/>
              <p:nvPr/>
            </p:nvCxnSpPr>
            <p:spPr>
              <a:xfrm>
                <a:off x="3466069" y="2335028"/>
                <a:ext cx="0" cy="113234"/>
              </a:xfrm>
              <a:prstGeom prst="line">
                <a:avLst/>
              </a:prstGeom>
              <a:ln w="95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00" name="직선 연결선 1899"/>
              <p:cNvCxnSpPr/>
              <p:nvPr/>
            </p:nvCxnSpPr>
            <p:spPr>
              <a:xfrm>
                <a:off x="3586430" y="2335028"/>
                <a:ext cx="0" cy="113234"/>
              </a:xfrm>
              <a:prstGeom prst="line">
                <a:avLst/>
              </a:prstGeom>
              <a:ln w="95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01" name="직선 연결선 1900"/>
              <p:cNvCxnSpPr/>
              <p:nvPr/>
            </p:nvCxnSpPr>
            <p:spPr>
              <a:xfrm>
                <a:off x="3706791" y="2335028"/>
                <a:ext cx="0" cy="113234"/>
              </a:xfrm>
              <a:prstGeom prst="line">
                <a:avLst/>
              </a:prstGeom>
              <a:ln w="95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02" name="직선 연결선 1901"/>
              <p:cNvCxnSpPr/>
              <p:nvPr/>
            </p:nvCxnSpPr>
            <p:spPr>
              <a:xfrm>
                <a:off x="3827152" y="2335028"/>
                <a:ext cx="0" cy="113234"/>
              </a:xfrm>
              <a:prstGeom prst="line">
                <a:avLst/>
              </a:prstGeom>
              <a:ln w="95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03" name="직선 연결선 1902"/>
              <p:cNvCxnSpPr/>
              <p:nvPr/>
            </p:nvCxnSpPr>
            <p:spPr>
              <a:xfrm>
                <a:off x="3947513" y="2335028"/>
                <a:ext cx="0" cy="113234"/>
              </a:xfrm>
              <a:prstGeom prst="line">
                <a:avLst/>
              </a:prstGeom>
              <a:ln w="95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904" name="직사각형 1903"/>
              <p:cNvSpPr/>
              <p:nvPr/>
            </p:nvSpPr>
            <p:spPr>
              <a:xfrm>
                <a:off x="3442663" y="2436451"/>
                <a:ext cx="46084" cy="7531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 smtClean="0">
                  <a:latin typeface="Rix고딕 M" pitchFamily="18" charset="-127"/>
                  <a:ea typeface="Rix고딕 M" pitchFamily="18" charset="-127"/>
                </a:endParaRPr>
              </a:p>
            </p:txBody>
          </p:sp>
          <p:sp>
            <p:nvSpPr>
              <p:cNvPr id="1905" name="직사각형 1904"/>
              <p:cNvSpPr/>
              <p:nvPr/>
            </p:nvSpPr>
            <p:spPr>
              <a:xfrm>
                <a:off x="3566488" y="2436451"/>
                <a:ext cx="46084" cy="7531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 smtClean="0">
                  <a:latin typeface="Rix고딕 M" pitchFamily="18" charset="-127"/>
                  <a:ea typeface="Rix고딕 M" pitchFamily="18" charset="-127"/>
                </a:endParaRPr>
              </a:p>
            </p:txBody>
          </p:sp>
          <p:sp>
            <p:nvSpPr>
              <p:cNvPr id="1906" name="직사각형 1905"/>
              <p:cNvSpPr/>
              <p:nvPr/>
            </p:nvSpPr>
            <p:spPr>
              <a:xfrm>
                <a:off x="3677613" y="2436451"/>
                <a:ext cx="46084" cy="7531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 smtClean="0">
                  <a:latin typeface="Rix고딕 M" pitchFamily="18" charset="-127"/>
                  <a:ea typeface="Rix고딕 M" pitchFamily="18" charset="-127"/>
                </a:endParaRPr>
              </a:p>
            </p:txBody>
          </p:sp>
          <p:sp>
            <p:nvSpPr>
              <p:cNvPr id="1907" name="직사각형 1906"/>
              <p:cNvSpPr/>
              <p:nvPr/>
            </p:nvSpPr>
            <p:spPr>
              <a:xfrm>
                <a:off x="3804613" y="2436451"/>
                <a:ext cx="46084" cy="7531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 smtClean="0">
                  <a:latin typeface="Rix고딕 M" pitchFamily="18" charset="-127"/>
                  <a:ea typeface="Rix고딕 M" pitchFamily="18" charset="-127"/>
                </a:endParaRPr>
              </a:p>
            </p:txBody>
          </p:sp>
          <p:sp>
            <p:nvSpPr>
              <p:cNvPr id="1908" name="직사각형 1907"/>
              <p:cNvSpPr/>
              <p:nvPr/>
            </p:nvSpPr>
            <p:spPr>
              <a:xfrm>
                <a:off x="3928438" y="2436451"/>
                <a:ext cx="46084" cy="7531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 smtClean="0">
                  <a:latin typeface="Rix고딕 M" pitchFamily="18" charset="-127"/>
                  <a:ea typeface="Rix고딕 M" pitchFamily="18" charset="-127"/>
                </a:endParaRPr>
              </a:p>
            </p:txBody>
          </p:sp>
        </p:grpSp>
        <p:grpSp>
          <p:nvGrpSpPr>
            <p:cNvPr id="1761" name="그룹 1760"/>
            <p:cNvGrpSpPr/>
            <p:nvPr/>
          </p:nvGrpSpPr>
          <p:grpSpPr>
            <a:xfrm>
              <a:off x="1883158" y="3730673"/>
              <a:ext cx="964604" cy="194856"/>
              <a:chOff x="4345336" y="2337937"/>
              <a:chExt cx="893576" cy="176733"/>
            </a:xfrm>
          </p:grpSpPr>
          <p:cxnSp>
            <p:nvCxnSpPr>
              <p:cNvPr id="1887" name="직선 연결선 1886"/>
              <p:cNvCxnSpPr/>
              <p:nvPr/>
            </p:nvCxnSpPr>
            <p:spPr>
              <a:xfrm flipV="1">
                <a:off x="4345336" y="2337937"/>
                <a:ext cx="893576" cy="1045"/>
              </a:xfrm>
              <a:prstGeom prst="line">
                <a:avLst/>
              </a:prstGeom>
              <a:ln w="9525">
                <a:solidFill>
                  <a:schemeClr val="bg1"/>
                </a:solidFill>
                <a:headEnd type="none" w="sm" len="sm"/>
                <a:tailEnd type="oval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88" name="직선 연결선 1887"/>
              <p:cNvCxnSpPr/>
              <p:nvPr/>
            </p:nvCxnSpPr>
            <p:spPr>
              <a:xfrm flipH="1">
                <a:off x="5118363" y="2337937"/>
                <a:ext cx="0" cy="113234"/>
              </a:xfrm>
              <a:prstGeom prst="line">
                <a:avLst/>
              </a:prstGeom>
              <a:ln w="95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89" name="직선 연결선 1888"/>
              <p:cNvCxnSpPr/>
              <p:nvPr/>
            </p:nvCxnSpPr>
            <p:spPr>
              <a:xfrm flipH="1">
                <a:off x="4998002" y="2337937"/>
                <a:ext cx="0" cy="113234"/>
              </a:xfrm>
              <a:prstGeom prst="line">
                <a:avLst/>
              </a:prstGeom>
              <a:ln w="95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90" name="직선 연결선 1889"/>
              <p:cNvCxnSpPr/>
              <p:nvPr/>
            </p:nvCxnSpPr>
            <p:spPr>
              <a:xfrm flipH="1">
                <a:off x="4877641" y="2337937"/>
                <a:ext cx="0" cy="113234"/>
              </a:xfrm>
              <a:prstGeom prst="line">
                <a:avLst/>
              </a:prstGeom>
              <a:ln w="95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91" name="직선 연결선 1890"/>
              <p:cNvCxnSpPr/>
              <p:nvPr/>
            </p:nvCxnSpPr>
            <p:spPr>
              <a:xfrm flipH="1">
                <a:off x="4757280" y="2337937"/>
                <a:ext cx="0" cy="113234"/>
              </a:xfrm>
              <a:prstGeom prst="line">
                <a:avLst/>
              </a:prstGeom>
              <a:ln w="95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92" name="직선 연결선 1891"/>
              <p:cNvCxnSpPr/>
              <p:nvPr/>
            </p:nvCxnSpPr>
            <p:spPr>
              <a:xfrm flipH="1">
                <a:off x="4636919" y="2337937"/>
                <a:ext cx="0" cy="113234"/>
              </a:xfrm>
              <a:prstGeom prst="line">
                <a:avLst/>
              </a:prstGeom>
              <a:ln w="95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893" name="직사각형 1892"/>
              <p:cNvSpPr/>
              <p:nvPr/>
            </p:nvSpPr>
            <p:spPr>
              <a:xfrm flipH="1">
                <a:off x="5095685" y="2439360"/>
                <a:ext cx="46084" cy="7531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 smtClean="0">
                  <a:latin typeface="Rix고딕 M" pitchFamily="18" charset="-127"/>
                  <a:ea typeface="Rix고딕 M" pitchFamily="18" charset="-127"/>
                </a:endParaRPr>
              </a:p>
            </p:txBody>
          </p:sp>
          <p:sp>
            <p:nvSpPr>
              <p:cNvPr id="1894" name="직사각형 1893"/>
              <p:cNvSpPr/>
              <p:nvPr/>
            </p:nvSpPr>
            <p:spPr>
              <a:xfrm flipH="1">
                <a:off x="4971860" y="2439360"/>
                <a:ext cx="46084" cy="7531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 smtClean="0">
                  <a:latin typeface="Rix고딕 M" pitchFamily="18" charset="-127"/>
                  <a:ea typeface="Rix고딕 M" pitchFamily="18" charset="-127"/>
                </a:endParaRPr>
              </a:p>
            </p:txBody>
          </p:sp>
          <p:sp>
            <p:nvSpPr>
              <p:cNvPr id="1895" name="직사각형 1894"/>
              <p:cNvSpPr/>
              <p:nvPr/>
            </p:nvSpPr>
            <p:spPr>
              <a:xfrm flipH="1">
                <a:off x="4860735" y="2439360"/>
                <a:ext cx="46084" cy="7531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 smtClean="0">
                  <a:latin typeface="Rix고딕 M" pitchFamily="18" charset="-127"/>
                  <a:ea typeface="Rix고딕 M" pitchFamily="18" charset="-127"/>
                </a:endParaRPr>
              </a:p>
            </p:txBody>
          </p:sp>
          <p:sp>
            <p:nvSpPr>
              <p:cNvPr id="1896" name="직사각형 1895"/>
              <p:cNvSpPr/>
              <p:nvPr/>
            </p:nvSpPr>
            <p:spPr>
              <a:xfrm flipH="1">
                <a:off x="4733735" y="2439360"/>
                <a:ext cx="46084" cy="7531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 smtClean="0">
                  <a:latin typeface="Rix고딕 M" pitchFamily="18" charset="-127"/>
                  <a:ea typeface="Rix고딕 M" pitchFamily="18" charset="-127"/>
                </a:endParaRPr>
              </a:p>
            </p:txBody>
          </p:sp>
          <p:sp>
            <p:nvSpPr>
              <p:cNvPr id="1897" name="직사각형 1896"/>
              <p:cNvSpPr/>
              <p:nvPr/>
            </p:nvSpPr>
            <p:spPr>
              <a:xfrm flipH="1">
                <a:off x="4609910" y="2439360"/>
                <a:ext cx="46084" cy="7531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 smtClean="0">
                  <a:latin typeface="Rix고딕 M" pitchFamily="18" charset="-127"/>
                  <a:ea typeface="Rix고딕 M" pitchFamily="18" charset="-127"/>
                </a:endParaRPr>
              </a:p>
            </p:txBody>
          </p:sp>
        </p:grpSp>
      </p:grpSp>
      <p:grpSp>
        <p:nvGrpSpPr>
          <p:cNvPr id="1762" name="그룹 1761"/>
          <p:cNvGrpSpPr/>
          <p:nvPr/>
        </p:nvGrpSpPr>
        <p:grpSpPr>
          <a:xfrm>
            <a:off x="826292" y="4189648"/>
            <a:ext cx="789605" cy="194856"/>
            <a:chOff x="3345520" y="2335028"/>
            <a:chExt cx="731463" cy="176733"/>
          </a:xfrm>
        </p:grpSpPr>
        <p:cxnSp>
          <p:nvCxnSpPr>
            <p:cNvPr id="1876" name="직선 연결선 1875"/>
            <p:cNvCxnSpPr/>
            <p:nvPr/>
          </p:nvCxnSpPr>
          <p:spPr>
            <a:xfrm flipH="1">
              <a:off x="3345520" y="2335028"/>
              <a:ext cx="731463" cy="0"/>
            </a:xfrm>
            <a:prstGeom prst="line">
              <a:avLst/>
            </a:prstGeom>
            <a:ln w="9525">
              <a:solidFill>
                <a:schemeClr val="bg1"/>
              </a:solidFill>
              <a:headEnd type="none" w="sm" len="sm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7" name="직선 연결선 1876"/>
            <p:cNvCxnSpPr/>
            <p:nvPr/>
          </p:nvCxnSpPr>
          <p:spPr>
            <a:xfrm>
              <a:off x="3466069" y="2335028"/>
              <a:ext cx="0" cy="113234"/>
            </a:xfrm>
            <a:prstGeom prst="line">
              <a:avLst/>
            </a:prstGeom>
            <a:ln w="952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8" name="직선 연결선 1877"/>
            <p:cNvCxnSpPr/>
            <p:nvPr/>
          </p:nvCxnSpPr>
          <p:spPr>
            <a:xfrm>
              <a:off x="3586430" y="2335028"/>
              <a:ext cx="0" cy="113234"/>
            </a:xfrm>
            <a:prstGeom prst="line">
              <a:avLst/>
            </a:prstGeom>
            <a:ln w="952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9" name="직선 연결선 1878"/>
            <p:cNvCxnSpPr/>
            <p:nvPr/>
          </p:nvCxnSpPr>
          <p:spPr>
            <a:xfrm>
              <a:off x="3706791" y="2335028"/>
              <a:ext cx="0" cy="113234"/>
            </a:xfrm>
            <a:prstGeom prst="line">
              <a:avLst/>
            </a:prstGeom>
            <a:ln w="952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80" name="직선 연결선 1879"/>
            <p:cNvCxnSpPr/>
            <p:nvPr/>
          </p:nvCxnSpPr>
          <p:spPr>
            <a:xfrm>
              <a:off x="3827152" y="2335028"/>
              <a:ext cx="0" cy="113234"/>
            </a:xfrm>
            <a:prstGeom prst="line">
              <a:avLst/>
            </a:prstGeom>
            <a:ln w="952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81" name="직선 연결선 1880"/>
            <p:cNvCxnSpPr/>
            <p:nvPr/>
          </p:nvCxnSpPr>
          <p:spPr>
            <a:xfrm>
              <a:off x="3947513" y="2335028"/>
              <a:ext cx="0" cy="113234"/>
            </a:xfrm>
            <a:prstGeom prst="line">
              <a:avLst/>
            </a:prstGeom>
            <a:ln w="952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82" name="직사각형 1881"/>
            <p:cNvSpPr/>
            <p:nvPr/>
          </p:nvSpPr>
          <p:spPr>
            <a:xfrm>
              <a:off x="3442663" y="2436451"/>
              <a:ext cx="46084" cy="7531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 smtClean="0">
                <a:latin typeface="Rix고딕 M" pitchFamily="18" charset="-127"/>
                <a:ea typeface="Rix고딕 M" pitchFamily="18" charset="-127"/>
              </a:endParaRPr>
            </a:p>
          </p:txBody>
        </p:sp>
        <p:sp>
          <p:nvSpPr>
            <p:cNvPr id="1883" name="직사각형 1882"/>
            <p:cNvSpPr/>
            <p:nvPr/>
          </p:nvSpPr>
          <p:spPr>
            <a:xfrm>
              <a:off x="3566488" y="2436451"/>
              <a:ext cx="46084" cy="7531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 smtClean="0">
                <a:latin typeface="Rix고딕 M" pitchFamily="18" charset="-127"/>
                <a:ea typeface="Rix고딕 M" pitchFamily="18" charset="-127"/>
              </a:endParaRPr>
            </a:p>
          </p:txBody>
        </p:sp>
        <p:sp>
          <p:nvSpPr>
            <p:cNvPr id="1884" name="직사각형 1883"/>
            <p:cNvSpPr/>
            <p:nvPr/>
          </p:nvSpPr>
          <p:spPr>
            <a:xfrm>
              <a:off x="3677613" y="2436451"/>
              <a:ext cx="46084" cy="7531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 smtClean="0">
                <a:latin typeface="Rix고딕 M" pitchFamily="18" charset="-127"/>
                <a:ea typeface="Rix고딕 M" pitchFamily="18" charset="-127"/>
              </a:endParaRPr>
            </a:p>
          </p:txBody>
        </p:sp>
        <p:sp>
          <p:nvSpPr>
            <p:cNvPr id="1885" name="직사각형 1884"/>
            <p:cNvSpPr/>
            <p:nvPr/>
          </p:nvSpPr>
          <p:spPr>
            <a:xfrm>
              <a:off x="3804613" y="2436451"/>
              <a:ext cx="46084" cy="7531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 smtClean="0">
                <a:latin typeface="Rix고딕 M" pitchFamily="18" charset="-127"/>
                <a:ea typeface="Rix고딕 M" pitchFamily="18" charset="-127"/>
              </a:endParaRPr>
            </a:p>
          </p:txBody>
        </p:sp>
        <p:sp>
          <p:nvSpPr>
            <p:cNvPr id="1886" name="직사각형 1885"/>
            <p:cNvSpPr/>
            <p:nvPr/>
          </p:nvSpPr>
          <p:spPr>
            <a:xfrm>
              <a:off x="3928438" y="2436451"/>
              <a:ext cx="46084" cy="7531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 smtClean="0">
                <a:latin typeface="Rix고딕 M" pitchFamily="18" charset="-127"/>
                <a:ea typeface="Rix고딕 M" pitchFamily="18" charset="-127"/>
              </a:endParaRPr>
            </a:p>
          </p:txBody>
        </p:sp>
      </p:grpSp>
      <p:grpSp>
        <p:nvGrpSpPr>
          <p:cNvPr id="1763" name="그룹 1762"/>
          <p:cNvGrpSpPr/>
          <p:nvPr/>
        </p:nvGrpSpPr>
        <p:grpSpPr>
          <a:xfrm>
            <a:off x="1883158" y="4199752"/>
            <a:ext cx="964604" cy="194856"/>
            <a:chOff x="4345336" y="2337937"/>
            <a:chExt cx="893576" cy="176733"/>
          </a:xfrm>
        </p:grpSpPr>
        <p:cxnSp>
          <p:nvCxnSpPr>
            <p:cNvPr id="1865" name="직선 연결선 1864"/>
            <p:cNvCxnSpPr/>
            <p:nvPr/>
          </p:nvCxnSpPr>
          <p:spPr>
            <a:xfrm flipV="1">
              <a:off x="4345336" y="2337937"/>
              <a:ext cx="893576" cy="1045"/>
            </a:xfrm>
            <a:prstGeom prst="line">
              <a:avLst/>
            </a:prstGeom>
            <a:ln w="9525">
              <a:solidFill>
                <a:schemeClr val="bg1"/>
              </a:solidFill>
              <a:headEnd type="none" w="sm" len="sm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6" name="직선 연결선 1865"/>
            <p:cNvCxnSpPr/>
            <p:nvPr/>
          </p:nvCxnSpPr>
          <p:spPr>
            <a:xfrm flipH="1">
              <a:off x="5118363" y="2337937"/>
              <a:ext cx="0" cy="113234"/>
            </a:xfrm>
            <a:prstGeom prst="line">
              <a:avLst/>
            </a:prstGeom>
            <a:ln w="952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7" name="직선 연결선 1866"/>
            <p:cNvCxnSpPr/>
            <p:nvPr/>
          </p:nvCxnSpPr>
          <p:spPr>
            <a:xfrm flipH="1">
              <a:off x="4998002" y="2337937"/>
              <a:ext cx="0" cy="113234"/>
            </a:xfrm>
            <a:prstGeom prst="line">
              <a:avLst/>
            </a:prstGeom>
            <a:ln w="952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8" name="직선 연결선 1867"/>
            <p:cNvCxnSpPr/>
            <p:nvPr/>
          </p:nvCxnSpPr>
          <p:spPr>
            <a:xfrm flipH="1">
              <a:off x="4877641" y="2337937"/>
              <a:ext cx="0" cy="113234"/>
            </a:xfrm>
            <a:prstGeom prst="line">
              <a:avLst/>
            </a:prstGeom>
            <a:ln w="952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9" name="직선 연결선 1868"/>
            <p:cNvCxnSpPr/>
            <p:nvPr/>
          </p:nvCxnSpPr>
          <p:spPr>
            <a:xfrm flipH="1">
              <a:off x="4757280" y="2337937"/>
              <a:ext cx="0" cy="113234"/>
            </a:xfrm>
            <a:prstGeom prst="line">
              <a:avLst/>
            </a:prstGeom>
            <a:ln w="952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0" name="직선 연결선 1869"/>
            <p:cNvCxnSpPr/>
            <p:nvPr/>
          </p:nvCxnSpPr>
          <p:spPr>
            <a:xfrm flipH="1">
              <a:off x="4636919" y="2337937"/>
              <a:ext cx="0" cy="113234"/>
            </a:xfrm>
            <a:prstGeom prst="line">
              <a:avLst/>
            </a:prstGeom>
            <a:ln w="952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71" name="직사각형 1870"/>
            <p:cNvSpPr/>
            <p:nvPr/>
          </p:nvSpPr>
          <p:spPr>
            <a:xfrm flipH="1">
              <a:off x="5095685" y="2439360"/>
              <a:ext cx="46084" cy="7531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 smtClean="0">
                <a:latin typeface="Rix고딕 M" pitchFamily="18" charset="-127"/>
                <a:ea typeface="Rix고딕 M" pitchFamily="18" charset="-127"/>
              </a:endParaRPr>
            </a:p>
          </p:txBody>
        </p:sp>
        <p:sp>
          <p:nvSpPr>
            <p:cNvPr id="1872" name="직사각형 1871"/>
            <p:cNvSpPr/>
            <p:nvPr/>
          </p:nvSpPr>
          <p:spPr>
            <a:xfrm flipH="1">
              <a:off x="4971860" y="2439360"/>
              <a:ext cx="46084" cy="7531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 smtClean="0">
                <a:latin typeface="Rix고딕 M" pitchFamily="18" charset="-127"/>
                <a:ea typeface="Rix고딕 M" pitchFamily="18" charset="-127"/>
              </a:endParaRPr>
            </a:p>
          </p:txBody>
        </p:sp>
        <p:sp>
          <p:nvSpPr>
            <p:cNvPr id="1873" name="직사각형 1872"/>
            <p:cNvSpPr/>
            <p:nvPr/>
          </p:nvSpPr>
          <p:spPr>
            <a:xfrm flipH="1">
              <a:off x="4860735" y="2439360"/>
              <a:ext cx="46084" cy="7531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 smtClean="0">
                <a:latin typeface="Rix고딕 M" pitchFamily="18" charset="-127"/>
                <a:ea typeface="Rix고딕 M" pitchFamily="18" charset="-127"/>
              </a:endParaRPr>
            </a:p>
          </p:txBody>
        </p:sp>
        <p:sp>
          <p:nvSpPr>
            <p:cNvPr id="1874" name="직사각형 1873"/>
            <p:cNvSpPr/>
            <p:nvPr/>
          </p:nvSpPr>
          <p:spPr>
            <a:xfrm flipH="1">
              <a:off x="4733735" y="2439360"/>
              <a:ext cx="46084" cy="7531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 smtClean="0">
                <a:latin typeface="Rix고딕 M" pitchFamily="18" charset="-127"/>
                <a:ea typeface="Rix고딕 M" pitchFamily="18" charset="-127"/>
              </a:endParaRPr>
            </a:p>
          </p:txBody>
        </p:sp>
        <p:sp>
          <p:nvSpPr>
            <p:cNvPr id="1875" name="직사각형 1874"/>
            <p:cNvSpPr/>
            <p:nvPr/>
          </p:nvSpPr>
          <p:spPr>
            <a:xfrm flipH="1">
              <a:off x="4609910" y="2439360"/>
              <a:ext cx="46084" cy="7531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 smtClean="0">
                <a:latin typeface="Rix고딕 M" pitchFamily="18" charset="-127"/>
                <a:ea typeface="Rix고딕 M" pitchFamily="18" charset="-127"/>
              </a:endParaRPr>
            </a:p>
          </p:txBody>
        </p:sp>
      </p:grpSp>
      <p:grpSp>
        <p:nvGrpSpPr>
          <p:cNvPr id="1764" name="그룹 1763"/>
          <p:cNvGrpSpPr/>
          <p:nvPr/>
        </p:nvGrpSpPr>
        <p:grpSpPr>
          <a:xfrm>
            <a:off x="826292" y="4630722"/>
            <a:ext cx="789605" cy="194856"/>
            <a:chOff x="3345520" y="2335028"/>
            <a:chExt cx="731463" cy="176733"/>
          </a:xfrm>
        </p:grpSpPr>
        <p:cxnSp>
          <p:nvCxnSpPr>
            <p:cNvPr id="1854" name="직선 연결선 1853"/>
            <p:cNvCxnSpPr/>
            <p:nvPr/>
          </p:nvCxnSpPr>
          <p:spPr>
            <a:xfrm flipH="1">
              <a:off x="3345520" y="2335028"/>
              <a:ext cx="731463" cy="0"/>
            </a:xfrm>
            <a:prstGeom prst="line">
              <a:avLst/>
            </a:prstGeom>
            <a:ln w="9525">
              <a:solidFill>
                <a:schemeClr val="bg1"/>
              </a:solidFill>
              <a:headEnd type="none" w="sm" len="sm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55" name="직선 연결선 1854"/>
            <p:cNvCxnSpPr/>
            <p:nvPr/>
          </p:nvCxnSpPr>
          <p:spPr>
            <a:xfrm>
              <a:off x="3466069" y="2335028"/>
              <a:ext cx="0" cy="113234"/>
            </a:xfrm>
            <a:prstGeom prst="line">
              <a:avLst/>
            </a:prstGeom>
            <a:ln w="952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56" name="직선 연결선 1855"/>
            <p:cNvCxnSpPr/>
            <p:nvPr/>
          </p:nvCxnSpPr>
          <p:spPr>
            <a:xfrm>
              <a:off x="3586430" y="2335028"/>
              <a:ext cx="0" cy="113234"/>
            </a:xfrm>
            <a:prstGeom prst="line">
              <a:avLst/>
            </a:prstGeom>
            <a:ln w="952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57" name="직선 연결선 1856"/>
            <p:cNvCxnSpPr/>
            <p:nvPr/>
          </p:nvCxnSpPr>
          <p:spPr>
            <a:xfrm>
              <a:off x="3706791" y="2335028"/>
              <a:ext cx="0" cy="113234"/>
            </a:xfrm>
            <a:prstGeom prst="line">
              <a:avLst/>
            </a:prstGeom>
            <a:ln w="952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58" name="직선 연결선 1857"/>
            <p:cNvCxnSpPr/>
            <p:nvPr/>
          </p:nvCxnSpPr>
          <p:spPr>
            <a:xfrm>
              <a:off x="3827152" y="2335028"/>
              <a:ext cx="0" cy="113234"/>
            </a:xfrm>
            <a:prstGeom prst="line">
              <a:avLst/>
            </a:prstGeom>
            <a:ln w="952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59" name="직선 연결선 1858"/>
            <p:cNvCxnSpPr/>
            <p:nvPr/>
          </p:nvCxnSpPr>
          <p:spPr>
            <a:xfrm>
              <a:off x="3947513" y="2335028"/>
              <a:ext cx="0" cy="113234"/>
            </a:xfrm>
            <a:prstGeom prst="line">
              <a:avLst/>
            </a:prstGeom>
            <a:ln w="952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60" name="직사각형 1859"/>
            <p:cNvSpPr/>
            <p:nvPr/>
          </p:nvSpPr>
          <p:spPr>
            <a:xfrm>
              <a:off x="3442663" y="2436451"/>
              <a:ext cx="46084" cy="7531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 smtClean="0">
                <a:latin typeface="Rix고딕 M" pitchFamily="18" charset="-127"/>
                <a:ea typeface="Rix고딕 M" pitchFamily="18" charset="-127"/>
              </a:endParaRPr>
            </a:p>
          </p:txBody>
        </p:sp>
        <p:sp>
          <p:nvSpPr>
            <p:cNvPr id="1861" name="직사각형 1860"/>
            <p:cNvSpPr/>
            <p:nvPr/>
          </p:nvSpPr>
          <p:spPr>
            <a:xfrm>
              <a:off x="3566488" y="2436451"/>
              <a:ext cx="46084" cy="7531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 smtClean="0">
                <a:latin typeface="Rix고딕 M" pitchFamily="18" charset="-127"/>
                <a:ea typeface="Rix고딕 M" pitchFamily="18" charset="-127"/>
              </a:endParaRPr>
            </a:p>
          </p:txBody>
        </p:sp>
        <p:sp>
          <p:nvSpPr>
            <p:cNvPr id="1862" name="직사각형 1861"/>
            <p:cNvSpPr/>
            <p:nvPr/>
          </p:nvSpPr>
          <p:spPr>
            <a:xfrm>
              <a:off x="3677613" y="2436451"/>
              <a:ext cx="46084" cy="7531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 smtClean="0">
                <a:latin typeface="Rix고딕 M" pitchFamily="18" charset="-127"/>
                <a:ea typeface="Rix고딕 M" pitchFamily="18" charset="-127"/>
              </a:endParaRPr>
            </a:p>
          </p:txBody>
        </p:sp>
        <p:sp>
          <p:nvSpPr>
            <p:cNvPr id="1863" name="직사각형 1862"/>
            <p:cNvSpPr/>
            <p:nvPr/>
          </p:nvSpPr>
          <p:spPr>
            <a:xfrm>
              <a:off x="3804613" y="2436451"/>
              <a:ext cx="46084" cy="7531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 smtClean="0">
                <a:latin typeface="Rix고딕 M" pitchFamily="18" charset="-127"/>
                <a:ea typeface="Rix고딕 M" pitchFamily="18" charset="-127"/>
              </a:endParaRPr>
            </a:p>
          </p:txBody>
        </p:sp>
        <p:sp>
          <p:nvSpPr>
            <p:cNvPr id="1864" name="직사각형 1863"/>
            <p:cNvSpPr/>
            <p:nvPr/>
          </p:nvSpPr>
          <p:spPr>
            <a:xfrm>
              <a:off x="3928438" y="2436451"/>
              <a:ext cx="46084" cy="7531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 smtClean="0">
                <a:latin typeface="Rix고딕 M" pitchFamily="18" charset="-127"/>
                <a:ea typeface="Rix고딕 M" pitchFamily="18" charset="-127"/>
              </a:endParaRPr>
            </a:p>
          </p:txBody>
        </p:sp>
      </p:grpSp>
      <p:grpSp>
        <p:nvGrpSpPr>
          <p:cNvPr id="1765" name="그룹 1764"/>
          <p:cNvGrpSpPr/>
          <p:nvPr/>
        </p:nvGrpSpPr>
        <p:grpSpPr>
          <a:xfrm>
            <a:off x="1883158" y="4640825"/>
            <a:ext cx="964604" cy="194856"/>
            <a:chOff x="4345336" y="2337937"/>
            <a:chExt cx="893576" cy="176733"/>
          </a:xfrm>
        </p:grpSpPr>
        <p:cxnSp>
          <p:nvCxnSpPr>
            <p:cNvPr id="1843" name="직선 연결선 1842"/>
            <p:cNvCxnSpPr/>
            <p:nvPr/>
          </p:nvCxnSpPr>
          <p:spPr>
            <a:xfrm flipV="1">
              <a:off x="4345336" y="2337937"/>
              <a:ext cx="893576" cy="1045"/>
            </a:xfrm>
            <a:prstGeom prst="line">
              <a:avLst/>
            </a:prstGeom>
            <a:ln w="9525">
              <a:solidFill>
                <a:schemeClr val="bg1"/>
              </a:solidFill>
              <a:headEnd type="none" w="sm" len="sm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44" name="직선 연결선 1843"/>
            <p:cNvCxnSpPr/>
            <p:nvPr/>
          </p:nvCxnSpPr>
          <p:spPr>
            <a:xfrm flipH="1">
              <a:off x="5118363" y="2337937"/>
              <a:ext cx="0" cy="113234"/>
            </a:xfrm>
            <a:prstGeom prst="line">
              <a:avLst/>
            </a:prstGeom>
            <a:ln w="952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45" name="직선 연결선 1844"/>
            <p:cNvCxnSpPr/>
            <p:nvPr/>
          </p:nvCxnSpPr>
          <p:spPr>
            <a:xfrm flipH="1">
              <a:off x="4998002" y="2337937"/>
              <a:ext cx="0" cy="113234"/>
            </a:xfrm>
            <a:prstGeom prst="line">
              <a:avLst/>
            </a:prstGeom>
            <a:ln w="952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46" name="직선 연결선 1845"/>
            <p:cNvCxnSpPr/>
            <p:nvPr/>
          </p:nvCxnSpPr>
          <p:spPr>
            <a:xfrm flipH="1">
              <a:off x="4877641" y="2337937"/>
              <a:ext cx="0" cy="113234"/>
            </a:xfrm>
            <a:prstGeom prst="line">
              <a:avLst/>
            </a:prstGeom>
            <a:ln w="952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47" name="직선 연결선 1846"/>
            <p:cNvCxnSpPr/>
            <p:nvPr/>
          </p:nvCxnSpPr>
          <p:spPr>
            <a:xfrm flipH="1">
              <a:off x="4757280" y="2337937"/>
              <a:ext cx="0" cy="113234"/>
            </a:xfrm>
            <a:prstGeom prst="line">
              <a:avLst/>
            </a:prstGeom>
            <a:ln w="952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48" name="직선 연결선 1847"/>
            <p:cNvCxnSpPr/>
            <p:nvPr/>
          </p:nvCxnSpPr>
          <p:spPr>
            <a:xfrm flipH="1">
              <a:off x="4636919" y="2337937"/>
              <a:ext cx="0" cy="113234"/>
            </a:xfrm>
            <a:prstGeom prst="line">
              <a:avLst/>
            </a:prstGeom>
            <a:ln w="952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49" name="직사각형 1848"/>
            <p:cNvSpPr/>
            <p:nvPr/>
          </p:nvSpPr>
          <p:spPr>
            <a:xfrm flipH="1">
              <a:off x="5095685" y="2439360"/>
              <a:ext cx="46084" cy="7531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 smtClean="0">
                <a:latin typeface="Rix고딕 M" pitchFamily="18" charset="-127"/>
                <a:ea typeface="Rix고딕 M" pitchFamily="18" charset="-127"/>
              </a:endParaRPr>
            </a:p>
          </p:txBody>
        </p:sp>
        <p:sp>
          <p:nvSpPr>
            <p:cNvPr id="1850" name="직사각형 1849"/>
            <p:cNvSpPr/>
            <p:nvPr/>
          </p:nvSpPr>
          <p:spPr>
            <a:xfrm flipH="1">
              <a:off x="4971860" y="2439360"/>
              <a:ext cx="46084" cy="7531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 smtClean="0">
                <a:latin typeface="Rix고딕 M" pitchFamily="18" charset="-127"/>
                <a:ea typeface="Rix고딕 M" pitchFamily="18" charset="-127"/>
              </a:endParaRPr>
            </a:p>
          </p:txBody>
        </p:sp>
        <p:sp>
          <p:nvSpPr>
            <p:cNvPr id="1851" name="직사각형 1850"/>
            <p:cNvSpPr/>
            <p:nvPr/>
          </p:nvSpPr>
          <p:spPr>
            <a:xfrm flipH="1">
              <a:off x="4860735" y="2439360"/>
              <a:ext cx="46084" cy="7531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 smtClean="0">
                <a:latin typeface="Rix고딕 M" pitchFamily="18" charset="-127"/>
                <a:ea typeface="Rix고딕 M" pitchFamily="18" charset="-127"/>
              </a:endParaRPr>
            </a:p>
          </p:txBody>
        </p:sp>
        <p:sp>
          <p:nvSpPr>
            <p:cNvPr id="1852" name="직사각형 1851"/>
            <p:cNvSpPr/>
            <p:nvPr/>
          </p:nvSpPr>
          <p:spPr>
            <a:xfrm flipH="1">
              <a:off x="4733735" y="2439360"/>
              <a:ext cx="46084" cy="7531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 smtClean="0">
                <a:latin typeface="Rix고딕 M" pitchFamily="18" charset="-127"/>
                <a:ea typeface="Rix고딕 M" pitchFamily="18" charset="-127"/>
              </a:endParaRPr>
            </a:p>
          </p:txBody>
        </p:sp>
        <p:sp>
          <p:nvSpPr>
            <p:cNvPr id="1853" name="직사각형 1852"/>
            <p:cNvSpPr/>
            <p:nvPr/>
          </p:nvSpPr>
          <p:spPr>
            <a:xfrm flipH="1">
              <a:off x="4609910" y="2439360"/>
              <a:ext cx="46084" cy="7531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 smtClean="0">
                <a:latin typeface="Rix고딕 M" pitchFamily="18" charset="-127"/>
                <a:ea typeface="Rix고딕 M" pitchFamily="18" charset="-127"/>
              </a:endParaRPr>
            </a:p>
          </p:txBody>
        </p:sp>
      </p:grpSp>
      <p:grpSp>
        <p:nvGrpSpPr>
          <p:cNvPr id="1766" name="그룹 1765"/>
          <p:cNvGrpSpPr/>
          <p:nvPr/>
        </p:nvGrpSpPr>
        <p:grpSpPr>
          <a:xfrm>
            <a:off x="826292" y="5099800"/>
            <a:ext cx="789605" cy="194856"/>
            <a:chOff x="3345520" y="2335028"/>
            <a:chExt cx="731463" cy="176733"/>
          </a:xfrm>
        </p:grpSpPr>
        <p:cxnSp>
          <p:nvCxnSpPr>
            <p:cNvPr id="1832" name="직선 연결선 1831"/>
            <p:cNvCxnSpPr/>
            <p:nvPr/>
          </p:nvCxnSpPr>
          <p:spPr>
            <a:xfrm flipH="1">
              <a:off x="3345520" y="2335028"/>
              <a:ext cx="731463" cy="0"/>
            </a:xfrm>
            <a:prstGeom prst="line">
              <a:avLst/>
            </a:prstGeom>
            <a:ln w="9525">
              <a:solidFill>
                <a:schemeClr val="bg1"/>
              </a:solidFill>
              <a:headEnd type="none" w="sm" len="sm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33" name="직선 연결선 1832"/>
            <p:cNvCxnSpPr/>
            <p:nvPr/>
          </p:nvCxnSpPr>
          <p:spPr>
            <a:xfrm>
              <a:off x="3466069" y="2335028"/>
              <a:ext cx="0" cy="113234"/>
            </a:xfrm>
            <a:prstGeom prst="line">
              <a:avLst/>
            </a:prstGeom>
            <a:ln w="952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34" name="직선 연결선 1833"/>
            <p:cNvCxnSpPr/>
            <p:nvPr/>
          </p:nvCxnSpPr>
          <p:spPr>
            <a:xfrm>
              <a:off x="3586430" y="2335028"/>
              <a:ext cx="0" cy="113234"/>
            </a:xfrm>
            <a:prstGeom prst="line">
              <a:avLst/>
            </a:prstGeom>
            <a:ln w="952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35" name="직선 연결선 1834"/>
            <p:cNvCxnSpPr/>
            <p:nvPr/>
          </p:nvCxnSpPr>
          <p:spPr>
            <a:xfrm>
              <a:off x="3706791" y="2335028"/>
              <a:ext cx="0" cy="113234"/>
            </a:xfrm>
            <a:prstGeom prst="line">
              <a:avLst/>
            </a:prstGeom>
            <a:ln w="952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36" name="직선 연결선 1835"/>
            <p:cNvCxnSpPr/>
            <p:nvPr/>
          </p:nvCxnSpPr>
          <p:spPr>
            <a:xfrm>
              <a:off x="3827152" y="2335028"/>
              <a:ext cx="0" cy="113234"/>
            </a:xfrm>
            <a:prstGeom prst="line">
              <a:avLst/>
            </a:prstGeom>
            <a:ln w="952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37" name="직선 연결선 1836"/>
            <p:cNvCxnSpPr/>
            <p:nvPr/>
          </p:nvCxnSpPr>
          <p:spPr>
            <a:xfrm>
              <a:off x="3947513" y="2335028"/>
              <a:ext cx="0" cy="113234"/>
            </a:xfrm>
            <a:prstGeom prst="line">
              <a:avLst/>
            </a:prstGeom>
            <a:ln w="952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38" name="직사각형 1837"/>
            <p:cNvSpPr/>
            <p:nvPr/>
          </p:nvSpPr>
          <p:spPr>
            <a:xfrm>
              <a:off x="3442663" y="2436451"/>
              <a:ext cx="46084" cy="7531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 smtClean="0">
                <a:latin typeface="Rix고딕 M" pitchFamily="18" charset="-127"/>
                <a:ea typeface="Rix고딕 M" pitchFamily="18" charset="-127"/>
              </a:endParaRPr>
            </a:p>
          </p:txBody>
        </p:sp>
        <p:sp>
          <p:nvSpPr>
            <p:cNvPr id="1839" name="직사각형 1838"/>
            <p:cNvSpPr/>
            <p:nvPr/>
          </p:nvSpPr>
          <p:spPr>
            <a:xfrm>
              <a:off x="3566488" y="2436451"/>
              <a:ext cx="46084" cy="7531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 smtClean="0">
                <a:latin typeface="Rix고딕 M" pitchFamily="18" charset="-127"/>
                <a:ea typeface="Rix고딕 M" pitchFamily="18" charset="-127"/>
              </a:endParaRPr>
            </a:p>
          </p:txBody>
        </p:sp>
        <p:sp>
          <p:nvSpPr>
            <p:cNvPr id="1840" name="직사각형 1839"/>
            <p:cNvSpPr/>
            <p:nvPr/>
          </p:nvSpPr>
          <p:spPr>
            <a:xfrm>
              <a:off x="3677613" y="2436451"/>
              <a:ext cx="46084" cy="7531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 smtClean="0">
                <a:latin typeface="Rix고딕 M" pitchFamily="18" charset="-127"/>
                <a:ea typeface="Rix고딕 M" pitchFamily="18" charset="-127"/>
              </a:endParaRPr>
            </a:p>
          </p:txBody>
        </p:sp>
        <p:sp>
          <p:nvSpPr>
            <p:cNvPr id="1841" name="직사각형 1840"/>
            <p:cNvSpPr/>
            <p:nvPr/>
          </p:nvSpPr>
          <p:spPr>
            <a:xfrm>
              <a:off x="3804613" y="2436451"/>
              <a:ext cx="46084" cy="7531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 smtClean="0">
                <a:latin typeface="Rix고딕 M" pitchFamily="18" charset="-127"/>
                <a:ea typeface="Rix고딕 M" pitchFamily="18" charset="-127"/>
              </a:endParaRPr>
            </a:p>
          </p:txBody>
        </p:sp>
        <p:sp>
          <p:nvSpPr>
            <p:cNvPr id="1842" name="직사각형 1841"/>
            <p:cNvSpPr/>
            <p:nvPr/>
          </p:nvSpPr>
          <p:spPr>
            <a:xfrm>
              <a:off x="3928438" y="2436451"/>
              <a:ext cx="46084" cy="7531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 smtClean="0">
                <a:latin typeface="Rix고딕 M" pitchFamily="18" charset="-127"/>
                <a:ea typeface="Rix고딕 M" pitchFamily="18" charset="-127"/>
              </a:endParaRPr>
            </a:p>
          </p:txBody>
        </p:sp>
      </p:grpSp>
      <p:grpSp>
        <p:nvGrpSpPr>
          <p:cNvPr id="1767" name="그룹 1766"/>
          <p:cNvGrpSpPr/>
          <p:nvPr/>
        </p:nvGrpSpPr>
        <p:grpSpPr>
          <a:xfrm>
            <a:off x="1883158" y="5109904"/>
            <a:ext cx="964604" cy="194856"/>
            <a:chOff x="4345336" y="2337937"/>
            <a:chExt cx="893576" cy="176733"/>
          </a:xfrm>
        </p:grpSpPr>
        <p:cxnSp>
          <p:nvCxnSpPr>
            <p:cNvPr id="1821" name="직선 연결선 1820"/>
            <p:cNvCxnSpPr/>
            <p:nvPr/>
          </p:nvCxnSpPr>
          <p:spPr>
            <a:xfrm flipV="1">
              <a:off x="4345336" y="2337937"/>
              <a:ext cx="893576" cy="1045"/>
            </a:xfrm>
            <a:prstGeom prst="line">
              <a:avLst/>
            </a:prstGeom>
            <a:ln w="9525">
              <a:solidFill>
                <a:schemeClr val="bg1"/>
              </a:solidFill>
              <a:headEnd type="none" w="sm" len="sm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22" name="직선 연결선 1821"/>
            <p:cNvCxnSpPr/>
            <p:nvPr/>
          </p:nvCxnSpPr>
          <p:spPr>
            <a:xfrm flipH="1">
              <a:off x="5118363" y="2337937"/>
              <a:ext cx="0" cy="113234"/>
            </a:xfrm>
            <a:prstGeom prst="line">
              <a:avLst/>
            </a:prstGeom>
            <a:ln w="952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23" name="직선 연결선 1822"/>
            <p:cNvCxnSpPr/>
            <p:nvPr/>
          </p:nvCxnSpPr>
          <p:spPr>
            <a:xfrm flipH="1">
              <a:off x="4998002" y="2337937"/>
              <a:ext cx="0" cy="113234"/>
            </a:xfrm>
            <a:prstGeom prst="line">
              <a:avLst/>
            </a:prstGeom>
            <a:ln w="952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24" name="직선 연결선 1823"/>
            <p:cNvCxnSpPr/>
            <p:nvPr/>
          </p:nvCxnSpPr>
          <p:spPr>
            <a:xfrm flipH="1">
              <a:off x="4877641" y="2337937"/>
              <a:ext cx="0" cy="113234"/>
            </a:xfrm>
            <a:prstGeom prst="line">
              <a:avLst/>
            </a:prstGeom>
            <a:ln w="952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25" name="직선 연결선 1824"/>
            <p:cNvCxnSpPr/>
            <p:nvPr/>
          </p:nvCxnSpPr>
          <p:spPr>
            <a:xfrm flipH="1">
              <a:off x="4757280" y="2337937"/>
              <a:ext cx="0" cy="113234"/>
            </a:xfrm>
            <a:prstGeom prst="line">
              <a:avLst/>
            </a:prstGeom>
            <a:ln w="952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26" name="직선 연결선 1825"/>
            <p:cNvCxnSpPr/>
            <p:nvPr/>
          </p:nvCxnSpPr>
          <p:spPr>
            <a:xfrm flipH="1">
              <a:off x="4636919" y="2337937"/>
              <a:ext cx="0" cy="113234"/>
            </a:xfrm>
            <a:prstGeom prst="line">
              <a:avLst/>
            </a:prstGeom>
            <a:ln w="952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27" name="직사각형 1826"/>
            <p:cNvSpPr/>
            <p:nvPr/>
          </p:nvSpPr>
          <p:spPr>
            <a:xfrm flipH="1">
              <a:off x="5095685" y="2439360"/>
              <a:ext cx="46084" cy="7531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 smtClean="0">
                <a:latin typeface="Rix고딕 M" pitchFamily="18" charset="-127"/>
                <a:ea typeface="Rix고딕 M" pitchFamily="18" charset="-127"/>
              </a:endParaRPr>
            </a:p>
          </p:txBody>
        </p:sp>
        <p:sp>
          <p:nvSpPr>
            <p:cNvPr id="1828" name="직사각형 1827"/>
            <p:cNvSpPr/>
            <p:nvPr/>
          </p:nvSpPr>
          <p:spPr>
            <a:xfrm flipH="1">
              <a:off x="4971860" y="2439360"/>
              <a:ext cx="46084" cy="7531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 smtClean="0">
                <a:latin typeface="Rix고딕 M" pitchFamily="18" charset="-127"/>
                <a:ea typeface="Rix고딕 M" pitchFamily="18" charset="-127"/>
              </a:endParaRPr>
            </a:p>
          </p:txBody>
        </p:sp>
        <p:sp>
          <p:nvSpPr>
            <p:cNvPr id="1829" name="직사각형 1828"/>
            <p:cNvSpPr/>
            <p:nvPr/>
          </p:nvSpPr>
          <p:spPr>
            <a:xfrm flipH="1">
              <a:off x="4860735" y="2439360"/>
              <a:ext cx="46084" cy="7531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 smtClean="0">
                <a:latin typeface="Rix고딕 M" pitchFamily="18" charset="-127"/>
                <a:ea typeface="Rix고딕 M" pitchFamily="18" charset="-127"/>
              </a:endParaRPr>
            </a:p>
          </p:txBody>
        </p:sp>
        <p:sp>
          <p:nvSpPr>
            <p:cNvPr id="1830" name="직사각형 1829"/>
            <p:cNvSpPr/>
            <p:nvPr/>
          </p:nvSpPr>
          <p:spPr>
            <a:xfrm flipH="1">
              <a:off x="4733735" y="2439360"/>
              <a:ext cx="46084" cy="7531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 smtClean="0">
                <a:latin typeface="Rix고딕 M" pitchFamily="18" charset="-127"/>
                <a:ea typeface="Rix고딕 M" pitchFamily="18" charset="-127"/>
              </a:endParaRPr>
            </a:p>
          </p:txBody>
        </p:sp>
        <p:sp>
          <p:nvSpPr>
            <p:cNvPr id="1831" name="직사각형 1830"/>
            <p:cNvSpPr/>
            <p:nvPr/>
          </p:nvSpPr>
          <p:spPr>
            <a:xfrm flipH="1">
              <a:off x="4609910" y="2439360"/>
              <a:ext cx="46084" cy="7531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 smtClean="0">
                <a:latin typeface="Rix고딕 M" pitchFamily="18" charset="-127"/>
                <a:ea typeface="Rix고딕 M" pitchFamily="18" charset="-127"/>
              </a:endParaRPr>
            </a:p>
          </p:txBody>
        </p:sp>
      </p:grpSp>
      <p:grpSp>
        <p:nvGrpSpPr>
          <p:cNvPr id="1768" name="그룹 1767"/>
          <p:cNvGrpSpPr/>
          <p:nvPr/>
        </p:nvGrpSpPr>
        <p:grpSpPr>
          <a:xfrm>
            <a:off x="826292" y="5568878"/>
            <a:ext cx="789605" cy="194856"/>
            <a:chOff x="3345520" y="2335028"/>
            <a:chExt cx="731463" cy="176733"/>
          </a:xfrm>
        </p:grpSpPr>
        <p:cxnSp>
          <p:nvCxnSpPr>
            <p:cNvPr id="1810" name="직선 연결선 1809"/>
            <p:cNvCxnSpPr/>
            <p:nvPr/>
          </p:nvCxnSpPr>
          <p:spPr>
            <a:xfrm flipH="1">
              <a:off x="3345520" y="2335028"/>
              <a:ext cx="731463" cy="0"/>
            </a:xfrm>
            <a:prstGeom prst="line">
              <a:avLst/>
            </a:prstGeom>
            <a:ln w="9525">
              <a:solidFill>
                <a:schemeClr val="bg1"/>
              </a:solidFill>
              <a:headEnd type="none" w="sm" len="sm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11" name="직선 연결선 1810"/>
            <p:cNvCxnSpPr/>
            <p:nvPr/>
          </p:nvCxnSpPr>
          <p:spPr>
            <a:xfrm>
              <a:off x="3466069" y="2335028"/>
              <a:ext cx="0" cy="113234"/>
            </a:xfrm>
            <a:prstGeom prst="line">
              <a:avLst/>
            </a:prstGeom>
            <a:ln w="952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12" name="직선 연결선 1811"/>
            <p:cNvCxnSpPr/>
            <p:nvPr/>
          </p:nvCxnSpPr>
          <p:spPr>
            <a:xfrm>
              <a:off x="3586430" y="2335028"/>
              <a:ext cx="0" cy="113234"/>
            </a:xfrm>
            <a:prstGeom prst="line">
              <a:avLst/>
            </a:prstGeom>
            <a:ln w="952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13" name="직선 연결선 1812"/>
            <p:cNvCxnSpPr/>
            <p:nvPr/>
          </p:nvCxnSpPr>
          <p:spPr>
            <a:xfrm>
              <a:off x="3706791" y="2335028"/>
              <a:ext cx="0" cy="113234"/>
            </a:xfrm>
            <a:prstGeom prst="line">
              <a:avLst/>
            </a:prstGeom>
            <a:ln w="952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14" name="직선 연결선 1813"/>
            <p:cNvCxnSpPr/>
            <p:nvPr/>
          </p:nvCxnSpPr>
          <p:spPr>
            <a:xfrm>
              <a:off x="3827152" y="2335028"/>
              <a:ext cx="0" cy="113234"/>
            </a:xfrm>
            <a:prstGeom prst="line">
              <a:avLst/>
            </a:prstGeom>
            <a:ln w="952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15" name="직선 연결선 1814"/>
            <p:cNvCxnSpPr/>
            <p:nvPr/>
          </p:nvCxnSpPr>
          <p:spPr>
            <a:xfrm>
              <a:off x="3947513" y="2335028"/>
              <a:ext cx="0" cy="113234"/>
            </a:xfrm>
            <a:prstGeom prst="line">
              <a:avLst/>
            </a:prstGeom>
            <a:ln w="952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16" name="직사각형 1815"/>
            <p:cNvSpPr/>
            <p:nvPr/>
          </p:nvSpPr>
          <p:spPr>
            <a:xfrm>
              <a:off x="3442663" y="2436451"/>
              <a:ext cx="46084" cy="7531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 smtClean="0">
                <a:latin typeface="Rix고딕 M" pitchFamily="18" charset="-127"/>
                <a:ea typeface="Rix고딕 M" pitchFamily="18" charset="-127"/>
              </a:endParaRPr>
            </a:p>
          </p:txBody>
        </p:sp>
        <p:sp>
          <p:nvSpPr>
            <p:cNvPr id="1817" name="직사각형 1816"/>
            <p:cNvSpPr/>
            <p:nvPr/>
          </p:nvSpPr>
          <p:spPr>
            <a:xfrm>
              <a:off x="3566488" y="2436451"/>
              <a:ext cx="46084" cy="7531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 smtClean="0">
                <a:latin typeface="Rix고딕 M" pitchFamily="18" charset="-127"/>
                <a:ea typeface="Rix고딕 M" pitchFamily="18" charset="-127"/>
              </a:endParaRPr>
            </a:p>
          </p:txBody>
        </p:sp>
        <p:sp>
          <p:nvSpPr>
            <p:cNvPr id="1818" name="직사각형 1817"/>
            <p:cNvSpPr/>
            <p:nvPr/>
          </p:nvSpPr>
          <p:spPr>
            <a:xfrm>
              <a:off x="3677613" y="2436451"/>
              <a:ext cx="46084" cy="7531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 smtClean="0">
                <a:latin typeface="Rix고딕 M" pitchFamily="18" charset="-127"/>
                <a:ea typeface="Rix고딕 M" pitchFamily="18" charset="-127"/>
              </a:endParaRPr>
            </a:p>
          </p:txBody>
        </p:sp>
        <p:sp>
          <p:nvSpPr>
            <p:cNvPr id="1819" name="직사각형 1818"/>
            <p:cNvSpPr/>
            <p:nvPr/>
          </p:nvSpPr>
          <p:spPr>
            <a:xfrm>
              <a:off x="3804613" y="2436451"/>
              <a:ext cx="46084" cy="7531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 smtClean="0">
                <a:latin typeface="Rix고딕 M" pitchFamily="18" charset="-127"/>
                <a:ea typeface="Rix고딕 M" pitchFamily="18" charset="-127"/>
              </a:endParaRPr>
            </a:p>
          </p:txBody>
        </p:sp>
        <p:sp>
          <p:nvSpPr>
            <p:cNvPr id="1820" name="직사각형 1819"/>
            <p:cNvSpPr/>
            <p:nvPr/>
          </p:nvSpPr>
          <p:spPr>
            <a:xfrm>
              <a:off x="3928438" y="2436451"/>
              <a:ext cx="46084" cy="7531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 smtClean="0">
                <a:latin typeface="Rix고딕 M" pitchFamily="18" charset="-127"/>
                <a:ea typeface="Rix고딕 M" pitchFamily="18" charset="-127"/>
              </a:endParaRPr>
            </a:p>
          </p:txBody>
        </p:sp>
      </p:grpSp>
      <p:grpSp>
        <p:nvGrpSpPr>
          <p:cNvPr id="1769" name="그룹 1768"/>
          <p:cNvGrpSpPr/>
          <p:nvPr/>
        </p:nvGrpSpPr>
        <p:grpSpPr>
          <a:xfrm>
            <a:off x="1883158" y="5578982"/>
            <a:ext cx="964604" cy="194856"/>
            <a:chOff x="4345336" y="2337937"/>
            <a:chExt cx="893576" cy="176733"/>
          </a:xfrm>
        </p:grpSpPr>
        <p:cxnSp>
          <p:nvCxnSpPr>
            <p:cNvPr id="1799" name="직선 연결선 1798"/>
            <p:cNvCxnSpPr/>
            <p:nvPr/>
          </p:nvCxnSpPr>
          <p:spPr>
            <a:xfrm flipV="1">
              <a:off x="4345336" y="2337937"/>
              <a:ext cx="893576" cy="1045"/>
            </a:xfrm>
            <a:prstGeom prst="line">
              <a:avLst/>
            </a:prstGeom>
            <a:ln w="9525">
              <a:solidFill>
                <a:schemeClr val="bg1"/>
              </a:solidFill>
              <a:headEnd type="none" w="sm" len="sm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0" name="직선 연결선 1799"/>
            <p:cNvCxnSpPr/>
            <p:nvPr/>
          </p:nvCxnSpPr>
          <p:spPr>
            <a:xfrm flipH="1">
              <a:off x="5118363" y="2337937"/>
              <a:ext cx="0" cy="113234"/>
            </a:xfrm>
            <a:prstGeom prst="line">
              <a:avLst/>
            </a:prstGeom>
            <a:ln w="952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1" name="직선 연결선 1800"/>
            <p:cNvCxnSpPr/>
            <p:nvPr/>
          </p:nvCxnSpPr>
          <p:spPr>
            <a:xfrm flipH="1">
              <a:off x="4998002" y="2337937"/>
              <a:ext cx="0" cy="113234"/>
            </a:xfrm>
            <a:prstGeom prst="line">
              <a:avLst/>
            </a:prstGeom>
            <a:ln w="952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2" name="직선 연결선 1801"/>
            <p:cNvCxnSpPr/>
            <p:nvPr/>
          </p:nvCxnSpPr>
          <p:spPr>
            <a:xfrm flipH="1">
              <a:off x="4877641" y="2337937"/>
              <a:ext cx="0" cy="113234"/>
            </a:xfrm>
            <a:prstGeom prst="line">
              <a:avLst/>
            </a:prstGeom>
            <a:ln w="952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3" name="직선 연결선 1802"/>
            <p:cNvCxnSpPr/>
            <p:nvPr/>
          </p:nvCxnSpPr>
          <p:spPr>
            <a:xfrm flipH="1">
              <a:off x="4757280" y="2337937"/>
              <a:ext cx="0" cy="113234"/>
            </a:xfrm>
            <a:prstGeom prst="line">
              <a:avLst/>
            </a:prstGeom>
            <a:ln w="952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4" name="직선 연결선 1803"/>
            <p:cNvCxnSpPr/>
            <p:nvPr/>
          </p:nvCxnSpPr>
          <p:spPr>
            <a:xfrm flipH="1">
              <a:off x="4636919" y="2337937"/>
              <a:ext cx="0" cy="113234"/>
            </a:xfrm>
            <a:prstGeom prst="line">
              <a:avLst/>
            </a:prstGeom>
            <a:ln w="952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05" name="직사각형 1804"/>
            <p:cNvSpPr/>
            <p:nvPr/>
          </p:nvSpPr>
          <p:spPr>
            <a:xfrm flipH="1">
              <a:off x="5095685" y="2439360"/>
              <a:ext cx="46084" cy="7531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 smtClean="0">
                <a:latin typeface="Rix고딕 M" pitchFamily="18" charset="-127"/>
                <a:ea typeface="Rix고딕 M" pitchFamily="18" charset="-127"/>
              </a:endParaRPr>
            </a:p>
          </p:txBody>
        </p:sp>
        <p:sp>
          <p:nvSpPr>
            <p:cNvPr id="1806" name="직사각형 1805"/>
            <p:cNvSpPr/>
            <p:nvPr/>
          </p:nvSpPr>
          <p:spPr>
            <a:xfrm flipH="1">
              <a:off x="4971860" y="2439360"/>
              <a:ext cx="46084" cy="7531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 smtClean="0">
                <a:latin typeface="Rix고딕 M" pitchFamily="18" charset="-127"/>
                <a:ea typeface="Rix고딕 M" pitchFamily="18" charset="-127"/>
              </a:endParaRPr>
            </a:p>
          </p:txBody>
        </p:sp>
        <p:sp>
          <p:nvSpPr>
            <p:cNvPr id="1807" name="직사각형 1806"/>
            <p:cNvSpPr/>
            <p:nvPr/>
          </p:nvSpPr>
          <p:spPr>
            <a:xfrm flipH="1">
              <a:off x="4860735" y="2439360"/>
              <a:ext cx="46084" cy="7531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 smtClean="0">
                <a:latin typeface="Rix고딕 M" pitchFamily="18" charset="-127"/>
                <a:ea typeface="Rix고딕 M" pitchFamily="18" charset="-127"/>
              </a:endParaRPr>
            </a:p>
          </p:txBody>
        </p:sp>
        <p:sp>
          <p:nvSpPr>
            <p:cNvPr id="1808" name="직사각형 1807"/>
            <p:cNvSpPr/>
            <p:nvPr/>
          </p:nvSpPr>
          <p:spPr>
            <a:xfrm flipH="1">
              <a:off x="4733735" y="2439360"/>
              <a:ext cx="46084" cy="7531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 smtClean="0">
                <a:latin typeface="Rix고딕 M" pitchFamily="18" charset="-127"/>
                <a:ea typeface="Rix고딕 M" pitchFamily="18" charset="-127"/>
              </a:endParaRPr>
            </a:p>
          </p:txBody>
        </p:sp>
        <p:sp>
          <p:nvSpPr>
            <p:cNvPr id="1809" name="직사각형 1808"/>
            <p:cNvSpPr/>
            <p:nvPr/>
          </p:nvSpPr>
          <p:spPr>
            <a:xfrm flipH="1">
              <a:off x="4609910" y="2439360"/>
              <a:ext cx="46084" cy="7531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 smtClean="0">
                <a:latin typeface="Rix고딕 M" pitchFamily="18" charset="-127"/>
                <a:ea typeface="Rix고딕 M" pitchFamily="18" charset="-127"/>
              </a:endParaRPr>
            </a:p>
          </p:txBody>
        </p:sp>
      </p:grpSp>
      <p:grpSp>
        <p:nvGrpSpPr>
          <p:cNvPr id="1770" name="그룹 1769"/>
          <p:cNvGrpSpPr/>
          <p:nvPr/>
        </p:nvGrpSpPr>
        <p:grpSpPr>
          <a:xfrm>
            <a:off x="826292" y="5981947"/>
            <a:ext cx="789605" cy="194856"/>
            <a:chOff x="3345520" y="2335028"/>
            <a:chExt cx="731463" cy="176733"/>
          </a:xfrm>
        </p:grpSpPr>
        <p:cxnSp>
          <p:nvCxnSpPr>
            <p:cNvPr id="1788" name="직선 연결선 1787"/>
            <p:cNvCxnSpPr/>
            <p:nvPr/>
          </p:nvCxnSpPr>
          <p:spPr>
            <a:xfrm flipH="1">
              <a:off x="3345520" y="2335028"/>
              <a:ext cx="731463" cy="0"/>
            </a:xfrm>
            <a:prstGeom prst="line">
              <a:avLst/>
            </a:prstGeom>
            <a:ln w="9525">
              <a:solidFill>
                <a:schemeClr val="bg1"/>
              </a:solidFill>
              <a:headEnd type="none" w="sm" len="sm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9" name="직선 연결선 1788"/>
            <p:cNvCxnSpPr/>
            <p:nvPr/>
          </p:nvCxnSpPr>
          <p:spPr>
            <a:xfrm>
              <a:off x="3466069" y="2335028"/>
              <a:ext cx="0" cy="113234"/>
            </a:xfrm>
            <a:prstGeom prst="line">
              <a:avLst/>
            </a:prstGeom>
            <a:ln w="952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0" name="직선 연결선 1789"/>
            <p:cNvCxnSpPr/>
            <p:nvPr/>
          </p:nvCxnSpPr>
          <p:spPr>
            <a:xfrm>
              <a:off x="3586430" y="2335028"/>
              <a:ext cx="0" cy="113234"/>
            </a:xfrm>
            <a:prstGeom prst="line">
              <a:avLst/>
            </a:prstGeom>
            <a:ln w="952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1" name="직선 연결선 1790"/>
            <p:cNvCxnSpPr/>
            <p:nvPr/>
          </p:nvCxnSpPr>
          <p:spPr>
            <a:xfrm>
              <a:off x="3706791" y="2335028"/>
              <a:ext cx="0" cy="113234"/>
            </a:xfrm>
            <a:prstGeom prst="line">
              <a:avLst/>
            </a:prstGeom>
            <a:ln w="952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2" name="직선 연결선 1791"/>
            <p:cNvCxnSpPr/>
            <p:nvPr/>
          </p:nvCxnSpPr>
          <p:spPr>
            <a:xfrm>
              <a:off x="3827152" y="2335028"/>
              <a:ext cx="0" cy="113234"/>
            </a:xfrm>
            <a:prstGeom prst="line">
              <a:avLst/>
            </a:prstGeom>
            <a:ln w="952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3" name="직선 연결선 1792"/>
            <p:cNvCxnSpPr/>
            <p:nvPr/>
          </p:nvCxnSpPr>
          <p:spPr>
            <a:xfrm>
              <a:off x="3947513" y="2335028"/>
              <a:ext cx="0" cy="113234"/>
            </a:xfrm>
            <a:prstGeom prst="line">
              <a:avLst/>
            </a:prstGeom>
            <a:ln w="952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94" name="직사각형 1793"/>
            <p:cNvSpPr/>
            <p:nvPr/>
          </p:nvSpPr>
          <p:spPr>
            <a:xfrm>
              <a:off x="3442663" y="2436451"/>
              <a:ext cx="46084" cy="7531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 smtClean="0">
                <a:latin typeface="Rix고딕 M" pitchFamily="18" charset="-127"/>
                <a:ea typeface="Rix고딕 M" pitchFamily="18" charset="-127"/>
              </a:endParaRPr>
            </a:p>
          </p:txBody>
        </p:sp>
        <p:sp>
          <p:nvSpPr>
            <p:cNvPr id="1795" name="직사각형 1794"/>
            <p:cNvSpPr/>
            <p:nvPr/>
          </p:nvSpPr>
          <p:spPr>
            <a:xfrm>
              <a:off x="3566488" y="2436451"/>
              <a:ext cx="46084" cy="7531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 smtClean="0">
                <a:latin typeface="Rix고딕 M" pitchFamily="18" charset="-127"/>
                <a:ea typeface="Rix고딕 M" pitchFamily="18" charset="-127"/>
              </a:endParaRPr>
            </a:p>
          </p:txBody>
        </p:sp>
        <p:sp>
          <p:nvSpPr>
            <p:cNvPr id="1796" name="직사각형 1795"/>
            <p:cNvSpPr/>
            <p:nvPr/>
          </p:nvSpPr>
          <p:spPr>
            <a:xfrm>
              <a:off x="3677613" y="2436451"/>
              <a:ext cx="46084" cy="7531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 smtClean="0">
                <a:latin typeface="Rix고딕 M" pitchFamily="18" charset="-127"/>
                <a:ea typeface="Rix고딕 M" pitchFamily="18" charset="-127"/>
              </a:endParaRPr>
            </a:p>
          </p:txBody>
        </p:sp>
        <p:sp>
          <p:nvSpPr>
            <p:cNvPr id="1797" name="직사각형 1796"/>
            <p:cNvSpPr/>
            <p:nvPr/>
          </p:nvSpPr>
          <p:spPr>
            <a:xfrm>
              <a:off x="3804613" y="2436451"/>
              <a:ext cx="46084" cy="7531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 smtClean="0">
                <a:latin typeface="Rix고딕 M" pitchFamily="18" charset="-127"/>
                <a:ea typeface="Rix고딕 M" pitchFamily="18" charset="-127"/>
              </a:endParaRPr>
            </a:p>
          </p:txBody>
        </p:sp>
        <p:sp>
          <p:nvSpPr>
            <p:cNvPr id="1798" name="직사각형 1797"/>
            <p:cNvSpPr/>
            <p:nvPr/>
          </p:nvSpPr>
          <p:spPr>
            <a:xfrm>
              <a:off x="3928438" y="2436451"/>
              <a:ext cx="46084" cy="7531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 smtClean="0">
                <a:latin typeface="Rix고딕 M" pitchFamily="18" charset="-127"/>
                <a:ea typeface="Rix고딕 M" pitchFamily="18" charset="-127"/>
              </a:endParaRPr>
            </a:p>
          </p:txBody>
        </p:sp>
      </p:grpSp>
      <p:grpSp>
        <p:nvGrpSpPr>
          <p:cNvPr id="1771" name="그룹 1770"/>
          <p:cNvGrpSpPr/>
          <p:nvPr/>
        </p:nvGrpSpPr>
        <p:grpSpPr>
          <a:xfrm>
            <a:off x="1883158" y="5992051"/>
            <a:ext cx="964604" cy="194856"/>
            <a:chOff x="4345336" y="2337937"/>
            <a:chExt cx="893576" cy="176733"/>
          </a:xfrm>
        </p:grpSpPr>
        <p:cxnSp>
          <p:nvCxnSpPr>
            <p:cNvPr id="1777" name="직선 연결선 1776"/>
            <p:cNvCxnSpPr/>
            <p:nvPr/>
          </p:nvCxnSpPr>
          <p:spPr>
            <a:xfrm flipV="1">
              <a:off x="4345336" y="2337937"/>
              <a:ext cx="893576" cy="1045"/>
            </a:xfrm>
            <a:prstGeom prst="line">
              <a:avLst/>
            </a:prstGeom>
            <a:ln w="9525">
              <a:solidFill>
                <a:schemeClr val="bg1"/>
              </a:solidFill>
              <a:headEnd type="none" w="sm" len="sm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8" name="직선 연결선 1777"/>
            <p:cNvCxnSpPr/>
            <p:nvPr/>
          </p:nvCxnSpPr>
          <p:spPr>
            <a:xfrm flipH="1">
              <a:off x="5118363" y="2337937"/>
              <a:ext cx="0" cy="113234"/>
            </a:xfrm>
            <a:prstGeom prst="line">
              <a:avLst/>
            </a:prstGeom>
            <a:ln w="952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9" name="직선 연결선 1778"/>
            <p:cNvCxnSpPr/>
            <p:nvPr/>
          </p:nvCxnSpPr>
          <p:spPr>
            <a:xfrm flipH="1">
              <a:off x="4998002" y="2337937"/>
              <a:ext cx="0" cy="113234"/>
            </a:xfrm>
            <a:prstGeom prst="line">
              <a:avLst/>
            </a:prstGeom>
            <a:ln w="952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0" name="직선 연결선 1779"/>
            <p:cNvCxnSpPr/>
            <p:nvPr/>
          </p:nvCxnSpPr>
          <p:spPr>
            <a:xfrm flipH="1">
              <a:off x="4877641" y="2337937"/>
              <a:ext cx="0" cy="113234"/>
            </a:xfrm>
            <a:prstGeom prst="line">
              <a:avLst/>
            </a:prstGeom>
            <a:ln w="952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1" name="직선 연결선 1780"/>
            <p:cNvCxnSpPr/>
            <p:nvPr/>
          </p:nvCxnSpPr>
          <p:spPr>
            <a:xfrm flipH="1">
              <a:off x="4757280" y="2337937"/>
              <a:ext cx="0" cy="113234"/>
            </a:xfrm>
            <a:prstGeom prst="line">
              <a:avLst/>
            </a:prstGeom>
            <a:ln w="952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2" name="직선 연결선 1781"/>
            <p:cNvCxnSpPr/>
            <p:nvPr/>
          </p:nvCxnSpPr>
          <p:spPr>
            <a:xfrm flipH="1">
              <a:off x="4636919" y="2337937"/>
              <a:ext cx="0" cy="113234"/>
            </a:xfrm>
            <a:prstGeom prst="line">
              <a:avLst/>
            </a:prstGeom>
            <a:ln w="952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83" name="직사각형 1782"/>
            <p:cNvSpPr/>
            <p:nvPr/>
          </p:nvSpPr>
          <p:spPr>
            <a:xfrm flipH="1">
              <a:off x="5095685" y="2439360"/>
              <a:ext cx="46084" cy="7531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 smtClean="0">
                <a:latin typeface="Rix고딕 M" pitchFamily="18" charset="-127"/>
                <a:ea typeface="Rix고딕 M" pitchFamily="18" charset="-127"/>
              </a:endParaRPr>
            </a:p>
          </p:txBody>
        </p:sp>
        <p:sp>
          <p:nvSpPr>
            <p:cNvPr id="1784" name="직사각형 1783"/>
            <p:cNvSpPr/>
            <p:nvPr/>
          </p:nvSpPr>
          <p:spPr>
            <a:xfrm flipH="1">
              <a:off x="4971860" y="2439360"/>
              <a:ext cx="46084" cy="7531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 smtClean="0">
                <a:latin typeface="Rix고딕 M" pitchFamily="18" charset="-127"/>
                <a:ea typeface="Rix고딕 M" pitchFamily="18" charset="-127"/>
              </a:endParaRPr>
            </a:p>
          </p:txBody>
        </p:sp>
        <p:sp>
          <p:nvSpPr>
            <p:cNvPr id="1785" name="직사각형 1784"/>
            <p:cNvSpPr/>
            <p:nvPr/>
          </p:nvSpPr>
          <p:spPr>
            <a:xfrm flipH="1">
              <a:off x="4860735" y="2439360"/>
              <a:ext cx="46084" cy="7531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 smtClean="0">
                <a:latin typeface="Rix고딕 M" pitchFamily="18" charset="-127"/>
                <a:ea typeface="Rix고딕 M" pitchFamily="18" charset="-127"/>
              </a:endParaRPr>
            </a:p>
          </p:txBody>
        </p:sp>
        <p:sp>
          <p:nvSpPr>
            <p:cNvPr id="1786" name="직사각형 1785"/>
            <p:cNvSpPr/>
            <p:nvPr/>
          </p:nvSpPr>
          <p:spPr>
            <a:xfrm flipH="1">
              <a:off x="4733735" y="2439360"/>
              <a:ext cx="46084" cy="7531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 smtClean="0">
                <a:latin typeface="Rix고딕 M" pitchFamily="18" charset="-127"/>
                <a:ea typeface="Rix고딕 M" pitchFamily="18" charset="-127"/>
              </a:endParaRPr>
            </a:p>
          </p:txBody>
        </p:sp>
        <p:sp>
          <p:nvSpPr>
            <p:cNvPr id="1787" name="직사각형 1786"/>
            <p:cNvSpPr/>
            <p:nvPr/>
          </p:nvSpPr>
          <p:spPr>
            <a:xfrm flipH="1">
              <a:off x="4609910" y="2439360"/>
              <a:ext cx="46084" cy="7531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 smtClean="0">
                <a:latin typeface="Rix고딕 M" pitchFamily="18" charset="-127"/>
                <a:ea typeface="Rix고딕 M" pitchFamily="18" charset="-127"/>
              </a:endParaRPr>
            </a:p>
          </p:txBody>
        </p:sp>
      </p:grpSp>
      <p:sp>
        <p:nvSpPr>
          <p:cNvPr id="1772" name="TextBox 1771"/>
          <p:cNvSpPr txBox="1"/>
          <p:nvPr/>
        </p:nvSpPr>
        <p:spPr>
          <a:xfrm>
            <a:off x="387721" y="6472149"/>
            <a:ext cx="113813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algn="ctr">
              <a:defRPr sz="800">
                <a:latin typeface="Rix모던고딕 B" panose="02020603020101020101" pitchFamily="18" charset="-127"/>
                <a:ea typeface="Rix모던고딕 B" panose="02020603020101020101" pitchFamily="18" charset="-127"/>
              </a:defRPr>
            </a:lvl1pPr>
          </a:lstStyle>
          <a:p>
            <a:r>
              <a:rPr lang="en-US" altLang="ko-KR" dirty="0" smtClean="0">
                <a:latin typeface="Rix고딕 M" pitchFamily="18" charset="-127"/>
                <a:ea typeface="Rix고딕 M" pitchFamily="18" charset="-127"/>
              </a:rPr>
              <a:t>1F</a:t>
            </a:r>
            <a:endParaRPr lang="ko-KR" altLang="en-US" dirty="0">
              <a:latin typeface="Rix고딕 M" pitchFamily="18" charset="-127"/>
              <a:ea typeface="Rix고딕 M" pitchFamily="18" charset="-127"/>
            </a:endParaRPr>
          </a:p>
        </p:txBody>
      </p:sp>
      <p:sp>
        <p:nvSpPr>
          <p:cNvPr id="1773" name="TextBox 1772"/>
          <p:cNvSpPr txBox="1"/>
          <p:nvPr/>
        </p:nvSpPr>
        <p:spPr>
          <a:xfrm>
            <a:off x="1033623" y="6595260"/>
            <a:ext cx="312585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ko-KR" altLang="en-US" sz="900" dirty="0">
                <a:solidFill>
                  <a:schemeClr val="bg1"/>
                </a:solidFill>
                <a:latin typeface="Rix고딕 M" pitchFamily="18" charset="-127"/>
                <a:ea typeface="Rix고딕 M" pitchFamily="18" charset="-127"/>
              </a:rPr>
              <a:t>관제실</a:t>
            </a:r>
          </a:p>
        </p:txBody>
      </p:sp>
      <p:sp>
        <p:nvSpPr>
          <p:cNvPr id="1774" name="타원 1773"/>
          <p:cNvSpPr/>
          <p:nvPr/>
        </p:nvSpPr>
        <p:spPr>
          <a:xfrm>
            <a:off x="1517876" y="6270237"/>
            <a:ext cx="837347" cy="796462"/>
          </a:xfrm>
          <a:prstGeom prst="ellipse">
            <a:avLst/>
          </a:prstGeom>
          <a:noFill/>
          <a:ln w="25400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9569" tIns="49785" rIns="99569" bIns="49785" rtlCol="0" anchor="ctr"/>
          <a:lstStyle/>
          <a:p>
            <a:pPr algn="ctr"/>
            <a:endParaRPr lang="ko-KR" altLang="en-US" dirty="0">
              <a:latin typeface="Rix고딕 M" pitchFamily="18" charset="-127"/>
              <a:ea typeface="Rix고딕 M" pitchFamily="18" charset="-127"/>
            </a:endParaRPr>
          </a:p>
        </p:txBody>
      </p:sp>
      <p:sp>
        <p:nvSpPr>
          <p:cNvPr id="1775" name="직사각형 1774"/>
          <p:cNvSpPr/>
          <p:nvPr/>
        </p:nvSpPr>
        <p:spPr>
          <a:xfrm rot="5400000">
            <a:off x="1705585" y="452486"/>
            <a:ext cx="321789" cy="2479005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rgbClr val="081422"/>
              </a:gs>
            </a:gsLst>
            <a:lin ang="5400000" scaled="0"/>
          </a:gradFill>
          <a:ln>
            <a:noFill/>
          </a:ln>
          <a:effectLst/>
          <a:scene3d>
            <a:camera prst="orthographicFront"/>
            <a:lightRig rig="threePt" dir="t"/>
          </a:scene3d>
          <a:sp3d>
            <a:bevelT h="63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776" name="Text Box 118"/>
          <p:cNvSpPr txBox="1">
            <a:spLocks noChangeArrowheads="1"/>
          </p:cNvSpPr>
          <p:nvPr/>
        </p:nvSpPr>
        <p:spPr bwMode="gray">
          <a:xfrm>
            <a:off x="813706" y="1581137"/>
            <a:ext cx="2126204" cy="2221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  <a:scene3d>
              <a:camera prst="orthographicFront"/>
              <a:lightRig rig="threePt" dir="t"/>
            </a:scene3d>
            <a:sp3d>
              <a:bevelT w="1270" h="6350"/>
            </a:sp3d>
          </a:bodyPr>
          <a:lstStyle>
            <a:defPPr>
              <a:defRPr lang="ko-KR"/>
            </a:defPPr>
            <a:lvl1pPr marL="342900" indent="-342900" defTabSz="1135063" eaLnBrk="0" hangingPunct="0">
              <a:tabLst>
                <a:tab pos="6149975" algn="l"/>
              </a:tabLst>
            </a:lvl1pPr>
            <a:lvl2pPr marL="0" lvl="1" algn="ctr" defTabSz="1135063" eaLnBrk="0" latinLnBrk="0" hangingPunct="0">
              <a:lnSpc>
                <a:spcPct val="90000"/>
              </a:lnSpc>
              <a:buClr>
                <a:srgbClr val="3271AA"/>
              </a:buClr>
              <a:buSzPct val="140000"/>
              <a:tabLst>
                <a:tab pos="6149975" algn="l"/>
              </a:tabLst>
              <a:defRPr sz="900">
                <a:latin typeface="Rix고딕 B" pitchFamily="18" charset="-127"/>
                <a:ea typeface="Rix고딕 B" pitchFamily="18" charset="-127"/>
              </a:defRPr>
            </a:lvl2pPr>
            <a:lvl3pPr marL="1143000" indent="-228600" defTabSz="1135063" eaLnBrk="0" hangingPunct="0">
              <a:tabLst>
                <a:tab pos="6149975" algn="l"/>
              </a:tabLst>
            </a:lvl3pPr>
            <a:lvl4pPr marL="1600200" indent="-228600" defTabSz="1135063" eaLnBrk="0" hangingPunct="0">
              <a:tabLst>
                <a:tab pos="6149975" algn="l"/>
              </a:tabLst>
            </a:lvl4pPr>
            <a:lvl5pPr marL="2057400" indent="-228600" defTabSz="1135063" eaLnBrk="0" hangingPunct="0">
              <a:tabLst>
                <a:tab pos="6149975" algn="l"/>
              </a:tabLst>
            </a:lvl5pPr>
            <a:lvl6pPr marL="2514600" indent="-228600" defTabSz="1135063" eaLnBrk="0" fontAlgn="base" hangingPunct="0">
              <a:spcBef>
                <a:spcPct val="0"/>
              </a:spcBef>
              <a:spcAft>
                <a:spcPct val="0"/>
              </a:spcAft>
              <a:tabLst>
                <a:tab pos="6149975" algn="l"/>
              </a:tabLst>
            </a:lvl6pPr>
            <a:lvl7pPr marL="2971800" indent="-228600" defTabSz="1135063" eaLnBrk="0" fontAlgn="base" hangingPunct="0">
              <a:spcBef>
                <a:spcPct val="0"/>
              </a:spcBef>
              <a:spcAft>
                <a:spcPct val="0"/>
              </a:spcAft>
              <a:tabLst>
                <a:tab pos="6149975" algn="l"/>
              </a:tabLst>
            </a:lvl7pPr>
            <a:lvl8pPr marL="3429000" indent="-228600" defTabSz="1135063" eaLnBrk="0" fontAlgn="base" hangingPunct="0">
              <a:spcBef>
                <a:spcPct val="0"/>
              </a:spcBef>
              <a:spcAft>
                <a:spcPct val="0"/>
              </a:spcAft>
              <a:tabLst>
                <a:tab pos="6149975" algn="l"/>
              </a:tabLst>
            </a:lvl8pPr>
            <a:lvl9pPr marL="3886200" indent="-228600" defTabSz="1135063" eaLnBrk="0" fontAlgn="base" hangingPunct="0">
              <a:spcBef>
                <a:spcPct val="0"/>
              </a:spcBef>
              <a:spcAft>
                <a:spcPct val="0"/>
              </a:spcAft>
              <a:tabLst>
                <a:tab pos="6149975" algn="l"/>
              </a:tabLst>
            </a:lvl9pPr>
          </a:lstStyle>
          <a:p>
            <a:pPr lvl="1"/>
            <a:r>
              <a:rPr lang="ko-KR" altLang="en-US" sz="1600" spc="-100" dirty="0">
                <a:solidFill>
                  <a:schemeClr val="bg1"/>
                </a:solidFill>
                <a:sym typeface="Symbol" pitchFamily="18" charset="2"/>
              </a:rPr>
              <a:t>별 </a:t>
            </a:r>
            <a:r>
              <a:rPr lang="ko-KR" altLang="en-US" sz="1600" spc="-100" dirty="0" smtClean="0">
                <a:solidFill>
                  <a:schemeClr val="bg1"/>
                </a:solidFill>
                <a:sym typeface="Symbol" pitchFamily="18" charset="2"/>
              </a:rPr>
              <a:t>관</a:t>
            </a:r>
            <a:r>
              <a:rPr lang="en-US" altLang="ko-KR" sz="1600" spc="-100" dirty="0" smtClean="0">
                <a:solidFill>
                  <a:schemeClr val="bg1"/>
                </a:solidFill>
                <a:sym typeface="Symbol" pitchFamily="18" charset="2"/>
              </a:rPr>
              <a:t>(A</a:t>
            </a:r>
            <a:r>
              <a:rPr lang="ko-KR" altLang="en-US" sz="1600" spc="-100" dirty="0" smtClean="0">
                <a:solidFill>
                  <a:schemeClr val="bg1"/>
                </a:solidFill>
                <a:sym typeface="Symbol" pitchFamily="18" charset="2"/>
              </a:rPr>
              <a:t>건물</a:t>
            </a:r>
            <a:r>
              <a:rPr lang="en-US" altLang="ko-KR" sz="1600" spc="-100" dirty="0" smtClean="0">
                <a:solidFill>
                  <a:schemeClr val="bg1"/>
                </a:solidFill>
                <a:sym typeface="Symbol" pitchFamily="18" charset="2"/>
              </a:rPr>
              <a:t>)</a:t>
            </a:r>
            <a:endParaRPr lang="ko-KR" altLang="en-US" sz="1600" spc="-100" dirty="0">
              <a:solidFill>
                <a:schemeClr val="bg1"/>
              </a:solidFill>
              <a:sym typeface="Symbol" pitchFamily="18" charset="2"/>
            </a:endParaRPr>
          </a:p>
        </p:txBody>
      </p:sp>
      <p:sp>
        <p:nvSpPr>
          <p:cNvPr id="2102" name="오른쪽 화살표 2101"/>
          <p:cNvSpPr/>
          <p:nvPr/>
        </p:nvSpPr>
        <p:spPr>
          <a:xfrm>
            <a:off x="3105983" y="2635913"/>
            <a:ext cx="665743" cy="372953"/>
          </a:xfrm>
          <a:prstGeom prst="rightArrow">
            <a:avLst>
              <a:gd name="adj1" fmla="val 50001"/>
              <a:gd name="adj2" fmla="val 64717"/>
            </a:avLst>
          </a:prstGeom>
          <a:solidFill>
            <a:schemeClr val="tx1">
              <a:lumMod val="50000"/>
              <a:lumOff val="50000"/>
            </a:schemeClr>
          </a:solidFill>
          <a:ln w="825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ko-KR" altLang="en-US" dirty="0"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2103" name="오른쪽 화살표 2102"/>
          <p:cNvSpPr/>
          <p:nvPr/>
        </p:nvSpPr>
        <p:spPr>
          <a:xfrm>
            <a:off x="3105983" y="6160178"/>
            <a:ext cx="665743" cy="372953"/>
          </a:xfrm>
          <a:prstGeom prst="rightArrow">
            <a:avLst>
              <a:gd name="adj1" fmla="val 50001"/>
              <a:gd name="adj2" fmla="val 64717"/>
            </a:avLst>
          </a:prstGeom>
          <a:solidFill>
            <a:schemeClr val="tx1">
              <a:lumMod val="50000"/>
              <a:lumOff val="50000"/>
            </a:schemeClr>
          </a:solidFill>
          <a:ln w="825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ko-KR" altLang="en-US" dirty="0"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2104" name="제목 1"/>
          <p:cNvSpPr txBox="1">
            <a:spLocks/>
          </p:cNvSpPr>
          <p:nvPr/>
        </p:nvSpPr>
        <p:spPr>
          <a:xfrm>
            <a:off x="1152636" y="321227"/>
            <a:ext cx="3264463" cy="421098"/>
          </a:xfrm>
          <a:prstGeom prst="rect">
            <a:avLst/>
          </a:prstGeom>
        </p:spPr>
        <p:txBody>
          <a:bodyPr lIns="96487" tIns="48244" rIns="96487" bIns="48244"/>
          <a:lstStyle>
            <a:lvl1pPr algn="l" defTabSz="995690" rtl="0" eaLnBrk="1" latinLnBrk="1" hangingPunct="1">
              <a:spcBef>
                <a:spcPct val="0"/>
              </a:spcBef>
              <a:buNone/>
              <a:defRPr sz="3500" kern="1200">
                <a:solidFill>
                  <a:schemeClr val="tx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+mj-cs"/>
              </a:defRPr>
            </a:lvl1pPr>
          </a:lstStyle>
          <a:p>
            <a:r>
              <a:rPr lang="en-US" altLang="ko-KR" sz="1900" spc="-96" dirty="0">
                <a:solidFill>
                  <a:schemeClr val="tx2">
                    <a:lumMod val="50000"/>
                  </a:schemeClr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2. </a:t>
            </a:r>
            <a:r>
              <a:rPr lang="ko-KR" altLang="en-US" sz="1900" spc="-96" dirty="0">
                <a:solidFill>
                  <a:schemeClr val="tx2">
                    <a:lumMod val="50000"/>
                  </a:schemeClr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네트워크 구축 방안</a:t>
            </a:r>
          </a:p>
        </p:txBody>
      </p:sp>
      <p:grpSp>
        <p:nvGrpSpPr>
          <p:cNvPr id="2105" name="그룹 2104"/>
          <p:cNvGrpSpPr/>
          <p:nvPr/>
        </p:nvGrpSpPr>
        <p:grpSpPr>
          <a:xfrm>
            <a:off x="0" y="868564"/>
            <a:ext cx="10693400" cy="498994"/>
            <a:chOff x="0" y="778175"/>
            <a:chExt cx="11518770" cy="498994"/>
          </a:xfrm>
        </p:grpSpPr>
        <p:sp>
          <p:nvSpPr>
            <p:cNvPr id="2106" name="직사각형 2105"/>
            <p:cNvSpPr/>
            <p:nvPr/>
          </p:nvSpPr>
          <p:spPr>
            <a:xfrm>
              <a:off x="0" y="778175"/>
              <a:ext cx="11518770" cy="49899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2700" cap="rnd" cmpd="sng">
              <a:noFill/>
              <a:prstDash val="solid"/>
              <a:headEnd type="none" w="lg" len="med"/>
              <a:tailEnd type="none" w="lg" len="med"/>
            </a:ln>
            <a:effectLst/>
          </p:spPr>
          <p:style>
            <a:lnRef idx="1">
              <a:schemeClr val="accent5"/>
            </a:lnRef>
            <a:fillRef idx="3">
              <a:schemeClr val="accent5"/>
            </a:fillRef>
            <a:effectRef idx="2">
              <a:schemeClr val="accent5"/>
            </a:effectRef>
            <a:fontRef idx="minor">
              <a:schemeClr val="lt1"/>
            </a:fontRef>
          </p:style>
          <p:txBody>
            <a:bodyPr wrap="none" lIns="99569" tIns="172873" rIns="99569" bIns="49785"/>
            <a:lstStyle/>
            <a:p>
              <a:pPr algn="ctr" latinLnBrk="0"/>
              <a:endParaRPr lang="ko-KR" altLang="en-US" sz="1700" b="1" dirty="0">
                <a:gradFill>
                  <a:gsLst>
                    <a:gs pos="0">
                      <a:prstClr val="white"/>
                    </a:gs>
                    <a:gs pos="100000">
                      <a:prstClr val="white"/>
                    </a:gs>
                  </a:gsLst>
                  <a:lin ang="5400000" scaled="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고도 B" panose="02000503000000020004" pitchFamily="2" charset="-127"/>
                <a:ea typeface="고도 B" panose="02000503000000020004" pitchFamily="2" charset="-127"/>
              </a:endParaRPr>
            </a:p>
          </p:txBody>
        </p:sp>
        <p:sp>
          <p:nvSpPr>
            <p:cNvPr id="2107" name="TextBox 2106"/>
            <p:cNvSpPr txBox="1"/>
            <p:nvPr/>
          </p:nvSpPr>
          <p:spPr>
            <a:xfrm>
              <a:off x="433815" y="840817"/>
              <a:ext cx="901354" cy="369332"/>
            </a:xfrm>
            <a:prstGeom prst="rect">
              <a:avLst/>
            </a:prstGeom>
            <a:noFill/>
            <a:ln w="6350">
              <a:noFill/>
            </a:ln>
            <a:effectLst/>
            <a:scene3d>
              <a:camera prst="orthographicFront"/>
              <a:lightRig rig="threePt" dir="t"/>
            </a:scene3d>
            <a:sp3d>
              <a:bevelT w="0" h="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 anchorCtr="0">
              <a:spAutoFit/>
              <a:sp3d>
                <a:bevelT w="0" h="0"/>
                <a:contourClr>
                  <a:schemeClr val="bg1"/>
                </a:contourClr>
              </a:sp3d>
            </a:bodyPr>
            <a:lstStyle>
              <a:defPPr>
                <a:defRPr lang="ko-KR"/>
              </a:defPPr>
              <a:lvl1pPr lvl="0" indent="0" defTabSz="801639" latinLnBrk="0">
                <a:lnSpc>
                  <a:spcPct val="100000"/>
                </a:lnSpc>
                <a:spcBef>
                  <a:spcPts val="88"/>
                </a:spcBef>
                <a:spcAft>
                  <a:spcPts val="88"/>
                </a:spcAft>
                <a:defRPr sz="2400" spc="0">
                  <a:ln>
                    <a:solidFill>
                      <a:prstClr val="white">
                        <a:alpha val="10000"/>
                      </a:prstClr>
                    </a:solidFill>
                  </a:ln>
                  <a:solidFill>
                    <a:prstClr val="white"/>
                  </a:solidFill>
                  <a:effectLst/>
                  <a:latin typeface="나눔고딕 ExtraBold" panose="020D0904000000000000" pitchFamily="50" charset="-127"/>
                  <a:ea typeface="나눔고딕 ExtraBold" panose="020D0904000000000000" pitchFamily="50" charset="-127"/>
                </a:defRPr>
              </a:lvl1pPr>
            </a:lstStyle>
            <a:p>
              <a:r>
                <a:rPr lang="ko-KR" altLang="en-US" spc="-150" dirty="0" smtClean="0">
                  <a:solidFill>
                    <a:schemeClr val="tx1"/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</a:rPr>
                <a:t>망 분리</a:t>
              </a:r>
              <a:endParaRPr lang="ko-KR" altLang="en-US" spc="-150" dirty="0">
                <a:solidFill>
                  <a:schemeClr val="tx1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endParaRPr>
            </a:p>
          </p:txBody>
        </p:sp>
        <p:sp>
          <p:nvSpPr>
            <p:cNvPr id="2108" name="직사각형 2107"/>
            <p:cNvSpPr/>
            <p:nvPr/>
          </p:nvSpPr>
          <p:spPr>
            <a:xfrm>
              <a:off x="1761665" y="817281"/>
              <a:ext cx="9414068" cy="380168"/>
            </a:xfrm>
            <a:prstGeom prst="rect">
              <a:avLst/>
            </a:prstGeom>
          </p:spPr>
          <p:txBody>
            <a:bodyPr/>
            <a:lstStyle/>
            <a:p>
              <a:pPr marL="0" lvl="1">
                <a:spcBef>
                  <a:spcPct val="0"/>
                </a:spcBef>
              </a:pPr>
              <a:r>
                <a:rPr lang="ko-KR" altLang="en-US" spc="-100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</a:rPr>
                <a:t>인트라넷망</a:t>
              </a:r>
              <a:r>
                <a:rPr lang="en-US" altLang="ko-KR" spc="-1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</a:rPr>
                <a:t>, </a:t>
              </a:r>
              <a:r>
                <a:rPr lang="ko-KR" altLang="en-US" spc="-1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</a:rPr>
                <a:t>인터넷망은 랙 단위로 분리 구축하며</a:t>
              </a:r>
              <a:r>
                <a:rPr lang="en-US" altLang="ko-KR" spc="-1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</a:rPr>
                <a:t>, </a:t>
              </a:r>
              <a:r>
                <a:rPr lang="ko-KR" altLang="en-US" spc="-1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</a:rPr>
                <a:t>모든 구성은 이중화 합니다</a:t>
              </a:r>
              <a:r>
                <a:rPr lang="en-US" altLang="ko-KR" spc="-1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</a:rPr>
                <a:t>.</a:t>
              </a:r>
              <a:endParaRPr lang="en-US" altLang="ko-KR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endParaRPr>
            </a:p>
          </p:txBody>
        </p:sp>
        <p:cxnSp>
          <p:nvCxnSpPr>
            <p:cNvPr id="2109" name="직선 연결선 2108"/>
            <p:cNvCxnSpPr/>
            <p:nvPr/>
          </p:nvCxnSpPr>
          <p:spPr>
            <a:xfrm>
              <a:off x="1725525" y="851717"/>
              <a:ext cx="0" cy="315104"/>
            </a:xfrm>
            <a:prstGeom prst="line">
              <a:avLst/>
            </a:prstGeom>
            <a:ln w="38100">
              <a:solidFill>
                <a:srgbClr val="1B91C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730" name="그림 729"/>
          <p:cNvPicPr>
            <a:picLocks noChangeAspect="1"/>
          </p:cNvPicPr>
          <p:nvPr/>
        </p:nvPicPr>
        <p:blipFill rotWithShape="1">
          <a:blip r:embed="rId1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2414" t="961" r="13237" b="1"/>
          <a:stretch/>
        </p:blipFill>
        <p:spPr>
          <a:xfrm>
            <a:off x="1644857" y="6384289"/>
            <a:ext cx="403151" cy="416492"/>
          </a:xfrm>
          <a:prstGeom prst="rect">
            <a:avLst/>
          </a:prstGeom>
        </p:spPr>
      </p:pic>
      <p:pic>
        <p:nvPicPr>
          <p:cNvPr id="731" name="그림 730"/>
          <p:cNvPicPr>
            <a:picLocks noChangeAspect="1"/>
          </p:cNvPicPr>
          <p:nvPr/>
        </p:nvPicPr>
        <p:blipFill rotWithShape="1">
          <a:blip r:embed="rId1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2414" t="961" r="13237" b="1"/>
          <a:stretch/>
        </p:blipFill>
        <p:spPr>
          <a:xfrm>
            <a:off x="1803607" y="6320789"/>
            <a:ext cx="403151" cy="416492"/>
          </a:xfrm>
          <a:prstGeom prst="rect">
            <a:avLst/>
          </a:prstGeom>
        </p:spPr>
      </p:pic>
      <p:pic>
        <p:nvPicPr>
          <p:cNvPr id="734" name="그림 733"/>
          <p:cNvPicPr>
            <a:picLocks noChangeAspect="1"/>
          </p:cNvPicPr>
          <p:nvPr/>
        </p:nvPicPr>
        <p:blipFill rotWithShape="1">
          <a:blip r:embed="rId1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2414" t="961" r="13237" b="1"/>
          <a:stretch/>
        </p:blipFill>
        <p:spPr>
          <a:xfrm>
            <a:off x="5663006" y="4256348"/>
            <a:ext cx="403151" cy="416492"/>
          </a:xfrm>
          <a:prstGeom prst="rect">
            <a:avLst/>
          </a:prstGeom>
        </p:spPr>
      </p:pic>
      <p:pic>
        <p:nvPicPr>
          <p:cNvPr id="735" name="그림 734"/>
          <p:cNvPicPr>
            <a:picLocks noChangeAspect="1"/>
          </p:cNvPicPr>
          <p:nvPr/>
        </p:nvPicPr>
        <p:blipFill rotWithShape="1">
          <a:blip r:embed="rId1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2414" t="961" r="13237" b="1"/>
          <a:stretch/>
        </p:blipFill>
        <p:spPr>
          <a:xfrm>
            <a:off x="5663006" y="4890961"/>
            <a:ext cx="403151" cy="416492"/>
          </a:xfrm>
          <a:prstGeom prst="rect">
            <a:avLst/>
          </a:prstGeom>
        </p:spPr>
      </p:pic>
      <p:sp>
        <p:nvSpPr>
          <p:cNvPr id="746" name="직사각형 745"/>
          <p:cNvSpPr/>
          <p:nvPr/>
        </p:nvSpPr>
        <p:spPr>
          <a:xfrm>
            <a:off x="7513188" y="5767204"/>
            <a:ext cx="558445" cy="1370860"/>
          </a:xfrm>
          <a:prstGeom prst="rect">
            <a:avLst/>
          </a:prstGeom>
          <a:noFill/>
          <a:ln w="127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9569" tIns="49785" rIns="99569" bIns="49785" rtlCol="0" anchor="ctr"/>
          <a:lstStyle/>
          <a:p>
            <a:pPr algn="ctr"/>
            <a:endParaRPr lang="ko-KR" altLang="en-US" sz="1200" dirty="0">
              <a:solidFill>
                <a:schemeClr val="tx1"/>
              </a:solidFill>
              <a:latin typeface="Rix고딕 M" pitchFamily="18" charset="-127"/>
              <a:ea typeface="Rix고딕 M" pitchFamily="18" charset="-127"/>
            </a:endParaRPr>
          </a:p>
        </p:txBody>
      </p:sp>
      <p:pic>
        <p:nvPicPr>
          <p:cNvPr id="747" name="Picture 12" descr="rack_server_grey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3155" y="6367806"/>
            <a:ext cx="338511" cy="189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48" name="Picture 12" descr="rack_server_grey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3155" y="6138044"/>
            <a:ext cx="338511" cy="189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49" name="Picture 12" descr="rack_server_grey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3155" y="5908281"/>
            <a:ext cx="338511" cy="189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750" name="직선 연결선 749"/>
          <p:cNvCxnSpPr/>
          <p:nvPr/>
        </p:nvCxnSpPr>
        <p:spPr>
          <a:xfrm>
            <a:off x="5828949" y="6318042"/>
            <a:ext cx="0" cy="264016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1" name="직선 연결선 750"/>
          <p:cNvCxnSpPr/>
          <p:nvPr/>
        </p:nvCxnSpPr>
        <p:spPr>
          <a:xfrm>
            <a:off x="5885360" y="6318042"/>
            <a:ext cx="0" cy="264016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52" name="그룹 751"/>
          <p:cNvGrpSpPr/>
          <p:nvPr/>
        </p:nvGrpSpPr>
        <p:grpSpPr>
          <a:xfrm>
            <a:off x="5764228" y="6403574"/>
            <a:ext cx="169001" cy="73130"/>
            <a:chOff x="4946688" y="3862016"/>
            <a:chExt cx="171224" cy="80594"/>
          </a:xfrm>
        </p:grpSpPr>
        <p:sp>
          <p:nvSpPr>
            <p:cNvPr id="753" name="타원 752"/>
            <p:cNvSpPr/>
            <p:nvPr/>
          </p:nvSpPr>
          <p:spPr>
            <a:xfrm>
              <a:off x="4946688" y="3862016"/>
              <a:ext cx="171224" cy="61546"/>
            </a:xfrm>
            <a:prstGeom prst="ellipse">
              <a:avLst/>
            </a:prstGeom>
            <a:noFill/>
            <a:ln w="6350">
              <a:solidFill>
                <a:schemeClr val="tx1">
                  <a:lumMod val="75000"/>
                  <a:lumOff val="25000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 smtClean="0">
                <a:latin typeface="Rix고딕 M" pitchFamily="18" charset="-127"/>
                <a:ea typeface="Rix고딕 M" pitchFamily="18" charset="-127"/>
              </a:endParaRPr>
            </a:p>
          </p:txBody>
        </p:sp>
        <p:sp>
          <p:nvSpPr>
            <p:cNvPr id="754" name="타원 753"/>
            <p:cNvSpPr/>
            <p:nvPr/>
          </p:nvSpPr>
          <p:spPr>
            <a:xfrm>
              <a:off x="4946688" y="3881064"/>
              <a:ext cx="171224" cy="61546"/>
            </a:xfrm>
            <a:prstGeom prst="ellipse">
              <a:avLst/>
            </a:prstGeom>
            <a:noFill/>
            <a:ln w="6350">
              <a:solidFill>
                <a:schemeClr val="tx1">
                  <a:lumMod val="75000"/>
                  <a:lumOff val="25000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 smtClean="0">
                <a:latin typeface="Rix고딕 M" pitchFamily="18" charset="-127"/>
                <a:ea typeface="Rix고딕 M" pitchFamily="18" charset="-127"/>
              </a:endParaRPr>
            </a:p>
          </p:txBody>
        </p:sp>
      </p:grpSp>
      <p:sp>
        <p:nvSpPr>
          <p:cNvPr id="755" name="Text Box 3"/>
          <p:cNvSpPr txBox="1">
            <a:spLocks noChangeArrowheads="1"/>
          </p:cNvSpPr>
          <p:nvPr/>
        </p:nvSpPr>
        <p:spPr bwMode="auto">
          <a:xfrm>
            <a:off x="5378899" y="6312308"/>
            <a:ext cx="429029" cy="250698"/>
          </a:xfrm>
          <a:prstGeom prst="rect">
            <a:avLst/>
          </a:prstGeom>
          <a:noFill/>
          <a:extLst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algn="ctr">
              <a:defRPr sz="800">
                <a:latin typeface="Rix모던고딕 B" panose="02020603020101020101" pitchFamily="18" charset="-127"/>
                <a:ea typeface="Rix모던고딕 B" panose="02020603020101020101" pitchFamily="18" charset="-127"/>
              </a:defRPr>
            </a:lvl1pPr>
          </a:lstStyle>
          <a:p>
            <a:r>
              <a:rPr lang="en-US" altLang="ko-KR" dirty="0">
                <a:latin typeface="Rix고딕 M" pitchFamily="18" charset="-127"/>
                <a:ea typeface="Rix고딕 M" pitchFamily="18" charset="-127"/>
              </a:rPr>
              <a:t>80G</a:t>
            </a:r>
          </a:p>
          <a:p>
            <a:r>
              <a:rPr lang="en-US" altLang="ko-KR" dirty="0">
                <a:latin typeface="Rix고딕 M" pitchFamily="18" charset="-127"/>
                <a:ea typeface="Rix고딕 M" pitchFamily="18" charset="-127"/>
              </a:rPr>
              <a:t>Trunking</a:t>
            </a:r>
          </a:p>
        </p:txBody>
      </p:sp>
      <p:cxnSp>
        <p:nvCxnSpPr>
          <p:cNvPr id="756" name="직선 연결선 755"/>
          <p:cNvCxnSpPr>
            <a:endCxn id="749" idx="1"/>
          </p:cNvCxnSpPr>
          <p:nvPr/>
        </p:nvCxnSpPr>
        <p:spPr>
          <a:xfrm flipV="1">
            <a:off x="6053055" y="6002897"/>
            <a:ext cx="1570100" cy="103147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7" name="직선 연결선 756"/>
          <p:cNvCxnSpPr>
            <a:endCxn id="747" idx="1"/>
          </p:cNvCxnSpPr>
          <p:nvPr/>
        </p:nvCxnSpPr>
        <p:spPr>
          <a:xfrm flipV="1">
            <a:off x="6053055" y="6462422"/>
            <a:ext cx="1570100" cy="342409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8" name="직선 연결선 757"/>
          <p:cNvCxnSpPr/>
          <p:nvPr/>
        </p:nvCxnSpPr>
        <p:spPr>
          <a:xfrm>
            <a:off x="7795865" y="6582814"/>
            <a:ext cx="0" cy="278826"/>
          </a:xfrm>
          <a:prstGeom prst="line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59" name="그룹 758"/>
          <p:cNvGrpSpPr/>
          <p:nvPr/>
        </p:nvGrpSpPr>
        <p:grpSpPr>
          <a:xfrm rot="5400000">
            <a:off x="6151988" y="6085646"/>
            <a:ext cx="155365" cy="79547"/>
            <a:chOff x="4946688" y="3862016"/>
            <a:chExt cx="171224" cy="80594"/>
          </a:xfrm>
        </p:grpSpPr>
        <p:sp>
          <p:nvSpPr>
            <p:cNvPr id="760" name="타원 759"/>
            <p:cNvSpPr/>
            <p:nvPr/>
          </p:nvSpPr>
          <p:spPr>
            <a:xfrm>
              <a:off x="4946688" y="3862016"/>
              <a:ext cx="171224" cy="61546"/>
            </a:xfrm>
            <a:prstGeom prst="ellipse">
              <a:avLst/>
            </a:prstGeom>
            <a:noFill/>
            <a:ln w="6350">
              <a:solidFill>
                <a:schemeClr val="tx1">
                  <a:lumMod val="75000"/>
                  <a:lumOff val="25000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 smtClean="0">
                <a:latin typeface="Rix고딕 M" pitchFamily="18" charset="-127"/>
                <a:ea typeface="Rix고딕 M" pitchFamily="18" charset="-127"/>
              </a:endParaRPr>
            </a:p>
          </p:txBody>
        </p:sp>
        <p:sp>
          <p:nvSpPr>
            <p:cNvPr id="761" name="타원 760"/>
            <p:cNvSpPr/>
            <p:nvPr/>
          </p:nvSpPr>
          <p:spPr>
            <a:xfrm>
              <a:off x="4946688" y="3881064"/>
              <a:ext cx="171224" cy="61546"/>
            </a:xfrm>
            <a:prstGeom prst="ellipse">
              <a:avLst/>
            </a:prstGeom>
            <a:noFill/>
            <a:ln w="6350">
              <a:solidFill>
                <a:schemeClr val="tx1">
                  <a:lumMod val="75000"/>
                  <a:lumOff val="25000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 smtClean="0">
                <a:latin typeface="Rix고딕 M" pitchFamily="18" charset="-127"/>
                <a:ea typeface="Rix고딕 M" pitchFamily="18" charset="-127"/>
              </a:endParaRPr>
            </a:p>
          </p:txBody>
        </p:sp>
      </p:grpSp>
      <p:grpSp>
        <p:nvGrpSpPr>
          <p:cNvPr id="762" name="그룹 761"/>
          <p:cNvGrpSpPr/>
          <p:nvPr/>
        </p:nvGrpSpPr>
        <p:grpSpPr>
          <a:xfrm rot="5400000">
            <a:off x="6157252" y="6707504"/>
            <a:ext cx="155365" cy="79547"/>
            <a:chOff x="4946688" y="3862016"/>
            <a:chExt cx="171224" cy="80594"/>
          </a:xfrm>
        </p:grpSpPr>
        <p:sp>
          <p:nvSpPr>
            <p:cNvPr id="763" name="타원 762"/>
            <p:cNvSpPr/>
            <p:nvPr/>
          </p:nvSpPr>
          <p:spPr>
            <a:xfrm>
              <a:off x="4946688" y="3862016"/>
              <a:ext cx="171224" cy="61546"/>
            </a:xfrm>
            <a:prstGeom prst="ellipse">
              <a:avLst/>
            </a:prstGeom>
            <a:noFill/>
            <a:ln w="6350">
              <a:solidFill>
                <a:schemeClr val="tx1">
                  <a:lumMod val="75000"/>
                  <a:lumOff val="25000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 smtClean="0">
                <a:latin typeface="Rix고딕 M" pitchFamily="18" charset="-127"/>
                <a:ea typeface="Rix고딕 M" pitchFamily="18" charset="-127"/>
              </a:endParaRPr>
            </a:p>
          </p:txBody>
        </p:sp>
        <p:sp>
          <p:nvSpPr>
            <p:cNvPr id="764" name="타원 763"/>
            <p:cNvSpPr/>
            <p:nvPr/>
          </p:nvSpPr>
          <p:spPr>
            <a:xfrm>
              <a:off x="4946688" y="3881064"/>
              <a:ext cx="171224" cy="61546"/>
            </a:xfrm>
            <a:prstGeom prst="ellipse">
              <a:avLst/>
            </a:prstGeom>
            <a:noFill/>
            <a:ln w="6350">
              <a:solidFill>
                <a:schemeClr val="tx1">
                  <a:lumMod val="75000"/>
                  <a:lumOff val="25000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 smtClean="0">
                <a:latin typeface="Rix고딕 M" pitchFamily="18" charset="-127"/>
                <a:ea typeface="Rix고딕 M" pitchFamily="18" charset="-127"/>
              </a:endParaRPr>
            </a:p>
          </p:txBody>
        </p:sp>
      </p:grpSp>
      <p:sp>
        <p:nvSpPr>
          <p:cNvPr id="765" name="Text Box 3"/>
          <p:cNvSpPr txBox="1">
            <a:spLocks noChangeArrowheads="1"/>
          </p:cNvSpPr>
          <p:nvPr/>
        </p:nvSpPr>
        <p:spPr bwMode="auto">
          <a:xfrm>
            <a:off x="6162572" y="5883777"/>
            <a:ext cx="149080" cy="138499"/>
          </a:xfrm>
          <a:prstGeom prst="rect">
            <a:avLst/>
          </a:prstGeom>
          <a:noFill/>
          <a:extLst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algn="ctr">
              <a:defRPr sz="1200"/>
            </a:lvl1pPr>
          </a:lstStyle>
          <a:p>
            <a:r>
              <a:rPr lang="en-US" altLang="ko-KR" sz="900" dirty="0">
                <a:latin typeface="Rix고딕 M" pitchFamily="18" charset="-127"/>
                <a:ea typeface="Rix고딕 M" pitchFamily="18" charset="-127"/>
              </a:rPr>
              <a:t>1G</a:t>
            </a:r>
          </a:p>
        </p:txBody>
      </p:sp>
      <p:sp>
        <p:nvSpPr>
          <p:cNvPr id="766" name="Text Box 3"/>
          <p:cNvSpPr txBox="1">
            <a:spLocks noChangeArrowheads="1"/>
          </p:cNvSpPr>
          <p:nvPr/>
        </p:nvSpPr>
        <p:spPr bwMode="auto">
          <a:xfrm>
            <a:off x="6162572" y="6863263"/>
            <a:ext cx="149080" cy="138499"/>
          </a:xfrm>
          <a:prstGeom prst="rect">
            <a:avLst/>
          </a:prstGeom>
          <a:noFill/>
          <a:extLst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algn="ctr">
              <a:defRPr sz="1200"/>
            </a:lvl1pPr>
          </a:lstStyle>
          <a:p>
            <a:r>
              <a:rPr lang="en-US" altLang="ko-KR" sz="900" dirty="0">
                <a:latin typeface="Rix고딕 M" pitchFamily="18" charset="-127"/>
                <a:ea typeface="Rix고딕 M" pitchFamily="18" charset="-127"/>
              </a:rPr>
              <a:t>1G</a:t>
            </a:r>
          </a:p>
        </p:txBody>
      </p:sp>
      <p:cxnSp>
        <p:nvCxnSpPr>
          <p:cNvPr id="767" name="직선 연결선 766"/>
          <p:cNvCxnSpPr>
            <a:endCxn id="872" idx="3"/>
          </p:cNvCxnSpPr>
          <p:nvPr/>
        </p:nvCxnSpPr>
        <p:spPr>
          <a:xfrm flipH="1">
            <a:off x="4864870" y="6106043"/>
            <a:ext cx="826402" cy="0"/>
          </a:xfrm>
          <a:prstGeom prst="line">
            <a:avLst/>
          </a:prstGeom>
          <a:ln w="285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8" name="직선 연결선 767"/>
          <p:cNvCxnSpPr>
            <a:endCxn id="873" idx="3"/>
          </p:cNvCxnSpPr>
          <p:nvPr/>
        </p:nvCxnSpPr>
        <p:spPr>
          <a:xfrm flipH="1">
            <a:off x="4864870" y="6804831"/>
            <a:ext cx="826402" cy="0"/>
          </a:xfrm>
          <a:prstGeom prst="line">
            <a:avLst/>
          </a:prstGeom>
          <a:ln w="285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69" name="그룹 768"/>
          <p:cNvGrpSpPr/>
          <p:nvPr/>
        </p:nvGrpSpPr>
        <p:grpSpPr>
          <a:xfrm>
            <a:off x="4649585" y="6268738"/>
            <a:ext cx="56411" cy="351406"/>
            <a:chOff x="4186962" y="4270722"/>
            <a:chExt cx="52257" cy="239460"/>
          </a:xfrm>
        </p:grpSpPr>
        <p:cxnSp>
          <p:nvCxnSpPr>
            <p:cNvPr id="770" name="직선 연결선 769"/>
            <p:cNvCxnSpPr/>
            <p:nvPr/>
          </p:nvCxnSpPr>
          <p:spPr>
            <a:xfrm>
              <a:off x="4186962" y="4270722"/>
              <a:ext cx="0" cy="239460"/>
            </a:xfrm>
            <a:prstGeom prst="line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1" name="직선 연결선 770"/>
            <p:cNvCxnSpPr/>
            <p:nvPr/>
          </p:nvCxnSpPr>
          <p:spPr>
            <a:xfrm>
              <a:off x="4239219" y="4270722"/>
              <a:ext cx="0" cy="239460"/>
            </a:xfrm>
            <a:prstGeom prst="line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72" name="그룹 771"/>
          <p:cNvGrpSpPr/>
          <p:nvPr/>
        </p:nvGrpSpPr>
        <p:grpSpPr>
          <a:xfrm>
            <a:off x="4584864" y="6397965"/>
            <a:ext cx="169001" cy="73130"/>
            <a:chOff x="4946688" y="3862016"/>
            <a:chExt cx="171224" cy="80594"/>
          </a:xfrm>
        </p:grpSpPr>
        <p:sp>
          <p:nvSpPr>
            <p:cNvPr id="773" name="타원 772"/>
            <p:cNvSpPr/>
            <p:nvPr/>
          </p:nvSpPr>
          <p:spPr>
            <a:xfrm>
              <a:off x="4946688" y="3862016"/>
              <a:ext cx="171224" cy="61546"/>
            </a:xfrm>
            <a:prstGeom prst="ellipse">
              <a:avLst/>
            </a:prstGeom>
            <a:noFill/>
            <a:ln w="6350">
              <a:solidFill>
                <a:schemeClr val="tx1">
                  <a:lumMod val="75000"/>
                  <a:lumOff val="25000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 smtClean="0">
                <a:latin typeface="Rix고딕 M" pitchFamily="18" charset="-127"/>
                <a:ea typeface="Rix고딕 M" pitchFamily="18" charset="-127"/>
              </a:endParaRPr>
            </a:p>
          </p:txBody>
        </p:sp>
        <p:sp>
          <p:nvSpPr>
            <p:cNvPr id="774" name="타원 773"/>
            <p:cNvSpPr/>
            <p:nvPr/>
          </p:nvSpPr>
          <p:spPr>
            <a:xfrm>
              <a:off x="4946688" y="3881064"/>
              <a:ext cx="171224" cy="61546"/>
            </a:xfrm>
            <a:prstGeom prst="ellipse">
              <a:avLst/>
            </a:prstGeom>
            <a:noFill/>
            <a:ln w="6350">
              <a:solidFill>
                <a:schemeClr val="tx1">
                  <a:lumMod val="75000"/>
                  <a:lumOff val="25000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 smtClean="0">
                <a:latin typeface="Rix고딕 M" pitchFamily="18" charset="-127"/>
                <a:ea typeface="Rix고딕 M" pitchFamily="18" charset="-127"/>
              </a:endParaRPr>
            </a:p>
          </p:txBody>
        </p:sp>
      </p:grpSp>
      <p:cxnSp>
        <p:nvCxnSpPr>
          <p:cNvPr id="775" name="직선 연결선 774"/>
          <p:cNvCxnSpPr/>
          <p:nvPr/>
        </p:nvCxnSpPr>
        <p:spPr>
          <a:xfrm>
            <a:off x="7959905" y="5996697"/>
            <a:ext cx="1554342" cy="0"/>
          </a:xfrm>
          <a:prstGeom prst="line">
            <a:avLst/>
          </a:prstGeom>
          <a:ln w="9525">
            <a:solidFill>
              <a:schemeClr val="tx1"/>
            </a:solidFill>
            <a:headEnd type="none" w="sm" len="sm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6" name="직선 연결선 775"/>
          <p:cNvCxnSpPr/>
          <p:nvPr/>
        </p:nvCxnSpPr>
        <p:spPr>
          <a:xfrm flipH="1">
            <a:off x="9395261" y="5996697"/>
            <a:ext cx="0" cy="106883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8" name="직선 연결선 787"/>
          <p:cNvCxnSpPr/>
          <p:nvPr/>
        </p:nvCxnSpPr>
        <p:spPr>
          <a:xfrm flipH="1">
            <a:off x="9276462" y="5996697"/>
            <a:ext cx="0" cy="106883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9" name="직선 연결선 788"/>
          <p:cNvCxnSpPr/>
          <p:nvPr/>
        </p:nvCxnSpPr>
        <p:spPr>
          <a:xfrm flipH="1">
            <a:off x="9157665" y="5996697"/>
            <a:ext cx="0" cy="106883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0" name="직선 연결선 789"/>
          <p:cNvCxnSpPr/>
          <p:nvPr/>
        </p:nvCxnSpPr>
        <p:spPr>
          <a:xfrm flipH="1">
            <a:off x="9038866" y="5996697"/>
            <a:ext cx="0" cy="106883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1" name="직선 연결선 790"/>
          <p:cNvCxnSpPr/>
          <p:nvPr/>
        </p:nvCxnSpPr>
        <p:spPr>
          <a:xfrm flipH="1">
            <a:off x="8920067" y="5996697"/>
            <a:ext cx="0" cy="106883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2" name="직선 연결선 791"/>
          <p:cNvCxnSpPr/>
          <p:nvPr/>
        </p:nvCxnSpPr>
        <p:spPr>
          <a:xfrm flipH="1">
            <a:off x="8801269" y="5996697"/>
            <a:ext cx="0" cy="106883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3" name="직선 연결선 792"/>
          <p:cNvCxnSpPr/>
          <p:nvPr/>
        </p:nvCxnSpPr>
        <p:spPr>
          <a:xfrm flipH="1">
            <a:off x="8563671" y="5996697"/>
            <a:ext cx="0" cy="106883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4" name="직선 연결선 793"/>
          <p:cNvCxnSpPr/>
          <p:nvPr/>
        </p:nvCxnSpPr>
        <p:spPr>
          <a:xfrm flipH="1">
            <a:off x="8326074" y="5996697"/>
            <a:ext cx="0" cy="106883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5" name="직선 연결선 794"/>
          <p:cNvCxnSpPr/>
          <p:nvPr/>
        </p:nvCxnSpPr>
        <p:spPr>
          <a:xfrm flipH="1">
            <a:off x="8682470" y="5996697"/>
            <a:ext cx="0" cy="106883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6" name="직선 연결선 795"/>
          <p:cNvCxnSpPr/>
          <p:nvPr/>
        </p:nvCxnSpPr>
        <p:spPr>
          <a:xfrm flipH="1">
            <a:off x="8444873" y="5996697"/>
            <a:ext cx="0" cy="106883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7" name="직선 연결선 796"/>
          <p:cNvCxnSpPr/>
          <p:nvPr/>
        </p:nvCxnSpPr>
        <p:spPr>
          <a:xfrm flipH="1">
            <a:off x="8207275" y="5996697"/>
            <a:ext cx="0" cy="106883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8" name="직선 연결선 797"/>
          <p:cNvCxnSpPr/>
          <p:nvPr/>
        </p:nvCxnSpPr>
        <p:spPr>
          <a:xfrm flipH="1">
            <a:off x="8088474" y="5996697"/>
            <a:ext cx="0" cy="106883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9" name="직사각형 798"/>
          <p:cNvSpPr/>
          <p:nvPr/>
        </p:nvSpPr>
        <p:spPr>
          <a:xfrm flipH="1">
            <a:off x="9372878" y="6092432"/>
            <a:ext cx="45485" cy="7108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9569" tIns="49785" rIns="99569" bIns="49785" rtlCol="0" anchor="ctr"/>
          <a:lstStyle/>
          <a:p>
            <a:pPr algn="ctr"/>
            <a:endParaRPr lang="ko-KR" altLang="en-US" dirty="0" smtClean="0">
              <a:latin typeface="Rix고딕 M" pitchFamily="18" charset="-127"/>
              <a:ea typeface="Rix고딕 M" pitchFamily="18" charset="-127"/>
            </a:endParaRPr>
          </a:p>
        </p:txBody>
      </p:sp>
      <p:sp>
        <p:nvSpPr>
          <p:cNvPr id="800" name="직사각형 799"/>
          <p:cNvSpPr/>
          <p:nvPr/>
        </p:nvSpPr>
        <p:spPr>
          <a:xfrm flipH="1">
            <a:off x="9250660" y="6092432"/>
            <a:ext cx="45485" cy="7108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9569" tIns="49785" rIns="99569" bIns="49785" rtlCol="0" anchor="ctr"/>
          <a:lstStyle/>
          <a:p>
            <a:pPr algn="ctr"/>
            <a:endParaRPr lang="ko-KR" altLang="en-US" dirty="0" smtClean="0">
              <a:latin typeface="Rix고딕 M" pitchFamily="18" charset="-127"/>
              <a:ea typeface="Rix고딕 M" pitchFamily="18" charset="-127"/>
            </a:endParaRPr>
          </a:p>
        </p:txBody>
      </p:sp>
      <p:sp>
        <p:nvSpPr>
          <p:cNvPr id="801" name="직사각형 800"/>
          <p:cNvSpPr/>
          <p:nvPr/>
        </p:nvSpPr>
        <p:spPr>
          <a:xfrm flipH="1">
            <a:off x="9140978" y="6092432"/>
            <a:ext cx="45485" cy="7108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9569" tIns="49785" rIns="99569" bIns="49785" rtlCol="0" anchor="ctr"/>
          <a:lstStyle/>
          <a:p>
            <a:pPr algn="ctr"/>
            <a:endParaRPr lang="ko-KR" altLang="en-US" dirty="0" smtClean="0">
              <a:latin typeface="Rix고딕 M" pitchFamily="18" charset="-127"/>
              <a:ea typeface="Rix고딕 M" pitchFamily="18" charset="-127"/>
            </a:endParaRPr>
          </a:p>
        </p:txBody>
      </p:sp>
      <p:sp>
        <p:nvSpPr>
          <p:cNvPr id="802" name="직사각형 801"/>
          <p:cNvSpPr/>
          <p:nvPr/>
        </p:nvSpPr>
        <p:spPr>
          <a:xfrm flipH="1">
            <a:off x="9015627" y="6092432"/>
            <a:ext cx="45485" cy="7108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9569" tIns="49785" rIns="99569" bIns="49785" rtlCol="0" anchor="ctr"/>
          <a:lstStyle/>
          <a:p>
            <a:pPr algn="ctr"/>
            <a:endParaRPr lang="ko-KR" altLang="en-US" dirty="0" smtClean="0">
              <a:latin typeface="Rix고딕 M" pitchFamily="18" charset="-127"/>
              <a:ea typeface="Rix고딕 M" pitchFamily="18" charset="-127"/>
            </a:endParaRPr>
          </a:p>
        </p:txBody>
      </p:sp>
      <p:sp>
        <p:nvSpPr>
          <p:cNvPr id="803" name="직사각형 802"/>
          <p:cNvSpPr/>
          <p:nvPr/>
        </p:nvSpPr>
        <p:spPr>
          <a:xfrm flipH="1">
            <a:off x="8893408" y="6092432"/>
            <a:ext cx="45485" cy="7108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9569" tIns="49785" rIns="99569" bIns="49785" rtlCol="0" anchor="ctr"/>
          <a:lstStyle/>
          <a:p>
            <a:pPr algn="ctr"/>
            <a:endParaRPr lang="ko-KR" altLang="en-US" dirty="0" smtClean="0">
              <a:latin typeface="Rix고딕 M" pitchFamily="18" charset="-127"/>
              <a:ea typeface="Rix고딕 M" pitchFamily="18" charset="-127"/>
            </a:endParaRPr>
          </a:p>
        </p:txBody>
      </p:sp>
      <p:sp>
        <p:nvSpPr>
          <p:cNvPr id="804" name="직사각형 803"/>
          <p:cNvSpPr/>
          <p:nvPr/>
        </p:nvSpPr>
        <p:spPr>
          <a:xfrm flipH="1">
            <a:off x="8783726" y="6092432"/>
            <a:ext cx="45485" cy="7108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9569" tIns="49785" rIns="99569" bIns="49785" rtlCol="0" anchor="ctr"/>
          <a:lstStyle/>
          <a:p>
            <a:pPr algn="ctr"/>
            <a:endParaRPr lang="ko-KR" altLang="en-US" dirty="0" smtClean="0">
              <a:latin typeface="Rix고딕 M" pitchFamily="18" charset="-127"/>
              <a:ea typeface="Rix고딕 M" pitchFamily="18" charset="-127"/>
            </a:endParaRPr>
          </a:p>
        </p:txBody>
      </p:sp>
      <p:sp>
        <p:nvSpPr>
          <p:cNvPr id="806" name="직사각형 805"/>
          <p:cNvSpPr/>
          <p:nvPr/>
        </p:nvSpPr>
        <p:spPr>
          <a:xfrm flipH="1">
            <a:off x="8658375" y="6092432"/>
            <a:ext cx="45485" cy="7108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9569" tIns="49785" rIns="99569" bIns="49785" rtlCol="0" anchor="ctr"/>
          <a:lstStyle/>
          <a:p>
            <a:pPr algn="ctr"/>
            <a:endParaRPr lang="ko-KR" altLang="en-US" dirty="0" smtClean="0">
              <a:latin typeface="Rix고딕 M" pitchFamily="18" charset="-127"/>
              <a:ea typeface="Rix고딕 M" pitchFamily="18" charset="-127"/>
            </a:endParaRPr>
          </a:p>
        </p:txBody>
      </p:sp>
      <p:sp>
        <p:nvSpPr>
          <p:cNvPr id="807" name="직사각형 806"/>
          <p:cNvSpPr/>
          <p:nvPr/>
        </p:nvSpPr>
        <p:spPr>
          <a:xfrm flipH="1">
            <a:off x="8536158" y="6092432"/>
            <a:ext cx="45485" cy="7108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9569" tIns="49785" rIns="99569" bIns="49785" rtlCol="0" anchor="ctr"/>
          <a:lstStyle/>
          <a:p>
            <a:pPr algn="ctr"/>
            <a:endParaRPr lang="ko-KR" altLang="en-US" dirty="0" smtClean="0">
              <a:latin typeface="Rix고딕 M" pitchFamily="18" charset="-127"/>
              <a:ea typeface="Rix고딕 M" pitchFamily="18" charset="-127"/>
            </a:endParaRPr>
          </a:p>
        </p:txBody>
      </p:sp>
      <p:sp>
        <p:nvSpPr>
          <p:cNvPr id="808" name="직사각형 807"/>
          <p:cNvSpPr/>
          <p:nvPr/>
        </p:nvSpPr>
        <p:spPr>
          <a:xfrm flipH="1">
            <a:off x="8426475" y="6092432"/>
            <a:ext cx="45485" cy="7108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9569" tIns="49785" rIns="99569" bIns="49785" rtlCol="0" anchor="ctr"/>
          <a:lstStyle/>
          <a:p>
            <a:pPr algn="ctr"/>
            <a:endParaRPr lang="ko-KR" altLang="en-US" dirty="0" smtClean="0">
              <a:latin typeface="Rix고딕 M" pitchFamily="18" charset="-127"/>
              <a:ea typeface="Rix고딕 M" pitchFamily="18" charset="-127"/>
            </a:endParaRPr>
          </a:p>
        </p:txBody>
      </p:sp>
      <p:sp>
        <p:nvSpPr>
          <p:cNvPr id="809" name="직사각형 808"/>
          <p:cNvSpPr/>
          <p:nvPr/>
        </p:nvSpPr>
        <p:spPr>
          <a:xfrm flipH="1">
            <a:off x="8301124" y="6092432"/>
            <a:ext cx="45485" cy="7108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9569" tIns="49785" rIns="99569" bIns="49785" rtlCol="0" anchor="ctr"/>
          <a:lstStyle/>
          <a:p>
            <a:pPr algn="ctr"/>
            <a:endParaRPr lang="ko-KR" altLang="en-US" dirty="0" smtClean="0">
              <a:latin typeface="Rix고딕 M" pitchFamily="18" charset="-127"/>
              <a:ea typeface="Rix고딕 M" pitchFamily="18" charset="-127"/>
            </a:endParaRPr>
          </a:p>
        </p:txBody>
      </p:sp>
      <p:sp>
        <p:nvSpPr>
          <p:cNvPr id="810" name="직사각형 809"/>
          <p:cNvSpPr/>
          <p:nvPr/>
        </p:nvSpPr>
        <p:spPr>
          <a:xfrm flipH="1">
            <a:off x="8178907" y="6092432"/>
            <a:ext cx="45485" cy="7108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9569" tIns="49785" rIns="99569" bIns="49785" rtlCol="0" anchor="ctr"/>
          <a:lstStyle/>
          <a:p>
            <a:pPr algn="ctr"/>
            <a:endParaRPr lang="ko-KR" altLang="en-US" dirty="0" smtClean="0">
              <a:latin typeface="Rix고딕 M" pitchFamily="18" charset="-127"/>
              <a:ea typeface="Rix고딕 M" pitchFamily="18" charset="-127"/>
            </a:endParaRPr>
          </a:p>
        </p:txBody>
      </p:sp>
      <p:sp>
        <p:nvSpPr>
          <p:cNvPr id="811" name="직사각형 810"/>
          <p:cNvSpPr/>
          <p:nvPr/>
        </p:nvSpPr>
        <p:spPr>
          <a:xfrm flipH="1">
            <a:off x="8069224" y="6092432"/>
            <a:ext cx="45485" cy="7108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9569" tIns="49785" rIns="99569" bIns="49785" rtlCol="0" anchor="ctr"/>
          <a:lstStyle/>
          <a:p>
            <a:pPr algn="ctr"/>
            <a:endParaRPr lang="ko-KR" altLang="en-US" dirty="0" smtClean="0">
              <a:latin typeface="Rix고딕 M" pitchFamily="18" charset="-127"/>
              <a:ea typeface="Rix고딕 M" pitchFamily="18" charset="-127"/>
            </a:endParaRPr>
          </a:p>
        </p:txBody>
      </p:sp>
      <p:cxnSp>
        <p:nvCxnSpPr>
          <p:cNvPr id="812" name="직선 연결선 811"/>
          <p:cNvCxnSpPr/>
          <p:nvPr/>
        </p:nvCxnSpPr>
        <p:spPr>
          <a:xfrm>
            <a:off x="7959905" y="6252372"/>
            <a:ext cx="1554342" cy="0"/>
          </a:xfrm>
          <a:prstGeom prst="line">
            <a:avLst/>
          </a:prstGeom>
          <a:ln w="9525">
            <a:solidFill>
              <a:schemeClr val="tx1"/>
            </a:solidFill>
            <a:headEnd type="none" w="sm" len="sm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3" name="직선 연결선 812"/>
          <p:cNvCxnSpPr/>
          <p:nvPr/>
        </p:nvCxnSpPr>
        <p:spPr>
          <a:xfrm flipH="1">
            <a:off x="9395261" y="6252372"/>
            <a:ext cx="0" cy="106883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4" name="직선 연결선 813"/>
          <p:cNvCxnSpPr/>
          <p:nvPr/>
        </p:nvCxnSpPr>
        <p:spPr>
          <a:xfrm flipH="1">
            <a:off x="9276462" y="6252372"/>
            <a:ext cx="0" cy="106883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5" name="직선 연결선 814"/>
          <p:cNvCxnSpPr/>
          <p:nvPr/>
        </p:nvCxnSpPr>
        <p:spPr>
          <a:xfrm flipH="1">
            <a:off x="9157665" y="6252372"/>
            <a:ext cx="0" cy="106883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6" name="직선 연결선 815"/>
          <p:cNvCxnSpPr/>
          <p:nvPr/>
        </p:nvCxnSpPr>
        <p:spPr>
          <a:xfrm flipH="1">
            <a:off x="9038866" y="6252372"/>
            <a:ext cx="0" cy="106883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7" name="직선 연결선 816"/>
          <p:cNvCxnSpPr/>
          <p:nvPr/>
        </p:nvCxnSpPr>
        <p:spPr>
          <a:xfrm flipH="1">
            <a:off x="8920067" y="6252372"/>
            <a:ext cx="0" cy="106883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8" name="직선 연결선 817"/>
          <p:cNvCxnSpPr/>
          <p:nvPr/>
        </p:nvCxnSpPr>
        <p:spPr>
          <a:xfrm flipH="1">
            <a:off x="8801269" y="6252372"/>
            <a:ext cx="0" cy="106883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9" name="직선 연결선 818"/>
          <p:cNvCxnSpPr/>
          <p:nvPr/>
        </p:nvCxnSpPr>
        <p:spPr>
          <a:xfrm flipH="1">
            <a:off x="8563671" y="6252372"/>
            <a:ext cx="0" cy="106883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0" name="직선 연결선 819"/>
          <p:cNvCxnSpPr/>
          <p:nvPr/>
        </p:nvCxnSpPr>
        <p:spPr>
          <a:xfrm flipH="1">
            <a:off x="8326074" y="6252372"/>
            <a:ext cx="0" cy="106883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1" name="직선 연결선 820"/>
          <p:cNvCxnSpPr/>
          <p:nvPr/>
        </p:nvCxnSpPr>
        <p:spPr>
          <a:xfrm flipH="1">
            <a:off x="8682470" y="6252372"/>
            <a:ext cx="0" cy="106883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2" name="직선 연결선 821"/>
          <p:cNvCxnSpPr/>
          <p:nvPr/>
        </p:nvCxnSpPr>
        <p:spPr>
          <a:xfrm flipH="1">
            <a:off x="8444873" y="6252372"/>
            <a:ext cx="0" cy="106883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3" name="직선 연결선 822"/>
          <p:cNvCxnSpPr/>
          <p:nvPr/>
        </p:nvCxnSpPr>
        <p:spPr>
          <a:xfrm flipH="1">
            <a:off x="8207275" y="6252372"/>
            <a:ext cx="0" cy="106883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4" name="직선 연결선 823"/>
          <p:cNvCxnSpPr/>
          <p:nvPr/>
        </p:nvCxnSpPr>
        <p:spPr>
          <a:xfrm flipH="1">
            <a:off x="8088474" y="6252372"/>
            <a:ext cx="0" cy="106883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5" name="직사각형 824"/>
          <p:cNvSpPr/>
          <p:nvPr/>
        </p:nvSpPr>
        <p:spPr>
          <a:xfrm flipH="1">
            <a:off x="9372878" y="6348107"/>
            <a:ext cx="45485" cy="7108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9569" tIns="49785" rIns="99569" bIns="49785" rtlCol="0" anchor="ctr"/>
          <a:lstStyle/>
          <a:p>
            <a:pPr algn="ctr"/>
            <a:endParaRPr lang="ko-KR" altLang="en-US" dirty="0" smtClean="0">
              <a:latin typeface="Rix고딕 M" pitchFamily="18" charset="-127"/>
              <a:ea typeface="Rix고딕 M" pitchFamily="18" charset="-127"/>
            </a:endParaRPr>
          </a:p>
        </p:txBody>
      </p:sp>
      <p:sp>
        <p:nvSpPr>
          <p:cNvPr id="826" name="직사각형 825"/>
          <p:cNvSpPr/>
          <p:nvPr/>
        </p:nvSpPr>
        <p:spPr>
          <a:xfrm flipH="1">
            <a:off x="9250660" y="6348107"/>
            <a:ext cx="45485" cy="7108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9569" tIns="49785" rIns="99569" bIns="49785" rtlCol="0" anchor="ctr"/>
          <a:lstStyle/>
          <a:p>
            <a:pPr algn="ctr"/>
            <a:endParaRPr lang="ko-KR" altLang="en-US" dirty="0" smtClean="0">
              <a:latin typeface="Rix고딕 M" pitchFamily="18" charset="-127"/>
              <a:ea typeface="Rix고딕 M" pitchFamily="18" charset="-127"/>
            </a:endParaRPr>
          </a:p>
        </p:txBody>
      </p:sp>
      <p:sp>
        <p:nvSpPr>
          <p:cNvPr id="827" name="직사각형 826"/>
          <p:cNvSpPr/>
          <p:nvPr/>
        </p:nvSpPr>
        <p:spPr>
          <a:xfrm flipH="1">
            <a:off x="9140978" y="6348107"/>
            <a:ext cx="45485" cy="7108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9569" tIns="49785" rIns="99569" bIns="49785" rtlCol="0" anchor="ctr"/>
          <a:lstStyle/>
          <a:p>
            <a:pPr algn="ctr"/>
            <a:endParaRPr lang="ko-KR" altLang="en-US" dirty="0" smtClean="0">
              <a:latin typeface="Rix고딕 M" pitchFamily="18" charset="-127"/>
              <a:ea typeface="Rix고딕 M" pitchFamily="18" charset="-127"/>
            </a:endParaRPr>
          </a:p>
        </p:txBody>
      </p:sp>
      <p:sp>
        <p:nvSpPr>
          <p:cNvPr id="828" name="직사각형 827"/>
          <p:cNvSpPr/>
          <p:nvPr/>
        </p:nvSpPr>
        <p:spPr>
          <a:xfrm flipH="1">
            <a:off x="9015627" y="6348107"/>
            <a:ext cx="45485" cy="7108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9569" tIns="49785" rIns="99569" bIns="49785" rtlCol="0" anchor="ctr"/>
          <a:lstStyle/>
          <a:p>
            <a:pPr algn="ctr"/>
            <a:endParaRPr lang="ko-KR" altLang="en-US" dirty="0" smtClean="0">
              <a:latin typeface="Rix고딕 M" pitchFamily="18" charset="-127"/>
              <a:ea typeface="Rix고딕 M" pitchFamily="18" charset="-127"/>
            </a:endParaRPr>
          </a:p>
        </p:txBody>
      </p:sp>
      <p:sp>
        <p:nvSpPr>
          <p:cNvPr id="829" name="직사각형 828"/>
          <p:cNvSpPr/>
          <p:nvPr/>
        </p:nvSpPr>
        <p:spPr>
          <a:xfrm flipH="1">
            <a:off x="8893408" y="6348107"/>
            <a:ext cx="45485" cy="7108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9569" tIns="49785" rIns="99569" bIns="49785" rtlCol="0" anchor="ctr"/>
          <a:lstStyle/>
          <a:p>
            <a:pPr algn="ctr"/>
            <a:endParaRPr lang="ko-KR" altLang="en-US" dirty="0" smtClean="0">
              <a:latin typeface="Rix고딕 M" pitchFamily="18" charset="-127"/>
              <a:ea typeface="Rix고딕 M" pitchFamily="18" charset="-127"/>
            </a:endParaRPr>
          </a:p>
        </p:txBody>
      </p:sp>
      <p:sp>
        <p:nvSpPr>
          <p:cNvPr id="830" name="직사각형 829"/>
          <p:cNvSpPr/>
          <p:nvPr/>
        </p:nvSpPr>
        <p:spPr>
          <a:xfrm flipH="1">
            <a:off x="8783726" y="6348107"/>
            <a:ext cx="45485" cy="7108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9569" tIns="49785" rIns="99569" bIns="49785" rtlCol="0" anchor="ctr"/>
          <a:lstStyle/>
          <a:p>
            <a:pPr algn="ctr"/>
            <a:endParaRPr lang="ko-KR" altLang="en-US" dirty="0" smtClean="0">
              <a:latin typeface="Rix고딕 M" pitchFamily="18" charset="-127"/>
              <a:ea typeface="Rix고딕 M" pitchFamily="18" charset="-127"/>
            </a:endParaRPr>
          </a:p>
        </p:txBody>
      </p:sp>
      <p:sp>
        <p:nvSpPr>
          <p:cNvPr id="832" name="직사각형 831"/>
          <p:cNvSpPr/>
          <p:nvPr/>
        </p:nvSpPr>
        <p:spPr>
          <a:xfrm flipH="1">
            <a:off x="8658375" y="6348107"/>
            <a:ext cx="45485" cy="7108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9569" tIns="49785" rIns="99569" bIns="49785" rtlCol="0" anchor="ctr"/>
          <a:lstStyle/>
          <a:p>
            <a:pPr algn="ctr"/>
            <a:endParaRPr lang="ko-KR" altLang="en-US" dirty="0" smtClean="0">
              <a:latin typeface="Rix고딕 M" pitchFamily="18" charset="-127"/>
              <a:ea typeface="Rix고딕 M" pitchFamily="18" charset="-127"/>
            </a:endParaRPr>
          </a:p>
        </p:txBody>
      </p:sp>
      <p:sp>
        <p:nvSpPr>
          <p:cNvPr id="833" name="직사각형 832"/>
          <p:cNvSpPr/>
          <p:nvPr/>
        </p:nvSpPr>
        <p:spPr>
          <a:xfrm flipH="1">
            <a:off x="8536158" y="6348107"/>
            <a:ext cx="45485" cy="7108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9569" tIns="49785" rIns="99569" bIns="49785" rtlCol="0" anchor="ctr"/>
          <a:lstStyle/>
          <a:p>
            <a:pPr algn="ctr"/>
            <a:endParaRPr lang="ko-KR" altLang="en-US" dirty="0" smtClean="0">
              <a:latin typeface="Rix고딕 M" pitchFamily="18" charset="-127"/>
              <a:ea typeface="Rix고딕 M" pitchFamily="18" charset="-127"/>
            </a:endParaRPr>
          </a:p>
        </p:txBody>
      </p:sp>
      <p:sp>
        <p:nvSpPr>
          <p:cNvPr id="834" name="직사각형 833"/>
          <p:cNvSpPr/>
          <p:nvPr/>
        </p:nvSpPr>
        <p:spPr>
          <a:xfrm flipH="1">
            <a:off x="8426475" y="6348107"/>
            <a:ext cx="45485" cy="7108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9569" tIns="49785" rIns="99569" bIns="49785" rtlCol="0" anchor="ctr"/>
          <a:lstStyle/>
          <a:p>
            <a:pPr algn="ctr"/>
            <a:endParaRPr lang="ko-KR" altLang="en-US" dirty="0" smtClean="0">
              <a:latin typeface="Rix고딕 M" pitchFamily="18" charset="-127"/>
              <a:ea typeface="Rix고딕 M" pitchFamily="18" charset="-127"/>
            </a:endParaRPr>
          </a:p>
        </p:txBody>
      </p:sp>
      <p:sp>
        <p:nvSpPr>
          <p:cNvPr id="835" name="직사각형 834"/>
          <p:cNvSpPr/>
          <p:nvPr/>
        </p:nvSpPr>
        <p:spPr>
          <a:xfrm flipH="1">
            <a:off x="8301124" y="6348107"/>
            <a:ext cx="45485" cy="7108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9569" tIns="49785" rIns="99569" bIns="49785" rtlCol="0" anchor="ctr"/>
          <a:lstStyle/>
          <a:p>
            <a:pPr algn="ctr"/>
            <a:endParaRPr lang="ko-KR" altLang="en-US" dirty="0" smtClean="0">
              <a:latin typeface="Rix고딕 M" pitchFamily="18" charset="-127"/>
              <a:ea typeface="Rix고딕 M" pitchFamily="18" charset="-127"/>
            </a:endParaRPr>
          </a:p>
        </p:txBody>
      </p:sp>
      <p:sp>
        <p:nvSpPr>
          <p:cNvPr id="836" name="직사각형 835"/>
          <p:cNvSpPr/>
          <p:nvPr/>
        </p:nvSpPr>
        <p:spPr>
          <a:xfrm flipH="1">
            <a:off x="8178907" y="6348107"/>
            <a:ext cx="45485" cy="7108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9569" tIns="49785" rIns="99569" bIns="49785" rtlCol="0" anchor="ctr"/>
          <a:lstStyle/>
          <a:p>
            <a:pPr algn="ctr"/>
            <a:endParaRPr lang="ko-KR" altLang="en-US" dirty="0" smtClean="0">
              <a:latin typeface="Rix고딕 M" pitchFamily="18" charset="-127"/>
              <a:ea typeface="Rix고딕 M" pitchFamily="18" charset="-127"/>
            </a:endParaRPr>
          </a:p>
        </p:txBody>
      </p:sp>
      <p:sp>
        <p:nvSpPr>
          <p:cNvPr id="837" name="직사각형 836"/>
          <p:cNvSpPr/>
          <p:nvPr/>
        </p:nvSpPr>
        <p:spPr>
          <a:xfrm flipH="1">
            <a:off x="8069224" y="6348107"/>
            <a:ext cx="45485" cy="7108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9569" tIns="49785" rIns="99569" bIns="49785" rtlCol="0" anchor="ctr"/>
          <a:lstStyle/>
          <a:p>
            <a:pPr algn="ctr"/>
            <a:endParaRPr lang="ko-KR" altLang="en-US" dirty="0" smtClean="0">
              <a:latin typeface="Rix고딕 M" pitchFamily="18" charset="-127"/>
              <a:ea typeface="Rix고딕 M" pitchFamily="18" charset="-127"/>
            </a:endParaRPr>
          </a:p>
        </p:txBody>
      </p:sp>
      <p:cxnSp>
        <p:nvCxnSpPr>
          <p:cNvPr id="838" name="직선 연결선 837"/>
          <p:cNvCxnSpPr/>
          <p:nvPr/>
        </p:nvCxnSpPr>
        <p:spPr>
          <a:xfrm>
            <a:off x="7959905" y="6494225"/>
            <a:ext cx="1554342" cy="0"/>
          </a:xfrm>
          <a:prstGeom prst="line">
            <a:avLst/>
          </a:prstGeom>
          <a:ln w="9525">
            <a:solidFill>
              <a:schemeClr val="tx1"/>
            </a:solidFill>
            <a:headEnd type="none" w="sm" len="sm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9" name="직선 연결선 838"/>
          <p:cNvCxnSpPr/>
          <p:nvPr/>
        </p:nvCxnSpPr>
        <p:spPr>
          <a:xfrm flipH="1">
            <a:off x="9395261" y="6494225"/>
            <a:ext cx="0" cy="106883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0" name="직선 연결선 839"/>
          <p:cNvCxnSpPr/>
          <p:nvPr/>
        </p:nvCxnSpPr>
        <p:spPr>
          <a:xfrm flipH="1">
            <a:off x="9276462" y="6494225"/>
            <a:ext cx="0" cy="106883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1" name="직선 연결선 840"/>
          <p:cNvCxnSpPr/>
          <p:nvPr/>
        </p:nvCxnSpPr>
        <p:spPr>
          <a:xfrm flipH="1">
            <a:off x="9157665" y="6494225"/>
            <a:ext cx="0" cy="106883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2" name="직선 연결선 841"/>
          <p:cNvCxnSpPr/>
          <p:nvPr/>
        </p:nvCxnSpPr>
        <p:spPr>
          <a:xfrm flipH="1">
            <a:off x="9038866" y="6494225"/>
            <a:ext cx="0" cy="106883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3" name="직선 연결선 842"/>
          <p:cNvCxnSpPr/>
          <p:nvPr/>
        </p:nvCxnSpPr>
        <p:spPr>
          <a:xfrm flipH="1">
            <a:off x="8920067" y="6494225"/>
            <a:ext cx="0" cy="106883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4" name="직선 연결선 843"/>
          <p:cNvCxnSpPr/>
          <p:nvPr/>
        </p:nvCxnSpPr>
        <p:spPr>
          <a:xfrm flipH="1">
            <a:off x="8801269" y="6494225"/>
            <a:ext cx="0" cy="106883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5" name="직선 연결선 844"/>
          <p:cNvCxnSpPr/>
          <p:nvPr/>
        </p:nvCxnSpPr>
        <p:spPr>
          <a:xfrm flipH="1">
            <a:off x="8563671" y="6494225"/>
            <a:ext cx="0" cy="106883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6" name="직선 연결선 845"/>
          <p:cNvCxnSpPr/>
          <p:nvPr/>
        </p:nvCxnSpPr>
        <p:spPr>
          <a:xfrm flipH="1">
            <a:off x="8326074" y="6494225"/>
            <a:ext cx="0" cy="106883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7" name="직선 연결선 846"/>
          <p:cNvCxnSpPr/>
          <p:nvPr/>
        </p:nvCxnSpPr>
        <p:spPr>
          <a:xfrm flipH="1">
            <a:off x="8682470" y="6494225"/>
            <a:ext cx="0" cy="106883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8" name="직선 연결선 847"/>
          <p:cNvCxnSpPr/>
          <p:nvPr/>
        </p:nvCxnSpPr>
        <p:spPr>
          <a:xfrm flipH="1">
            <a:off x="8444873" y="6494225"/>
            <a:ext cx="0" cy="106883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9" name="직선 연결선 848"/>
          <p:cNvCxnSpPr/>
          <p:nvPr/>
        </p:nvCxnSpPr>
        <p:spPr>
          <a:xfrm flipH="1">
            <a:off x="8207275" y="6494225"/>
            <a:ext cx="0" cy="106883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0" name="직선 연결선 849"/>
          <p:cNvCxnSpPr/>
          <p:nvPr/>
        </p:nvCxnSpPr>
        <p:spPr>
          <a:xfrm flipH="1">
            <a:off x="8088474" y="6494225"/>
            <a:ext cx="0" cy="106883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1" name="직사각형 850"/>
          <p:cNvSpPr/>
          <p:nvPr/>
        </p:nvSpPr>
        <p:spPr>
          <a:xfrm flipH="1">
            <a:off x="9372878" y="6589960"/>
            <a:ext cx="45485" cy="7108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9569" tIns="49785" rIns="99569" bIns="49785" rtlCol="0" anchor="ctr"/>
          <a:lstStyle/>
          <a:p>
            <a:pPr algn="ctr"/>
            <a:endParaRPr lang="ko-KR" altLang="en-US" dirty="0" smtClean="0">
              <a:latin typeface="Rix고딕 M" pitchFamily="18" charset="-127"/>
              <a:ea typeface="Rix고딕 M" pitchFamily="18" charset="-127"/>
            </a:endParaRPr>
          </a:p>
        </p:txBody>
      </p:sp>
      <p:sp>
        <p:nvSpPr>
          <p:cNvPr id="852" name="직사각형 851"/>
          <p:cNvSpPr/>
          <p:nvPr/>
        </p:nvSpPr>
        <p:spPr>
          <a:xfrm flipH="1">
            <a:off x="9250660" y="6589960"/>
            <a:ext cx="45485" cy="7108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9569" tIns="49785" rIns="99569" bIns="49785" rtlCol="0" anchor="ctr"/>
          <a:lstStyle/>
          <a:p>
            <a:pPr algn="ctr"/>
            <a:endParaRPr lang="ko-KR" altLang="en-US" dirty="0" smtClean="0">
              <a:latin typeface="Rix고딕 M" pitchFamily="18" charset="-127"/>
              <a:ea typeface="Rix고딕 M" pitchFamily="18" charset="-127"/>
            </a:endParaRPr>
          </a:p>
        </p:txBody>
      </p:sp>
      <p:sp>
        <p:nvSpPr>
          <p:cNvPr id="853" name="직사각형 852"/>
          <p:cNvSpPr/>
          <p:nvPr/>
        </p:nvSpPr>
        <p:spPr>
          <a:xfrm flipH="1">
            <a:off x="9140978" y="6589960"/>
            <a:ext cx="45485" cy="7108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9569" tIns="49785" rIns="99569" bIns="49785" rtlCol="0" anchor="ctr"/>
          <a:lstStyle/>
          <a:p>
            <a:pPr algn="ctr"/>
            <a:endParaRPr lang="ko-KR" altLang="en-US" dirty="0" smtClean="0">
              <a:latin typeface="Rix고딕 M" pitchFamily="18" charset="-127"/>
              <a:ea typeface="Rix고딕 M" pitchFamily="18" charset="-127"/>
            </a:endParaRPr>
          </a:p>
        </p:txBody>
      </p:sp>
      <p:sp>
        <p:nvSpPr>
          <p:cNvPr id="854" name="직사각형 853"/>
          <p:cNvSpPr/>
          <p:nvPr/>
        </p:nvSpPr>
        <p:spPr>
          <a:xfrm flipH="1">
            <a:off x="9015627" y="6589960"/>
            <a:ext cx="45485" cy="7108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9569" tIns="49785" rIns="99569" bIns="49785" rtlCol="0" anchor="ctr"/>
          <a:lstStyle/>
          <a:p>
            <a:pPr algn="ctr"/>
            <a:endParaRPr lang="ko-KR" altLang="en-US" dirty="0" smtClean="0">
              <a:latin typeface="Rix고딕 M" pitchFamily="18" charset="-127"/>
              <a:ea typeface="Rix고딕 M" pitchFamily="18" charset="-127"/>
            </a:endParaRPr>
          </a:p>
        </p:txBody>
      </p:sp>
      <p:sp>
        <p:nvSpPr>
          <p:cNvPr id="855" name="직사각형 854"/>
          <p:cNvSpPr/>
          <p:nvPr/>
        </p:nvSpPr>
        <p:spPr>
          <a:xfrm flipH="1">
            <a:off x="8893408" y="6589960"/>
            <a:ext cx="45485" cy="7108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9569" tIns="49785" rIns="99569" bIns="49785" rtlCol="0" anchor="ctr"/>
          <a:lstStyle/>
          <a:p>
            <a:pPr algn="ctr"/>
            <a:endParaRPr lang="ko-KR" altLang="en-US" dirty="0" smtClean="0">
              <a:latin typeface="Rix고딕 M" pitchFamily="18" charset="-127"/>
              <a:ea typeface="Rix고딕 M" pitchFamily="18" charset="-127"/>
            </a:endParaRPr>
          </a:p>
        </p:txBody>
      </p:sp>
      <p:sp>
        <p:nvSpPr>
          <p:cNvPr id="856" name="직사각형 855"/>
          <p:cNvSpPr/>
          <p:nvPr/>
        </p:nvSpPr>
        <p:spPr>
          <a:xfrm flipH="1">
            <a:off x="8783726" y="6589960"/>
            <a:ext cx="45485" cy="7108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9569" tIns="49785" rIns="99569" bIns="49785" rtlCol="0" anchor="ctr"/>
          <a:lstStyle/>
          <a:p>
            <a:pPr algn="ctr"/>
            <a:endParaRPr lang="ko-KR" altLang="en-US" dirty="0" smtClean="0">
              <a:latin typeface="Rix고딕 M" pitchFamily="18" charset="-127"/>
              <a:ea typeface="Rix고딕 M" pitchFamily="18" charset="-127"/>
            </a:endParaRPr>
          </a:p>
        </p:txBody>
      </p:sp>
      <p:sp>
        <p:nvSpPr>
          <p:cNvPr id="858" name="직사각형 857"/>
          <p:cNvSpPr/>
          <p:nvPr/>
        </p:nvSpPr>
        <p:spPr>
          <a:xfrm flipH="1">
            <a:off x="8658375" y="6589960"/>
            <a:ext cx="45485" cy="7108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9569" tIns="49785" rIns="99569" bIns="49785" rtlCol="0" anchor="ctr"/>
          <a:lstStyle/>
          <a:p>
            <a:pPr algn="ctr"/>
            <a:endParaRPr lang="ko-KR" altLang="en-US" dirty="0" smtClean="0">
              <a:latin typeface="Rix고딕 M" pitchFamily="18" charset="-127"/>
              <a:ea typeface="Rix고딕 M" pitchFamily="18" charset="-127"/>
            </a:endParaRPr>
          </a:p>
        </p:txBody>
      </p:sp>
      <p:sp>
        <p:nvSpPr>
          <p:cNvPr id="859" name="직사각형 858"/>
          <p:cNvSpPr/>
          <p:nvPr/>
        </p:nvSpPr>
        <p:spPr>
          <a:xfrm flipH="1">
            <a:off x="8536158" y="6589960"/>
            <a:ext cx="45485" cy="7108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9569" tIns="49785" rIns="99569" bIns="49785" rtlCol="0" anchor="ctr"/>
          <a:lstStyle/>
          <a:p>
            <a:pPr algn="ctr"/>
            <a:endParaRPr lang="ko-KR" altLang="en-US" dirty="0" smtClean="0">
              <a:latin typeface="Rix고딕 M" pitchFamily="18" charset="-127"/>
              <a:ea typeface="Rix고딕 M" pitchFamily="18" charset="-127"/>
            </a:endParaRPr>
          </a:p>
        </p:txBody>
      </p:sp>
      <p:sp>
        <p:nvSpPr>
          <p:cNvPr id="860" name="직사각형 859"/>
          <p:cNvSpPr/>
          <p:nvPr/>
        </p:nvSpPr>
        <p:spPr>
          <a:xfrm flipH="1">
            <a:off x="8426475" y="6589960"/>
            <a:ext cx="45485" cy="7108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9569" tIns="49785" rIns="99569" bIns="49785" rtlCol="0" anchor="ctr"/>
          <a:lstStyle/>
          <a:p>
            <a:pPr algn="ctr"/>
            <a:endParaRPr lang="ko-KR" altLang="en-US" dirty="0" smtClean="0">
              <a:latin typeface="Rix고딕 M" pitchFamily="18" charset="-127"/>
              <a:ea typeface="Rix고딕 M" pitchFamily="18" charset="-127"/>
            </a:endParaRPr>
          </a:p>
        </p:txBody>
      </p:sp>
      <p:sp>
        <p:nvSpPr>
          <p:cNvPr id="861" name="직사각형 860"/>
          <p:cNvSpPr/>
          <p:nvPr/>
        </p:nvSpPr>
        <p:spPr>
          <a:xfrm flipH="1">
            <a:off x="8301124" y="6589960"/>
            <a:ext cx="45485" cy="7108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9569" tIns="49785" rIns="99569" bIns="49785" rtlCol="0" anchor="ctr"/>
          <a:lstStyle/>
          <a:p>
            <a:pPr algn="ctr"/>
            <a:endParaRPr lang="ko-KR" altLang="en-US" dirty="0" smtClean="0">
              <a:latin typeface="Rix고딕 M" pitchFamily="18" charset="-127"/>
              <a:ea typeface="Rix고딕 M" pitchFamily="18" charset="-127"/>
            </a:endParaRPr>
          </a:p>
        </p:txBody>
      </p:sp>
      <p:sp>
        <p:nvSpPr>
          <p:cNvPr id="862" name="직사각형 861"/>
          <p:cNvSpPr/>
          <p:nvPr/>
        </p:nvSpPr>
        <p:spPr>
          <a:xfrm flipH="1">
            <a:off x="8178907" y="6589960"/>
            <a:ext cx="45485" cy="7108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9569" tIns="49785" rIns="99569" bIns="49785" rtlCol="0" anchor="ctr"/>
          <a:lstStyle/>
          <a:p>
            <a:pPr algn="ctr"/>
            <a:endParaRPr lang="ko-KR" altLang="en-US" dirty="0" smtClean="0">
              <a:latin typeface="Rix고딕 M" pitchFamily="18" charset="-127"/>
              <a:ea typeface="Rix고딕 M" pitchFamily="18" charset="-127"/>
            </a:endParaRPr>
          </a:p>
        </p:txBody>
      </p:sp>
      <p:sp>
        <p:nvSpPr>
          <p:cNvPr id="863" name="직사각형 862"/>
          <p:cNvSpPr/>
          <p:nvPr/>
        </p:nvSpPr>
        <p:spPr>
          <a:xfrm flipH="1">
            <a:off x="8069224" y="6589960"/>
            <a:ext cx="45485" cy="7108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9569" tIns="49785" rIns="99569" bIns="49785" rtlCol="0" anchor="ctr"/>
          <a:lstStyle/>
          <a:p>
            <a:pPr algn="ctr"/>
            <a:endParaRPr lang="ko-KR" altLang="en-US" dirty="0" smtClean="0">
              <a:latin typeface="Rix고딕 M" pitchFamily="18" charset="-127"/>
              <a:ea typeface="Rix고딕 M" pitchFamily="18" charset="-127"/>
            </a:endParaRPr>
          </a:p>
        </p:txBody>
      </p:sp>
      <p:sp>
        <p:nvSpPr>
          <p:cNvPr id="864" name="Text Box 3"/>
          <p:cNvSpPr txBox="1">
            <a:spLocks noChangeArrowheads="1"/>
          </p:cNvSpPr>
          <p:nvPr/>
        </p:nvSpPr>
        <p:spPr bwMode="auto">
          <a:xfrm>
            <a:off x="9335043" y="6971746"/>
            <a:ext cx="123432" cy="123111"/>
          </a:xfrm>
          <a:prstGeom prst="rect">
            <a:avLst/>
          </a:prstGeom>
          <a:noFill/>
          <a:extLst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algn="ctr">
              <a:defRPr sz="800">
                <a:latin typeface="Rix모던고딕 B" panose="02020603020101020101" pitchFamily="18" charset="-127"/>
                <a:ea typeface="Rix모던고딕 B" panose="02020603020101020101" pitchFamily="18" charset="-127"/>
              </a:defRPr>
            </a:lvl1pPr>
          </a:lstStyle>
          <a:p>
            <a:r>
              <a:rPr lang="en-CA" altLang="ko-KR" dirty="0">
                <a:latin typeface="Rix고딕 M" pitchFamily="18" charset="-127"/>
                <a:ea typeface="Rix고딕 M" pitchFamily="18" charset="-127"/>
              </a:rPr>
              <a:t>PC</a:t>
            </a:r>
            <a:endParaRPr lang="en-US" altLang="ko-KR" dirty="0">
              <a:latin typeface="Rix고딕 M" pitchFamily="18" charset="-127"/>
              <a:ea typeface="Rix고딕 M" pitchFamily="18" charset="-127"/>
            </a:endParaRPr>
          </a:p>
        </p:txBody>
      </p:sp>
      <p:sp>
        <p:nvSpPr>
          <p:cNvPr id="865" name="Text Box 3"/>
          <p:cNvSpPr txBox="1">
            <a:spLocks noChangeArrowheads="1"/>
          </p:cNvSpPr>
          <p:nvPr/>
        </p:nvSpPr>
        <p:spPr bwMode="auto">
          <a:xfrm>
            <a:off x="8743908" y="6971746"/>
            <a:ext cx="123432" cy="123111"/>
          </a:xfrm>
          <a:prstGeom prst="rect">
            <a:avLst/>
          </a:prstGeom>
          <a:noFill/>
          <a:extLst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algn="ctr">
              <a:defRPr sz="800">
                <a:latin typeface="Rix모던고딕 B" panose="02020603020101020101" pitchFamily="18" charset="-127"/>
                <a:ea typeface="Rix모던고딕 B" panose="02020603020101020101" pitchFamily="18" charset="-127"/>
              </a:defRPr>
            </a:lvl1pPr>
          </a:lstStyle>
          <a:p>
            <a:r>
              <a:rPr lang="en-CA" altLang="ko-KR" dirty="0">
                <a:latin typeface="Rix고딕 M" pitchFamily="18" charset="-127"/>
                <a:ea typeface="Rix고딕 M" pitchFamily="18" charset="-127"/>
              </a:rPr>
              <a:t>PC</a:t>
            </a:r>
            <a:endParaRPr lang="en-US" altLang="ko-KR" dirty="0">
              <a:latin typeface="Rix고딕 M" pitchFamily="18" charset="-127"/>
              <a:ea typeface="Rix고딕 M" pitchFamily="18" charset="-127"/>
            </a:endParaRPr>
          </a:p>
        </p:txBody>
      </p:sp>
      <p:cxnSp>
        <p:nvCxnSpPr>
          <p:cNvPr id="866" name="직선 연결선 865"/>
          <p:cNvCxnSpPr>
            <a:stCxn id="851" idx="2"/>
            <a:endCxn id="882" idx="0"/>
          </p:cNvCxnSpPr>
          <p:nvPr/>
        </p:nvCxnSpPr>
        <p:spPr>
          <a:xfrm>
            <a:off x="9395620" y="6661045"/>
            <a:ext cx="2291" cy="140193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7" name="직선 연결선 866"/>
          <p:cNvCxnSpPr>
            <a:stCxn id="856" idx="2"/>
            <a:endCxn id="883" idx="0"/>
          </p:cNvCxnSpPr>
          <p:nvPr/>
        </p:nvCxnSpPr>
        <p:spPr>
          <a:xfrm flipH="1">
            <a:off x="8805623" y="6661045"/>
            <a:ext cx="845" cy="140193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8" name="직선 연결선 867"/>
          <p:cNvCxnSpPr/>
          <p:nvPr/>
        </p:nvCxnSpPr>
        <p:spPr>
          <a:xfrm>
            <a:off x="9002669" y="6881702"/>
            <a:ext cx="140810" cy="0"/>
          </a:xfrm>
          <a:prstGeom prst="line">
            <a:avLst/>
          </a:prstGeom>
          <a:ln w="19050">
            <a:solidFill>
              <a:schemeClr val="tx1">
                <a:lumMod val="75000"/>
                <a:lumOff val="2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9" name="Rectangle 43"/>
          <p:cNvSpPr>
            <a:spLocks noChangeArrowheads="1"/>
          </p:cNvSpPr>
          <p:nvPr/>
        </p:nvSpPr>
        <p:spPr bwMode="auto">
          <a:xfrm>
            <a:off x="3624634" y="5629920"/>
            <a:ext cx="6352707" cy="1542958"/>
          </a:xfrm>
          <a:prstGeom prst="rect">
            <a:avLst/>
          </a:prstGeom>
          <a:noFill/>
          <a:ln w="28575">
            <a:solidFill>
              <a:schemeClr val="accent5">
                <a:lumMod val="50000"/>
              </a:schemeClr>
            </a:solidFill>
            <a:miter lim="800000"/>
            <a:headEnd/>
            <a:tailEnd/>
          </a:ln>
          <a:effectLst/>
        </p:spPr>
        <p:txBody>
          <a:bodyPr wrap="none" lIns="99569" tIns="49785" rIns="99569" bIns="49785" anchor="ctr"/>
          <a:lstStyle>
            <a:defPPr>
              <a:defRPr lang="ko-KR"/>
            </a:defPPr>
            <a:lvl1pPr algn="ctr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휴먼고딕" pitchFamily="2" charset="-127"/>
                <a:ea typeface="휴먼고딕" pitchFamily="2" charset="-127"/>
                <a:cs typeface="+mn-cs"/>
              </a:defRPr>
            </a:lvl1pPr>
            <a:lvl2pPr marL="457200" algn="ctr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휴먼고딕" pitchFamily="2" charset="-127"/>
                <a:ea typeface="휴먼고딕" pitchFamily="2" charset="-127"/>
                <a:cs typeface="+mn-cs"/>
              </a:defRPr>
            </a:lvl2pPr>
            <a:lvl3pPr marL="914400" algn="ctr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휴먼고딕" pitchFamily="2" charset="-127"/>
                <a:ea typeface="휴먼고딕" pitchFamily="2" charset="-127"/>
                <a:cs typeface="+mn-cs"/>
              </a:defRPr>
            </a:lvl3pPr>
            <a:lvl4pPr marL="1371600" algn="ctr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휴먼고딕" pitchFamily="2" charset="-127"/>
                <a:ea typeface="휴먼고딕" pitchFamily="2" charset="-127"/>
                <a:cs typeface="+mn-cs"/>
              </a:defRPr>
            </a:lvl4pPr>
            <a:lvl5pPr marL="1828800" algn="ctr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휴먼고딕" pitchFamily="2" charset="-127"/>
                <a:ea typeface="휴먼고딕" pitchFamily="2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휴먼고딕" pitchFamily="2" charset="-127"/>
                <a:ea typeface="휴먼고딕" pitchFamily="2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휴먼고딕" pitchFamily="2" charset="-127"/>
                <a:ea typeface="휴먼고딕" pitchFamily="2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휴먼고딕" pitchFamily="2" charset="-127"/>
                <a:ea typeface="휴먼고딕" pitchFamily="2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휴먼고딕" pitchFamily="2" charset="-127"/>
                <a:ea typeface="휴먼고딕" pitchFamily="2" charset="-127"/>
                <a:cs typeface="+mn-cs"/>
              </a:defRPr>
            </a:lvl9pPr>
          </a:lstStyle>
          <a:p>
            <a:pPr algn="l">
              <a:defRPr/>
            </a:pPr>
            <a:endParaRPr lang="ko-KR" altLang="en-US" sz="1100" dirty="0">
              <a:solidFill>
                <a:srgbClr val="000000"/>
              </a:solidFill>
              <a:latin typeface="Rix고딕 M" pitchFamily="18" charset="-127"/>
              <a:ea typeface="Rix고딕 M" pitchFamily="18" charset="-127"/>
            </a:endParaRPr>
          </a:p>
        </p:txBody>
      </p:sp>
      <p:sp>
        <p:nvSpPr>
          <p:cNvPr id="870" name="TextBox 869"/>
          <p:cNvSpPr txBox="1"/>
          <p:nvPr/>
        </p:nvSpPr>
        <p:spPr>
          <a:xfrm>
            <a:off x="9977342" y="5622542"/>
            <a:ext cx="355178" cy="1566718"/>
          </a:xfrm>
          <a:prstGeom prst="rect">
            <a:avLst/>
          </a:prstGeom>
          <a:solidFill>
            <a:srgbClr val="335A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ko-KR"/>
            </a:defPPr>
            <a:lvl1pPr algn="ctr">
              <a:defRPr>
                <a:solidFill>
                  <a:schemeClr val="tx1"/>
                </a:solidFill>
              </a:defRPr>
            </a:lvl1pPr>
          </a:lstStyle>
          <a:p>
            <a:r>
              <a:rPr lang="ko-KR" altLang="en-US" sz="1500" dirty="0">
                <a:solidFill>
                  <a:schemeClr val="bg1"/>
                </a:solidFill>
                <a:latin typeface="Rix고딕 B" pitchFamily="18" charset="-127"/>
                <a:ea typeface="Rix고딕 B" pitchFamily="18" charset="-127"/>
              </a:rPr>
              <a:t>인</a:t>
            </a:r>
            <a:endParaRPr lang="en-US" altLang="ko-KR" sz="1500" dirty="0">
              <a:solidFill>
                <a:schemeClr val="bg1"/>
              </a:solidFill>
              <a:latin typeface="Rix고딕 B" pitchFamily="18" charset="-127"/>
              <a:ea typeface="Rix고딕 B" pitchFamily="18" charset="-127"/>
            </a:endParaRPr>
          </a:p>
          <a:p>
            <a:r>
              <a:rPr lang="ko-KR" altLang="en-US" sz="1500" dirty="0">
                <a:solidFill>
                  <a:schemeClr val="bg1"/>
                </a:solidFill>
                <a:latin typeface="Rix고딕 B" pitchFamily="18" charset="-127"/>
                <a:ea typeface="Rix고딕 B" pitchFamily="18" charset="-127"/>
              </a:rPr>
              <a:t>터</a:t>
            </a:r>
            <a:endParaRPr lang="en-US" altLang="ko-KR" sz="1500" dirty="0">
              <a:solidFill>
                <a:schemeClr val="bg1"/>
              </a:solidFill>
              <a:latin typeface="Rix고딕 B" pitchFamily="18" charset="-127"/>
              <a:ea typeface="Rix고딕 B" pitchFamily="18" charset="-127"/>
            </a:endParaRPr>
          </a:p>
          <a:p>
            <a:r>
              <a:rPr lang="ko-KR" altLang="en-US" sz="1500" dirty="0">
                <a:solidFill>
                  <a:schemeClr val="bg1"/>
                </a:solidFill>
                <a:latin typeface="Rix고딕 B" pitchFamily="18" charset="-127"/>
                <a:ea typeface="Rix고딕 B" pitchFamily="18" charset="-127"/>
              </a:rPr>
              <a:t>넷</a:t>
            </a:r>
            <a:endParaRPr lang="en-US" altLang="ko-KR" sz="1500" dirty="0">
              <a:solidFill>
                <a:schemeClr val="bg1"/>
              </a:solidFill>
              <a:latin typeface="Rix고딕 B" pitchFamily="18" charset="-127"/>
              <a:ea typeface="Rix고딕 B" pitchFamily="18" charset="-127"/>
            </a:endParaRPr>
          </a:p>
          <a:p>
            <a:r>
              <a:rPr lang="ko-KR" altLang="en-US" sz="1500" dirty="0">
                <a:solidFill>
                  <a:schemeClr val="bg1"/>
                </a:solidFill>
                <a:latin typeface="Rix고딕 B" pitchFamily="18" charset="-127"/>
                <a:ea typeface="Rix고딕 B" pitchFamily="18" charset="-127"/>
              </a:rPr>
              <a:t>망</a:t>
            </a:r>
          </a:p>
        </p:txBody>
      </p:sp>
      <p:sp>
        <p:nvSpPr>
          <p:cNvPr id="871" name="직사각형 870"/>
          <p:cNvSpPr/>
          <p:nvPr/>
        </p:nvSpPr>
        <p:spPr>
          <a:xfrm>
            <a:off x="5501877" y="5647157"/>
            <a:ext cx="810224" cy="285208"/>
          </a:xfrm>
          <a:prstGeom prst="rect">
            <a:avLst/>
          </a:prstGeom>
        </p:spPr>
        <p:txBody>
          <a:bodyPr wrap="none" lIns="99569" tIns="49785" rIns="99569" bIns="49785">
            <a:spAutoFit/>
          </a:bodyPr>
          <a:lstStyle/>
          <a:p>
            <a:r>
              <a:rPr lang="en-US" altLang="ko-KR" sz="1200" spc="-1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Rix고딕 M" pitchFamily="18" charset="-127"/>
                <a:ea typeface="Rix고딕 M" pitchFamily="18" charset="-127"/>
              </a:rPr>
              <a:t>A</a:t>
            </a:r>
            <a:r>
              <a:rPr lang="ko-KR" altLang="en-US" sz="1200" spc="-1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Rix고딕 M" pitchFamily="18" charset="-127"/>
                <a:ea typeface="Rix고딕 M" pitchFamily="18" charset="-127"/>
              </a:rPr>
              <a:t>건물 </a:t>
            </a:r>
            <a:r>
              <a:rPr lang="ko-KR" altLang="en-US" sz="120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Rix고딕 M" pitchFamily="18" charset="-127"/>
                <a:ea typeface="Rix고딕 M" pitchFamily="18" charset="-127"/>
              </a:rPr>
              <a:t>백본</a:t>
            </a:r>
          </a:p>
        </p:txBody>
      </p:sp>
      <p:pic>
        <p:nvPicPr>
          <p:cNvPr id="872" name="Picture 12" descr="l3_switch_grey"/>
          <p:cNvPicPr>
            <a:picLocks noChangeAspect="1" noChangeArrowheads="1"/>
          </p:cNvPicPr>
          <p:nvPr/>
        </p:nvPicPr>
        <p:blipFill>
          <a:blip r:embed="rId6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03087" y="5923264"/>
            <a:ext cx="361783" cy="3655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73" name="Picture 12" descr="l3_switch_grey"/>
          <p:cNvPicPr>
            <a:picLocks noChangeAspect="1" noChangeArrowheads="1"/>
          </p:cNvPicPr>
          <p:nvPr/>
        </p:nvPicPr>
        <p:blipFill>
          <a:blip r:embed="rId6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03087" y="6622052"/>
            <a:ext cx="361783" cy="3655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74" name="직사각형 873"/>
          <p:cNvSpPr/>
          <p:nvPr/>
        </p:nvSpPr>
        <p:spPr>
          <a:xfrm>
            <a:off x="4296957" y="5647157"/>
            <a:ext cx="807018" cy="285208"/>
          </a:xfrm>
          <a:prstGeom prst="rect">
            <a:avLst/>
          </a:prstGeom>
        </p:spPr>
        <p:txBody>
          <a:bodyPr wrap="none" lIns="99569" tIns="49785" rIns="99569" bIns="49785">
            <a:spAutoFit/>
          </a:bodyPr>
          <a:lstStyle/>
          <a:p>
            <a:r>
              <a:rPr lang="en-US" altLang="ko-KR" sz="120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Rix고딕 M" pitchFamily="18" charset="-127"/>
                <a:ea typeface="Rix고딕 M" pitchFamily="18" charset="-127"/>
              </a:rPr>
              <a:t>C</a:t>
            </a:r>
            <a:r>
              <a:rPr lang="ko-KR" altLang="en-US" sz="120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Rix고딕 M" pitchFamily="18" charset="-127"/>
                <a:ea typeface="Rix고딕 M" pitchFamily="18" charset="-127"/>
              </a:rPr>
              <a:t>건물 백본</a:t>
            </a:r>
          </a:p>
        </p:txBody>
      </p:sp>
      <p:sp>
        <p:nvSpPr>
          <p:cNvPr id="875" name="Text Box 3"/>
          <p:cNvSpPr txBox="1">
            <a:spLocks noChangeArrowheads="1"/>
          </p:cNvSpPr>
          <p:nvPr/>
        </p:nvSpPr>
        <p:spPr bwMode="auto">
          <a:xfrm>
            <a:off x="7542957" y="6852692"/>
            <a:ext cx="468077" cy="276999"/>
          </a:xfrm>
          <a:prstGeom prst="rect">
            <a:avLst/>
          </a:prstGeom>
          <a:noFill/>
          <a:extLst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algn="ctr">
              <a:defRPr sz="800">
                <a:latin typeface="Rix모던고딕 B" panose="02020603020101020101" pitchFamily="18" charset="-127"/>
                <a:ea typeface="Rix모던고딕 B" panose="02020603020101020101" pitchFamily="18" charset="-127"/>
              </a:defRPr>
            </a:lvl1pPr>
          </a:lstStyle>
          <a:p>
            <a:r>
              <a:rPr lang="en-US" altLang="ko-KR" sz="900" spc="-100" dirty="0">
                <a:latin typeface="Rix고딕 M" pitchFamily="18" charset="-127"/>
                <a:ea typeface="Rix고딕 M" pitchFamily="18" charset="-127"/>
              </a:rPr>
              <a:t>Workgroup</a:t>
            </a:r>
            <a:br>
              <a:rPr lang="en-US" altLang="ko-KR" sz="900" spc="-100" dirty="0">
                <a:latin typeface="Rix고딕 M" pitchFamily="18" charset="-127"/>
                <a:ea typeface="Rix고딕 M" pitchFamily="18" charset="-127"/>
              </a:rPr>
            </a:br>
            <a:r>
              <a:rPr lang="en-US" altLang="ko-KR" sz="900" spc="-100" dirty="0">
                <a:latin typeface="Rix고딕 M" pitchFamily="18" charset="-127"/>
                <a:ea typeface="Rix고딕 M" pitchFamily="18" charset="-127"/>
              </a:rPr>
              <a:t>Switch</a:t>
            </a:r>
          </a:p>
        </p:txBody>
      </p:sp>
      <p:cxnSp>
        <p:nvCxnSpPr>
          <p:cNvPr id="876" name="직선 연결선 875"/>
          <p:cNvCxnSpPr>
            <a:endCxn id="749" idx="1"/>
          </p:cNvCxnSpPr>
          <p:nvPr/>
        </p:nvCxnSpPr>
        <p:spPr>
          <a:xfrm flipV="1">
            <a:off x="6053055" y="6002897"/>
            <a:ext cx="1570100" cy="801934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7" name="직선 연결선 876"/>
          <p:cNvCxnSpPr>
            <a:endCxn id="747" idx="1"/>
          </p:cNvCxnSpPr>
          <p:nvPr/>
        </p:nvCxnSpPr>
        <p:spPr>
          <a:xfrm>
            <a:off x="6053055" y="6106043"/>
            <a:ext cx="1570100" cy="356378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8" name="직선 연결선 877"/>
          <p:cNvCxnSpPr>
            <a:endCxn id="748" idx="1"/>
          </p:cNvCxnSpPr>
          <p:nvPr/>
        </p:nvCxnSpPr>
        <p:spPr>
          <a:xfrm>
            <a:off x="6053055" y="6106044"/>
            <a:ext cx="1570100" cy="126616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9" name="직선 연결선 878"/>
          <p:cNvCxnSpPr>
            <a:endCxn id="748" idx="1"/>
          </p:cNvCxnSpPr>
          <p:nvPr/>
        </p:nvCxnSpPr>
        <p:spPr>
          <a:xfrm flipV="1">
            <a:off x="6053055" y="6232660"/>
            <a:ext cx="1570100" cy="572171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0" name="직사각형 879"/>
          <p:cNvSpPr/>
          <p:nvPr/>
        </p:nvSpPr>
        <p:spPr>
          <a:xfrm rot="5400000">
            <a:off x="8840458" y="5129650"/>
            <a:ext cx="195006" cy="1314745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rgbClr val="081422"/>
              </a:gs>
            </a:gsLst>
            <a:lin ang="5400000" scaled="0"/>
          </a:gradFill>
          <a:ln>
            <a:noFill/>
          </a:ln>
          <a:effectLst/>
          <a:scene3d>
            <a:camera prst="orthographicFront"/>
            <a:lightRig rig="threePt" dir="t"/>
          </a:scene3d>
          <a:sp3d>
            <a:bevelT h="63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81" name="Text Box 118"/>
          <p:cNvSpPr txBox="1">
            <a:spLocks noChangeArrowheads="1"/>
          </p:cNvSpPr>
          <p:nvPr/>
        </p:nvSpPr>
        <p:spPr bwMode="gray">
          <a:xfrm>
            <a:off x="8292589" y="5705612"/>
            <a:ext cx="1282417" cy="1666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  <a:scene3d>
              <a:camera prst="orthographicFront"/>
              <a:lightRig rig="threePt" dir="t"/>
            </a:scene3d>
            <a:sp3d>
              <a:bevelT w="1270" h="6350"/>
            </a:sp3d>
          </a:bodyPr>
          <a:lstStyle>
            <a:defPPr>
              <a:defRPr lang="ko-KR"/>
            </a:defPPr>
            <a:lvl1pPr marL="342900" indent="-342900" defTabSz="1135063" eaLnBrk="0" hangingPunct="0">
              <a:tabLst>
                <a:tab pos="6149975" algn="l"/>
              </a:tabLst>
            </a:lvl1pPr>
            <a:lvl2pPr marL="0" lvl="1" algn="ctr" defTabSz="1135063" eaLnBrk="0" latinLnBrk="0" hangingPunct="0">
              <a:lnSpc>
                <a:spcPct val="90000"/>
              </a:lnSpc>
              <a:buClr>
                <a:srgbClr val="3271AA"/>
              </a:buClr>
              <a:buSzPct val="140000"/>
              <a:tabLst>
                <a:tab pos="6149975" algn="l"/>
              </a:tabLst>
              <a:defRPr sz="900">
                <a:latin typeface="Rix고딕 B" pitchFamily="18" charset="-127"/>
                <a:ea typeface="Rix고딕 B" pitchFamily="18" charset="-127"/>
              </a:defRPr>
            </a:lvl2pPr>
            <a:lvl3pPr marL="1143000" indent="-228600" defTabSz="1135063" eaLnBrk="0" hangingPunct="0">
              <a:tabLst>
                <a:tab pos="6149975" algn="l"/>
              </a:tabLst>
            </a:lvl3pPr>
            <a:lvl4pPr marL="1600200" indent="-228600" defTabSz="1135063" eaLnBrk="0" hangingPunct="0">
              <a:tabLst>
                <a:tab pos="6149975" algn="l"/>
              </a:tabLst>
            </a:lvl4pPr>
            <a:lvl5pPr marL="2057400" indent="-228600" defTabSz="1135063" eaLnBrk="0" hangingPunct="0">
              <a:tabLst>
                <a:tab pos="6149975" algn="l"/>
              </a:tabLst>
            </a:lvl5pPr>
            <a:lvl6pPr marL="2514600" indent="-228600" defTabSz="1135063" eaLnBrk="0" fontAlgn="base" hangingPunct="0">
              <a:spcBef>
                <a:spcPct val="0"/>
              </a:spcBef>
              <a:spcAft>
                <a:spcPct val="0"/>
              </a:spcAft>
              <a:tabLst>
                <a:tab pos="6149975" algn="l"/>
              </a:tabLst>
            </a:lvl6pPr>
            <a:lvl7pPr marL="2971800" indent="-228600" defTabSz="1135063" eaLnBrk="0" fontAlgn="base" hangingPunct="0">
              <a:spcBef>
                <a:spcPct val="0"/>
              </a:spcBef>
              <a:spcAft>
                <a:spcPct val="0"/>
              </a:spcAft>
              <a:tabLst>
                <a:tab pos="6149975" algn="l"/>
              </a:tabLst>
            </a:lvl7pPr>
            <a:lvl8pPr marL="3429000" indent="-228600" defTabSz="1135063" eaLnBrk="0" fontAlgn="base" hangingPunct="0">
              <a:spcBef>
                <a:spcPct val="0"/>
              </a:spcBef>
              <a:spcAft>
                <a:spcPct val="0"/>
              </a:spcAft>
              <a:tabLst>
                <a:tab pos="6149975" algn="l"/>
              </a:tabLst>
            </a:lvl8pPr>
            <a:lvl9pPr marL="3886200" indent="-228600" defTabSz="1135063" eaLnBrk="0" fontAlgn="base" hangingPunct="0">
              <a:spcBef>
                <a:spcPct val="0"/>
              </a:spcBef>
              <a:spcAft>
                <a:spcPct val="0"/>
              </a:spcAft>
              <a:tabLst>
                <a:tab pos="6149975" algn="l"/>
              </a:tabLst>
            </a:lvl9pPr>
          </a:lstStyle>
          <a:p>
            <a:pPr lvl="1"/>
            <a:r>
              <a:rPr lang="en-US" altLang="ko-KR" sz="1200" spc="-100" dirty="0">
                <a:solidFill>
                  <a:schemeClr val="bg1"/>
                </a:solidFill>
                <a:sym typeface="Symbol" pitchFamily="18" charset="2"/>
              </a:rPr>
              <a:t>A </a:t>
            </a:r>
            <a:r>
              <a:rPr lang="ko-KR" altLang="en-US" sz="1200" spc="-100" dirty="0">
                <a:solidFill>
                  <a:schemeClr val="bg1"/>
                </a:solidFill>
                <a:sym typeface="Symbol" pitchFamily="18" charset="2"/>
              </a:rPr>
              <a:t>부처</a:t>
            </a:r>
          </a:p>
        </p:txBody>
      </p:sp>
      <p:pic>
        <p:nvPicPr>
          <p:cNvPr id="882" name="Picture 12" descr="laptop_grey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00706" y="6801238"/>
            <a:ext cx="194410" cy="1691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83" name="Picture 12" descr="laptop_grey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08418" y="6801238"/>
            <a:ext cx="194410" cy="1691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884" name="직선 연결선 883"/>
          <p:cNvCxnSpPr/>
          <p:nvPr/>
        </p:nvCxnSpPr>
        <p:spPr>
          <a:xfrm flipH="1">
            <a:off x="4864870" y="6173164"/>
            <a:ext cx="826402" cy="0"/>
          </a:xfrm>
          <a:prstGeom prst="line">
            <a:avLst/>
          </a:prstGeom>
          <a:ln w="285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5" name="직선 연결선 884"/>
          <p:cNvCxnSpPr/>
          <p:nvPr/>
        </p:nvCxnSpPr>
        <p:spPr>
          <a:xfrm flipH="1">
            <a:off x="4864870" y="6742661"/>
            <a:ext cx="826402" cy="0"/>
          </a:xfrm>
          <a:prstGeom prst="line">
            <a:avLst/>
          </a:prstGeom>
          <a:ln w="285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6" name="Text Box 3"/>
          <p:cNvSpPr txBox="1">
            <a:spLocks noChangeArrowheads="1"/>
          </p:cNvSpPr>
          <p:nvPr/>
        </p:nvSpPr>
        <p:spPr bwMode="auto">
          <a:xfrm>
            <a:off x="5181472" y="5930977"/>
            <a:ext cx="195566" cy="123111"/>
          </a:xfrm>
          <a:prstGeom prst="rect">
            <a:avLst/>
          </a:prstGeom>
          <a:noFill/>
          <a:extLst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algn="ctr">
              <a:defRPr sz="800">
                <a:latin typeface="Rix모던고딕 B" panose="02020603020101020101" pitchFamily="18" charset="-127"/>
                <a:ea typeface="Rix모던고딕 B" panose="02020603020101020101" pitchFamily="18" charset="-127"/>
              </a:defRPr>
            </a:lvl1pPr>
          </a:lstStyle>
          <a:p>
            <a:r>
              <a:rPr lang="en-US" altLang="ko-KR" dirty="0" smtClean="0">
                <a:latin typeface="Rix고딕 M" pitchFamily="18" charset="-127"/>
                <a:ea typeface="Rix고딕 M" pitchFamily="18" charset="-127"/>
              </a:rPr>
              <a:t>20G</a:t>
            </a:r>
            <a:endParaRPr lang="en-US" altLang="ko-KR" dirty="0">
              <a:latin typeface="Rix고딕 M" pitchFamily="18" charset="-127"/>
              <a:ea typeface="Rix고딕 M" pitchFamily="18" charset="-127"/>
            </a:endParaRPr>
          </a:p>
        </p:txBody>
      </p:sp>
      <p:sp>
        <p:nvSpPr>
          <p:cNvPr id="887" name="Text Box 3"/>
          <p:cNvSpPr txBox="1">
            <a:spLocks noChangeArrowheads="1"/>
          </p:cNvSpPr>
          <p:nvPr/>
        </p:nvSpPr>
        <p:spPr bwMode="auto">
          <a:xfrm>
            <a:off x="5181472" y="6597237"/>
            <a:ext cx="195566" cy="123111"/>
          </a:xfrm>
          <a:prstGeom prst="rect">
            <a:avLst/>
          </a:prstGeom>
          <a:noFill/>
          <a:extLst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algn="ctr">
              <a:defRPr sz="800">
                <a:latin typeface="Rix모던고딕 B" panose="02020603020101020101" pitchFamily="18" charset="-127"/>
                <a:ea typeface="Rix모던고딕 B" panose="02020603020101020101" pitchFamily="18" charset="-127"/>
              </a:defRPr>
            </a:lvl1pPr>
          </a:lstStyle>
          <a:p>
            <a:r>
              <a:rPr lang="en-US" altLang="ko-KR" dirty="0" smtClean="0">
                <a:latin typeface="Rix고딕 M" pitchFamily="18" charset="-127"/>
                <a:ea typeface="Rix고딕 M" pitchFamily="18" charset="-127"/>
              </a:rPr>
              <a:t>20G</a:t>
            </a:r>
            <a:endParaRPr lang="en-US" altLang="ko-KR" dirty="0">
              <a:latin typeface="Rix고딕 M" pitchFamily="18" charset="-127"/>
              <a:ea typeface="Rix고딕 M" pitchFamily="18" charset="-127"/>
            </a:endParaRPr>
          </a:p>
        </p:txBody>
      </p:sp>
      <p:pic>
        <p:nvPicPr>
          <p:cNvPr id="888" name="그림 887"/>
          <p:cNvPicPr>
            <a:picLocks noChangeAspect="1"/>
          </p:cNvPicPr>
          <p:nvPr/>
        </p:nvPicPr>
        <p:blipFill rotWithShape="1">
          <a:blip r:embed="rId1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2414" t="961" r="13237" b="1"/>
          <a:stretch/>
        </p:blipFill>
        <p:spPr>
          <a:xfrm>
            <a:off x="5663006" y="5923264"/>
            <a:ext cx="403151" cy="416492"/>
          </a:xfrm>
          <a:prstGeom prst="rect">
            <a:avLst/>
          </a:prstGeom>
        </p:spPr>
      </p:pic>
      <p:pic>
        <p:nvPicPr>
          <p:cNvPr id="889" name="그림 888"/>
          <p:cNvPicPr>
            <a:picLocks noChangeAspect="1"/>
          </p:cNvPicPr>
          <p:nvPr/>
        </p:nvPicPr>
        <p:blipFill rotWithShape="1">
          <a:blip r:embed="rId1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2414" t="961" r="13237" b="1"/>
          <a:stretch/>
        </p:blipFill>
        <p:spPr>
          <a:xfrm>
            <a:off x="5663006" y="6557877"/>
            <a:ext cx="403151" cy="416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15677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직사각형 33"/>
          <p:cNvSpPr/>
          <p:nvPr/>
        </p:nvSpPr>
        <p:spPr>
          <a:xfrm>
            <a:off x="0" y="0"/>
            <a:ext cx="10693400" cy="7561263"/>
          </a:xfrm>
          <a:prstGeom prst="rect">
            <a:avLst/>
          </a:prstGeom>
          <a:solidFill>
            <a:schemeClr val="tx1">
              <a:alpha val="8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5" name="직사각형 34"/>
          <p:cNvSpPr/>
          <p:nvPr/>
        </p:nvSpPr>
        <p:spPr>
          <a:xfrm>
            <a:off x="0" y="763588"/>
            <a:ext cx="10693399" cy="63103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 smtClean="0"/>
          </a:p>
        </p:txBody>
      </p:sp>
      <p:sp>
        <p:nvSpPr>
          <p:cNvPr id="37" name="직사각형 36"/>
          <p:cNvSpPr/>
          <p:nvPr/>
        </p:nvSpPr>
        <p:spPr>
          <a:xfrm rot="5400000" flipV="1">
            <a:off x="5086901" y="-4282266"/>
            <a:ext cx="519602" cy="1069339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600" dirty="0"/>
          </a:p>
        </p:txBody>
      </p:sp>
      <p:sp>
        <p:nvSpPr>
          <p:cNvPr id="38" name="Rectangle 209"/>
          <p:cNvSpPr>
            <a:spLocks noChangeArrowheads="1"/>
          </p:cNvSpPr>
          <p:nvPr/>
        </p:nvSpPr>
        <p:spPr bwMode="auto">
          <a:xfrm>
            <a:off x="33729" y="831722"/>
            <a:ext cx="10573658" cy="4654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104306" tIns="52153" rIns="104306" bIns="52153">
            <a:spAutoFit/>
          </a:bodyPr>
          <a:lstStyle/>
          <a:p>
            <a:pPr algn="ctr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ko-KR" altLang="en-US" sz="2600" spc="-250" dirty="0">
                <a:ln/>
                <a:solidFill>
                  <a:schemeClr val="bg1"/>
                </a:solidFill>
                <a:latin typeface="Rix모던고딕 EB" pitchFamily="18" charset="-127"/>
                <a:ea typeface="Rix모던고딕 EB" pitchFamily="18" charset="-127"/>
              </a:rPr>
              <a:t>게이트웨이 </a:t>
            </a:r>
            <a:r>
              <a:rPr lang="ko-KR" altLang="en-US" sz="2600" spc="-250" dirty="0" smtClean="0">
                <a:ln/>
                <a:solidFill>
                  <a:schemeClr val="bg1"/>
                </a:solidFill>
                <a:latin typeface="Rix모던고딕 EB" pitchFamily="18" charset="-127"/>
                <a:ea typeface="Rix모던고딕 EB" pitchFamily="18" charset="-127"/>
              </a:rPr>
              <a:t>이중화 및 장비 </a:t>
            </a:r>
            <a:r>
              <a:rPr lang="ko-KR" altLang="en-US" sz="2600" spc="-250" dirty="0">
                <a:ln/>
                <a:solidFill>
                  <a:schemeClr val="bg1"/>
                </a:solidFill>
                <a:latin typeface="Rix모던고딕 EB" pitchFamily="18" charset="-127"/>
                <a:ea typeface="Rix모던고딕 EB" pitchFamily="18" charset="-127"/>
              </a:rPr>
              <a:t>가상화로 </a:t>
            </a:r>
            <a:r>
              <a:rPr lang="ko-KR" altLang="en-US" sz="2600" spc="-250" dirty="0" smtClean="0">
                <a:ln/>
                <a:solidFill>
                  <a:schemeClr val="bg1"/>
                </a:solidFill>
                <a:latin typeface="Rix모던고딕 EB" pitchFamily="18" charset="-127"/>
                <a:ea typeface="Rix모던고딕 EB" pitchFamily="18" charset="-127"/>
              </a:rPr>
              <a:t>안정성</a:t>
            </a:r>
            <a:r>
              <a:rPr lang="en-US" altLang="ko-KR" sz="2600" spc="-250" dirty="0" smtClean="0">
                <a:ln/>
                <a:solidFill>
                  <a:schemeClr val="bg1"/>
                </a:solidFill>
                <a:latin typeface="Rix모던고딕 EB" pitchFamily="18" charset="-127"/>
                <a:ea typeface="Rix모던고딕 EB" pitchFamily="18" charset="-127"/>
              </a:rPr>
              <a:t>, </a:t>
            </a:r>
            <a:r>
              <a:rPr lang="ko-KR" altLang="en-US" sz="2600" spc="-250" dirty="0" smtClean="0">
                <a:ln/>
                <a:solidFill>
                  <a:schemeClr val="bg1"/>
                </a:solidFill>
                <a:latin typeface="Rix모던고딕 EB" pitchFamily="18" charset="-127"/>
                <a:ea typeface="Rix모던고딕 EB" pitchFamily="18" charset="-127"/>
              </a:rPr>
              <a:t>유연성</a:t>
            </a:r>
            <a:r>
              <a:rPr lang="en-US" altLang="ko-KR" sz="2600" spc="-250" dirty="0" smtClean="0">
                <a:ln/>
                <a:solidFill>
                  <a:schemeClr val="bg1"/>
                </a:solidFill>
                <a:latin typeface="Rix모던고딕 EB" pitchFamily="18" charset="-127"/>
                <a:ea typeface="Rix모던고딕 EB" pitchFamily="18" charset="-127"/>
              </a:rPr>
              <a:t>, </a:t>
            </a:r>
            <a:r>
              <a:rPr lang="ko-KR" altLang="en-US" sz="2600" spc="-250" dirty="0" smtClean="0">
                <a:ln/>
                <a:solidFill>
                  <a:schemeClr val="bg1"/>
                </a:solidFill>
                <a:latin typeface="Rix모던고딕 EB" pitchFamily="18" charset="-127"/>
                <a:ea typeface="Rix모던고딕 EB" pitchFamily="18" charset="-127"/>
              </a:rPr>
              <a:t>관리 용이성 확보</a:t>
            </a:r>
            <a:endParaRPr lang="ko-KR" altLang="en-US" sz="2600" spc="-250" dirty="0">
              <a:ln/>
              <a:solidFill>
                <a:schemeClr val="bg1"/>
              </a:solidFill>
              <a:latin typeface="Rix모던고딕 EB" pitchFamily="18" charset="-127"/>
              <a:ea typeface="Rix모던고딕 EB" pitchFamily="18" charset="-127"/>
            </a:endParaRPr>
          </a:p>
        </p:txBody>
      </p:sp>
      <p:sp>
        <p:nvSpPr>
          <p:cNvPr id="85" name="직사각형 84"/>
          <p:cNvSpPr/>
          <p:nvPr/>
        </p:nvSpPr>
        <p:spPr>
          <a:xfrm>
            <a:off x="7464810" y="4653331"/>
            <a:ext cx="2950777" cy="172753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1" algn="ctr">
              <a:spcBef>
                <a:spcPct val="0"/>
              </a:spcBef>
            </a:pPr>
            <a:endParaRPr lang="ko-KR" altLang="en-US" spc="-100" dirty="0">
              <a:solidFill>
                <a:schemeClr val="bg1"/>
              </a:solidFill>
              <a:latin typeface="Rix모던고딕 B" panose="02020603020101020101" pitchFamily="18" charset="-127"/>
              <a:ea typeface="Rix모던고딕 B" panose="02020603020101020101" pitchFamily="18" charset="-127"/>
              <a:cs typeface="+mj-cs"/>
            </a:endParaRPr>
          </a:p>
        </p:txBody>
      </p:sp>
      <p:sp>
        <p:nvSpPr>
          <p:cNvPr id="86" name="이등변 삼각형 85"/>
          <p:cNvSpPr/>
          <p:nvPr/>
        </p:nvSpPr>
        <p:spPr>
          <a:xfrm flipH="1">
            <a:off x="7460045" y="4042522"/>
            <a:ext cx="183767" cy="230296"/>
          </a:xfrm>
          <a:prstGeom prst="triangle">
            <a:avLst>
              <a:gd name="adj" fmla="val 100000"/>
            </a:avLst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7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7" name="직사각형 86"/>
          <p:cNvSpPr/>
          <p:nvPr/>
        </p:nvSpPr>
        <p:spPr>
          <a:xfrm>
            <a:off x="7460047" y="4272818"/>
            <a:ext cx="2950777" cy="35891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64875"/>
            <a:endParaRPr lang="ko-KR" altLang="en-US" sz="1900" dirty="0">
              <a:solidFill>
                <a:schemeClr val="tx1"/>
              </a:solidFill>
            </a:endParaRPr>
          </a:p>
        </p:txBody>
      </p:sp>
      <p:sp>
        <p:nvSpPr>
          <p:cNvPr id="88" name="Text Box 118"/>
          <p:cNvSpPr txBox="1">
            <a:spLocks noChangeArrowheads="1"/>
          </p:cNvSpPr>
          <p:nvPr/>
        </p:nvSpPr>
        <p:spPr bwMode="gray">
          <a:xfrm>
            <a:off x="7551928" y="4346788"/>
            <a:ext cx="2773172" cy="207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  <a:scene3d>
              <a:camera prst="orthographicFront"/>
              <a:lightRig rig="threePt" dir="t"/>
            </a:scene3d>
            <a:sp3d>
              <a:bevelT w="1270" h="6350"/>
            </a:sp3d>
          </a:bodyPr>
          <a:lstStyle>
            <a:defPPr>
              <a:defRPr lang="ko-KR"/>
            </a:defPPr>
            <a:lvl1pPr marL="342900" indent="-342900" defTabSz="1135063" eaLnBrk="0" hangingPunct="0">
              <a:tabLst>
                <a:tab pos="6149975" algn="l"/>
              </a:tabLst>
            </a:lvl1pPr>
            <a:lvl2pPr marL="0" lvl="1" algn="ctr" defTabSz="1135063" eaLnBrk="0" latinLnBrk="0" hangingPunct="0">
              <a:lnSpc>
                <a:spcPct val="90000"/>
              </a:lnSpc>
              <a:buClr>
                <a:srgbClr val="3271AA"/>
              </a:buClr>
              <a:buSzPct val="140000"/>
              <a:tabLst>
                <a:tab pos="6149975" algn="l"/>
              </a:tabLst>
              <a:defRPr sz="900">
                <a:latin typeface="Rix고딕 B" pitchFamily="18" charset="-127"/>
                <a:ea typeface="Rix고딕 B" pitchFamily="18" charset="-127"/>
              </a:defRPr>
            </a:lvl2pPr>
            <a:lvl3pPr marL="1143000" indent="-228600" defTabSz="1135063" eaLnBrk="0" hangingPunct="0">
              <a:tabLst>
                <a:tab pos="6149975" algn="l"/>
              </a:tabLst>
            </a:lvl3pPr>
            <a:lvl4pPr marL="1600200" indent="-228600" defTabSz="1135063" eaLnBrk="0" hangingPunct="0">
              <a:tabLst>
                <a:tab pos="6149975" algn="l"/>
              </a:tabLst>
            </a:lvl4pPr>
            <a:lvl5pPr marL="2057400" indent="-228600" defTabSz="1135063" eaLnBrk="0" hangingPunct="0">
              <a:tabLst>
                <a:tab pos="6149975" algn="l"/>
              </a:tabLst>
            </a:lvl5pPr>
            <a:lvl6pPr marL="2514600" indent="-228600" defTabSz="1135063" eaLnBrk="0" fontAlgn="base" hangingPunct="0">
              <a:spcBef>
                <a:spcPct val="0"/>
              </a:spcBef>
              <a:spcAft>
                <a:spcPct val="0"/>
              </a:spcAft>
              <a:tabLst>
                <a:tab pos="6149975" algn="l"/>
              </a:tabLst>
            </a:lvl6pPr>
            <a:lvl7pPr marL="2971800" indent="-228600" defTabSz="1135063" eaLnBrk="0" fontAlgn="base" hangingPunct="0">
              <a:spcBef>
                <a:spcPct val="0"/>
              </a:spcBef>
              <a:spcAft>
                <a:spcPct val="0"/>
              </a:spcAft>
              <a:tabLst>
                <a:tab pos="6149975" algn="l"/>
              </a:tabLst>
            </a:lvl7pPr>
            <a:lvl8pPr marL="3429000" indent="-228600" defTabSz="1135063" eaLnBrk="0" fontAlgn="base" hangingPunct="0">
              <a:spcBef>
                <a:spcPct val="0"/>
              </a:spcBef>
              <a:spcAft>
                <a:spcPct val="0"/>
              </a:spcAft>
              <a:tabLst>
                <a:tab pos="6149975" algn="l"/>
              </a:tabLst>
            </a:lvl8pPr>
            <a:lvl9pPr marL="3886200" indent="-228600" defTabSz="1135063" eaLnBrk="0" fontAlgn="base" hangingPunct="0">
              <a:spcBef>
                <a:spcPct val="0"/>
              </a:spcBef>
              <a:spcAft>
                <a:spcPct val="0"/>
              </a:spcAft>
              <a:tabLst>
                <a:tab pos="6149975" algn="l"/>
              </a:tabLst>
            </a:lvl9pPr>
          </a:lstStyle>
          <a:p>
            <a:pPr lvl="1"/>
            <a:r>
              <a:rPr lang="ko-KR" altLang="en-US" sz="1500" spc="-100" dirty="0">
                <a:solidFill>
                  <a:schemeClr val="bg1"/>
                </a:solidFill>
                <a:sym typeface="Symbol" pitchFamily="18" charset="2"/>
              </a:rPr>
              <a:t>장비 가상화로 자원관리 유연성 확보</a:t>
            </a:r>
          </a:p>
        </p:txBody>
      </p:sp>
      <p:sp>
        <p:nvSpPr>
          <p:cNvPr id="89" name="직사각형 88"/>
          <p:cNvSpPr/>
          <p:nvPr/>
        </p:nvSpPr>
        <p:spPr>
          <a:xfrm>
            <a:off x="1336352" y="4267192"/>
            <a:ext cx="1820010" cy="777180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9569" tIns="49785" rIns="99569" bIns="49785" rtlCol="0" anchor="ctr"/>
          <a:lstStyle/>
          <a:p>
            <a:pPr algn="ctr"/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90" name="Text Box 3"/>
          <p:cNvSpPr txBox="1">
            <a:spLocks noChangeArrowheads="1"/>
          </p:cNvSpPr>
          <p:nvPr/>
        </p:nvSpPr>
        <p:spPr bwMode="auto">
          <a:xfrm>
            <a:off x="1928744" y="4338750"/>
            <a:ext cx="671659" cy="184666"/>
          </a:xfrm>
          <a:prstGeom prst="rect">
            <a:avLst/>
          </a:prstGeom>
          <a:noFill/>
          <a:extLst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algn="ctr">
              <a:defRPr sz="1200"/>
            </a:lvl1pPr>
          </a:lstStyle>
          <a:p>
            <a:r>
              <a:rPr lang="ko-KR" altLang="en-US" spc="-100" dirty="0">
                <a:latin typeface="Rix모던고딕 B" panose="02020603020101020101" pitchFamily="18" charset="-127"/>
                <a:ea typeface="Rix모던고딕 B" panose="02020603020101020101" pitchFamily="18" charset="-127"/>
              </a:rPr>
              <a:t>가상화</a:t>
            </a:r>
            <a:r>
              <a:rPr lang="en-US" altLang="ko-KR" spc="-100" dirty="0">
                <a:latin typeface="Rix모던고딕 B" panose="02020603020101020101" pitchFamily="18" charset="-127"/>
                <a:ea typeface="Rix모던고딕 B" panose="02020603020101020101" pitchFamily="18" charset="-127"/>
              </a:rPr>
              <a:t>(vPC)</a:t>
            </a:r>
          </a:p>
        </p:txBody>
      </p:sp>
      <p:sp>
        <p:nvSpPr>
          <p:cNvPr id="91" name="직사각형 90"/>
          <p:cNvSpPr/>
          <p:nvPr/>
        </p:nvSpPr>
        <p:spPr>
          <a:xfrm>
            <a:off x="291306" y="4054818"/>
            <a:ext cx="3576439" cy="2326044"/>
          </a:xfrm>
          <a:prstGeom prst="rect">
            <a:avLst/>
          </a:prstGeom>
          <a:noFill/>
          <a:ln w="19050">
            <a:solidFill>
              <a:schemeClr val="accent5">
                <a:lumMod val="50000"/>
              </a:schemeClr>
            </a:solidFill>
            <a:miter lim="800000"/>
            <a:headEnd/>
            <a:tailEnd/>
          </a:ln>
          <a:effectLst/>
        </p:spPr>
        <p:txBody>
          <a:bodyPr wrap="none" lIns="99569" tIns="49785" rIns="99569" bIns="49785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ko-KR" altLang="en-US" sz="1100" dirty="0">
              <a:solidFill>
                <a:srgbClr val="000000"/>
              </a:solidFill>
              <a:latin typeface="산돌고딕 L" pitchFamily="18" charset="-127"/>
              <a:ea typeface="산돌고딕 L" pitchFamily="18" charset="-127"/>
            </a:endParaRPr>
          </a:p>
        </p:txBody>
      </p:sp>
      <p:grpSp>
        <p:nvGrpSpPr>
          <p:cNvPr id="92" name="그룹 91"/>
          <p:cNvGrpSpPr/>
          <p:nvPr/>
        </p:nvGrpSpPr>
        <p:grpSpPr>
          <a:xfrm rot="5400000">
            <a:off x="2206791" y="4278604"/>
            <a:ext cx="49550" cy="919435"/>
            <a:chOff x="3250233" y="2338186"/>
            <a:chExt cx="54379" cy="259301"/>
          </a:xfrm>
        </p:grpSpPr>
        <p:cxnSp>
          <p:nvCxnSpPr>
            <p:cNvPr id="93" name="직선 연결선 92"/>
            <p:cNvCxnSpPr/>
            <p:nvPr/>
          </p:nvCxnSpPr>
          <p:spPr>
            <a:xfrm>
              <a:off x="3250233" y="2338186"/>
              <a:ext cx="0" cy="259301"/>
            </a:xfrm>
            <a:prstGeom prst="line">
              <a:avLst/>
            </a:prstGeom>
            <a:ln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직선 연결선 93"/>
            <p:cNvCxnSpPr/>
            <p:nvPr/>
          </p:nvCxnSpPr>
          <p:spPr>
            <a:xfrm>
              <a:off x="3304612" y="2338186"/>
              <a:ext cx="0" cy="259301"/>
            </a:xfrm>
            <a:prstGeom prst="line">
              <a:avLst/>
            </a:prstGeom>
            <a:ln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5" name="그룹 94"/>
          <p:cNvGrpSpPr/>
          <p:nvPr/>
        </p:nvGrpSpPr>
        <p:grpSpPr>
          <a:xfrm rot="5400000">
            <a:off x="2148633" y="4707676"/>
            <a:ext cx="148447" cy="64077"/>
            <a:chOff x="4946688" y="3862016"/>
            <a:chExt cx="171224" cy="80594"/>
          </a:xfrm>
        </p:grpSpPr>
        <p:sp>
          <p:nvSpPr>
            <p:cNvPr id="96" name="타원 95"/>
            <p:cNvSpPr/>
            <p:nvPr/>
          </p:nvSpPr>
          <p:spPr>
            <a:xfrm>
              <a:off x="4946688" y="3862016"/>
              <a:ext cx="171224" cy="61546"/>
            </a:xfrm>
            <a:prstGeom prst="ellipse">
              <a:avLst/>
            </a:prstGeom>
            <a:noFill/>
            <a:ln w="6350">
              <a:solidFill>
                <a:srgbClr val="C00000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 smtClean="0"/>
            </a:p>
          </p:txBody>
        </p:sp>
        <p:sp>
          <p:nvSpPr>
            <p:cNvPr id="97" name="타원 96"/>
            <p:cNvSpPr/>
            <p:nvPr/>
          </p:nvSpPr>
          <p:spPr>
            <a:xfrm>
              <a:off x="4946688" y="3881064"/>
              <a:ext cx="171224" cy="61546"/>
            </a:xfrm>
            <a:prstGeom prst="ellipse">
              <a:avLst/>
            </a:prstGeom>
            <a:noFill/>
            <a:ln w="6350">
              <a:solidFill>
                <a:srgbClr val="C00000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 smtClean="0"/>
            </a:p>
          </p:txBody>
        </p:sp>
      </p:grpSp>
      <p:cxnSp>
        <p:nvCxnSpPr>
          <p:cNvPr id="98" name="직선 연결선 97"/>
          <p:cNvCxnSpPr>
            <a:stCxn id="89" idx="2"/>
          </p:cNvCxnSpPr>
          <p:nvPr/>
        </p:nvCxnSpPr>
        <p:spPr>
          <a:xfrm flipH="1">
            <a:off x="2230070" y="5044372"/>
            <a:ext cx="16287" cy="707129"/>
          </a:xfrm>
          <a:prstGeom prst="line">
            <a:avLst/>
          </a:prstGeom>
          <a:ln w="76200" cmpd="dbl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Text Box 3"/>
          <p:cNvSpPr txBox="1">
            <a:spLocks noChangeArrowheads="1"/>
          </p:cNvSpPr>
          <p:nvPr/>
        </p:nvSpPr>
        <p:spPr bwMode="auto">
          <a:xfrm>
            <a:off x="977822" y="6030845"/>
            <a:ext cx="621966" cy="153888"/>
          </a:xfrm>
          <a:prstGeom prst="rect">
            <a:avLst/>
          </a:prstGeom>
          <a:noFill/>
          <a:extLst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algn="ctr">
              <a:defRPr sz="800">
                <a:latin typeface="Rix모던고딕 B" panose="02020603020101020101" pitchFamily="18" charset="-127"/>
                <a:ea typeface="Rix모던고딕 B" panose="02020603020101020101" pitchFamily="18" charset="-127"/>
              </a:defRPr>
            </a:lvl1pPr>
          </a:lstStyle>
          <a:p>
            <a:r>
              <a:rPr lang="en-CA" altLang="ko-KR" sz="10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Rix고딕 M" pitchFamily="18" charset="-127"/>
                <a:ea typeface="Rix고딕 M" pitchFamily="18" charset="-127"/>
              </a:rPr>
              <a:t>WG SW #1</a:t>
            </a:r>
            <a:endParaRPr lang="en-US" altLang="ko-KR" sz="1000" dirty="0">
              <a:solidFill>
                <a:schemeClr val="tx1">
                  <a:lumMod val="85000"/>
                  <a:lumOff val="15000"/>
                </a:schemeClr>
              </a:solidFill>
              <a:latin typeface="Rix고딕 M" pitchFamily="18" charset="-127"/>
              <a:ea typeface="Rix고딕 M" pitchFamily="18" charset="-127"/>
            </a:endParaRPr>
          </a:p>
        </p:txBody>
      </p:sp>
      <p:sp>
        <p:nvSpPr>
          <p:cNvPr id="100" name="Text Box 3"/>
          <p:cNvSpPr txBox="1">
            <a:spLocks noChangeArrowheads="1"/>
          </p:cNvSpPr>
          <p:nvPr/>
        </p:nvSpPr>
        <p:spPr bwMode="auto">
          <a:xfrm>
            <a:off x="1884261" y="6038253"/>
            <a:ext cx="621966" cy="153888"/>
          </a:xfrm>
          <a:prstGeom prst="rect">
            <a:avLst/>
          </a:prstGeom>
          <a:noFill/>
          <a:extLst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algn="ctr">
              <a:defRPr sz="800">
                <a:latin typeface="Rix모던고딕 B" panose="02020603020101020101" pitchFamily="18" charset="-127"/>
                <a:ea typeface="Rix모던고딕 B" panose="02020603020101020101" pitchFamily="18" charset="-127"/>
              </a:defRPr>
            </a:lvl1pPr>
          </a:lstStyle>
          <a:p>
            <a:r>
              <a:rPr lang="en-CA" altLang="ko-KR" sz="10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Rix고딕 M" pitchFamily="18" charset="-127"/>
                <a:ea typeface="Rix고딕 M" pitchFamily="18" charset="-127"/>
              </a:rPr>
              <a:t>WG SW #2</a:t>
            </a:r>
            <a:endParaRPr lang="en-US" altLang="ko-KR" sz="1000" dirty="0">
              <a:solidFill>
                <a:schemeClr val="tx1">
                  <a:lumMod val="85000"/>
                  <a:lumOff val="15000"/>
                </a:schemeClr>
              </a:solidFill>
              <a:latin typeface="Rix고딕 M" pitchFamily="18" charset="-127"/>
              <a:ea typeface="Rix고딕 M" pitchFamily="18" charset="-127"/>
            </a:endParaRPr>
          </a:p>
        </p:txBody>
      </p:sp>
      <p:sp>
        <p:nvSpPr>
          <p:cNvPr id="101" name="TextBox 100"/>
          <p:cNvSpPr txBox="1"/>
          <p:nvPr/>
        </p:nvSpPr>
        <p:spPr>
          <a:xfrm>
            <a:off x="1438446" y="5352826"/>
            <a:ext cx="877551" cy="269819"/>
          </a:xfrm>
          <a:prstGeom prst="rect">
            <a:avLst/>
          </a:prstGeom>
          <a:noFill/>
        </p:spPr>
        <p:txBody>
          <a:bodyPr wrap="none" lIns="99569" tIns="49785" rIns="99569" bIns="49785" rtlCol="0">
            <a:spAutoFit/>
          </a:bodyPr>
          <a:lstStyle/>
          <a:p>
            <a:pPr algn="ctr"/>
            <a:r>
              <a:rPr lang="en-US" altLang="ko-KR" sz="1100" spc="-100" dirty="0">
                <a:latin typeface="Rix고딕 M" pitchFamily="18" charset="-127"/>
                <a:ea typeface="Rix고딕 M" pitchFamily="18" charset="-127"/>
              </a:rPr>
              <a:t>Looping </a:t>
            </a:r>
            <a:r>
              <a:rPr lang="ko-KR" altLang="en-US" sz="1100" spc="-100" dirty="0">
                <a:latin typeface="Rix고딕 M" pitchFamily="18" charset="-127"/>
                <a:ea typeface="Rix고딕 M" pitchFamily="18" charset="-127"/>
              </a:rPr>
              <a:t>방지</a:t>
            </a:r>
          </a:p>
        </p:txBody>
      </p:sp>
      <p:cxnSp>
        <p:nvCxnSpPr>
          <p:cNvPr id="102" name="직선 연결선 101"/>
          <p:cNvCxnSpPr/>
          <p:nvPr/>
        </p:nvCxnSpPr>
        <p:spPr>
          <a:xfrm flipH="1">
            <a:off x="1346585" y="5044372"/>
            <a:ext cx="277155" cy="649207"/>
          </a:xfrm>
          <a:prstGeom prst="line">
            <a:avLst/>
          </a:prstGeom>
          <a:ln w="76200" cmpd="dbl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TextBox 102"/>
          <p:cNvSpPr txBox="1"/>
          <p:nvPr/>
        </p:nvSpPr>
        <p:spPr>
          <a:xfrm>
            <a:off x="2000995" y="4805243"/>
            <a:ext cx="502447" cy="269819"/>
          </a:xfrm>
          <a:prstGeom prst="rect">
            <a:avLst/>
          </a:prstGeom>
          <a:noFill/>
        </p:spPr>
        <p:txBody>
          <a:bodyPr wrap="none" lIns="99569" tIns="49785" rIns="99569" bIns="49785" rtlCol="0">
            <a:spAutoFit/>
          </a:bodyPr>
          <a:lstStyle/>
          <a:p>
            <a:pPr algn="ctr"/>
            <a:r>
              <a:rPr lang="en-US" altLang="ko-KR" sz="1100" spc="-100" dirty="0">
                <a:latin typeface="Rix고딕 M" pitchFamily="18" charset="-127"/>
                <a:ea typeface="Rix고딕 M" pitchFamily="18" charset="-127"/>
              </a:rPr>
              <a:t>VRRP</a:t>
            </a:r>
            <a:endParaRPr lang="ko-KR" altLang="en-US" sz="1100" spc="-100" dirty="0">
              <a:latin typeface="Rix고딕 M" pitchFamily="18" charset="-127"/>
              <a:ea typeface="Rix고딕 M" pitchFamily="18" charset="-127"/>
            </a:endParaRPr>
          </a:p>
        </p:txBody>
      </p:sp>
      <p:sp>
        <p:nvSpPr>
          <p:cNvPr id="104" name="TextBox 103"/>
          <p:cNvSpPr txBox="1"/>
          <p:nvPr/>
        </p:nvSpPr>
        <p:spPr>
          <a:xfrm>
            <a:off x="291306" y="4045294"/>
            <a:ext cx="396061" cy="2335568"/>
          </a:xfrm>
          <a:prstGeom prst="rect">
            <a:avLst/>
          </a:prstGeom>
          <a:solidFill>
            <a:srgbClr val="335A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anchor="ctr"/>
          <a:lstStyle>
            <a:defPPr>
              <a:defRPr lang="ko-KR"/>
            </a:defPPr>
            <a:lvl1pPr algn="ctr">
              <a:defRPr sz="1500">
                <a:solidFill>
                  <a:schemeClr val="bg1"/>
                </a:solidFill>
                <a:latin typeface="Rix고딕 B" pitchFamily="18" charset="-127"/>
                <a:ea typeface="Rix고딕 B" pitchFamily="18" charset="-127"/>
              </a:defRPr>
            </a:lvl1pPr>
          </a:lstStyle>
          <a:p>
            <a:r>
              <a:rPr lang="ko-KR" altLang="en-US" dirty="0" smtClean="0"/>
              <a:t>가상화 구성</a:t>
            </a:r>
            <a:endParaRPr lang="ko-KR" altLang="en-US" dirty="0"/>
          </a:p>
        </p:txBody>
      </p:sp>
      <p:sp>
        <p:nvSpPr>
          <p:cNvPr id="105" name="Text Box 3"/>
          <p:cNvSpPr txBox="1">
            <a:spLocks noChangeArrowheads="1"/>
          </p:cNvSpPr>
          <p:nvPr/>
        </p:nvSpPr>
        <p:spPr bwMode="auto">
          <a:xfrm>
            <a:off x="2980497" y="6030845"/>
            <a:ext cx="621966" cy="153888"/>
          </a:xfrm>
          <a:prstGeom prst="rect">
            <a:avLst/>
          </a:prstGeom>
          <a:noFill/>
          <a:extLst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algn="ctr">
              <a:defRPr sz="800">
                <a:latin typeface="Rix모던고딕 B" panose="02020603020101020101" pitchFamily="18" charset="-127"/>
                <a:ea typeface="Rix모던고딕 B" panose="02020603020101020101" pitchFamily="18" charset="-127"/>
              </a:defRPr>
            </a:lvl1pPr>
          </a:lstStyle>
          <a:p>
            <a:r>
              <a:rPr lang="en-CA" altLang="ko-KR" sz="10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Rix고딕 M" pitchFamily="18" charset="-127"/>
                <a:ea typeface="Rix고딕 M" pitchFamily="18" charset="-127"/>
              </a:rPr>
              <a:t>WG SW #3</a:t>
            </a:r>
            <a:endParaRPr lang="en-US" altLang="ko-KR" sz="1000" dirty="0">
              <a:solidFill>
                <a:schemeClr val="tx1">
                  <a:lumMod val="85000"/>
                  <a:lumOff val="15000"/>
                </a:schemeClr>
              </a:solidFill>
              <a:latin typeface="Rix고딕 M" pitchFamily="18" charset="-127"/>
              <a:ea typeface="Rix고딕 M" pitchFamily="18" charset="-127"/>
            </a:endParaRPr>
          </a:p>
        </p:txBody>
      </p:sp>
      <p:cxnSp>
        <p:nvCxnSpPr>
          <p:cNvPr id="106" name="직선 연결선 105"/>
          <p:cNvCxnSpPr/>
          <p:nvPr/>
        </p:nvCxnSpPr>
        <p:spPr>
          <a:xfrm>
            <a:off x="2915421" y="5044372"/>
            <a:ext cx="384766" cy="649206"/>
          </a:xfrm>
          <a:prstGeom prst="line">
            <a:avLst/>
          </a:prstGeom>
          <a:ln w="76200" cmpd="dbl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" name="Rectangle 43"/>
          <p:cNvSpPr>
            <a:spLocks noChangeArrowheads="1"/>
          </p:cNvSpPr>
          <p:nvPr/>
        </p:nvSpPr>
        <p:spPr bwMode="auto">
          <a:xfrm>
            <a:off x="3922861" y="4054818"/>
            <a:ext cx="3537186" cy="2326044"/>
          </a:xfrm>
          <a:prstGeom prst="rect">
            <a:avLst/>
          </a:prstGeom>
          <a:noFill/>
          <a:ln w="19050">
            <a:solidFill>
              <a:schemeClr val="accent5">
                <a:lumMod val="50000"/>
              </a:schemeClr>
            </a:solidFill>
            <a:miter lim="800000"/>
            <a:headEnd/>
            <a:tailEnd/>
          </a:ln>
          <a:effectLst/>
        </p:spPr>
        <p:txBody>
          <a:bodyPr wrap="none" lIns="99569" tIns="49785" rIns="99569" bIns="49785" anchor="ctr"/>
          <a:lstStyle>
            <a:defPPr>
              <a:defRPr lang="ko-KR"/>
            </a:defPPr>
            <a:lvl1pPr algn="ctr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휴먼고딕" pitchFamily="2" charset="-127"/>
                <a:ea typeface="휴먼고딕" pitchFamily="2" charset="-127"/>
                <a:cs typeface="+mn-cs"/>
              </a:defRPr>
            </a:lvl1pPr>
            <a:lvl2pPr marL="457200" algn="ctr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휴먼고딕" pitchFamily="2" charset="-127"/>
                <a:ea typeface="휴먼고딕" pitchFamily="2" charset="-127"/>
                <a:cs typeface="+mn-cs"/>
              </a:defRPr>
            </a:lvl2pPr>
            <a:lvl3pPr marL="914400" algn="ctr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휴먼고딕" pitchFamily="2" charset="-127"/>
                <a:ea typeface="휴먼고딕" pitchFamily="2" charset="-127"/>
                <a:cs typeface="+mn-cs"/>
              </a:defRPr>
            </a:lvl3pPr>
            <a:lvl4pPr marL="1371600" algn="ctr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휴먼고딕" pitchFamily="2" charset="-127"/>
                <a:ea typeface="휴먼고딕" pitchFamily="2" charset="-127"/>
                <a:cs typeface="+mn-cs"/>
              </a:defRPr>
            </a:lvl4pPr>
            <a:lvl5pPr marL="1828800" algn="ctr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휴먼고딕" pitchFamily="2" charset="-127"/>
                <a:ea typeface="휴먼고딕" pitchFamily="2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휴먼고딕" pitchFamily="2" charset="-127"/>
                <a:ea typeface="휴먼고딕" pitchFamily="2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휴먼고딕" pitchFamily="2" charset="-127"/>
                <a:ea typeface="휴먼고딕" pitchFamily="2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휴먼고딕" pitchFamily="2" charset="-127"/>
                <a:ea typeface="휴먼고딕" pitchFamily="2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휴먼고딕" pitchFamily="2" charset="-127"/>
                <a:ea typeface="휴먼고딕" pitchFamily="2" charset="-127"/>
                <a:cs typeface="+mn-cs"/>
              </a:defRPr>
            </a:lvl9pPr>
          </a:lstStyle>
          <a:p>
            <a:pPr algn="l">
              <a:defRPr/>
            </a:pPr>
            <a:endParaRPr lang="ko-KR" altLang="en-US" sz="1100" dirty="0">
              <a:solidFill>
                <a:srgbClr val="000000"/>
              </a:solidFill>
              <a:latin typeface="산돌고딕 L" pitchFamily="18" charset="-127"/>
              <a:ea typeface="산돌고딕 L" pitchFamily="18" charset="-127"/>
            </a:endParaRPr>
          </a:p>
        </p:txBody>
      </p:sp>
      <p:sp>
        <p:nvSpPr>
          <p:cNvPr id="108" name="TextBox 107"/>
          <p:cNvSpPr txBox="1"/>
          <p:nvPr/>
        </p:nvSpPr>
        <p:spPr>
          <a:xfrm>
            <a:off x="3933681" y="6092696"/>
            <a:ext cx="3526366" cy="280444"/>
          </a:xfrm>
          <a:prstGeom prst="rect">
            <a:avLst/>
          </a:prstGeom>
          <a:solidFill>
            <a:srgbClr val="335A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ko-KR"/>
            </a:defPPr>
            <a:lvl1pPr algn="ctr">
              <a:defRPr sz="1500">
                <a:solidFill>
                  <a:schemeClr val="bg1"/>
                </a:solidFill>
                <a:latin typeface="Rix고딕 B" pitchFamily="18" charset="-127"/>
                <a:ea typeface="Rix고딕 B" pitchFamily="18" charset="-127"/>
              </a:defRPr>
            </a:lvl1pPr>
          </a:lstStyle>
          <a:p>
            <a:r>
              <a:rPr lang="ko-KR" altLang="en-US" sz="1300" dirty="0"/>
              <a:t>가상화를 활용한 단순화 및 가용성 증대</a:t>
            </a:r>
          </a:p>
        </p:txBody>
      </p:sp>
      <p:pic>
        <p:nvPicPr>
          <p:cNvPr id="109" name="Picture 12" descr="rack_server_grey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6778" y="5439056"/>
            <a:ext cx="331841" cy="1930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10" name="직선 연결선 109"/>
          <p:cNvCxnSpPr>
            <a:endCxn id="109" idx="0"/>
          </p:cNvCxnSpPr>
          <p:nvPr/>
        </p:nvCxnSpPr>
        <p:spPr>
          <a:xfrm>
            <a:off x="4507788" y="4833687"/>
            <a:ext cx="4911" cy="605369"/>
          </a:xfrm>
          <a:prstGeom prst="line">
            <a:avLst/>
          </a:prstGeom>
          <a:ln w="12700" cmpd="sng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1" name="Picture 12" descr="rack_server_grey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32464" y="5436785"/>
            <a:ext cx="331841" cy="1930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12" name="그룹 111"/>
          <p:cNvGrpSpPr/>
          <p:nvPr/>
        </p:nvGrpSpPr>
        <p:grpSpPr>
          <a:xfrm rot="5400000">
            <a:off x="4933895" y="4296123"/>
            <a:ext cx="38577" cy="715826"/>
            <a:chOff x="3250233" y="2338186"/>
            <a:chExt cx="54379" cy="259301"/>
          </a:xfrm>
        </p:grpSpPr>
        <p:cxnSp>
          <p:nvCxnSpPr>
            <p:cNvPr id="113" name="직선 연결선 112"/>
            <p:cNvCxnSpPr/>
            <p:nvPr/>
          </p:nvCxnSpPr>
          <p:spPr>
            <a:xfrm>
              <a:off x="3250233" y="2338186"/>
              <a:ext cx="0" cy="259301"/>
            </a:xfrm>
            <a:prstGeom prst="line">
              <a:avLst/>
            </a:prstGeom>
            <a:ln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직선 연결선 113"/>
            <p:cNvCxnSpPr/>
            <p:nvPr/>
          </p:nvCxnSpPr>
          <p:spPr>
            <a:xfrm>
              <a:off x="3304612" y="2338186"/>
              <a:ext cx="0" cy="259301"/>
            </a:xfrm>
            <a:prstGeom prst="line">
              <a:avLst/>
            </a:prstGeom>
            <a:ln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5" name="그룹 114"/>
          <p:cNvGrpSpPr/>
          <p:nvPr/>
        </p:nvGrpSpPr>
        <p:grpSpPr>
          <a:xfrm rot="5400000">
            <a:off x="4766939" y="4634395"/>
            <a:ext cx="115573" cy="49887"/>
            <a:chOff x="4946688" y="3862016"/>
            <a:chExt cx="171224" cy="80594"/>
          </a:xfrm>
        </p:grpSpPr>
        <p:sp>
          <p:nvSpPr>
            <p:cNvPr id="116" name="타원 115"/>
            <p:cNvSpPr/>
            <p:nvPr/>
          </p:nvSpPr>
          <p:spPr>
            <a:xfrm>
              <a:off x="4946688" y="3862016"/>
              <a:ext cx="171224" cy="61546"/>
            </a:xfrm>
            <a:prstGeom prst="ellipse">
              <a:avLst/>
            </a:prstGeom>
            <a:noFill/>
            <a:ln w="6350">
              <a:solidFill>
                <a:srgbClr val="C00000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 smtClean="0"/>
            </a:p>
          </p:txBody>
        </p:sp>
        <p:sp>
          <p:nvSpPr>
            <p:cNvPr id="117" name="타원 116"/>
            <p:cNvSpPr/>
            <p:nvPr/>
          </p:nvSpPr>
          <p:spPr>
            <a:xfrm>
              <a:off x="4946688" y="3881064"/>
              <a:ext cx="171224" cy="61546"/>
            </a:xfrm>
            <a:prstGeom prst="ellipse">
              <a:avLst/>
            </a:prstGeom>
            <a:noFill/>
            <a:ln w="6350">
              <a:solidFill>
                <a:srgbClr val="C00000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 smtClean="0"/>
            </a:p>
          </p:txBody>
        </p:sp>
      </p:grpSp>
      <p:cxnSp>
        <p:nvCxnSpPr>
          <p:cNvPr id="118" name="직선 연결선 117"/>
          <p:cNvCxnSpPr>
            <a:endCxn id="109" idx="0"/>
          </p:cNvCxnSpPr>
          <p:nvPr/>
        </p:nvCxnSpPr>
        <p:spPr>
          <a:xfrm flipH="1">
            <a:off x="4512699" y="4833988"/>
            <a:ext cx="674681" cy="605068"/>
          </a:xfrm>
          <a:prstGeom prst="line">
            <a:avLst/>
          </a:prstGeom>
          <a:ln w="12700" cmpd="sng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직선 연결선 118"/>
          <p:cNvCxnSpPr>
            <a:endCxn id="111" idx="0"/>
          </p:cNvCxnSpPr>
          <p:nvPr/>
        </p:nvCxnSpPr>
        <p:spPr>
          <a:xfrm>
            <a:off x="5187380" y="4833988"/>
            <a:ext cx="11005" cy="602796"/>
          </a:xfrm>
          <a:prstGeom prst="line">
            <a:avLst/>
          </a:prstGeom>
          <a:ln w="12700" cmpd="sng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직선 연결선 119"/>
          <p:cNvCxnSpPr>
            <a:endCxn id="111" idx="0"/>
          </p:cNvCxnSpPr>
          <p:nvPr/>
        </p:nvCxnSpPr>
        <p:spPr>
          <a:xfrm>
            <a:off x="4507788" y="4833687"/>
            <a:ext cx="690597" cy="603098"/>
          </a:xfrm>
          <a:prstGeom prst="line">
            <a:avLst/>
          </a:prstGeom>
          <a:ln w="12700" cmpd="sng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1" name="S42147" descr="Untitled-2-42"/>
          <p:cNvPicPr>
            <a:picLocks noChangeAspect="1" noChangeArrowheads="1"/>
          </p:cNvPicPr>
          <p:nvPr/>
        </p:nvPicPr>
        <p:blipFill>
          <a:blip r:embed="rId4" cstate="print">
            <a:lum bright="-30000" contrast="48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82936" y="5799217"/>
            <a:ext cx="266923" cy="1998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12700" dir="2700000" algn="tl" rotWithShape="0">
              <a:srgbClr val="000000">
                <a:alpha val="79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2" name="직선 연결선 121"/>
          <p:cNvCxnSpPr>
            <a:stCxn id="109" idx="2"/>
            <a:endCxn id="121" idx="0"/>
          </p:cNvCxnSpPr>
          <p:nvPr/>
        </p:nvCxnSpPr>
        <p:spPr>
          <a:xfrm>
            <a:off x="4512699" y="5632092"/>
            <a:ext cx="3699" cy="167125"/>
          </a:xfrm>
          <a:prstGeom prst="line">
            <a:avLst/>
          </a:prstGeom>
          <a:ln w="12700" cmpd="sng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3" name="S42147" descr="Untitled-2-42"/>
          <p:cNvPicPr>
            <a:picLocks noChangeAspect="1" noChangeArrowheads="1"/>
          </p:cNvPicPr>
          <p:nvPr/>
        </p:nvPicPr>
        <p:blipFill>
          <a:blip r:embed="rId4" cstate="print">
            <a:lum bright="-30000" contrast="48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1805" y="5799217"/>
            <a:ext cx="266923" cy="1998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12700" dir="2700000" algn="tl" rotWithShape="0">
              <a:srgbClr val="000000">
                <a:alpha val="79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4" name="직선 연결선 123"/>
          <p:cNvCxnSpPr>
            <a:stCxn id="111" idx="2"/>
            <a:endCxn id="123" idx="0"/>
          </p:cNvCxnSpPr>
          <p:nvPr/>
        </p:nvCxnSpPr>
        <p:spPr>
          <a:xfrm>
            <a:off x="5198385" y="5629821"/>
            <a:ext cx="6882" cy="169397"/>
          </a:xfrm>
          <a:prstGeom prst="line">
            <a:avLst/>
          </a:prstGeom>
          <a:ln w="12700" cmpd="sng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5" name="Text Box 3"/>
          <p:cNvSpPr txBox="1">
            <a:spLocks noChangeArrowheads="1"/>
          </p:cNvSpPr>
          <p:nvPr/>
        </p:nvSpPr>
        <p:spPr bwMode="auto">
          <a:xfrm>
            <a:off x="4718434" y="4713064"/>
            <a:ext cx="269304" cy="153888"/>
          </a:xfrm>
          <a:prstGeom prst="rect">
            <a:avLst/>
          </a:prstGeom>
          <a:noFill/>
          <a:extLst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algn="ctr">
              <a:defRPr sz="1200"/>
            </a:lvl1pPr>
          </a:lstStyle>
          <a:p>
            <a:r>
              <a:rPr lang="en-US" altLang="ko-KR" sz="1000" spc="-100" dirty="0">
                <a:latin typeface="Rix모던고딕 B" panose="02020603020101020101" pitchFamily="18" charset="-127"/>
                <a:ea typeface="Rix모던고딕 B" panose="02020603020101020101" pitchFamily="18" charset="-127"/>
              </a:rPr>
              <a:t>VRRP</a:t>
            </a:r>
          </a:p>
        </p:txBody>
      </p:sp>
      <p:sp>
        <p:nvSpPr>
          <p:cNvPr id="126" name="Rectangle 482"/>
          <p:cNvSpPr>
            <a:spLocks noChangeArrowheads="1"/>
          </p:cNvSpPr>
          <p:nvPr/>
        </p:nvSpPr>
        <p:spPr bwMode="auto">
          <a:xfrm>
            <a:off x="4281150" y="4936347"/>
            <a:ext cx="466795" cy="171953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ctr"/>
            <a:r>
              <a:rPr lang="en-US" altLang="ko-KR" sz="800" dirty="0">
                <a:solidFill>
                  <a:schemeClr val="bg1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Active</a:t>
            </a:r>
          </a:p>
        </p:txBody>
      </p:sp>
      <p:sp>
        <p:nvSpPr>
          <p:cNvPr id="127" name="Rectangle 482"/>
          <p:cNvSpPr>
            <a:spLocks noChangeArrowheads="1"/>
          </p:cNvSpPr>
          <p:nvPr/>
        </p:nvSpPr>
        <p:spPr bwMode="auto">
          <a:xfrm>
            <a:off x="4911031" y="4940151"/>
            <a:ext cx="466795" cy="171953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ctr"/>
            <a:r>
              <a:rPr lang="en-US" altLang="ko-KR" sz="800" dirty="0">
                <a:solidFill>
                  <a:schemeClr val="bg1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Active</a:t>
            </a:r>
          </a:p>
        </p:txBody>
      </p:sp>
      <p:sp>
        <p:nvSpPr>
          <p:cNvPr id="128" name="타원 127"/>
          <p:cNvSpPr/>
          <p:nvPr/>
        </p:nvSpPr>
        <p:spPr>
          <a:xfrm>
            <a:off x="4460952" y="5321988"/>
            <a:ext cx="207302" cy="49627"/>
          </a:xfrm>
          <a:prstGeom prst="ellipse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 smtClean="0">
              <a:solidFill>
                <a:schemeClr val="tx1"/>
              </a:solidFill>
            </a:endParaRPr>
          </a:p>
        </p:txBody>
      </p:sp>
      <p:sp>
        <p:nvSpPr>
          <p:cNvPr id="129" name="타원 128"/>
          <p:cNvSpPr/>
          <p:nvPr/>
        </p:nvSpPr>
        <p:spPr>
          <a:xfrm>
            <a:off x="5045081" y="5321988"/>
            <a:ext cx="207302" cy="49627"/>
          </a:xfrm>
          <a:prstGeom prst="ellipse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 smtClean="0">
              <a:solidFill>
                <a:schemeClr val="tx1"/>
              </a:solidFill>
            </a:endParaRPr>
          </a:p>
        </p:txBody>
      </p:sp>
      <p:sp>
        <p:nvSpPr>
          <p:cNvPr id="130" name="Text Box 3"/>
          <p:cNvSpPr txBox="1">
            <a:spLocks noChangeArrowheads="1"/>
          </p:cNvSpPr>
          <p:nvPr/>
        </p:nvSpPr>
        <p:spPr bwMode="auto">
          <a:xfrm>
            <a:off x="5879925" y="4569469"/>
            <a:ext cx="307777" cy="153888"/>
          </a:xfrm>
          <a:prstGeom prst="rect">
            <a:avLst/>
          </a:prstGeom>
          <a:noFill/>
          <a:extLst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algn="ctr">
              <a:defRPr sz="1200"/>
            </a:lvl1pPr>
          </a:lstStyle>
          <a:p>
            <a:r>
              <a:rPr lang="ko-KR" altLang="en-US" sz="1000" spc="-100" dirty="0">
                <a:latin typeface="Rix모던고딕 B" panose="02020603020101020101" pitchFamily="18" charset="-127"/>
                <a:ea typeface="Rix모던고딕 B" panose="02020603020101020101" pitchFamily="18" charset="-127"/>
              </a:rPr>
              <a:t>가상화</a:t>
            </a:r>
            <a:endParaRPr lang="en-US" altLang="ko-KR" sz="1000" spc="-100" dirty="0">
              <a:latin typeface="Rix모던고딕 B" panose="02020603020101020101" pitchFamily="18" charset="-127"/>
              <a:ea typeface="Rix모던고딕 B" panose="02020603020101020101" pitchFamily="18" charset="-127"/>
            </a:endParaRPr>
          </a:p>
        </p:txBody>
      </p:sp>
      <p:pic>
        <p:nvPicPr>
          <p:cNvPr id="131" name="Picture 12" descr="rack_server_grey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04058" y="5439056"/>
            <a:ext cx="331841" cy="1930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2" name="Picture 12" descr="rack_server_grey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89744" y="5436785"/>
            <a:ext cx="331841" cy="1930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33" name="직선 연결선 132"/>
          <p:cNvCxnSpPr>
            <a:endCxn id="131" idx="0"/>
          </p:cNvCxnSpPr>
          <p:nvPr/>
        </p:nvCxnSpPr>
        <p:spPr>
          <a:xfrm flipH="1">
            <a:off x="6169979" y="4829490"/>
            <a:ext cx="292076" cy="609566"/>
          </a:xfrm>
          <a:prstGeom prst="line">
            <a:avLst/>
          </a:prstGeom>
          <a:ln w="47625" cmpd="dbl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직선 연결선 133"/>
          <p:cNvCxnSpPr>
            <a:endCxn id="132" idx="0"/>
          </p:cNvCxnSpPr>
          <p:nvPr/>
        </p:nvCxnSpPr>
        <p:spPr>
          <a:xfrm>
            <a:off x="6462055" y="4829490"/>
            <a:ext cx="393610" cy="607294"/>
          </a:xfrm>
          <a:prstGeom prst="line">
            <a:avLst/>
          </a:prstGeom>
          <a:ln w="47625" cmpd="dbl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5" name="S42147" descr="Untitled-2-42"/>
          <p:cNvPicPr>
            <a:picLocks noChangeAspect="1" noChangeArrowheads="1"/>
          </p:cNvPicPr>
          <p:nvPr/>
        </p:nvPicPr>
        <p:blipFill>
          <a:blip r:embed="rId4" cstate="print">
            <a:lum bright="-30000" contrast="48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33812" y="5799217"/>
            <a:ext cx="266923" cy="1998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12700" dir="2700000" algn="tl" rotWithShape="0">
              <a:srgbClr val="000000">
                <a:alpha val="79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36" name="직선 연결선 135"/>
          <p:cNvCxnSpPr>
            <a:stCxn id="131" idx="2"/>
            <a:endCxn id="135" idx="0"/>
          </p:cNvCxnSpPr>
          <p:nvPr/>
        </p:nvCxnSpPr>
        <p:spPr>
          <a:xfrm flipH="1">
            <a:off x="6167274" y="5632092"/>
            <a:ext cx="2705" cy="167125"/>
          </a:xfrm>
          <a:prstGeom prst="line">
            <a:avLst/>
          </a:prstGeom>
          <a:ln w="12700" cmpd="sng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7" name="S42147" descr="Untitled-2-42"/>
          <p:cNvPicPr>
            <a:picLocks noChangeAspect="1" noChangeArrowheads="1"/>
          </p:cNvPicPr>
          <p:nvPr/>
        </p:nvPicPr>
        <p:blipFill>
          <a:blip r:embed="rId4" cstate="print">
            <a:lum bright="-30000" contrast="48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29085" y="5799217"/>
            <a:ext cx="266923" cy="1998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12700" dir="2700000" algn="tl" rotWithShape="0">
              <a:srgbClr val="000000">
                <a:alpha val="79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38" name="직선 연결선 137"/>
          <p:cNvCxnSpPr>
            <a:stCxn id="132" idx="2"/>
            <a:endCxn id="137" idx="0"/>
          </p:cNvCxnSpPr>
          <p:nvPr/>
        </p:nvCxnSpPr>
        <p:spPr>
          <a:xfrm>
            <a:off x="6855665" y="5629821"/>
            <a:ext cx="6882" cy="169397"/>
          </a:xfrm>
          <a:prstGeom prst="line">
            <a:avLst/>
          </a:prstGeom>
          <a:ln w="12700" cmpd="sng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9" name="Rectangle 487"/>
          <p:cNvSpPr>
            <a:spLocks noChangeArrowheads="1"/>
          </p:cNvSpPr>
          <p:nvPr/>
        </p:nvSpPr>
        <p:spPr bwMode="auto">
          <a:xfrm>
            <a:off x="6236574" y="4412354"/>
            <a:ext cx="450959" cy="460305"/>
          </a:xfrm>
          <a:prstGeom prst="rect">
            <a:avLst/>
          </a:prstGeom>
          <a:noFill/>
          <a:ln w="19050" cap="rnd" algn="ctr">
            <a:solidFill>
              <a:srgbClr val="C00000"/>
            </a:solidFill>
            <a:prstDash val="sys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0" tIns="0" rIns="0" bIns="0" anchor="ctr"/>
          <a:lstStyle/>
          <a:p>
            <a:pPr marL="100260" indent="-100260" algn="ctr">
              <a:spcBef>
                <a:spcPct val="30000"/>
              </a:spcBef>
            </a:pPr>
            <a:endParaRPr lang="ko-KR" altLang="ko-KR" sz="1000" dirty="0">
              <a:latin typeface="산돌고딕 L" pitchFamily="18" charset="-127"/>
              <a:ea typeface="산돌고딕 L" pitchFamily="18" charset="-127"/>
            </a:endParaRPr>
          </a:p>
        </p:txBody>
      </p:sp>
      <p:sp>
        <p:nvSpPr>
          <p:cNvPr id="140" name="Rectangle 482"/>
          <p:cNvSpPr>
            <a:spLocks noChangeArrowheads="1"/>
          </p:cNvSpPr>
          <p:nvPr/>
        </p:nvSpPr>
        <p:spPr bwMode="auto">
          <a:xfrm>
            <a:off x="6067619" y="4946805"/>
            <a:ext cx="805029" cy="171953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ctr"/>
            <a:r>
              <a:rPr lang="en-US" altLang="ko-KR" sz="800" dirty="0">
                <a:solidFill>
                  <a:schemeClr val="bg1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Active-Active</a:t>
            </a:r>
          </a:p>
        </p:txBody>
      </p:sp>
      <p:sp>
        <p:nvSpPr>
          <p:cNvPr id="141" name="타원 140"/>
          <p:cNvSpPr/>
          <p:nvPr/>
        </p:nvSpPr>
        <p:spPr>
          <a:xfrm>
            <a:off x="6125614" y="5321988"/>
            <a:ext cx="155748" cy="49627"/>
          </a:xfrm>
          <a:prstGeom prst="ellipse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 smtClean="0">
              <a:solidFill>
                <a:schemeClr val="tx1"/>
              </a:solidFill>
            </a:endParaRPr>
          </a:p>
        </p:txBody>
      </p:sp>
      <p:sp>
        <p:nvSpPr>
          <p:cNvPr id="142" name="타원 141"/>
          <p:cNvSpPr/>
          <p:nvPr/>
        </p:nvSpPr>
        <p:spPr>
          <a:xfrm>
            <a:off x="6724971" y="5321988"/>
            <a:ext cx="155748" cy="49627"/>
          </a:xfrm>
          <a:prstGeom prst="ellipse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 smtClean="0">
              <a:solidFill>
                <a:schemeClr val="tx1"/>
              </a:solidFill>
            </a:endParaRPr>
          </a:p>
        </p:txBody>
      </p:sp>
      <p:pic>
        <p:nvPicPr>
          <p:cNvPr id="143" name="Picture 12" descr="rack_server_grey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1241" y="5651144"/>
            <a:ext cx="426230" cy="2479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4" name="Picture 12" descr="rack_server_grey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18451" y="5651144"/>
            <a:ext cx="426230" cy="2479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5" name="Picture 12" descr="rack_server_grey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8365" y="5651144"/>
            <a:ext cx="426230" cy="2479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46" name="그룹 145"/>
          <p:cNvGrpSpPr/>
          <p:nvPr/>
        </p:nvGrpSpPr>
        <p:grpSpPr>
          <a:xfrm>
            <a:off x="3930507" y="4064602"/>
            <a:ext cx="3524776" cy="254402"/>
            <a:chOff x="3928918" y="4154308"/>
            <a:chExt cx="3638839" cy="254402"/>
          </a:xfrm>
        </p:grpSpPr>
        <p:sp>
          <p:nvSpPr>
            <p:cNvPr id="147" name="TextBox 146"/>
            <p:cNvSpPr txBox="1"/>
            <p:nvPr/>
          </p:nvSpPr>
          <p:spPr>
            <a:xfrm>
              <a:off x="3928918" y="4154308"/>
              <a:ext cx="1814657" cy="254402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>
                <a:defRPr>
                  <a:solidFill>
                    <a:schemeClr val="lt1"/>
                  </a:solidFill>
                </a:defRPr>
              </a:lvl1pPr>
              <a:lvl2pPr marL="0" lvl="1" algn="ctr" fontAlgn="ctr">
                <a:spcAft>
                  <a:spcPct val="0"/>
                </a:spcAft>
                <a:defRPr sz="1600" spc="-130">
                  <a:solidFill>
                    <a:prstClr val="white"/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pPr algn="ctr"/>
              <a:r>
                <a:rPr lang="ko-KR" altLang="en-US" sz="1200" dirty="0" smtClean="0">
                  <a:latin typeface="Rix고딕 M" pitchFamily="18" charset="-127"/>
                  <a:ea typeface="Rix고딕 M" pitchFamily="18" charset="-127"/>
                </a:rPr>
                <a:t>물리적 구성</a:t>
              </a:r>
              <a:endParaRPr lang="ko-KR" altLang="en-US" sz="1200" dirty="0">
                <a:latin typeface="Rix고딕 M" pitchFamily="18" charset="-127"/>
                <a:ea typeface="Rix고딕 M" pitchFamily="18" charset="-127"/>
              </a:endParaRPr>
            </a:p>
          </p:txBody>
        </p:sp>
        <p:sp>
          <p:nvSpPr>
            <p:cNvPr id="148" name="TextBox 147"/>
            <p:cNvSpPr txBox="1"/>
            <p:nvPr/>
          </p:nvSpPr>
          <p:spPr>
            <a:xfrm>
              <a:off x="5753100" y="4154308"/>
              <a:ext cx="1814657" cy="254402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>
                <a:defRPr>
                  <a:solidFill>
                    <a:schemeClr val="lt1"/>
                  </a:solidFill>
                </a:defRPr>
              </a:lvl1pPr>
              <a:lvl2pPr marL="0" lvl="1" algn="ctr" fontAlgn="ctr">
                <a:spcAft>
                  <a:spcPct val="0"/>
                </a:spcAft>
                <a:defRPr sz="1600" spc="-130">
                  <a:solidFill>
                    <a:prstClr val="white"/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pPr algn="ctr"/>
              <a:r>
                <a:rPr lang="ko-KR" altLang="en-US" sz="1200" dirty="0">
                  <a:latin typeface="Rix고딕 M" pitchFamily="18" charset="-127"/>
                  <a:ea typeface="Rix고딕 M" pitchFamily="18" charset="-127"/>
                </a:rPr>
                <a:t>논리적 구성</a:t>
              </a:r>
            </a:p>
          </p:txBody>
        </p:sp>
      </p:grpSp>
      <p:cxnSp>
        <p:nvCxnSpPr>
          <p:cNvPr id="149" name="직선 연결선 148"/>
          <p:cNvCxnSpPr/>
          <p:nvPr/>
        </p:nvCxnSpPr>
        <p:spPr>
          <a:xfrm>
            <a:off x="5688282" y="4348276"/>
            <a:ext cx="0" cy="1699503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0" name="직사각형 149"/>
          <p:cNvSpPr/>
          <p:nvPr/>
        </p:nvSpPr>
        <p:spPr>
          <a:xfrm>
            <a:off x="7464810" y="2010013"/>
            <a:ext cx="2950777" cy="191427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1" algn="ctr">
              <a:spcBef>
                <a:spcPct val="0"/>
              </a:spcBef>
            </a:pPr>
            <a:endParaRPr lang="ko-KR" altLang="en-US" spc="-100" dirty="0">
              <a:solidFill>
                <a:schemeClr val="bg1"/>
              </a:solidFill>
              <a:latin typeface="Rix모던고딕 B" panose="02020603020101020101" pitchFamily="18" charset="-127"/>
              <a:ea typeface="Rix모던고딕 B" panose="02020603020101020101" pitchFamily="18" charset="-127"/>
              <a:cs typeface="+mj-cs"/>
            </a:endParaRPr>
          </a:p>
        </p:txBody>
      </p:sp>
      <p:sp>
        <p:nvSpPr>
          <p:cNvPr id="151" name="이등변 삼각형 150"/>
          <p:cNvSpPr/>
          <p:nvPr/>
        </p:nvSpPr>
        <p:spPr>
          <a:xfrm flipH="1">
            <a:off x="7460045" y="1399204"/>
            <a:ext cx="183767" cy="230296"/>
          </a:xfrm>
          <a:prstGeom prst="triangle">
            <a:avLst>
              <a:gd name="adj" fmla="val 100000"/>
            </a:avLst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7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52" name="직사각형 151"/>
          <p:cNvSpPr/>
          <p:nvPr/>
        </p:nvSpPr>
        <p:spPr>
          <a:xfrm>
            <a:off x="7460047" y="1629500"/>
            <a:ext cx="2950777" cy="35891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64875"/>
            <a:endParaRPr lang="ko-KR" altLang="en-US" sz="1900" dirty="0">
              <a:solidFill>
                <a:schemeClr val="tx1"/>
              </a:solidFill>
            </a:endParaRPr>
          </a:p>
        </p:txBody>
      </p:sp>
      <p:sp>
        <p:nvSpPr>
          <p:cNvPr id="153" name="직사각형 152"/>
          <p:cNvSpPr/>
          <p:nvPr/>
        </p:nvSpPr>
        <p:spPr>
          <a:xfrm>
            <a:off x="6588953" y="1843076"/>
            <a:ext cx="565982" cy="1926512"/>
          </a:xfrm>
          <a:prstGeom prst="rect">
            <a:avLst/>
          </a:prstGeom>
          <a:noFill/>
          <a:ln w="12700">
            <a:solidFill>
              <a:srgbClr val="FFFFFF">
                <a:lumMod val="65000"/>
              </a:srgbClr>
            </a:solidFill>
            <a:miter lim="800000"/>
            <a:headEnd/>
            <a:tailEnd/>
          </a:ln>
          <a:effectLst/>
        </p:spPr>
        <p:txBody>
          <a:bodyPr wrap="none" lIns="99569" tIns="49785" rIns="99569" bIns="49785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ko-KR" altLang="en-US" sz="1100" dirty="0">
              <a:solidFill>
                <a:srgbClr val="000000"/>
              </a:solidFill>
              <a:latin typeface="산돌고딕 L" pitchFamily="18" charset="-127"/>
              <a:ea typeface="산돌고딕 L" pitchFamily="18" charset="-127"/>
            </a:endParaRPr>
          </a:p>
        </p:txBody>
      </p:sp>
      <p:pic>
        <p:nvPicPr>
          <p:cNvPr id="154" name="Picture 12" descr="rack_server_grey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39984" y="3344915"/>
            <a:ext cx="426230" cy="2479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5" name="Picture 12" descr="rack_server_grey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39984" y="2035368"/>
            <a:ext cx="426230" cy="2479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56" name="그룹 155"/>
          <p:cNvGrpSpPr/>
          <p:nvPr/>
        </p:nvGrpSpPr>
        <p:grpSpPr>
          <a:xfrm>
            <a:off x="4635172" y="2343238"/>
            <a:ext cx="48513" cy="939075"/>
            <a:chOff x="3250233" y="2338186"/>
            <a:chExt cx="54379" cy="259301"/>
          </a:xfrm>
        </p:grpSpPr>
        <p:cxnSp>
          <p:nvCxnSpPr>
            <p:cNvPr id="157" name="직선 연결선 156"/>
            <p:cNvCxnSpPr/>
            <p:nvPr/>
          </p:nvCxnSpPr>
          <p:spPr>
            <a:xfrm>
              <a:off x="3250233" y="2338186"/>
              <a:ext cx="0" cy="259301"/>
            </a:xfrm>
            <a:prstGeom prst="line">
              <a:avLst/>
            </a:prstGeom>
            <a:ln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직선 연결선 157"/>
            <p:cNvCxnSpPr/>
            <p:nvPr/>
          </p:nvCxnSpPr>
          <p:spPr>
            <a:xfrm>
              <a:off x="3304612" y="2338186"/>
              <a:ext cx="0" cy="259301"/>
            </a:xfrm>
            <a:prstGeom prst="line">
              <a:avLst/>
            </a:prstGeom>
            <a:ln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9" name="그룹 158"/>
          <p:cNvGrpSpPr/>
          <p:nvPr/>
        </p:nvGrpSpPr>
        <p:grpSpPr>
          <a:xfrm>
            <a:off x="4579511" y="2748039"/>
            <a:ext cx="145342" cy="65446"/>
            <a:chOff x="4946688" y="3862016"/>
            <a:chExt cx="171224" cy="80594"/>
          </a:xfrm>
        </p:grpSpPr>
        <p:sp>
          <p:nvSpPr>
            <p:cNvPr id="160" name="타원 159"/>
            <p:cNvSpPr/>
            <p:nvPr/>
          </p:nvSpPr>
          <p:spPr>
            <a:xfrm>
              <a:off x="4946688" y="3862016"/>
              <a:ext cx="171224" cy="61546"/>
            </a:xfrm>
            <a:prstGeom prst="ellipse">
              <a:avLst/>
            </a:prstGeom>
            <a:ln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 smtClean="0"/>
            </a:p>
          </p:txBody>
        </p:sp>
        <p:sp>
          <p:nvSpPr>
            <p:cNvPr id="161" name="타원 160"/>
            <p:cNvSpPr/>
            <p:nvPr/>
          </p:nvSpPr>
          <p:spPr>
            <a:xfrm>
              <a:off x="4946688" y="3881064"/>
              <a:ext cx="171224" cy="61546"/>
            </a:xfrm>
            <a:prstGeom prst="ellipse">
              <a:avLst/>
            </a:prstGeom>
            <a:ln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 smtClean="0"/>
            </a:p>
          </p:txBody>
        </p:sp>
      </p:grpSp>
      <p:cxnSp>
        <p:nvCxnSpPr>
          <p:cNvPr id="162" name="직선 연결선 161"/>
          <p:cNvCxnSpPr>
            <a:endCxn id="155" idx="1"/>
          </p:cNvCxnSpPr>
          <p:nvPr/>
        </p:nvCxnSpPr>
        <p:spPr>
          <a:xfrm flipV="1">
            <a:off x="4833058" y="2159340"/>
            <a:ext cx="1806927" cy="1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직선 연결선 162"/>
          <p:cNvCxnSpPr>
            <a:endCxn id="155" idx="1"/>
          </p:cNvCxnSpPr>
          <p:nvPr/>
        </p:nvCxnSpPr>
        <p:spPr>
          <a:xfrm flipV="1">
            <a:off x="4862040" y="2159340"/>
            <a:ext cx="1777945" cy="1309548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" name="직선 연결선 163"/>
          <p:cNvCxnSpPr>
            <a:endCxn id="154" idx="1"/>
          </p:cNvCxnSpPr>
          <p:nvPr/>
        </p:nvCxnSpPr>
        <p:spPr>
          <a:xfrm>
            <a:off x="4833058" y="2159341"/>
            <a:ext cx="1806927" cy="1309546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" name="직선 연결선 164"/>
          <p:cNvCxnSpPr>
            <a:endCxn id="154" idx="1"/>
          </p:cNvCxnSpPr>
          <p:nvPr/>
        </p:nvCxnSpPr>
        <p:spPr>
          <a:xfrm flipV="1">
            <a:off x="4862040" y="3468887"/>
            <a:ext cx="1777945" cy="1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" name="직선 연결선 165"/>
          <p:cNvCxnSpPr>
            <a:endCxn id="189" idx="3"/>
          </p:cNvCxnSpPr>
          <p:nvPr/>
        </p:nvCxnSpPr>
        <p:spPr>
          <a:xfrm flipH="1" flipV="1">
            <a:off x="3313381" y="2159340"/>
            <a:ext cx="1121716" cy="1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7" name="직선 연결선 166"/>
          <p:cNvCxnSpPr>
            <a:endCxn id="190" idx="3"/>
          </p:cNvCxnSpPr>
          <p:nvPr/>
        </p:nvCxnSpPr>
        <p:spPr>
          <a:xfrm flipH="1" flipV="1">
            <a:off x="3303125" y="3468887"/>
            <a:ext cx="1160954" cy="1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0" name="그룹 169"/>
          <p:cNvGrpSpPr/>
          <p:nvPr/>
        </p:nvGrpSpPr>
        <p:grpSpPr>
          <a:xfrm>
            <a:off x="3075539" y="2343238"/>
            <a:ext cx="48513" cy="939075"/>
            <a:chOff x="3250233" y="2338186"/>
            <a:chExt cx="54379" cy="259301"/>
          </a:xfrm>
        </p:grpSpPr>
        <p:cxnSp>
          <p:nvCxnSpPr>
            <p:cNvPr id="171" name="직선 연결선 170"/>
            <p:cNvCxnSpPr/>
            <p:nvPr/>
          </p:nvCxnSpPr>
          <p:spPr>
            <a:xfrm>
              <a:off x="3250233" y="2338186"/>
              <a:ext cx="0" cy="259301"/>
            </a:xfrm>
            <a:prstGeom prst="line">
              <a:avLst/>
            </a:prstGeom>
            <a:ln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직선 연결선 171"/>
            <p:cNvCxnSpPr/>
            <p:nvPr/>
          </p:nvCxnSpPr>
          <p:spPr>
            <a:xfrm>
              <a:off x="3304612" y="2338186"/>
              <a:ext cx="0" cy="259301"/>
            </a:xfrm>
            <a:prstGeom prst="line">
              <a:avLst/>
            </a:prstGeom>
            <a:ln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3" name="그룹 172"/>
          <p:cNvGrpSpPr/>
          <p:nvPr/>
        </p:nvGrpSpPr>
        <p:grpSpPr>
          <a:xfrm>
            <a:off x="3019878" y="2748039"/>
            <a:ext cx="145342" cy="65446"/>
            <a:chOff x="4946688" y="3862016"/>
            <a:chExt cx="171224" cy="80594"/>
          </a:xfrm>
        </p:grpSpPr>
        <p:sp>
          <p:nvSpPr>
            <p:cNvPr id="174" name="타원 173"/>
            <p:cNvSpPr/>
            <p:nvPr/>
          </p:nvSpPr>
          <p:spPr>
            <a:xfrm>
              <a:off x="4946688" y="3862016"/>
              <a:ext cx="171224" cy="61546"/>
            </a:xfrm>
            <a:prstGeom prst="ellipse">
              <a:avLst/>
            </a:prstGeom>
            <a:ln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 smtClean="0"/>
            </a:p>
          </p:txBody>
        </p:sp>
        <p:sp>
          <p:nvSpPr>
            <p:cNvPr id="175" name="타원 174"/>
            <p:cNvSpPr/>
            <p:nvPr/>
          </p:nvSpPr>
          <p:spPr>
            <a:xfrm>
              <a:off x="4946688" y="3881064"/>
              <a:ext cx="171224" cy="61546"/>
            </a:xfrm>
            <a:prstGeom prst="ellipse">
              <a:avLst/>
            </a:prstGeom>
            <a:ln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 smtClean="0"/>
            </a:p>
          </p:txBody>
        </p:sp>
      </p:grpSp>
      <p:sp>
        <p:nvSpPr>
          <p:cNvPr id="176" name="Text Box 3"/>
          <p:cNvSpPr txBox="1">
            <a:spLocks noChangeArrowheads="1"/>
          </p:cNvSpPr>
          <p:nvPr/>
        </p:nvSpPr>
        <p:spPr bwMode="auto">
          <a:xfrm>
            <a:off x="6667210" y="2283923"/>
            <a:ext cx="400751" cy="123111"/>
          </a:xfrm>
          <a:prstGeom prst="rect">
            <a:avLst/>
          </a:prstGeom>
          <a:noFill/>
          <a:extLst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algn="ctr">
              <a:defRPr sz="800">
                <a:latin typeface="Rix모던고딕 B" panose="02020603020101020101" pitchFamily="18" charset="-127"/>
                <a:ea typeface="Rix모던고딕 B" panose="02020603020101020101" pitchFamily="18" charset="-127"/>
              </a:defRPr>
            </a:lvl1pPr>
          </a:lstStyle>
          <a:p>
            <a:r>
              <a:rPr lang="en-CA" altLang="ko-KR" spc="-100" dirty="0" smtClean="0">
                <a:latin typeface="Rix고딕 M" panose="02020603020101020101" pitchFamily="18" charset="-127"/>
                <a:ea typeface="Rix고딕 M" panose="02020603020101020101" pitchFamily="18" charset="-127"/>
              </a:rPr>
              <a:t>WG SW #1</a:t>
            </a:r>
            <a:endParaRPr lang="en-US" altLang="ko-KR" spc="-100" dirty="0">
              <a:latin typeface="Rix고딕 M" panose="02020603020101020101" pitchFamily="18" charset="-127"/>
              <a:ea typeface="Rix고딕 M" panose="02020603020101020101" pitchFamily="18" charset="-127"/>
            </a:endParaRPr>
          </a:p>
        </p:txBody>
      </p:sp>
      <p:sp>
        <p:nvSpPr>
          <p:cNvPr id="177" name="Text Box 3"/>
          <p:cNvSpPr txBox="1">
            <a:spLocks noChangeArrowheads="1"/>
          </p:cNvSpPr>
          <p:nvPr/>
        </p:nvSpPr>
        <p:spPr bwMode="auto">
          <a:xfrm>
            <a:off x="6667210" y="3605687"/>
            <a:ext cx="400751" cy="123111"/>
          </a:xfrm>
          <a:prstGeom prst="rect">
            <a:avLst/>
          </a:prstGeom>
          <a:noFill/>
          <a:extLst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algn="ctr">
              <a:defRPr sz="800">
                <a:latin typeface="Rix모던고딕 B" panose="02020603020101020101" pitchFamily="18" charset="-127"/>
                <a:ea typeface="Rix모던고딕 B" panose="02020603020101020101" pitchFamily="18" charset="-127"/>
              </a:defRPr>
            </a:lvl1pPr>
          </a:lstStyle>
          <a:p>
            <a:r>
              <a:rPr lang="en-CA" altLang="ko-KR" spc="-100" dirty="0">
                <a:latin typeface="Rix고딕 M" panose="02020603020101020101" pitchFamily="18" charset="-127"/>
                <a:ea typeface="Rix고딕 M" panose="02020603020101020101" pitchFamily="18" charset="-127"/>
              </a:rPr>
              <a:t>WG SW #2</a:t>
            </a:r>
            <a:endParaRPr lang="en-US" altLang="ko-KR" spc="-100" dirty="0">
              <a:latin typeface="Rix고딕 M" panose="02020603020101020101" pitchFamily="18" charset="-127"/>
              <a:ea typeface="Rix고딕 M" panose="02020603020101020101" pitchFamily="18" charset="-127"/>
            </a:endParaRPr>
          </a:p>
        </p:txBody>
      </p:sp>
      <p:sp>
        <p:nvSpPr>
          <p:cNvPr id="178" name="자유형 177"/>
          <p:cNvSpPr/>
          <p:nvPr/>
        </p:nvSpPr>
        <p:spPr>
          <a:xfrm>
            <a:off x="4747945" y="2206762"/>
            <a:ext cx="1650853" cy="1235399"/>
          </a:xfrm>
          <a:custGeom>
            <a:avLst/>
            <a:gdLst>
              <a:gd name="connsiteX0" fmla="*/ 0 w 2114550"/>
              <a:gd name="connsiteY0" fmla="*/ 0 h 958850"/>
              <a:gd name="connsiteX1" fmla="*/ 2114550 w 2114550"/>
              <a:gd name="connsiteY1" fmla="*/ 6350 h 958850"/>
              <a:gd name="connsiteX2" fmla="*/ 69850 w 2114550"/>
              <a:gd name="connsiteY2" fmla="*/ 958850 h 958850"/>
              <a:gd name="connsiteX3" fmla="*/ 0 w 2114550"/>
              <a:gd name="connsiteY3" fmla="*/ 0 h 958850"/>
              <a:gd name="connsiteX0" fmla="*/ 0 w 2114550"/>
              <a:gd name="connsiteY0" fmla="*/ 0 h 984250"/>
              <a:gd name="connsiteX1" fmla="*/ 2114550 w 2114550"/>
              <a:gd name="connsiteY1" fmla="*/ 6350 h 984250"/>
              <a:gd name="connsiteX2" fmla="*/ 12700 w 2114550"/>
              <a:gd name="connsiteY2" fmla="*/ 984250 h 984250"/>
              <a:gd name="connsiteX3" fmla="*/ 0 w 2114550"/>
              <a:gd name="connsiteY3" fmla="*/ 0 h 984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14550" h="984250">
                <a:moveTo>
                  <a:pt x="0" y="0"/>
                </a:moveTo>
                <a:lnTo>
                  <a:pt x="2114550" y="6350"/>
                </a:lnTo>
                <a:lnTo>
                  <a:pt x="12700" y="98425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85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9569" tIns="49785" rIns="99569" bIns="49785" rtlCol="0" anchor="ctr"/>
          <a:lstStyle/>
          <a:p>
            <a:pPr algn="ctr"/>
            <a:endParaRPr lang="ko-KR" altLang="en-US" dirty="0" smtClean="0"/>
          </a:p>
        </p:txBody>
      </p:sp>
      <p:sp>
        <p:nvSpPr>
          <p:cNvPr id="179" name="TextBox 178"/>
          <p:cNvSpPr txBox="1"/>
          <p:nvPr/>
        </p:nvSpPr>
        <p:spPr>
          <a:xfrm>
            <a:off x="5108475" y="2314451"/>
            <a:ext cx="646719" cy="269819"/>
          </a:xfrm>
          <a:prstGeom prst="rect">
            <a:avLst/>
          </a:prstGeom>
          <a:noFill/>
        </p:spPr>
        <p:txBody>
          <a:bodyPr wrap="none" lIns="99569" tIns="49785" rIns="99569" bIns="49785" rtlCol="0">
            <a:spAutoFit/>
          </a:bodyPr>
          <a:lstStyle/>
          <a:p>
            <a:pPr algn="ctr"/>
            <a:r>
              <a:rPr lang="en-US" altLang="ko-KR" sz="1100" spc="-100" dirty="0">
                <a:latin typeface="Rix고딕 M" panose="02020603020101020101" pitchFamily="18" charset="-127"/>
                <a:ea typeface="Rix고딕 M" panose="02020603020101020101" pitchFamily="18" charset="-127"/>
              </a:rPr>
              <a:t>L2 VLAN</a:t>
            </a:r>
            <a:endParaRPr lang="ko-KR" altLang="en-US" sz="1100" spc="-100" dirty="0">
              <a:latin typeface="Rix고딕 M" panose="02020603020101020101" pitchFamily="18" charset="-127"/>
              <a:ea typeface="Rix고딕 M" panose="02020603020101020101" pitchFamily="18" charset="-127"/>
            </a:endParaRPr>
          </a:p>
        </p:txBody>
      </p:sp>
      <p:sp>
        <p:nvSpPr>
          <p:cNvPr id="180" name="Rectangle 43"/>
          <p:cNvSpPr>
            <a:spLocks noChangeArrowheads="1"/>
          </p:cNvSpPr>
          <p:nvPr/>
        </p:nvSpPr>
        <p:spPr bwMode="auto">
          <a:xfrm>
            <a:off x="1928744" y="1498166"/>
            <a:ext cx="1658452" cy="2335513"/>
          </a:xfrm>
          <a:prstGeom prst="rect">
            <a:avLst/>
          </a:prstGeom>
          <a:noFill/>
          <a:ln w="12700">
            <a:solidFill>
              <a:srgbClr val="FFFFFF">
                <a:lumMod val="65000"/>
              </a:srgbClr>
            </a:solidFill>
            <a:miter lim="800000"/>
            <a:headEnd/>
            <a:tailEnd/>
          </a:ln>
          <a:effectLst/>
        </p:spPr>
        <p:txBody>
          <a:bodyPr wrap="none" lIns="99569" tIns="49785" rIns="99569" bIns="49785" anchor="ctr"/>
          <a:lstStyle>
            <a:defPPr>
              <a:defRPr lang="ko-KR"/>
            </a:defPPr>
            <a:lvl1pPr algn="ctr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휴먼고딕" pitchFamily="2" charset="-127"/>
                <a:ea typeface="휴먼고딕" pitchFamily="2" charset="-127"/>
                <a:cs typeface="+mn-cs"/>
              </a:defRPr>
            </a:lvl1pPr>
            <a:lvl2pPr marL="457200" algn="ctr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휴먼고딕" pitchFamily="2" charset="-127"/>
                <a:ea typeface="휴먼고딕" pitchFamily="2" charset="-127"/>
                <a:cs typeface="+mn-cs"/>
              </a:defRPr>
            </a:lvl2pPr>
            <a:lvl3pPr marL="914400" algn="ctr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휴먼고딕" pitchFamily="2" charset="-127"/>
                <a:ea typeface="휴먼고딕" pitchFamily="2" charset="-127"/>
                <a:cs typeface="+mn-cs"/>
              </a:defRPr>
            </a:lvl3pPr>
            <a:lvl4pPr marL="1371600" algn="ctr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휴먼고딕" pitchFamily="2" charset="-127"/>
                <a:ea typeface="휴먼고딕" pitchFamily="2" charset="-127"/>
                <a:cs typeface="+mn-cs"/>
              </a:defRPr>
            </a:lvl4pPr>
            <a:lvl5pPr marL="1828800" algn="ctr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휴먼고딕" pitchFamily="2" charset="-127"/>
                <a:ea typeface="휴먼고딕" pitchFamily="2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휴먼고딕" pitchFamily="2" charset="-127"/>
                <a:ea typeface="휴먼고딕" pitchFamily="2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휴먼고딕" pitchFamily="2" charset="-127"/>
                <a:ea typeface="휴먼고딕" pitchFamily="2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휴먼고딕" pitchFamily="2" charset="-127"/>
                <a:ea typeface="휴먼고딕" pitchFamily="2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휴먼고딕" pitchFamily="2" charset="-127"/>
                <a:ea typeface="휴먼고딕" pitchFamily="2" charset="-127"/>
                <a:cs typeface="+mn-cs"/>
              </a:defRPr>
            </a:lvl9pPr>
          </a:lstStyle>
          <a:p>
            <a:pPr algn="l">
              <a:defRPr/>
            </a:pPr>
            <a:endParaRPr lang="ko-KR" altLang="en-US" sz="1100" dirty="0">
              <a:solidFill>
                <a:srgbClr val="000000"/>
              </a:solidFill>
              <a:latin typeface="산돌고딕 L" pitchFamily="18" charset="-127"/>
              <a:ea typeface="산돌고딕 L" pitchFamily="18" charset="-127"/>
            </a:endParaRPr>
          </a:p>
        </p:txBody>
      </p:sp>
      <p:sp>
        <p:nvSpPr>
          <p:cNvPr id="181" name="TextBox 180"/>
          <p:cNvSpPr txBox="1"/>
          <p:nvPr/>
        </p:nvSpPr>
        <p:spPr>
          <a:xfrm>
            <a:off x="1931841" y="1499572"/>
            <a:ext cx="1655354" cy="254402"/>
          </a:xfrm>
          <a:prstGeom prst="rect">
            <a:avLst/>
          </a:prstGeom>
          <a:solidFill>
            <a:srgbClr val="31859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>
              <a:defRPr>
                <a:solidFill>
                  <a:schemeClr val="lt1"/>
                </a:solidFill>
              </a:defRPr>
            </a:lvl1pPr>
            <a:lvl2pPr marL="0" lvl="1" algn="ctr" fontAlgn="ctr">
              <a:spcAft>
                <a:spcPct val="0"/>
              </a:spcAft>
              <a:defRPr sz="1600" spc="-130">
                <a:solidFill>
                  <a:prstClr val="white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ctr"/>
            <a:r>
              <a:rPr lang="ko-KR" altLang="en-US" sz="1200" dirty="0">
                <a:solidFill>
                  <a:schemeClr val="bg1"/>
                </a:solidFill>
                <a:latin typeface="Rix고딕 M" pitchFamily="18" charset="-127"/>
                <a:ea typeface="Rix고딕 M" pitchFamily="18" charset="-127"/>
              </a:rPr>
              <a:t>국방전산정보원</a:t>
            </a:r>
            <a:r>
              <a:rPr lang="en-US" altLang="ko-KR" sz="1200" dirty="0">
                <a:solidFill>
                  <a:schemeClr val="bg1"/>
                </a:solidFill>
                <a:latin typeface="Rix고딕 M" pitchFamily="18" charset="-127"/>
                <a:ea typeface="Rix고딕 M" pitchFamily="18" charset="-127"/>
              </a:rPr>
              <a:t>(C</a:t>
            </a:r>
            <a:r>
              <a:rPr lang="ko-KR" altLang="en-US" sz="1200" dirty="0">
                <a:solidFill>
                  <a:schemeClr val="bg1"/>
                </a:solidFill>
                <a:latin typeface="Rix고딕 M" pitchFamily="18" charset="-127"/>
                <a:ea typeface="Rix고딕 M" pitchFamily="18" charset="-127"/>
              </a:rPr>
              <a:t>건물</a:t>
            </a:r>
            <a:r>
              <a:rPr lang="en-US" altLang="ko-KR" sz="1200" dirty="0">
                <a:solidFill>
                  <a:schemeClr val="bg1"/>
                </a:solidFill>
                <a:latin typeface="Rix고딕 M" pitchFamily="18" charset="-127"/>
                <a:ea typeface="Rix고딕 M" pitchFamily="18" charset="-127"/>
              </a:rPr>
              <a:t>)</a:t>
            </a:r>
          </a:p>
        </p:txBody>
      </p:sp>
      <p:sp>
        <p:nvSpPr>
          <p:cNvPr id="182" name="Rectangle 43"/>
          <p:cNvSpPr>
            <a:spLocks noChangeArrowheads="1"/>
          </p:cNvSpPr>
          <p:nvPr/>
        </p:nvSpPr>
        <p:spPr bwMode="auto">
          <a:xfrm>
            <a:off x="4194896" y="1498166"/>
            <a:ext cx="3046714" cy="2335513"/>
          </a:xfrm>
          <a:prstGeom prst="rect">
            <a:avLst/>
          </a:prstGeom>
          <a:noFill/>
          <a:ln w="12700">
            <a:solidFill>
              <a:srgbClr val="FFFFFF">
                <a:lumMod val="65000"/>
              </a:srgbClr>
            </a:solidFill>
            <a:miter lim="800000"/>
            <a:headEnd/>
            <a:tailEnd/>
          </a:ln>
          <a:effectLst/>
        </p:spPr>
        <p:txBody>
          <a:bodyPr wrap="none" lIns="99569" tIns="49785" rIns="99569" bIns="49785" anchor="ctr"/>
          <a:lstStyle>
            <a:defPPr>
              <a:defRPr lang="ko-KR"/>
            </a:defPPr>
            <a:lvl1pPr algn="ctr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휴먼고딕" pitchFamily="2" charset="-127"/>
                <a:ea typeface="휴먼고딕" pitchFamily="2" charset="-127"/>
                <a:cs typeface="+mn-cs"/>
              </a:defRPr>
            </a:lvl1pPr>
            <a:lvl2pPr marL="457200" algn="ctr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휴먼고딕" pitchFamily="2" charset="-127"/>
                <a:ea typeface="휴먼고딕" pitchFamily="2" charset="-127"/>
                <a:cs typeface="+mn-cs"/>
              </a:defRPr>
            </a:lvl2pPr>
            <a:lvl3pPr marL="914400" algn="ctr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휴먼고딕" pitchFamily="2" charset="-127"/>
                <a:ea typeface="휴먼고딕" pitchFamily="2" charset="-127"/>
                <a:cs typeface="+mn-cs"/>
              </a:defRPr>
            </a:lvl3pPr>
            <a:lvl4pPr marL="1371600" algn="ctr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휴먼고딕" pitchFamily="2" charset="-127"/>
                <a:ea typeface="휴먼고딕" pitchFamily="2" charset="-127"/>
                <a:cs typeface="+mn-cs"/>
              </a:defRPr>
            </a:lvl4pPr>
            <a:lvl5pPr marL="1828800" algn="ctr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휴먼고딕" pitchFamily="2" charset="-127"/>
                <a:ea typeface="휴먼고딕" pitchFamily="2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휴먼고딕" pitchFamily="2" charset="-127"/>
                <a:ea typeface="휴먼고딕" pitchFamily="2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휴먼고딕" pitchFamily="2" charset="-127"/>
                <a:ea typeface="휴먼고딕" pitchFamily="2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휴먼고딕" pitchFamily="2" charset="-127"/>
                <a:ea typeface="휴먼고딕" pitchFamily="2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휴먼고딕" pitchFamily="2" charset="-127"/>
                <a:ea typeface="휴먼고딕" pitchFamily="2" charset="-127"/>
                <a:cs typeface="+mn-cs"/>
              </a:defRPr>
            </a:lvl9pPr>
          </a:lstStyle>
          <a:p>
            <a:pPr algn="l">
              <a:defRPr/>
            </a:pPr>
            <a:endParaRPr lang="ko-KR" altLang="en-US" sz="1100" dirty="0">
              <a:solidFill>
                <a:srgbClr val="000000"/>
              </a:solidFill>
              <a:latin typeface="산돌고딕 L" pitchFamily="18" charset="-127"/>
              <a:ea typeface="산돌고딕 L" pitchFamily="18" charset="-127"/>
            </a:endParaRPr>
          </a:p>
        </p:txBody>
      </p:sp>
      <p:sp>
        <p:nvSpPr>
          <p:cNvPr id="183" name="Text Box 3"/>
          <p:cNvSpPr txBox="1">
            <a:spLocks noChangeArrowheads="1"/>
          </p:cNvSpPr>
          <p:nvPr/>
        </p:nvSpPr>
        <p:spPr bwMode="auto">
          <a:xfrm>
            <a:off x="2135828" y="3601531"/>
            <a:ext cx="592216" cy="254431"/>
          </a:xfrm>
          <a:prstGeom prst="rect">
            <a:avLst/>
          </a:prstGeom>
          <a:noFill/>
          <a:extLst/>
        </p:spPr>
        <p:txBody>
          <a:bodyPr wrap="none" lIns="99569" tIns="49785" rIns="99569" bIns="49785" rtlCol="0">
            <a:spAutoFit/>
          </a:bodyPr>
          <a:lstStyle>
            <a:defPPr>
              <a:defRPr lang="ko-KR"/>
            </a:defPPr>
            <a:lvl1pPr algn="ctr">
              <a:defRPr sz="1000"/>
            </a:lvl1pPr>
          </a:lstStyle>
          <a:p>
            <a:r>
              <a:rPr lang="en-CA" altLang="ko-KR" dirty="0" smtClean="0">
                <a:latin typeface="Rix고딕 M" panose="02020603020101020101" pitchFamily="18" charset="-127"/>
                <a:ea typeface="Rix고딕 M" panose="02020603020101020101" pitchFamily="18" charset="-127"/>
              </a:rPr>
              <a:t>Router</a:t>
            </a:r>
            <a:endParaRPr lang="en-US" altLang="ko-KR" dirty="0">
              <a:latin typeface="Rix고딕 M" panose="02020603020101020101" pitchFamily="18" charset="-127"/>
              <a:ea typeface="Rix고딕 M" panose="02020603020101020101" pitchFamily="18" charset="-127"/>
            </a:endParaRPr>
          </a:p>
        </p:txBody>
      </p:sp>
      <p:pic>
        <p:nvPicPr>
          <p:cNvPr id="184" name="Picture 12" descr="core_router_grey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98801" y="1988417"/>
            <a:ext cx="341469" cy="3418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5" name="Picture 12" descr="core_router_grey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9310" y="3297964"/>
            <a:ext cx="341469" cy="3418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86" name="직선 연결선 185"/>
          <p:cNvCxnSpPr>
            <a:stCxn id="190" idx="1"/>
            <a:endCxn id="185" idx="3"/>
          </p:cNvCxnSpPr>
          <p:nvPr/>
        </p:nvCxnSpPr>
        <p:spPr>
          <a:xfrm flipH="1">
            <a:off x="2630778" y="3468887"/>
            <a:ext cx="274386" cy="1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7" name="직선 연결선 186"/>
          <p:cNvCxnSpPr>
            <a:stCxn id="189" idx="1"/>
            <a:endCxn id="184" idx="3"/>
          </p:cNvCxnSpPr>
          <p:nvPr/>
        </p:nvCxnSpPr>
        <p:spPr>
          <a:xfrm flipH="1">
            <a:off x="2640269" y="2159340"/>
            <a:ext cx="275152" cy="1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8" name="Text Box 3"/>
          <p:cNvSpPr txBox="1">
            <a:spLocks noChangeArrowheads="1"/>
          </p:cNvSpPr>
          <p:nvPr/>
        </p:nvSpPr>
        <p:spPr bwMode="auto">
          <a:xfrm>
            <a:off x="2201658" y="2300569"/>
            <a:ext cx="592216" cy="254431"/>
          </a:xfrm>
          <a:prstGeom prst="rect">
            <a:avLst/>
          </a:prstGeom>
          <a:noFill/>
          <a:extLst/>
        </p:spPr>
        <p:txBody>
          <a:bodyPr wrap="none" lIns="99569" tIns="49785" rIns="99569" bIns="49785" rtlCol="0">
            <a:spAutoFit/>
          </a:bodyPr>
          <a:lstStyle>
            <a:defPPr>
              <a:defRPr lang="ko-KR"/>
            </a:defPPr>
            <a:lvl1pPr algn="ctr">
              <a:defRPr sz="1000"/>
            </a:lvl1pPr>
          </a:lstStyle>
          <a:p>
            <a:r>
              <a:rPr lang="en-CA" altLang="ko-KR" dirty="0" smtClean="0">
                <a:latin typeface="Rix고딕 M" panose="02020603020101020101" pitchFamily="18" charset="-127"/>
                <a:ea typeface="Rix고딕 M" panose="02020603020101020101" pitchFamily="18" charset="-127"/>
              </a:rPr>
              <a:t>Router</a:t>
            </a:r>
            <a:endParaRPr lang="en-US" altLang="ko-KR" dirty="0">
              <a:latin typeface="Rix고딕 M" panose="02020603020101020101" pitchFamily="18" charset="-127"/>
              <a:ea typeface="Rix고딕 M" panose="02020603020101020101" pitchFamily="18" charset="-127"/>
            </a:endParaRPr>
          </a:p>
        </p:txBody>
      </p:sp>
      <p:pic>
        <p:nvPicPr>
          <p:cNvPr id="189" name="Picture 12" descr="l3_switch_grey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15421" y="1958282"/>
            <a:ext cx="397961" cy="4021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0" name="Picture 12" descr="l3_switch_grey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05165" y="3267829"/>
            <a:ext cx="397961" cy="4021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3" name="TextBox 192"/>
          <p:cNvSpPr txBox="1"/>
          <p:nvPr/>
        </p:nvSpPr>
        <p:spPr>
          <a:xfrm>
            <a:off x="307258" y="1401926"/>
            <a:ext cx="397763" cy="253426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anchor="ctr"/>
          <a:lstStyle>
            <a:defPPr>
              <a:defRPr lang="ko-KR"/>
            </a:defPPr>
            <a:lvl1pPr algn="ctr">
              <a:defRPr sz="1500">
                <a:solidFill>
                  <a:schemeClr val="bg1"/>
                </a:solidFill>
                <a:latin typeface="Rix고딕 B" pitchFamily="18" charset="-127"/>
                <a:ea typeface="Rix고딕 B" pitchFamily="18" charset="-127"/>
              </a:defRPr>
            </a:lvl1pPr>
          </a:lstStyle>
          <a:p>
            <a:r>
              <a:rPr lang="ko-KR" altLang="en-US" dirty="0" smtClean="0"/>
              <a:t>장애발생 시</a:t>
            </a:r>
            <a:endParaRPr lang="ko-KR" altLang="en-US" dirty="0"/>
          </a:p>
        </p:txBody>
      </p:sp>
      <p:sp>
        <p:nvSpPr>
          <p:cNvPr id="194" name="Rectangle 43"/>
          <p:cNvSpPr>
            <a:spLocks noChangeArrowheads="1"/>
          </p:cNvSpPr>
          <p:nvPr/>
        </p:nvSpPr>
        <p:spPr bwMode="auto">
          <a:xfrm>
            <a:off x="307258" y="1411450"/>
            <a:ext cx="7152789" cy="2512837"/>
          </a:xfrm>
          <a:prstGeom prst="rect">
            <a:avLst/>
          </a:prstGeom>
          <a:noFill/>
          <a:ln w="19050">
            <a:solidFill>
              <a:srgbClr val="C00000"/>
            </a:solidFill>
            <a:miter lim="800000"/>
            <a:headEnd/>
            <a:tailEnd/>
          </a:ln>
          <a:effectLst/>
        </p:spPr>
        <p:txBody>
          <a:bodyPr wrap="none" lIns="99569" tIns="49785" rIns="99569" bIns="49785" anchor="ctr"/>
          <a:lstStyle>
            <a:defPPr>
              <a:defRPr lang="ko-KR"/>
            </a:defPPr>
            <a:lvl1pPr algn="ctr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휴먼고딕" pitchFamily="2" charset="-127"/>
                <a:ea typeface="휴먼고딕" pitchFamily="2" charset="-127"/>
                <a:cs typeface="+mn-cs"/>
              </a:defRPr>
            </a:lvl1pPr>
            <a:lvl2pPr marL="457200" algn="ctr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휴먼고딕" pitchFamily="2" charset="-127"/>
                <a:ea typeface="휴먼고딕" pitchFamily="2" charset="-127"/>
                <a:cs typeface="+mn-cs"/>
              </a:defRPr>
            </a:lvl2pPr>
            <a:lvl3pPr marL="914400" algn="ctr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휴먼고딕" pitchFamily="2" charset="-127"/>
                <a:ea typeface="휴먼고딕" pitchFamily="2" charset="-127"/>
                <a:cs typeface="+mn-cs"/>
              </a:defRPr>
            </a:lvl3pPr>
            <a:lvl4pPr marL="1371600" algn="ctr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휴먼고딕" pitchFamily="2" charset="-127"/>
                <a:ea typeface="휴먼고딕" pitchFamily="2" charset="-127"/>
                <a:cs typeface="+mn-cs"/>
              </a:defRPr>
            </a:lvl4pPr>
            <a:lvl5pPr marL="1828800" algn="ctr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휴먼고딕" pitchFamily="2" charset="-127"/>
                <a:ea typeface="휴먼고딕" pitchFamily="2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휴먼고딕" pitchFamily="2" charset="-127"/>
                <a:ea typeface="휴먼고딕" pitchFamily="2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휴먼고딕" pitchFamily="2" charset="-127"/>
                <a:ea typeface="휴먼고딕" pitchFamily="2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휴먼고딕" pitchFamily="2" charset="-127"/>
                <a:ea typeface="휴먼고딕" pitchFamily="2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휴먼고딕" pitchFamily="2" charset="-127"/>
                <a:ea typeface="휴먼고딕" pitchFamily="2" charset="-127"/>
                <a:cs typeface="+mn-cs"/>
              </a:defRPr>
            </a:lvl9pPr>
          </a:lstStyle>
          <a:p>
            <a:pPr algn="l">
              <a:defRPr/>
            </a:pPr>
            <a:endParaRPr lang="ko-KR" altLang="en-US" sz="1100" dirty="0">
              <a:solidFill>
                <a:srgbClr val="000000"/>
              </a:solidFill>
              <a:latin typeface="산돌고딕 L" pitchFamily="18" charset="-127"/>
              <a:ea typeface="산돌고딕 L" pitchFamily="18" charset="-127"/>
            </a:endParaRPr>
          </a:p>
        </p:txBody>
      </p:sp>
      <p:sp>
        <p:nvSpPr>
          <p:cNvPr id="196" name="Text Box 118"/>
          <p:cNvSpPr txBox="1">
            <a:spLocks noChangeArrowheads="1"/>
          </p:cNvSpPr>
          <p:nvPr/>
        </p:nvSpPr>
        <p:spPr bwMode="gray">
          <a:xfrm>
            <a:off x="7551928" y="1703470"/>
            <a:ext cx="2773172" cy="207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  <a:scene3d>
              <a:camera prst="orthographicFront"/>
              <a:lightRig rig="threePt" dir="t"/>
            </a:scene3d>
            <a:sp3d>
              <a:bevelT w="1270" h="6350"/>
            </a:sp3d>
          </a:bodyPr>
          <a:lstStyle>
            <a:defPPr>
              <a:defRPr lang="ko-KR"/>
            </a:defPPr>
            <a:lvl1pPr marL="342900" indent="-342900" defTabSz="1135063" eaLnBrk="0" hangingPunct="0">
              <a:tabLst>
                <a:tab pos="6149975" algn="l"/>
              </a:tabLst>
            </a:lvl1pPr>
            <a:lvl2pPr marL="0" lvl="1" algn="ctr" defTabSz="1135063" eaLnBrk="0" latinLnBrk="0" hangingPunct="0">
              <a:lnSpc>
                <a:spcPct val="90000"/>
              </a:lnSpc>
              <a:buClr>
                <a:srgbClr val="3271AA"/>
              </a:buClr>
              <a:buSzPct val="140000"/>
              <a:tabLst>
                <a:tab pos="6149975" algn="l"/>
              </a:tabLst>
              <a:defRPr sz="900">
                <a:latin typeface="Rix고딕 B" pitchFamily="18" charset="-127"/>
                <a:ea typeface="Rix고딕 B" pitchFamily="18" charset="-127"/>
              </a:defRPr>
            </a:lvl2pPr>
            <a:lvl3pPr marL="1143000" indent="-228600" defTabSz="1135063" eaLnBrk="0" hangingPunct="0">
              <a:tabLst>
                <a:tab pos="6149975" algn="l"/>
              </a:tabLst>
            </a:lvl3pPr>
            <a:lvl4pPr marL="1600200" indent="-228600" defTabSz="1135063" eaLnBrk="0" hangingPunct="0">
              <a:tabLst>
                <a:tab pos="6149975" algn="l"/>
              </a:tabLst>
            </a:lvl4pPr>
            <a:lvl5pPr marL="2057400" indent="-228600" defTabSz="1135063" eaLnBrk="0" hangingPunct="0">
              <a:tabLst>
                <a:tab pos="6149975" algn="l"/>
              </a:tabLst>
            </a:lvl5pPr>
            <a:lvl6pPr marL="2514600" indent="-228600" defTabSz="1135063" eaLnBrk="0" fontAlgn="base" hangingPunct="0">
              <a:spcBef>
                <a:spcPct val="0"/>
              </a:spcBef>
              <a:spcAft>
                <a:spcPct val="0"/>
              </a:spcAft>
              <a:tabLst>
                <a:tab pos="6149975" algn="l"/>
              </a:tabLst>
            </a:lvl6pPr>
            <a:lvl7pPr marL="2971800" indent="-228600" defTabSz="1135063" eaLnBrk="0" fontAlgn="base" hangingPunct="0">
              <a:spcBef>
                <a:spcPct val="0"/>
              </a:spcBef>
              <a:spcAft>
                <a:spcPct val="0"/>
              </a:spcAft>
              <a:tabLst>
                <a:tab pos="6149975" algn="l"/>
              </a:tabLst>
            </a:lvl7pPr>
            <a:lvl8pPr marL="3429000" indent="-228600" defTabSz="1135063" eaLnBrk="0" fontAlgn="base" hangingPunct="0">
              <a:spcBef>
                <a:spcPct val="0"/>
              </a:spcBef>
              <a:spcAft>
                <a:spcPct val="0"/>
              </a:spcAft>
              <a:tabLst>
                <a:tab pos="6149975" algn="l"/>
              </a:tabLst>
            </a:lvl8pPr>
            <a:lvl9pPr marL="3886200" indent="-228600" defTabSz="1135063" eaLnBrk="0" fontAlgn="base" hangingPunct="0">
              <a:spcBef>
                <a:spcPct val="0"/>
              </a:spcBef>
              <a:spcAft>
                <a:spcPct val="0"/>
              </a:spcAft>
              <a:tabLst>
                <a:tab pos="6149975" algn="l"/>
              </a:tabLst>
            </a:lvl9pPr>
          </a:lstStyle>
          <a:p>
            <a:pPr lvl="1"/>
            <a:r>
              <a:rPr lang="ko-KR" altLang="en-US" sz="1500" spc="-100" dirty="0">
                <a:solidFill>
                  <a:schemeClr val="bg1"/>
                </a:solidFill>
                <a:sym typeface="Symbol" pitchFamily="18" charset="2"/>
              </a:rPr>
              <a:t>게이트웨이 이중화로 안정성 향상</a:t>
            </a:r>
          </a:p>
        </p:txBody>
      </p:sp>
      <p:sp>
        <p:nvSpPr>
          <p:cNvPr id="197" name="직사각형 196"/>
          <p:cNvSpPr/>
          <p:nvPr/>
        </p:nvSpPr>
        <p:spPr>
          <a:xfrm>
            <a:off x="7567441" y="2257400"/>
            <a:ext cx="2757659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  <a:scene3d>
              <a:camera prst="orthographicFront"/>
              <a:lightRig rig="threePt" dir="t"/>
            </a:scene3d>
            <a:sp3d>
              <a:bevelT w="1270" h="6350"/>
            </a:sp3d>
          </a:bodyPr>
          <a:lstStyle/>
          <a:p>
            <a:pPr marL="180975" indent="-180975" defTabSz="1135063" eaLnBrk="0" hangingPunct="0">
              <a:buFont typeface="Arial" panose="020B0604020202020204" pitchFamily="34" charset="0"/>
              <a:buChar char="•"/>
              <a:tabLst>
                <a:tab pos="6149975" algn="l"/>
              </a:tabLst>
            </a:pPr>
            <a:r>
              <a:rPr lang="en-US" altLang="ko-KR" sz="1300" dirty="0" smtClean="0">
                <a:solidFill>
                  <a:schemeClr val="tx1"/>
                </a:solidFill>
                <a:latin typeface="Rix고딕 B" panose="02020603020101020101" pitchFamily="18" charset="-127"/>
                <a:ea typeface="Rix고딕 B" panose="02020603020101020101" pitchFamily="18" charset="-127"/>
              </a:rPr>
              <a:t>C</a:t>
            </a:r>
            <a:r>
              <a:rPr lang="ko-KR" altLang="en-US" sz="1300" dirty="0" smtClean="0">
                <a:solidFill>
                  <a:schemeClr val="tx1"/>
                </a:solidFill>
                <a:latin typeface="Rix고딕 B" panose="02020603020101020101" pitchFamily="18" charset="-127"/>
                <a:ea typeface="Rix고딕 B" panose="02020603020101020101" pitchFamily="18" charset="-127"/>
              </a:rPr>
              <a:t>건물 </a:t>
            </a:r>
            <a:r>
              <a:rPr lang="ko-KR" altLang="en-US" sz="1300" dirty="0" err="1" smtClean="0">
                <a:solidFill>
                  <a:schemeClr val="tx1"/>
                </a:solidFill>
                <a:latin typeface="Rix고딕 B" panose="02020603020101020101" pitchFamily="18" charset="-127"/>
                <a:ea typeface="Rix고딕 B" panose="02020603020101020101" pitchFamily="18" charset="-127"/>
              </a:rPr>
              <a:t>백본과</a:t>
            </a:r>
            <a:r>
              <a:rPr lang="ko-KR" altLang="en-US" sz="1300" dirty="0" smtClean="0">
                <a:solidFill>
                  <a:schemeClr val="tx1"/>
                </a:solidFill>
                <a:latin typeface="Rix고딕 B" panose="02020603020101020101" pitchFamily="18" charset="-127"/>
                <a:ea typeface="Rix고딕 B" panose="02020603020101020101" pitchFamily="18" charset="-127"/>
              </a:rPr>
              <a:t> </a:t>
            </a:r>
            <a:r>
              <a:rPr lang="ko-KR" altLang="en-US" sz="1300" dirty="0">
                <a:solidFill>
                  <a:schemeClr val="tx1"/>
                </a:solidFill>
                <a:latin typeface="Rix고딕 B" panose="02020603020101020101" pitchFamily="18" charset="-127"/>
                <a:ea typeface="Rix고딕 B" panose="02020603020101020101" pitchFamily="18" charset="-127"/>
              </a:rPr>
              <a:t>신규 백본 간 </a:t>
            </a:r>
            <a:r>
              <a:rPr lang="en-US" altLang="ko-KR" sz="1300" dirty="0" smtClean="0">
                <a:solidFill>
                  <a:schemeClr val="tx1"/>
                </a:solidFill>
                <a:latin typeface="Rix고딕 B" panose="02020603020101020101" pitchFamily="18" charset="-127"/>
                <a:ea typeface="Rix고딕 B" panose="02020603020101020101" pitchFamily="18" charset="-127"/>
              </a:rPr>
              <a:t/>
            </a:r>
            <a:br>
              <a:rPr lang="en-US" altLang="ko-KR" sz="1300" dirty="0" smtClean="0">
                <a:solidFill>
                  <a:schemeClr val="tx1"/>
                </a:solidFill>
                <a:latin typeface="Rix고딕 B" panose="02020603020101020101" pitchFamily="18" charset="-127"/>
                <a:ea typeface="Rix고딕 B" panose="02020603020101020101" pitchFamily="18" charset="-127"/>
              </a:rPr>
            </a:br>
            <a:r>
              <a:rPr lang="ko-KR" altLang="en-US" sz="1300" dirty="0" smtClean="0">
                <a:solidFill>
                  <a:schemeClr val="tx1"/>
                </a:solidFill>
                <a:latin typeface="Rix고딕 B" panose="02020603020101020101" pitchFamily="18" charset="-127"/>
                <a:ea typeface="Rix고딕 B" panose="02020603020101020101" pitchFamily="18" charset="-127"/>
              </a:rPr>
              <a:t>회선 이중화</a:t>
            </a:r>
            <a:r>
              <a:rPr lang="en-US" altLang="ko-KR" sz="1300" dirty="0" smtClean="0">
                <a:solidFill>
                  <a:schemeClr val="tx1"/>
                </a:solidFill>
                <a:latin typeface="Rix고딕 B" panose="02020603020101020101" pitchFamily="18" charset="-127"/>
                <a:ea typeface="Rix고딕 B" panose="02020603020101020101" pitchFamily="18" charset="-127"/>
              </a:rPr>
              <a:t>/Dynamic </a:t>
            </a:r>
            <a:r>
              <a:rPr lang="en-US" altLang="ko-KR" sz="1300" dirty="0">
                <a:solidFill>
                  <a:schemeClr val="tx1"/>
                </a:solidFill>
                <a:latin typeface="Rix고딕 B" panose="02020603020101020101" pitchFamily="18" charset="-127"/>
                <a:ea typeface="Rix고딕 B" panose="02020603020101020101" pitchFamily="18" charset="-127"/>
              </a:rPr>
              <a:t>Routing</a:t>
            </a:r>
            <a:r>
              <a:rPr lang="ko-KR" altLang="en-US" sz="1300" dirty="0">
                <a:solidFill>
                  <a:schemeClr val="tx1"/>
                </a:solidFill>
                <a:latin typeface="Rix고딕 B" panose="02020603020101020101" pitchFamily="18" charset="-127"/>
                <a:ea typeface="Rix고딕 B" panose="02020603020101020101" pitchFamily="18" charset="-127"/>
              </a:rPr>
              <a:t>구성</a:t>
            </a:r>
            <a:br>
              <a:rPr lang="ko-KR" altLang="en-US" sz="1300" dirty="0">
                <a:solidFill>
                  <a:schemeClr val="tx1"/>
                </a:solidFill>
                <a:latin typeface="Rix고딕 B" panose="02020603020101020101" pitchFamily="18" charset="-127"/>
                <a:ea typeface="Rix고딕 B" panose="02020603020101020101" pitchFamily="18" charset="-127"/>
              </a:rPr>
            </a:br>
            <a:r>
              <a:rPr lang="ko-KR" altLang="en-US" sz="1300" dirty="0">
                <a:solidFill>
                  <a:schemeClr val="tx1"/>
                </a:solidFill>
                <a:latin typeface="Rix고딕 B" panose="02020603020101020101" pitchFamily="18" charset="-127"/>
                <a:ea typeface="Rix고딕 B" panose="02020603020101020101" pitchFamily="18" charset="-127"/>
              </a:rPr>
              <a:t>→ </a:t>
            </a:r>
            <a:r>
              <a:rPr lang="en-US" altLang="ko-KR" sz="1300" dirty="0">
                <a:solidFill>
                  <a:schemeClr val="tx1"/>
                </a:solidFill>
                <a:latin typeface="Rix고딕 B" panose="02020603020101020101" pitchFamily="18" charset="-127"/>
                <a:ea typeface="Rix고딕 B" panose="02020603020101020101" pitchFamily="18" charset="-127"/>
              </a:rPr>
              <a:t>Active-Active </a:t>
            </a:r>
            <a:r>
              <a:rPr lang="ko-KR" altLang="en-US" sz="1300" dirty="0" smtClean="0">
                <a:solidFill>
                  <a:schemeClr val="tx1"/>
                </a:solidFill>
                <a:latin typeface="Rix고딕 B" panose="02020603020101020101" pitchFamily="18" charset="-127"/>
                <a:ea typeface="Rix고딕 B" panose="02020603020101020101" pitchFamily="18" charset="-127"/>
              </a:rPr>
              <a:t>구성</a:t>
            </a:r>
            <a:endParaRPr lang="en-US" altLang="ko-KR" sz="1300" dirty="0" smtClean="0">
              <a:solidFill>
                <a:schemeClr val="tx1"/>
              </a:solidFill>
              <a:latin typeface="Rix고딕 B" panose="02020603020101020101" pitchFamily="18" charset="-127"/>
              <a:ea typeface="Rix고딕 B" panose="02020603020101020101" pitchFamily="18" charset="-127"/>
            </a:endParaRPr>
          </a:p>
          <a:p>
            <a:pPr defTabSz="1135063" eaLnBrk="0" hangingPunct="0">
              <a:tabLst>
                <a:tab pos="6149975" algn="l"/>
              </a:tabLst>
            </a:pPr>
            <a:endParaRPr lang="ko-KR" altLang="en-US" sz="1300" dirty="0">
              <a:solidFill>
                <a:schemeClr val="tx1"/>
              </a:solidFill>
              <a:latin typeface="Rix고딕 B" panose="02020603020101020101" pitchFamily="18" charset="-127"/>
              <a:ea typeface="Rix고딕 B" panose="02020603020101020101" pitchFamily="18" charset="-127"/>
            </a:endParaRPr>
          </a:p>
          <a:p>
            <a:pPr marL="180975" indent="-180975" defTabSz="1135063" eaLnBrk="0" hangingPunct="0">
              <a:buFont typeface="Arial" panose="020B0604020202020204" pitchFamily="34" charset="0"/>
              <a:buChar char="•"/>
              <a:tabLst>
                <a:tab pos="6149975" algn="l"/>
              </a:tabLst>
            </a:pPr>
            <a:r>
              <a:rPr lang="ko-KR" altLang="en-US" sz="1300" dirty="0">
                <a:solidFill>
                  <a:schemeClr val="tx1"/>
                </a:solidFill>
                <a:latin typeface="Rix고딕 B" panose="02020603020101020101" pitchFamily="18" charset="-127"/>
                <a:ea typeface="Rix고딕 B" panose="02020603020101020101" pitchFamily="18" charset="-127"/>
              </a:rPr>
              <a:t>워크그룹 스위치와 백본 간 </a:t>
            </a:r>
            <a:r>
              <a:rPr lang="en-US" altLang="ko-KR" sz="1300" dirty="0">
                <a:solidFill>
                  <a:schemeClr val="tx1"/>
                </a:solidFill>
                <a:latin typeface="Rix고딕 B" panose="02020603020101020101" pitchFamily="18" charset="-127"/>
                <a:ea typeface="Rix고딕 B" panose="02020603020101020101" pitchFamily="18" charset="-127"/>
              </a:rPr>
              <a:t>VRRP </a:t>
            </a:r>
            <a:r>
              <a:rPr lang="ko-KR" altLang="en-US" sz="1300" dirty="0">
                <a:solidFill>
                  <a:schemeClr val="tx1"/>
                </a:solidFill>
                <a:latin typeface="Rix고딕 B" panose="02020603020101020101" pitchFamily="18" charset="-127"/>
                <a:ea typeface="Rix고딕 B" panose="02020603020101020101" pitchFamily="18" charset="-127"/>
              </a:rPr>
              <a:t>적용 </a:t>
            </a:r>
            <a:r>
              <a:rPr lang="en-US" altLang="ko-KR" sz="1300" dirty="0">
                <a:solidFill>
                  <a:schemeClr val="tx1"/>
                </a:solidFill>
                <a:latin typeface="Rix고딕 B" panose="02020603020101020101" pitchFamily="18" charset="-127"/>
                <a:ea typeface="Rix고딕 B" panose="02020603020101020101" pitchFamily="18" charset="-127"/>
              </a:rPr>
              <a:t>(</a:t>
            </a:r>
            <a:r>
              <a:rPr lang="ko-KR" altLang="en-US" sz="1300" dirty="0">
                <a:solidFill>
                  <a:schemeClr val="tx1"/>
                </a:solidFill>
                <a:latin typeface="Rix고딕 B" panose="02020603020101020101" pitchFamily="18" charset="-127"/>
                <a:ea typeface="Rix고딕 B" panose="02020603020101020101" pitchFamily="18" charset="-127"/>
              </a:rPr>
              <a:t>게이트웨이 이중화</a:t>
            </a:r>
            <a:r>
              <a:rPr lang="en-US" altLang="ko-KR" sz="1300" dirty="0">
                <a:solidFill>
                  <a:schemeClr val="tx1"/>
                </a:solidFill>
                <a:latin typeface="Rix고딕 B" panose="02020603020101020101" pitchFamily="18" charset="-127"/>
                <a:ea typeface="Rix고딕 B" panose="02020603020101020101" pitchFamily="18" charset="-127"/>
              </a:rPr>
              <a:t>) </a:t>
            </a:r>
            <a:r>
              <a:rPr lang="ko-KR" altLang="en-US" sz="1300" dirty="0">
                <a:solidFill>
                  <a:schemeClr val="tx1"/>
                </a:solidFill>
                <a:latin typeface="Rix고딕 B" panose="02020603020101020101" pitchFamily="18" charset="-127"/>
                <a:ea typeface="Rix고딕 B" panose="02020603020101020101" pitchFamily="18" charset="-127"/>
              </a:rPr>
              <a:t>→</a:t>
            </a:r>
            <a:r>
              <a:rPr lang="en-US" altLang="ko-KR" sz="1300" dirty="0">
                <a:solidFill>
                  <a:schemeClr val="tx1"/>
                </a:solidFill>
                <a:latin typeface="Rix고딕 B" panose="02020603020101020101" pitchFamily="18" charset="-127"/>
                <a:ea typeface="Rix고딕 B" panose="02020603020101020101" pitchFamily="18" charset="-127"/>
              </a:rPr>
              <a:t> </a:t>
            </a:r>
            <a:r>
              <a:rPr lang="ko-KR" altLang="en-US" sz="1300" dirty="0">
                <a:solidFill>
                  <a:schemeClr val="tx1"/>
                </a:solidFill>
                <a:latin typeface="Rix고딕 B" panose="02020603020101020101" pitchFamily="18" charset="-127"/>
                <a:ea typeface="Rix고딕 B" panose="02020603020101020101" pitchFamily="18" charset="-127"/>
              </a:rPr>
              <a:t>링크 이중화</a:t>
            </a:r>
          </a:p>
        </p:txBody>
      </p:sp>
      <p:grpSp>
        <p:nvGrpSpPr>
          <p:cNvPr id="198" name="그룹 197"/>
          <p:cNvGrpSpPr/>
          <p:nvPr/>
        </p:nvGrpSpPr>
        <p:grpSpPr>
          <a:xfrm>
            <a:off x="1023828" y="2345246"/>
            <a:ext cx="1007285" cy="1295857"/>
            <a:chOff x="4961161" y="5547040"/>
            <a:chExt cx="1269412" cy="1633080"/>
          </a:xfrm>
        </p:grpSpPr>
        <p:pic>
          <p:nvPicPr>
            <p:cNvPr id="199" name="Picture 6" descr="G:\work\아이티센시스템즈\경찰청공조조회유지보수\icon&amp;dia\클립아트-05.png"/>
            <p:cNvPicPr>
              <a:picLocks noChangeAspect="1" noChangeArrowheads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61161" y="5547040"/>
              <a:ext cx="1269412" cy="163308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00" name="TextBox 199"/>
            <p:cNvSpPr txBox="1"/>
            <p:nvPr/>
          </p:nvSpPr>
          <p:spPr>
            <a:xfrm>
              <a:off x="5182454" y="5828096"/>
              <a:ext cx="753922" cy="34908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sz="1200" smtClean="0">
                  <a:latin typeface="Rix고딕 B" pitchFamily="18" charset="-127"/>
                  <a:ea typeface="Rix고딕 B" pitchFamily="18" charset="-127"/>
                </a:rPr>
                <a:t>외부망</a:t>
              </a:r>
              <a:endParaRPr lang="ko-KR" altLang="en-US" sz="1200" dirty="0">
                <a:latin typeface="Rix고딕 B" pitchFamily="18" charset="-127"/>
                <a:ea typeface="Rix고딕 B" pitchFamily="18" charset="-127"/>
              </a:endParaRPr>
            </a:p>
          </p:txBody>
        </p:sp>
      </p:grpSp>
      <p:sp>
        <p:nvSpPr>
          <p:cNvPr id="201" name="TextBox 200"/>
          <p:cNvSpPr txBox="1"/>
          <p:nvPr/>
        </p:nvSpPr>
        <p:spPr>
          <a:xfrm>
            <a:off x="4194896" y="1499572"/>
            <a:ext cx="3046714" cy="254402"/>
          </a:xfrm>
          <a:prstGeom prst="rect">
            <a:avLst/>
          </a:prstGeom>
          <a:solidFill>
            <a:srgbClr val="31859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>
              <a:defRPr>
                <a:solidFill>
                  <a:schemeClr val="lt1"/>
                </a:solidFill>
              </a:defRPr>
            </a:lvl1pPr>
            <a:lvl2pPr marL="0" lvl="1" algn="ctr" fontAlgn="ctr">
              <a:spcAft>
                <a:spcPct val="0"/>
              </a:spcAft>
              <a:defRPr sz="1600" spc="-130">
                <a:solidFill>
                  <a:prstClr val="white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ctr"/>
            <a:r>
              <a:rPr lang="ko-KR" altLang="en-US" sz="1200" dirty="0">
                <a:latin typeface="Rix고딕 M" pitchFamily="18" charset="-127"/>
                <a:ea typeface="Rix고딕 M" pitchFamily="18" charset="-127"/>
              </a:rPr>
              <a:t>별 관</a:t>
            </a:r>
            <a:r>
              <a:rPr lang="en-US" altLang="ko-KR" sz="1200" dirty="0">
                <a:latin typeface="Rix고딕 M" pitchFamily="18" charset="-127"/>
                <a:ea typeface="Rix고딕 M" pitchFamily="18" charset="-127"/>
              </a:rPr>
              <a:t>(A</a:t>
            </a:r>
            <a:r>
              <a:rPr lang="ko-KR" altLang="en-US" sz="1200" dirty="0">
                <a:latin typeface="Rix고딕 M" pitchFamily="18" charset="-127"/>
                <a:ea typeface="Rix고딕 M" pitchFamily="18" charset="-127"/>
              </a:rPr>
              <a:t>건물</a:t>
            </a:r>
            <a:r>
              <a:rPr lang="en-US" altLang="ko-KR" sz="1200" dirty="0">
                <a:latin typeface="Rix고딕 M" pitchFamily="18" charset="-127"/>
                <a:ea typeface="Rix고딕 M" pitchFamily="18" charset="-127"/>
              </a:rPr>
              <a:t>)</a:t>
            </a:r>
          </a:p>
        </p:txBody>
      </p:sp>
      <p:sp>
        <p:nvSpPr>
          <p:cNvPr id="203" name="TextBox 202"/>
          <p:cNvSpPr txBox="1"/>
          <p:nvPr/>
        </p:nvSpPr>
        <p:spPr>
          <a:xfrm>
            <a:off x="4647904" y="2578967"/>
            <a:ext cx="502448" cy="269819"/>
          </a:xfrm>
          <a:prstGeom prst="rect">
            <a:avLst/>
          </a:prstGeom>
          <a:noFill/>
        </p:spPr>
        <p:txBody>
          <a:bodyPr wrap="none" lIns="99569" tIns="49785" rIns="99569" bIns="49785" rtlCol="0">
            <a:spAutoFit/>
          </a:bodyPr>
          <a:lstStyle/>
          <a:p>
            <a:pPr algn="ctr"/>
            <a:r>
              <a:rPr lang="en-US" altLang="ko-KR" sz="1100" spc="-100" dirty="0">
                <a:latin typeface="Rix고딕 M" panose="02020603020101020101" pitchFamily="18" charset="-127"/>
                <a:ea typeface="Rix고딕 M" panose="02020603020101020101" pitchFamily="18" charset="-127"/>
              </a:rPr>
              <a:t>VRRP</a:t>
            </a:r>
            <a:endParaRPr lang="ko-KR" altLang="en-US" sz="1100" spc="-100" dirty="0">
              <a:latin typeface="Rix고딕 M" panose="02020603020101020101" pitchFamily="18" charset="-127"/>
              <a:ea typeface="Rix고딕 M" panose="02020603020101020101" pitchFamily="18" charset="-127"/>
            </a:endParaRPr>
          </a:p>
        </p:txBody>
      </p:sp>
      <p:sp>
        <p:nvSpPr>
          <p:cNvPr id="204" name="TextBox 203"/>
          <p:cNvSpPr txBox="1"/>
          <p:nvPr/>
        </p:nvSpPr>
        <p:spPr>
          <a:xfrm>
            <a:off x="3040730" y="2578967"/>
            <a:ext cx="502448" cy="269819"/>
          </a:xfrm>
          <a:prstGeom prst="rect">
            <a:avLst/>
          </a:prstGeom>
          <a:noFill/>
        </p:spPr>
        <p:txBody>
          <a:bodyPr wrap="none" lIns="99569" tIns="49785" rIns="99569" bIns="49785" rtlCol="0">
            <a:spAutoFit/>
          </a:bodyPr>
          <a:lstStyle/>
          <a:p>
            <a:pPr algn="ctr"/>
            <a:r>
              <a:rPr lang="en-US" altLang="ko-KR" sz="1100" spc="-100" dirty="0">
                <a:latin typeface="Rix고딕 M" panose="02020603020101020101" pitchFamily="18" charset="-127"/>
                <a:ea typeface="Rix고딕 M" panose="02020603020101020101" pitchFamily="18" charset="-127"/>
              </a:rPr>
              <a:t>VRRP</a:t>
            </a:r>
            <a:endParaRPr lang="ko-KR" altLang="en-US" sz="1100" spc="-100" dirty="0">
              <a:latin typeface="Rix고딕 M" panose="02020603020101020101" pitchFamily="18" charset="-127"/>
              <a:ea typeface="Rix고딕 M" panose="02020603020101020101" pitchFamily="18" charset="-127"/>
            </a:endParaRPr>
          </a:p>
        </p:txBody>
      </p:sp>
      <p:sp>
        <p:nvSpPr>
          <p:cNvPr id="205" name="오른쪽 화살표 204"/>
          <p:cNvSpPr/>
          <p:nvPr/>
        </p:nvSpPr>
        <p:spPr>
          <a:xfrm>
            <a:off x="5526343" y="5202332"/>
            <a:ext cx="383820" cy="232978"/>
          </a:xfrm>
          <a:prstGeom prst="rightArrow">
            <a:avLst>
              <a:gd name="adj1" fmla="val 50001"/>
              <a:gd name="adj2" fmla="val 64717"/>
            </a:avLst>
          </a:prstGeom>
          <a:solidFill>
            <a:schemeClr val="tx1">
              <a:lumMod val="50000"/>
              <a:lumOff val="50000"/>
            </a:schemeClr>
          </a:solidFill>
          <a:ln w="825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ko-KR" altLang="en-US" dirty="0"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206" name="직사각형 205"/>
          <p:cNvSpPr/>
          <p:nvPr/>
        </p:nvSpPr>
        <p:spPr>
          <a:xfrm>
            <a:off x="7567441" y="4733682"/>
            <a:ext cx="2757659" cy="15081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  <a:scene3d>
              <a:camera prst="orthographicFront"/>
              <a:lightRig rig="threePt" dir="t"/>
            </a:scene3d>
            <a:sp3d>
              <a:bevelT w="1270" h="6350"/>
            </a:sp3d>
          </a:bodyPr>
          <a:lstStyle/>
          <a:p>
            <a:pPr marL="180975" indent="-180975" defTabSz="1135063" eaLnBrk="0" hangingPunct="0">
              <a:buFont typeface="Arial" panose="020B0604020202020204" pitchFamily="34" charset="0"/>
              <a:buChar char="•"/>
              <a:tabLst>
                <a:tab pos="6149975" algn="l"/>
              </a:tabLst>
            </a:pPr>
            <a:r>
              <a:rPr lang="en-US" altLang="ko-KR" sz="1300" dirty="0" smtClean="0">
                <a:latin typeface="Rix고딕 B" panose="02020603020101020101" pitchFamily="18" charset="-127"/>
                <a:ea typeface="Rix고딕 B" panose="02020603020101020101" pitchFamily="18" charset="-127"/>
              </a:rPr>
              <a:t>Loop Free </a:t>
            </a:r>
            <a:r>
              <a:rPr lang="ko-KR" altLang="en-US" sz="1300" dirty="0" smtClean="0">
                <a:latin typeface="Rix고딕 B" panose="02020603020101020101" pitchFamily="18" charset="-127"/>
                <a:ea typeface="Rix고딕 B" panose="02020603020101020101" pitchFamily="18" charset="-127"/>
              </a:rPr>
              <a:t>구성</a:t>
            </a:r>
            <a:r>
              <a:rPr lang="en-US" altLang="ko-KR" sz="1300" dirty="0" smtClean="0">
                <a:latin typeface="Rix고딕 B" panose="02020603020101020101" pitchFamily="18" charset="-127"/>
                <a:ea typeface="Rix고딕 B" panose="02020603020101020101" pitchFamily="18" charset="-127"/>
              </a:rPr>
              <a:t/>
            </a:r>
            <a:br>
              <a:rPr lang="en-US" altLang="ko-KR" sz="1300" dirty="0" smtClean="0">
                <a:latin typeface="Rix고딕 B" panose="02020603020101020101" pitchFamily="18" charset="-127"/>
                <a:ea typeface="Rix고딕 B" panose="02020603020101020101" pitchFamily="18" charset="-127"/>
              </a:rPr>
            </a:br>
            <a:r>
              <a:rPr lang="en-US" altLang="ko-KR" sz="1300" dirty="0" smtClean="0">
                <a:latin typeface="Rix고딕 B" panose="02020603020101020101" pitchFamily="18" charset="-127"/>
                <a:ea typeface="Rix고딕 B" panose="02020603020101020101" pitchFamily="18" charset="-127"/>
                <a:sym typeface="Wingdings" panose="05000000000000000000" pitchFamily="2" charset="2"/>
              </a:rPr>
              <a:t> </a:t>
            </a:r>
            <a:r>
              <a:rPr lang="ko-KR" altLang="en-US" sz="1300" dirty="0" smtClean="0">
                <a:latin typeface="Rix고딕 B" panose="02020603020101020101" pitchFamily="18" charset="-127"/>
                <a:ea typeface="Rix고딕 B" panose="02020603020101020101" pitchFamily="18" charset="-127"/>
                <a:sym typeface="Wingdings" panose="05000000000000000000" pitchFamily="2" charset="2"/>
              </a:rPr>
              <a:t>대규모 </a:t>
            </a:r>
            <a:r>
              <a:rPr lang="ko-KR" altLang="en-US" sz="1300" dirty="0" smtClean="0">
                <a:latin typeface="Rix고딕 B" panose="02020603020101020101" pitchFamily="18" charset="-127"/>
                <a:ea typeface="Rix고딕 B" panose="02020603020101020101" pitchFamily="18" charset="-127"/>
              </a:rPr>
              <a:t>서비스 중단 위험 제거</a:t>
            </a:r>
            <a:endParaRPr lang="en-US" altLang="ko-KR" sz="1300" dirty="0" smtClean="0">
              <a:latin typeface="Rix고딕 B" panose="02020603020101020101" pitchFamily="18" charset="-127"/>
              <a:ea typeface="Rix고딕 B" panose="02020603020101020101" pitchFamily="18" charset="-127"/>
            </a:endParaRPr>
          </a:p>
          <a:p>
            <a:pPr defTabSz="1135063" eaLnBrk="0" hangingPunct="0">
              <a:tabLst>
                <a:tab pos="6149975" algn="l"/>
              </a:tabLst>
            </a:pPr>
            <a:endParaRPr lang="ko-KR" altLang="en-US" sz="1100" dirty="0" smtClean="0">
              <a:latin typeface="Rix고딕 B" panose="02020603020101020101" pitchFamily="18" charset="-127"/>
              <a:ea typeface="Rix고딕 B" panose="02020603020101020101" pitchFamily="18" charset="-127"/>
            </a:endParaRPr>
          </a:p>
          <a:p>
            <a:pPr marL="180975" indent="-180975" defTabSz="1135063" eaLnBrk="0" hangingPunct="0">
              <a:buFont typeface="Arial" panose="020B0604020202020204" pitchFamily="34" charset="0"/>
              <a:buChar char="•"/>
              <a:tabLst>
                <a:tab pos="6149975" algn="l"/>
              </a:tabLst>
            </a:pPr>
            <a:r>
              <a:rPr lang="ko-KR" altLang="en-US" sz="1300" dirty="0" smtClean="0">
                <a:latin typeface="Rix고딕 B" panose="02020603020101020101" pitchFamily="18" charset="-127"/>
                <a:ea typeface="Rix고딕 B" panose="02020603020101020101" pitchFamily="18" charset="-127"/>
              </a:rPr>
              <a:t>장비 가상화로 통합운영 관리 용이</a:t>
            </a:r>
            <a:endParaRPr lang="en-US" altLang="ko-KR" sz="1300" dirty="0" smtClean="0">
              <a:latin typeface="Rix고딕 B" panose="02020603020101020101" pitchFamily="18" charset="-127"/>
              <a:ea typeface="Rix고딕 B" panose="02020603020101020101" pitchFamily="18" charset="-127"/>
            </a:endParaRPr>
          </a:p>
          <a:p>
            <a:pPr defTabSz="1135063" eaLnBrk="0" hangingPunct="0">
              <a:tabLst>
                <a:tab pos="6149975" algn="l"/>
              </a:tabLst>
            </a:pPr>
            <a:endParaRPr lang="ko-KR" altLang="en-US" sz="1100" dirty="0">
              <a:latin typeface="Rix고딕 B" panose="02020603020101020101" pitchFamily="18" charset="-127"/>
              <a:ea typeface="Rix고딕 B" panose="02020603020101020101" pitchFamily="18" charset="-127"/>
            </a:endParaRPr>
          </a:p>
          <a:p>
            <a:pPr marL="180975" indent="-180975" defTabSz="1135063" eaLnBrk="0" hangingPunct="0">
              <a:buFont typeface="Arial" panose="020B0604020202020204" pitchFamily="34" charset="0"/>
              <a:buChar char="•"/>
              <a:tabLst>
                <a:tab pos="6149975" algn="l"/>
              </a:tabLst>
            </a:pPr>
            <a:r>
              <a:rPr lang="ko-KR" altLang="en-US" sz="1300" dirty="0" smtClean="0">
                <a:latin typeface="Rix고딕 B" panose="02020603020101020101" pitchFamily="18" charset="-127"/>
                <a:ea typeface="Rix고딕 B" panose="02020603020101020101" pitchFamily="18" charset="-127"/>
              </a:rPr>
              <a:t>자원</a:t>
            </a:r>
            <a:r>
              <a:rPr lang="en-US" altLang="ko-KR" sz="1300" dirty="0" smtClean="0">
                <a:latin typeface="Rix고딕 B" panose="02020603020101020101" pitchFamily="18" charset="-127"/>
                <a:ea typeface="Rix고딕 B" panose="02020603020101020101" pitchFamily="18" charset="-127"/>
              </a:rPr>
              <a:t> </a:t>
            </a:r>
            <a:r>
              <a:rPr lang="ko-KR" altLang="en-US" sz="1300" dirty="0" smtClean="0">
                <a:latin typeface="Rix고딕 B" panose="02020603020101020101" pitchFamily="18" charset="-127"/>
                <a:ea typeface="Rix고딕 B" panose="02020603020101020101" pitchFamily="18" charset="-127"/>
              </a:rPr>
              <a:t>할당의 유연성</a:t>
            </a:r>
            <a:r>
              <a:rPr lang="ko-KR" altLang="en-US" sz="1300" dirty="0" smtClean="0">
                <a:latin typeface="Rix고딕 B" panose="02020603020101020101" pitchFamily="18" charset="-127"/>
                <a:ea typeface="Rix고딕 B" panose="02020603020101020101" pitchFamily="18" charset="-127"/>
                <a:sym typeface="Wingdings" panose="05000000000000000000" pitchFamily="2" charset="2"/>
              </a:rPr>
              <a:t></a:t>
            </a:r>
            <a:r>
              <a:rPr lang="ko-KR" altLang="en-US" sz="1300" dirty="0" smtClean="0">
                <a:latin typeface="Rix고딕 B" panose="02020603020101020101" pitchFamily="18" charset="-127"/>
                <a:ea typeface="Rix고딕 B" panose="02020603020101020101" pitchFamily="18" charset="-127"/>
              </a:rPr>
              <a:t>가용성 증대</a:t>
            </a:r>
            <a:endParaRPr lang="en-US" altLang="ko-KR" sz="1300" dirty="0" smtClean="0">
              <a:latin typeface="Rix고딕 B" panose="02020603020101020101" pitchFamily="18" charset="-127"/>
              <a:ea typeface="Rix고딕 B" panose="02020603020101020101" pitchFamily="18" charset="-127"/>
            </a:endParaRPr>
          </a:p>
          <a:p>
            <a:pPr defTabSz="1135063" eaLnBrk="0" hangingPunct="0">
              <a:tabLst>
                <a:tab pos="6149975" algn="l"/>
              </a:tabLst>
            </a:pPr>
            <a:endParaRPr lang="ko-KR" altLang="en-US" sz="1100" dirty="0">
              <a:latin typeface="Rix고딕 B" panose="02020603020101020101" pitchFamily="18" charset="-127"/>
              <a:ea typeface="Rix고딕 B" panose="02020603020101020101" pitchFamily="18" charset="-127"/>
            </a:endParaRPr>
          </a:p>
          <a:p>
            <a:pPr marL="180975" indent="-180975" defTabSz="1135063" eaLnBrk="0" hangingPunct="0">
              <a:buFont typeface="Arial" panose="020B0604020202020204" pitchFamily="34" charset="0"/>
              <a:buChar char="•"/>
              <a:tabLst>
                <a:tab pos="6149975" algn="l"/>
              </a:tabLst>
            </a:pPr>
            <a:r>
              <a:rPr lang="ko-KR" altLang="en-US" sz="1300" dirty="0" smtClean="0">
                <a:latin typeface="Rix고딕 B" panose="02020603020101020101" pitchFamily="18" charset="-127"/>
                <a:ea typeface="Rix고딕 B" panose="02020603020101020101" pitchFamily="18" charset="-127"/>
              </a:rPr>
              <a:t>자원의 이동</a:t>
            </a:r>
            <a:r>
              <a:rPr lang="ko-KR" altLang="en-US" sz="1300" dirty="0" smtClean="0">
                <a:latin typeface="Rix고딕 B" panose="02020603020101020101" pitchFamily="18" charset="-127"/>
                <a:ea typeface="Rix고딕 B" panose="02020603020101020101" pitchFamily="18" charset="-127"/>
                <a:sym typeface="Wingdings" panose="05000000000000000000" pitchFamily="2" charset="2"/>
              </a:rPr>
              <a:t></a:t>
            </a:r>
            <a:r>
              <a:rPr lang="ko-KR" altLang="en-US" sz="1300" dirty="0" smtClean="0">
                <a:latin typeface="Rix고딕 B" panose="02020603020101020101" pitchFamily="18" charset="-127"/>
                <a:ea typeface="Rix고딕 B" panose="02020603020101020101" pitchFamily="18" charset="-127"/>
              </a:rPr>
              <a:t>분리</a:t>
            </a:r>
            <a:r>
              <a:rPr lang="ko-KR" altLang="en-US" sz="1300" dirty="0" smtClean="0">
                <a:latin typeface="Rix고딕 B" panose="02020603020101020101" pitchFamily="18" charset="-127"/>
                <a:ea typeface="Rix고딕 B" panose="02020603020101020101" pitchFamily="18" charset="-127"/>
                <a:sym typeface="Wingdings" panose="05000000000000000000" pitchFamily="2" charset="2"/>
              </a:rPr>
              <a:t></a:t>
            </a:r>
            <a:r>
              <a:rPr lang="ko-KR" altLang="en-US" sz="1300" dirty="0" smtClean="0">
                <a:latin typeface="Rix고딕 B" panose="02020603020101020101" pitchFamily="18" charset="-127"/>
                <a:ea typeface="Rix고딕 B" panose="02020603020101020101" pitchFamily="18" charset="-127"/>
              </a:rPr>
              <a:t>통합 용이</a:t>
            </a:r>
            <a:endParaRPr lang="ko-KR" altLang="en-US" sz="1300" dirty="0">
              <a:latin typeface="Rix고딕 B" panose="02020603020101020101" pitchFamily="18" charset="-127"/>
              <a:ea typeface="Rix고딕 B" panose="02020603020101020101" pitchFamily="18" charset="-127"/>
            </a:endParaRPr>
          </a:p>
        </p:txBody>
      </p:sp>
      <p:pic>
        <p:nvPicPr>
          <p:cNvPr id="207" name="그림 206"/>
          <p:cNvPicPr>
            <a:picLocks noChangeAspect="1"/>
          </p:cNvPicPr>
          <p:nvPr/>
        </p:nvPicPr>
        <p:blipFill rotWithShape="1">
          <a:blip r:embed="rId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2414" t="961" r="13237" b="1"/>
          <a:stretch/>
        </p:blipFill>
        <p:spPr>
          <a:xfrm>
            <a:off x="4417099" y="1938014"/>
            <a:ext cx="487813" cy="503955"/>
          </a:xfrm>
          <a:prstGeom prst="rect">
            <a:avLst/>
          </a:prstGeom>
        </p:spPr>
      </p:pic>
      <p:grpSp>
        <p:nvGrpSpPr>
          <p:cNvPr id="209" name="그룹 208"/>
          <p:cNvGrpSpPr/>
          <p:nvPr/>
        </p:nvGrpSpPr>
        <p:grpSpPr>
          <a:xfrm>
            <a:off x="4605547" y="1666218"/>
            <a:ext cx="587162" cy="537985"/>
            <a:chOff x="921507" y="2654541"/>
            <a:chExt cx="626279" cy="573826"/>
          </a:xfrm>
        </p:grpSpPr>
        <p:pic>
          <p:nvPicPr>
            <p:cNvPr id="210" name="Picture 11" descr="D:\자료\ppt 아이콘\Untitled-2.png"/>
            <p:cNvPicPr>
              <a:picLocks noChangeAspect="1" noChangeArrowheads="1"/>
            </p:cNvPicPr>
            <p:nvPr/>
          </p:nvPicPr>
          <p:blipFill>
            <a:blip r:embed="rId10" cstate="print"/>
            <a:srcRect/>
            <a:stretch>
              <a:fillRect/>
            </a:stretch>
          </p:blipFill>
          <p:spPr bwMode="auto">
            <a:xfrm>
              <a:off x="964270" y="2654541"/>
              <a:ext cx="573826" cy="573826"/>
            </a:xfrm>
            <a:prstGeom prst="rect">
              <a:avLst/>
            </a:prstGeom>
            <a:noFill/>
          </p:spPr>
        </p:pic>
        <p:sp>
          <p:nvSpPr>
            <p:cNvPr id="211" name="LcS82"/>
            <p:cNvSpPr txBox="1">
              <a:spLocks noChangeArrowheads="1"/>
            </p:cNvSpPr>
            <p:nvPr/>
          </p:nvSpPr>
          <p:spPr bwMode="auto">
            <a:xfrm>
              <a:off x="921507" y="2763943"/>
              <a:ext cx="626279" cy="35502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0" tIns="0" rIns="0" bIns="0" anchor="ctr">
              <a:spAutoFit/>
              <a:scene3d>
                <a:camera prst="orthographicFront"/>
                <a:lightRig rig="threePt" dir="t"/>
              </a:scene3d>
              <a:sp3d>
                <a:bevelT w="0"/>
              </a:sp3d>
            </a:bodyPr>
            <a:lstStyle/>
            <a:p>
              <a:pPr marL="0" lvl="1" indent="-273035" algn="ctr" defTabSz="672084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prstClr val="white"/>
                </a:buClr>
                <a:buSzPct val="80000"/>
                <a:tabLst>
                  <a:tab pos="4981823" algn="l"/>
                </a:tabLst>
                <a:defRPr/>
              </a:pPr>
              <a:r>
                <a:rPr lang="ko-KR" altLang="en-US" sz="1200" spc="-100" dirty="0" smtClean="0">
                  <a:solidFill>
                    <a:schemeClr val="bg1"/>
                  </a:solidFill>
                  <a:latin typeface="Rix고딕 M" pitchFamily="18" charset="-127"/>
                  <a:ea typeface="Rix고딕 M" pitchFamily="18" charset="-127"/>
                </a:rPr>
                <a:t>장애</a:t>
              </a:r>
              <a:endParaRPr lang="en-US" altLang="ko-KR" sz="1200" spc="-100" dirty="0" smtClean="0">
                <a:solidFill>
                  <a:schemeClr val="bg1"/>
                </a:solidFill>
                <a:latin typeface="Rix고딕 M" pitchFamily="18" charset="-127"/>
                <a:ea typeface="Rix고딕 M" pitchFamily="18" charset="-127"/>
              </a:endParaRPr>
            </a:p>
            <a:p>
              <a:pPr marL="0" lvl="1" indent="-273035" algn="ctr" defTabSz="672084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prstClr val="white"/>
                </a:buClr>
                <a:buSzPct val="80000"/>
                <a:tabLst>
                  <a:tab pos="4981823" algn="l"/>
                </a:tabLst>
                <a:defRPr/>
              </a:pPr>
              <a:r>
                <a:rPr lang="ko-KR" altLang="en-US" sz="1200" spc="-100" dirty="0" smtClean="0">
                  <a:solidFill>
                    <a:schemeClr val="bg1"/>
                  </a:solidFill>
                  <a:latin typeface="Rix고딕 M" pitchFamily="18" charset="-127"/>
                  <a:ea typeface="Rix고딕 M" pitchFamily="18" charset="-127"/>
                </a:rPr>
                <a:t>발생</a:t>
              </a:r>
              <a:endParaRPr lang="ko-KR" altLang="en-US" sz="1200" spc="-100" dirty="0">
                <a:solidFill>
                  <a:schemeClr val="bg1"/>
                </a:solidFill>
                <a:latin typeface="Rix고딕 M" pitchFamily="18" charset="-127"/>
                <a:ea typeface="Rix고딕 M" pitchFamily="18" charset="-127"/>
              </a:endParaRPr>
            </a:p>
          </p:txBody>
        </p:sp>
      </p:grpSp>
      <p:pic>
        <p:nvPicPr>
          <p:cNvPr id="212" name="그림 211"/>
          <p:cNvPicPr>
            <a:picLocks noChangeAspect="1"/>
          </p:cNvPicPr>
          <p:nvPr/>
        </p:nvPicPr>
        <p:blipFill rotWithShape="1">
          <a:blip r:embed="rId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2414" t="961" r="13237" b="1"/>
          <a:stretch/>
        </p:blipFill>
        <p:spPr>
          <a:xfrm>
            <a:off x="1397424" y="4461969"/>
            <a:ext cx="487813" cy="503955"/>
          </a:xfrm>
          <a:prstGeom prst="rect">
            <a:avLst/>
          </a:prstGeom>
        </p:spPr>
      </p:pic>
      <p:pic>
        <p:nvPicPr>
          <p:cNvPr id="213" name="그림 212"/>
          <p:cNvPicPr>
            <a:picLocks noChangeAspect="1"/>
          </p:cNvPicPr>
          <p:nvPr/>
        </p:nvPicPr>
        <p:blipFill rotWithShape="1">
          <a:blip r:embed="rId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2414" t="961" r="13237" b="1"/>
          <a:stretch/>
        </p:blipFill>
        <p:spPr>
          <a:xfrm>
            <a:off x="2626588" y="4461969"/>
            <a:ext cx="487813" cy="503955"/>
          </a:xfrm>
          <a:prstGeom prst="rect">
            <a:avLst/>
          </a:prstGeom>
        </p:spPr>
      </p:pic>
      <p:pic>
        <p:nvPicPr>
          <p:cNvPr id="214" name="그림 213"/>
          <p:cNvPicPr>
            <a:picLocks noChangeAspect="1"/>
          </p:cNvPicPr>
          <p:nvPr/>
        </p:nvPicPr>
        <p:blipFill rotWithShape="1">
          <a:blip r:embed="rId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2414" t="961" r="13237" b="1"/>
          <a:stretch/>
        </p:blipFill>
        <p:spPr>
          <a:xfrm>
            <a:off x="4299743" y="4489635"/>
            <a:ext cx="333183" cy="344208"/>
          </a:xfrm>
          <a:prstGeom prst="rect">
            <a:avLst/>
          </a:prstGeom>
        </p:spPr>
      </p:pic>
      <p:pic>
        <p:nvPicPr>
          <p:cNvPr id="215" name="그림 214"/>
          <p:cNvPicPr>
            <a:picLocks noChangeAspect="1"/>
          </p:cNvPicPr>
          <p:nvPr/>
        </p:nvPicPr>
        <p:blipFill rotWithShape="1">
          <a:blip r:embed="rId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2414" t="961" r="13237" b="1"/>
          <a:stretch/>
        </p:blipFill>
        <p:spPr>
          <a:xfrm>
            <a:off x="5101999" y="4489635"/>
            <a:ext cx="333183" cy="344208"/>
          </a:xfrm>
          <a:prstGeom prst="rect">
            <a:avLst/>
          </a:prstGeom>
        </p:spPr>
      </p:pic>
      <p:pic>
        <p:nvPicPr>
          <p:cNvPr id="216" name="그림 215"/>
          <p:cNvPicPr>
            <a:picLocks noChangeAspect="1"/>
          </p:cNvPicPr>
          <p:nvPr/>
        </p:nvPicPr>
        <p:blipFill rotWithShape="1">
          <a:blip r:embed="rId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2414" t="961" r="13237" b="1"/>
          <a:stretch/>
        </p:blipFill>
        <p:spPr>
          <a:xfrm>
            <a:off x="6286317" y="4482647"/>
            <a:ext cx="346712" cy="358184"/>
          </a:xfrm>
          <a:prstGeom prst="rect">
            <a:avLst/>
          </a:prstGeom>
        </p:spPr>
      </p:pic>
      <p:sp>
        <p:nvSpPr>
          <p:cNvPr id="217" name="직사각형 216"/>
          <p:cNvSpPr/>
          <p:nvPr/>
        </p:nvSpPr>
        <p:spPr>
          <a:xfrm>
            <a:off x="0" y="6532423"/>
            <a:ext cx="1836472" cy="477156"/>
          </a:xfrm>
          <a:prstGeom prst="rect">
            <a:avLst/>
          </a:prstGeom>
          <a:solidFill>
            <a:srgbClr val="1B91C1"/>
          </a:solidFill>
          <a:ln w="3175" cap="flat" cmpd="sng" algn="ctr">
            <a:noFill/>
            <a:prstDash val="solid"/>
          </a:ln>
          <a:effectLst/>
        </p:spPr>
        <p:txBody>
          <a:bodyPr lIns="96487" tIns="48244" rIns="96487" bIns="48244" anchor="ctr"/>
          <a:lstStyle/>
          <a:p>
            <a:pPr marL="525326" lvl="1" defTabSz="1050652" latinLnBrk="0"/>
            <a:endParaRPr lang="ko-KR" altLang="en-US" kern="0" dirty="0">
              <a:solidFill>
                <a:srgbClr val="C02338"/>
              </a:solidFill>
              <a:latin typeface="Calibri"/>
              <a:ea typeface="맑은 고딕" panose="020B0503020000020004" pitchFamily="50" charset="-127"/>
            </a:endParaRPr>
          </a:p>
        </p:txBody>
      </p:sp>
      <p:sp>
        <p:nvSpPr>
          <p:cNvPr id="218" name="직사각형 217"/>
          <p:cNvSpPr/>
          <p:nvPr/>
        </p:nvSpPr>
        <p:spPr>
          <a:xfrm>
            <a:off x="1836473" y="6532423"/>
            <a:ext cx="8856926" cy="477156"/>
          </a:xfrm>
          <a:prstGeom prst="rect">
            <a:avLst/>
          </a:prstGeom>
          <a:solidFill>
            <a:schemeClr val="tx2">
              <a:lumMod val="50000"/>
            </a:schemeClr>
          </a:solidFill>
          <a:ln w="3175" cap="flat" cmpd="sng" algn="ctr">
            <a:noFill/>
            <a:prstDash val="solid"/>
          </a:ln>
          <a:effectLst/>
        </p:spPr>
        <p:txBody>
          <a:bodyPr lIns="96487" tIns="48244" rIns="96487" bIns="48244" anchor="ctr"/>
          <a:lstStyle/>
          <a:p>
            <a:pPr marL="525326" lvl="1" defTabSz="1050652" latinLnBrk="0">
              <a:defRPr/>
            </a:pPr>
            <a:endParaRPr lang="ko-KR" altLang="en-US" sz="2100" kern="0" dirty="0">
              <a:solidFill>
                <a:prstClr val="white"/>
              </a:solidFill>
              <a:latin typeface="Calibri"/>
              <a:ea typeface="맑은 고딕" panose="020B0503020000020004" pitchFamily="50" charset="-127"/>
            </a:endParaRPr>
          </a:p>
        </p:txBody>
      </p:sp>
      <p:sp>
        <p:nvSpPr>
          <p:cNvPr id="219" name="직사각형 218"/>
          <p:cNvSpPr/>
          <p:nvPr/>
        </p:nvSpPr>
        <p:spPr>
          <a:xfrm>
            <a:off x="429830" y="6631786"/>
            <a:ext cx="1188138" cy="2616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  <a:scene3d>
              <a:camera prst="orthographicFront"/>
              <a:lightRig rig="threePt" dir="t"/>
            </a:scene3d>
            <a:sp3d>
              <a:bevelT w="0"/>
            </a:sp3d>
          </a:bodyPr>
          <a:lstStyle/>
          <a:p>
            <a:pPr marL="0" lvl="1" indent="-313719" algn="ctr" defTabSz="1003898" fontAlgn="base" latinLnBrk="0">
              <a:spcBef>
                <a:spcPct val="0"/>
              </a:spcBef>
              <a:spcAft>
                <a:spcPct val="0"/>
              </a:spcAft>
              <a:buClr>
                <a:prstClr val="white"/>
              </a:buClr>
              <a:buSzPct val="80000"/>
              <a:tabLst>
                <a:tab pos="5724151" algn="l"/>
              </a:tabLst>
              <a:defRPr/>
            </a:pPr>
            <a:r>
              <a:rPr lang="ko-KR" altLang="en-US" sz="1700" b="1" spc="-84" dirty="0">
                <a:solidFill>
                  <a:prstClr val="white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기대효과</a:t>
            </a:r>
          </a:p>
        </p:txBody>
      </p:sp>
      <p:sp>
        <p:nvSpPr>
          <p:cNvPr id="220" name="직사각형 219"/>
          <p:cNvSpPr/>
          <p:nvPr/>
        </p:nvSpPr>
        <p:spPr>
          <a:xfrm>
            <a:off x="2249091" y="6545396"/>
            <a:ext cx="3237309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  <a:scene3d>
              <a:camera prst="orthographicFront"/>
              <a:lightRig rig="threePt" dir="t"/>
            </a:scene3d>
            <a:sp3d>
              <a:bevelT w="0"/>
            </a:sp3d>
          </a:bodyPr>
          <a:lstStyle/>
          <a:p>
            <a:pPr marL="0" lvl="1" defTabSz="1050652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>
                <a:prstClr val="white"/>
              </a:buClr>
              <a:buSzPct val="80000"/>
              <a:tabLst>
                <a:tab pos="5724151" algn="l"/>
              </a:tabLst>
            </a:pPr>
            <a:r>
              <a:rPr lang="ko-KR" altLang="en-US" spc="-211" dirty="0">
                <a:solidFill>
                  <a:prstClr val="white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백본 장애 시 빠른 자동 트래픽 절체</a:t>
            </a:r>
          </a:p>
        </p:txBody>
      </p:sp>
      <p:pic>
        <p:nvPicPr>
          <p:cNvPr id="221" name="Picture 3" descr="G:\work\아이티센시스템즈\경찰청공조조회유지보수\icon&amp;dia\제안서템플릿이미지-24.png"/>
          <p:cNvPicPr>
            <a:picLocks noChangeAspect="1"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21516" y="6614968"/>
            <a:ext cx="297095" cy="3021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2" name="직사각형 221"/>
          <p:cNvSpPr/>
          <p:nvPr/>
        </p:nvSpPr>
        <p:spPr>
          <a:xfrm>
            <a:off x="5874935" y="6545396"/>
            <a:ext cx="4366345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  <a:scene3d>
              <a:camera prst="orthographicFront"/>
              <a:lightRig rig="threePt" dir="t"/>
            </a:scene3d>
            <a:sp3d>
              <a:bevelT w="0"/>
            </a:sp3d>
          </a:bodyPr>
          <a:lstStyle/>
          <a:p>
            <a:pPr marL="0" lvl="1" defTabSz="1050652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>
                <a:prstClr val="white"/>
              </a:buClr>
              <a:buSzPct val="80000"/>
              <a:tabLst>
                <a:tab pos="5724151" algn="l"/>
              </a:tabLst>
            </a:pPr>
            <a:r>
              <a:rPr lang="ko-KR" altLang="en-US" spc="-211" dirty="0">
                <a:solidFill>
                  <a:prstClr val="white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원활한 자원 분배 및 대형 장애</a:t>
            </a:r>
            <a:r>
              <a:rPr lang="en-US" altLang="ko-KR" spc="-211" dirty="0">
                <a:solidFill>
                  <a:prstClr val="white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(Looping) </a:t>
            </a:r>
            <a:r>
              <a:rPr lang="ko-KR" altLang="en-US" spc="-211" dirty="0">
                <a:solidFill>
                  <a:prstClr val="white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방지</a:t>
            </a:r>
          </a:p>
        </p:txBody>
      </p:sp>
      <p:pic>
        <p:nvPicPr>
          <p:cNvPr id="223" name="Picture 3" descr="G:\work\아이티센시스템즈\경찰청공조조회유지보수\icon&amp;dia\제안서템플릿이미지-24.png"/>
          <p:cNvPicPr>
            <a:picLocks noChangeAspect="1"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47360" y="6614968"/>
            <a:ext cx="297095" cy="3021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4" name="직선 화살표 연결선 3"/>
          <p:cNvCxnSpPr/>
          <p:nvPr/>
        </p:nvCxnSpPr>
        <p:spPr>
          <a:xfrm flipV="1">
            <a:off x="4770636" y="2145655"/>
            <a:ext cx="1800200" cy="1296145"/>
          </a:xfrm>
          <a:prstGeom prst="straightConnector1">
            <a:avLst/>
          </a:prstGeom>
          <a:ln w="53975">
            <a:solidFill>
              <a:srgbClr val="C00000">
                <a:alpha val="48000"/>
              </a:srgbClr>
            </a:solidFill>
            <a:prstDash val="solid"/>
            <a:headEnd type="none" w="sm" len="med"/>
            <a:tailEnd type="stealth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7" name="직선 화살표 연결선 226"/>
          <p:cNvCxnSpPr/>
          <p:nvPr/>
        </p:nvCxnSpPr>
        <p:spPr>
          <a:xfrm>
            <a:off x="2079525" y="3410411"/>
            <a:ext cx="2443286" cy="0"/>
          </a:xfrm>
          <a:prstGeom prst="straightConnector1">
            <a:avLst/>
          </a:prstGeom>
          <a:ln w="53975">
            <a:solidFill>
              <a:srgbClr val="C00000">
                <a:alpha val="48000"/>
              </a:srgbClr>
            </a:solidFill>
            <a:prstDash val="solid"/>
            <a:headEnd type="stealth" w="sm" len="med"/>
            <a:tailEnd type="non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8" name="그림 207"/>
          <p:cNvPicPr>
            <a:picLocks noChangeAspect="1"/>
          </p:cNvPicPr>
          <p:nvPr/>
        </p:nvPicPr>
        <p:blipFill rotWithShape="1">
          <a:blip r:embed="rId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2414" t="961" r="13237" b="1"/>
          <a:stretch/>
        </p:blipFill>
        <p:spPr>
          <a:xfrm>
            <a:off x="4417099" y="3224843"/>
            <a:ext cx="487813" cy="503955"/>
          </a:xfrm>
          <a:prstGeom prst="rect">
            <a:avLst/>
          </a:prstGeom>
        </p:spPr>
      </p:pic>
      <p:cxnSp>
        <p:nvCxnSpPr>
          <p:cNvPr id="228" name="직선 화살표 연결선 227"/>
          <p:cNvCxnSpPr/>
          <p:nvPr/>
        </p:nvCxnSpPr>
        <p:spPr>
          <a:xfrm>
            <a:off x="2035075" y="2238811"/>
            <a:ext cx="1469520" cy="0"/>
          </a:xfrm>
          <a:prstGeom prst="straightConnector1">
            <a:avLst/>
          </a:prstGeom>
          <a:ln w="53975">
            <a:solidFill>
              <a:srgbClr val="C00000">
                <a:alpha val="48000"/>
              </a:srgbClr>
            </a:solidFill>
            <a:prstDash val="solid"/>
            <a:headEnd type="stealth" w="sm" len="med"/>
            <a:tailEnd type="non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9" name="직선 화살표 연결선 228"/>
          <p:cNvCxnSpPr>
            <a:endCxn id="18" idx="2"/>
          </p:cNvCxnSpPr>
          <p:nvPr/>
        </p:nvCxnSpPr>
        <p:spPr>
          <a:xfrm>
            <a:off x="3633738" y="2552626"/>
            <a:ext cx="3943" cy="521973"/>
          </a:xfrm>
          <a:prstGeom prst="straightConnector1">
            <a:avLst/>
          </a:prstGeom>
          <a:ln w="53975">
            <a:solidFill>
              <a:srgbClr val="C00000">
                <a:alpha val="48000"/>
              </a:srgbClr>
            </a:solidFill>
            <a:prstDash val="solid"/>
            <a:headEnd type="none" w="sm" len="med"/>
            <a:tailEnd type="non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원호 14"/>
          <p:cNvSpPr/>
          <p:nvPr/>
        </p:nvSpPr>
        <p:spPr>
          <a:xfrm>
            <a:off x="3278964" y="2233473"/>
            <a:ext cx="347469" cy="642016"/>
          </a:xfrm>
          <a:prstGeom prst="arc">
            <a:avLst/>
          </a:prstGeom>
          <a:ln w="53975">
            <a:solidFill>
              <a:srgbClr val="C00000">
                <a:alpha val="48000"/>
              </a:srgbClr>
            </a:solidFill>
            <a:prstDash val="solid"/>
            <a:headEnd type="none" w="sm" len="med"/>
            <a:tailEnd type="non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원호 17"/>
          <p:cNvSpPr/>
          <p:nvPr/>
        </p:nvSpPr>
        <p:spPr>
          <a:xfrm rot="10800000">
            <a:off x="3637681" y="2828065"/>
            <a:ext cx="592000" cy="493068"/>
          </a:xfrm>
          <a:prstGeom prst="arc">
            <a:avLst>
              <a:gd name="adj1" fmla="val 16007580"/>
              <a:gd name="adj2" fmla="val 0"/>
            </a:avLst>
          </a:prstGeom>
          <a:ln w="53975">
            <a:solidFill>
              <a:srgbClr val="C00000">
                <a:alpha val="48000"/>
              </a:srgbClr>
            </a:solidFill>
            <a:prstDash val="solid"/>
            <a:headEnd type="none" w="sm" len="med"/>
            <a:tailEnd type="non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30" name="직선 화살표 연결선 229"/>
          <p:cNvCxnSpPr/>
          <p:nvPr/>
        </p:nvCxnSpPr>
        <p:spPr>
          <a:xfrm>
            <a:off x="3933681" y="3321511"/>
            <a:ext cx="3316504" cy="0"/>
          </a:xfrm>
          <a:prstGeom prst="straightConnector1">
            <a:avLst/>
          </a:prstGeom>
          <a:ln w="53975">
            <a:solidFill>
              <a:srgbClr val="C00000">
                <a:alpha val="48000"/>
              </a:srgbClr>
            </a:solidFill>
            <a:prstDash val="solid"/>
            <a:headEnd type="none" w="sm" len="med"/>
            <a:tailEnd type="stealth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64698812"/>
      </p:ext>
    </p:extLst>
  </p:cSld>
  <p:clrMapOvr>
    <a:masterClrMapping/>
  </p:clrMapOvr>
  <p:transition spd="slow">
    <p:split orient="vert"/>
  </p:transition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제목 1"/>
          <p:cNvSpPr txBox="1">
            <a:spLocks/>
          </p:cNvSpPr>
          <p:nvPr/>
        </p:nvSpPr>
        <p:spPr>
          <a:xfrm>
            <a:off x="1152636" y="321227"/>
            <a:ext cx="3264463" cy="421098"/>
          </a:xfrm>
          <a:prstGeom prst="rect">
            <a:avLst/>
          </a:prstGeom>
        </p:spPr>
        <p:txBody>
          <a:bodyPr lIns="96487" tIns="48244" rIns="96487" bIns="48244"/>
          <a:lstStyle>
            <a:lvl1pPr algn="l" defTabSz="995690" rtl="0" eaLnBrk="1" latinLnBrk="1" hangingPunct="1">
              <a:spcBef>
                <a:spcPct val="0"/>
              </a:spcBef>
              <a:buNone/>
              <a:defRPr sz="3500" kern="1200">
                <a:solidFill>
                  <a:schemeClr val="tx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+mj-cs"/>
              </a:defRPr>
            </a:lvl1pPr>
          </a:lstStyle>
          <a:p>
            <a:r>
              <a:rPr lang="en-US" altLang="ko-KR" sz="1900" spc="-96" dirty="0" smtClean="0">
                <a:solidFill>
                  <a:schemeClr val="tx2">
                    <a:lumMod val="50000"/>
                  </a:schemeClr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3. </a:t>
            </a:r>
            <a:r>
              <a:rPr lang="ko-KR" altLang="en-US" sz="1900" spc="-96" dirty="0">
                <a:solidFill>
                  <a:schemeClr val="tx2">
                    <a:lumMod val="50000"/>
                  </a:schemeClr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제안장비 특징</a:t>
            </a:r>
          </a:p>
        </p:txBody>
      </p:sp>
      <p:grpSp>
        <p:nvGrpSpPr>
          <p:cNvPr id="99" name="그룹 98"/>
          <p:cNvGrpSpPr/>
          <p:nvPr/>
        </p:nvGrpSpPr>
        <p:grpSpPr>
          <a:xfrm>
            <a:off x="390525" y="1447630"/>
            <a:ext cx="9925050" cy="1915822"/>
            <a:chOff x="400050" y="1018341"/>
            <a:chExt cx="9925050" cy="2012518"/>
          </a:xfrm>
        </p:grpSpPr>
        <p:sp>
          <p:nvSpPr>
            <p:cNvPr id="100" name="이등변 삼각형 99"/>
            <p:cNvSpPr/>
            <p:nvPr/>
          </p:nvSpPr>
          <p:spPr>
            <a:xfrm flipH="1">
              <a:off x="735775" y="1018341"/>
              <a:ext cx="126483" cy="254926"/>
            </a:xfrm>
            <a:prstGeom prst="triangle">
              <a:avLst>
                <a:gd name="adj" fmla="val 100000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01" name="직사각형 100"/>
            <p:cNvSpPr/>
            <p:nvPr/>
          </p:nvSpPr>
          <p:spPr>
            <a:xfrm>
              <a:off x="400050" y="1018341"/>
              <a:ext cx="335726" cy="1883095"/>
            </a:xfrm>
            <a:prstGeom prst="rect">
              <a:avLst/>
            </a:prstGeom>
            <a:gradFill>
              <a:gsLst>
                <a:gs pos="0">
                  <a:schemeClr val="accent1">
                    <a:lumMod val="50000"/>
                  </a:schemeClr>
                </a:gs>
                <a:gs pos="100000">
                  <a:srgbClr val="081422"/>
                </a:gs>
              </a:gsLst>
              <a:lin ang="5400000" scaled="0"/>
            </a:gradFill>
            <a:ln>
              <a:noFill/>
            </a:ln>
            <a:effectLst/>
            <a:scene3d>
              <a:camera prst="orthographicFront"/>
              <a:lightRig rig="threePt" dir="t"/>
            </a:scene3d>
            <a:sp3d>
              <a:bevelT h="635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95690"/>
              <a:endPara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cxnSp>
          <p:nvCxnSpPr>
            <p:cNvPr id="102" name="직선 연결선 101"/>
            <p:cNvCxnSpPr/>
            <p:nvPr/>
          </p:nvCxnSpPr>
          <p:spPr>
            <a:xfrm>
              <a:off x="735776" y="1273267"/>
              <a:ext cx="9589324" cy="0"/>
            </a:xfrm>
            <a:prstGeom prst="line">
              <a:avLst/>
            </a:prstGeom>
            <a:noFill/>
            <a:ln w="22225">
              <a:gradFill>
                <a:gsLst>
                  <a:gs pos="0">
                    <a:schemeClr val="tx1">
                      <a:lumMod val="50000"/>
                      <a:lumOff val="50000"/>
                    </a:schemeClr>
                  </a:gs>
                  <a:gs pos="100000">
                    <a:schemeClr val="accent1">
                      <a:tint val="23500"/>
                      <a:satMod val="160000"/>
                      <a:alpha val="6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03" name="LcS82"/>
            <p:cNvSpPr txBox="1">
              <a:spLocks noChangeArrowheads="1"/>
            </p:cNvSpPr>
            <p:nvPr/>
          </p:nvSpPr>
          <p:spPr bwMode="auto">
            <a:xfrm>
              <a:off x="467811" y="1574023"/>
              <a:ext cx="215444" cy="86882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eaVert" wrap="none" lIns="0" tIns="0" rIns="0" bIns="0" anchor="ctr">
              <a:spAutoFit/>
              <a:scene3d>
                <a:camera prst="orthographicFront"/>
                <a:lightRig rig="threePt" dir="t"/>
              </a:scene3d>
              <a:sp3d>
                <a:bevelT w="0"/>
              </a:sp3d>
            </a:bodyPr>
            <a:lstStyle/>
            <a:p>
              <a:pPr marL="0" lvl="1" indent="-273035" algn="ctr" defTabSz="672084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prstClr val="white"/>
                </a:buClr>
                <a:buSzPct val="80000"/>
                <a:tabLst>
                  <a:tab pos="4981823" algn="l"/>
                </a:tabLst>
                <a:defRPr/>
              </a:pPr>
              <a:r>
                <a:rPr lang="ko-KR" altLang="en-US" sz="1400" spc="-100" dirty="0" smtClean="0">
                  <a:solidFill>
                    <a:schemeClr val="bg1"/>
                  </a:solidFill>
                  <a:latin typeface="Rix고딕 B" pitchFamily="18" charset="-127"/>
                  <a:ea typeface="Rix고딕 B" pitchFamily="18" charset="-127"/>
                </a:rPr>
                <a:t>백본 스위치</a:t>
              </a:r>
              <a:endParaRPr lang="ko-KR" altLang="en-US" sz="1400" spc="-100" dirty="0">
                <a:solidFill>
                  <a:schemeClr val="bg1"/>
                </a:solidFill>
                <a:latin typeface="Rix고딕 B" pitchFamily="18" charset="-127"/>
                <a:ea typeface="Rix고딕 B" pitchFamily="18" charset="-127"/>
              </a:endParaRPr>
            </a:p>
          </p:txBody>
        </p:sp>
        <p:pic>
          <p:nvPicPr>
            <p:cNvPr id="104" name="Picture 3" descr="C:\Users\woo\Desktop\Untitled-1.png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926075" y="1379330"/>
              <a:ext cx="1830217" cy="1408985"/>
            </a:xfrm>
            <a:prstGeom prst="rect">
              <a:avLst/>
            </a:prstGeom>
            <a:noFill/>
          </p:spPr>
        </p:pic>
        <p:pic>
          <p:nvPicPr>
            <p:cNvPr id="105" name="그림 104"/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l="12414" t="961" r="13237" b="1"/>
            <a:stretch/>
          </p:blipFill>
          <p:spPr>
            <a:xfrm>
              <a:off x="1365878" y="1527311"/>
              <a:ext cx="950609" cy="1031635"/>
            </a:xfrm>
            <a:prstGeom prst="rect">
              <a:avLst/>
            </a:prstGeom>
          </p:spPr>
        </p:pic>
        <p:sp>
          <p:nvSpPr>
            <p:cNvPr id="106" name="Rectangle 55"/>
            <p:cNvSpPr>
              <a:spLocks noChangeArrowheads="1"/>
            </p:cNvSpPr>
            <p:nvPr/>
          </p:nvSpPr>
          <p:spPr bwMode="gray">
            <a:xfrm>
              <a:off x="1410714" y="2804541"/>
              <a:ext cx="873637" cy="22631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 anchor="ctr">
              <a:spAutoFit/>
            </a:bodyPr>
            <a:lstStyle/>
            <a:p>
              <a:pPr algn="ctr" defTabSz="1001713" eaLnBrk="0" fontAlgn="ctr" latinLnBrk="0" hangingPunct="0">
                <a:spcBef>
                  <a:spcPts val="25"/>
                </a:spcBef>
                <a:buClr>
                  <a:srgbClr val="969696"/>
                </a:buClr>
              </a:pPr>
              <a:r>
                <a:rPr lang="en-US" altLang="ko-KR" sz="1400" spc="-100" dirty="0" smtClean="0">
                  <a:solidFill>
                    <a:srgbClr val="262626"/>
                  </a:solidFill>
                  <a:latin typeface="Rix고딕 EB" pitchFamily="18" charset="-127"/>
                  <a:ea typeface="Rix고딕 EB" pitchFamily="18" charset="-127"/>
                  <a:cs typeface="Arial" pitchFamily="34" charset="0"/>
                </a:rPr>
                <a:t>N9K-C9508</a:t>
              </a:r>
              <a:endParaRPr lang="en-US" altLang="ko-KR" sz="1400" spc="-100" dirty="0">
                <a:solidFill>
                  <a:srgbClr val="262626"/>
                </a:solidFill>
                <a:latin typeface="Rix고딕 EB" pitchFamily="18" charset="-127"/>
                <a:ea typeface="Rix고딕 EB" pitchFamily="18" charset="-127"/>
                <a:cs typeface="Arial" pitchFamily="34" charset="0"/>
              </a:endParaRPr>
            </a:p>
          </p:txBody>
        </p:sp>
        <p:sp>
          <p:nvSpPr>
            <p:cNvPr id="107" name="직사각형 106"/>
            <p:cNvSpPr/>
            <p:nvPr/>
          </p:nvSpPr>
          <p:spPr>
            <a:xfrm>
              <a:off x="3244850" y="2089150"/>
              <a:ext cx="634568" cy="812286"/>
            </a:xfrm>
            <a:prstGeom prst="rect">
              <a:avLst/>
            </a:prstGeom>
            <a:solidFill>
              <a:srgbClr val="1B91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r">
                <a:defRPr/>
              </a:pPr>
              <a:r>
                <a:rPr lang="ko-KR" altLang="en-US" sz="1200" spc="-150" dirty="0" smtClean="0">
                  <a:solidFill>
                    <a:schemeClr val="bg1"/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</a:rPr>
                <a:t>제품</a:t>
              </a:r>
              <a:endParaRPr lang="en-US" altLang="ko-KR" sz="1200" spc="-150" dirty="0" smtClean="0">
                <a:solidFill>
                  <a:schemeClr val="bg1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endParaRPr>
            </a:p>
            <a:p>
              <a:pPr algn="r">
                <a:defRPr/>
              </a:pPr>
              <a:r>
                <a:rPr lang="ko-KR" altLang="en-US" sz="1200" spc="-150" dirty="0" smtClean="0">
                  <a:solidFill>
                    <a:schemeClr val="bg1"/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</a:rPr>
                <a:t>특징</a:t>
              </a:r>
              <a:endParaRPr lang="en-US" altLang="ko-KR" sz="1200" spc="-150" dirty="0">
                <a:solidFill>
                  <a:schemeClr val="bg1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endParaRPr>
            </a:p>
          </p:txBody>
        </p:sp>
        <p:pic>
          <p:nvPicPr>
            <p:cNvPr id="108" name="Picture 2" descr="G:\work\아이티센시스템즈\경찰청공조조회유지보수\icon&amp;dia\남여셋.png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20848" y="2156242"/>
              <a:ext cx="829724" cy="76968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109" name="직선 연결선 108"/>
            <p:cNvCxnSpPr/>
            <p:nvPr/>
          </p:nvCxnSpPr>
          <p:spPr>
            <a:xfrm>
              <a:off x="2756292" y="2911894"/>
              <a:ext cx="7568808" cy="0"/>
            </a:xfrm>
            <a:prstGeom prst="line">
              <a:avLst/>
            </a:prstGeom>
            <a:noFill/>
            <a:ln w="38100">
              <a:solidFill>
                <a:schemeClr val="tx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10" name="직사각형 109"/>
            <p:cNvSpPr/>
            <p:nvPr/>
          </p:nvSpPr>
          <p:spPr>
            <a:xfrm>
              <a:off x="3936625" y="2219028"/>
              <a:ext cx="3126163" cy="58734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t">
              <a:spAutoFit/>
            </a:bodyPr>
            <a:lstStyle/>
            <a:p>
              <a:pPr marL="85725" indent="-85725" latinLnBrk="0">
                <a:spcBef>
                  <a:spcPts val="400"/>
                </a:spcBef>
                <a:buClr>
                  <a:srgbClr val="323232"/>
                </a:buClr>
                <a:buFont typeface="Wingdings" panose="05000000000000000000" pitchFamily="2" charset="2"/>
                <a:buChar char="§"/>
              </a:pPr>
              <a:r>
                <a:rPr lang="ko-KR" altLang="en-US" sz="1100" spc="-1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Rix모던고딕 M" panose="02020603020101020101" pitchFamily="18" charset="-127"/>
                  <a:ea typeface="Rix모던고딕 M" panose="02020603020101020101" pitchFamily="18" charset="-127"/>
                </a:rPr>
                <a:t>고성능</a:t>
              </a:r>
              <a:r>
                <a:rPr lang="en-US" altLang="ko-KR" sz="1100" spc="-1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Rix모던고딕 M" panose="02020603020101020101" pitchFamily="18" charset="-127"/>
                  <a:ea typeface="Rix모던고딕 M" panose="02020603020101020101" pitchFamily="18" charset="-127"/>
                </a:rPr>
                <a:t>, </a:t>
              </a:r>
              <a:r>
                <a:rPr lang="ko-KR" altLang="en-US" sz="1100" spc="-1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Rix모던고딕 M" panose="02020603020101020101" pitchFamily="18" charset="-127"/>
                  <a:ea typeface="Rix모던고딕 M" panose="02020603020101020101" pitchFamily="18" charset="-127"/>
                </a:rPr>
                <a:t>고집적도 </a:t>
              </a:r>
              <a:r>
                <a:rPr lang="en-US" altLang="ko-KR" sz="1100" spc="-1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Rix모던고딕 M" panose="02020603020101020101" pitchFamily="18" charset="-127"/>
                  <a:ea typeface="Rix모던고딕 M" panose="02020603020101020101" pitchFamily="18" charset="-127"/>
                </a:rPr>
                <a:t>1G, 10G, 40G </a:t>
              </a:r>
              <a:r>
                <a:rPr lang="ko-KR" altLang="en-US" sz="1100" spc="-1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Rix모던고딕 M" panose="02020603020101020101" pitchFamily="18" charset="-127"/>
                  <a:ea typeface="Rix모던고딕 M" panose="02020603020101020101" pitchFamily="18" charset="-127"/>
                </a:rPr>
                <a:t>이더넷 연결을 제공하는 모듈형 스위치 </a:t>
              </a:r>
              <a:r>
                <a:rPr lang="ko-KR" altLang="en-US" sz="1100" spc="-100" dirty="0" smtClean="0">
                  <a:solidFill>
                    <a:schemeClr val="tx1">
                      <a:lumMod val="85000"/>
                      <a:lumOff val="15000"/>
                    </a:schemeClr>
                  </a:solidFill>
                  <a:latin typeface="Rix모던고딕 M" panose="02020603020101020101" pitchFamily="18" charset="-127"/>
                  <a:ea typeface="Rix모던고딕 M" panose="02020603020101020101" pitchFamily="18" charset="-127"/>
                </a:rPr>
                <a:t>제품군</a:t>
              </a:r>
              <a:r>
                <a:rPr lang="en-US" altLang="ko-KR" sz="1100" kern="0" spc="-1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  <a:sym typeface="Wingdings" panose="05000000000000000000" pitchFamily="2" charset="2"/>
                </a:rPr>
                <a:t> </a:t>
              </a:r>
              <a:r>
                <a:rPr lang="en-US" altLang="ko-KR" sz="1100" kern="0" spc="-1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Rix모던고딕 M" pitchFamily="18" charset="-127"/>
                  <a:ea typeface="Rix모던고딕 M" pitchFamily="18" charset="-127"/>
                  <a:sym typeface="Wingdings" panose="05000000000000000000" pitchFamily="2" charset="2"/>
                </a:rPr>
                <a:t></a:t>
              </a:r>
              <a:r>
                <a:rPr lang="en-US" altLang="ko-KR" sz="1100" kern="0" spc="-1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  <a:sym typeface="Wingdings" panose="05000000000000000000" pitchFamily="2" charset="2"/>
                </a:rPr>
                <a:t> </a:t>
              </a:r>
              <a:r>
                <a:rPr lang="en-US" altLang="ko-KR" sz="1100" spc="-100" dirty="0" smtClean="0">
                  <a:solidFill>
                    <a:schemeClr val="tx1">
                      <a:lumMod val="85000"/>
                      <a:lumOff val="15000"/>
                    </a:schemeClr>
                  </a:solidFill>
                  <a:latin typeface="Rix모던고딕 M" panose="02020603020101020101" pitchFamily="18" charset="-127"/>
                  <a:ea typeface="Rix모던고딕 M" panose="02020603020101020101" pitchFamily="18" charset="-127"/>
                </a:rPr>
                <a:t>100G </a:t>
              </a:r>
              <a:r>
                <a:rPr lang="ko-KR" altLang="en-US" sz="1100" spc="-1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Rix모던고딕 M" panose="02020603020101020101" pitchFamily="18" charset="-127"/>
                  <a:ea typeface="Rix모던고딕 M" panose="02020603020101020101" pitchFamily="18" charset="-127"/>
                </a:rPr>
                <a:t>지원</a:t>
              </a:r>
            </a:p>
            <a:p>
              <a:pPr marL="85725" indent="-85725" latinLnBrk="0">
                <a:spcBef>
                  <a:spcPts val="400"/>
                </a:spcBef>
                <a:buClr>
                  <a:srgbClr val="323232"/>
                </a:buClr>
                <a:buFont typeface="Wingdings" panose="05000000000000000000" pitchFamily="2" charset="2"/>
                <a:buChar char="§"/>
              </a:pPr>
              <a:r>
                <a:rPr lang="ko-KR" altLang="en-US" sz="1100" spc="-1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Rix모던고딕 M" panose="02020603020101020101" pitchFamily="18" charset="-127"/>
                  <a:ea typeface="Rix모던고딕 M" panose="02020603020101020101" pitchFamily="18" charset="-127"/>
                </a:rPr>
                <a:t>최대 </a:t>
              </a:r>
              <a:r>
                <a:rPr lang="en-US" altLang="ko-KR" sz="1100" spc="-1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Rix모던고딕 M" panose="02020603020101020101" pitchFamily="18" charset="-127"/>
                  <a:ea typeface="Rix모던고딕 M" panose="02020603020101020101" pitchFamily="18" charset="-127"/>
                </a:rPr>
                <a:t>1,152</a:t>
              </a:r>
              <a:r>
                <a:rPr lang="ko-KR" altLang="en-US" sz="1100" spc="-1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Rix모던고딕 M" panose="02020603020101020101" pitchFamily="18" charset="-127"/>
                  <a:ea typeface="Rix모던고딕 M" panose="02020603020101020101" pitchFamily="18" charset="-127"/>
                </a:rPr>
                <a:t>개의 </a:t>
              </a:r>
              <a:r>
                <a:rPr lang="en-US" altLang="ko-KR" sz="1100" spc="-1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Rix모던고딕 M" panose="02020603020101020101" pitchFamily="18" charset="-127"/>
                  <a:ea typeface="Rix모던고딕 M" panose="02020603020101020101" pitchFamily="18" charset="-127"/>
                </a:rPr>
                <a:t>10GE </a:t>
              </a:r>
              <a:r>
                <a:rPr lang="ko-KR" altLang="en-US" sz="1100" spc="-1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Rix모던고딕 M" panose="02020603020101020101" pitchFamily="18" charset="-127"/>
                  <a:ea typeface="Rix모던고딕 M" panose="02020603020101020101" pitchFamily="18" charset="-127"/>
                </a:rPr>
                <a:t>포트 또는 </a:t>
              </a:r>
              <a:r>
                <a:rPr lang="en-US" altLang="ko-KR" sz="1100" spc="-1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Rix모던고딕 M" panose="02020603020101020101" pitchFamily="18" charset="-127"/>
                  <a:ea typeface="Rix모던고딕 M" panose="02020603020101020101" pitchFamily="18" charset="-127"/>
                </a:rPr>
                <a:t>288</a:t>
              </a:r>
              <a:r>
                <a:rPr lang="ko-KR" altLang="en-US" sz="1100" spc="-1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Rix모던고딕 M" panose="02020603020101020101" pitchFamily="18" charset="-127"/>
                  <a:ea typeface="Rix모던고딕 M" panose="02020603020101020101" pitchFamily="18" charset="-127"/>
                </a:rPr>
                <a:t>개의 </a:t>
              </a:r>
              <a:r>
                <a:rPr lang="en-US" altLang="ko-KR" sz="1100" spc="-1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Rix모던고딕 M" panose="02020603020101020101" pitchFamily="18" charset="-127"/>
                  <a:ea typeface="Rix모던고딕 M" panose="02020603020101020101" pitchFamily="18" charset="-127"/>
                </a:rPr>
                <a:t>40GE </a:t>
              </a:r>
              <a:r>
                <a:rPr lang="ko-KR" altLang="en-US" sz="1100" spc="-1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Rix모던고딕 M" panose="02020603020101020101" pitchFamily="18" charset="-127"/>
                  <a:ea typeface="Rix모던고딕 M" panose="02020603020101020101" pitchFamily="18" charset="-127"/>
                </a:rPr>
                <a:t>포트 지원</a:t>
              </a:r>
            </a:p>
          </p:txBody>
        </p:sp>
        <p:sp>
          <p:nvSpPr>
            <p:cNvPr id="111" name="직사각형 110"/>
            <p:cNvSpPr/>
            <p:nvPr/>
          </p:nvSpPr>
          <p:spPr>
            <a:xfrm>
              <a:off x="2749427" y="1372229"/>
              <a:ext cx="911862" cy="624345"/>
            </a:xfrm>
            <a:prstGeom prst="rect">
              <a:avLst/>
            </a:prstGeom>
            <a:noFill/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lvl="1" algn="ctr">
                <a:spcBef>
                  <a:spcPct val="0"/>
                </a:spcBef>
              </a:pPr>
              <a:endParaRPr lang="ko-KR" altLang="en-US" spc="-100" dirty="0">
                <a:solidFill>
                  <a:schemeClr val="bg1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  <a:cs typeface="+mj-cs"/>
              </a:endParaRPr>
            </a:p>
          </p:txBody>
        </p:sp>
        <p:sp>
          <p:nvSpPr>
            <p:cNvPr id="112" name="직사각형 111"/>
            <p:cNvSpPr/>
            <p:nvPr/>
          </p:nvSpPr>
          <p:spPr>
            <a:xfrm>
              <a:off x="3714749" y="1372229"/>
              <a:ext cx="3392441" cy="624345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lvl="1" algn="ctr">
                <a:spcBef>
                  <a:spcPct val="0"/>
                </a:spcBef>
              </a:pPr>
              <a:endParaRPr lang="ko-KR" altLang="en-US" spc="-100" dirty="0">
                <a:solidFill>
                  <a:schemeClr val="bg1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  <a:cs typeface="+mj-cs"/>
              </a:endParaRPr>
            </a:p>
          </p:txBody>
        </p:sp>
        <p:pic>
          <p:nvPicPr>
            <p:cNvPr id="113" name="Picture 3" descr="G:\작업도우미\IT LOGOS\IT로고파일-21.png"/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35151" y="1491468"/>
              <a:ext cx="732107" cy="38586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14" name="Rectangle 55"/>
            <p:cNvSpPr>
              <a:spLocks noChangeArrowheads="1"/>
            </p:cNvSpPr>
            <p:nvPr/>
          </p:nvSpPr>
          <p:spPr bwMode="gray">
            <a:xfrm>
              <a:off x="3879418" y="1530512"/>
              <a:ext cx="360676" cy="3077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 anchor="ctr">
              <a:spAutoFit/>
            </a:bodyPr>
            <a:lstStyle/>
            <a:p>
              <a:pPr algn="ctr" defTabSz="1001713" eaLnBrk="0" fontAlgn="ctr" latinLnBrk="0" hangingPunct="0">
                <a:spcBef>
                  <a:spcPts val="25"/>
                </a:spcBef>
                <a:buClr>
                  <a:srgbClr val="969696"/>
                </a:buClr>
              </a:pPr>
              <a:r>
                <a:rPr lang="en-US" altLang="ko-KR" sz="2000" spc="-100" dirty="0" smtClean="0">
                  <a:solidFill>
                    <a:srgbClr val="FFFF00"/>
                  </a:solidFill>
                  <a:latin typeface="Rix고딕 B" pitchFamily="18" charset="-127"/>
                  <a:ea typeface="Rix고딕 B" pitchFamily="18" charset="-127"/>
                  <a:cs typeface="Arial" pitchFamily="34" charset="0"/>
                </a:rPr>
                <a:t>4</a:t>
              </a:r>
              <a:r>
                <a:rPr lang="ko-KR" altLang="en-US" sz="2000" spc="-100" dirty="0" smtClean="0">
                  <a:solidFill>
                    <a:srgbClr val="FFFF00"/>
                  </a:solidFill>
                  <a:latin typeface="Rix고딕 B" pitchFamily="18" charset="-127"/>
                  <a:ea typeface="Rix고딕 B" pitchFamily="18" charset="-127"/>
                  <a:cs typeface="Arial" pitchFamily="34" charset="0"/>
                </a:rPr>
                <a:t>대</a:t>
              </a:r>
              <a:endParaRPr lang="en-US" altLang="ko-KR" sz="2000" spc="-100" dirty="0">
                <a:solidFill>
                  <a:srgbClr val="FFFF00"/>
                </a:solidFill>
                <a:latin typeface="Rix고딕 B" pitchFamily="18" charset="-127"/>
                <a:ea typeface="Rix고딕 B" pitchFamily="18" charset="-127"/>
                <a:cs typeface="Arial" pitchFamily="34" charset="0"/>
              </a:endParaRPr>
            </a:p>
          </p:txBody>
        </p:sp>
        <p:sp>
          <p:nvSpPr>
            <p:cNvPr id="115" name="직사각형 114"/>
            <p:cNvSpPr/>
            <p:nvPr/>
          </p:nvSpPr>
          <p:spPr>
            <a:xfrm>
              <a:off x="4417100" y="1593287"/>
              <a:ext cx="2444075" cy="19398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t">
              <a:spAutoFit/>
            </a:bodyPr>
            <a:lstStyle/>
            <a:p>
              <a:pPr marL="108000" indent="-108000" latinLnBrk="0">
                <a:spcBef>
                  <a:spcPts val="200"/>
                </a:spcBef>
                <a:buFont typeface="Arial" panose="020B0604020202020204" pitchFamily="34" charset="0"/>
                <a:buChar char="•"/>
              </a:pPr>
              <a:r>
                <a:rPr lang="en-US" altLang="ko-KR" sz="1200" spc="-100" dirty="0">
                  <a:solidFill>
                    <a:schemeClr val="bg1"/>
                  </a:solidFill>
                  <a:latin typeface="Rix모던고딕 M" panose="02020603020101020101" pitchFamily="18" charset="-127"/>
                  <a:ea typeface="Rix모던고딕 M" panose="02020603020101020101" pitchFamily="18" charset="-127"/>
                </a:rPr>
                <a:t>A</a:t>
              </a:r>
              <a:r>
                <a:rPr lang="ko-KR" altLang="en-US" sz="1200" spc="-100" dirty="0">
                  <a:solidFill>
                    <a:schemeClr val="bg1"/>
                  </a:solidFill>
                  <a:latin typeface="Rix모던고딕 M" panose="02020603020101020101" pitchFamily="18" charset="-127"/>
                  <a:ea typeface="Rix모던고딕 M" panose="02020603020101020101" pitchFamily="18" charset="-127"/>
                </a:rPr>
                <a:t>건물 </a:t>
              </a:r>
              <a:r>
                <a:rPr lang="ko-KR" altLang="en-US" sz="1200" spc="-100" dirty="0" smtClean="0">
                  <a:solidFill>
                    <a:schemeClr val="bg1"/>
                  </a:solidFill>
                  <a:latin typeface="Rix모던고딕 M" panose="02020603020101020101" pitchFamily="18" charset="-127"/>
                  <a:ea typeface="Rix모던고딕 M" panose="02020603020101020101" pitchFamily="18" charset="-127"/>
                </a:rPr>
                <a:t>인트라넷</a:t>
              </a:r>
              <a:r>
                <a:rPr lang="en-US" altLang="ko-KR" sz="1200" spc="-100" dirty="0" smtClean="0">
                  <a:solidFill>
                    <a:schemeClr val="bg1"/>
                  </a:solidFill>
                  <a:latin typeface="Rix모던고딕 M" panose="02020603020101020101" pitchFamily="18" charset="-127"/>
                  <a:ea typeface="Rix모던고딕 M" panose="02020603020101020101" pitchFamily="18" charset="-127"/>
                </a:rPr>
                <a:t>/</a:t>
              </a:r>
              <a:r>
                <a:rPr lang="ko-KR" altLang="en-US" sz="1200" spc="-100" dirty="0" smtClean="0">
                  <a:solidFill>
                    <a:schemeClr val="bg1"/>
                  </a:solidFill>
                  <a:latin typeface="Rix모던고딕 M" panose="02020603020101020101" pitchFamily="18" charset="-127"/>
                  <a:ea typeface="Rix모던고딕 M" panose="02020603020101020101" pitchFamily="18" charset="-127"/>
                </a:rPr>
                <a:t>인터넷 </a:t>
              </a:r>
              <a:r>
                <a:rPr lang="ko-KR" altLang="en-US" sz="1200" spc="-100" dirty="0" err="1" smtClean="0">
                  <a:solidFill>
                    <a:schemeClr val="bg1"/>
                  </a:solidFill>
                  <a:latin typeface="Rix모던고딕 M" panose="02020603020101020101" pitchFamily="18" charset="-127"/>
                  <a:ea typeface="Rix모던고딕 M" panose="02020603020101020101" pitchFamily="18" charset="-127"/>
                </a:rPr>
                <a:t>백본</a:t>
              </a:r>
              <a:r>
                <a:rPr lang="ko-KR" altLang="en-US" sz="1200" spc="-100" dirty="0" smtClean="0">
                  <a:solidFill>
                    <a:schemeClr val="bg1"/>
                  </a:solidFill>
                  <a:latin typeface="Rix모던고딕 M" panose="02020603020101020101" pitchFamily="18" charset="-127"/>
                  <a:ea typeface="Rix모던고딕 M" panose="02020603020101020101" pitchFamily="18" charset="-127"/>
                </a:rPr>
                <a:t> </a:t>
              </a:r>
              <a:r>
                <a:rPr lang="ko-KR" altLang="en-US" sz="1200" spc="-100" dirty="0">
                  <a:solidFill>
                    <a:schemeClr val="bg1"/>
                  </a:solidFill>
                  <a:latin typeface="Rix모던고딕 M" panose="02020603020101020101" pitchFamily="18" charset="-127"/>
                  <a:ea typeface="Rix모던고딕 M" panose="02020603020101020101" pitchFamily="18" charset="-127"/>
                </a:rPr>
                <a:t>스위치</a:t>
              </a:r>
            </a:p>
          </p:txBody>
        </p:sp>
        <p:pic>
          <p:nvPicPr>
            <p:cNvPr id="116" name="Picture 2" descr="G:\work\아이티센시스템즈\경찰청공조조회유지보수\icon&amp;dia\제안서템플릿이미지-65.png"/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436139" y="1527198"/>
              <a:ext cx="557046" cy="34701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17" name="직사각형 116"/>
            <p:cNvSpPr/>
            <p:nvPr/>
          </p:nvSpPr>
          <p:spPr>
            <a:xfrm>
              <a:off x="7256227" y="2320694"/>
              <a:ext cx="3068873" cy="535433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0000" anchor="ctr"/>
            <a:lstStyle/>
            <a:p>
              <a:pPr algn="ctr">
                <a:defRPr/>
              </a:pPr>
              <a:endParaRPr lang="en-US" altLang="ko-KR" sz="1600" spc="-150" dirty="0">
                <a:solidFill>
                  <a:schemeClr val="bg1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endParaRPr>
            </a:p>
          </p:txBody>
        </p:sp>
        <p:sp>
          <p:nvSpPr>
            <p:cNvPr id="118" name="Rectangle 55"/>
            <p:cNvSpPr>
              <a:spLocks noChangeArrowheads="1"/>
            </p:cNvSpPr>
            <p:nvPr/>
          </p:nvSpPr>
          <p:spPr bwMode="gray">
            <a:xfrm>
              <a:off x="7347396" y="2366854"/>
              <a:ext cx="2895023" cy="45263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 anchor="ctr">
              <a:spAutoFit/>
            </a:bodyPr>
            <a:lstStyle/>
            <a:p>
              <a:pPr algn="ctr" defTabSz="1001713" eaLnBrk="0" fontAlgn="ctr" latinLnBrk="0" hangingPunct="0">
                <a:spcBef>
                  <a:spcPts val="25"/>
                </a:spcBef>
                <a:buClr>
                  <a:srgbClr val="969696"/>
                </a:buClr>
              </a:pPr>
              <a:r>
                <a:rPr lang="ko-KR" altLang="en-US" sz="1400" spc="-100" dirty="0" smtClean="0">
                  <a:solidFill>
                    <a:schemeClr val="bg1"/>
                  </a:solidFill>
                  <a:latin typeface="Rix고딕 B" pitchFamily="18" charset="-127"/>
                  <a:ea typeface="Rix고딕 B" pitchFamily="18" charset="-127"/>
                  <a:cs typeface="Arial" pitchFamily="34" charset="0"/>
                </a:rPr>
                <a:t>국방부 </a:t>
              </a:r>
              <a:r>
                <a:rPr lang="ko-KR" altLang="en-US" sz="1400" spc="-100" dirty="0">
                  <a:solidFill>
                    <a:schemeClr val="bg1"/>
                  </a:solidFill>
                  <a:latin typeface="Rix고딕 B" pitchFamily="18" charset="-127"/>
                  <a:ea typeface="Rix고딕 B" pitchFamily="18" charset="-127"/>
                  <a:cs typeface="Arial" pitchFamily="34" charset="0"/>
                </a:rPr>
                <a:t>기 구축 장비와 동일 제조사 제품으로</a:t>
              </a:r>
            </a:p>
            <a:p>
              <a:pPr algn="ctr" defTabSz="1001713" eaLnBrk="0" fontAlgn="ctr" latinLnBrk="0" hangingPunct="0">
                <a:spcBef>
                  <a:spcPts val="25"/>
                </a:spcBef>
                <a:buClr>
                  <a:srgbClr val="969696"/>
                </a:buClr>
              </a:pPr>
              <a:r>
                <a:rPr lang="ko-KR" altLang="en-US" sz="1400" spc="-100" dirty="0">
                  <a:solidFill>
                    <a:schemeClr val="bg1"/>
                  </a:solidFill>
                  <a:latin typeface="Rix고딕 B" pitchFamily="18" charset="-127"/>
                  <a:ea typeface="Rix고딕 B" pitchFamily="18" charset="-127"/>
                  <a:cs typeface="Arial" pitchFamily="34" charset="0"/>
                </a:rPr>
                <a:t>완벽한 호환성</a:t>
              </a:r>
              <a:r>
                <a:rPr lang="en-US" altLang="ko-KR" sz="1400" spc="-100" dirty="0">
                  <a:solidFill>
                    <a:schemeClr val="bg1"/>
                  </a:solidFill>
                  <a:latin typeface="Rix고딕 B" pitchFamily="18" charset="-127"/>
                  <a:ea typeface="Rix고딕 B" pitchFamily="18" charset="-127"/>
                  <a:cs typeface="Arial" pitchFamily="34" charset="0"/>
                </a:rPr>
                <a:t>, </a:t>
              </a:r>
              <a:r>
                <a:rPr lang="ko-KR" altLang="en-US" sz="1400" spc="-100" dirty="0">
                  <a:solidFill>
                    <a:schemeClr val="bg1"/>
                  </a:solidFill>
                  <a:latin typeface="Rix고딕 B" pitchFamily="18" charset="-127"/>
                  <a:ea typeface="Rix고딕 B" pitchFamily="18" charset="-127"/>
                  <a:cs typeface="Arial" pitchFamily="34" charset="0"/>
                </a:rPr>
                <a:t>연동성</a:t>
              </a:r>
              <a:r>
                <a:rPr lang="en-US" altLang="ko-KR" sz="1400" spc="-100" dirty="0">
                  <a:solidFill>
                    <a:schemeClr val="bg1"/>
                  </a:solidFill>
                  <a:latin typeface="Rix고딕 B" pitchFamily="18" charset="-127"/>
                  <a:ea typeface="Rix고딕 B" pitchFamily="18" charset="-127"/>
                  <a:cs typeface="Arial" pitchFamily="34" charset="0"/>
                </a:rPr>
                <a:t>, </a:t>
              </a:r>
              <a:r>
                <a:rPr lang="ko-KR" altLang="en-US" sz="1400" spc="-100" dirty="0">
                  <a:solidFill>
                    <a:schemeClr val="bg1"/>
                  </a:solidFill>
                  <a:latin typeface="Rix고딕 B" pitchFamily="18" charset="-127"/>
                  <a:ea typeface="Rix고딕 B" pitchFamily="18" charset="-127"/>
                  <a:cs typeface="Arial" pitchFamily="34" charset="0"/>
                </a:rPr>
                <a:t>안정성을 지원</a:t>
              </a:r>
            </a:p>
          </p:txBody>
        </p:sp>
        <p:sp>
          <p:nvSpPr>
            <p:cNvPr id="119" name="직사각형 118"/>
            <p:cNvSpPr/>
            <p:nvPr/>
          </p:nvSpPr>
          <p:spPr>
            <a:xfrm>
              <a:off x="7256228" y="1618687"/>
              <a:ext cx="968920" cy="643501"/>
            </a:xfrm>
            <a:prstGeom prst="rect">
              <a:avLst/>
            </a:prstGeom>
            <a:pattFill prst="ltUpDiag">
              <a:fgClr>
                <a:schemeClr val="bg1">
                  <a:lumMod val="85000"/>
                </a:schemeClr>
              </a:fgClr>
              <a:bgClr>
                <a:schemeClr val="bg1"/>
              </a:bgClr>
            </a:pattFill>
            <a:ln w="12700">
              <a:solidFill>
                <a:schemeClr val="bg1">
                  <a:lumMod val="65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9569" tIns="49785" rIns="99569" bIns="49785" rtlCol="0" anchor="ctr"/>
            <a:lstStyle/>
            <a:p>
              <a:pPr algn="ctr" defTabSz="1043079" latinLnBrk="0">
                <a:lnSpc>
                  <a:spcPct val="110000"/>
                </a:lnSpc>
                <a:defRPr/>
              </a:pPr>
              <a:endParaRPr lang="ko-KR" altLang="en-US" sz="1600" dirty="0">
                <a:gradFill>
                  <a:gsLst>
                    <a:gs pos="0">
                      <a:prstClr val="white"/>
                    </a:gs>
                    <a:gs pos="100000">
                      <a:prstClr val="white"/>
                    </a:gs>
                  </a:gsLst>
                  <a:lin ang="5400000" scaled="0"/>
                </a:gradFill>
                <a:latin typeface="Yoon 윤고딕 550_TT" panose="02090603020101020101" pitchFamily="18" charset="-127"/>
                <a:ea typeface="Yoon 윤고딕 550_TT" panose="02090603020101020101" pitchFamily="18" charset="-127"/>
              </a:endParaRPr>
            </a:p>
          </p:txBody>
        </p:sp>
        <p:sp>
          <p:nvSpPr>
            <p:cNvPr id="120" name="양쪽 모서리가 둥근 사각형 119"/>
            <p:cNvSpPr/>
            <p:nvPr/>
          </p:nvSpPr>
          <p:spPr>
            <a:xfrm>
              <a:off x="7256227" y="1380229"/>
              <a:ext cx="968920" cy="213058"/>
            </a:xfrm>
            <a:prstGeom prst="round2SameRect">
              <a:avLst>
                <a:gd name="adj1" fmla="val 13556"/>
                <a:gd name="adj2" fmla="val 0"/>
              </a:avLst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lvl="1" algn="ctr">
                <a:spcBef>
                  <a:spcPct val="0"/>
                </a:spcBef>
              </a:pPr>
              <a:r>
                <a:rPr lang="ko-KR" altLang="en-US" sz="1200" spc="-100" dirty="0">
                  <a:solidFill>
                    <a:schemeClr val="bg1"/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  <a:cs typeface="+mj-cs"/>
                </a:rPr>
                <a:t>확장성</a:t>
              </a:r>
            </a:p>
          </p:txBody>
        </p:sp>
        <p:sp>
          <p:nvSpPr>
            <p:cNvPr id="121" name="양쪽 모서리가 둥근 사각형 120"/>
            <p:cNvSpPr/>
            <p:nvPr/>
          </p:nvSpPr>
          <p:spPr>
            <a:xfrm>
              <a:off x="8306203" y="1380229"/>
              <a:ext cx="968920" cy="213058"/>
            </a:xfrm>
            <a:prstGeom prst="round2SameRect">
              <a:avLst>
                <a:gd name="adj1" fmla="val 13556"/>
                <a:gd name="adj2" fmla="val 0"/>
              </a:avLst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lvl="1" algn="ctr">
                <a:spcBef>
                  <a:spcPct val="0"/>
                </a:spcBef>
              </a:pPr>
              <a:r>
                <a:rPr lang="ko-KR" altLang="en-US" sz="1200" spc="-132" dirty="0">
                  <a:latin typeface="Rix모던고딕 B" panose="02020603020101020101" pitchFamily="18" charset="-127"/>
                  <a:ea typeface="Rix모던고딕 B" panose="02020603020101020101" pitchFamily="18" charset="-127"/>
                </a:rPr>
                <a:t>고성능</a:t>
              </a:r>
              <a:endParaRPr lang="ko-KR" altLang="en-US" sz="1200" spc="-100" dirty="0">
                <a:solidFill>
                  <a:schemeClr val="bg1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  <a:cs typeface="+mj-cs"/>
              </a:endParaRPr>
            </a:p>
          </p:txBody>
        </p:sp>
        <p:sp>
          <p:nvSpPr>
            <p:cNvPr id="122" name="양쪽 모서리가 둥근 사각형 121"/>
            <p:cNvSpPr/>
            <p:nvPr/>
          </p:nvSpPr>
          <p:spPr>
            <a:xfrm>
              <a:off x="9356180" y="1380229"/>
              <a:ext cx="968920" cy="213058"/>
            </a:xfrm>
            <a:prstGeom prst="round2SameRect">
              <a:avLst>
                <a:gd name="adj1" fmla="val 13556"/>
                <a:gd name="adj2" fmla="val 0"/>
              </a:avLst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lvl="1" algn="ctr">
                <a:spcBef>
                  <a:spcPct val="0"/>
                </a:spcBef>
              </a:pPr>
              <a:r>
                <a:rPr lang="ko-KR" altLang="en-US" sz="1200" spc="-132" dirty="0">
                  <a:latin typeface="Rix모던고딕 B" panose="02020603020101020101" pitchFamily="18" charset="-127"/>
                  <a:ea typeface="Rix모던고딕 B" panose="02020603020101020101" pitchFamily="18" charset="-127"/>
                </a:rPr>
                <a:t>안정성</a:t>
              </a:r>
              <a:endParaRPr lang="ko-KR" altLang="en-US" sz="1200" spc="-100" dirty="0">
                <a:solidFill>
                  <a:schemeClr val="bg1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  <a:cs typeface="+mj-cs"/>
              </a:endParaRPr>
            </a:p>
          </p:txBody>
        </p:sp>
        <p:sp>
          <p:nvSpPr>
            <p:cNvPr id="123" name="직사각형 122"/>
            <p:cNvSpPr/>
            <p:nvPr/>
          </p:nvSpPr>
          <p:spPr>
            <a:xfrm>
              <a:off x="8308067" y="1618687"/>
              <a:ext cx="968920" cy="643501"/>
            </a:xfrm>
            <a:prstGeom prst="rect">
              <a:avLst/>
            </a:prstGeom>
            <a:pattFill prst="ltUpDiag">
              <a:fgClr>
                <a:schemeClr val="bg1">
                  <a:lumMod val="85000"/>
                </a:schemeClr>
              </a:fgClr>
              <a:bgClr>
                <a:schemeClr val="bg1"/>
              </a:bgClr>
            </a:pattFill>
            <a:ln w="12700">
              <a:solidFill>
                <a:schemeClr val="bg1">
                  <a:lumMod val="65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9569" tIns="49785" rIns="99569" bIns="49785" rtlCol="0" anchor="ctr"/>
            <a:lstStyle/>
            <a:p>
              <a:pPr algn="ctr" defTabSz="1043079" latinLnBrk="0">
                <a:lnSpc>
                  <a:spcPct val="110000"/>
                </a:lnSpc>
                <a:defRPr/>
              </a:pPr>
              <a:endParaRPr lang="ko-KR" altLang="en-US" sz="1600" dirty="0">
                <a:gradFill>
                  <a:gsLst>
                    <a:gs pos="0">
                      <a:prstClr val="white"/>
                    </a:gs>
                    <a:gs pos="100000">
                      <a:prstClr val="white"/>
                    </a:gs>
                  </a:gsLst>
                  <a:lin ang="5400000" scaled="0"/>
                </a:gradFill>
                <a:latin typeface="Yoon 윤고딕 550_TT" panose="02090603020101020101" pitchFamily="18" charset="-127"/>
                <a:ea typeface="Yoon 윤고딕 550_TT" panose="02090603020101020101" pitchFamily="18" charset="-127"/>
              </a:endParaRPr>
            </a:p>
          </p:txBody>
        </p:sp>
        <p:sp>
          <p:nvSpPr>
            <p:cNvPr id="124" name="직사각형 123"/>
            <p:cNvSpPr/>
            <p:nvPr/>
          </p:nvSpPr>
          <p:spPr>
            <a:xfrm>
              <a:off x="9356180" y="1618687"/>
              <a:ext cx="968920" cy="643501"/>
            </a:xfrm>
            <a:prstGeom prst="rect">
              <a:avLst/>
            </a:prstGeom>
            <a:pattFill prst="ltUpDiag">
              <a:fgClr>
                <a:schemeClr val="bg1">
                  <a:lumMod val="85000"/>
                </a:schemeClr>
              </a:fgClr>
              <a:bgClr>
                <a:schemeClr val="bg1"/>
              </a:bgClr>
            </a:pattFill>
            <a:ln w="12700">
              <a:solidFill>
                <a:schemeClr val="bg1">
                  <a:lumMod val="65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9569" tIns="49785" rIns="99569" bIns="49785" rtlCol="0" anchor="ctr"/>
            <a:lstStyle/>
            <a:p>
              <a:pPr algn="ctr" defTabSz="1043079" latinLnBrk="0">
                <a:lnSpc>
                  <a:spcPct val="110000"/>
                </a:lnSpc>
                <a:defRPr/>
              </a:pPr>
              <a:endParaRPr lang="ko-KR" altLang="en-US" sz="1600" dirty="0">
                <a:gradFill>
                  <a:gsLst>
                    <a:gs pos="0">
                      <a:prstClr val="white"/>
                    </a:gs>
                    <a:gs pos="100000">
                      <a:prstClr val="white"/>
                    </a:gs>
                  </a:gsLst>
                  <a:lin ang="5400000" scaled="0"/>
                </a:gradFill>
                <a:latin typeface="Yoon 윤고딕 550_TT" panose="02090603020101020101" pitchFamily="18" charset="-127"/>
                <a:ea typeface="Yoon 윤고딕 550_TT" panose="02090603020101020101" pitchFamily="18" charset="-127"/>
              </a:endParaRPr>
            </a:p>
          </p:txBody>
        </p:sp>
        <p:sp>
          <p:nvSpPr>
            <p:cNvPr id="125" name="직사각형 124"/>
            <p:cNvSpPr/>
            <p:nvPr/>
          </p:nvSpPr>
          <p:spPr>
            <a:xfrm>
              <a:off x="7285975" y="1659973"/>
              <a:ext cx="905525" cy="55431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t">
              <a:spAutoFit/>
            </a:bodyPr>
            <a:lstStyle/>
            <a:p>
              <a:pPr marL="108000" indent="-108000" latinLnBrk="0">
                <a:lnSpc>
                  <a:spcPct val="90000"/>
                </a:lnSpc>
                <a:buFont typeface="Arial" panose="020B0604020202020204" pitchFamily="34" charset="0"/>
                <a:buChar char="•"/>
              </a:pPr>
              <a:r>
                <a:rPr lang="en-US" altLang="ko-KR" sz="1000" spc="-1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Rix모던고딕 M" panose="02020603020101020101" pitchFamily="18" charset="-127"/>
                  <a:ea typeface="Rix모던고딕 M" panose="02020603020101020101" pitchFamily="18" charset="-127"/>
                </a:rPr>
                <a:t>10G </a:t>
              </a:r>
              <a:r>
                <a:rPr lang="ko-KR" altLang="en-US" sz="1000" spc="-1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Rix모던고딕 M" panose="02020603020101020101" pitchFamily="18" charset="-127"/>
                  <a:ea typeface="Rix모던고딕 M" panose="02020603020101020101" pitchFamily="18" charset="-127"/>
                </a:rPr>
                <a:t>최대 </a:t>
              </a:r>
              <a:r>
                <a:rPr lang="en-US" altLang="ko-KR" sz="1000" spc="-1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Rix모던고딕 M" panose="02020603020101020101" pitchFamily="18" charset="-127"/>
                  <a:ea typeface="Rix모던고딕 M" panose="02020603020101020101" pitchFamily="18" charset="-127"/>
                </a:rPr>
                <a:t>1152Port</a:t>
              </a:r>
            </a:p>
            <a:p>
              <a:pPr marL="108000" indent="-108000" latinLnBrk="0">
                <a:lnSpc>
                  <a:spcPct val="90000"/>
                </a:lnSpc>
                <a:buFont typeface="Arial" panose="020B0604020202020204" pitchFamily="34" charset="0"/>
                <a:buChar char="•"/>
              </a:pPr>
              <a:r>
                <a:rPr lang="en-US" altLang="ko-KR" sz="1000" spc="-1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Rix모던고딕 M" panose="02020603020101020101" pitchFamily="18" charset="-127"/>
                  <a:ea typeface="Rix모던고딕 M" panose="02020603020101020101" pitchFamily="18" charset="-127"/>
                </a:rPr>
                <a:t>40G </a:t>
              </a:r>
              <a:r>
                <a:rPr lang="ko-KR" altLang="en-US" sz="1000" spc="-1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Rix모던고딕 M" panose="02020603020101020101" pitchFamily="18" charset="-127"/>
                  <a:ea typeface="Rix모던고딕 M" panose="02020603020101020101" pitchFamily="18" charset="-127"/>
                </a:rPr>
                <a:t>최대 </a:t>
              </a:r>
              <a:r>
                <a:rPr lang="en-US" altLang="ko-KR" sz="1000" spc="-1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Rix모던고딕 M" panose="02020603020101020101" pitchFamily="18" charset="-127"/>
                  <a:ea typeface="Rix모던고딕 M" panose="02020603020101020101" pitchFamily="18" charset="-127"/>
                </a:rPr>
                <a:t>288Port</a:t>
              </a:r>
            </a:p>
          </p:txBody>
        </p:sp>
        <p:sp>
          <p:nvSpPr>
            <p:cNvPr id="126" name="직사각형 125"/>
            <p:cNvSpPr/>
            <p:nvPr/>
          </p:nvSpPr>
          <p:spPr>
            <a:xfrm>
              <a:off x="8339764" y="1659973"/>
              <a:ext cx="905525" cy="27732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t">
              <a:spAutoFit/>
            </a:bodyPr>
            <a:lstStyle/>
            <a:p>
              <a:pPr marL="108000" indent="-108000" latinLnBrk="0">
                <a:lnSpc>
                  <a:spcPct val="90000"/>
                </a:lnSpc>
                <a:buFont typeface="Arial" panose="020B0604020202020204" pitchFamily="34" charset="0"/>
                <a:buChar char="•"/>
              </a:pPr>
              <a:r>
                <a:rPr lang="ko-KR" altLang="en-US" sz="1000" spc="-1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Rix모던고딕 M" panose="02020603020101020101" pitchFamily="18" charset="-127"/>
                  <a:ea typeface="Rix모던고딕 M" panose="02020603020101020101" pitchFamily="18" charset="-127"/>
                </a:rPr>
                <a:t>최대 </a:t>
              </a:r>
              <a:r>
                <a:rPr lang="en-US" altLang="ko-KR" sz="1000" spc="-1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Rix모던고딕 M" panose="02020603020101020101" pitchFamily="18" charset="-127"/>
                  <a:ea typeface="Rix모던고딕 M" panose="02020603020101020101" pitchFamily="18" charset="-127"/>
                </a:rPr>
                <a:t>30Tbps Backplane</a:t>
              </a:r>
            </a:p>
          </p:txBody>
        </p:sp>
        <p:sp>
          <p:nvSpPr>
            <p:cNvPr id="127" name="직사각형 126"/>
            <p:cNvSpPr/>
            <p:nvPr/>
          </p:nvSpPr>
          <p:spPr>
            <a:xfrm>
              <a:off x="9387877" y="1659973"/>
              <a:ext cx="905525" cy="29098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t">
              <a:spAutoFit/>
            </a:bodyPr>
            <a:lstStyle/>
            <a:p>
              <a:pPr marL="108000" indent="-108000" latinLnBrk="0">
                <a:lnSpc>
                  <a:spcPct val="90000"/>
                </a:lnSpc>
                <a:buFont typeface="Arial" panose="020B0604020202020204" pitchFamily="34" charset="0"/>
                <a:buChar char="•"/>
              </a:pPr>
              <a:r>
                <a:rPr lang="ko-KR" altLang="en-US" sz="1000" spc="-1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Rix모던고딕 M" panose="02020603020101020101" pitchFamily="18" charset="-127"/>
                  <a:ea typeface="Rix모던고딕 M" panose="02020603020101020101" pitchFamily="18" charset="-127"/>
                </a:rPr>
                <a:t>제어부 </a:t>
              </a:r>
              <a:r>
                <a:rPr lang="ko-KR" altLang="en-US" sz="1000" spc="-100" dirty="0" smtClean="0">
                  <a:solidFill>
                    <a:schemeClr val="tx1">
                      <a:lumMod val="85000"/>
                      <a:lumOff val="15000"/>
                    </a:schemeClr>
                  </a:solidFill>
                  <a:latin typeface="Rix모던고딕 M" panose="02020603020101020101" pitchFamily="18" charset="-127"/>
                  <a:ea typeface="Rix모던고딕 M" panose="02020603020101020101" pitchFamily="18" charset="-127"/>
                </a:rPr>
                <a:t>이중화</a:t>
              </a:r>
              <a:endParaRPr lang="ko-KR" altLang="en-US" sz="100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endParaRPr>
            </a:p>
            <a:p>
              <a:pPr marL="108000" indent="-108000" latinLnBrk="0">
                <a:lnSpc>
                  <a:spcPct val="90000"/>
                </a:lnSpc>
                <a:buFont typeface="Arial" panose="020B0604020202020204" pitchFamily="34" charset="0"/>
                <a:buChar char="•"/>
              </a:pPr>
              <a:r>
                <a:rPr lang="ko-KR" altLang="en-US" sz="1000" spc="-1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Rix모던고딕 M" panose="02020603020101020101" pitchFamily="18" charset="-127"/>
                  <a:ea typeface="Rix모던고딕 M" panose="02020603020101020101" pitchFamily="18" charset="-127"/>
                </a:rPr>
                <a:t>전원부 </a:t>
              </a:r>
              <a:r>
                <a:rPr lang="ko-KR" altLang="en-US" sz="1000" spc="-100" dirty="0" smtClean="0">
                  <a:solidFill>
                    <a:schemeClr val="tx1">
                      <a:lumMod val="85000"/>
                      <a:lumOff val="15000"/>
                    </a:schemeClr>
                  </a:solidFill>
                  <a:latin typeface="Rix모던고딕 M" panose="02020603020101020101" pitchFamily="18" charset="-127"/>
                  <a:ea typeface="Rix모던고딕 M" panose="02020603020101020101" pitchFamily="18" charset="-127"/>
                </a:rPr>
                <a:t>이중화</a:t>
              </a:r>
              <a:endParaRPr lang="ko-KR" altLang="en-US" sz="100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endParaRPr>
            </a:p>
          </p:txBody>
        </p:sp>
        <p:sp>
          <p:nvSpPr>
            <p:cNvPr id="128" name="직사각형 127"/>
            <p:cNvSpPr/>
            <p:nvPr/>
          </p:nvSpPr>
          <p:spPr>
            <a:xfrm>
              <a:off x="3898524" y="2089150"/>
              <a:ext cx="3208666" cy="812286"/>
            </a:xfrm>
            <a:prstGeom prst="rect">
              <a:avLst/>
            </a:prstGeom>
            <a:noFill/>
            <a:ln w="63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r">
                <a:defRPr/>
              </a:pPr>
              <a:endParaRPr lang="en-US" altLang="ko-KR" sz="1200" spc="-150" dirty="0">
                <a:solidFill>
                  <a:schemeClr val="bg1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endParaRPr>
            </a:p>
          </p:txBody>
        </p:sp>
      </p:grpSp>
      <p:grpSp>
        <p:nvGrpSpPr>
          <p:cNvPr id="129" name="그룹 128"/>
          <p:cNvGrpSpPr/>
          <p:nvPr/>
        </p:nvGrpSpPr>
        <p:grpSpPr>
          <a:xfrm>
            <a:off x="390525" y="3288216"/>
            <a:ext cx="9925050" cy="1846241"/>
            <a:chOff x="400050" y="3079173"/>
            <a:chExt cx="9925050" cy="2015455"/>
          </a:xfrm>
        </p:grpSpPr>
        <p:sp>
          <p:nvSpPr>
            <p:cNvPr id="130" name="이등변 삼각형 129"/>
            <p:cNvSpPr/>
            <p:nvPr/>
          </p:nvSpPr>
          <p:spPr>
            <a:xfrm flipH="1">
              <a:off x="735775" y="3079173"/>
              <a:ext cx="126483" cy="254926"/>
            </a:xfrm>
            <a:prstGeom prst="triangle">
              <a:avLst>
                <a:gd name="adj" fmla="val 100000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31" name="직사각형 130"/>
            <p:cNvSpPr/>
            <p:nvPr/>
          </p:nvSpPr>
          <p:spPr>
            <a:xfrm>
              <a:off x="400050" y="3079173"/>
              <a:ext cx="335726" cy="1883095"/>
            </a:xfrm>
            <a:prstGeom prst="rect">
              <a:avLst/>
            </a:prstGeom>
            <a:gradFill>
              <a:gsLst>
                <a:gs pos="0">
                  <a:schemeClr val="accent1">
                    <a:lumMod val="50000"/>
                  </a:schemeClr>
                </a:gs>
                <a:gs pos="100000">
                  <a:srgbClr val="081422"/>
                </a:gs>
              </a:gsLst>
              <a:lin ang="5400000" scaled="0"/>
            </a:gradFill>
            <a:ln>
              <a:noFill/>
            </a:ln>
            <a:effectLst/>
            <a:scene3d>
              <a:camera prst="orthographicFront"/>
              <a:lightRig rig="threePt" dir="t"/>
            </a:scene3d>
            <a:sp3d>
              <a:bevelT h="635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95690"/>
              <a:endPara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cxnSp>
          <p:nvCxnSpPr>
            <p:cNvPr id="132" name="직선 연결선 131"/>
            <p:cNvCxnSpPr/>
            <p:nvPr/>
          </p:nvCxnSpPr>
          <p:spPr>
            <a:xfrm>
              <a:off x="735776" y="3334099"/>
              <a:ext cx="9589324" cy="0"/>
            </a:xfrm>
            <a:prstGeom prst="line">
              <a:avLst/>
            </a:prstGeom>
            <a:noFill/>
            <a:ln w="22225">
              <a:gradFill>
                <a:gsLst>
                  <a:gs pos="0">
                    <a:schemeClr val="tx1">
                      <a:lumMod val="50000"/>
                      <a:lumOff val="50000"/>
                    </a:schemeClr>
                  </a:gs>
                  <a:gs pos="100000">
                    <a:schemeClr val="accent1">
                      <a:tint val="23500"/>
                      <a:satMod val="160000"/>
                      <a:alpha val="6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33" name="LcS82"/>
            <p:cNvSpPr txBox="1">
              <a:spLocks noChangeArrowheads="1"/>
            </p:cNvSpPr>
            <p:nvPr/>
          </p:nvSpPr>
          <p:spPr bwMode="auto">
            <a:xfrm>
              <a:off x="475506" y="3151336"/>
              <a:ext cx="200055" cy="17235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eaVert" wrap="none" lIns="0" tIns="0" rIns="0" bIns="0" anchor="ctr">
              <a:spAutoFit/>
              <a:scene3d>
                <a:camera prst="orthographicFront"/>
                <a:lightRig rig="threePt" dir="t"/>
              </a:scene3d>
              <a:sp3d>
                <a:bevelT w="0"/>
              </a:sp3d>
            </a:bodyPr>
            <a:lstStyle/>
            <a:p>
              <a:pPr marL="0" lvl="1" indent="-273035" algn="ctr" defTabSz="672084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prstClr val="white"/>
                </a:buClr>
                <a:buSzPct val="80000"/>
                <a:tabLst>
                  <a:tab pos="4981823" algn="l"/>
                </a:tabLst>
                <a:defRPr/>
              </a:pPr>
              <a:r>
                <a:rPr lang="ko-KR" altLang="en-US" sz="1300" spc="-100" dirty="0">
                  <a:solidFill>
                    <a:schemeClr val="bg1"/>
                  </a:solidFill>
                  <a:latin typeface="Rix고딕 B" pitchFamily="18" charset="-127"/>
                  <a:ea typeface="Rix고딕 B" pitchFamily="18" charset="-127"/>
                </a:rPr>
                <a:t>워크그룹 스위치</a:t>
              </a:r>
              <a:r>
                <a:rPr lang="en-US" altLang="ko-KR" sz="1300" spc="-100" dirty="0">
                  <a:solidFill>
                    <a:schemeClr val="bg1"/>
                  </a:solidFill>
                  <a:latin typeface="Rix고딕 B" pitchFamily="18" charset="-127"/>
                  <a:ea typeface="Rix고딕 B" pitchFamily="18" charset="-127"/>
                </a:rPr>
                <a:t>(</a:t>
              </a:r>
              <a:r>
                <a:rPr lang="ko-KR" altLang="en-US" sz="1300" spc="-100" dirty="0">
                  <a:solidFill>
                    <a:schemeClr val="bg1"/>
                  </a:solidFill>
                  <a:latin typeface="Rix고딕 B" pitchFamily="18" charset="-127"/>
                  <a:ea typeface="Rix고딕 B" pitchFamily="18" charset="-127"/>
                </a:rPr>
                <a:t>가형</a:t>
              </a:r>
              <a:r>
                <a:rPr lang="en-US" altLang="ko-KR" sz="1300" spc="-100" dirty="0">
                  <a:solidFill>
                    <a:schemeClr val="bg1"/>
                  </a:solidFill>
                  <a:latin typeface="Rix고딕 B" pitchFamily="18" charset="-127"/>
                  <a:ea typeface="Rix고딕 B" pitchFamily="18" charset="-127"/>
                </a:rPr>
                <a:t>)</a:t>
              </a:r>
            </a:p>
          </p:txBody>
        </p:sp>
        <p:pic>
          <p:nvPicPr>
            <p:cNvPr id="134" name="Picture 3" descr="C:\Users\woo\Desktop\Untitled-1.png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926075" y="3417968"/>
              <a:ext cx="1830217" cy="1503507"/>
            </a:xfrm>
            <a:prstGeom prst="rect">
              <a:avLst/>
            </a:prstGeom>
            <a:noFill/>
          </p:spPr>
        </p:pic>
        <p:sp>
          <p:nvSpPr>
            <p:cNvPr id="135" name="Rectangle 55"/>
            <p:cNvSpPr>
              <a:spLocks noChangeArrowheads="1"/>
            </p:cNvSpPr>
            <p:nvPr/>
          </p:nvSpPr>
          <p:spPr bwMode="gray">
            <a:xfrm>
              <a:off x="1177478" y="4859438"/>
              <a:ext cx="1340111" cy="23519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 anchor="ctr">
              <a:spAutoFit/>
            </a:bodyPr>
            <a:lstStyle/>
            <a:p>
              <a:pPr algn="ctr" defTabSz="1001713" eaLnBrk="0" fontAlgn="ctr" latinLnBrk="0" hangingPunct="0">
                <a:spcBef>
                  <a:spcPts val="25"/>
                </a:spcBef>
                <a:buClr>
                  <a:srgbClr val="969696"/>
                </a:buClr>
              </a:pPr>
              <a:r>
                <a:rPr lang="en-US" altLang="ko-KR" sz="1400" spc="-100" dirty="0">
                  <a:solidFill>
                    <a:srgbClr val="262626"/>
                  </a:solidFill>
                  <a:latin typeface="Rix고딕 EB" pitchFamily="18" charset="-127"/>
                  <a:ea typeface="Rix고딕 EB" pitchFamily="18" charset="-127"/>
                  <a:cs typeface="Arial" pitchFamily="34" charset="0"/>
                </a:rPr>
                <a:t>WS-C3850-48F-E</a:t>
              </a:r>
            </a:p>
          </p:txBody>
        </p:sp>
        <p:pic>
          <p:nvPicPr>
            <p:cNvPr id="136" name="그림 135"/>
            <p:cNvPicPr>
              <a:picLocks noChangeAspect="1"/>
            </p:cNvPicPr>
            <p:nvPr/>
          </p:nvPicPr>
          <p:blipFill>
            <a:blip r:embed="rId8">
              <a:clrChange>
                <a:clrFrom>
                  <a:srgbClr val="FBFBFB"/>
                </a:clrFrom>
                <a:clrTo>
                  <a:srgbClr val="FBFBFB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220291" y="3909634"/>
              <a:ext cx="1272262" cy="570493"/>
            </a:xfrm>
            <a:prstGeom prst="rect">
              <a:avLst/>
            </a:prstGeom>
          </p:spPr>
        </p:pic>
        <p:sp>
          <p:nvSpPr>
            <p:cNvPr id="137" name="직사각형 136"/>
            <p:cNvSpPr/>
            <p:nvPr/>
          </p:nvSpPr>
          <p:spPr>
            <a:xfrm>
              <a:off x="3244850" y="4136668"/>
              <a:ext cx="634568" cy="812286"/>
            </a:xfrm>
            <a:prstGeom prst="rect">
              <a:avLst/>
            </a:prstGeom>
            <a:solidFill>
              <a:srgbClr val="1B91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r">
                <a:defRPr/>
              </a:pPr>
              <a:r>
                <a:rPr lang="ko-KR" altLang="en-US" sz="1200" spc="-150" dirty="0" smtClean="0">
                  <a:solidFill>
                    <a:schemeClr val="bg1"/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</a:rPr>
                <a:t>제품</a:t>
              </a:r>
              <a:endParaRPr lang="en-US" altLang="ko-KR" sz="1200" spc="-150" dirty="0" smtClean="0">
                <a:solidFill>
                  <a:schemeClr val="bg1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endParaRPr>
            </a:p>
            <a:p>
              <a:pPr algn="r">
                <a:defRPr/>
              </a:pPr>
              <a:r>
                <a:rPr lang="ko-KR" altLang="en-US" sz="1200" spc="-150" dirty="0" smtClean="0">
                  <a:solidFill>
                    <a:schemeClr val="bg1"/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</a:rPr>
                <a:t>특징</a:t>
              </a:r>
              <a:endParaRPr lang="en-US" altLang="ko-KR" sz="1200" spc="-150" dirty="0">
                <a:solidFill>
                  <a:schemeClr val="bg1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endParaRPr>
            </a:p>
          </p:txBody>
        </p:sp>
        <p:pic>
          <p:nvPicPr>
            <p:cNvPr id="138" name="Picture 2" descr="G:\work\아이티센시스템즈\경찰청공조조회유지보수\icon&amp;dia\남여셋.png"/>
            <p:cNvPicPr>
              <a:picLocks noChangeAspect="1" noChangeArrowheads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20848" y="4203760"/>
              <a:ext cx="829724" cy="76968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139" name="직선 연결선 138"/>
            <p:cNvCxnSpPr/>
            <p:nvPr/>
          </p:nvCxnSpPr>
          <p:spPr>
            <a:xfrm>
              <a:off x="2756292" y="4959412"/>
              <a:ext cx="7568808" cy="0"/>
            </a:xfrm>
            <a:prstGeom prst="line">
              <a:avLst/>
            </a:prstGeom>
            <a:noFill/>
            <a:ln w="38100">
              <a:solidFill>
                <a:schemeClr val="tx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40" name="직사각형 139"/>
            <p:cNvSpPr/>
            <p:nvPr/>
          </p:nvSpPr>
          <p:spPr>
            <a:xfrm>
              <a:off x="3936625" y="4154309"/>
              <a:ext cx="3126163" cy="76716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t">
              <a:spAutoFit/>
            </a:bodyPr>
            <a:lstStyle/>
            <a:p>
              <a:pPr marL="85725" indent="-85725" latinLnBrk="0">
                <a:spcBef>
                  <a:spcPts val="100"/>
                </a:spcBef>
                <a:buClr>
                  <a:srgbClr val="323232"/>
                </a:buClr>
                <a:buFont typeface="Wingdings" panose="05000000000000000000" pitchFamily="2" charset="2"/>
                <a:buChar char="§"/>
              </a:pPr>
              <a:r>
                <a:rPr lang="en-US" altLang="ko-KR" sz="1100" spc="-1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Rix모던고딕 M" panose="02020603020101020101" pitchFamily="18" charset="-127"/>
                  <a:ea typeface="Rix모던고딕 M" panose="02020603020101020101" pitchFamily="18" charset="-127"/>
                </a:rPr>
                <a:t>Energy Efficient Ethernet(EEE)</a:t>
              </a:r>
              <a:r>
                <a:rPr lang="ko-KR" altLang="en-US" sz="1100" spc="-1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Rix모던고딕 M" panose="02020603020101020101" pitchFamily="18" charset="-127"/>
                  <a:ea typeface="Rix모던고딕 M" panose="02020603020101020101" pitchFamily="18" charset="-127"/>
                </a:rPr>
                <a:t>을 이용 </a:t>
              </a:r>
              <a:r>
                <a:rPr lang="en-US" altLang="ko-KR" sz="1100" spc="-1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Rix모던고딕 M" panose="02020603020101020101" pitchFamily="18" charset="-127"/>
                  <a:ea typeface="Rix모던고딕 M" panose="02020603020101020101" pitchFamily="18" charset="-127"/>
                </a:rPr>
                <a:t>: </a:t>
              </a:r>
              <a:r>
                <a:rPr lang="ko-KR" altLang="en-US" sz="1100" spc="-1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Rix모던고딕 M" panose="02020603020101020101" pitchFamily="18" charset="-127"/>
                  <a:ea typeface="Rix모던고딕 M" panose="02020603020101020101" pitchFamily="18" charset="-127"/>
                </a:rPr>
                <a:t>모든 스위치 포트의 동적 전력 절감 지원 </a:t>
              </a:r>
              <a:r>
                <a:rPr lang="en-US" altLang="ko-KR" sz="1100" spc="-1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Rix모던고딕 M" panose="02020603020101020101" pitchFamily="18" charset="-127"/>
                  <a:ea typeface="Rix모던고딕 M" panose="02020603020101020101" pitchFamily="18" charset="-127"/>
                </a:rPr>
                <a:t>(</a:t>
              </a:r>
              <a:r>
                <a:rPr lang="ko-KR" altLang="en-US" sz="1100" spc="-1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Rix모던고딕 M" panose="02020603020101020101" pitchFamily="18" charset="-127"/>
                  <a:ea typeface="Rix모던고딕 M" panose="02020603020101020101" pitchFamily="18" charset="-127"/>
                </a:rPr>
                <a:t>친환경</a:t>
              </a:r>
              <a:r>
                <a:rPr lang="en-US" altLang="ko-KR" sz="1100" spc="-1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Rix모던고딕 M" panose="02020603020101020101" pitchFamily="18" charset="-127"/>
                  <a:ea typeface="Rix모던고딕 M" panose="02020603020101020101" pitchFamily="18" charset="-127"/>
                </a:rPr>
                <a:t>)</a:t>
              </a:r>
            </a:p>
            <a:p>
              <a:pPr marL="85725" indent="-85725" latinLnBrk="0">
                <a:spcBef>
                  <a:spcPts val="100"/>
                </a:spcBef>
                <a:buClr>
                  <a:srgbClr val="323232"/>
                </a:buClr>
                <a:buFont typeface="Wingdings" panose="05000000000000000000" pitchFamily="2" charset="2"/>
                <a:buChar char="§"/>
              </a:pPr>
              <a:r>
                <a:rPr lang="ko-KR" altLang="en-US" sz="1100" spc="-100" dirty="0" smtClean="0">
                  <a:solidFill>
                    <a:schemeClr val="tx1">
                      <a:lumMod val="85000"/>
                      <a:lumOff val="15000"/>
                    </a:schemeClr>
                  </a:solidFill>
                  <a:latin typeface="Rix모던고딕 M" panose="02020603020101020101" pitchFamily="18" charset="-127"/>
                  <a:ea typeface="Rix모던고딕 M" panose="02020603020101020101" pitchFamily="18" charset="-127"/>
                </a:rPr>
                <a:t>스태킹 </a:t>
              </a:r>
              <a:r>
                <a:rPr lang="ko-KR" altLang="en-US" sz="1100" spc="-1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Rix모던고딕 M" panose="02020603020101020101" pitchFamily="18" charset="-127"/>
                  <a:ea typeface="Rix모던고딕 M" panose="02020603020101020101" pitchFamily="18" charset="-127"/>
                </a:rPr>
                <a:t>대역폭 </a:t>
              </a:r>
              <a:r>
                <a:rPr lang="en-US" altLang="ko-KR" sz="1100" spc="-1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Rix모던고딕 M" panose="02020603020101020101" pitchFamily="18" charset="-127"/>
                  <a:ea typeface="Rix모던고딕 M" panose="02020603020101020101" pitchFamily="18" charset="-127"/>
                </a:rPr>
                <a:t>: 480G StackWise </a:t>
              </a:r>
              <a:r>
                <a:rPr lang="ko-KR" altLang="en-US" sz="1100" spc="-1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Rix모던고딕 M" panose="02020603020101020101" pitchFamily="18" charset="-127"/>
                  <a:ea typeface="Rix모던고딕 M" panose="02020603020101020101" pitchFamily="18" charset="-127"/>
                </a:rPr>
                <a:t>기술 제공</a:t>
              </a:r>
            </a:p>
            <a:p>
              <a:pPr marL="85725" indent="-85725" latinLnBrk="0">
                <a:spcBef>
                  <a:spcPts val="100"/>
                </a:spcBef>
                <a:buClr>
                  <a:srgbClr val="323232"/>
                </a:buClr>
                <a:buFont typeface="Wingdings" panose="05000000000000000000" pitchFamily="2" charset="2"/>
                <a:buChar char="§"/>
              </a:pPr>
              <a:r>
                <a:rPr lang="ko-KR" altLang="en-US" sz="1100" spc="-1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Rix모던고딕 M" panose="02020603020101020101" pitchFamily="18" charset="-127"/>
                  <a:ea typeface="Rix모던고딕 M" panose="02020603020101020101" pitchFamily="18" charset="-127"/>
                </a:rPr>
                <a:t>전원 이중화 및 </a:t>
              </a:r>
              <a:r>
                <a:rPr lang="en-US" altLang="ko-KR" sz="1100" spc="-1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Rix모던고딕 M" panose="02020603020101020101" pitchFamily="18" charset="-127"/>
                  <a:ea typeface="Rix모던고딕 M" panose="02020603020101020101" pitchFamily="18" charset="-127"/>
                </a:rPr>
                <a:t>Full POE+ </a:t>
              </a:r>
              <a:r>
                <a:rPr lang="ko-KR" altLang="en-US" sz="1100" spc="-1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Rix모던고딕 M" panose="02020603020101020101" pitchFamily="18" charset="-127"/>
                  <a:ea typeface="Rix모던고딕 M" panose="02020603020101020101" pitchFamily="18" charset="-127"/>
                </a:rPr>
                <a:t>지원</a:t>
              </a:r>
            </a:p>
          </p:txBody>
        </p:sp>
        <p:sp>
          <p:nvSpPr>
            <p:cNvPr id="141" name="직사각형 140"/>
            <p:cNvSpPr/>
            <p:nvPr/>
          </p:nvSpPr>
          <p:spPr>
            <a:xfrm>
              <a:off x="2749427" y="3419747"/>
              <a:ext cx="911862" cy="624345"/>
            </a:xfrm>
            <a:prstGeom prst="rect">
              <a:avLst/>
            </a:prstGeom>
            <a:noFill/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lvl="1" algn="ctr">
                <a:spcBef>
                  <a:spcPct val="0"/>
                </a:spcBef>
              </a:pPr>
              <a:endParaRPr lang="ko-KR" altLang="en-US" spc="-100" dirty="0">
                <a:solidFill>
                  <a:schemeClr val="bg1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  <a:cs typeface="+mj-cs"/>
              </a:endParaRPr>
            </a:p>
          </p:txBody>
        </p:sp>
        <p:sp>
          <p:nvSpPr>
            <p:cNvPr id="142" name="직사각형 141"/>
            <p:cNvSpPr/>
            <p:nvPr/>
          </p:nvSpPr>
          <p:spPr>
            <a:xfrm>
              <a:off x="3714749" y="3419747"/>
              <a:ext cx="3392441" cy="624345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lvl="1" algn="ctr">
                <a:spcBef>
                  <a:spcPct val="0"/>
                </a:spcBef>
              </a:pPr>
              <a:endParaRPr lang="ko-KR" altLang="en-US" spc="-100" dirty="0">
                <a:solidFill>
                  <a:schemeClr val="bg1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  <a:cs typeface="+mj-cs"/>
              </a:endParaRPr>
            </a:p>
          </p:txBody>
        </p:sp>
        <p:pic>
          <p:nvPicPr>
            <p:cNvPr id="143" name="Picture 3" descr="G:\작업도우미\IT LOGOS\IT로고파일-21.png"/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35151" y="3538986"/>
              <a:ext cx="732107" cy="38586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44" name="Rectangle 55"/>
            <p:cNvSpPr>
              <a:spLocks noChangeArrowheads="1"/>
            </p:cNvSpPr>
            <p:nvPr/>
          </p:nvSpPr>
          <p:spPr bwMode="gray">
            <a:xfrm>
              <a:off x="3869044" y="3578030"/>
              <a:ext cx="503344" cy="3077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 anchor="ctr">
              <a:spAutoFit/>
            </a:bodyPr>
            <a:lstStyle/>
            <a:p>
              <a:pPr algn="ctr" defTabSz="1001713" eaLnBrk="0" fontAlgn="ctr" latinLnBrk="0" hangingPunct="0">
                <a:spcBef>
                  <a:spcPts val="25"/>
                </a:spcBef>
                <a:buClr>
                  <a:srgbClr val="969696"/>
                </a:buClr>
              </a:pPr>
              <a:r>
                <a:rPr lang="en-US" altLang="ko-KR" sz="2000" spc="-100" dirty="0" smtClean="0">
                  <a:solidFill>
                    <a:srgbClr val="FFFF00"/>
                  </a:solidFill>
                  <a:latin typeface="Rix고딕 B" pitchFamily="18" charset="-127"/>
                  <a:ea typeface="Rix고딕 B" pitchFamily="18" charset="-127"/>
                  <a:cs typeface="Arial" pitchFamily="34" charset="0"/>
                </a:rPr>
                <a:t>72</a:t>
              </a:r>
              <a:r>
                <a:rPr lang="ko-KR" altLang="en-US" sz="2000" spc="-100" dirty="0" smtClean="0">
                  <a:solidFill>
                    <a:srgbClr val="FFFF00"/>
                  </a:solidFill>
                  <a:latin typeface="Rix고딕 B" pitchFamily="18" charset="-127"/>
                  <a:ea typeface="Rix고딕 B" pitchFamily="18" charset="-127"/>
                  <a:cs typeface="Arial" pitchFamily="34" charset="0"/>
                </a:rPr>
                <a:t>대</a:t>
              </a:r>
              <a:endParaRPr lang="en-US" altLang="ko-KR" sz="2000" spc="-100" dirty="0">
                <a:solidFill>
                  <a:srgbClr val="FFFF00"/>
                </a:solidFill>
                <a:latin typeface="Rix고딕 B" pitchFamily="18" charset="-127"/>
                <a:ea typeface="Rix고딕 B" pitchFamily="18" charset="-127"/>
                <a:cs typeface="Arial" pitchFamily="34" charset="0"/>
              </a:endParaRPr>
            </a:p>
          </p:txBody>
        </p:sp>
        <p:sp>
          <p:nvSpPr>
            <p:cNvPr id="145" name="직사각형 144"/>
            <p:cNvSpPr/>
            <p:nvPr/>
          </p:nvSpPr>
          <p:spPr>
            <a:xfrm>
              <a:off x="4478060" y="3640805"/>
              <a:ext cx="2444075" cy="18466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t">
              <a:spAutoFit/>
            </a:bodyPr>
            <a:lstStyle/>
            <a:p>
              <a:pPr marL="108000" indent="-108000" latinLnBrk="0">
                <a:spcBef>
                  <a:spcPts val="200"/>
                </a:spcBef>
                <a:buFont typeface="Arial" panose="020B0604020202020204" pitchFamily="34" charset="0"/>
                <a:buChar char="•"/>
              </a:pPr>
              <a:r>
                <a:rPr lang="en-US" altLang="ko-KR" sz="1200" spc="-100" dirty="0">
                  <a:solidFill>
                    <a:schemeClr val="bg1"/>
                  </a:solidFill>
                  <a:latin typeface="Rix모던고딕 M" panose="02020603020101020101" pitchFamily="18" charset="-127"/>
                  <a:ea typeface="Rix모던고딕 M" panose="02020603020101020101" pitchFamily="18" charset="-127"/>
                </a:rPr>
                <a:t>A</a:t>
              </a:r>
              <a:r>
                <a:rPr lang="ko-KR" altLang="en-US" sz="1200" spc="-100" dirty="0">
                  <a:solidFill>
                    <a:schemeClr val="bg1"/>
                  </a:solidFill>
                  <a:latin typeface="Rix모던고딕 M" panose="02020603020101020101" pitchFamily="18" charset="-127"/>
                  <a:ea typeface="Rix모던고딕 M" panose="02020603020101020101" pitchFamily="18" charset="-127"/>
                </a:rPr>
                <a:t>건물 인트라넷 워크그룹스위치</a:t>
              </a:r>
            </a:p>
          </p:txBody>
        </p:sp>
        <p:pic>
          <p:nvPicPr>
            <p:cNvPr id="146" name="Picture 2" descr="G:\work\아이티센시스템즈\경찰청공조조회유지보수\icon&amp;dia\제안서템플릿이미지-65.png"/>
            <p:cNvPicPr>
              <a:picLocks noChangeAspect="1" noChangeArrowheads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436139" y="3574716"/>
              <a:ext cx="557046" cy="34701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47" name="직사각형 146"/>
            <p:cNvSpPr/>
            <p:nvPr/>
          </p:nvSpPr>
          <p:spPr>
            <a:xfrm>
              <a:off x="7256227" y="4368212"/>
              <a:ext cx="3068873" cy="535433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0000" anchor="ctr"/>
            <a:lstStyle/>
            <a:p>
              <a:pPr algn="ctr">
                <a:defRPr/>
              </a:pPr>
              <a:endParaRPr lang="en-US" altLang="ko-KR" sz="1600" spc="-150" dirty="0">
                <a:solidFill>
                  <a:schemeClr val="bg1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endParaRPr>
            </a:p>
          </p:txBody>
        </p:sp>
        <p:sp>
          <p:nvSpPr>
            <p:cNvPr id="148" name="Rectangle 55"/>
            <p:cNvSpPr>
              <a:spLocks noChangeArrowheads="1"/>
            </p:cNvSpPr>
            <p:nvPr/>
          </p:nvSpPr>
          <p:spPr bwMode="gray">
            <a:xfrm>
              <a:off x="7303315" y="4405501"/>
              <a:ext cx="2983189" cy="47037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 anchor="ctr">
              <a:spAutoFit/>
            </a:bodyPr>
            <a:lstStyle/>
            <a:p>
              <a:pPr algn="ctr" defTabSz="1001713" eaLnBrk="0" fontAlgn="ctr" latinLnBrk="0" hangingPunct="0">
                <a:spcBef>
                  <a:spcPts val="25"/>
                </a:spcBef>
                <a:buClr>
                  <a:srgbClr val="969696"/>
                </a:buClr>
              </a:pPr>
              <a:r>
                <a:rPr lang="ko-KR" altLang="en-US" sz="1400" spc="-100" dirty="0">
                  <a:solidFill>
                    <a:schemeClr val="bg1"/>
                  </a:solidFill>
                  <a:latin typeface="Rix고딕 B" pitchFamily="18" charset="-127"/>
                  <a:ea typeface="Rix고딕 B" pitchFamily="18" charset="-127"/>
                  <a:cs typeface="Arial" pitchFamily="34" charset="0"/>
                </a:rPr>
                <a:t>재활용 장비</a:t>
              </a:r>
              <a:r>
                <a:rPr lang="en-US" altLang="ko-KR" sz="1400" spc="-100" dirty="0">
                  <a:solidFill>
                    <a:schemeClr val="bg1"/>
                  </a:solidFill>
                  <a:latin typeface="Rix고딕 B" pitchFamily="18" charset="-127"/>
                  <a:ea typeface="Rix고딕 B" pitchFamily="18" charset="-127"/>
                  <a:cs typeface="Arial" pitchFamily="34" charset="0"/>
                </a:rPr>
                <a:t>(</a:t>
              </a:r>
              <a:r>
                <a:rPr lang="en-US" altLang="ko-KR" sz="1400" spc="-100" dirty="0" smtClean="0">
                  <a:solidFill>
                    <a:schemeClr val="bg1"/>
                  </a:solidFill>
                  <a:latin typeface="Rix고딕 B" pitchFamily="18" charset="-127"/>
                  <a:ea typeface="Rix고딕 B" pitchFamily="18" charset="-127"/>
                  <a:cs typeface="Arial" pitchFamily="34" charset="0"/>
                </a:rPr>
                <a:t>C 2900)</a:t>
              </a:r>
              <a:r>
                <a:rPr lang="ko-KR" altLang="en-US" sz="1400" spc="-100" dirty="0">
                  <a:solidFill>
                    <a:schemeClr val="bg1"/>
                  </a:solidFill>
                  <a:latin typeface="Rix고딕 B" pitchFamily="18" charset="-127"/>
                  <a:ea typeface="Rix고딕 B" pitchFamily="18" charset="-127"/>
                  <a:cs typeface="Arial" pitchFamily="34" charset="0"/>
                </a:rPr>
                <a:t>와 동일 제조사 제품으로</a:t>
              </a:r>
            </a:p>
            <a:p>
              <a:pPr algn="ctr" defTabSz="1001713" eaLnBrk="0" fontAlgn="ctr" latinLnBrk="0" hangingPunct="0">
                <a:spcBef>
                  <a:spcPts val="25"/>
                </a:spcBef>
                <a:buClr>
                  <a:srgbClr val="969696"/>
                </a:buClr>
              </a:pPr>
              <a:r>
                <a:rPr lang="ko-KR" altLang="en-US" sz="1400" spc="-100" dirty="0">
                  <a:solidFill>
                    <a:schemeClr val="bg1"/>
                  </a:solidFill>
                  <a:latin typeface="Rix고딕 B" pitchFamily="18" charset="-127"/>
                  <a:ea typeface="Rix고딕 B" pitchFamily="18" charset="-127"/>
                  <a:cs typeface="Arial" pitchFamily="34" charset="0"/>
                </a:rPr>
                <a:t>완벽한 호환성</a:t>
              </a:r>
              <a:r>
                <a:rPr lang="en-US" altLang="ko-KR" sz="1400" spc="-100" dirty="0">
                  <a:solidFill>
                    <a:schemeClr val="bg1"/>
                  </a:solidFill>
                  <a:latin typeface="Rix고딕 B" pitchFamily="18" charset="-127"/>
                  <a:ea typeface="Rix고딕 B" pitchFamily="18" charset="-127"/>
                  <a:cs typeface="Arial" pitchFamily="34" charset="0"/>
                </a:rPr>
                <a:t>, </a:t>
              </a:r>
              <a:r>
                <a:rPr lang="ko-KR" altLang="en-US" sz="1400" spc="-100" dirty="0">
                  <a:solidFill>
                    <a:schemeClr val="bg1"/>
                  </a:solidFill>
                  <a:latin typeface="Rix고딕 B" pitchFamily="18" charset="-127"/>
                  <a:ea typeface="Rix고딕 B" pitchFamily="18" charset="-127"/>
                  <a:cs typeface="Arial" pitchFamily="34" charset="0"/>
                </a:rPr>
                <a:t>연동성</a:t>
              </a:r>
              <a:r>
                <a:rPr lang="en-US" altLang="ko-KR" sz="1400" spc="-100" dirty="0">
                  <a:solidFill>
                    <a:schemeClr val="bg1"/>
                  </a:solidFill>
                  <a:latin typeface="Rix고딕 B" pitchFamily="18" charset="-127"/>
                  <a:ea typeface="Rix고딕 B" pitchFamily="18" charset="-127"/>
                  <a:cs typeface="Arial" pitchFamily="34" charset="0"/>
                </a:rPr>
                <a:t>, </a:t>
              </a:r>
              <a:r>
                <a:rPr lang="ko-KR" altLang="en-US" sz="1400" spc="-100" dirty="0">
                  <a:solidFill>
                    <a:schemeClr val="bg1"/>
                  </a:solidFill>
                  <a:latin typeface="Rix고딕 B" pitchFamily="18" charset="-127"/>
                  <a:ea typeface="Rix고딕 B" pitchFamily="18" charset="-127"/>
                  <a:cs typeface="Arial" pitchFamily="34" charset="0"/>
                </a:rPr>
                <a:t>안정성을 지원</a:t>
              </a:r>
            </a:p>
          </p:txBody>
        </p:sp>
        <p:sp>
          <p:nvSpPr>
            <p:cNvPr id="149" name="직사각형 148"/>
            <p:cNvSpPr/>
            <p:nvPr/>
          </p:nvSpPr>
          <p:spPr>
            <a:xfrm>
              <a:off x="7256228" y="3666205"/>
              <a:ext cx="968920" cy="643501"/>
            </a:xfrm>
            <a:prstGeom prst="rect">
              <a:avLst/>
            </a:prstGeom>
            <a:pattFill prst="ltUpDiag">
              <a:fgClr>
                <a:schemeClr val="bg1">
                  <a:lumMod val="85000"/>
                </a:schemeClr>
              </a:fgClr>
              <a:bgClr>
                <a:schemeClr val="bg1"/>
              </a:bgClr>
            </a:pattFill>
            <a:ln w="12700">
              <a:solidFill>
                <a:schemeClr val="bg1">
                  <a:lumMod val="65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9569" tIns="49785" rIns="99569" bIns="49785" rtlCol="0" anchor="ctr"/>
            <a:lstStyle/>
            <a:p>
              <a:pPr algn="ctr" defTabSz="1043079" latinLnBrk="0">
                <a:lnSpc>
                  <a:spcPct val="110000"/>
                </a:lnSpc>
                <a:defRPr/>
              </a:pPr>
              <a:endParaRPr lang="ko-KR" altLang="en-US" sz="1600" dirty="0">
                <a:gradFill>
                  <a:gsLst>
                    <a:gs pos="0">
                      <a:prstClr val="white"/>
                    </a:gs>
                    <a:gs pos="100000">
                      <a:prstClr val="white"/>
                    </a:gs>
                  </a:gsLst>
                  <a:lin ang="5400000" scaled="0"/>
                </a:gradFill>
                <a:latin typeface="Yoon 윤고딕 550_TT" panose="02090603020101020101" pitchFamily="18" charset="-127"/>
                <a:ea typeface="Yoon 윤고딕 550_TT" panose="02090603020101020101" pitchFamily="18" charset="-127"/>
              </a:endParaRPr>
            </a:p>
          </p:txBody>
        </p:sp>
        <p:sp>
          <p:nvSpPr>
            <p:cNvPr id="150" name="양쪽 모서리가 둥근 사각형 149"/>
            <p:cNvSpPr/>
            <p:nvPr/>
          </p:nvSpPr>
          <p:spPr>
            <a:xfrm>
              <a:off x="7256227" y="3427747"/>
              <a:ext cx="968920" cy="213058"/>
            </a:xfrm>
            <a:prstGeom prst="round2SameRect">
              <a:avLst>
                <a:gd name="adj1" fmla="val 13556"/>
                <a:gd name="adj2" fmla="val 0"/>
              </a:avLst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lvl="1" algn="ctr">
                <a:spcBef>
                  <a:spcPct val="0"/>
                </a:spcBef>
              </a:pPr>
              <a:r>
                <a:rPr lang="ko-KR" altLang="en-US" sz="1200" spc="-100" dirty="0">
                  <a:solidFill>
                    <a:schemeClr val="bg1"/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  <a:cs typeface="+mj-cs"/>
                </a:rPr>
                <a:t>확장성</a:t>
              </a:r>
            </a:p>
          </p:txBody>
        </p:sp>
        <p:sp>
          <p:nvSpPr>
            <p:cNvPr id="151" name="양쪽 모서리가 둥근 사각형 150"/>
            <p:cNvSpPr/>
            <p:nvPr/>
          </p:nvSpPr>
          <p:spPr>
            <a:xfrm>
              <a:off x="8306203" y="3427747"/>
              <a:ext cx="968920" cy="213058"/>
            </a:xfrm>
            <a:prstGeom prst="round2SameRect">
              <a:avLst>
                <a:gd name="adj1" fmla="val 13556"/>
                <a:gd name="adj2" fmla="val 0"/>
              </a:avLst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lvl="1" algn="ctr">
                <a:spcBef>
                  <a:spcPct val="0"/>
                </a:spcBef>
              </a:pPr>
              <a:r>
                <a:rPr lang="ko-KR" altLang="en-US" sz="1200" spc="-132" dirty="0">
                  <a:latin typeface="Rix모던고딕 B" panose="02020603020101020101" pitchFamily="18" charset="-127"/>
                  <a:ea typeface="Rix모던고딕 B" panose="02020603020101020101" pitchFamily="18" charset="-127"/>
                </a:rPr>
                <a:t>고성능</a:t>
              </a:r>
              <a:endParaRPr lang="ko-KR" altLang="en-US" sz="1200" spc="-100" dirty="0">
                <a:solidFill>
                  <a:schemeClr val="bg1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  <a:cs typeface="+mj-cs"/>
              </a:endParaRPr>
            </a:p>
          </p:txBody>
        </p:sp>
        <p:sp>
          <p:nvSpPr>
            <p:cNvPr id="152" name="양쪽 모서리가 둥근 사각형 151"/>
            <p:cNvSpPr/>
            <p:nvPr/>
          </p:nvSpPr>
          <p:spPr>
            <a:xfrm>
              <a:off x="9356180" y="3427747"/>
              <a:ext cx="968920" cy="213058"/>
            </a:xfrm>
            <a:prstGeom prst="round2SameRect">
              <a:avLst>
                <a:gd name="adj1" fmla="val 13556"/>
                <a:gd name="adj2" fmla="val 0"/>
              </a:avLst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lvl="1" algn="ctr">
                <a:spcBef>
                  <a:spcPct val="0"/>
                </a:spcBef>
              </a:pPr>
              <a:r>
                <a:rPr lang="ko-KR" altLang="en-US" sz="1200" spc="-132" dirty="0">
                  <a:latin typeface="Rix모던고딕 B" panose="02020603020101020101" pitchFamily="18" charset="-127"/>
                  <a:ea typeface="Rix모던고딕 B" panose="02020603020101020101" pitchFamily="18" charset="-127"/>
                </a:rPr>
                <a:t>안정성</a:t>
              </a:r>
              <a:endParaRPr lang="ko-KR" altLang="en-US" sz="1200" spc="-100" dirty="0">
                <a:solidFill>
                  <a:schemeClr val="bg1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  <a:cs typeface="+mj-cs"/>
              </a:endParaRPr>
            </a:p>
          </p:txBody>
        </p:sp>
        <p:sp>
          <p:nvSpPr>
            <p:cNvPr id="153" name="직사각형 152"/>
            <p:cNvSpPr/>
            <p:nvPr/>
          </p:nvSpPr>
          <p:spPr>
            <a:xfrm>
              <a:off x="8308067" y="3666205"/>
              <a:ext cx="968920" cy="643501"/>
            </a:xfrm>
            <a:prstGeom prst="rect">
              <a:avLst/>
            </a:prstGeom>
            <a:pattFill prst="ltUpDiag">
              <a:fgClr>
                <a:schemeClr val="bg1">
                  <a:lumMod val="85000"/>
                </a:schemeClr>
              </a:fgClr>
              <a:bgClr>
                <a:schemeClr val="bg1"/>
              </a:bgClr>
            </a:pattFill>
            <a:ln w="12700">
              <a:solidFill>
                <a:schemeClr val="bg1">
                  <a:lumMod val="65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9569" tIns="49785" rIns="99569" bIns="49785" rtlCol="0" anchor="ctr"/>
            <a:lstStyle/>
            <a:p>
              <a:pPr algn="ctr" defTabSz="1043079" latinLnBrk="0">
                <a:lnSpc>
                  <a:spcPct val="110000"/>
                </a:lnSpc>
                <a:defRPr/>
              </a:pPr>
              <a:endParaRPr lang="ko-KR" altLang="en-US" sz="1600" dirty="0">
                <a:gradFill>
                  <a:gsLst>
                    <a:gs pos="0">
                      <a:prstClr val="white"/>
                    </a:gs>
                    <a:gs pos="100000">
                      <a:prstClr val="white"/>
                    </a:gs>
                  </a:gsLst>
                  <a:lin ang="5400000" scaled="0"/>
                </a:gradFill>
                <a:latin typeface="Yoon 윤고딕 550_TT" panose="02090603020101020101" pitchFamily="18" charset="-127"/>
                <a:ea typeface="Yoon 윤고딕 550_TT" panose="02090603020101020101" pitchFamily="18" charset="-127"/>
              </a:endParaRPr>
            </a:p>
          </p:txBody>
        </p:sp>
        <p:sp>
          <p:nvSpPr>
            <p:cNvPr id="154" name="직사각형 153"/>
            <p:cNvSpPr/>
            <p:nvPr/>
          </p:nvSpPr>
          <p:spPr>
            <a:xfrm>
              <a:off x="9356180" y="3666205"/>
              <a:ext cx="968920" cy="643501"/>
            </a:xfrm>
            <a:prstGeom prst="rect">
              <a:avLst/>
            </a:prstGeom>
            <a:pattFill prst="ltUpDiag">
              <a:fgClr>
                <a:schemeClr val="bg1">
                  <a:lumMod val="85000"/>
                </a:schemeClr>
              </a:fgClr>
              <a:bgClr>
                <a:schemeClr val="bg1"/>
              </a:bgClr>
            </a:pattFill>
            <a:ln w="12700">
              <a:solidFill>
                <a:schemeClr val="bg1">
                  <a:lumMod val="65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9569" tIns="49785" rIns="99569" bIns="49785" rtlCol="0" anchor="ctr"/>
            <a:lstStyle/>
            <a:p>
              <a:pPr algn="ctr" defTabSz="1043079" latinLnBrk="0">
                <a:lnSpc>
                  <a:spcPct val="110000"/>
                </a:lnSpc>
                <a:defRPr/>
              </a:pPr>
              <a:endParaRPr lang="ko-KR" altLang="en-US" sz="1600" dirty="0">
                <a:gradFill>
                  <a:gsLst>
                    <a:gs pos="0">
                      <a:prstClr val="white"/>
                    </a:gs>
                    <a:gs pos="100000">
                      <a:prstClr val="white"/>
                    </a:gs>
                  </a:gsLst>
                  <a:lin ang="5400000" scaled="0"/>
                </a:gradFill>
                <a:latin typeface="Yoon 윤고딕 550_TT" panose="02090603020101020101" pitchFamily="18" charset="-127"/>
                <a:ea typeface="Yoon 윤고딕 550_TT" panose="02090603020101020101" pitchFamily="18" charset="-127"/>
              </a:endParaRPr>
            </a:p>
          </p:txBody>
        </p:sp>
        <p:sp>
          <p:nvSpPr>
            <p:cNvPr id="155" name="직사각형 154"/>
            <p:cNvSpPr/>
            <p:nvPr/>
          </p:nvSpPr>
          <p:spPr>
            <a:xfrm>
              <a:off x="7285975" y="3707491"/>
              <a:ext cx="905525" cy="30238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t">
              <a:spAutoFit/>
            </a:bodyPr>
            <a:lstStyle/>
            <a:p>
              <a:pPr marL="108000" indent="-108000" latinLnBrk="0">
                <a:lnSpc>
                  <a:spcPct val="90000"/>
                </a:lnSpc>
                <a:buFont typeface="Arial" panose="020B0604020202020204" pitchFamily="34" charset="0"/>
                <a:buChar char="•"/>
              </a:pPr>
              <a:r>
                <a:rPr lang="ko-KR" altLang="en-US" sz="1000" spc="-1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Rix모던고딕 M" panose="02020603020101020101" pitchFamily="18" charset="-127"/>
                  <a:ea typeface="Rix모던고딕 M" panose="02020603020101020101" pitchFamily="18" charset="-127"/>
                </a:rPr>
                <a:t>스태킹 최대 </a:t>
              </a:r>
              <a:r>
                <a:rPr lang="en-US" altLang="ko-KR" sz="1000" spc="-1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Rix모던고딕 M" panose="02020603020101020101" pitchFamily="18" charset="-127"/>
                  <a:ea typeface="Rix모던고딕 M" panose="02020603020101020101" pitchFamily="18" charset="-127"/>
                </a:rPr>
                <a:t>9</a:t>
              </a:r>
              <a:r>
                <a:rPr lang="ko-KR" altLang="en-US" sz="1000" spc="-1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Rix모던고딕 M" panose="02020603020101020101" pitchFamily="18" charset="-127"/>
                  <a:ea typeface="Rix모던고딕 M" panose="02020603020101020101" pitchFamily="18" charset="-127"/>
                </a:rPr>
                <a:t>대</a:t>
              </a:r>
              <a:br>
                <a:rPr lang="ko-KR" altLang="en-US" sz="1000" spc="-1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Rix모던고딕 M" panose="02020603020101020101" pitchFamily="18" charset="-127"/>
                  <a:ea typeface="Rix모던고딕 M" panose="02020603020101020101" pitchFamily="18" charset="-127"/>
                </a:rPr>
              </a:br>
              <a:r>
                <a:rPr lang="ko-KR" altLang="en-US" sz="1000" spc="-1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Rix모던고딕 M" panose="02020603020101020101" pitchFamily="18" charset="-127"/>
                  <a:ea typeface="Rix모던고딕 M" panose="02020603020101020101" pitchFamily="18" charset="-127"/>
                </a:rPr>
                <a:t>지원</a:t>
              </a:r>
            </a:p>
          </p:txBody>
        </p:sp>
        <p:sp>
          <p:nvSpPr>
            <p:cNvPr id="156" name="직사각형 155"/>
            <p:cNvSpPr/>
            <p:nvPr/>
          </p:nvSpPr>
          <p:spPr>
            <a:xfrm>
              <a:off x="8339764" y="3707491"/>
              <a:ext cx="905525" cy="55431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t">
              <a:spAutoFit/>
            </a:bodyPr>
            <a:lstStyle/>
            <a:p>
              <a:pPr marL="108000" indent="-108000" latinLnBrk="0">
                <a:lnSpc>
                  <a:spcPct val="90000"/>
                </a:lnSpc>
                <a:buFont typeface="Arial" panose="020B0604020202020204" pitchFamily="34" charset="0"/>
                <a:buChar char="•"/>
              </a:pPr>
              <a:r>
                <a:rPr lang="en-US" altLang="ko-KR" sz="1000" spc="-1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Rix모던고딕 M" panose="02020603020101020101" pitchFamily="18" charset="-127"/>
                  <a:ea typeface="Rix모던고딕 M" panose="02020603020101020101" pitchFamily="18" charset="-127"/>
                </a:rPr>
                <a:t>SW Fabric : 176 Gbps</a:t>
              </a:r>
            </a:p>
            <a:p>
              <a:pPr marL="108000" indent="-108000" latinLnBrk="0">
                <a:lnSpc>
                  <a:spcPct val="90000"/>
                </a:lnSpc>
                <a:buFont typeface="Arial" panose="020B0604020202020204" pitchFamily="34" charset="0"/>
                <a:buChar char="•"/>
              </a:pPr>
              <a:r>
                <a:rPr lang="ko-KR" altLang="en-US" sz="1000" spc="-1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Rix모던고딕 M" panose="02020603020101020101" pitchFamily="18" charset="-127"/>
                  <a:ea typeface="Rix모던고딕 M" panose="02020603020101020101" pitchFamily="18" charset="-127"/>
                </a:rPr>
                <a:t>처리성능 </a:t>
              </a:r>
              <a:r>
                <a:rPr lang="en-US" altLang="ko-KR" sz="1000" spc="-1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Rix모던고딕 M" panose="02020603020101020101" pitchFamily="18" charset="-127"/>
                  <a:ea typeface="Rix모던고딕 M" panose="02020603020101020101" pitchFamily="18" charset="-127"/>
                </a:rPr>
                <a:t>: 130.95 Mpps</a:t>
              </a:r>
            </a:p>
          </p:txBody>
        </p:sp>
        <p:sp>
          <p:nvSpPr>
            <p:cNvPr id="157" name="직사각형 156"/>
            <p:cNvSpPr/>
            <p:nvPr/>
          </p:nvSpPr>
          <p:spPr>
            <a:xfrm>
              <a:off x="9387877" y="3707491"/>
              <a:ext cx="905525" cy="30238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t">
              <a:spAutoFit/>
            </a:bodyPr>
            <a:lstStyle/>
            <a:p>
              <a:pPr marL="108000" indent="-108000" latinLnBrk="0">
                <a:lnSpc>
                  <a:spcPct val="90000"/>
                </a:lnSpc>
                <a:buFont typeface="Arial" panose="020B0604020202020204" pitchFamily="34" charset="0"/>
                <a:buChar char="•"/>
              </a:pPr>
              <a:r>
                <a:rPr lang="ko-KR" altLang="en-US" sz="1000" spc="-1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Rix모던고딕 M" panose="02020603020101020101" pitchFamily="18" charset="-127"/>
                  <a:ea typeface="Rix모던고딕 M" panose="02020603020101020101" pitchFamily="18" charset="-127"/>
                </a:rPr>
                <a:t>전원부 </a:t>
              </a:r>
              <a:r>
                <a:rPr lang="ko-KR" altLang="en-US" sz="1000" spc="-100" dirty="0" smtClean="0">
                  <a:solidFill>
                    <a:schemeClr val="tx1">
                      <a:lumMod val="85000"/>
                      <a:lumOff val="15000"/>
                    </a:schemeClr>
                  </a:solidFill>
                  <a:latin typeface="Rix모던고딕 M" panose="02020603020101020101" pitchFamily="18" charset="-127"/>
                  <a:ea typeface="Rix모던고딕 M" panose="02020603020101020101" pitchFamily="18" charset="-127"/>
                </a:rPr>
                <a:t>이중화</a:t>
              </a:r>
              <a:endParaRPr lang="ko-KR" altLang="en-US" sz="100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endParaRPr>
            </a:p>
            <a:p>
              <a:pPr marL="108000" indent="-108000" latinLnBrk="0">
                <a:lnSpc>
                  <a:spcPct val="90000"/>
                </a:lnSpc>
                <a:buFont typeface="Arial" panose="020B0604020202020204" pitchFamily="34" charset="0"/>
                <a:buChar char="•"/>
              </a:pPr>
              <a:r>
                <a:rPr lang="en-US" altLang="ko-KR" sz="1000" spc="-1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Rix모던고딕 M" panose="02020603020101020101" pitchFamily="18" charset="-127"/>
                  <a:ea typeface="Rix모던고딕 M" panose="02020603020101020101" pitchFamily="18" charset="-127"/>
                </a:rPr>
                <a:t>StackWise </a:t>
              </a:r>
              <a:r>
                <a:rPr lang="ko-KR" altLang="en-US" sz="1000" spc="-1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Rix모던고딕 M" panose="02020603020101020101" pitchFamily="18" charset="-127"/>
                  <a:ea typeface="Rix모던고딕 M" panose="02020603020101020101" pitchFamily="18" charset="-127"/>
                </a:rPr>
                <a:t>지원</a:t>
              </a:r>
            </a:p>
          </p:txBody>
        </p:sp>
        <p:sp>
          <p:nvSpPr>
            <p:cNvPr id="158" name="직사각형 157"/>
            <p:cNvSpPr/>
            <p:nvPr/>
          </p:nvSpPr>
          <p:spPr>
            <a:xfrm>
              <a:off x="3898524" y="4136668"/>
              <a:ext cx="3208666" cy="812286"/>
            </a:xfrm>
            <a:prstGeom prst="rect">
              <a:avLst/>
            </a:prstGeom>
            <a:noFill/>
            <a:ln w="63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r">
                <a:defRPr/>
              </a:pPr>
              <a:endParaRPr lang="en-US" altLang="ko-KR" sz="1200" spc="-150" dirty="0">
                <a:solidFill>
                  <a:schemeClr val="bg1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endParaRPr>
            </a:p>
          </p:txBody>
        </p:sp>
      </p:grpSp>
      <p:cxnSp>
        <p:nvCxnSpPr>
          <p:cNvPr id="160" name="직선 연결선 159"/>
          <p:cNvCxnSpPr/>
          <p:nvPr/>
        </p:nvCxnSpPr>
        <p:spPr>
          <a:xfrm>
            <a:off x="726251" y="5295590"/>
            <a:ext cx="9589324" cy="0"/>
          </a:xfrm>
          <a:prstGeom prst="line">
            <a:avLst/>
          </a:prstGeom>
          <a:noFill/>
          <a:ln w="22225">
            <a:gradFill>
              <a:gsLst>
                <a:gs pos="0">
                  <a:schemeClr val="tx1">
                    <a:lumMod val="50000"/>
                    <a:lumOff val="50000"/>
                  </a:schemeClr>
                </a:gs>
                <a:gs pos="100000">
                  <a:schemeClr val="accent1">
                    <a:tint val="23500"/>
                    <a:satMod val="160000"/>
                    <a:alpha val="6000"/>
                  </a:schemeClr>
                </a:gs>
              </a:gsLst>
              <a:lin ang="540000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61" name="이등변 삼각형 160"/>
          <p:cNvSpPr/>
          <p:nvPr/>
        </p:nvSpPr>
        <p:spPr>
          <a:xfrm flipH="1">
            <a:off x="726250" y="5062067"/>
            <a:ext cx="126483" cy="233523"/>
          </a:xfrm>
          <a:prstGeom prst="triangle">
            <a:avLst>
              <a:gd name="adj" fmla="val 10000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62" name="직사각형 161"/>
          <p:cNvSpPr/>
          <p:nvPr/>
        </p:nvSpPr>
        <p:spPr>
          <a:xfrm>
            <a:off x="390525" y="5062067"/>
            <a:ext cx="335726" cy="1724994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rgbClr val="081422"/>
              </a:gs>
            </a:gsLst>
            <a:lin ang="5400000" scaled="0"/>
          </a:gradFill>
          <a:ln>
            <a:noFill/>
          </a:ln>
          <a:effectLst/>
          <a:scene3d>
            <a:camera prst="orthographicFront"/>
            <a:lightRig rig="threePt" dir="t"/>
          </a:scene3d>
          <a:sp3d>
            <a:bevelT h="63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95690"/>
            <a:endParaRPr lang="ko-KR" altLang="en-US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63" name="LcS82"/>
          <p:cNvSpPr txBox="1">
            <a:spLocks noChangeArrowheads="1"/>
          </p:cNvSpPr>
          <p:nvPr/>
        </p:nvSpPr>
        <p:spPr bwMode="auto">
          <a:xfrm>
            <a:off x="465980" y="5128171"/>
            <a:ext cx="200055" cy="15788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eaVert" wrap="none" lIns="0" tIns="0" rIns="0" bIns="0" anchor="ctr">
            <a:spAutoFit/>
            <a:scene3d>
              <a:camera prst="orthographicFront"/>
              <a:lightRig rig="threePt" dir="t"/>
            </a:scene3d>
            <a:sp3d>
              <a:bevelT w="0"/>
            </a:sp3d>
          </a:bodyPr>
          <a:lstStyle/>
          <a:p>
            <a:pPr marL="0" lvl="1" indent="-273035" algn="ctr" defTabSz="672084" eaLnBrk="0" fontAlgn="base" hangingPunct="0">
              <a:spcBef>
                <a:spcPct val="0"/>
              </a:spcBef>
              <a:spcAft>
                <a:spcPct val="0"/>
              </a:spcAft>
              <a:buClr>
                <a:prstClr val="white"/>
              </a:buClr>
              <a:buSzPct val="80000"/>
              <a:tabLst>
                <a:tab pos="4981823" algn="l"/>
              </a:tabLst>
              <a:defRPr/>
            </a:pPr>
            <a:r>
              <a:rPr lang="ko-KR" altLang="en-US" sz="1300" spc="-100" dirty="0">
                <a:solidFill>
                  <a:schemeClr val="bg1"/>
                </a:solidFill>
                <a:latin typeface="Rix고딕 B" pitchFamily="18" charset="-127"/>
                <a:ea typeface="Rix고딕 B" pitchFamily="18" charset="-127"/>
              </a:rPr>
              <a:t>워크그룹 스위치</a:t>
            </a:r>
            <a:r>
              <a:rPr lang="en-US" altLang="ko-KR" sz="1300" spc="-100" dirty="0">
                <a:solidFill>
                  <a:schemeClr val="bg1"/>
                </a:solidFill>
                <a:latin typeface="Rix고딕 B" pitchFamily="18" charset="-127"/>
                <a:ea typeface="Rix고딕 B" pitchFamily="18" charset="-127"/>
              </a:rPr>
              <a:t>(</a:t>
            </a:r>
            <a:r>
              <a:rPr lang="ko-KR" altLang="en-US" sz="1300" spc="-100" dirty="0">
                <a:solidFill>
                  <a:schemeClr val="bg1"/>
                </a:solidFill>
                <a:latin typeface="Rix고딕 B" pitchFamily="18" charset="-127"/>
                <a:ea typeface="Rix고딕 B" pitchFamily="18" charset="-127"/>
              </a:rPr>
              <a:t>나형</a:t>
            </a:r>
            <a:r>
              <a:rPr lang="en-US" altLang="ko-KR" sz="1300" spc="-100" dirty="0">
                <a:solidFill>
                  <a:schemeClr val="bg1"/>
                </a:solidFill>
                <a:latin typeface="Rix고딕 B" pitchFamily="18" charset="-127"/>
                <a:ea typeface="Rix고딕 B" pitchFamily="18" charset="-127"/>
              </a:rPr>
              <a:t>)</a:t>
            </a:r>
          </a:p>
        </p:txBody>
      </p:sp>
      <p:pic>
        <p:nvPicPr>
          <p:cNvPr id="164" name="Picture 3" descr="C:\Users\woo\Desktop\Untitled-1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916550" y="5364763"/>
            <a:ext cx="1830217" cy="1342234"/>
          </a:xfrm>
          <a:prstGeom prst="rect">
            <a:avLst/>
          </a:prstGeom>
          <a:noFill/>
        </p:spPr>
      </p:pic>
      <p:sp>
        <p:nvSpPr>
          <p:cNvPr id="165" name="Rectangle 55"/>
          <p:cNvSpPr>
            <a:spLocks noChangeArrowheads="1"/>
          </p:cNvSpPr>
          <p:nvPr/>
        </p:nvSpPr>
        <p:spPr bwMode="gray">
          <a:xfrm>
            <a:off x="1163945" y="6620548"/>
            <a:ext cx="1348126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>
            <a:spAutoFit/>
          </a:bodyPr>
          <a:lstStyle/>
          <a:p>
            <a:pPr algn="ctr" defTabSz="1001713" eaLnBrk="0" fontAlgn="ctr" latinLnBrk="0" hangingPunct="0">
              <a:spcBef>
                <a:spcPts val="25"/>
              </a:spcBef>
              <a:buClr>
                <a:srgbClr val="969696"/>
              </a:buClr>
            </a:pPr>
            <a:r>
              <a:rPr lang="en-US" altLang="ko-KR" sz="1400" spc="-100" dirty="0">
                <a:solidFill>
                  <a:srgbClr val="262626"/>
                </a:solidFill>
                <a:latin typeface="Rix고딕 EB" pitchFamily="18" charset="-127"/>
                <a:ea typeface="Rix고딕 EB" pitchFamily="18" charset="-127"/>
                <a:cs typeface="Arial" pitchFamily="34" charset="0"/>
              </a:rPr>
              <a:t>WS-C3850-24P-L</a:t>
            </a:r>
          </a:p>
        </p:txBody>
      </p:sp>
      <p:pic>
        <p:nvPicPr>
          <p:cNvPr id="166" name="Picture 4" descr="http://ecx.images-amazon.com/images/I/31ksuIJV1hL.jpg"/>
          <p:cNvPicPr>
            <a:picLocks noChangeAspect="1"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8494" y="5776274"/>
            <a:ext cx="1386904" cy="4451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7" name="직사각형 166"/>
          <p:cNvSpPr/>
          <p:nvPr/>
        </p:nvSpPr>
        <p:spPr>
          <a:xfrm>
            <a:off x="3235325" y="6037590"/>
            <a:ext cx="634568" cy="744088"/>
          </a:xfrm>
          <a:prstGeom prst="rect">
            <a:avLst/>
          </a:prstGeom>
          <a:solidFill>
            <a:srgbClr val="1B91C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r">
              <a:defRPr/>
            </a:pPr>
            <a:r>
              <a:rPr lang="ko-KR" altLang="en-US" sz="1200" spc="-150" dirty="0" smtClean="0">
                <a:solidFill>
                  <a:schemeClr val="bg1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제품</a:t>
            </a:r>
            <a:endParaRPr lang="en-US" altLang="ko-KR" sz="1200" spc="-150" dirty="0" smtClean="0">
              <a:solidFill>
                <a:schemeClr val="bg1"/>
              </a:solidFill>
              <a:latin typeface="Rix모던고딕 B" panose="02020603020101020101" pitchFamily="18" charset="-127"/>
              <a:ea typeface="Rix모던고딕 B" panose="02020603020101020101" pitchFamily="18" charset="-127"/>
            </a:endParaRPr>
          </a:p>
          <a:p>
            <a:pPr algn="r">
              <a:defRPr/>
            </a:pPr>
            <a:r>
              <a:rPr lang="ko-KR" altLang="en-US" sz="1200" spc="-150" dirty="0" smtClean="0">
                <a:solidFill>
                  <a:schemeClr val="bg1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특징</a:t>
            </a:r>
            <a:endParaRPr lang="en-US" altLang="ko-KR" sz="1200" spc="-150" dirty="0">
              <a:solidFill>
                <a:schemeClr val="bg1"/>
              </a:solidFill>
              <a:latin typeface="Rix모던고딕 B" panose="02020603020101020101" pitchFamily="18" charset="-127"/>
              <a:ea typeface="Rix모던고딕 B" panose="02020603020101020101" pitchFamily="18" charset="-127"/>
            </a:endParaRPr>
          </a:p>
        </p:txBody>
      </p:sp>
      <p:pic>
        <p:nvPicPr>
          <p:cNvPr id="168" name="Picture 2" descr="G:\work\아이티센시스템즈\경찰청공조조회유지보수\icon&amp;dia\남여셋.png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11323" y="6099049"/>
            <a:ext cx="829724" cy="7050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69" name="직선 연결선 168"/>
          <p:cNvCxnSpPr/>
          <p:nvPr/>
        </p:nvCxnSpPr>
        <p:spPr>
          <a:xfrm>
            <a:off x="2746767" y="6791258"/>
            <a:ext cx="7568808" cy="0"/>
          </a:xfrm>
          <a:prstGeom prst="line">
            <a:avLst/>
          </a:prstGeom>
          <a:noFill/>
          <a:ln w="38100"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70" name="직사각형 169"/>
          <p:cNvSpPr/>
          <p:nvPr/>
        </p:nvSpPr>
        <p:spPr>
          <a:xfrm>
            <a:off x="3927100" y="6157193"/>
            <a:ext cx="3126163" cy="55912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/>
          <a:p>
            <a:pPr marL="85725" indent="-85725" latinLnBrk="0">
              <a:spcBef>
                <a:spcPts val="400"/>
              </a:spcBef>
              <a:buClr>
                <a:srgbClr val="323232"/>
              </a:buClr>
              <a:buFont typeface="Wingdings" panose="05000000000000000000" pitchFamily="2" charset="2"/>
              <a:buChar char="§"/>
            </a:pPr>
            <a:r>
              <a:rPr lang="en-US" altLang="ko-KR" sz="110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Energy Efficient Ethernet(EEE)</a:t>
            </a:r>
            <a:r>
              <a:rPr lang="ko-KR" altLang="en-US" sz="110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을 이용 </a:t>
            </a:r>
            <a:r>
              <a:rPr lang="en-US" altLang="ko-KR" sz="110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: </a:t>
            </a:r>
            <a:r>
              <a:rPr lang="ko-KR" altLang="en-US" sz="110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모든 스위치 포트의 동적 전력 절감 지원 </a:t>
            </a:r>
            <a:r>
              <a:rPr lang="en-US" altLang="ko-KR" sz="110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(</a:t>
            </a:r>
            <a:r>
              <a:rPr lang="ko-KR" altLang="en-US" sz="110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친환경</a:t>
            </a:r>
            <a:r>
              <a:rPr lang="en-US" altLang="ko-KR" sz="110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)</a:t>
            </a:r>
          </a:p>
          <a:p>
            <a:pPr marL="85725" indent="-85725" latinLnBrk="0">
              <a:spcBef>
                <a:spcPts val="400"/>
              </a:spcBef>
              <a:buClr>
                <a:srgbClr val="323232"/>
              </a:buClr>
              <a:buFont typeface="Wingdings" panose="05000000000000000000" pitchFamily="2" charset="2"/>
              <a:buChar char="§"/>
            </a:pPr>
            <a:r>
              <a:rPr lang="en-US" altLang="ko-KR" sz="110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Full POE+ </a:t>
            </a:r>
            <a:r>
              <a:rPr lang="ko-KR" altLang="en-US" sz="110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지원</a:t>
            </a:r>
          </a:p>
        </p:txBody>
      </p:sp>
      <p:sp>
        <p:nvSpPr>
          <p:cNvPr id="171" name="직사각형 170"/>
          <p:cNvSpPr/>
          <p:nvPr/>
        </p:nvSpPr>
        <p:spPr>
          <a:xfrm>
            <a:off x="2739902" y="5380861"/>
            <a:ext cx="911862" cy="571926"/>
          </a:xfrm>
          <a:prstGeom prst="rect">
            <a:avLst/>
          </a:prstGeom>
          <a:noFill/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1" algn="ctr">
              <a:spcBef>
                <a:spcPct val="0"/>
              </a:spcBef>
            </a:pPr>
            <a:endParaRPr lang="ko-KR" altLang="en-US" spc="-100" dirty="0">
              <a:solidFill>
                <a:schemeClr val="bg1"/>
              </a:solidFill>
              <a:latin typeface="Rix모던고딕 B" panose="02020603020101020101" pitchFamily="18" charset="-127"/>
              <a:ea typeface="Rix모던고딕 B" panose="02020603020101020101" pitchFamily="18" charset="-127"/>
              <a:cs typeface="+mj-cs"/>
            </a:endParaRPr>
          </a:p>
        </p:txBody>
      </p:sp>
      <p:sp>
        <p:nvSpPr>
          <p:cNvPr id="172" name="직사각형 171"/>
          <p:cNvSpPr/>
          <p:nvPr/>
        </p:nvSpPr>
        <p:spPr>
          <a:xfrm>
            <a:off x="3705224" y="5380861"/>
            <a:ext cx="3392441" cy="571926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1" algn="ctr">
              <a:spcBef>
                <a:spcPct val="0"/>
              </a:spcBef>
            </a:pPr>
            <a:endParaRPr lang="ko-KR" altLang="en-US" spc="-100" dirty="0">
              <a:solidFill>
                <a:schemeClr val="bg1"/>
              </a:solidFill>
              <a:latin typeface="Rix모던고딕 B" panose="02020603020101020101" pitchFamily="18" charset="-127"/>
              <a:ea typeface="Rix모던고딕 B" panose="02020603020101020101" pitchFamily="18" charset="-127"/>
              <a:cs typeface="+mj-cs"/>
            </a:endParaRPr>
          </a:p>
        </p:txBody>
      </p:sp>
      <p:pic>
        <p:nvPicPr>
          <p:cNvPr id="173" name="Picture 3" descr="G:\작업도우미\IT LOGOS\IT로고파일-21.png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25626" y="5490088"/>
            <a:ext cx="732107" cy="3534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4" name="Rectangle 55"/>
          <p:cNvSpPr>
            <a:spLocks noChangeArrowheads="1"/>
          </p:cNvSpPr>
          <p:nvPr/>
        </p:nvSpPr>
        <p:spPr bwMode="gray">
          <a:xfrm>
            <a:off x="3844279" y="5525854"/>
            <a:ext cx="503344" cy="281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>
            <a:spAutoFit/>
          </a:bodyPr>
          <a:lstStyle/>
          <a:p>
            <a:pPr algn="ctr" defTabSz="1001713" eaLnBrk="0" fontAlgn="ctr" latinLnBrk="0" hangingPunct="0">
              <a:spcBef>
                <a:spcPts val="25"/>
              </a:spcBef>
              <a:buClr>
                <a:srgbClr val="969696"/>
              </a:buClr>
            </a:pPr>
            <a:r>
              <a:rPr lang="en-US" altLang="ko-KR" sz="2000" spc="-100" dirty="0" smtClean="0">
                <a:solidFill>
                  <a:srgbClr val="FFFF00"/>
                </a:solidFill>
                <a:latin typeface="Rix고딕 B" pitchFamily="18" charset="-127"/>
                <a:ea typeface="Rix고딕 B" pitchFamily="18" charset="-127"/>
                <a:cs typeface="Arial" pitchFamily="34" charset="0"/>
              </a:rPr>
              <a:t>30</a:t>
            </a:r>
            <a:r>
              <a:rPr lang="ko-KR" altLang="en-US" sz="2000" spc="-100" dirty="0" smtClean="0">
                <a:solidFill>
                  <a:srgbClr val="FFFF00"/>
                </a:solidFill>
                <a:latin typeface="Rix고딕 B" pitchFamily="18" charset="-127"/>
                <a:ea typeface="Rix고딕 B" pitchFamily="18" charset="-127"/>
                <a:cs typeface="Arial" pitchFamily="34" charset="0"/>
              </a:rPr>
              <a:t>대</a:t>
            </a:r>
            <a:endParaRPr lang="en-US" altLang="ko-KR" sz="2000" spc="-100" dirty="0">
              <a:solidFill>
                <a:srgbClr val="FFFF00"/>
              </a:solidFill>
              <a:latin typeface="Rix고딕 B" pitchFamily="18" charset="-127"/>
              <a:ea typeface="Rix고딕 B" pitchFamily="18" charset="-127"/>
              <a:cs typeface="Arial" pitchFamily="34" charset="0"/>
            </a:endParaRPr>
          </a:p>
        </p:txBody>
      </p:sp>
      <p:sp>
        <p:nvSpPr>
          <p:cNvPr id="175" name="직사각형 174"/>
          <p:cNvSpPr/>
          <p:nvPr/>
        </p:nvSpPr>
        <p:spPr>
          <a:xfrm>
            <a:off x="4453295" y="5583359"/>
            <a:ext cx="2444075" cy="1846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/>
          <a:p>
            <a:pPr marL="108000" indent="-108000" latinLnBrk="0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lang="en-US" altLang="ko-KR" sz="1200" spc="-100" dirty="0">
                <a:solidFill>
                  <a:schemeClr val="bg1"/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A</a:t>
            </a:r>
            <a:r>
              <a:rPr lang="ko-KR" altLang="en-US" sz="1200" spc="-100" dirty="0">
                <a:solidFill>
                  <a:schemeClr val="bg1"/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건물 </a:t>
            </a:r>
            <a:r>
              <a:rPr lang="ko-KR" altLang="en-US" sz="1200" spc="-100" dirty="0" smtClean="0">
                <a:solidFill>
                  <a:schemeClr val="bg1"/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 </a:t>
            </a:r>
            <a:r>
              <a:rPr lang="ko-KR" altLang="en-US" sz="1200" spc="-100" dirty="0" err="1" smtClean="0">
                <a:solidFill>
                  <a:schemeClr val="bg1"/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정비대충</a:t>
            </a:r>
            <a:r>
              <a:rPr lang="ko-KR" altLang="en-US" sz="1200" spc="-100" dirty="0" smtClean="0">
                <a:solidFill>
                  <a:schemeClr val="bg1"/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 장비</a:t>
            </a:r>
            <a:endParaRPr lang="ko-KR" altLang="en-US" sz="1200" spc="-100" dirty="0">
              <a:solidFill>
                <a:schemeClr val="bg1"/>
              </a:solidFill>
              <a:latin typeface="Rix모던고딕 M" panose="02020603020101020101" pitchFamily="18" charset="-127"/>
              <a:ea typeface="Rix모던고딕 M" panose="02020603020101020101" pitchFamily="18" charset="-127"/>
            </a:endParaRPr>
          </a:p>
        </p:txBody>
      </p:sp>
      <p:pic>
        <p:nvPicPr>
          <p:cNvPr id="176" name="Picture 2" descr="G:\work\아이티센시스템즈\경찰청공조조회유지보수\icon&amp;dia\제안서템플릿이미지-65.png"/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26614" y="5522819"/>
            <a:ext cx="557046" cy="3178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7" name="직사각형 176"/>
          <p:cNvSpPr/>
          <p:nvPr/>
        </p:nvSpPr>
        <p:spPr>
          <a:xfrm>
            <a:off x="7246702" y="6249694"/>
            <a:ext cx="3068873" cy="490479"/>
          </a:xfrm>
          <a:prstGeom prst="rect">
            <a:avLst/>
          </a:prstGeom>
          <a:solidFill>
            <a:schemeClr val="accent5">
              <a:lumMod val="7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anchor="ctr"/>
          <a:lstStyle/>
          <a:p>
            <a:pPr algn="ctr">
              <a:defRPr/>
            </a:pPr>
            <a:endParaRPr lang="en-US" altLang="ko-KR" sz="1600" spc="-150" dirty="0">
              <a:solidFill>
                <a:schemeClr val="bg1"/>
              </a:solidFill>
              <a:latin typeface="Rix모던고딕 B" panose="02020603020101020101" pitchFamily="18" charset="-127"/>
              <a:ea typeface="Rix모던고딕 B" panose="02020603020101020101" pitchFamily="18" charset="-127"/>
            </a:endParaRPr>
          </a:p>
        </p:txBody>
      </p:sp>
      <p:sp>
        <p:nvSpPr>
          <p:cNvPr id="178" name="Rectangle 55"/>
          <p:cNvSpPr>
            <a:spLocks noChangeArrowheads="1"/>
          </p:cNvSpPr>
          <p:nvPr/>
        </p:nvSpPr>
        <p:spPr bwMode="gray">
          <a:xfrm>
            <a:off x="7293789" y="6283853"/>
            <a:ext cx="2983189" cy="430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>
            <a:spAutoFit/>
          </a:bodyPr>
          <a:lstStyle/>
          <a:p>
            <a:pPr algn="ctr" defTabSz="1001713" eaLnBrk="0" fontAlgn="ctr" latinLnBrk="0" hangingPunct="0">
              <a:spcBef>
                <a:spcPts val="25"/>
              </a:spcBef>
              <a:buClr>
                <a:srgbClr val="969696"/>
              </a:buClr>
            </a:pPr>
            <a:r>
              <a:rPr lang="ko-KR" altLang="en-US" sz="1400" spc="-100" dirty="0">
                <a:solidFill>
                  <a:schemeClr val="bg1"/>
                </a:solidFill>
                <a:latin typeface="Rix고딕 B" pitchFamily="18" charset="-127"/>
                <a:ea typeface="Rix고딕 B" pitchFamily="18" charset="-127"/>
                <a:cs typeface="Arial" pitchFamily="34" charset="0"/>
              </a:rPr>
              <a:t>재활용 장비</a:t>
            </a:r>
            <a:r>
              <a:rPr lang="en-US" altLang="ko-KR" sz="1400" spc="-100" dirty="0">
                <a:solidFill>
                  <a:schemeClr val="bg1"/>
                </a:solidFill>
                <a:latin typeface="Rix고딕 B" pitchFamily="18" charset="-127"/>
                <a:ea typeface="Rix고딕 B" pitchFamily="18" charset="-127"/>
                <a:cs typeface="Arial" pitchFamily="34" charset="0"/>
              </a:rPr>
              <a:t>(C </a:t>
            </a:r>
            <a:r>
              <a:rPr lang="en-US" altLang="ko-KR" sz="1400" spc="-100" dirty="0" smtClean="0">
                <a:solidFill>
                  <a:schemeClr val="bg1"/>
                </a:solidFill>
                <a:latin typeface="Rix고딕 B" pitchFamily="18" charset="-127"/>
                <a:ea typeface="Rix고딕 B" pitchFamily="18" charset="-127"/>
                <a:cs typeface="Arial" pitchFamily="34" charset="0"/>
              </a:rPr>
              <a:t>2900)</a:t>
            </a:r>
            <a:r>
              <a:rPr lang="ko-KR" altLang="en-US" sz="1400" spc="-100" dirty="0">
                <a:solidFill>
                  <a:schemeClr val="bg1"/>
                </a:solidFill>
                <a:latin typeface="Rix고딕 B" pitchFamily="18" charset="-127"/>
                <a:ea typeface="Rix고딕 B" pitchFamily="18" charset="-127"/>
                <a:cs typeface="Arial" pitchFamily="34" charset="0"/>
              </a:rPr>
              <a:t>와 동일 제조사 제품으로</a:t>
            </a:r>
          </a:p>
          <a:p>
            <a:pPr algn="ctr" defTabSz="1001713" eaLnBrk="0" fontAlgn="ctr" latinLnBrk="0" hangingPunct="0">
              <a:spcBef>
                <a:spcPts val="25"/>
              </a:spcBef>
              <a:buClr>
                <a:srgbClr val="969696"/>
              </a:buClr>
            </a:pPr>
            <a:r>
              <a:rPr lang="ko-KR" altLang="en-US" sz="1400" spc="-100" dirty="0">
                <a:solidFill>
                  <a:schemeClr val="bg1"/>
                </a:solidFill>
                <a:latin typeface="Rix고딕 B" pitchFamily="18" charset="-127"/>
                <a:ea typeface="Rix고딕 B" pitchFamily="18" charset="-127"/>
                <a:cs typeface="Arial" pitchFamily="34" charset="0"/>
              </a:rPr>
              <a:t>완벽한 호환성</a:t>
            </a:r>
            <a:r>
              <a:rPr lang="en-US" altLang="ko-KR" sz="1400" spc="-100" dirty="0">
                <a:solidFill>
                  <a:schemeClr val="bg1"/>
                </a:solidFill>
                <a:latin typeface="Rix고딕 B" pitchFamily="18" charset="-127"/>
                <a:ea typeface="Rix고딕 B" pitchFamily="18" charset="-127"/>
                <a:cs typeface="Arial" pitchFamily="34" charset="0"/>
              </a:rPr>
              <a:t>, </a:t>
            </a:r>
            <a:r>
              <a:rPr lang="ko-KR" altLang="en-US" sz="1400" spc="-100" dirty="0">
                <a:solidFill>
                  <a:schemeClr val="bg1"/>
                </a:solidFill>
                <a:latin typeface="Rix고딕 B" pitchFamily="18" charset="-127"/>
                <a:ea typeface="Rix고딕 B" pitchFamily="18" charset="-127"/>
                <a:cs typeface="Arial" pitchFamily="34" charset="0"/>
              </a:rPr>
              <a:t>연동성</a:t>
            </a:r>
            <a:r>
              <a:rPr lang="en-US" altLang="ko-KR" sz="1400" spc="-100" dirty="0">
                <a:solidFill>
                  <a:schemeClr val="bg1"/>
                </a:solidFill>
                <a:latin typeface="Rix고딕 B" pitchFamily="18" charset="-127"/>
                <a:ea typeface="Rix고딕 B" pitchFamily="18" charset="-127"/>
                <a:cs typeface="Arial" pitchFamily="34" charset="0"/>
              </a:rPr>
              <a:t>, </a:t>
            </a:r>
            <a:r>
              <a:rPr lang="ko-KR" altLang="en-US" sz="1400" spc="-100" dirty="0">
                <a:solidFill>
                  <a:schemeClr val="bg1"/>
                </a:solidFill>
                <a:latin typeface="Rix고딕 B" pitchFamily="18" charset="-127"/>
                <a:ea typeface="Rix고딕 B" pitchFamily="18" charset="-127"/>
                <a:cs typeface="Arial" pitchFamily="34" charset="0"/>
              </a:rPr>
              <a:t>안정성을 지원</a:t>
            </a:r>
          </a:p>
        </p:txBody>
      </p:sp>
      <p:sp>
        <p:nvSpPr>
          <p:cNvPr id="179" name="직사각형 178"/>
          <p:cNvSpPr/>
          <p:nvPr/>
        </p:nvSpPr>
        <p:spPr>
          <a:xfrm>
            <a:off x="7246703" y="5606626"/>
            <a:ext cx="968920" cy="589474"/>
          </a:xfrm>
          <a:prstGeom prst="rect">
            <a:avLst/>
          </a:prstGeom>
          <a:pattFill prst="ltUpDiag">
            <a:fgClr>
              <a:schemeClr val="bg1">
                <a:lumMod val="85000"/>
              </a:schemeClr>
            </a:fgClr>
            <a:bgClr>
              <a:schemeClr val="bg1"/>
            </a:bgClr>
          </a:pattFill>
          <a:ln w="12700">
            <a:solidFill>
              <a:schemeClr val="bg1">
                <a:lumMod val="6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9569" tIns="49785" rIns="99569" bIns="49785" rtlCol="0" anchor="ctr"/>
          <a:lstStyle/>
          <a:p>
            <a:pPr algn="ctr" defTabSz="1043079" latinLnBrk="0">
              <a:lnSpc>
                <a:spcPct val="110000"/>
              </a:lnSpc>
              <a:defRPr/>
            </a:pPr>
            <a:endParaRPr lang="ko-KR" altLang="en-US" sz="1600" dirty="0">
              <a:gradFill>
                <a:gsLst>
                  <a:gs pos="0">
                    <a:prstClr val="white"/>
                  </a:gs>
                  <a:gs pos="100000">
                    <a:prstClr val="white"/>
                  </a:gs>
                </a:gsLst>
                <a:lin ang="5400000" scaled="0"/>
              </a:gradFill>
              <a:latin typeface="Yoon 윤고딕 550_TT" panose="02090603020101020101" pitchFamily="18" charset="-127"/>
              <a:ea typeface="Yoon 윤고딕 550_TT" panose="02090603020101020101" pitchFamily="18" charset="-127"/>
            </a:endParaRPr>
          </a:p>
        </p:txBody>
      </p:sp>
      <p:sp>
        <p:nvSpPr>
          <p:cNvPr id="180" name="양쪽 모서리가 둥근 사각형 179"/>
          <p:cNvSpPr/>
          <p:nvPr/>
        </p:nvSpPr>
        <p:spPr>
          <a:xfrm>
            <a:off x="7246702" y="5388189"/>
            <a:ext cx="968920" cy="195170"/>
          </a:xfrm>
          <a:prstGeom prst="round2SameRect">
            <a:avLst>
              <a:gd name="adj1" fmla="val 13556"/>
              <a:gd name="adj2" fmla="val 0"/>
            </a:avLst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1" algn="ctr">
              <a:spcBef>
                <a:spcPct val="0"/>
              </a:spcBef>
            </a:pPr>
            <a:r>
              <a:rPr lang="ko-KR" altLang="en-US" sz="1200" spc="-100" dirty="0">
                <a:solidFill>
                  <a:schemeClr val="bg1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  <a:cs typeface="+mj-cs"/>
              </a:rPr>
              <a:t>확장성</a:t>
            </a:r>
          </a:p>
        </p:txBody>
      </p:sp>
      <p:sp>
        <p:nvSpPr>
          <p:cNvPr id="181" name="양쪽 모서리가 둥근 사각형 180"/>
          <p:cNvSpPr/>
          <p:nvPr/>
        </p:nvSpPr>
        <p:spPr>
          <a:xfrm>
            <a:off x="8296678" y="5388189"/>
            <a:ext cx="968920" cy="195170"/>
          </a:xfrm>
          <a:prstGeom prst="round2SameRect">
            <a:avLst>
              <a:gd name="adj1" fmla="val 13556"/>
              <a:gd name="adj2" fmla="val 0"/>
            </a:avLst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1" algn="ctr">
              <a:spcBef>
                <a:spcPct val="0"/>
              </a:spcBef>
            </a:pPr>
            <a:r>
              <a:rPr lang="ko-KR" altLang="en-US" sz="1200" spc="-132" dirty="0">
                <a:latin typeface="Rix모던고딕 B" panose="02020603020101020101" pitchFamily="18" charset="-127"/>
                <a:ea typeface="Rix모던고딕 B" panose="02020603020101020101" pitchFamily="18" charset="-127"/>
              </a:rPr>
              <a:t>고성능</a:t>
            </a:r>
            <a:endParaRPr lang="ko-KR" altLang="en-US" sz="1200" spc="-100" dirty="0">
              <a:solidFill>
                <a:schemeClr val="bg1"/>
              </a:solidFill>
              <a:latin typeface="Rix모던고딕 B" panose="02020603020101020101" pitchFamily="18" charset="-127"/>
              <a:ea typeface="Rix모던고딕 B" panose="02020603020101020101" pitchFamily="18" charset="-127"/>
              <a:cs typeface="+mj-cs"/>
            </a:endParaRPr>
          </a:p>
        </p:txBody>
      </p:sp>
      <p:sp>
        <p:nvSpPr>
          <p:cNvPr id="182" name="양쪽 모서리가 둥근 사각형 181"/>
          <p:cNvSpPr/>
          <p:nvPr/>
        </p:nvSpPr>
        <p:spPr>
          <a:xfrm>
            <a:off x="9346655" y="5388189"/>
            <a:ext cx="968920" cy="195170"/>
          </a:xfrm>
          <a:prstGeom prst="round2SameRect">
            <a:avLst>
              <a:gd name="adj1" fmla="val 13556"/>
              <a:gd name="adj2" fmla="val 0"/>
            </a:avLst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1" algn="ctr">
              <a:spcBef>
                <a:spcPct val="0"/>
              </a:spcBef>
            </a:pPr>
            <a:r>
              <a:rPr lang="ko-KR" altLang="en-US" sz="1200" spc="-132" dirty="0">
                <a:latin typeface="Rix모던고딕 B" panose="02020603020101020101" pitchFamily="18" charset="-127"/>
                <a:ea typeface="Rix모던고딕 B" panose="02020603020101020101" pitchFamily="18" charset="-127"/>
              </a:rPr>
              <a:t>안정성</a:t>
            </a:r>
            <a:endParaRPr lang="ko-KR" altLang="en-US" sz="1200" spc="-100" dirty="0">
              <a:solidFill>
                <a:schemeClr val="bg1"/>
              </a:solidFill>
              <a:latin typeface="Rix모던고딕 B" panose="02020603020101020101" pitchFamily="18" charset="-127"/>
              <a:ea typeface="Rix모던고딕 B" panose="02020603020101020101" pitchFamily="18" charset="-127"/>
              <a:cs typeface="+mj-cs"/>
            </a:endParaRPr>
          </a:p>
        </p:txBody>
      </p:sp>
      <p:sp>
        <p:nvSpPr>
          <p:cNvPr id="183" name="직사각형 182"/>
          <p:cNvSpPr/>
          <p:nvPr/>
        </p:nvSpPr>
        <p:spPr>
          <a:xfrm>
            <a:off x="8298542" y="5606626"/>
            <a:ext cx="968920" cy="589474"/>
          </a:xfrm>
          <a:prstGeom prst="rect">
            <a:avLst/>
          </a:prstGeom>
          <a:pattFill prst="ltUpDiag">
            <a:fgClr>
              <a:schemeClr val="bg1">
                <a:lumMod val="85000"/>
              </a:schemeClr>
            </a:fgClr>
            <a:bgClr>
              <a:schemeClr val="bg1"/>
            </a:bgClr>
          </a:pattFill>
          <a:ln w="12700">
            <a:solidFill>
              <a:schemeClr val="bg1">
                <a:lumMod val="6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9569" tIns="49785" rIns="99569" bIns="49785" rtlCol="0" anchor="ctr"/>
          <a:lstStyle/>
          <a:p>
            <a:pPr algn="ctr" defTabSz="1043079" latinLnBrk="0">
              <a:lnSpc>
                <a:spcPct val="110000"/>
              </a:lnSpc>
              <a:defRPr/>
            </a:pPr>
            <a:endParaRPr lang="ko-KR" altLang="en-US" sz="1600" dirty="0">
              <a:gradFill>
                <a:gsLst>
                  <a:gs pos="0">
                    <a:prstClr val="white"/>
                  </a:gs>
                  <a:gs pos="100000">
                    <a:prstClr val="white"/>
                  </a:gs>
                </a:gsLst>
                <a:lin ang="5400000" scaled="0"/>
              </a:gradFill>
              <a:latin typeface="Yoon 윤고딕 550_TT" panose="02090603020101020101" pitchFamily="18" charset="-127"/>
              <a:ea typeface="Yoon 윤고딕 550_TT" panose="02090603020101020101" pitchFamily="18" charset="-127"/>
            </a:endParaRPr>
          </a:p>
        </p:txBody>
      </p:sp>
      <p:sp>
        <p:nvSpPr>
          <p:cNvPr id="184" name="직사각형 183"/>
          <p:cNvSpPr/>
          <p:nvPr/>
        </p:nvSpPr>
        <p:spPr>
          <a:xfrm>
            <a:off x="9346655" y="5606626"/>
            <a:ext cx="968920" cy="589474"/>
          </a:xfrm>
          <a:prstGeom prst="rect">
            <a:avLst/>
          </a:prstGeom>
          <a:pattFill prst="ltUpDiag">
            <a:fgClr>
              <a:schemeClr val="bg1">
                <a:lumMod val="85000"/>
              </a:schemeClr>
            </a:fgClr>
            <a:bgClr>
              <a:schemeClr val="bg1"/>
            </a:bgClr>
          </a:pattFill>
          <a:ln w="12700">
            <a:solidFill>
              <a:schemeClr val="bg1">
                <a:lumMod val="6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9569" tIns="49785" rIns="99569" bIns="49785" rtlCol="0" anchor="ctr"/>
          <a:lstStyle/>
          <a:p>
            <a:pPr algn="ctr" defTabSz="1043079" latinLnBrk="0">
              <a:lnSpc>
                <a:spcPct val="110000"/>
              </a:lnSpc>
              <a:defRPr/>
            </a:pPr>
            <a:endParaRPr lang="ko-KR" altLang="en-US" sz="1600" dirty="0">
              <a:gradFill>
                <a:gsLst>
                  <a:gs pos="0">
                    <a:prstClr val="white"/>
                  </a:gs>
                  <a:gs pos="100000">
                    <a:prstClr val="white"/>
                  </a:gs>
                </a:gsLst>
                <a:lin ang="5400000" scaled="0"/>
              </a:gradFill>
              <a:latin typeface="Yoon 윤고딕 550_TT" panose="02090603020101020101" pitchFamily="18" charset="-127"/>
              <a:ea typeface="Yoon 윤고딕 550_TT" panose="02090603020101020101" pitchFamily="18" charset="-127"/>
            </a:endParaRPr>
          </a:p>
        </p:txBody>
      </p:sp>
      <p:sp>
        <p:nvSpPr>
          <p:cNvPr id="185" name="직사각형 184"/>
          <p:cNvSpPr/>
          <p:nvPr/>
        </p:nvSpPr>
        <p:spPr>
          <a:xfrm>
            <a:off x="7276450" y="5644446"/>
            <a:ext cx="905525" cy="2540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/>
          <a:p>
            <a:pPr marL="108000" indent="-108000" latinLnBrk="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ko-KR" altLang="en-US" sz="100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스태킹 최대 </a:t>
            </a:r>
            <a:r>
              <a:rPr lang="en-US" altLang="ko-KR" sz="100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8</a:t>
            </a:r>
            <a:r>
              <a:rPr lang="ko-KR" altLang="en-US" sz="100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대</a:t>
            </a:r>
            <a:br>
              <a:rPr lang="ko-KR" altLang="en-US" sz="100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</a:br>
            <a:r>
              <a:rPr lang="ko-KR" altLang="en-US" sz="100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지원</a:t>
            </a:r>
          </a:p>
        </p:txBody>
      </p:sp>
      <p:sp>
        <p:nvSpPr>
          <p:cNvPr id="186" name="직사각형 185"/>
          <p:cNvSpPr/>
          <p:nvPr/>
        </p:nvSpPr>
        <p:spPr>
          <a:xfrm>
            <a:off x="8330239" y="5644446"/>
            <a:ext cx="905525" cy="50777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/>
          <a:p>
            <a:pPr marL="108000" indent="-108000" latinLnBrk="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altLang="ko-KR" sz="100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SW Fabric : 92 Gbps</a:t>
            </a:r>
          </a:p>
          <a:p>
            <a:pPr marL="108000" indent="-108000" latinLnBrk="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ko-KR" altLang="en-US" sz="100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처리성능 </a:t>
            </a:r>
            <a:r>
              <a:rPr lang="en-US" altLang="ko-KR" sz="100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: 68.4 Mpps</a:t>
            </a:r>
          </a:p>
        </p:txBody>
      </p:sp>
      <p:sp>
        <p:nvSpPr>
          <p:cNvPr id="187" name="직사각형 186"/>
          <p:cNvSpPr/>
          <p:nvPr/>
        </p:nvSpPr>
        <p:spPr>
          <a:xfrm>
            <a:off x="9378352" y="5644446"/>
            <a:ext cx="905525" cy="2769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/>
          <a:p>
            <a:pPr marL="108000" indent="-108000" latinLnBrk="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ko-KR" altLang="en-US" sz="1000" spc="-1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전원부</a:t>
            </a:r>
            <a:r>
              <a:rPr lang="ko-KR" altLang="en-US" sz="100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 </a:t>
            </a:r>
            <a:r>
              <a:rPr lang="ko-KR" altLang="en-US" sz="1000" spc="-1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이중화</a:t>
            </a:r>
            <a:endParaRPr lang="en-US" altLang="ko-KR" sz="1000" spc="-100" dirty="0" smtClean="0">
              <a:solidFill>
                <a:schemeClr val="tx1">
                  <a:lumMod val="85000"/>
                  <a:lumOff val="15000"/>
                </a:schemeClr>
              </a:solidFill>
              <a:latin typeface="Rix모던고딕 M" panose="02020603020101020101" pitchFamily="18" charset="-127"/>
              <a:ea typeface="Rix모던고딕 M" panose="02020603020101020101" pitchFamily="18" charset="-127"/>
            </a:endParaRPr>
          </a:p>
          <a:p>
            <a:pPr marL="108000" indent="-108000" latinLnBrk="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altLang="ko-KR" sz="1000" spc="-1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StackWise</a:t>
            </a:r>
            <a:r>
              <a:rPr lang="en-US" altLang="ko-KR" sz="100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 </a:t>
            </a:r>
            <a:r>
              <a:rPr lang="ko-KR" altLang="en-US" sz="1000" spc="-1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지원</a:t>
            </a:r>
            <a:endParaRPr lang="ko-KR" altLang="en-US" sz="1000" spc="-100" dirty="0">
              <a:solidFill>
                <a:schemeClr val="tx1">
                  <a:lumMod val="85000"/>
                  <a:lumOff val="15000"/>
                </a:schemeClr>
              </a:solidFill>
              <a:latin typeface="Rix모던고딕 M" panose="02020603020101020101" pitchFamily="18" charset="-127"/>
              <a:ea typeface="Rix모던고딕 M" panose="02020603020101020101" pitchFamily="18" charset="-127"/>
            </a:endParaRPr>
          </a:p>
        </p:txBody>
      </p:sp>
      <p:sp>
        <p:nvSpPr>
          <p:cNvPr id="188" name="직사각형 187"/>
          <p:cNvSpPr/>
          <p:nvPr/>
        </p:nvSpPr>
        <p:spPr>
          <a:xfrm>
            <a:off x="3888999" y="6037590"/>
            <a:ext cx="3208666" cy="744088"/>
          </a:xfrm>
          <a:prstGeom prst="rect">
            <a:avLst/>
          </a:prstGeom>
          <a:noFill/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r">
              <a:defRPr/>
            </a:pPr>
            <a:endParaRPr lang="en-US" altLang="ko-KR" sz="1200" spc="-150" dirty="0">
              <a:solidFill>
                <a:schemeClr val="bg1"/>
              </a:solidFill>
              <a:latin typeface="Rix모던고딕 B" panose="02020603020101020101" pitchFamily="18" charset="-127"/>
              <a:ea typeface="Rix모던고딕 B" panose="02020603020101020101" pitchFamily="18" charset="-127"/>
            </a:endParaRPr>
          </a:p>
        </p:txBody>
      </p:sp>
      <p:grpSp>
        <p:nvGrpSpPr>
          <p:cNvPr id="189" name="그룹 188"/>
          <p:cNvGrpSpPr/>
          <p:nvPr/>
        </p:nvGrpSpPr>
        <p:grpSpPr>
          <a:xfrm>
            <a:off x="0" y="868564"/>
            <a:ext cx="10693400" cy="498994"/>
            <a:chOff x="0" y="778175"/>
            <a:chExt cx="11518770" cy="498994"/>
          </a:xfrm>
        </p:grpSpPr>
        <p:sp>
          <p:nvSpPr>
            <p:cNvPr id="190" name="직사각형 189"/>
            <p:cNvSpPr/>
            <p:nvPr/>
          </p:nvSpPr>
          <p:spPr>
            <a:xfrm>
              <a:off x="0" y="778175"/>
              <a:ext cx="11518770" cy="49899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2700" cap="rnd" cmpd="sng">
              <a:noFill/>
              <a:prstDash val="solid"/>
              <a:headEnd type="none" w="lg" len="med"/>
              <a:tailEnd type="none" w="lg" len="med"/>
            </a:ln>
            <a:effectLst/>
          </p:spPr>
          <p:style>
            <a:lnRef idx="1">
              <a:schemeClr val="accent5"/>
            </a:lnRef>
            <a:fillRef idx="3">
              <a:schemeClr val="accent5"/>
            </a:fillRef>
            <a:effectRef idx="2">
              <a:schemeClr val="accent5"/>
            </a:effectRef>
            <a:fontRef idx="minor">
              <a:schemeClr val="lt1"/>
            </a:fontRef>
          </p:style>
          <p:txBody>
            <a:bodyPr wrap="none" lIns="99569" tIns="172873" rIns="99569" bIns="49785"/>
            <a:lstStyle/>
            <a:p>
              <a:pPr algn="ctr" latinLnBrk="0"/>
              <a:endParaRPr lang="ko-KR" altLang="en-US" sz="1700" b="1" dirty="0">
                <a:gradFill>
                  <a:gsLst>
                    <a:gs pos="0">
                      <a:prstClr val="white"/>
                    </a:gs>
                    <a:gs pos="100000">
                      <a:prstClr val="white"/>
                    </a:gs>
                  </a:gsLst>
                  <a:lin ang="5400000" scaled="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고도 B" panose="02000503000000020004" pitchFamily="2" charset="-127"/>
                <a:ea typeface="고도 B" panose="02000503000000020004" pitchFamily="2" charset="-127"/>
              </a:endParaRPr>
            </a:p>
          </p:txBody>
        </p:sp>
        <p:sp>
          <p:nvSpPr>
            <p:cNvPr id="191" name="TextBox 190"/>
            <p:cNvSpPr txBox="1"/>
            <p:nvPr/>
          </p:nvSpPr>
          <p:spPr>
            <a:xfrm>
              <a:off x="433815" y="840817"/>
              <a:ext cx="1179358" cy="369332"/>
            </a:xfrm>
            <a:prstGeom prst="rect">
              <a:avLst/>
            </a:prstGeom>
            <a:noFill/>
            <a:ln w="6350">
              <a:noFill/>
            </a:ln>
            <a:effectLst/>
            <a:scene3d>
              <a:camera prst="orthographicFront"/>
              <a:lightRig rig="threePt" dir="t"/>
            </a:scene3d>
            <a:sp3d>
              <a:bevelT w="0" h="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 anchorCtr="0">
              <a:spAutoFit/>
              <a:sp3d>
                <a:bevelT w="0" h="0"/>
                <a:contourClr>
                  <a:schemeClr val="bg1"/>
                </a:contourClr>
              </a:sp3d>
            </a:bodyPr>
            <a:lstStyle>
              <a:defPPr>
                <a:defRPr lang="ko-KR"/>
              </a:defPPr>
              <a:lvl1pPr lvl="0" indent="0" defTabSz="801639" latinLnBrk="0">
                <a:lnSpc>
                  <a:spcPct val="100000"/>
                </a:lnSpc>
                <a:spcBef>
                  <a:spcPts val="88"/>
                </a:spcBef>
                <a:spcAft>
                  <a:spcPts val="88"/>
                </a:spcAft>
                <a:defRPr sz="2400" spc="0">
                  <a:ln>
                    <a:solidFill>
                      <a:prstClr val="white">
                        <a:alpha val="10000"/>
                      </a:prstClr>
                    </a:solidFill>
                  </a:ln>
                  <a:solidFill>
                    <a:prstClr val="white"/>
                  </a:solidFill>
                  <a:effectLst/>
                  <a:latin typeface="나눔고딕 ExtraBold" panose="020D0904000000000000" pitchFamily="50" charset="-127"/>
                  <a:ea typeface="나눔고딕 ExtraBold" panose="020D0904000000000000" pitchFamily="50" charset="-127"/>
                </a:defRPr>
              </a:lvl1pPr>
            </a:lstStyle>
            <a:p>
              <a:r>
                <a:rPr lang="ko-KR" altLang="en-US" spc="-150" dirty="0" smtClean="0">
                  <a:solidFill>
                    <a:schemeClr val="tx1"/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</a:rPr>
                <a:t>주요 특징</a:t>
              </a:r>
              <a:endParaRPr lang="ko-KR" altLang="en-US" spc="-150" dirty="0">
                <a:solidFill>
                  <a:schemeClr val="tx1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endParaRPr>
            </a:p>
          </p:txBody>
        </p:sp>
        <p:sp>
          <p:nvSpPr>
            <p:cNvPr id="192" name="직사각형 191"/>
            <p:cNvSpPr/>
            <p:nvPr/>
          </p:nvSpPr>
          <p:spPr>
            <a:xfrm>
              <a:off x="1817416" y="817281"/>
              <a:ext cx="9414068" cy="380168"/>
            </a:xfrm>
            <a:prstGeom prst="rect">
              <a:avLst/>
            </a:prstGeom>
          </p:spPr>
          <p:txBody>
            <a:bodyPr/>
            <a:lstStyle/>
            <a:p>
              <a:pPr marL="0" lvl="1">
                <a:spcBef>
                  <a:spcPct val="0"/>
                </a:spcBef>
              </a:pPr>
              <a:r>
                <a:rPr lang="ko-KR" altLang="en-US" spc="-1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</a:rPr>
                <a:t>확장성</a:t>
              </a:r>
              <a:r>
                <a:rPr lang="en-US" altLang="ko-KR" spc="-1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</a:rPr>
                <a:t>, </a:t>
              </a:r>
              <a:r>
                <a:rPr lang="ko-KR" altLang="en-US" spc="-1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</a:rPr>
                <a:t>고성능</a:t>
              </a:r>
              <a:r>
                <a:rPr lang="en-US" altLang="ko-KR" spc="-1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</a:rPr>
                <a:t>, </a:t>
              </a:r>
              <a:r>
                <a:rPr lang="ko-KR" altLang="en-US" spc="-1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</a:rPr>
                <a:t>안정성</a:t>
              </a:r>
              <a:r>
                <a:rPr lang="en-US" altLang="ko-KR" spc="-1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</a:rPr>
                <a:t>, </a:t>
              </a:r>
              <a:r>
                <a:rPr lang="ko-KR" altLang="en-US" spc="-1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</a:rPr>
                <a:t>호환성을 보장하는 최적의 장비</a:t>
              </a:r>
              <a:endParaRPr lang="en-US" altLang="ko-KR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endParaRPr>
            </a:p>
          </p:txBody>
        </p:sp>
        <p:cxnSp>
          <p:nvCxnSpPr>
            <p:cNvPr id="193" name="직선 연결선 192"/>
            <p:cNvCxnSpPr/>
            <p:nvPr/>
          </p:nvCxnSpPr>
          <p:spPr>
            <a:xfrm>
              <a:off x="1781276" y="851717"/>
              <a:ext cx="0" cy="315104"/>
            </a:xfrm>
            <a:prstGeom prst="line">
              <a:avLst/>
            </a:prstGeom>
            <a:ln w="38100">
              <a:solidFill>
                <a:srgbClr val="1B91C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05" name="모서리가 둥근 직사각형 204"/>
          <p:cNvSpPr/>
          <p:nvPr/>
        </p:nvSpPr>
        <p:spPr bwMode="auto">
          <a:xfrm>
            <a:off x="1831863" y="6934518"/>
            <a:ext cx="8483711" cy="246475"/>
          </a:xfrm>
          <a:prstGeom prst="roundRect">
            <a:avLst>
              <a:gd name="adj" fmla="val 2433"/>
            </a:avLst>
          </a:prstGeom>
          <a:noFill/>
          <a:ln w="12700">
            <a:solidFill>
              <a:schemeClr val="bg1">
                <a:lumMod val="6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9569" tIns="49785" rIns="99569" bIns="49785" rtlCol="0" anchor="ctr"/>
          <a:lstStyle/>
          <a:p>
            <a:pPr algn="ctr" defTabSz="1043079" latinLnBrk="0">
              <a:lnSpc>
                <a:spcPct val="110000"/>
              </a:lnSpc>
            </a:pPr>
            <a:endParaRPr lang="ko-KR" altLang="en-US" sz="1600" dirty="0">
              <a:gradFill>
                <a:gsLst>
                  <a:gs pos="0">
                    <a:prstClr val="white"/>
                  </a:gs>
                  <a:gs pos="100000">
                    <a:prstClr val="white"/>
                  </a:gs>
                </a:gsLst>
                <a:lin ang="5400000" scaled="0"/>
              </a:gradFill>
              <a:latin typeface="Yoon 윤고딕 550_TT" panose="02090603020101020101" pitchFamily="18" charset="-127"/>
              <a:ea typeface="Yoon 윤고딕 550_TT" panose="02090603020101020101" pitchFamily="18" charset="-127"/>
            </a:endParaRPr>
          </a:p>
        </p:txBody>
      </p:sp>
      <p:sp>
        <p:nvSpPr>
          <p:cNvPr id="206" name="양쪽 모서리가 둥근 사각형 205"/>
          <p:cNvSpPr/>
          <p:nvPr/>
        </p:nvSpPr>
        <p:spPr bwMode="gray">
          <a:xfrm>
            <a:off x="388798" y="6937250"/>
            <a:ext cx="1394807" cy="227757"/>
          </a:xfrm>
          <a:prstGeom prst="round2SameRect">
            <a:avLst>
              <a:gd name="adj1" fmla="val 0"/>
              <a:gd name="adj2" fmla="val 0"/>
            </a:avLst>
          </a:prstGeom>
          <a:solidFill>
            <a:srgbClr val="335A75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anchor="ctr"/>
          <a:lstStyle/>
          <a:p>
            <a:endParaRPr lang="ko-KR" altLang="en-US" dirty="0"/>
          </a:p>
        </p:txBody>
      </p:sp>
      <p:sp>
        <p:nvSpPr>
          <p:cNvPr id="207" name="Text Box 118"/>
          <p:cNvSpPr txBox="1">
            <a:spLocks noChangeArrowheads="1"/>
          </p:cNvSpPr>
          <p:nvPr/>
        </p:nvSpPr>
        <p:spPr bwMode="gray">
          <a:xfrm>
            <a:off x="411614" y="6955171"/>
            <a:ext cx="1346202" cy="194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  <a:scene3d>
              <a:camera prst="orthographicFront"/>
              <a:lightRig rig="threePt" dir="t"/>
            </a:scene3d>
            <a:sp3d>
              <a:bevelT w="1270" h="6350"/>
            </a:sp3d>
          </a:bodyPr>
          <a:lstStyle>
            <a:defPPr>
              <a:defRPr lang="ko-KR"/>
            </a:defPPr>
            <a:lvl1pPr marL="342900" indent="-342900" defTabSz="1135063" eaLnBrk="0" hangingPunct="0">
              <a:tabLst>
                <a:tab pos="6149975" algn="l"/>
              </a:tabLst>
            </a:lvl1pPr>
            <a:lvl2pPr marL="0" lvl="1" algn="ctr" defTabSz="1135063" eaLnBrk="0" latinLnBrk="0" hangingPunct="0">
              <a:lnSpc>
                <a:spcPct val="90000"/>
              </a:lnSpc>
              <a:buClr>
                <a:srgbClr val="3271AA"/>
              </a:buClr>
              <a:buSzPct val="140000"/>
              <a:tabLst>
                <a:tab pos="6149975" algn="l"/>
              </a:tabLst>
              <a:defRPr sz="900">
                <a:latin typeface="Rix고딕 B" pitchFamily="18" charset="-127"/>
                <a:ea typeface="Rix고딕 B" pitchFamily="18" charset="-127"/>
              </a:defRPr>
            </a:lvl2pPr>
            <a:lvl3pPr marL="1143000" indent="-228600" defTabSz="1135063" eaLnBrk="0" hangingPunct="0">
              <a:tabLst>
                <a:tab pos="6149975" algn="l"/>
              </a:tabLst>
            </a:lvl3pPr>
            <a:lvl4pPr marL="1600200" indent="-228600" defTabSz="1135063" eaLnBrk="0" hangingPunct="0">
              <a:tabLst>
                <a:tab pos="6149975" algn="l"/>
              </a:tabLst>
            </a:lvl4pPr>
            <a:lvl5pPr marL="2057400" indent="-228600" defTabSz="1135063" eaLnBrk="0" hangingPunct="0">
              <a:tabLst>
                <a:tab pos="6149975" algn="l"/>
              </a:tabLst>
            </a:lvl5pPr>
            <a:lvl6pPr marL="2514600" indent="-228600" defTabSz="1135063" eaLnBrk="0" fontAlgn="base" hangingPunct="0">
              <a:spcBef>
                <a:spcPct val="0"/>
              </a:spcBef>
              <a:spcAft>
                <a:spcPct val="0"/>
              </a:spcAft>
              <a:tabLst>
                <a:tab pos="6149975" algn="l"/>
              </a:tabLst>
            </a:lvl6pPr>
            <a:lvl7pPr marL="2971800" indent="-228600" defTabSz="1135063" eaLnBrk="0" fontAlgn="base" hangingPunct="0">
              <a:spcBef>
                <a:spcPct val="0"/>
              </a:spcBef>
              <a:spcAft>
                <a:spcPct val="0"/>
              </a:spcAft>
              <a:tabLst>
                <a:tab pos="6149975" algn="l"/>
              </a:tabLst>
            </a:lvl7pPr>
            <a:lvl8pPr marL="3429000" indent="-228600" defTabSz="1135063" eaLnBrk="0" fontAlgn="base" hangingPunct="0">
              <a:spcBef>
                <a:spcPct val="0"/>
              </a:spcBef>
              <a:spcAft>
                <a:spcPct val="0"/>
              </a:spcAft>
              <a:tabLst>
                <a:tab pos="6149975" algn="l"/>
              </a:tabLst>
            </a:lvl8pPr>
            <a:lvl9pPr marL="3886200" indent="-228600" defTabSz="1135063" eaLnBrk="0" fontAlgn="base" hangingPunct="0">
              <a:spcBef>
                <a:spcPct val="0"/>
              </a:spcBef>
              <a:spcAft>
                <a:spcPct val="0"/>
              </a:spcAft>
              <a:tabLst>
                <a:tab pos="6149975" algn="l"/>
              </a:tabLst>
            </a:lvl9pPr>
          </a:lstStyle>
          <a:p>
            <a:pPr lvl="1"/>
            <a:r>
              <a:rPr lang="en-US" altLang="ko-KR" sz="1400" spc="-100" dirty="0" smtClean="0">
                <a:solidFill>
                  <a:schemeClr val="bg1"/>
                </a:solidFill>
                <a:sym typeface="Symbol" pitchFamily="18" charset="2"/>
              </a:rPr>
              <a:t>GBIC</a:t>
            </a:r>
            <a:endParaRPr lang="ko-KR" altLang="en-US" sz="1400" spc="-100" dirty="0">
              <a:solidFill>
                <a:schemeClr val="bg1"/>
              </a:solidFill>
              <a:sym typeface="Symbol" pitchFamily="18" charset="2"/>
            </a:endParaRPr>
          </a:p>
        </p:txBody>
      </p:sp>
      <p:sp>
        <p:nvSpPr>
          <p:cNvPr id="210" name="Text Box 118"/>
          <p:cNvSpPr txBox="1">
            <a:spLocks noChangeArrowheads="1"/>
          </p:cNvSpPr>
          <p:nvPr/>
        </p:nvSpPr>
        <p:spPr bwMode="gray">
          <a:xfrm>
            <a:off x="1887062" y="6962353"/>
            <a:ext cx="5232875" cy="1800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  <a:scene3d>
              <a:camera prst="orthographicFront"/>
              <a:lightRig rig="threePt" dir="t"/>
            </a:scene3d>
            <a:sp3d>
              <a:bevelT w="1270" h="6350"/>
            </a:sp3d>
          </a:bodyPr>
          <a:lstStyle>
            <a:defPPr>
              <a:defRPr lang="ko-KR"/>
            </a:defPPr>
            <a:lvl1pPr marL="342900" indent="-342900" defTabSz="1135063" eaLnBrk="0" hangingPunct="0">
              <a:tabLst>
                <a:tab pos="6149975" algn="l"/>
              </a:tabLst>
            </a:lvl1pPr>
            <a:lvl2pPr marL="0" lvl="1" algn="ctr" defTabSz="1135063" eaLnBrk="0" latinLnBrk="0" hangingPunct="0">
              <a:lnSpc>
                <a:spcPct val="90000"/>
              </a:lnSpc>
              <a:buClr>
                <a:srgbClr val="3271AA"/>
              </a:buClr>
              <a:buSzPct val="140000"/>
              <a:tabLst>
                <a:tab pos="6149975" algn="l"/>
              </a:tabLst>
              <a:defRPr sz="900">
                <a:latin typeface="Rix고딕 B" pitchFamily="18" charset="-127"/>
                <a:ea typeface="Rix고딕 B" pitchFamily="18" charset="-127"/>
              </a:defRPr>
            </a:lvl2pPr>
            <a:lvl3pPr marL="1143000" indent="-228600" defTabSz="1135063" eaLnBrk="0" hangingPunct="0">
              <a:tabLst>
                <a:tab pos="6149975" algn="l"/>
              </a:tabLst>
            </a:lvl3pPr>
            <a:lvl4pPr marL="1600200" indent="-228600" defTabSz="1135063" eaLnBrk="0" hangingPunct="0">
              <a:tabLst>
                <a:tab pos="6149975" algn="l"/>
              </a:tabLst>
            </a:lvl4pPr>
            <a:lvl5pPr marL="2057400" indent="-228600" defTabSz="1135063" eaLnBrk="0" hangingPunct="0">
              <a:tabLst>
                <a:tab pos="6149975" algn="l"/>
              </a:tabLst>
            </a:lvl5pPr>
            <a:lvl6pPr marL="2514600" indent="-228600" defTabSz="1135063" eaLnBrk="0" fontAlgn="base" hangingPunct="0">
              <a:spcBef>
                <a:spcPct val="0"/>
              </a:spcBef>
              <a:spcAft>
                <a:spcPct val="0"/>
              </a:spcAft>
              <a:tabLst>
                <a:tab pos="6149975" algn="l"/>
              </a:tabLst>
            </a:lvl6pPr>
            <a:lvl7pPr marL="2971800" indent="-228600" defTabSz="1135063" eaLnBrk="0" fontAlgn="base" hangingPunct="0">
              <a:spcBef>
                <a:spcPct val="0"/>
              </a:spcBef>
              <a:spcAft>
                <a:spcPct val="0"/>
              </a:spcAft>
              <a:tabLst>
                <a:tab pos="6149975" algn="l"/>
              </a:tabLst>
            </a:lvl7pPr>
            <a:lvl8pPr marL="3429000" indent="-228600" defTabSz="1135063" eaLnBrk="0" fontAlgn="base" hangingPunct="0">
              <a:spcBef>
                <a:spcPct val="0"/>
              </a:spcBef>
              <a:spcAft>
                <a:spcPct val="0"/>
              </a:spcAft>
              <a:tabLst>
                <a:tab pos="6149975" algn="l"/>
              </a:tabLst>
            </a:lvl8pPr>
            <a:lvl9pPr marL="3886200" indent="-228600" defTabSz="1135063" eaLnBrk="0" fontAlgn="base" hangingPunct="0">
              <a:spcBef>
                <a:spcPct val="0"/>
              </a:spcBef>
              <a:spcAft>
                <a:spcPct val="0"/>
              </a:spcAft>
              <a:tabLst>
                <a:tab pos="6149975" algn="l"/>
              </a:tabLst>
            </a:lvl9pPr>
          </a:lstStyle>
          <a:p>
            <a:pPr lvl="1" algn="l"/>
            <a:r>
              <a:rPr lang="ko-KR" altLang="en-US" sz="1300" spc="-1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Rix고딕 M" pitchFamily="18" charset="-127"/>
                <a:ea typeface="Rix고딕 M" pitchFamily="18" charset="-127"/>
                <a:sym typeface="Symbol" pitchFamily="18" charset="2"/>
              </a:rPr>
              <a:t>제안 장비내 </a:t>
            </a:r>
            <a:r>
              <a:rPr lang="ko-KR" altLang="en-US" sz="1300" spc="-100" dirty="0">
                <a:solidFill>
                  <a:schemeClr val="tx1">
                    <a:lumMod val="95000"/>
                    <a:lumOff val="5000"/>
                  </a:schemeClr>
                </a:solidFill>
                <a:latin typeface="Rix고딕 M" pitchFamily="18" charset="-127"/>
                <a:ea typeface="Rix고딕 M" pitchFamily="18" charset="-127"/>
                <a:sym typeface="Symbol" pitchFamily="18" charset="2"/>
              </a:rPr>
              <a:t>설치되는 </a:t>
            </a:r>
            <a:r>
              <a:rPr lang="en-US" altLang="ko-KR" sz="1300" spc="-100" dirty="0">
                <a:solidFill>
                  <a:schemeClr val="tx1">
                    <a:lumMod val="95000"/>
                    <a:lumOff val="5000"/>
                  </a:schemeClr>
                </a:solidFill>
                <a:latin typeface="Rix고딕 M" pitchFamily="18" charset="-127"/>
                <a:ea typeface="Rix고딕 M" pitchFamily="18" charset="-127"/>
                <a:sym typeface="Symbol" pitchFamily="18" charset="2"/>
              </a:rPr>
              <a:t>GBIC</a:t>
            </a:r>
            <a:r>
              <a:rPr lang="ko-KR" altLang="en-US" sz="1300" spc="-100" dirty="0">
                <a:solidFill>
                  <a:schemeClr val="tx1">
                    <a:lumMod val="95000"/>
                    <a:lumOff val="5000"/>
                  </a:schemeClr>
                </a:solidFill>
                <a:latin typeface="Rix고딕 M" pitchFamily="18" charset="-127"/>
                <a:ea typeface="Rix고딕 M" pitchFamily="18" charset="-127"/>
                <a:sym typeface="Symbol" pitchFamily="18" charset="2"/>
              </a:rPr>
              <a:t>은 </a:t>
            </a:r>
            <a:r>
              <a:rPr lang="en-US" altLang="ko-KR" sz="1300" spc="-100" dirty="0">
                <a:solidFill>
                  <a:schemeClr val="tx1">
                    <a:lumMod val="95000"/>
                    <a:lumOff val="5000"/>
                  </a:schemeClr>
                </a:solidFill>
                <a:latin typeface="Rix고딕 M" pitchFamily="18" charset="-127"/>
                <a:ea typeface="Rix고딕 M" pitchFamily="18" charset="-127"/>
                <a:sym typeface="Symbol" pitchFamily="18" charset="2"/>
              </a:rPr>
              <a:t>Cisco </a:t>
            </a:r>
            <a:r>
              <a:rPr lang="ko-KR" altLang="en-US" sz="1300" spc="-100" dirty="0">
                <a:solidFill>
                  <a:schemeClr val="tx1">
                    <a:lumMod val="95000"/>
                    <a:lumOff val="5000"/>
                  </a:schemeClr>
                </a:solidFill>
                <a:latin typeface="Rix고딕 M" pitchFamily="18" charset="-127"/>
                <a:ea typeface="Rix고딕 M" pitchFamily="18" charset="-127"/>
                <a:sym typeface="Symbol" pitchFamily="18" charset="2"/>
              </a:rPr>
              <a:t>정품 사용</a:t>
            </a:r>
          </a:p>
        </p:txBody>
      </p:sp>
    </p:spTree>
    <p:extLst>
      <p:ext uri="{BB962C8B-B14F-4D97-AF65-F5344CB8AC3E}">
        <p14:creationId xmlns:p14="http://schemas.microsoft.com/office/powerpoint/2010/main" val="20053625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직사각형 202"/>
          <p:cNvSpPr/>
          <p:nvPr/>
        </p:nvSpPr>
        <p:spPr>
          <a:xfrm>
            <a:off x="0" y="0"/>
            <a:ext cx="10693400" cy="7561263"/>
          </a:xfrm>
          <a:prstGeom prst="rect">
            <a:avLst/>
          </a:prstGeom>
          <a:solidFill>
            <a:schemeClr val="tx1">
              <a:alpha val="8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4" name="직사각형 203"/>
          <p:cNvSpPr/>
          <p:nvPr/>
        </p:nvSpPr>
        <p:spPr>
          <a:xfrm>
            <a:off x="2" y="763588"/>
            <a:ext cx="10693399" cy="608625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 smtClean="0"/>
          </a:p>
        </p:txBody>
      </p:sp>
      <p:sp>
        <p:nvSpPr>
          <p:cNvPr id="205" name="직사각형 204"/>
          <p:cNvSpPr/>
          <p:nvPr/>
        </p:nvSpPr>
        <p:spPr>
          <a:xfrm rot="5400000" flipV="1">
            <a:off x="5042365" y="-4226440"/>
            <a:ext cx="608672" cy="1069339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6" name="Rectangle 209"/>
          <p:cNvSpPr>
            <a:spLocks noChangeArrowheads="1"/>
          </p:cNvSpPr>
          <p:nvPr/>
        </p:nvSpPr>
        <p:spPr bwMode="auto">
          <a:xfrm>
            <a:off x="133349" y="904330"/>
            <a:ext cx="10410825" cy="4454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104306" tIns="52153" rIns="104306" bIns="52153">
            <a:spAutoFit/>
          </a:bodyPr>
          <a:lstStyle/>
          <a:p>
            <a:pPr algn="ctr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ko-KR" altLang="en-US" sz="2450" spc="-250" dirty="0">
                <a:ln/>
                <a:solidFill>
                  <a:schemeClr val="bg1"/>
                </a:solidFill>
                <a:latin typeface="Rix모던고딕 EB" pitchFamily="18" charset="-127"/>
                <a:ea typeface="Rix모던고딕 EB" pitchFamily="18" charset="-127"/>
              </a:rPr>
              <a:t>제안 네트워크 장비는 국방부에 구축 운영 중 장비와 동일 벤더로 완벽한 호환성을 보장합니다</a:t>
            </a:r>
            <a:r>
              <a:rPr lang="en-US" altLang="ko-KR" sz="2450" spc="-250" dirty="0">
                <a:ln/>
                <a:solidFill>
                  <a:schemeClr val="bg1"/>
                </a:solidFill>
                <a:latin typeface="Rix모던고딕 EB" pitchFamily="18" charset="-127"/>
                <a:ea typeface="Rix모던고딕 EB" pitchFamily="18" charset="-127"/>
              </a:rPr>
              <a:t>.</a:t>
            </a:r>
          </a:p>
        </p:txBody>
      </p:sp>
      <p:grpSp>
        <p:nvGrpSpPr>
          <p:cNvPr id="2" name="그룹 1"/>
          <p:cNvGrpSpPr/>
          <p:nvPr/>
        </p:nvGrpSpPr>
        <p:grpSpPr>
          <a:xfrm>
            <a:off x="171840" y="1472898"/>
            <a:ext cx="10294831" cy="5148424"/>
            <a:chOff x="364789" y="1483289"/>
            <a:chExt cx="9992061" cy="5148424"/>
          </a:xfrm>
        </p:grpSpPr>
        <p:pic>
          <p:nvPicPr>
            <p:cNvPr id="432" name="Picture 3" descr="G:\work\다원아이씨티\국방전산정보원\이미지들-13.png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27059" y="4776841"/>
              <a:ext cx="1100239" cy="168350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26" name="TextBox 225"/>
            <p:cNvSpPr txBox="1"/>
            <p:nvPr/>
          </p:nvSpPr>
          <p:spPr>
            <a:xfrm>
              <a:off x="3259863" y="6272682"/>
              <a:ext cx="336066" cy="153888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ctr"/>
              <a:r>
                <a:rPr lang="ko-KR" altLang="en-US" sz="1000" dirty="0">
                  <a:solidFill>
                    <a:schemeClr val="bg1"/>
                  </a:solidFill>
                  <a:latin typeface="Rix모던고딕 M" panose="02020603020101020101" pitchFamily="18" charset="-127"/>
                  <a:ea typeface="Rix모던고딕 M" panose="02020603020101020101" pitchFamily="18" charset="-127"/>
                </a:rPr>
                <a:t>관제실</a:t>
              </a:r>
            </a:p>
          </p:txBody>
        </p:sp>
        <p:sp>
          <p:nvSpPr>
            <p:cNvPr id="230" name="정육면체 229"/>
            <p:cNvSpPr/>
            <p:nvPr/>
          </p:nvSpPr>
          <p:spPr>
            <a:xfrm>
              <a:off x="705132" y="6174271"/>
              <a:ext cx="980270" cy="209682"/>
            </a:xfrm>
            <a:prstGeom prst="cube">
              <a:avLst/>
            </a:prstGeom>
            <a:solidFill>
              <a:schemeClr val="bg1">
                <a:lumMod val="85000"/>
                <a:alpha val="50000"/>
              </a:schemeClr>
            </a:solidFill>
            <a:ln w="63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6487" tIns="48244" rIns="96487" bIns="48244" rtlCol="0" anchor="ctr"/>
            <a:lstStyle/>
            <a:p>
              <a:pPr algn="ctr"/>
              <a:endParaRPr lang="ko-KR" altLang="en-US" sz="1700" dirty="0"/>
            </a:p>
          </p:txBody>
        </p:sp>
        <p:sp>
          <p:nvSpPr>
            <p:cNvPr id="231" name="정육면체 230"/>
            <p:cNvSpPr/>
            <p:nvPr/>
          </p:nvSpPr>
          <p:spPr>
            <a:xfrm>
              <a:off x="705132" y="6020474"/>
              <a:ext cx="980270" cy="209682"/>
            </a:xfrm>
            <a:prstGeom prst="cube">
              <a:avLst/>
            </a:prstGeom>
            <a:solidFill>
              <a:schemeClr val="bg1">
                <a:lumMod val="85000"/>
                <a:alpha val="50000"/>
              </a:schemeClr>
            </a:solidFill>
            <a:ln w="63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6487" tIns="48244" rIns="96487" bIns="48244" rtlCol="0" anchor="ctr"/>
            <a:lstStyle/>
            <a:p>
              <a:pPr algn="ctr"/>
              <a:endParaRPr lang="ko-KR" altLang="en-US" sz="1700" dirty="0"/>
            </a:p>
          </p:txBody>
        </p:sp>
        <p:cxnSp>
          <p:nvCxnSpPr>
            <p:cNvPr id="232" name="구부러진 연결선 231"/>
            <p:cNvCxnSpPr>
              <a:stCxn id="249" idx="3"/>
              <a:endCxn id="226" idx="1"/>
            </p:cNvCxnSpPr>
            <p:nvPr/>
          </p:nvCxnSpPr>
          <p:spPr bwMode="auto">
            <a:xfrm>
              <a:off x="1373885" y="6156075"/>
              <a:ext cx="1885978" cy="193551"/>
            </a:xfrm>
            <a:prstGeom prst="curvedConnector3">
              <a:avLst>
                <a:gd name="adj1" fmla="val 50000"/>
              </a:avLst>
            </a:prstGeom>
            <a:solidFill>
              <a:schemeClr val="bg2">
                <a:lumMod val="90000"/>
                <a:alpha val="53000"/>
              </a:schemeClr>
            </a:solidFill>
            <a:ln w="38100">
              <a:solidFill>
                <a:schemeClr val="accent5">
                  <a:alpha val="69804"/>
                </a:schemeClr>
              </a:solidFill>
              <a:headEnd type="none" w="med" len="med"/>
              <a:tailEnd type="triangl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ex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233" name="TextBox 232"/>
            <p:cNvSpPr txBox="1"/>
            <p:nvPr/>
          </p:nvSpPr>
          <p:spPr>
            <a:xfrm>
              <a:off x="2277484" y="4801538"/>
              <a:ext cx="482317" cy="16927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ctr"/>
              <a:r>
                <a:rPr lang="en-US" altLang="ko-KR" sz="1100" dirty="0" smtClean="0">
                  <a:solidFill>
                    <a:srgbClr val="C00000"/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</a:rPr>
                <a:t>20G x 2</a:t>
              </a:r>
              <a:endParaRPr lang="ko-KR" altLang="en-US" sz="1100" dirty="0">
                <a:solidFill>
                  <a:srgbClr val="C00000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endParaRPr>
            </a:p>
          </p:txBody>
        </p:sp>
        <p:sp>
          <p:nvSpPr>
            <p:cNvPr id="234" name="모서리가 둥근 직사각형 233"/>
            <p:cNvSpPr/>
            <p:nvPr/>
          </p:nvSpPr>
          <p:spPr>
            <a:xfrm>
              <a:off x="3637636" y="3322814"/>
              <a:ext cx="638932" cy="196632"/>
            </a:xfrm>
            <a:prstGeom prst="roundRect">
              <a:avLst>
                <a:gd name="adj" fmla="val 0"/>
              </a:avLst>
            </a:prstGeom>
            <a:solidFill>
              <a:schemeClr val="accent5"/>
            </a:solidFill>
            <a:ln w="12700" cap="rnd" cmpd="sng">
              <a:noFill/>
              <a:prstDash val="solid"/>
              <a:headEnd type="none" w="lg" len="med"/>
              <a:tailEnd type="none" w="lg" len="med"/>
            </a:ln>
            <a:effectLst/>
          </p:spPr>
          <p:style>
            <a:lnRef idx="1">
              <a:schemeClr val="accent5"/>
            </a:lnRef>
            <a:fillRef idx="3">
              <a:schemeClr val="accent5"/>
            </a:fillRef>
            <a:effectRef idx="2">
              <a:schemeClr val="accent5"/>
            </a:effectRef>
            <a:fontRef idx="minor">
              <a:schemeClr val="lt1"/>
            </a:fontRef>
          </p:style>
          <p:txBody>
            <a:bodyPr wrap="none" lIns="0" tIns="0" rIns="0" bIns="0" anchor="ctr" anchorCtr="0">
              <a:scene3d>
                <a:camera prst="orthographicFront"/>
                <a:lightRig rig="threePt" dir="t"/>
              </a:scene3d>
              <a:sp3d>
                <a:bevelT w="1270" h="12700"/>
              </a:sp3d>
            </a:bodyPr>
            <a:lstStyle/>
            <a:p>
              <a:pPr algn="ctr" latinLnBrk="0"/>
              <a:r>
                <a:rPr lang="ko-KR" altLang="en-US" sz="1100" spc="-50" dirty="0">
                  <a:gradFill flip="none" rotWithShape="1">
                    <a:gsLst>
                      <a:gs pos="0">
                        <a:prstClr val="white">
                          <a:lumMod val="0"/>
                          <a:lumOff val="100000"/>
                        </a:prstClr>
                      </a:gs>
                      <a:gs pos="100000">
                        <a:prstClr val="white">
                          <a:lumMod val="0"/>
                          <a:lumOff val="100000"/>
                        </a:prstClr>
                      </a:gs>
                    </a:gsLst>
                    <a:lin ang="6000000" scaled="0"/>
                    <a:tileRect/>
                  </a:gradFill>
                  <a:latin typeface="Rix모던고딕 B" panose="02020603020101020101" pitchFamily="18" charset="-127"/>
                  <a:ea typeface="Rix모던고딕 B" panose="02020603020101020101" pitchFamily="18" charset="-127"/>
                </a:rPr>
                <a:t>시설본부</a:t>
              </a:r>
            </a:p>
          </p:txBody>
        </p:sp>
        <p:cxnSp>
          <p:nvCxnSpPr>
            <p:cNvPr id="235" name="직선 연결선 234"/>
            <p:cNvCxnSpPr/>
            <p:nvPr/>
          </p:nvCxnSpPr>
          <p:spPr>
            <a:xfrm>
              <a:off x="4840201" y="3466335"/>
              <a:ext cx="0" cy="303011"/>
            </a:xfrm>
            <a:prstGeom prst="line">
              <a:avLst/>
            </a:prstGeom>
            <a:ln w="28575" cap="rnd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236" name="Picture 37" descr="building_f_grey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55739" y="2474931"/>
              <a:ext cx="601206" cy="45057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237" name="직선 연결선 236"/>
            <p:cNvCxnSpPr>
              <a:stCxn id="236" idx="3"/>
            </p:cNvCxnSpPr>
            <p:nvPr/>
          </p:nvCxnSpPr>
          <p:spPr>
            <a:xfrm flipV="1">
              <a:off x="3856944" y="1999054"/>
              <a:ext cx="482117" cy="701161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8" name="직선 연결선 237"/>
            <p:cNvCxnSpPr>
              <a:stCxn id="236" idx="3"/>
            </p:cNvCxnSpPr>
            <p:nvPr/>
          </p:nvCxnSpPr>
          <p:spPr>
            <a:xfrm flipV="1">
              <a:off x="3856944" y="2373517"/>
              <a:ext cx="482117" cy="326698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9" name="직선 연결선 238"/>
            <p:cNvCxnSpPr>
              <a:stCxn id="236" idx="3"/>
            </p:cNvCxnSpPr>
            <p:nvPr/>
          </p:nvCxnSpPr>
          <p:spPr>
            <a:xfrm>
              <a:off x="3856944" y="2700214"/>
              <a:ext cx="482117" cy="43201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0" name="직선 연결선 239"/>
            <p:cNvCxnSpPr>
              <a:stCxn id="236" idx="3"/>
            </p:cNvCxnSpPr>
            <p:nvPr/>
          </p:nvCxnSpPr>
          <p:spPr>
            <a:xfrm>
              <a:off x="3856944" y="2700217"/>
              <a:ext cx="482117" cy="426467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241" name="Picture 37" descr="building_f_grey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93349" y="2474394"/>
              <a:ext cx="601206" cy="45057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42" name="모서리가 둥근 직사각형 241"/>
            <p:cNvSpPr/>
            <p:nvPr/>
          </p:nvSpPr>
          <p:spPr>
            <a:xfrm>
              <a:off x="3274979" y="2270251"/>
              <a:ext cx="609577" cy="195675"/>
            </a:xfrm>
            <a:prstGeom prst="roundRect">
              <a:avLst>
                <a:gd name="adj" fmla="val 0"/>
              </a:avLst>
            </a:prstGeom>
            <a:solidFill>
              <a:schemeClr val="accent5"/>
            </a:solidFill>
            <a:ln w="12700" cap="rnd" cmpd="sng">
              <a:noFill/>
              <a:prstDash val="solid"/>
              <a:headEnd type="none" w="lg" len="med"/>
              <a:tailEnd type="none" w="lg" len="med"/>
            </a:ln>
            <a:effectLst/>
          </p:spPr>
          <p:style>
            <a:lnRef idx="1">
              <a:schemeClr val="accent5"/>
            </a:lnRef>
            <a:fillRef idx="3">
              <a:schemeClr val="accent5"/>
            </a:fillRef>
            <a:effectRef idx="2">
              <a:schemeClr val="accent5"/>
            </a:effectRef>
            <a:fontRef idx="minor">
              <a:schemeClr val="lt1"/>
            </a:fontRef>
          </p:style>
          <p:txBody>
            <a:bodyPr wrap="none" lIns="0" tIns="0" rIns="0" bIns="0" anchor="ctr" anchorCtr="0">
              <a:scene3d>
                <a:camera prst="orthographicFront"/>
                <a:lightRig rig="threePt" dir="t"/>
              </a:scene3d>
              <a:sp3d>
                <a:bevelT w="1270" h="12700"/>
              </a:sp3d>
            </a:bodyPr>
            <a:lstStyle/>
            <a:p>
              <a:pPr algn="ctr" latinLnBrk="0"/>
              <a:r>
                <a:rPr lang="ko-KR" altLang="en-US" sz="1100" spc="-50" smtClean="0">
                  <a:gradFill flip="none" rotWithShape="1">
                    <a:gsLst>
                      <a:gs pos="0">
                        <a:prstClr val="white">
                          <a:lumMod val="0"/>
                          <a:lumOff val="100000"/>
                        </a:prstClr>
                      </a:gs>
                      <a:gs pos="100000">
                        <a:prstClr val="white">
                          <a:lumMod val="0"/>
                          <a:lumOff val="100000"/>
                        </a:prstClr>
                      </a:gs>
                    </a:gsLst>
                    <a:lin ang="6000000" scaled="0"/>
                    <a:tileRect/>
                  </a:gradFill>
                  <a:latin typeface="Rix모던고딕 B" panose="02020603020101020101" pitchFamily="18" charset="-127"/>
                  <a:ea typeface="Rix모던고딕 B" panose="02020603020101020101" pitchFamily="18" charset="-127"/>
                </a:rPr>
                <a:t>함참</a:t>
              </a:r>
              <a:endParaRPr lang="ko-KR" altLang="en-US" sz="1100" spc="-50" dirty="0">
                <a:gradFill flip="none" rotWithShape="1">
                  <a:gsLst>
                    <a:gs pos="0">
                      <a:prstClr val="white">
                        <a:lumMod val="0"/>
                        <a:lumOff val="100000"/>
                      </a:prstClr>
                    </a:gs>
                    <a:gs pos="100000">
                      <a:prstClr val="white">
                        <a:lumMod val="0"/>
                        <a:lumOff val="100000"/>
                      </a:prstClr>
                    </a:gs>
                  </a:gsLst>
                  <a:lin ang="6000000" scaled="0"/>
                  <a:tileRect/>
                </a:gradFill>
                <a:latin typeface="Rix모던고딕 B" panose="02020603020101020101" pitchFamily="18" charset="-127"/>
                <a:ea typeface="Rix모던고딕 B" panose="02020603020101020101" pitchFamily="18" charset="-127"/>
              </a:endParaRPr>
            </a:p>
          </p:txBody>
        </p:sp>
        <p:sp>
          <p:nvSpPr>
            <p:cNvPr id="243" name="모서리가 둥근 직사각형 242"/>
            <p:cNvSpPr/>
            <p:nvPr/>
          </p:nvSpPr>
          <p:spPr>
            <a:xfrm>
              <a:off x="891942" y="2271805"/>
              <a:ext cx="609577" cy="195675"/>
            </a:xfrm>
            <a:prstGeom prst="roundRect">
              <a:avLst>
                <a:gd name="adj" fmla="val 0"/>
              </a:avLst>
            </a:prstGeom>
            <a:solidFill>
              <a:schemeClr val="accent5"/>
            </a:solidFill>
            <a:ln w="12700" cap="rnd" cmpd="sng">
              <a:noFill/>
              <a:prstDash val="solid"/>
              <a:headEnd type="none" w="lg" len="med"/>
              <a:tailEnd type="none" w="lg" len="med"/>
            </a:ln>
            <a:effectLst/>
          </p:spPr>
          <p:style>
            <a:lnRef idx="1">
              <a:schemeClr val="accent5"/>
            </a:lnRef>
            <a:fillRef idx="3">
              <a:schemeClr val="accent5"/>
            </a:fillRef>
            <a:effectRef idx="2">
              <a:schemeClr val="accent5"/>
            </a:effectRef>
            <a:fontRef idx="minor">
              <a:schemeClr val="lt1"/>
            </a:fontRef>
          </p:style>
          <p:txBody>
            <a:bodyPr wrap="none" lIns="0" tIns="0" rIns="0" bIns="0" anchor="ctr" anchorCtr="0">
              <a:scene3d>
                <a:camera prst="orthographicFront"/>
                <a:lightRig rig="threePt" dir="t"/>
              </a:scene3d>
              <a:sp3d>
                <a:bevelT w="1270" h="12700"/>
              </a:sp3d>
            </a:bodyPr>
            <a:lstStyle/>
            <a:p>
              <a:pPr algn="ctr" latinLnBrk="0"/>
              <a:r>
                <a:rPr lang="ko-KR" altLang="en-US" sz="1100" spc="-50" smtClean="0">
                  <a:gradFill flip="none" rotWithShape="1">
                    <a:gsLst>
                      <a:gs pos="0">
                        <a:prstClr val="white">
                          <a:lumMod val="0"/>
                          <a:lumOff val="100000"/>
                        </a:prstClr>
                      </a:gs>
                      <a:gs pos="100000">
                        <a:prstClr val="white">
                          <a:lumMod val="0"/>
                          <a:lumOff val="100000"/>
                        </a:prstClr>
                      </a:gs>
                    </a:gsLst>
                    <a:lin ang="6000000" scaled="0"/>
                    <a:tileRect/>
                  </a:gradFill>
                  <a:latin typeface="Rix모던고딕 B" panose="02020603020101020101" pitchFamily="18" charset="-127"/>
                  <a:ea typeface="Rix모던고딕 B" panose="02020603020101020101" pitchFamily="18" charset="-127"/>
                </a:rPr>
                <a:t>신관</a:t>
              </a:r>
              <a:endParaRPr lang="ko-KR" altLang="en-US" sz="1100" spc="-50" dirty="0">
                <a:gradFill flip="none" rotWithShape="1">
                  <a:gsLst>
                    <a:gs pos="0">
                      <a:prstClr val="white">
                        <a:lumMod val="0"/>
                        <a:lumOff val="100000"/>
                      </a:prstClr>
                    </a:gs>
                    <a:gs pos="100000">
                      <a:prstClr val="white">
                        <a:lumMod val="0"/>
                        <a:lumOff val="100000"/>
                      </a:prstClr>
                    </a:gs>
                  </a:gsLst>
                  <a:lin ang="6000000" scaled="0"/>
                  <a:tileRect/>
                </a:gradFill>
                <a:latin typeface="Rix모던고딕 B" panose="02020603020101020101" pitchFamily="18" charset="-127"/>
                <a:ea typeface="Rix모던고딕 B" panose="02020603020101020101" pitchFamily="18" charset="-127"/>
              </a:endParaRPr>
            </a:p>
          </p:txBody>
        </p:sp>
        <p:sp>
          <p:nvSpPr>
            <p:cNvPr id="244" name="정육면체 243"/>
            <p:cNvSpPr/>
            <p:nvPr/>
          </p:nvSpPr>
          <p:spPr>
            <a:xfrm>
              <a:off x="705132" y="5863015"/>
              <a:ext cx="980270" cy="209682"/>
            </a:xfrm>
            <a:prstGeom prst="cube">
              <a:avLst/>
            </a:prstGeom>
            <a:solidFill>
              <a:schemeClr val="bg1">
                <a:lumMod val="85000"/>
                <a:alpha val="50000"/>
              </a:schemeClr>
            </a:solidFill>
            <a:ln w="63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6487" tIns="48244" rIns="96487" bIns="48244" rtlCol="0" anchor="ctr"/>
            <a:lstStyle/>
            <a:p>
              <a:pPr algn="ctr"/>
              <a:endParaRPr lang="ko-KR" altLang="en-US" sz="1700" dirty="0"/>
            </a:p>
          </p:txBody>
        </p:sp>
        <p:sp>
          <p:nvSpPr>
            <p:cNvPr id="245" name="정육면체 244"/>
            <p:cNvSpPr/>
            <p:nvPr/>
          </p:nvSpPr>
          <p:spPr>
            <a:xfrm>
              <a:off x="705132" y="5709218"/>
              <a:ext cx="980270" cy="209682"/>
            </a:xfrm>
            <a:prstGeom prst="cube">
              <a:avLst/>
            </a:prstGeom>
            <a:solidFill>
              <a:schemeClr val="bg1">
                <a:lumMod val="85000"/>
                <a:alpha val="50000"/>
              </a:schemeClr>
            </a:solidFill>
            <a:ln w="63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6487" tIns="48244" rIns="96487" bIns="48244" rtlCol="0" anchor="ctr"/>
            <a:lstStyle/>
            <a:p>
              <a:pPr algn="ctr"/>
              <a:endParaRPr lang="ko-KR" altLang="en-US" sz="1700" dirty="0"/>
            </a:p>
          </p:txBody>
        </p:sp>
        <p:sp>
          <p:nvSpPr>
            <p:cNvPr id="246" name="정육면체 245"/>
            <p:cNvSpPr/>
            <p:nvPr/>
          </p:nvSpPr>
          <p:spPr>
            <a:xfrm>
              <a:off x="705132" y="5551899"/>
              <a:ext cx="980270" cy="209682"/>
            </a:xfrm>
            <a:prstGeom prst="cube">
              <a:avLst/>
            </a:prstGeom>
            <a:solidFill>
              <a:schemeClr val="bg1">
                <a:lumMod val="85000"/>
                <a:alpha val="50000"/>
              </a:schemeClr>
            </a:solidFill>
            <a:ln w="63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6487" tIns="48244" rIns="96487" bIns="48244" rtlCol="0" anchor="ctr"/>
            <a:lstStyle/>
            <a:p>
              <a:pPr algn="ctr"/>
              <a:endParaRPr lang="ko-KR" altLang="en-US" sz="1700" dirty="0"/>
            </a:p>
          </p:txBody>
        </p:sp>
        <p:sp>
          <p:nvSpPr>
            <p:cNvPr id="247" name="TextBox 246"/>
            <p:cNvSpPr txBox="1"/>
            <p:nvPr/>
          </p:nvSpPr>
          <p:spPr>
            <a:xfrm>
              <a:off x="549640" y="6229653"/>
              <a:ext cx="146564" cy="158288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ctr"/>
              <a:r>
                <a:rPr lang="en-US" altLang="ko-KR" sz="900" dirty="0">
                  <a:latin typeface="Rix모던고딕 L" panose="02020603020101020101" pitchFamily="18" charset="-127"/>
                  <a:ea typeface="Rix모던고딕 L" panose="02020603020101020101" pitchFamily="18" charset="-127"/>
                </a:rPr>
                <a:t>1F</a:t>
              </a:r>
              <a:endParaRPr lang="ko-KR" altLang="en-US" sz="900" dirty="0">
                <a:latin typeface="Rix모던고딕 L" panose="02020603020101020101" pitchFamily="18" charset="-127"/>
                <a:ea typeface="Rix모던고딕 L" panose="02020603020101020101" pitchFamily="18" charset="-127"/>
              </a:endParaRPr>
            </a:p>
          </p:txBody>
        </p:sp>
        <p:sp>
          <p:nvSpPr>
            <p:cNvPr id="248" name="TextBox 247"/>
            <p:cNvSpPr txBox="1"/>
            <p:nvPr/>
          </p:nvSpPr>
          <p:spPr>
            <a:xfrm>
              <a:off x="555770" y="5594338"/>
              <a:ext cx="146564" cy="158288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ctr"/>
              <a:r>
                <a:rPr lang="en-US" altLang="ko-KR" sz="900" dirty="0">
                  <a:latin typeface="Rix모던고딕 L" panose="02020603020101020101" pitchFamily="18" charset="-127"/>
                  <a:ea typeface="Rix모던고딕 L" panose="02020603020101020101" pitchFamily="18" charset="-127"/>
                </a:rPr>
                <a:t>5F</a:t>
              </a:r>
              <a:endParaRPr lang="ko-KR" altLang="en-US" sz="900" dirty="0">
                <a:latin typeface="Rix모던고딕 L" panose="02020603020101020101" pitchFamily="18" charset="-127"/>
                <a:ea typeface="Rix모던고딕 L" panose="02020603020101020101" pitchFamily="18" charset="-127"/>
              </a:endParaRPr>
            </a:p>
          </p:txBody>
        </p:sp>
        <p:sp>
          <p:nvSpPr>
            <p:cNvPr id="249" name="TextBox 248"/>
            <p:cNvSpPr txBox="1"/>
            <p:nvPr/>
          </p:nvSpPr>
          <p:spPr>
            <a:xfrm>
              <a:off x="1016638" y="6076931"/>
              <a:ext cx="357247" cy="158288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ctr"/>
              <a:r>
                <a:rPr lang="ko-KR" altLang="en-US" sz="900" dirty="0">
                  <a:solidFill>
                    <a:schemeClr val="bg1">
                      <a:lumMod val="65000"/>
                    </a:schemeClr>
                  </a:solidFill>
                  <a:latin typeface="Rix모던고딕 M" panose="02020603020101020101" pitchFamily="18" charset="-127"/>
                  <a:ea typeface="Rix모던고딕 M" panose="02020603020101020101" pitchFamily="18" charset="-127"/>
                </a:rPr>
                <a:t>관제실</a:t>
              </a:r>
            </a:p>
          </p:txBody>
        </p:sp>
        <p:cxnSp>
          <p:nvCxnSpPr>
            <p:cNvPr id="250" name="직선 연결선 249"/>
            <p:cNvCxnSpPr/>
            <p:nvPr/>
          </p:nvCxnSpPr>
          <p:spPr>
            <a:xfrm>
              <a:off x="624636" y="5837151"/>
              <a:ext cx="0" cy="303011"/>
            </a:xfrm>
            <a:prstGeom prst="line">
              <a:avLst/>
            </a:prstGeom>
            <a:ln w="28575" cap="rnd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8" name="TextBox 257"/>
            <p:cNvSpPr txBox="1"/>
            <p:nvPr/>
          </p:nvSpPr>
          <p:spPr>
            <a:xfrm>
              <a:off x="2964139" y="4846334"/>
              <a:ext cx="227174" cy="158288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ctr"/>
              <a:r>
                <a:rPr lang="en-US" altLang="ko-KR" sz="900" dirty="0">
                  <a:latin typeface="Rix모던고딕 L" panose="02020603020101020101" pitchFamily="18" charset="-127"/>
                  <a:ea typeface="Rix모던고딕 L" panose="02020603020101020101" pitchFamily="18" charset="-127"/>
                </a:rPr>
                <a:t>10F</a:t>
              </a:r>
              <a:endParaRPr lang="ko-KR" altLang="en-US" sz="900" dirty="0">
                <a:latin typeface="Rix모던고딕 L" panose="02020603020101020101" pitchFamily="18" charset="-127"/>
                <a:ea typeface="Rix모던고딕 L" panose="02020603020101020101" pitchFamily="18" charset="-127"/>
              </a:endParaRPr>
            </a:p>
          </p:txBody>
        </p:sp>
        <p:sp>
          <p:nvSpPr>
            <p:cNvPr id="259" name="TextBox 258"/>
            <p:cNvSpPr txBox="1"/>
            <p:nvPr/>
          </p:nvSpPr>
          <p:spPr>
            <a:xfrm>
              <a:off x="3001212" y="6267368"/>
              <a:ext cx="146564" cy="158288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ctr"/>
              <a:r>
                <a:rPr lang="en-US" altLang="ko-KR" sz="900" dirty="0">
                  <a:latin typeface="Rix모던고딕 L" panose="02020603020101020101" pitchFamily="18" charset="-127"/>
                  <a:ea typeface="Rix모던고딕 L" panose="02020603020101020101" pitchFamily="18" charset="-127"/>
                </a:rPr>
                <a:t>1F</a:t>
              </a:r>
              <a:endParaRPr lang="ko-KR" altLang="en-US" sz="900" dirty="0">
                <a:latin typeface="Rix모던고딕 L" panose="02020603020101020101" pitchFamily="18" charset="-127"/>
                <a:ea typeface="Rix모던고딕 L" panose="02020603020101020101" pitchFamily="18" charset="-127"/>
              </a:endParaRPr>
            </a:p>
          </p:txBody>
        </p:sp>
        <p:sp>
          <p:nvSpPr>
            <p:cNvPr id="261" name="모서리가 둥근 직사각형 260"/>
            <p:cNvSpPr/>
            <p:nvPr/>
          </p:nvSpPr>
          <p:spPr>
            <a:xfrm>
              <a:off x="3341995" y="4643621"/>
              <a:ext cx="670536" cy="195675"/>
            </a:xfrm>
            <a:prstGeom prst="roundRect">
              <a:avLst>
                <a:gd name="adj" fmla="val 0"/>
              </a:avLst>
            </a:prstGeom>
            <a:solidFill>
              <a:schemeClr val="accent5"/>
            </a:solidFill>
            <a:ln w="12700" cap="rnd" cmpd="sng">
              <a:noFill/>
              <a:prstDash val="solid"/>
              <a:headEnd type="none" w="lg" len="med"/>
              <a:tailEnd type="none" w="lg" len="med"/>
            </a:ln>
            <a:effectLst/>
          </p:spPr>
          <p:style>
            <a:lnRef idx="1">
              <a:schemeClr val="accent5"/>
            </a:lnRef>
            <a:fillRef idx="3">
              <a:schemeClr val="accent5"/>
            </a:fillRef>
            <a:effectRef idx="2">
              <a:schemeClr val="accent5"/>
            </a:effectRef>
            <a:fontRef idx="minor">
              <a:schemeClr val="lt1"/>
            </a:fontRef>
          </p:style>
          <p:txBody>
            <a:bodyPr wrap="none" lIns="0" tIns="0" rIns="0" bIns="0" anchor="ctr" anchorCtr="0">
              <a:scene3d>
                <a:camera prst="orthographicFront"/>
                <a:lightRig rig="threePt" dir="t"/>
              </a:scene3d>
              <a:sp3d>
                <a:bevelT w="1270" h="12700"/>
              </a:sp3d>
            </a:bodyPr>
            <a:lstStyle/>
            <a:p>
              <a:pPr algn="ctr" latinLnBrk="0"/>
              <a:r>
                <a:rPr lang="ko-KR" altLang="en-US" sz="1100" spc="-50" dirty="0" smtClean="0">
                  <a:gradFill flip="none" rotWithShape="1">
                    <a:gsLst>
                      <a:gs pos="0">
                        <a:prstClr val="white">
                          <a:lumMod val="0"/>
                          <a:lumOff val="100000"/>
                        </a:prstClr>
                      </a:gs>
                      <a:gs pos="100000">
                        <a:prstClr val="white">
                          <a:lumMod val="0"/>
                          <a:lumOff val="100000"/>
                        </a:prstClr>
                      </a:gs>
                    </a:gsLst>
                    <a:lin ang="6000000" scaled="0"/>
                    <a:tileRect/>
                  </a:gradFill>
                  <a:latin typeface="Rix모던고딕 B" panose="02020603020101020101" pitchFamily="18" charset="-127"/>
                  <a:ea typeface="Rix모던고딕 B" panose="02020603020101020101" pitchFamily="18" charset="-127"/>
                </a:rPr>
                <a:t>별관</a:t>
              </a:r>
              <a:r>
                <a:rPr lang="en-US" altLang="ko-KR" sz="1100" spc="-50" dirty="0" smtClean="0">
                  <a:gradFill flip="none" rotWithShape="1">
                    <a:gsLst>
                      <a:gs pos="0">
                        <a:prstClr val="white">
                          <a:lumMod val="0"/>
                          <a:lumOff val="100000"/>
                        </a:prstClr>
                      </a:gs>
                      <a:gs pos="100000">
                        <a:prstClr val="white">
                          <a:lumMod val="0"/>
                          <a:lumOff val="100000"/>
                        </a:prstClr>
                      </a:gs>
                    </a:gsLst>
                    <a:lin ang="6000000" scaled="0"/>
                    <a:tileRect/>
                  </a:gradFill>
                  <a:latin typeface="Rix모던고딕 B" panose="02020603020101020101" pitchFamily="18" charset="-127"/>
                  <a:ea typeface="Rix모던고딕 B" panose="02020603020101020101" pitchFamily="18" charset="-127"/>
                </a:rPr>
                <a:t>(A</a:t>
              </a:r>
              <a:r>
                <a:rPr lang="ko-KR" altLang="en-US" sz="1100" spc="-50" dirty="0" smtClean="0">
                  <a:gradFill flip="none" rotWithShape="1">
                    <a:gsLst>
                      <a:gs pos="0">
                        <a:prstClr val="white">
                          <a:lumMod val="0"/>
                          <a:lumOff val="100000"/>
                        </a:prstClr>
                      </a:gs>
                      <a:gs pos="100000">
                        <a:prstClr val="white">
                          <a:lumMod val="0"/>
                          <a:lumOff val="100000"/>
                        </a:prstClr>
                      </a:gs>
                    </a:gsLst>
                    <a:lin ang="6000000" scaled="0"/>
                    <a:tileRect/>
                  </a:gradFill>
                  <a:latin typeface="Rix모던고딕 B" panose="02020603020101020101" pitchFamily="18" charset="-127"/>
                  <a:ea typeface="Rix모던고딕 B" panose="02020603020101020101" pitchFamily="18" charset="-127"/>
                </a:rPr>
                <a:t>건물</a:t>
              </a:r>
              <a:r>
                <a:rPr lang="en-US" altLang="ko-KR" sz="1100" spc="-50" dirty="0" smtClean="0">
                  <a:gradFill flip="none" rotWithShape="1">
                    <a:gsLst>
                      <a:gs pos="0">
                        <a:prstClr val="white">
                          <a:lumMod val="0"/>
                          <a:lumOff val="100000"/>
                        </a:prstClr>
                      </a:gs>
                      <a:gs pos="100000">
                        <a:prstClr val="white">
                          <a:lumMod val="0"/>
                          <a:lumOff val="100000"/>
                        </a:prstClr>
                      </a:gs>
                    </a:gsLst>
                    <a:lin ang="6000000" scaled="0"/>
                    <a:tileRect/>
                  </a:gradFill>
                  <a:latin typeface="Rix모던고딕 B" panose="02020603020101020101" pitchFamily="18" charset="-127"/>
                  <a:ea typeface="Rix모던고딕 B" panose="02020603020101020101" pitchFamily="18" charset="-127"/>
                </a:rPr>
                <a:t>)</a:t>
              </a:r>
              <a:endParaRPr lang="ko-KR" altLang="en-US" sz="1100" spc="-50" dirty="0">
                <a:gradFill flip="none" rotWithShape="1">
                  <a:gsLst>
                    <a:gs pos="0">
                      <a:prstClr val="white">
                        <a:lumMod val="0"/>
                        <a:lumOff val="100000"/>
                      </a:prstClr>
                    </a:gs>
                    <a:gs pos="100000">
                      <a:prstClr val="white">
                        <a:lumMod val="0"/>
                        <a:lumOff val="100000"/>
                      </a:prstClr>
                    </a:gs>
                  </a:gsLst>
                  <a:lin ang="6000000" scaled="0"/>
                  <a:tileRect/>
                </a:gradFill>
                <a:latin typeface="Rix모던고딕 B" panose="02020603020101020101" pitchFamily="18" charset="-127"/>
                <a:ea typeface="Rix모던고딕 B" panose="02020603020101020101" pitchFamily="18" charset="-127"/>
              </a:endParaRPr>
            </a:p>
          </p:txBody>
        </p:sp>
        <p:cxnSp>
          <p:nvCxnSpPr>
            <p:cNvPr id="262" name="직선 연결선 261"/>
            <p:cNvCxnSpPr/>
            <p:nvPr/>
          </p:nvCxnSpPr>
          <p:spPr>
            <a:xfrm>
              <a:off x="3079224" y="5330456"/>
              <a:ext cx="0" cy="614982"/>
            </a:xfrm>
            <a:prstGeom prst="line">
              <a:avLst/>
            </a:prstGeom>
            <a:ln w="28575" cap="rnd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264" name="Picture 37" descr="building_f_grey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551323" y="3519446"/>
              <a:ext cx="601206" cy="45057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265" name="직선 연결선 264"/>
            <p:cNvCxnSpPr>
              <a:stCxn id="236" idx="2"/>
              <a:endCxn id="241" idx="2"/>
            </p:cNvCxnSpPr>
            <p:nvPr/>
          </p:nvCxnSpPr>
          <p:spPr>
            <a:xfrm flipH="1" flipV="1">
              <a:off x="1193952" y="2924963"/>
              <a:ext cx="2362391" cy="537"/>
            </a:xfrm>
            <a:prstGeom prst="line">
              <a:avLst/>
            </a:prstGeom>
            <a:ln w="31750" cmpd="dbl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6" name="직선 연결선 265"/>
            <p:cNvCxnSpPr>
              <a:stCxn id="275" idx="0"/>
              <a:endCxn id="276" idx="4"/>
            </p:cNvCxnSpPr>
            <p:nvPr/>
          </p:nvCxnSpPr>
          <p:spPr>
            <a:xfrm flipV="1">
              <a:off x="1193344" y="2989202"/>
              <a:ext cx="0" cy="2505513"/>
            </a:xfrm>
            <a:prstGeom prst="line">
              <a:avLst/>
            </a:prstGeom>
            <a:ln w="31750" cmpd="dbl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7" name="직선 연결선 266"/>
            <p:cNvCxnSpPr>
              <a:stCxn id="275" idx="7"/>
              <a:endCxn id="292" idx="3"/>
            </p:cNvCxnSpPr>
            <p:nvPr/>
          </p:nvCxnSpPr>
          <p:spPr>
            <a:xfrm flipV="1">
              <a:off x="1231328" y="3773009"/>
              <a:ext cx="2274457" cy="1738258"/>
            </a:xfrm>
            <a:prstGeom prst="line">
              <a:avLst/>
            </a:prstGeom>
            <a:ln w="31750" cmpd="dbl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8" name="직선 연결선 267"/>
            <p:cNvCxnSpPr>
              <a:stCxn id="277" idx="4"/>
              <a:endCxn id="292" idx="0"/>
            </p:cNvCxnSpPr>
            <p:nvPr/>
          </p:nvCxnSpPr>
          <p:spPr>
            <a:xfrm>
              <a:off x="3543770" y="2989202"/>
              <a:ext cx="0" cy="687333"/>
            </a:xfrm>
            <a:prstGeom prst="line">
              <a:avLst/>
            </a:prstGeom>
            <a:ln w="31750" cmpd="dbl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269" name="Picture 37" descr="building_f_grey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76107" y="4126280"/>
              <a:ext cx="601206" cy="45057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71" name="Picture 37" descr="building_f_grey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41866" y="5280239"/>
              <a:ext cx="601206" cy="45057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272" name="직선 연결선 271"/>
            <p:cNvCxnSpPr>
              <a:stCxn id="275" idx="2"/>
              <a:endCxn id="271" idx="1"/>
            </p:cNvCxnSpPr>
            <p:nvPr/>
          </p:nvCxnSpPr>
          <p:spPr>
            <a:xfrm flipV="1">
              <a:off x="1139625" y="5505524"/>
              <a:ext cx="1102241" cy="45704"/>
            </a:xfrm>
            <a:prstGeom prst="line">
              <a:avLst/>
            </a:prstGeom>
            <a:ln w="31750" cmpd="dbl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3" name="모서리가 둥근 직사각형 272"/>
            <p:cNvSpPr/>
            <p:nvPr/>
          </p:nvSpPr>
          <p:spPr>
            <a:xfrm>
              <a:off x="1994646" y="5758946"/>
              <a:ext cx="873531" cy="195675"/>
            </a:xfrm>
            <a:prstGeom prst="roundRect">
              <a:avLst>
                <a:gd name="adj" fmla="val 0"/>
              </a:avLst>
            </a:prstGeom>
            <a:solidFill>
              <a:schemeClr val="accent5"/>
            </a:solidFill>
            <a:ln w="12700" cap="rnd" cmpd="sng">
              <a:noFill/>
              <a:prstDash val="solid"/>
              <a:headEnd type="none" w="lg" len="med"/>
              <a:tailEnd type="none" w="lg" len="med"/>
            </a:ln>
            <a:effectLst/>
          </p:spPr>
          <p:style>
            <a:lnRef idx="1">
              <a:schemeClr val="accent5"/>
            </a:lnRef>
            <a:fillRef idx="3">
              <a:schemeClr val="accent5"/>
            </a:fillRef>
            <a:effectRef idx="2">
              <a:schemeClr val="accent5"/>
            </a:effectRef>
            <a:fontRef idx="minor">
              <a:schemeClr val="lt1"/>
            </a:fontRef>
          </p:style>
          <p:txBody>
            <a:bodyPr wrap="none" lIns="0" tIns="0" rIns="0" bIns="0" anchor="ctr" anchorCtr="0">
              <a:scene3d>
                <a:camera prst="orthographicFront"/>
                <a:lightRig rig="threePt" dir="t"/>
              </a:scene3d>
              <a:sp3d>
                <a:bevelT w="1270" h="12700"/>
              </a:sp3d>
            </a:bodyPr>
            <a:lstStyle/>
            <a:p>
              <a:pPr algn="ctr" latinLnBrk="0"/>
              <a:r>
                <a:rPr lang="ko-KR" altLang="en-US" sz="1100" spc="-50" dirty="0" smtClean="0">
                  <a:gradFill flip="none" rotWithShape="1">
                    <a:gsLst>
                      <a:gs pos="0">
                        <a:prstClr val="white">
                          <a:lumMod val="0"/>
                          <a:lumOff val="100000"/>
                        </a:prstClr>
                      </a:gs>
                      <a:gs pos="100000">
                        <a:prstClr val="white">
                          <a:lumMod val="0"/>
                          <a:lumOff val="100000"/>
                        </a:prstClr>
                      </a:gs>
                    </a:gsLst>
                    <a:lin ang="6000000" scaled="0"/>
                    <a:tileRect/>
                  </a:gradFill>
                  <a:latin typeface="Rix모던고딕 B" panose="02020603020101020101" pitchFamily="18" charset="-127"/>
                  <a:ea typeface="Rix모던고딕 B" panose="02020603020101020101" pitchFamily="18" charset="-127"/>
                </a:rPr>
                <a:t>기록관실</a:t>
              </a:r>
              <a:r>
                <a:rPr lang="en-US" altLang="ko-KR" sz="1100" spc="-50" dirty="0" smtClean="0">
                  <a:gradFill flip="none" rotWithShape="1">
                    <a:gsLst>
                      <a:gs pos="0">
                        <a:prstClr val="white">
                          <a:lumMod val="0"/>
                          <a:lumOff val="100000"/>
                        </a:prstClr>
                      </a:gs>
                      <a:gs pos="100000">
                        <a:prstClr val="white">
                          <a:lumMod val="0"/>
                          <a:lumOff val="100000"/>
                        </a:prstClr>
                      </a:gs>
                    </a:gsLst>
                    <a:lin ang="6000000" scaled="0"/>
                    <a:tileRect/>
                  </a:gradFill>
                  <a:latin typeface="Rix모던고딕 B" panose="02020603020101020101" pitchFamily="18" charset="-127"/>
                  <a:ea typeface="Rix모던고딕 B" panose="02020603020101020101" pitchFamily="18" charset="-127"/>
                </a:rPr>
                <a:t>(B</a:t>
              </a:r>
              <a:r>
                <a:rPr lang="ko-KR" altLang="en-US" sz="1100" spc="-50" dirty="0" smtClean="0">
                  <a:gradFill flip="none" rotWithShape="1">
                    <a:gsLst>
                      <a:gs pos="0">
                        <a:prstClr val="white">
                          <a:lumMod val="0"/>
                          <a:lumOff val="100000"/>
                        </a:prstClr>
                      </a:gs>
                      <a:gs pos="100000">
                        <a:prstClr val="white">
                          <a:lumMod val="0"/>
                          <a:lumOff val="100000"/>
                        </a:prstClr>
                      </a:gs>
                    </a:gsLst>
                    <a:lin ang="6000000" scaled="0"/>
                    <a:tileRect/>
                  </a:gradFill>
                  <a:latin typeface="Rix모던고딕 B" panose="02020603020101020101" pitchFamily="18" charset="-127"/>
                  <a:ea typeface="Rix모던고딕 B" panose="02020603020101020101" pitchFamily="18" charset="-127"/>
                </a:rPr>
                <a:t>건물</a:t>
              </a:r>
              <a:r>
                <a:rPr lang="en-US" altLang="ko-KR" sz="1100" spc="-50" dirty="0" smtClean="0">
                  <a:gradFill flip="none" rotWithShape="1">
                    <a:gsLst>
                      <a:gs pos="0">
                        <a:prstClr val="white">
                          <a:lumMod val="0"/>
                          <a:lumOff val="100000"/>
                        </a:prstClr>
                      </a:gs>
                      <a:gs pos="100000">
                        <a:prstClr val="white">
                          <a:lumMod val="0"/>
                          <a:lumOff val="100000"/>
                        </a:prstClr>
                      </a:gs>
                    </a:gsLst>
                    <a:lin ang="6000000" scaled="0"/>
                    <a:tileRect/>
                  </a:gradFill>
                  <a:latin typeface="Rix모던고딕 B" panose="02020603020101020101" pitchFamily="18" charset="-127"/>
                  <a:ea typeface="Rix모던고딕 B" panose="02020603020101020101" pitchFamily="18" charset="-127"/>
                </a:rPr>
                <a:t>)</a:t>
              </a:r>
              <a:endParaRPr lang="ko-KR" altLang="en-US" sz="1100" spc="-50" dirty="0">
                <a:gradFill flip="none" rotWithShape="1">
                  <a:gsLst>
                    <a:gs pos="0">
                      <a:prstClr val="white">
                        <a:lumMod val="0"/>
                        <a:lumOff val="100000"/>
                      </a:prstClr>
                    </a:gs>
                    <a:gs pos="100000">
                      <a:prstClr val="white">
                        <a:lumMod val="0"/>
                        <a:lumOff val="100000"/>
                      </a:prstClr>
                    </a:gs>
                  </a:gsLst>
                  <a:lin ang="6000000" scaled="0"/>
                  <a:tileRect/>
                </a:gradFill>
                <a:latin typeface="Rix모던고딕 B" panose="02020603020101020101" pitchFamily="18" charset="-127"/>
                <a:ea typeface="Rix모던고딕 B" panose="02020603020101020101" pitchFamily="18" charset="-127"/>
              </a:endParaRPr>
            </a:p>
          </p:txBody>
        </p:sp>
        <p:sp>
          <p:nvSpPr>
            <p:cNvPr id="274" name="모서리가 둥근 직사각형 273"/>
            <p:cNvSpPr/>
            <p:nvPr/>
          </p:nvSpPr>
          <p:spPr>
            <a:xfrm>
              <a:off x="726818" y="6436038"/>
              <a:ext cx="943414" cy="195675"/>
            </a:xfrm>
            <a:prstGeom prst="roundRect">
              <a:avLst>
                <a:gd name="adj" fmla="val 0"/>
              </a:avLst>
            </a:prstGeom>
            <a:solidFill>
              <a:schemeClr val="accent5"/>
            </a:solidFill>
            <a:ln w="12700" cap="rnd" cmpd="sng">
              <a:noFill/>
              <a:prstDash val="solid"/>
              <a:headEnd type="none" w="lg" len="med"/>
              <a:tailEnd type="none" w="lg" len="med"/>
            </a:ln>
            <a:effectLst/>
          </p:spPr>
          <p:style>
            <a:lnRef idx="1">
              <a:schemeClr val="accent5"/>
            </a:lnRef>
            <a:fillRef idx="3">
              <a:schemeClr val="accent5"/>
            </a:fillRef>
            <a:effectRef idx="2">
              <a:schemeClr val="accent5"/>
            </a:effectRef>
            <a:fontRef idx="minor">
              <a:schemeClr val="lt1"/>
            </a:fontRef>
          </p:style>
          <p:txBody>
            <a:bodyPr wrap="none" lIns="0" tIns="0" rIns="0" bIns="0" anchor="ctr" anchorCtr="0">
              <a:scene3d>
                <a:camera prst="orthographicFront"/>
                <a:lightRig rig="threePt" dir="t"/>
              </a:scene3d>
              <a:sp3d>
                <a:bevelT w="1270" h="12700"/>
              </a:sp3d>
            </a:bodyPr>
            <a:lstStyle/>
            <a:p>
              <a:pPr algn="ctr" latinLnBrk="0"/>
              <a:r>
                <a:rPr lang="ko-KR" altLang="en-US" sz="1100" spc="-50" dirty="0" err="1" smtClean="0">
                  <a:gradFill flip="none" rotWithShape="1">
                    <a:gsLst>
                      <a:gs pos="0">
                        <a:prstClr val="white">
                          <a:lumMod val="0"/>
                          <a:lumOff val="100000"/>
                        </a:prstClr>
                      </a:gs>
                      <a:gs pos="100000">
                        <a:prstClr val="white">
                          <a:lumMod val="0"/>
                          <a:lumOff val="100000"/>
                        </a:prstClr>
                      </a:gs>
                    </a:gsLst>
                    <a:lin ang="6000000" scaled="0"/>
                    <a:tileRect/>
                  </a:gradFill>
                  <a:latin typeface="Rix모던고딕 B" panose="02020603020101020101" pitchFamily="18" charset="-127"/>
                  <a:ea typeface="Rix모던고딕 B" panose="02020603020101020101" pitchFamily="18" charset="-127"/>
                </a:rPr>
                <a:t>국전원</a:t>
              </a:r>
              <a:r>
                <a:rPr lang="en-US" altLang="ko-KR" sz="1100" spc="-50" dirty="0" smtClean="0">
                  <a:gradFill flip="none" rotWithShape="1">
                    <a:gsLst>
                      <a:gs pos="0">
                        <a:prstClr val="white">
                          <a:lumMod val="0"/>
                          <a:lumOff val="100000"/>
                        </a:prstClr>
                      </a:gs>
                      <a:gs pos="100000">
                        <a:prstClr val="white">
                          <a:lumMod val="0"/>
                          <a:lumOff val="100000"/>
                        </a:prstClr>
                      </a:gs>
                    </a:gsLst>
                    <a:lin ang="6000000" scaled="0"/>
                    <a:tileRect/>
                  </a:gradFill>
                  <a:latin typeface="Rix모던고딕 B" panose="02020603020101020101" pitchFamily="18" charset="-127"/>
                  <a:ea typeface="Rix모던고딕 B" panose="02020603020101020101" pitchFamily="18" charset="-127"/>
                </a:rPr>
                <a:t>(C</a:t>
              </a:r>
              <a:r>
                <a:rPr lang="ko-KR" altLang="en-US" sz="1100" spc="-50" dirty="0" smtClean="0">
                  <a:gradFill flip="none" rotWithShape="1">
                    <a:gsLst>
                      <a:gs pos="0">
                        <a:prstClr val="white">
                          <a:lumMod val="0"/>
                          <a:lumOff val="100000"/>
                        </a:prstClr>
                      </a:gs>
                      <a:gs pos="100000">
                        <a:prstClr val="white">
                          <a:lumMod val="0"/>
                          <a:lumOff val="100000"/>
                        </a:prstClr>
                      </a:gs>
                    </a:gsLst>
                    <a:lin ang="6000000" scaled="0"/>
                    <a:tileRect/>
                  </a:gradFill>
                  <a:latin typeface="Rix모던고딕 B" panose="02020603020101020101" pitchFamily="18" charset="-127"/>
                  <a:ea typeface="Rix모던고딕 B" panose="02020603020101020101" pitchFamily="18" charset="-127"/>
                </a:rPr>
                <a:t>건물</a:t>
              </a:r>
              <a:r>
                <a:rPr lang="en-US" altLang="ko-KR" sz="1100" spc="-50" dirty="0" smtClean="0">
                  <a:gradFill flip="none" rotWithShape="1">
                    <a:gsLst>
                      <a:gs pos="0">
                        <a:prstClr val="white">
                          <a:lumMod val="0"/>
                          <a:lumOff val="100000"/>
                        </a:prstClr>
                      </a:gs>
                      <a:gs pos="100000">
                        <a:prstClr val="white">
                          <a:lumMod val="0"/>
                          <a:lumOff val="100000"/>
                        </a:prstClr>
                      </a:gs>
                    </a:gsLst>
                    <a:lin ang="6000000" scaled="0"/>
                    <a:tileRect/>
                  </a:gradFill>
                  <a:latin typeface="Rix모던고딕 B" panose="02020603020101020101" pitchFamily="18" charset="-127"/>
                  <a:ea typeface="Rix모던고딕 B" panose="02020603020101020101" pitchFamily="18" charset="-127"/>
                </a:rPr>
                <a:t>)</a:t>
              </a:r>
              <a:endParaRPr lang="ko-KR" altLang="en-US" sz="1100" spc="-50" dirty="0">
                <a:gradFill flip="none" rotWithShape="1">
                  <a:gsLst>
                    <a:gs pos="0">
                      <a:prstClr val="white">
                        <a:lumMod val="0"/>
                        <a:lumOff val="100000"/>
                      </a:prstClr>
                    </a:gs>
                    <a:gs pos="100000">
                      <a:prstClr val="white">
                        <a:lumMod val="0"/>
                        <a:lumOff val="100000"/>
                      </a:prstClr>
                    </a:gs>
                  </a:gsLst>
                  <a:lin ang="6000000" scaled="0"/>
                  <a:tileRect/>
                </a:gradFill>
                <a:latin typeface="Rix모던고딕 B" panose="02020603020101020101" pitchFamily="18" charset="-127"/>
                <a:ea typeface="Rix모던고딕 B" panose="02020603020101020101" pitchFamily="18" charset="-127"/>
              </a:endParaRPr>
            </a:p>
          </p:txBody>
        </p:sp>
        <p:sp>
          <p:nvSpPr>
            <p:cNvPr id="275" name="타원 274"/>
            <p:cNvSpPr/>
            <p:nvPr/>
          </p:nvSpPr>
          <p:spPr bwMode="auto">
            <a:xfrm>
              <a:off x="1139625" y="5494715"/>
              <a:ext cx="107438" cy="113026"/>
            </a:xfrm>
            <a:prstGeom prst="ellipse">
              <a:avLst/>
            </a:prstGeom>
            <a:solidFill>
              <a:schemeClr val="tx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ko-KR" altLang="en-US" sz="2100" dirty="0">
                <a:solidFill>
                  <a:srgbClr val="333333"/>
                </a:solidFill>
                <a:latin typeface="산돌고딕B" pitchFamily="18" charset="-127"/>
                <a:ea typeface="산돌고딕B" pitchFamily="18" charset="-127"/>
              </a:endParaRPr>
            </a:p>
          </p:txBody>
        </p:sp>
        <p:sp>
          <p:nvSpPr>
            <p:cNvPr id="276" name="타원 275"/>
            <p:cNvSpPr/>
            <p:nvPr/>
          </p:nvSpPr>
          <p:spPr bwMode="auto">
            <a:xfrm>
              <a:off x="1139625" y="2876176"/>
              <a:ext cx="107438" cy="113026"/>
            </a:xfrm>
            <a:prstGeom prst="ellipse">
              <a:avLst/>
            </a:prstGeom>
            <a:solidFill>
              <a:schemeClr val="tx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ko-KR" altLang="en-US" sz="2100" dirty="0">
                <a:solidFill>
                  <a:srgbClr val="333333"/>
                </a:solidFill>
                <a:latin typeface="산돌고딕B" pitchFamily="18" charset="-127"/>
                <a:ea typeface="산돌고딕B" pitchFamily="18" charset="-127"/>
              </a:endParaRPr>
            </a:p>
          </p:txBody>
        </p:sp>
        <p:sp>
          <p:nvSpPr>
            <p:cNvPr id="277" name="타원 276"/>
            <p:cNvSpPr/>
            <p:nvPr/>
          </p:nvSpPr>
          <p:spPr bwMode="auto">
            <a:xfrm>
              <a:off x="3490051" y="2876176"/>
              <a:ext cx="107438" cy="113026"/>
            </a:xfrm>
            <a:prstGeom prst="ellipse">
              <a:avLst/>
            </a:prstGeom>
            <a:solidFill>
              <a:schemeClr val="tx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ko-KR" altLang="en-US" sz="2100" dirty="0">
                <a:solidFill>
                  <a:srgbClr val="333333"/>
                </a:solidFill>
                <a:latin typeface="산돌고딕B" pitchFamily="18" charset="-127"/>
                <a:ea typeface="산돌고딕B" pitchFamily="18" charset="-127"/>
              </a:endParaRPr>
            </a:p>
          </p:txBody>
        </p:sp>
        <p:pic>
          <p:nvPicPr>
            <p:cNvPr id="278" name="Picture 37" descr="building_f_grey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89355" y="4126280"/>
              <a:ext cx="601206" cy="45057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79" name="모서리가 둥근 직사각형 278"/>
            <p:cNvSpPr/>
            <p:nvPr/>
          </p:nvSpPr>
          <p:spPr>
            <a:xfrm>
              <a:off x="1260034" y="3930546"/>
              <a:ext cx="663898" cy="195675"/>
            </a:xfrm>
            <a:prstGeom prst="roundRect">
              <a:avLst>
                <a:gd name="adj" fmla="val 0"/>
              </a:avLst>
            </a:prstGeom>
            <a:solidFill>
              <a:schemeClr val="accent5"/>
            </a:solidFill>
            <a:ln w="12700" cap="rnd" cmpd="sng">
              <a:noFill/>
              <a:prstDash val="solid"/>
              <a:headEnd type="none" w="lg" len="med"/>
              <a:tailEnd type="none" w="lg" len="med"/>
            </a:ln>
            <a:effectLst/>
          </p:spPr>
          <p:style>
            <a:lnRef idx="1">
              <a:schemeClr val="accent5"/>
            </a:lnRef>
            <a:fillRef idx="3">
              <a:schemeClr val="accent5"/>
            </a:fillRef>
            <a:effectRef idx="2">
              <a:schemeClr val="accent5"/>
            </a:effectRef>
            <a:fontRef idx="minor">
              <a:schemeClr val="lt1"/>
            </a:fontRef>
          </p:style>
          <p:txBody>
            <a:bodyPr wrap="none" lIns="0" tIns="0" rIns="0" bIns="0" anchor="ctr" anchorCtr="0">
              <a:scene3d>
                <a:camera prst="orthographicFront"/>
                <a:lightRig rig="threePt" dir="t"/>
              </a:scene3d>
              <a:sp3d>
                <a:bevelT w="1270" h="12700"/>
              </a:sp3d>
            </a:bodyPr>
            <a:lstStyle/>
            <a:p>
              <a:pPr algn="ctr" latinLnBrk="0"/>
              <a:r>
                <a:rPr lang="ko-KR" altLang="en-US" sz="1100" spc="-50" dirty="0">
                  <a:gradFill flip="none" rotWithShape="1">
                    <a:gsLst>
                      <a:gs pos="0">
                        <a:prstClr val="white">
                          <a:lumMod val="0"/>
                          <a:lumOff val="100000"/>
                        </a:prstClr>
                      </a:gs>
                      <a:gs pos="100000">
                        <a:prstClr val="white">
                          <a:lumMod val="0"/>
                          <a:lumOff val="100000"/>
                        </a:prstClr>
                      </a:gs>
                    </a:gsLst>
                    <a:lin ang="6000000" scaled="0"/>
                    <a:tileRect/>
                  </a:gradFill>
                  <a:latin typeface="Rix모던고딕 B" panose="02020603020101020101" pitchFamily="18" charset="-127"/>
                  <a:ea typeface="Rix모던고딕 B" panose="02020603020101020101" pitchFamily="18" charset="-127"/>
                </a:rPr>
                <a:t>조사본부</a:t>
              </a:r>
            </a:p>
          </p:txBody>
        </p:sp>
        <p:cxnSp>
          <p:nvCxnSpPr>
            <p:cNvPr id="280" name="직선 연결선 279"/>
            <p:cNvCxnSpPr>
              <a:stCxn id="275" idx="6"/>
              <a:endCxn id="261" idx="1"/>
            </p:cNvCxnSpPr>
            <p:nvPr/>
          </p:nvCxnSpPr>
          <p:spPr>
            <a:xfrm flipV="1">
              <a:off x="1247062" y="4741459"/>
              <a:ext cx="2094932" cy="809769"/>
            </a:xfrm>
            <a:prstGeom prst="line">
              <a:avLst/>
            </a:prstGeom>
            <a:ln w="38100" cmpd="dbl">
              <a:solidFill>
                <a:srgbClr val="C00000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1" name="직사각형 280"/>
            <p:cNvSpPr/>
            <p:nvPr/>
          </p:nvSpPr>
          <p:spPr>
            <a:xfrm>
              <a:off x="4304693" y="5318043"/>
              <a:ext cx="989367" cy="208946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7987" tIns="37987" rIns="37987" bIns="37987" rtlCol="0" anchor="ctr"/>
            <a:lstStyle/>
            <a:p>
              <a:pPr algn="ctr"/>
              <a:r>
                <a:rPr lang="en-US" altLang="ko-KR" sz="900" dirty="0" smtClean="0">
                  <a:solidFill>
                    <a:schemeClr val="tx1"/>
                  </a:solidFill>
                  <a:latin typeface="Rix모던고딕 M" panose="02020603020101020101" pitchFamily="18" charset="-127"/>
                  <a:ea typeface="Rix모던고딕 M" panose="02020603020101020101" pitchFamily="18" charset="-127"/>
                </a:rPr>
                <a:t>C </a:t>
              </a:r>
              <a:r>
                <a:rPr lang="ko-KR" altLang="en-US" sz="900" dirty="0" smtClean="0">
                  <a:solidFill>
                    <a:schemeClr val="tx1"/>
                  </a:solidFill>
                  <a:latin typeface="Rix모던고딕 M" panose="02020603020101020101" pitchFamily="18" charset="-127"/>
                  <a:ea typeface="Rix모던고딕 M" panose="02020603020101020101" pitchFamily="18" charset="-127"/>
                </a:rPr>
                <a:t>기관</a:t>
              </a:r>
              <a:endParaRPr lang="ko-KR" altLang="en-US" sz="900" dirty="0">
                <a:solidFill>
                  <a:schemeClr val="tx1"/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endParaRPr>
            </a:p>
          </p:txBody>
        </p:sp>
        <p:sp>
          <p:nvSpPr>
            <p:cNvPr id="282" name="직사각형 281"/>
            <p:cNvSpPr/>
            <p:nvPr/>
          </p:nvSpPr>
          <p:spPr>
            <a:xfrm>
              <a:off x="4305315" y="5726361"/>
              <a:ext cx="989367" cy="208946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7987" tIns="37987" rIns="37987" bIns="37987" rtlCol="0" anchor="ctr"/>
            <a:lstStyle/>
            <a:p>
              <a:pPr algn="ctr"/>
              <a:r>
                <a:rPr lang="en-US" altLang="ko-KR" sz="900" dirty="0" smtClean="0">
                  <a:solidFill>
                    <a:schemeClr val="tx1"/>
                  </a:solidFill>
                  <a:latin typeface="Rix모던고딕 M" panose="02020603020101020101" pitchFamily="18" charset="-127"/>
                  <a:ea typeface="Rix모던고딕 M" panose="02020603020101020101" pitchFamily="18" charset="-127"/>
                </a:rPr>
                <a:t>B </a:t>
              </a:r>
              <a:r>
                <a:rPr lang="ko-KR" altLang="en-US" sz="900" dirty="0" smtClean="0">
                  <a:solidFill>
                    <a:schemeClr val="tx1"/>
                  </a:solidFill>
                  <a:latin typeface="Rix모던고딕 M" panose="02020603020101020101" pitchFamily="18" charset="-127"/>
                  <a:ea typeface="Rix모던고딕 M" panose="02020603020101020101" pitchFamily="18" charset="-127"/>
                </a:rPr>
                <a:t>기관</a:t>
              </a:r>
              <a:endParaRPr lang="ko-KR" altLang="en-US" sz="900" dirty="0">
                <a:solidFill>
                  <a:schemeClr val="tx1"/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endParaRPr>
            </a:p>
          </p:txBody>
        </p:sp>
        <p:sp>
          <p:nvSpPr>
            <p:cNvPr id="283" name="직사각형 282"/>
            <p:cNvSpPr/>
            <p:nvPr/>
          </p:nvSpPr>
          <p:spPr>
            <a:xfrm>
              <a:off x="4297528" y="4976158"/>
              <a:ext cx="989367" cy="208946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7987" tIns="37987" rIns="37987" bIns="37987" rtlCol="0" anchor="ctr"/>
            <a:lstStyle/>
            <a:p>
              <a:pPr algn="ctr"/>
              <a:r>
                <a:rPr lang="ko-KR" altLang="en-US" sz="900" dirty="0">
                  <a:solidFill>
                    <a:schemeClr val="tx1"/>
                  </a:solidFill>
                  <a:latin typeface="Rix모던고딕 M" panose="02020603020101020101" pitchFamily="18" charset="-127"/>
                  <a:ea typeface="Rix모던고딕 M" panose="02020603020101020101" pitchFamily="18" charset="-127"/>
                </a:rPr>
                <a:t>기타 </a:t>
              </a:r>
              <a:r>
                <a:rPr lang="ko-KR" altLang="en-US" sz="900" dirty="0" smtClean="0">
                  <a:solidFill>
                    <a:schemeClr val="tx1"/>
                  </a:solidFill>
                  <a:latin typeface="Rix모던고딕 M" panose="02020603020101020101" pitchFamily="18" charset="-127"/>
                  <a:ea typeface="Rix모던고딕 M" panose="02020603020101020101" pitchFamily="18" charset="-127"/>
                </a:rPr>
                <a:t>기관</a:t>
              </a:r>
              <a:r>
                <a:rPr lang="en-US" altLang="ko-KR" sz="700" dirty="0" smtClean="0">
                  <a:solidFill>
                    <a:schemeClr val="tx1"/>
                  </a:solidFill>
                  <a:latin typeface="Rix모던고딕 M" panose="02020603020101020101" pitchFamily="18" charset="-127"/>
                  <a:ea typeface="Rix모던고딕 M" panose="02020603020101020101" pitchFamily="18" charset="-127"/>
                </a:rPr>
                <a:t>(</a:t>
              </a:r>
              <a:r>
                <a:rPr lang="ko-KR" altLang="en-US" sz="700" dirty="0" smtClean="0">
                  <a:solidFill>
                    <a:schemeClr val="tx1"/>
                  </a:solidFill>
                  <a:latin typeface="Rix모던고딕 M" panose="02020603020101020101" pitchFamily="18" charset="-127"/>
                  <a:ea typeface="Rix모던고딕 M" panose="02020603020101020101" pitchFamily="18" charset="-127"/>
                </a:rPr>
                <a:t>미 확정</a:t>
              </a:r>
              <a:r>
                <a:rPr lang="en-US" altLang="ko-KR" sz="700" dirty="0" smtClean="0">
                  <a:solidFill>
                    <a:schemeClr val="tx1"/>
                  </a:solidFill>
                  <a:latin typeface="Rix모던고딕 M" panose="02020603020101020101" pitchFamily="18" charset="-127"/>
                  <a:ea typeface="Rix모던고딕 M" panose="02020603020101020101" pitchFamily="18" charset="-127"/>
                </a:rPr>
                <a:t>)</a:t>
              </a:r>
              <a:endParaRPr lang="ko-KR" altLang="en-US" sz="900" dirty="0">
                <a:solidFill>
                  <a:schemeClr val="tx1"/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endParaRPr>
            </a:p>
          </p:txBody>
        </p:sp>
        <p:sp>
          <p:nvSpPr>
            <p:cNvPr id="284" name="직사각형 283"/>
            <p:cNvSpPr/>
            <p:nvPr/>
          </p:nvSpPr>
          <p:spPr>
            <a:xfrm>
              <a:off x="4304693" y="6153995"/>
              <a:ext cx="989367" cy="208946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7987" tIns="37987" rIns="37987" bIns="37987" rtlCol="0" anchor="ctr"/>
            <a:lstStyle/>
            <a:p>
              <a:pPr algn="ctr"/>
              <a:r>
                <a:rPr lang="en-US" altLang="ko-KR" sz="900" dirty="0" smtClean="0">
                  <a:solidFill>
                    <a:schemeClr val="tx1"/>
                  </a:solidFill>
                  <a:latin typeface="Rix모던고딕 M" panose="02020603020101020101" pitchFamily="18" charset="-127"/>
                  <a:ea typeface="Rix모던고딕 M" panose="02020603020101020101" pitchFamily="18" charset="-127"/>
                </a:rPr>
                <a:t>A </a:t>
              </a:r>
              <a:r>
                <a:rPr lang="ko-KR" altLang="en-US" sz="900" dirty="0" smtClean="0">
                  <a:solidFill>
                    <a:schemeClr val="tx1"/>
                  </a:solidFill>
                  <a:latin typeface="Rix모던고딕 M" panose="02020603020101020101" pitchFamily="18" charset="-127"/>
                  <a:ea typeface="Rix모던고딕 M" panose="02020603020101020101" pitchFamily="18" charset="-127"/>
                </a:rPr>
                <a:t>기관</a:t>
              </a:r>
              <a:endParaRPr lang="ko-KR" altLang="en-US" sz="900" dirty="0">
                <a:solidFill>
                  <a:schemeClr val="tx1"/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endParaRPr>
            </a:p>
          </p:txBody>
        </p:sp>
        <p:sp>
          <p:nvSpPr>
            <p:cNvPr id="285" name="TextBox 284"/>
            <p:cNvSpPr txBox="1"/>
            <p:nvPr/>
          </p:nvSpPr>
          <p:spPr>
            <a:xfrm>
              <a:off x="4514912" y="4753358"/>
              <a:ext cx="511139" cy="158288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ctr"/>
              <a:r>
                <a:rPr lang="ko-KR" altLang="en-US" sz="900" dirty="0">
                  <a:latin typeface="Rix모던고딕 M" panose="02020603020101020101" pitchFamily="18" charset="-127"/>
                  <a:ea typeface="Rix모던고딕 M" panose="02020603020101020101" pitchFamily="18" charset="-127"/>
                </a:rPr>
                <a:t>이전 기관</a:t>
              </a:r>
            </a:p>
          </p:txBody>
        </p:sp>
        <p:sp>
          <p:nvSpPr>
            <p:cNvPr id="286" name="오른쪽 중괄호 285"/>
            <p:cNvSpPr/>
            <p:nvPr/>
          </p:nvSpPr>
          <p:spPr>
            <a:xfrm>
              <a:off x="4170080" y="6149735"/>
              <a:ext cx="106488" cy="233709"/>
            </a:xfrm>
            <a:prstGeom prst="rightBrac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lIns="96487" tIns="48244" rIns="96487" bIns="48244" rtlCol="0" anchor="ctr"/>
            <a:lstStyle/>
            <a:p>
              <a:pPr algn="ctr"/>
              <a:endParaRPr lang="ko-KR" altLang="en-US" sz="1700" dirty="0"/>
            </a:p>
          </p:txBody>
        </p:sp>
        <p:sp>
          <p:nvSpPr>
            <p:cNvPr id="287" name="오른쪽 중괄호 286"/>
            <p:cNvSpPr/>
            <p:nvPr/>
          </p:nvSpPr>
          <p:spPr>
            <a:xfrm>
              <a:off x="4161443" y="5525320"/>
              <a:ext cx="106488" cy="594139"/>
            </a:xfrm>
            <a:prstGeom prst="rightBrac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lIns="96487" tIns="48244" rIns="96487" bIns="48244" rtlCol="0" anchor="ctr"/>
            <a:lstStyle/>
            <a:p>
              <a:pPr algn="ctr"/>
              <a:endParaRPr lang="ko-KR" altLang="en-US" sz="1700" dirty="0"/>
            </a:p>
          </p:txBody>
        </p:sp>
        <p:sp>
          <p:nvSpPr>
            <p:cNvPr id="288" name="오른쪽 중괄호 287"/>
            <p:cNvSpPr/>
            <p:nvPr/>
          </p:nvSpPr>
          <p:spPr>
            <a:xfrm>
              <a:off x="4161443" y="5339803"/>
              <a:ext cx="106488" cy="144125"/>
            </a:xfrm>
            <a:prstGeom prst="rightBrac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lIns="96487" tIns="48244" rIns="96487" bIns="48244" rtlCol="0" anchor="ctr"/>
            <a:lstStyle/>
            <a:p>
              <a:pPr algn="ctr"/>
              <a:endParaRPr lang="ko-KR" altLang="en-US" sz="1700" dirty="0"/>
            </a:p>
          </p:txBody>
        </p:sp>
        <p:sp>
          <p:nvSpPr>
            <p:cNvPr id="289" name="오른쪽 중괄호 288"/>
            <p:cNvSpPr/>
            <p:nvPr/>
          </p:nvSpPr>
          <p:spPr>
            <a:xfrm>
              <a:off x="4161443" y="4851732"/>
              <a:ext cx="106488" cy="457797"/>
            </a:xfrm>
            <a:prstGeom prst="rightBrac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lIns="96487" tIns="48244" rIns="96487" bIns="48244" rtlCol="0" anchor="ctr"/>
            <a:lstStyle/>
            <a:p>
              <a:pPr algn="ctr"/>
              <a:endParaRPr lang="ko-KR" altLang="en-US" sz="1700" dirty="0"/>
            </a:p>
          </p:txBody>
        </p:sp>
        <p:sp>
          <p:nvSpPr>
            <p:cNvPr id="290" name="직사각형 289"/>
            <p:cNvSpPr/>
            <p:nvPr/>
          </p:nvSpPr>
          <p:spPr>
            <a:xfrm>
              <a:off x="2927045" y="4422203"/>
              <a:ext cx="2455946" cy="2152377"/>
            </a:xfrm>
            <a:prstGeom prst="rect">
              <a:avLst/>
            </a:prstGeom>
            <a:noFill/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6487" tIns="48244" rIns="96487" bIns="48244" rtlCol="0" anchor="ctr"/>
            <a:lstStyle/>
            <a:p>
              <a:pPr algn="ctr"/>
              <a:endPara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grpSp>
          <p:nvGrpSpPr>
            <p:cNvPr id="291" name="그룹 290"/>
            <p:cNvGrpSpPr/>
            <p:nvPr/>
          </p:nvGrpSpPr>
          <p:grpSpPr>
            <a:xfrm>
              <a:off x="4337556" y="1670523"/>
              <a:ext cx="1005291" cy="1626165"/>
              <a:chOff x="4002151" y="2460321"/>
              <a:chExt cx="879611" cy="1422865"/>
            </a:xfrm>
          </p:grpSpPr>
          <p:grpSp>
            <p:nvGrpSpPr>
              <p:cNvPr id="399" name="그룹 398"/>
              <p:cNvGrpSpPr/>
              <p:nvPr/>
            </p:nvGrpSpPr>
            <p:grpSpPr>
              <a:xfrm>
                <a:off x="4002151" y="2460321"/>
                <a:ext cx="879611" cy="405346"/>
                <a:chOff x="3458166" y="6846549"/>
                <a:chExt cx="572941" cy="236313"/>
              </a:xfrm>
            </p:grpSpPr>
            <p:pic>
              <p:nvPicPr>
                <p:cNvPr id="409" name="Picture 4" descr="C:\Users\ecoffey\AppData\Local\Temp\Rar$DRa0.400\30009_Device_cloud_white_default_256.png"/>
                <p:cNvPicPr>
                  <a:picLocks noChangeAspect="1" noChangeArrowheads="1"/>
                </p:cNvPicPr>
                <p:nvPr/>
              </p:nvPicPr>
              <p:blipFill>
                <a:blip r:embed="rId5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t="19101" b="19670"/>
                <a:stretch>
                  <a:fillRect/>
                </a:stretch>
              </p:blipFill>
              <p:spPr bwMode="auto">
                <a:xfrm>
                  <a:off x="3458166" y="6846549"/>
                  <a:ext cx="572941" cy="23631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410" name="TextBox 232"/>
                <p:cNvSpPr txBox="1">
                  <a:spLocks noChangeArrowheads="1"/>
                </p:cNvSpPr>
                <p:nvPr/>
              </p:nvSpPr>
              <p:spPr bwMode="auto">
                <a:xfrm>
                  <a:off x="3571896" y="6912451"/>
                  <a:ext cx="345815" cy="14354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>
                  <a:spAutoFit/>
                </a:bodyPr>
                <a:lstStyle>
                  <a:lvl1pPr eaLnBrk="0" hangingPunct="0">
                    <a:defRPr kumimoji="1" sz="1200">
                      <a:solidFill>
                        <a:schemeClr val="tx1"/>
                      </a:solidFill>
                      <a:latin typeface="굴림" pitchFamily="50" charset="-127"/>
                      <a:ea typeface="굴림" pitchFamily="50" charset="-127"/>
                    </a:defRPr>
                  </a:lvl1pPr>
                  <a:lvl2pPr marL="742950" indent="-285750" eaLnBrk="0" hangingPunct="0">
                    <a:defRPr kumimoji="1" sz="1200">
                      <a:solidFill>
                        <a:schemeClr val="tx1"/>
                      </a:solidFill>
                      <a:latin typeface="굴림" pitchFamily="50" charset="-127"/>
                      <a:ea typeface="굴림" pitchFamily="50" charset="-127"/>
                    </a:defRPr>
                  </a:lvl2pPr>
                  <a:lvl3pPr marL="1143000" indent="-228600" eaLnBrk="0" hangingPunct="0">
                    <a:defRPr kumimoji="1" sz="1200">
                      <a:solidFill>
                        <a:schemeClr val="tx1"/>
                      </a:solidFill>
                      <a:latin typeface="굴림" pitchFamily="50" charset="-127"/>
                      <a:ea typeface="굴림" pitchFamily="50" charset="-127"/>
                    </a:defRPr>
                  </a:lvl3pPr>
                  <a:lvl4pPr marL="1600200" indent="-228600" eaLnBrk="0" hangingPunct="0">
                    <a:defRPr kumimoji="1" sz="1200">
                      <a:solidFill>
                        <a:schemeClr val="tx1"/>
                      </a:solidFill>
                      <a:latin typeface="굴림" pitchFamily="50" charset="-127"/>
                      <a:ea typeface="굴림" pitchFamily="50" charset="-127"/>
                    </a:defRPr>
                  </a:lvl4pPr>
                  <a:lvl5pPr marL="2057400" indent="-228600" eaLnBrk="0" hangingPunct="0">
                    <a:defRPr kumimoji="1" sz="1200">
                      <a:solidFill>
                        <a:schemeClr val="tx1"/>
                      </a:solidFill>
                      <a:latin typeface="굴림" pitchFamily="50" charset="-127"/>
                      <a:ea typeface="굴림" pitchFamily="50" charset="-127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1200">
                      <a:solidFill>
                        <a:schemeClr val="tx1"/>
                      </a:solidFill>
                      <a:latin typeface="굴림" pitchFamily="50" charset="-127"/>
                      <a:ea typeface="굴림" pitchFamily="50" charset="-127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1200">
                      <a:solidFill>
                        <a:schemeClr val="tx1"/>
                      </a:solidFill>
                      <a:latin typeface="굴림" pitchFamily="50" charset="-127"/>
                      <a:ea typeface="굴림" pitchFamily="50" charset="-127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1200">
                      <a:solidFill>
                        <a:schemeClr val="tx1"/>
                      </a:solidFill>
                      <a:latin typeface="굴림" pitchFamily="50" charset="-127"/>
                      <a:ea typeface="굴림" pitchFamily="50" charset="-127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1200">
                      <a:solidFill>
                        <a:schemeClr val="tx1"/>
                      </a:solidFill>
                      <a:latin typeface="굴림" pitchFamily="50" charset="-127"/>
                      <a:ea typeface="굴림" pitchFamily="50" charset="-127"/>
                    </a:defRPr>
                  </a:lvl9pPr>
                </a:lstStyle>
                <a:p>
                  <a:pPr algn="ctr" eaLnBrk="1" hangingPunct="1"/>
                  <a:r>
                    <a:rPr lang="ko-KR" altLang="en-US" sz="1000" dirty="0">
                      <a:latin typeface="Rix모던고딕 M" panose="02020603020101020101" pitchFamily="18" charset="-127"/>
                      <a:ea typeface="Rix모던고딕 M" panose="02020603020101020101" pitchFamily="18" charset="-127"/>
                    </a:rPr>
                    <a:t>인터넷</a:t>
                  </a:r>
                  <a:endParaRPr lang="en-US" altLang="ko-KR" sz="1000" dirty="0">
                    <a:latin typeface="Rix모던고딕 M" panose="02020603020101020101" pitchFamily="18" charset="-127"/>
                    <a:ea typeface="Rix모던고딕 M" panose="02020603020101020101" pitchFamily="18" charset="-127"/>
                  </a:endParaRPr>
                </a:p>
              </p:txBody>
            </p:sp>
          </p:grpSp>
          <p:grpSp>
            <p:nvGrpSpPr>
              <p:cNvPr id="400" name="그룹 399"/>
              <p:cNvGrpSpPr/>
              <p:nvPr/>
            </p:nvGrpSpPr>
            <p:grpSpPr>
              <a:xfrm>
                <a:off x="4002151" y="2787969"/>
                <a:ext cx="879611" cy="405346"/>
                <a:chOff x="3458166" y="6846549"/>
                <a:chExt cx="572941" cy="236313"/>
              </a:xfrm>
            </p:grpSpPr>
            <p:pic>
              <p:nvPicPr>
                <p:cNvPr id="407" name="Picture 4" descr="C:\Users\ecoffey\AppData\Local\Temp\Rar$DRa0.400\30009_Device_cloud_white_default_256.png"/>
                <p:cNvPicPr>
                  <a:picLocks noChangeAspect="1" noChangeArrowheads="1"/>
                </p:cNvPicPr>
                <p:nvPr/>
              </p:nvPicPr>
              <p:blipFill>
                <a:blip r:embed="rId5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t="19101" b="19670"/>
                <a:stretch>
                  <a:fillRect/>
                </a:stretch>
              </p:blipFill>
              <p:spPr bwMode="auto">
                <a:xfrm>
                  <a:off x="3458166" y="6846549"/>
                  <a:ext cx="572941" cy="23631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408" name="TextBox 232"/>
                <p:cNvSpPr txBox="1">
                  <a:spLocks noChangeArrowheads="1"/>
                </p:cNvSpPr>
                <p:nvPr/>
              </p:nvSpPr>
              <p:spPr bwMode="auto">
                <a:xfrm>
                  <a:off x="3622537" y="6912451"/>
                  <a:ext cx="244534" cy="14354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>
                  <a:spAutoFit/>
                </a:bodyPr>
                <a:lstStyle>
                  <a:lvl1pPr eaLnBrk="0" hangingPunct="0">
                    <a:defRPr kumimoji="1" sz="1200">
                      <a:solidFill>
                        <a:schemeClr val="tx1"/>
                      </a:solidFill>
                      <a:latin typeface="굴림" pitchFamily="50" charset="-127"/>
                      <a:ea typeface="굴림" pitchFamily="50" charset="-127"/>
                    </a:defRPr>
                  </a:lvl1pPr>
                  <a:lvl2pPr marL="742950" indent="-285750" eaLnBrk="0" hangingPunct="0">
                    <a:defRPr kumimoji="1" sz="1200">
                      <a:solidFill>
                        <a:schemeClr val="tx1"/>
                      </a:solidFill>
                      <a:latin typeface="굴림" pitchFamily="50" charset="-127"/>
                      <a:ea typeface="굴림" pitchFamily="50" charset="-127"/>
                    </a:defRPr>
                  </a:lvl2pPr>
                  <a:lvl3pPr marL="1143000" indent="-228600" eaLnBrk="0" hangingPunct="0">
                    <a:defRPr kumimoji="1" sz="1200">
                      <a:solidFill>
                        <a:schemeClr val="tx1"/>
                      </a:solidFill>
                      <a:latin typeface="굴림" pitchFamily="50" charset="-127"/>
                      <a:ea typeface="굴림" pitchFamily="50" charset="-127"/>
                    </a:defRPr>
                  </a:lvl3pPr>
                  <a:lvl4pPr marL="1600200" indent="-228600" eaLnBrk="0" hangingPunct="0">
                    <a:defRPr kumimoji="1" sz="1200">
                      <a:solidFill>
                        <a:schemeClr val="tx1"/>
                      </a:solidFill>
                      <a:latin typeface="굴림" pitchFamily="50" charset="-127"/>
                      <a:ea typeface="굴림" pitchFamily="50" charset="-127"/>
                    </a:defRPr>
                  </a:lvl4pPr>
                  <a:lvl5pPr marL="2057400" indent="-228600" eaLnBrk="0" hangingPunct="0">
                    <a:defRPr kumimoji="1" sz="1200">
                      <a:solidFill>
                        <a:schemeClr val="tx1"/>
                      </a:solidFill>
                      <a:latin typeface="굴림" pitchFamily="50" charset="-127"/>
                      <a:ea typeface="굴림" pitchFamily="50" charset="-127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1200">
                      <a:solidFill>
                        <a:schemeClr val="tx1"/>
                      </a:solidFill>
                      <a:latin typeface="굴림" pitchFamily="50" charset="-127"/>
                      <a:ea typeface="굴림" pitchFamily="50" charset="-127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1200">
                      <a:solidFill>
                        <a:schemeClr val="tx1"/>
                      </a:solidFill>
                      <a:latin typeface="굴림" pitchFamily="50" charset="-127"/>
                      <a:ea typeface="굴림" pitchFamily="50" charset="-127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1200">
                      <a:solidFill>
                        <a:schemeClr val="tx1"/>
                      </a:solidFill>
                      <a:latin typeface="굴림" pitchFamily="50" charset="-127"/>
                      <a:ea typeface="굴림" pitchFamily="50" charset="-127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1200">
                      <a:solidFill>
                        <a:schemeClr val="tx1"/>
                      </a:solidFill>
                      <a:latin typeface="굴림" pitchFamily="50" charset="-127"/>
                      <a:ea typeface="굴림" pitchFamily="50" charset="-127"/>
                    </a:defRPr>
                  </a:lvl9pPr>
                </a:lstStyle>
                <a:p>
                  <a:pPr algn="ctr" eaLnBrk="1" hangingPunct="1"/>
                  <a:r>
                    <a:rPr lang="en-US" altLang="ko-KR" sz="1000" dirty="0">
                      <a:latin typeface="Rix모던고딕 M" panose="02020603020101020101" pitchFamily="18" charset="-127"/>
                      <a:ea typeface="Rix모던고딕 M" panose="02020603020101020101" pitchFamily="18" charset="-127"/>
                    </a:rPr>
                    <a:t>C4I</a:t>
                  </a:r>
                </a:p>
              </p:txBody>
            </p:sp>
          </p:grpSp>
          <p:grpSp>
            <p:nvGrpSpPr>
              <p:cNvPr id="401" name="그룹 400"/>
              <p:cNvGrpSpPr/>
              <p:nvPr/>
            </p:nvGrpSpPr>
            <p:grpSpPr>
              <a:xfrm>
                <a:off x="4002151" y="3111623"/>
                <a:ext cx="879611" cy="405346"/>
                <a:chOff x="3458166" y="6846549"/>
                <a:chExt cx="572941" cy="236313"/>
              </a:xfrm>
            </p:grpSpPr>
            <p:pic>
              <p:nvPicPr>
                <p:cNvPr id="405" name="Picture 4" descr="C:\Users\ecoffey\AppData\Local\Temp\Rar$DRa0.400\30009_Device_cloud_white_default_256.png"/>
                <p:cNvPicPr>
                  <a:picLocks noChangeAspect="1" noChangeArrowheads="1"/>
                </p:cNvPicPr>
                <p:nvPr/>
              </p:nvPicPr>
              <p:blipFill>
                <a:blip r:embed="rId5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t="19101" b="19670"/>
                <a:stretch>
                  <a:fillRect/>
                </a:stretch>
              </p:blipFill>
              <p:spPr bwMode="auto">
                <a:xfrm>
                  <a:off x="3458166" y="6846549"/>
                  <a:ext cx="572941" cy="23631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406" name="TextBox 232"/>
                <p:cNvSpPr txBox="1">
                  <a:spLocks noChangeArrowheads="1"/>
                </p:cNvSpPr>
                <p:nvPr/>
              </p:nvSpPr>
              <p:spPr bwMode="auto">
                <a:xfrm>
                  <a:off x="3571896" y="6912451"/>
                  <a:ext cx="345815" cy="14354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>
                  <a:spAutoFit/>
                </a:bodyPr>
                <a:lstStyle>
                  <a:lvl1pPr eaLnBrk="0" hangingPunct="0">
                    <a:defRPr kumimoji="1" sz="1200">
                      <a:solidFill>
                        <a:schemeClr val="tx1"/>
                      </a:solidFill>
                      <a:latin typeface="굴림" pitchFamily="50" charset="-127"/>
                      <a:ea typeface="굴림" pitchFamily="50" charset="-127"/>
                    </a:defRPr>
                  </a:lvl1pPr>
                  <a:lvl2pPr marL="742950" indent="-285750" eaLnBrk="0" hangingPunct="0">
                    <a:defRPr kumimoji="1" sz="1200">
                      <a:solidFill>
                        <a:schemeClr val="tx1"/>
                      </a:solidFill>
                      <a:latin typeface="굴림" pitchFamily="50" charset="-127"/>
                      <a:ea typeface="굴림" pitchFamily="50" charset="-127"/>
                    </a:defRPr>
                  </a:lvl2pPr>
                  <a:lvl3pPr marL="1143000" indent="-228600" eaLnBrk="0" hangingPunct="0">
                    <a:defRPr kumimoji="1" sz="1200">
                      <a:solidFill>
                        <a:schemeClr val="tx1"/>
                      </a:solidFill>
                      <a:latin typeface="굴림" pitchFamily="50" charset="-127"/>
                      <a:ea typeface="굴림" pitchFamily="50" charset="-127"/>
                    </a:defRPr>
                  </a:lvl3pPr>
                  <a:lvl4pPr marL="1600200" indent="-228600" eaLnBrk="0" hangingPunct="0">
                    <a:defRPr kumimoji="1" sz="1200">
                      <a:solidFill>
                        <a:schemeClr val="tx1"/>
                      </a:solidFill>
                      <a:latin typeface="굴림" pitchFamily="50" charset="-127"/>
                      <a:ea typeface="굴림" pitchFamily="50" charset="-127"/>
                    </a:defRPr>
                  </a:lvl4pPr>
                  <a:lvl5pPr marL="2057400" indent="-228600" eaLnBrk="0" hangingPunct="0">
                    <a:defRPr kumimoji="1" sz="1200">
                      <a:solidFill>
                        <a:schemeClr val="tx1"/>
                      </a:solidFill>
                      <a:latin typeface="굴림" pitchFamily="50" charset="-127"/>
                      <a:ea typeface="굴림" pitchFamily="50" charset="-127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1200">
                      <a:solidFill>
                        <a:schemeClr val="tx1"/>
                      </a:solidFill>
                      <a:latin typeface="굴림" pitchFamily="50" charset="-127"/>
                      <a:ea typeface="굴림" pitchFamily="50" charset="-127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1200">
                      <a:solidFill>
                        <a:schemeClr val="tx1"/>
                      </a:solidFill>
                      <a:latin typeface="굴림" pitchFamily="50" charset="-127"/>
                      <a:ea typeface="굴림" pitchFamily="50" charset="-127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1200">
                      <a:solidFill>
                        <a:schemeClr val="tx1"/>
                      </a:solidFill>
                      <a:latin typeface="굴림" pitchFamily="50" charset="-127"/>
                      <a:ea typeface="굴림" pitchFamily="50" charset="-127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1200">
                      <a:solidFill>
                        <a:schemeClr val="tx1"/>
                      </a:solidFill>
                      <a:latin typeface="굴림" pitchFamily="50" charset="-127"/>
                      <a:ea typeface="굴림" pitchFamily="50" charset="-127"/>
                    </a:defRPr>
                  </a:lvl9pPr>
                </a:lstStyle>
                <a:p>
                  <a:pPr algn="ctr" eaLnBrk="1" hangingPunct="1"/>
                  <a:r>
                    <a:rPr lang="ko-KR" altLang="en-US" sz="1000" dirty="0">
                      <a:latin typeface="Rix모던고딕 M" panose="02020603020101020101" pitchFamily="18" charset="-127"/>
                      <a:ea typeface="Rix모던고딕 M" panose="02020603020101020101" pitchFamily="18" charset="-127"/>
                    </a:rPr>
                    <a:t>연합사</a:t>
                  </a:r>
                  <a:endParaRPr lang="en-US" altLang="ko-KR" sz="1000" dirty="0">
                    <a:latin typeface="Rix모던고딕 M" panose="02020603020101020101" pitchFamily="18" charset="-127"/>
                    <a:ea typeface="Rix모던고딕 M" panose="02020603020101020101" pitchFamily="18" charset="-127"/>
                  </a:endParaRPr>
                </a:p>
              </p:txBody>
            </p:sp>
          </p:grpSp>
          <p:grpSp>
            <p:nvGrpSpPr>
              <p:cNvPr id="402" name="그룹 401"/>
              <p:cNvGrpSpPr/>
              <p:nvPr/>
            </p:nvGrpSpPr>
            <p:grpSpPr>
              <a:xfrm>
                <a:off x="4002151" y="3446972"/>
                <a:ext cx="879611" cy="436214"/>
                <a:chOff x="3458166" y="6846549"/>
                <a:chExt cx="572941" cy="254309"/>
              </a:xfrm>
            </p:grpSpPr>
            <p:pic>
              <p:nvPicPr>
                <p:cNvPr id="403" name="Picture 4" descr="C:\Users\ecoffey\AppData\Local\Temp\Rar$DRa0.400\30009_Device_cloud_white_default_256.png"/>
                <p:cNvPicPr>
                  <a:picLocks noChangeAspect="1" noChangeArrowheads="1"/>
                </p:cNvPicPr>
                <p:nvPr/>
              </p:nvPicPr>
              <p:blipFill>
                <a:blip r:embed="rId5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t="19101" b="19670"/>
                <a:stretch>
                  <a:fillRect/>
                </a:stretch>
              </p:blipFill>
              <p:spPr bwMode="auto">
                <a:xfrm>
                  <a:off x="3458166" y="6846549"/>
                  <a:ext cx="572941" cy="23631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404" name="TextBox 232"/>
                <p:cNvSpPr txBox="1">
                  <a:spLocks noChangeArrowheads="1"/>
                </p:cNvSpPr>
                <p:nvPr/>
              </p:nvSpPr>
              <p:spPr bwMode="auto">
                <a:xfrm>
                  <a:off x="3534309" y="6867597"/>
                  <a:ext cx="420992" cy="23326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>
                  <a:spAutoFit/>
                </a:bodyPr>
                <a:lstStyle>
                  <a:lvl1pPr eaLnBrk="0" hangingPunct="0">
                    <a:defRPr kumimoji="1" sz="1200">
                      <a:solidFill>
                        <a:schemeClr val="tx1"/>
                      </a:solidFill>
                      <a:latin typeface="굴림" pitchFamily="50" charset="-127"/>
                      <a:ea typeface="굴림" pitchFamily="50" charset="-127"/>
                    </a:defRPr>
                  </a:lvl1pPr>
                  <a:lvl2pPr marL="742950" indent="-285750" eaLnBrk="0" hangingPunct="0">
                    <a:defRPr kumimoji="1" sz="1200">
                      <a:solidFill>
                        <a:schemeClr val="tx1"/>
                      </a:solidFill>
                      <a:latin typeface="굴림" pitchFamily="50" charset="-127"/>
                      <a:ea typeface="굴림" pitchFamily="50" charset="-127"/>
                    </a:defRPr>
                  </a:lvl2pPr>
                  <a:lvl3pPr marL="1143000" indent="-228600" eaLnBrk="0" hangingPunct="0">
                    <a:defRPr kumimoji="1" sz="1200">
                      <a:solidFill>
                        <a:schemeClr val="tx1"/>
                      </a:solidFill>
                      <a:latin typeface="굴림" pitchFamily="50" charset="-127"/>
                      <a:ea typeface="굴림" pitchFamily="50" charset="-127"/>
                    </a:defRPr>
                  </a:lvl3pPr>
                  <a:lvl4pPr marL="1600200" indent="-228600" eaLnBrk="0" hangingPunct="0">
                    <a:defRPr kumimoji="1" sz="1200">
                      <a:solidFill>
                        <a:schemeClr val="tx1"/>
                      </a:solidFill>
                      <a:latin typeface="굴림" pitchFamily="50" charset="-127"/>
                      <a:ea typeface="굴림" pitchFamily="50" charset="-127"/>
                    </a:defRPr>
                  </a:lvl4pPr>
                  <a:lvl5pPr marL="2057400" indent="-228600" eaLnBrk="0" hangingPunct="0">
                    <a:defRPr kumimoji="1" sz="1200">
                      <a:solidFill>
                        <a:schemeClr val="tx1"/>
                      </a:solidFill>
                      <a:latin typeface="굴림" pitchFamily="50" charset="-127"/>
                      <a:ea typeface="굴림" pitchFamily="50" charset="-127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1200">
                      <a:solidFill>
                        <a:schemeClr val="tx1"/>
                      </a:solidFill>
                      <a:latin typeface="굴림" pitchFamily="50" charset="-127"/>
                      <a:ea typeface="굴림" pitchFamily="50" charset="-127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1200">
                      <a:solidFill>
                        <a:schemeClr val="tx1"/>
                      </a:solidFill>
                      <a:latin typeface="굴림" pitchFamily="50" charset="-127"/>
                      <a:ea typeface="굴림" pitchFamily="50" charset="-127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1200">
                      <a:solidFill>
                        <a:schemeClr val="tx1"/>
                      </a:solidFill>
                      <a:latin typeface="굴림" pitchFamily="50" charset="-127"/>
                      <a:ea typeface="굴림" pitchFamily="50" charset="-127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1200">
                      <a:solidFill>
                        <a:schemeClr val="tx1"/>
                      </a:solidFill>
                      <a:latin typeface="굴림" pitchFamily="50" charset="-127"/>
                      <a:ea typeface="굴림" pitchFamily="50" charset="-127"/>
                    </a:defRPr>
                  </a:lvl9pPr>
                </a:lstStyle>
                <a:p>
                  <a:pPr algn="ctr" eaLnBrk="1" hangingPunct="1"/>
                  <a:r>
                    <a:rPr lang="ko-KR" altLang="en-US" sz="1000" dirty="0">
                      <a:latin typeface="Rix모던고딕 M" panose="02020603020101020101" pitchFamily="18" charset="-127"/>
                      <a:ea typeface="Rix모던고딕 M" panose="02020603020101020101" pitchFamily="18" charset="-127"/>
                    </a:rPr>
                    <a:t>통합전산</a:t>
                  </a:r>
                </a:p>
                <a:p>
                  <a:pPr algn="ctr" eaLnBrk="1" hangingPunct="1"/>
                  <a:r>
                    <a:rPr lang="ko-KR" altLang="en-US" sz="1000" dirty="0">
                      <a:latin typeface="Rix모던고딕 M" panose="02020603020101020101" pitchFamily="18" charset="-127"/>
                      <a:ea typeface="Rix모던고딕 M" panose="02020603020101020101" pitchFamily="18" charset="-127"/>
                    </a:rPr>
                    <a:t>관리소</a:t>
                  </a:r>
                </a:p>
              </p:txBody>
            </p:sp>
          </p:grpSp>
        </p:grpSp>
        <p:sp>
          <p:nvSpPr>
            <p:cNvPr id="292" name="타원 291"/>
            <p:cNvSpPr/>
            <p:nvPr/>
          </p:nvSpPr>
          <p:spPr bwMode="auto">
            <a:xfrm>
              <a:off x="3490051" y="3676535"/>
              <a:ext cx="107438" cy="113026"/>
            </a:xfrm>
            <a:prstGeom prst="ellipse">
              <a:avLst/>
            </a:prstGeom>
            <a:solidFill>
              <a:schemeClr val="tx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ko-KR" altLang="en-US" sz="2100" dirty="0">
                <a:solidFill>
                  <a:srgbClr val="333333"/>
                </a:solidFill>
                <a:latin typeface="산돌고딕B" pitchFamily="18" charset="-127"/>
                <a:ea typeface="산돌고딕B" pitchFamily="18" charset="-127"/>
              </a:endParaRPr>
            </a:p>
          </p:txBody>
        </p:sp>
        <p:grpSp>
          <p:nvGrpSpPr>
            <p:cNvPr id="411" name="그룹 410"/>
            <p:cNvGrpSpPr/>
            <p:nvPr/>
          </p:nvGrpSpPr>
          <p:grpSpPr>
            <a:xfrm>
              <a:off x="5382991" y="1483289"/>
              <a:ext cx="4973859" cy="2018846"/>
              <a:chOff x="5382991" y="1643270"/>
              <a:chExt cx="4973859" cy="2018846"/>
            </a:xfrm>
          </p:grpSpPr>
          <p:sp>
            <p:nvSpPr>
              <p:cNvPr id="412" name="직사각형 411"/>
              <p:cNvSpPr/>
              <p:nvPr/>
            </p:nvSpPr>
            <p:spPr>
              <a:xfrm>
                <a:off x="5683174" y="2307224"/>
                <a:ext cx="4673676" cy="1354892"/>
              </a:xfrm>
              <a:prstGeom prst="rect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82935" tIns="41468" rIns="82935" bIns="41468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lvl="1" algn="ctr">
                  <a:spcBef>
                    <a:spcPct val="0"/>
                  </a:spcBef>
                </a:pPr>
                <a:endParaRPr lang="ko-KR" altLang="en-US" sz="1633" spc="-91" dirty="0">
                  <a:solidFill>
                    <a:schemeClr val="bg1"/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  <a:cs typeface="+mj-cs"/>
                </a:endParaRPr>
              </a:p>
            </p:txBody>
          </p:sp>
          <p:sp>
            <p:nvSpPr>
              <p:cNvPr id="413" name="직사각형 412"/>
              <p:cNvSpPr/>
              <p:nvPr/>
            </p:nvSpPr>
            <p:spPr>
              <a:xfrm>
                <a:off x="6800850" y="2377954"/>
                <a:ext cx="3441700" cy="121571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 lIns="0" tIns="0" rIns="0" bIns="0" anchor="t" anchorCtr="0">
                <a:spAutoFit/>
                <a:scene3d>
                  <a:camera prst="orthographicFront"/>
                  <a:lightRig rig="threePt" dir="t"/>
                </a:scene3d>
                <a:sp3d>
                  <a:bevelT w="0"/>
                </a:sp3d>
              </a:bodyPr>
              <a:lstStyle/>
              <a:p>
                <a:pPr marL="108000" indent="-108000">
                  <a:buFont typeface="Arial" panose="020B0604020202020204" pitchFamily="34" charset="0"/>
                  <a:buChar char="•"/>
                </a:pPr>
                <a:r>
                  <a:rPr lang="ko-KR" altLang="en-US" sz="1400" spc="-99" dirty="0">
                    <a:solidFill>
                      <a:schemeClr val="bg1"/>
                    </a:solidFill>
                    <a:latin typeface="Rix고딕 B" pitchFamily="18" charset="-127"/>
                    <a:ea typeface="Rix고딕 B" pitchFamily="18" charset="-127"/>
                  </a:rPr>
                  <a:t>기존 국방부 운영 중 장비와 동일 벤더 </a:t>
                </a:r>
                <a:endParaRPr lang="en-US" altLang="ko-KR" sz="1400" spc="-99" dirty="0">
                  <a:solidFill>
                    <a:schemeClr val="bg1"/>
                  </a:solidFill>
                  <a:latin typeface="Rix고딕 B" pitchFamily="18" charset="-127"/>
                  <a:ea typeface="Rix고딕 B" pitchFamily="18" charset="-127"/>
                </a:endParaRPr>
              </a:p>
              <a:p>
                <a:r>
                  <a:rPr lang="ko-KR" altLang="en-US" sz="1600" spc="-99" dirty="0">
                    <a:solidFill>
                      <a:srgbClr val="FFFF00"/>
                    </a:solidFill>
                    <a:latin typeface="Rix고딕 EB" pitchFamily="18" charset="-127"/>
                    <a:ea typeface="Rix고딕 EB" pitchFamily="18" charset="-127"/>
                    <a:sym typeface="Wingdings" panose="05000000000000000000" pitchFamily="2" charset="2"/>
                  </a:rPr>
                  <a:t>    </a:t>
                </a:r>
                <a:r>
                  <a:rPr lang="ko-KR" altLang="en-US" sz="1600" spc="-99" dirty="0" smtClean="0">
                    <a:solidFill>
                      <a:srgbClr val="FFFF00"/>
                    </a:solidFill>
                    <a:latin typeface="Rix고딕 EB" pitchFamily="18" charset="-127"/>
                    <a:ea typeface="Rix고딕 EB" pitchFamily="18" charset="-127"/>
                    <a:sym typeface="Wingdings" panose="05000000000000000000" pitchFamily="2" charset="2"/>
                  </a:rPr>
                  <a:t>→ 부품 </a:t>
                </a:r>
                <a:r>
                  <a:rPr lang="ko-KR" altLang="en-US" sz="1600" spc="-99" dirty="0">
                    <a:solidFill>
                      <a:srgbClr val="FFFF00"/>
                    </a:solidFill>
                    <a:latin typeface="Rix고딕 EB" pitchFamily="18" charset="-127"/>
                    <a:ea typeface="Rix고딕 EB" pitchFamily="18" charset="-127"/>
                    <a:sym typeface="Wingdings" panose="05000000000000000000" pitchFamily="2" charset="2"/>
                  </a:rPr>
                  <a:t>공동활용</a:t>
                </a:r>
                <a:r>
                  <a:rPr lang="en-US" altLang="ko-KR" sz="1600" spc="-99" dirty="0" smtClean="0">
                    <a:solidFill>
                      <a:srgbClr val="FFFF00"/>
                    </a:solidFill>
                    <a:latin typeface="Rix고딕 EB" pitchFamily="18" charset="-127"/>
                    <a:ea typeface="Rix고딕 EB" pitchFamily="18" charset="-127"/>
                    <a:sym typeface="Wingdings" panose="05000000000000000000" pitchFamily="2" charset="2"/>
                  </a:rPr>
                  <a:t>(GBIC)</a:t>
                </a:r>
                <a:r>
                  <a:rPr lang="ko-KR" altLang="en-US" sz="1600" spc="-99" dirty="0" smtClean="0">
                    <a:solidFill>
                      <a:srgbClr val="FFFF00"/>
                    </a:solidFill>
                    <a:latin typeface="Rix고딕 EB" pitchFamily="18" charset="-127"/>
                    <a:ea typeface="Rix고딕 EB" pitchFamily="18" charset="-127"/>
                    <a:sym typeface="Wingdings" panose="05000000000000000000" pitchFamily="2" charset="2"/>
                  </a:rPr>
                  <a:t>으로 비용 절감</a:t>
                </a:r>
                <a:endParaRPr lang="en-US" altLang="ko-KR" sz="1600" spc="-99" dirty="0" smtClean="0">
                  <a:solidFill>
                    <a:srgbClr val="FFFF00"/>
                  </a:solidFill>
                  <a:latin typeface="Rix고딕 EB" pitchFamily="18" charset="-127"/>
                  <a:ea typeface="Rix고딕 EB" pitchFamily="18" charset="-127"/>
                  <a:sym typeface="Wingdings" panose="05000000000000000000" pitchFamily="2" charset="2"/>
                </a:endParaRPr>
              </a:p>
              <a:p>
                <a:r>
                  <a:rPr lang="ko-KR" altLang="en-US" sz="1600" spc="-99" dirty="0">
                    <a:solidFill>
                      <a:srgbClr val="FFFF00"/>
                    </a:solidFill>
                    <a:latin typeface="Rix고딕 EB" pitchFamily="18" charset="-127"/>
                    <a:ea typeface="Rix고딕 EB" pitchFamily="18" charset="-127"/>
                    <a:sym typeface="Wingdings" panose="05000000000000000000" pitchFamily="2" charset="2"/>
                  </a:rPr>
                  <a:t>    </a:t>
                </a:r>
                <a:r>
                  <a:rPr lang="ko-KR" altLang="en-US" sz="1600" spc="-99" dirty="0" smtClean="0">
                    <a:solidFill>
                      <a:srgbClr val="FFFF00"/>
                    </a:solidFill>
                    <a:latin typeface="Rix고딕 EB" pitchFamily="18" charset="-127"/>
                    <a:ea typeface="Rix고딕 EB" pitchFamily="18" charset="-127"/>
                    <a:sym typeface="Wingdings" panose="05000000000000000000" pitchFamily="2" charset="2"/>
                  </a:rPr>
                  <a:t>→ </a:t>
                </a:r>
                <a:r>
                  <a:rPr lang="ko-KR" altLang="en-US" sz="1600" spc="-99" dirty="0">
                    <a:solidFill>
                      <a:srgbClr val="FFFF00"/>
                    </a:solidFill>
                    <a:latin typeface="Rix고딕 EB" pitchFamily="18" charset="-127"/>
                    <a:ea typeface="Rix고딕 EB" pitchFamily="18" charset="-127"/>
                    <a:sym typeface="Wingdings" panose="05000000000000000000" pitchFamily="2" charset="2"/>
                  </a:rPr>
                  <a:t>유지보수 공동 수행으로 효율 향상</a:t>
                </a:r>
                <a:endParaRPr lang="en-US" altLang="ko-KR" sz="1600" spc="-99" dirty="0">
                  <a:solidFill>
                    <a:srgbClr val="FFFF00"/>
                  </a:solidFill>
                  <a:latin typeface="Rix고딕 EB" pitchFamily="18" charset="-127"/>
                  <a:ea typeface="Rix고딕 EB" pitchFamily="18" charset="-127"/>
                </a:endParaRPr>
              </a:p>
              <a:p>
                <a:pPr marL="108000" indent="-108000">
                  <a:spcBef>
                    <a:spcPts val="600"/>
                  </a:spcBef>
                  <a:buFont typeface="Arial" panose="020B0604020202020204" pitchFamily="34" charset="0"/>
                  <a:buChar char="•"/>
                </a:pPr>
                <a:r>
                  <a:rPr lang="ko-KR" altLang="en-US" sz="1400" spc="-99" dirty="0">
                    <a:solidFill>
                      <a:schemeClr val="bg1"/>
                    </a:solidFill>
                    <a:latin typeface="Rix고딕 B" pitchFamily="18" charset="-127"/>
                    <a:ea typeface="Rix고딕 B" pitchFamily="18" charset="-127"/>
                  </a:rPr>
                  <a:t>향후 </a:t>
                </a:r>
                <a:r>
                  <a:rPr lang="en-US" altLang="ko-KR" sz="1400" spc="-99" dirty="0">
                    <a:solidFill>
                      <a:schemeClr val="bg1"/>
                    </a:solidFill>
                    <a:latin typeface="Rix고딕 B" pitchFamily="18" charset="-127"/>
                    <a:ea typeface="Rix고딕 B" pitchFamily="18" charset="-127"/>
                  </a:rPr>
                  <a:t>7</a:t>
                </a:r>
                <a:r>
                  <a:rPr lang="ko-KR" altLang="en-US" sz="1400" spc="-99" dirty="0" smtClean="0">
                    <a:solidFill>
                      <a:schemeClr val="bg1"/>
                    </a:solidFill>
                    <a:latin typeface="Rix고딕 B" pitchFamily="18" charset="-127"/>
                    <a:ea typeface="Rix고딕 B" pitchFamily="18" charset="-127"/>
                  </a:rPr>
                  <a:t>년 </a:t>
                </a:r>
                <a:r>
                  <a:rPr lang="ko-KR" altLang="en-US" sz="1400" spc="-99" dirty="0">
                    <a:solidFill>
                      <a:schemeClr val="bg1"/>
                    </a:solidFill>
                    <a:latin typeface="Rix고딕 B" pitchFamily="18" charset="-127"/>
                    <a:ea typeface="Rix고딕 B" pitchFamily="18" charset="-127"/>
                  </a:rPr>
                  <a:t>동안 재투자 없이 신기술 및 새로운 </a:t>
                </a:r>
                <a:r>
                  <a:rPr lang="ko-KR" altLang="en-US" sz="1400" spc="-99" dirty="0" smtClean="0">
                    <a:solidFill>
                      <a:schemeClr val="bg1"/>
                    </a:solidFill>
                    <a:latin typeface="Rix고딕 B" pitchFamily="18" charset="-127"/>
                    <a:ea typeface="Rix고딕 B" pitchFamily="18" charset="-127"/>
                  </a:rPr>
                  <a:t>서비스</a:t>
                </a:r>
                <a:r>
                  <a:rPr lang="en-US" altLang="ko-KR" sz="1400" spc="-99" dirty="0">
                    <a:solidFill>
                      <a:schemeClr val="bg1"/>
                    </a:solidFill>
                    <a:latin typeface="Rix고딕 B" pitchFamily="18" charset="-127"/>
                    <a:ea typeface="Rix고딕 B" pitchFamily="18" charset="-127"/>
                  </a:rPr>
                  <a:t>, application </a:t>
                </a:r>
                <a:r>
                  <a:rPr lang="ko-KR" altLang="en-US" sz="1400" spc="-99" dirty="0">
                    <a:solidFill>
                      <a:schemeClr val="bg1"/>
                    </a:solidFill>
                    <a:latin typeface="Rix고딕 B" pitchFamily="18" charset="-127"/>
                    <a:ea typeface="Rix고딕 B" pitchFamily="18" charset="-127"/>
                  </a:rPr>
                  <a:t>수용 가능</a:t>
                </a:r>
                <a:endParaRPr lang="en-US" altLang="ko-KR" sz="1400" spc="-99" dirty="0">
                  <a:solidFill>
                    <a:schemeClr val="bg1"/>
                  </a:solidFill>
                  <a:latin typeface="Rix고딕 B" pitchFamily="18" charset="-127"/>
                  <a:ea typeface="Rix고딕 B" pitchFamily="18" charset="-127"/>
                </a:endParaRPr>
              </a:p>
            </p:txBody>
          </p:sp>
          <p:sp>
            <p:nvSpPr>
              <p:cNvPr id="414" name="직사각형 413"/>
              <p:cNvSpPr/>
              <p:nvPr/>
            </p:nvSpPr>
            <p:spPr>
              <a:xfrm>
                <a:off x="5683174" y="2304871"/>
                <a:ext cx="1079576" cy="1357245"/>
              </a:xfrm>
              <a:prstGeom prst="rect">
                <a:avLst/>
              </a:prstGeom>
              <a:solidFill>
                <a:srgbClr val="1B91C1"/>
              </a:solidFill>
              <a:ln w="3175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marL="497845" marR="0" lvl="1" indent="0" defTabSz="99569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C02338"/>
                  </a:solidFill>
                  <a:effectLst/>
                  <a:uLnTx/>
                  <a:uFillTx/>
                  <a:latin typeface="Calibri"/>
                  <a:ea typeface="맑은 고딕" panose="020B0503020000020004" pitchFamily="50" charset="-127"/>
                  <a:cs typeface="+mn-cs"/>
                </a:endParaRPr>
              </a:p>
            </p:txBody>
          </p:sp>
          <p:pic>
            <p:nvPicPr>
              <p:cNvPr id="415" name="Picture 9" descr="G:\work\아이티센시스템즈\경찰청공조조회유지보수\icon&amp;dia\남자셋2.png"/>
              <p:cNvPicPr>
                <a:picLocks noChangeAspect="1" noChangeArrowheads="1"/>
              </p:cNvPicPr>
              <p:nvPr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382991" y="1643270"/>
                <a:ext cx="1417859" cy="1573923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416" name="직사각형 415"/>
              <p:cNvSpPr/>
              <p:nvPr/>
            </p:nvSpPr>
            <p:spPr>
              <a:xfrm>
                <a:off x="5976823" y="2973871"/>
                <a:ext cx="798589" cy="49244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 lIns="0" tIns="0" rIns="0" bIns="0" anchor="ctr" anchorCtr="0">
                <a:spAutoFit/>
                <a:scene3d>
                  <a:camera prst="orthographicFront"/>
                  <a:lightRig rig="threePt" dir="t"/>
                </a:scene3d>
                <a:sp3d>
                  <a:bevelT w="0"/>
                </a:sp3d>
              </a:bodyPr>
              <a:lstStyle/>
              <a:p>
                <a:pPr marL="0" lvl="1" indent="-297308" algn="ctr" defTabSz="951382" fontAlgn="base" latinLnBrk="0">
                  <a:spcBef>
                    <a:spcPct val="0"/>
                  </a:spcBef>
                  <a:spcAft>
                    <a:spcPct val="0"/>
                  </a:spcAft>
                  <a:buClr>
                    <a:prstClr val="white"/>
                  </a:buClr>
                  <a:buSzPct val="80000"/>
                  <a:tabLst>
                    <a:tab pos="5424707" algn="l"/>
                  </a:tabLst>
                  <a:defRPr/>
                </a:pPr>
                <a:r>
                  <a:rPr lang="ko-KR" altLang="en-US" sz="1600" spc="-100" dirty="0" smtClean="0">
                    <a:solidFill>
                      <a:prstClr val="white"/>
                    </a:solidFill>
                    <a:latin typeface="Rix모던고딕 EB" panose="02020603020101020101" pitchFamily="18" charset="-127"/>
                    <a:ea typeface="Rix모던고딕 EB" panose="02020603020101020101" pitchFamily="18" charset="-127"/>
                  </a:rPr>
                  <a:t>투자</a:t>
                </a:r>
                <a:endParaRPr lang="en-US" altLang="ko-KR" sz="1600" spc="-100" dirty="0" smtClean="0">
                  <a:solidFill>
                    <a:prstClr val="white"/>
                  </a:solidFill>
                  <a:latin typeface="Rix모던고딕 EB" panose="02020603020101020101" pitchFamily="18" charset="-127"/>
                  <a:ea typeface="Rix모던고딕 EB" panose="02020603020101020101" pitchFamily="18" charset="-127"/>
                </a:endParaRPr>
              </a:p>
              <a:p>
                <a:pPr marL="0" lvl="1" indent="-297308" algn="ctr" defTabSz="951382" fontAlgn="base" latinLnBrk="0">
                  <a:spcBef>
                    <a:spcPct val="0"/>
                  </a:spcBef>
                  <a:spcAft>
                    <a:spcPct val="0"/>
                  </a:spcAft>
                  <a:buClr>
                    <a:prstClr val="white"/>
                  </a:buClr>
                  <a:buSzPct val="80000"/>
                  <a:tabLst>
                    <a:tab pos="5424707" algn="l"/>
                  </a:tabLst>
                  <a:defRPr/>
                </a:pPr>
                <a:r>
                  <a:rPr lang="ko-KR" altLang="en-US" sz="1600" spc="-100" dirty="0" smtClean="0">
                    <a:solidFill>
                      <a:prstClr val="white"/>
                    </a:solidFill>
                    <a:latin typeface="Rix모던고딕 EB" panose="02020603020101020101" pitchFamily="18" charset="-127"/>
                    <a:ea typeface="Rix모던고딕 EB" panose="02020603020101020101" pitchFamily="18" charset="-127"/>
                  </a:rPr>
                  <a:t>보호</a:t>
                </a:r>
                <a:endParaRPr lang="ko-KR" altLang="en-US" sz="1600" spc="-100" dirty="0">
                  <a:solidFill>
                    <a:prstClr val="white"/>
                  </a:solidFill>
                  <a:latin typeface="Rix모던고딕 EB" panose="02020603020101020101" pitchFamily="18" charset="-127"/>
                  <a:ea typeface="Rix모던고딕 EB" panose="02020603020101020101" pitchFamily="18" charset="-127"/>
                </a:endParaRPr>
              </a:p>
            </p:txBody>
          </p:sp>
        </p:grpSp>
        <p:grpSp>
          <p:nvGrpSpPr>
            <p:cNvPr id="417" name="그룹 416"/>
            <p:cNvGrpSpPr/>
            <p:nvPr/>
          </p:nvGrpSpPr>
          <p:grpSpPr>
            <a:xfrm>
              <a:off x="5683174" y="3708010"/>
              <a:ext cx="4673676" cy="675198"/>
              <a:chOff x="5683174" y="3739413"/>
              <a:chExt cx="4673676" cy="675198"/>
            </a:xfrm>
          </p:grpSpPr>
          <p:sp>
            <p:nvSpPr>
              <p:cNvPr id="418" name="직사각형 417"/>
              <p:cNvSpPr/>
              <p:nvPr/>
            </p:nvSpPr>
            <p:spPr>
              <a:xfrm>
                <a:off x="5683174" y="3741765"/>
                <a:ext cx="4673676" cy="672846"/>
              </a:xfrm>
              <a:prstGeom prst="rect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82935" tIns="41468" rIns="82935" bIns="41468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lvl="1" algn="ctr">
                  <a:spcBef>
                    <a:spcPct val="0"/>
                  </a:spcBef>
                </a:pPr>
                <a:endParaRPr lang="ko-KR" altLang="en-US" sz="1633" spc="-91" dirty="0">
                  <a:solidFill>
                    <a:schemeClr val="bg1"/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  <a:cs typeface="+mj-cs"/>
                </a:endParaRPr>
              </a:p>
            </p:txBody>
          </p:sp>
          <p:sp>
            <p:nvSpPr>
              <p:cNvPr id="419" name="직사각형 418"/>
              <p:cNvSpPr/>
              <p:nvPr/>
            </p:nvSpPr>
            <p:spPr>
              <a:xfrm>
                <a:off x="6800850" y="3848167"/>
                <a:ext cx="3441700" cy="4616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 lIns="0" tIns="0" rIns="0" bIns="0" anchor="t" anchorCtr="0">
                <a:spAutoFit/>
                <a:scene3d>
                  <a:camera prst="orthographicFront"/>
                  <a:lightRig rig="threePt" dir="t"/>
                </a:scene3d>
                <a:sp3d>
                  <a:bevelT w="0"/>
                </a:sp3d>
              </a:bodyPr>
              <a:lstStyle/>
              <a:p>
                <a:pPr marL="108000" indent="-108000">
                  <a:buFont typeface="Arial" panose="020B0604020202020204" pitchFamily="34" charset="0"/>
                  <a:buChar char="•"/>
                </a:pPr>
                <a:r>
                  <a:rPr lang="ko-KR" altLang="en-US" sz="1400" spc="-99" dirty="0">
                    <a:solidFill>
                      <a:schemeClr val="bg1"/>
                    </a:solidFill>
                    <a:latin typeface="Rix고딕 B" pitchFamily="18" charset="-127"/>
                    <a:ea typeface="Rix고딕 B" pitchFamily="18" charset="-127"/>
                  </a:rPr>
                  <a:t>향후 서비스 추가 및 신규 서비스 수용을 위한 </a:t>
                </a:r>
                <a:br>
                  <a:rPr lang="ko-KR" altLang="en-US" sz="1400" spc="-99" dirty="0">
                    <a:solidFill>
                      <a:schemeClr val="bg1"/>
                    </a:solidFill>
                    <a:latin typeface="Rix고딕 B" pitchFamily="18" charset="-127"/>
                    <a:ea typeface="Rix고딕 B" pitchFamily="18" charset="-127"/>
                  </a:rPr>
                </a:br>
                <a:r>
                  <a:rPr lang="ko-KR" altLang="en-US" sz="1600" spc="-99" dirty="0">
                    <a:solidFill>
                      <a:srgbClr val="FFFF00"/>
                    </a:solidFill>
                    <a:latin typeface="Rix고딕 EB" pitchFamily="18" charset="-127"/>
                    <a:ea typeface="Rix고딕 EB" pitchFamily="18" charset="-127"/>
                  </a:rPr>
                  <a:t>충분한 확장성 제공</a:t>
                </a:r>
              </a:p>
            </p:txBody>
          </p:sp>
          <p:sp>
            <p:nvSpPr>
              <p:cNvPr id="420" name="직사각형 419"/>
              <p:cNvSpPr/>
              <p:nvPr/>
            </p:nvSpPr>
            <p:spPr>
              <a:xfrm>
                <a:off x="5683174" y="3739413"/>
                <a:ext cx="1079576" cy="674014"/>
              </a:xfrm>
              <a:prstGeom prst="rect">
                <a:avLst/>
              </a:prstGeom>
              <a:solidFill>
                <a:srgbClr val="1B91C1"/>
              </a:solidFill>
              <a:ln w="3175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marL="497845" marR="0" lvl="1" indent="0" defTabSz="99569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C02338"/>
                  </a:solidFill>
                  <a:effectLst/>
                  <a:uLnTx/>
                  <a:uFillTx/>
                  <a:latin typeface="Calibri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421" name="직사각형 420"/>
              <p:cNvSpPr/>
              <p:nvPr/>
            </p:nvSpPr>
            <p:spPr>
              <a:xfrm>
                <a:off x="5823667" y="3824103"/>
                <a:ext cx="798589" cy="49244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 lIns="0" tIns="0" rIns="0" bIns="0" anchor="ctr" anchorCtr="0">
                <a:spAutoFit/>
                <a:scene3d>
                  <a:camera prst="orthographicFront"/>
                  <a:lightRig rig="threePt" dir="t"/>
                </a:scene3d>
                <a:sp3d>
                  <a:bevelT w="0"/>
                </a:sp3d>
              </a:bodyPr>
              <a:lstStyle/>
              <a:p>
                <a:pPr marL="0" lvl="1" indent="-297308" algn="ctr" defTabSz="951382" fontAlgn="base" latinLnBrk="0">
                  <a:spcBef>
                    <a:spcPct val="0"/>
                  </a:spcBef>
                  <a:spcAft>
                    <a:spcPct val="0"/>
                  </a:spcAft>
                  <a:buClr>
                    <a:prstClr val="white"/>
                  </a:buClr>
                  <a:buSzPct val="80000"/>
                  <a:tabLst>
                    <a:tab pos="5424707" algn="l"/>
                  </a:tabLst>
                  <a:defRPr/>
                </a:pPr>
                <a:r>
                  <a:rPr lang="ko-KR" altLang="en-US" sz="1600" spc="-100" dirty="0">
                    <a:solidFill>
                      <a:prstClr val="white"/>
                    </a:solidFill>
                    <a:latin typeface="Rix모던고딕 EB" panose="02020603020101020101" pitchFamily="18" charset="-127"/>
                    <a:ea typeface="Rix모던고딕 EB" panose="02020603020101020101" pitchFamily="18" charset="-127"/>
                  </a:rPr>
                  <a:t>성능 및 확장성</a:t>
                </a:r>
              </a:p>
            </p:txBody>
          </p:sp>
        </p:grpSp>
        <p:grpSp>
          <p:nvGrpSpPr>
            <p:cNvPr id="422" name="그룹 421"/>
            <p:cNvGrpSpPr/>
            <p:nvPr/>
          </p:nvGrpSpPr>
          <p:grpSpPr>
            <a:xfrm>
              <a:off x="5683174" y="4589083"/>
              <a:ext cx="4673676" cy="812783"/>
              <a:chOff x="5683174" y="4501594"/>
              <a:chExt cx="4673676" cy="812783"/>
            </a:xfrm>
          </p:grpSpPr>
          <p:sp>
            <p:nvSpPr>
              <p:cNvPr id="423" name="직사각형 422"/>
              <p:cNvSpPr/>
              <p:nvPr/>
            </p:nvSpPr>
            <p:spPr>
              <a:xfrm>
                <a:off x="5683174" y="4503947"/>
                <a:ext cx="4673676" cy="810430"/>
              </a:xfrm>
              <a:prstGeom prst="rect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82935" tIns="41468" rIns="82935" bIns="41468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lvl="1" algn="ctr">
                  <a:spcBef>
                    <a:spcPct val="0"/>
                  </a:spcBef>
                </a:pPr>
                <a:endParaRPr lang="ko-KR" altLang="en-US" sz="1633" spc="-91" dirty="0">
                  <a:solidFill>
                    <a:schemeClr val="bg1"/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  <a:cs typeface="+mj-cs"/>
                </a:endParaRPr>
              </a:p>
            </p:txBody>
          </p:sp>
          <p:sp>
            <p:nvSpPr>
              <p:cNvPr id="424" name="직사각형 423"/>
              <p:cNvSpPr/>
              <p:nvPr/>
            </p:nvSpPr>
            <p:spPr>
              <a:xfrm>
                <a:off x="6800850" y="4671337"/>
                <a:ext cx="3441700" cy="53091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 lIns="0" tIns="0" rIns="0" bIns="0" anchor="t" anchorCtr="0">
                <a:spAutoFit/>
                <a:scene3d>
                  <a:camera prst="orthographicFront"/>
                  <a:lightRig rig="threePt" dir="t"/>
                </a:scene3d>
                <a:sp3d>
                  <a:bevelT w="0"/>
                </a:sp3d>
              </a:bodyPr>
              <a:lstStyle/>
              <a:p>
                <a:pPr marL="108000" indent="-108000">
                  <a:spcBef>
                    <a:spcPts val="300"/>
                  </a:spcBef>
                  <a:buFont typeface="Arial" panose="020B0604020202020204" pitchFamily="34" charset="0"/>
                  <a:buChar char="•"/>
                </a:pPr>
                <a:r>
                  <a:rPr lang="ko-KR" altLang="en-US" sz="1600" spc="-99" dirty="0" smtClean="0">
                    <a:solidFill>
                      <a:srgbClr val="FFFF00"/>
                    </a:solidFill>
                    <a:latin typeface="Rix고딕 EB" pitchFamily="18" charset="-127"/>
                    <a:ea typeface="Rix고딕 EB" pitchFamily="18" charset="-127"/>
                  </a:rPr>
                  <a:t>無 중단</a:t>
                </a:r>
                <a:r>
                  <a:rPr lang="ko-KR" altLang="en-US" sz="1400" spc="-99" dirty="0" smtClean="0">
                    <a:solidFill>
                      <a:schemeClr val="bg1"/>
                    </a:solidFill>
                    <a:latin typeface="Rix고딕 B" pitchFamily="18" charset="-127"/>
                    <a:ea typeface="Rix고딕 B" pitchFamily="18" charset="-127"/>
                  </a:rPr>
                  <a:t> </a:t>
                </a:r>
                <a:r>
                  <a:rPr lang="en-US" altLang="ko-KR" sz="1400" spc="-99" dirty="0" smtClean="0">
                    <a:solidFill>
                      <a:schemeClr val="bg1"/>
                    </a:solidFill>
                    <a:latin typeface="Rix고딕 B" pitchFamily="18" charset="-127"/>
                    <a:ea typeface="Rix고딕 B" pitchFamily="18" charset="-127"/>
                  </a:rPr>
                  <a:t>S/W</a:t>
                </a:r>
                <a:r>
                  <a:rPr lang="en-US" altLang="ko-KR" sz="1400" spc="-99" dirty="0">
                    <a:solidFill>
                      <a:schemeClr val="bg1"/>
                    </a:solidFill>
                    <a:latin typeface="Rix고딕 B" pitchFamily="18" charset="-127"/>
                    <a:ea typeface="Rix고딕 B" pitchFamily="18" charset="-127"/>
                  </a:rPr>
                  <a:t>, H/W </a:t>
                </a:r>
                <a:r>
                  <a:rPr lang="ko-KR" altLang="en-US" sz="1400" spc="-99" dirty="0" smtClean="0">
                    <a:solidFill>
                      <a:schemeClr val="bg1"/>
                    </a:solidFill>
                    <a:latin typeface="Rix고딕 B" pitchFamily="18" charset="-127"/>
                    <a:ea typeface="Rix고딕 B" pitchFamily="18" charset="-127"/>
                  </a:rPr>
                  <a:t>업그레이드</a:t>
                </a:r>
                <a:endParaRPr lang="ko-KR" altLang="en-US" sz="1400" spc="-99" dirty="0">
                  <a:solidFill>
                    <a:schemeClr val="bg1"/>
                  </a:solidFill>
                  <a:latin typeface="Rix고딕 B" pitchFamily="18" charset="-127"/>
                  <a:ea typeface="Rix고딕 B" pitchFamily="18" charset="-127"/>
                </a:endParaRPr>
              </a:p>
              <a:p>
                <a:pPr marL="108000" indent="-108000">
                  <a:spcBef>
                    <a:spcPts val="300"/>
                  </a:spcBef>
                  <a:buFont typeface="Arial" panose="020B0604020202020204" pitchFamily="34" charset="0"/>
                  <a:buChar char="•"/>
                </a:pPr>
                <a:r>
                  <a:rPr lang="ko-KR" altLang="en-US" sz="1400" spc="-99" dirty="0">
                    <a:solidFill>
                      <a:schemeClr val="bg1"/>
                    </a:solidFill>
                    <a:latin typeface="Rix고딕 B" pitchFamily="18" charset="-127"/>
                    <a:ea typeface="Rix고딕 B" pitchFamily="18" charset="-127"/>
                  </a:rPr>
                  <a:t>무중단 서비스를 </a:t>
                </a:r>
                <a:r>
                  <a:rPr lang="ko-KR" altLang="en-US" sz="1400" spc="-99" dirty="0" smtClean="0">
                    <a:solidFill>
                      <a:schemeClr val="bg1"/>
                    </a:solidFill>
                    <a:latin typeface="Rix고딕 B" pitchFamily="18" charset="-127"/>
                    <a:ea typeface="Rix고딕 B" pitchFamily="18" charset="-127"/>
                  </a:rPr>
                  <a:t>위한 </a:t>
                </a:r>
                <a:r>
                  <a:rPr lang="en-US" altLang="ko-KR" sz="1600" spc="-99" dirty="0">
                    <a:solidFill>
                      <a:srgbClr val="FFFF00"/>
                    </a:solidFill>
                    <a:latin typeface="Rix고딕 EB" pitchFamily="18" charset="-127"/>
                    <a:ea typeface="Rix고딕 EB" pitchFamily="18" charset="-127"/>
                  </a:rPr>
                  <a:t>Non-Stop Infra </a:t>
                </a:r>
                <a:r>
                  <a:rPr lang="ko-KR" altLang="en-US" sz="1400" spc="-99" dirty="0">
                    <a:solidFill>
                      <a:schemeClr val="bg1"/>
                    </a:solidFill>
                    <a:latin typeface="Rix고딕 B" pitchFamily="18" charset="-127"/>
                    <a:ea typeface="Rix고딕 B" pitchFamily="18" charset="-127"/>
                  </a:rPr>
                  <a:t>구현</a:t>
                </a:r>
              </a:p>
            </p:txBody>
          </p:sp>
          <p:sp>
            <p:nvSpPr>
              <p:cNvPr id="425" name="직사각형 424"/>
              <p:cNvSpPr/>
              <p:nvPr/>
            </p:nvSpPr>
            <p:spPr>
              <a:xfrm>
                <a:off x="5683174" y="4501594"/>
                <a:ext cx="1079576" cy="811837"/>
              </a:xfrm>
              <a:prstGeom prst="rect">
                <a:avLst/>
              </a:prstGeom>
              <a:solidFill>
                <a:srgbClr val="1B91C1"/>
              </a:solidFill>
              <a:ln w="3175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marL="497845" marR="0" lvl="1" indent="0" defTabSz="99569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C02338"/>
                  </a:solidFill>
                  <a:effectLst/>
                  <a:uLnTx/>
                  <a:uFillTx/>
                  <a:latin typeface="Calibri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426" name="직사각형 425"/>
              <p:cNvSpPr/>
              <p:nvPr/>
            </p:nvSpPr>
            <p:spPr>
              <a:xfrm>
                <a:off x="5683175" y="4588718"/>
                <a:ext cx="1079576" cy="66537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 lIns="0" tIns="0" rIns="0" bIns="0" anchor="ctr" anchorCtr="0">
                <a:spAutoFit/>
                <a:scene3d>
                  <a:camera prst="orthographicFront"/>
                  <a:lightRig rig="threePt" dir="t"/>
                </a:scene3d>
                <a:sp3d>
                  <a:bevelT w="0"/>
                </a:sp3d>
              </a:bodyPr>
              <a:lstStyle/>
              <a:p>
                <a:pPr marL="0" lvl="1" indent="-297308" algn="ctr" defTabSz="951382" fontAlgn="base" latinLnBrk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prstClr val="white"/>
                  </a:buClr>
                  <a:buSzPct val="80000"/>
                  <a:tabLst>
                    <a:tab pos="5424707" algn="l"/>
                  </a:tabLst>
                  <a:defRPr/>
                </a:pPr>
                <a:r>
                  <a:rPr lang="ko-KR" altLang="en-US" sz="1600" spc="-100" dirty="0" smtClean="0">
                    <a:solidFill>
                      <a:prstClr val="white"/>
                    </a:solidFill>
                    <a:latin typeface="Rix모던고딕 EB" panose="02020603020101020101" pitchFamily="18" charset="-127"/>
                    <a:ea typeface="Rix모던고딕 EB" panose="02020603020101020101" pitchFamily="18" charset="-127"/>
                  </a:rPr>
                  <a:t>高 가용성</a:t>
                </a:r>
                <a:r>
                  <a:rPr lang="en-US" altLang="ko-KR" sz="1600" spc="-100" dirty="0" smtClean="0">
                    <a:solidFill>
                      <a:prstClr val="white"/>
                    </a:solidFill>
                    <a:latin typeface="Rix모던고딕 EB" panose="02020603020101020101" pitchFamily="18" charset="-127"/>
                    <a:ea typeface="Rix모던고딕 EB" panose="02020603020101020101" pitchFamily="18" charset="-127"/>
                  </a:rPr>
                  <a:t>/</a:t>
                </a:r>
                <a:r>
                  <a:rPr lang="ko-KR" altLang="en-US" sz="1600" dirty="0" smtClean="0"/>
                  <a:t> </a:t>
                </a:r>
                <a:endParaRPr lang="ko-KR" altLang="en-US" sz="1600" dirty="0"/>
              </a:p>
              <a:p>
                <a:pPr marL="0" lvl="1" indent="-297308" algn="ctr" defTabSz="951382" fontAlgn="base" latinLnBrk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prstClr val="white"/>
                  </a:buClr>
                  <a:buSzPct val="80000"/>
                  <a:tabLst>
                    <a:tab pos="5424707" algn="l"/>
                  </a:tabLst>
                  <a:defRPr/>
                </a:pPr>
                <a:r>
                  <a:rPr lang="ko-KR" altLang="en-US" sz="1600" spc="-100" dirty="0" smtClean="0">
                    <a:solidFill>
                      <a:prstClr val="white"/>
                    </a:solidFill>
                    <a:latin typeface="Rix모던고딕 EB" panose="02020603020101020101" pitchFamily="18" charset="-127"/>
                    <a:ea typeface="Rix모던고딕 EB" panose="02020603020101020101" pitchFamily="18" charset="-127"/>
                  </a:rPr>
                  <a:t>無 중단</a:t>
                </a:r>
                <a:endParaRPr lang="en-US" altLang="ko-KR" sz="1600" spc="-100" dirty="0">
                  <a:solidFill>
                    <a:prstClr val="white"/>
                  </a:solidFill>
                  <a:latin typeface="Rix모던고딕 EB" panose="02020603020101020101" pitchFamily="18" charset="-127"/>
                  <a:ea typeface="Rix모던고딕 EB" panose="02020603020101020101" pitchFamily="18" charset="-127"/>
                </a:endParaRPr>
              </a:p>
              <a:p>
                <a:pPr marL="0" lvl="1" indent="-297308" algn="ctr" defTabSz="951382" fontAlgn="base" latinLnBrk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prstClr val="white"/>
                  </a:buClr>
                  <a:buSzPct val="80000"/>
                  <a:tabLst>
                    <a:tab pos="5424707" algn="l"/>
                  </a:tabLst>
                  <a:defRPr/>
                </a:pPr>
                <a:r>
                  <a:rPr lang="ko-KR" altLang="en-US" sz="1600" spc="-100" dirty="0" smtClean="0">
                    <a:solidFill>
                      <a:prstClr val="white"/>
                    </a:solidFill>
                    <a:latin typeface="Rix모던고딕 EB" panose="02020603020101020101" pitchFamily="18" charset="-127"/>
                    <a:ea typeface="Rix모던고딕 EB" panose="02020603020101020101" pitchFamily="18" charset="-127"/>
                  </a:rPr>
                  <a:t>서비스 </a:t>
                </a:r>
                <a:r>
                  <a:rPr lang="ko-KR" altLang="en-US" sz="1600" spc="-100" dirty="0">
                    <a:solidFill>
                      <a:prstClr val="white"/>
                    </a:solidFill>
                    <a:latin typeface="Rix모던고딕 EB" panose="02020603020101020101" pitchFamily="18" charset="-127"/>
                    <a:ea typeface="Rix모던고딕 EB" panose="02020603020101020101" pitchFamily="18" charset="-127"/>
                  </a:rPr>
                  <a:t>구현</a:t>
                </a:r>
              </a:p>
            </p:txBody>
          </p:sp>
        </p:grpSp>
        <p:sp>
          <p:nvSpPr>
            <p:cNvPr id="428" name="직사각형 427"/>
            <p:cNvSpPr/>
            <p:nvPr/>
          </p:nvSpPr>
          <p:spPr>
            <a:xfrm>
              <a:off x="5683174" y="5610094"/>
              <a:ext cx="4673676" cy="943064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82935" tIns="41468" rIns="82935" bIns="4146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lvl="1" algn="ctr">
                <a:spcBef>
                  <a:spcPct val="0"/>
                </a:spcBef>
              </a:pPr>
              <a:endParaRPr lang="ko-KR" altLang="en-US" sz="1633" spc="-91" dirty="0">
                <a:solidFill>
                  <a:schemeClr val="bg1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  <a:cs typeface="+mj-cs"/>
              </a:endParaRPr>
            </a:p>
          </p:txBody>
        </p:sp>
        <p:sp>
          <p:nvSpPr>
            <p:cNvPr id="429" name="직사각형 428"/>
            <p:cNvSpPr/>
            <p:nvPr/>
          </p:nvSpPr>
          <p:spPr>
            <a:xfrm>
              <a:off x="6800850" y="5713989"/>
              <a:ext cx="3441700" cy="2462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0" tIns="0" rIns="0" bIns="0" anchor="t" anchorCtr="0">
              <a:spAutoFit/>
              <a:scene3d>
                <a:camera prst="orthographicFront"/>
                <a:lightRig rig="threePt" dir="t"/>
              </a:scene3d>
              <a:sp3d>
                <a:bevelT w="0"/>
              </a:sp3d>
            </a:bodyPr>
            <a:lstStyle/>
            <a:p>
              <a:pPr marL="108000" indent="-108000">
                <a:spcBef>
                  <a:spcPts val="300"/>
                </a:spcBef>
                <a:buFont typeface="Arial" panose="020B0604020202020204" pitchFamily="34" charset="0"/>
                <a:buChar char="•"/>
              </a:pPr>
              <a:r>
                <a:rPr lang="ko-KR" altLang="en-US" sz="1400" spc="-99" dirty="0">
                  <a:solidFill>
                    <a:schemeClr val="bg1"/>
                  </a:solidFill>
                  <a:latin typeface="Rix고딕 B" pitchFamily="18" charset="-127"/>
                  <a:ea typeface="Rix고딕 B" pitchFamily="18" charset="-127"/>
                </a:rPr>
                <a:t>저탄소 </a:t>
              </a:r>
              <a:r>
                <a:rPr lang="ko-KR" altLang="en-US" sz="1400" spc="-99" dirty="0" smtClean="0">
                  <a:solidFill>
                    <a:schemeClr val="bg1"/>
                  </a:solidFill>
                  <a:latin typeface="Rix고딕 B" pitchFamily="18" charset="-127"/>
                  <a:ea typeface="Rix고딕 B" pitchFamily="18" charset="-127"/>
                </a:rPr>
                <a:t>녹색성장에 부합하는 </a:t>
              </a:r>
              <a:r>
                <a:rPr lang="ko-KR" altLang="en-US" sz="1600" spc="-99" dirty="0">
                  <a:solidFill>
                    <a:srgbClr val="FFFF00"/>
                  </a:solidFill>
                  <a:latin typeface="Rix고딕 EB" pitchFamily="18" charset="-127"/>
                  <a:ea typeface="Rix고딕 EB" pitchFamily="18" charset="-127"/>
                </a:rPr>
                <a:t>저전력</a:t>
              </a:r>
              <a:r>
                <a:rPr lang="en-US" altLang="ko-KR" sz="1600" spc="-99" dirty="0">
                  <a:solidFill>
                    <a:srgbClr val="FFFF00"/>
                  </a:solidFill>
                  <a:latin typeface="Rix고딕 EB" pitchFamily="18" charset="-127"/>
                  <a:ea typeface="Rix고딕 EB" pitchFamily="18" charset="-127"/>
                </a:rPr>
                <a:t>, </a:t>
              </a:r>
              <a:r>
                <a:rPr lang="ko-KR" altLang="en-US" sz="1600" spc="-99" dirty="0">
                  <a:solidFill>
                    <a:srgbClr val="FFFF00"/>
                  </a:solidFill>
                  <a:latin typeface="Rix고딕 EB" pitchFamily="18" charset="-127"/>
                  <a:ea typeface="Rix고딕 EB" pitchFamily="18" charset="-127"/>
                </a:rPr>
                <a:t>고효율</a:t>
              </a:r>
              <a:r>
                <a:rPr lang="ko-KR" altLang="en-US" sz="1400" spc="-99" dirty="0">
                  <a:solidFill>
                    <a:schemeClr val="bg1"/>
                  </a:solidFill>
                  <a:latin typeface="Rix고딕 B" pitchFamily="18" charset="-127"/>
                  <a:ea typeface="Rix고딕 B" pitchFamily="18" charset="-127"/>
                </a:rPr>
                <a:t> </a:t>
              </a:r>
              <a:r>
                <a:rPr lang="ko-KR" altLang="en-US" sz="1400" spc="-99" dirty="0" smtClean="0">
                  <a:solidFill>
                    <a:schemeClr val="bg1"/>
                  </a:solidFill>
                  <a:latin typeface="Rix고딕 B" pitchFamily="18" charset="-127"/>
                  <a:ea typeface="Rix고딕 B" pitchFamily="18" charset="-127"/>
                </a:rPr>
                <a:t>장비</a:t>
              </a:r>
              <a:endParaRPr lang="ko-KR" altLang="en-US" sz="1400" spc="-99" dirty="0">
                <a:solidFill>
                  <a:schemeClr val="bg1"/>
                </a:solidFill>
                <a:latin typeface="Rix고딕 B" pitchFamily="18" charset="-127"/>
                <a:ea typeface="Rix고딕 B" pitchFamily="18" charset="-127"/>
              </a:endParaRPr>
            </a:p>
          </p:txBody>
        </p:sp>
        <p:sp>
          <p:nvSpPr>
            <p:cNvPr id="430" name="직사각형 429"/>
            <p:cNvSpPr/>
            <p:nvPr/>
          </p:nvSpPr>
          <p:spPr>
            <a:xfrm>
              <a:off x="5683174" y="5607741"/>
              <a:ext cx="1079576" cy="944701"/>
            </a:xfrm>
            <a:prstGeom prst="rect">
              <a:avLst/>
            </a:prstGeom>
            <a:solidFill>
              <a:srgbClr val="1B91C1"/>
            </a:solidFill>
            <a:ln w="3175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marL="497845" marR="0" lvl="1" indent="0" defTabSz="99569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b="0" i="0" u="none" strike="noStrike" kern="0" cap="none" spc="0" normalizeH="0" baseline="0" noProof="0" dirty="0" smtClean="0">
                <a:ln>
                  <a:noFill/>
                </a:ln>
                <a:solidFill>
                  <a:srgbClr val="C02338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431" name="직사각형 430"/>
            <p:cNvSpPr/>
            <p:nvPr/>
          </p:nvSpPr>
          <p:spPr>
            <a:xfrm>
              <a:off x="5683175" y="5964058"/>
              <a:ext cx="1079576" cy="2462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0" tIns="0" rIns="0" bIns="0" anchor="ctr" anchorCtr="0">
              <a:spAutoFit/>
              <a:scene3d>
                <a:camera prst="orthographicFront"/>
                <a:lightRig rig="threePt" dir="t"/>
              </a:scene3d>
              <a:sp3d>
                <a:bevelT w="0"/>
              </a:sp3d>
            </a:bodyPr>
            <a:lstStyle/>
            <a:p>
              <a:pPr marL="0" lvl="1" indent="-297308" algn="ctr" defTabSz="951382" fontAlgn="base" latinLnBrk="0">
                <a:spcBef>
                  <a:spcPct val="0"/>
                </a:spcBef>
                <a:spcAft>
                  <a:spcPct val="0"/>
                </a:spcAft>
                <a:buClr>
                  <a:prstClr val="white"/>
                </a:buClr>
                <a:buSzPct val="80000"/>
                <a:tabLst>
                  <a:tab pos="5424707" algn="l"/>
                </a:tabLst>
                <a:defRPr/>
              </a:pPr>
              <a:r>
                <a:rPr lang="en-US" altLang="ko-KR" sz="1600" spc="-100" dirty="0" smtClean="0">
                  <a:solidFill>
                    <a:prstClr val="white"/>
                  </a:solidFill>
                  <a:latin typeface="Rix모던고딕 EB" panose="02020603020101020101" pitchFamily="18" charset="-127"/>
                  <a:ea typeface="Rix모던고딕 EB" panose="02020603020101020101" pitchFamily="18" charset="-127"/>
                </a:rPr>
                <a:t>Green IT</a:t>
              </a:r>
              <a:endParaRPr lang="ko-KR" altLang="en-US" sz="1600" spc="-100" dirty="0">
                <a:solidFill>
                  <a:prstClr val="white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endParaRPr>
            </a:p>
          </p:txBody>
        </p:sp>
        <p:pic>
          <p:nvPicPr>
            <p:cNvPr id="4098" name="Picture 2" descr="G:\작업도우미\IT LOGOS\IT로고파일-21.png"/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23706" y="4237358"/>
              <a:ext cx="643100" cy="33895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33" name="Picture 2" descr="G:\작업도우미\IT LOGOS\IT로고파일-21.png"/>
            <p:cNvPicPr>
              <a:picLocks noChangeAspect="1" noChangeArrowheads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64789" y="2554417"/>
              <a:ext cx="462432" cy="24373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34" name="Picture 2" descr="G:\작업도우미\IT LOGOS\IT로고파일-21.png"/>
            <p:cNvPicPr>
              <a:picLocks noChangeAspect="1" noChangeArrowheads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82214" y="2554417"/>
              <a:ext cx="462432" cy="24373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35" name="Picture 2" descr="G:\작업도우미\IT LOGOS\IT로고파일-21.png"/>
            <p:cNvPicPr>
              <a:picLocks noChangeAspect="1" noChangeArrowheads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239942" y="3647481"/>
              <a:ext cx="462432" cy="24373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36" name="Picture 2" descr="G:\작업도우미\IT LOGOS\IT로고파일-21.png"/>
            <p:cNvPicPr>
              <a:picLocks noChangeAspect="1" noChangeArrowheads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35218" y="4244931"/>
              <a:ext cx="462432" cy="24373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37" name="Picture 2" descr="G:\작업도우미\IT LOGOS\IT로고파일-21.png"/>
            <p:cNvPicPr>
              <a:picLocks noChangeAspect="1" noChangeArrowheads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64789" y="4244931"/>
              <a:ext cx="462432" cy="24373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38" name="Picture 2" descr="G:\작업도우미\IT LOGOS\IT로고파일-21.png"/>
            <p:cNvPicPr>
              <a:picLocks noChangeAspect="1" noChangeArrowheads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62128" y="5730810"/>
              <a:ext cx="462432" cy="24373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19" name="Picture 4" descr="https://pbs.twimg.com/profile_images/492315289598439424/mYpgm3Ph.png"/>
            <p:cNvPicPr>
              <a:picLocks noChangeAspect="1" noChangeArrowheads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849136" y="6108178"/>
              <a:ext cx="360000" cy="312879"/>
            </a:xfrm>
            <a:prstGeom prst="rect">
              <a:avLst/>
            </a:prstGeom>
            <a:noFill/>
            <a:effectLst>
              <a:outerShdw blurRad="76200" dist="12700" dir="2700000" sy="-23000" kx="-800400" algn="bl" rotWithShape="0">
                <a:schemeClr val="bg1">
                  <a:alpha val="20000"/>
                </a:scheme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0" name="그림 119"/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395966" y="6103527"/>
              <a:ext cx="360000" cy="322180"/>
            </a:xfrm>
            <a:prstGeom prst="rect">
              <a:avLst/>
            </a:prstGeom>
            <a:effectLst>
              <a:outerShdw blurRad="76200" dist="12700" dir="2700000" sy="-23000" kx="-800400" algn="bl" rotWithShape="0">
                <a:schemeClr val="bg1">
                  <a:alpha val="20000"/>
                </a:schemeClr>
              </a:outerShdw>
            </a:effectLst>
          </p:spPr>
        </p:pic>
        <p:pic>
          <p:nvPicPr>
            <p:cNvPr id="121" name="그림 120"/>
            <p:cNvPicPr>
              <a:picLocks noChangeAspect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942796" y="6079899"/>
              <a:ext cx="360000" cy="369437"/>
            </a:xfrm>
            <a:prstGeom prst="rect">
              <a:avLst/>
            </a:prstGeom>
            <a:effectLst>
              <a:outerShdw blurRad="76200" dist="12700" dir="2700000" sy="-23000" kx="-800400" algn="bl" rotWithShape="0">
                <a:schemeClr val="bg1">
                  <a:alpha val="20000"/>
                </a:schemeClr>
              </a:outerShdw>
            </a:effectLst>
          </p:spPr>
        </p:pic>
        <p:pic>
          <p:nvPicPr>
            <p:cNvPr id="124" name="그림 123"/>
            <p:cNvPicPr>
              <a:picLocks noChangeAspect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89626" y="6107161"/>
              <a:ext cx="360000" cy="314912"/>
            </a:xfrm>
            <a:prstGeom prst="rect">
              <a:avLst/>
            </a:prstGeom>
            <a:effectLst>
              <a:outerShdw blurRad="76200" dist="12700" dir="2700000" sy="-23000" kx="-800400" algn="bl" rotWithShape="0">
                <a:schemeClr val="bg1">
                  <a:alpha val="20000"/>
                </a:schemeClr>
              </a:outerShdw>
            </a:effectLst>
          </p:spPr>
        </p:pic>
        <p:pic>
          <p:nvPicPr>
            <p:cNvPr id="125" name="Picture 8" descr="http://miercom.com/wp-content/uploads/2012/04/Miercom-Performance-Verified-Logo.jpg"/>
            <p:cNvPicPr>
              <a:picLocks noChangeAspect="1" noChangeArrowheads="1"/>
            </p:cNvPicPr>
            <p:nvPr/>
          </p:nvPicPr>
          <p:blipFill>
            <a:blip r:embed="rId1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036456" y="6109459"/>
              <a:ext cx="453336" cy="310317"/>
            </a:xfrm>
            <a:prstGeom prst="rect">
              <a:avLst/>
            </a:prstGeom>
            <a:noFill/>
            <a:effectLst>
              <a:outerShdw blurRad="76200" dist="12700" dir="2700000" sy="-23000" kx="-800400" algn="bl" rotWithShape="0">
                <a:schemeClr val="bg1">
                  <a:alpha val="20000"/>
                </a:scheme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6" name="Picture 10" descr="http://searchnetworking.techtarget.com/digitalguide/images/Misc/lippis_report_logo.jpg"/>
            <p:cNvPicPr>
              <a:picLocks noChangeAspect="1" noChangeArrowheads="1"/>
            </p:cNvPicPr>
            <p:nvPr/>
          </p:nvPicPr>
          <p:blipFill>
            <a:blip r:embed="rId1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676621" y="6138929"/>
              <a:ext cx="570393" cy="251376"/>
            </a:xfrm>
            <a:prstGeom prst="rect">
              <a:avLst/>
            </a:prstGeom>
            <a:noFill/>
            <a:effectLst>
              <a:outerShdw blurRad="76200" dist="12700" dir="2700000" sy="-23000" kx="-800400" algn="bl" rotWithShape="0">
                <a:schemeClr val="bg1">
                  <a:alpha val="20000"/>
                </a:scheme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08" name="모서리가 둥근 직사각형 107"/>
          <p:cNvSpPr/>
          <p:nvPr/>
        </p:nvSpPr>
        <p:spPr>
          <a:xfrm>
            <a:off x="2115911" y="3916010"/>
            <a:ext cx="626220" cy="171212"/>
          </a:xfrm>
          <a:prstGeom prst="roundRect">
            <a:avLst>
              <a:gd name="adj" fmla="val 0"/>
            </a:avLst>
          </a:prstGeom>
          <a:solidFill>
            <a:schemeClr val="accent5"/>
          </a:solidFill>
          <a:ln w="12700" cap="rnd" cmpd="sng">
            <a:noFill/>
            <a:prstDash val="solid"/>
            <a:headEnd type="none" w="lg" len="med"/>
            <a:tailEnd type="none" w="lg" len="med"/>
          </a:ln>
          <a:effectLst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none" lIns="0" tIns="0" rIns="0" bIns="0" anchor="ctr" anchorCtr="0">
            <a:scene3d>
              <a:camera prst="orthographicFront"/>
              <a:lightRig rig="threePt" dir="t"/>
            </a:scene3d>
            <a:sp3d>
              <a:bevelT w="1270" h="12700"/>
            </a:sp3d>
          </a:bodyPr>
          <a:lstStyle/>
          <a:p>
            <a:pPr algn="ctr" latinLnBrk="0"/>
            <a:r>
              <a:rPr lang="ko-KR" altLang="en-US" sz="1100" spc="-50" dirty="0" smtClean="0">
                <a:gradFill flip="none" rotWithShape="1">
                  <a:gsLst>
                    <a:gs pos="0">
                      <a:prstClr val="white">
                        <a:lumMod val="0"/>
                        <a:lumOff val="100000"/>
                      </a:prstClr>
                    </a:gs>
                    <a:gs pos="100000">
                      <a:prstClr val="white">
                        <a:lumMod val="0"/>
                        <a:lumOff val="100000"/>
                      </a:prstClr>
                    </a:gs>
                  </a:gsLst>
                  <a:lin ang="6000000" scaled="0"/>
                  <a:tileRect/>
                </a:gra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기타</a:t>
            </a:r>
            <a:r>
              <a:rPr lang="en-US" altLang="ko-KR" sz="1100" spc="-50" dirty="0" smtClean="0">
                <a:gradFill flip="none" rotWithShape="1">
                  <a:gsLst>
                    <a:gs pos="0">
                      <a:prstClr val="white">
                        <a:lumMod val="0"/>
                        <a:lumOff val="100000"/>
                      </a:prstClr>
                    </a:gs>
                    <a:gs pos="100000">
                      <a:prstClr val="white">
                        <a:lumMod val="0"/>
                        <a:lumOff val="100000"/>
                      </a:prstClr>
                    </a:gs>
                  </a:gsLst>
                  <a:lin ang="6000000" scaled="0"/>
                  <a:tileRect/>
                </a:gra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 </a:t>
            </a:r>
            <a:r>
              <a:rPr lang="ko-KR" altLang="en-US" sz="1100" spc="-50" dirty="0" smtClean="0">
                <a:gradFill flip="none" rotWithShape="1">
                  <a:gsLst>
                    <a:gs pos="0">
                      <a:prstClr val="white">
                        <a:lumMod val="0"/>
                        <a:lumOff val="100000"/>
                      </a:prstClr>
                    </a:gs>
                    <a:gs pos="100000">
                      <a:prstClr val="white">
                        <a:lumMod val="0"/>
                        <a:lumOff val="100000"/>
                      </a:prstClr>
                    </a:gs>
                  </a:gsLst>
                  <a:lin ang="6000000" scaled="0"/>
                  <a:tileRect/>
                </a:gra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건물</a:t>
            </a:r>
            <a:endParaRPr lang="ko-KR" altLang="en-US" sz="1100" spc="-50" dirty="0">
              <a:gradFill flip="none" rotWithShape="1">
                <a:gsLst>
                  <a:gs pos="0">
                    <a:prstClr val="white">
                      <a:lumMod val="0"/>
                      <a:lumOff val="100000"/>
                    </a:prstClr>
                  </a:gs>
                  <a:gs pos="100000">
                    <a:prstClr val="white">
                      <a:lumMod val="0"/>
                      <a:lumOff val="100000"/>
                    </a:prstClr>
                  </a:gs>
                </a:gsLst>
                <a:lin ang="6000000" scaled="0"/>
                <a:tileRect/>
              </a:gradFill>
              <a:latin typeface="Rix모던고딕 B" panose="02020603020101020101" pitchFamily="18" charset="-127"/>
              <a:ea typeface="Rix모던고딕 B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79071291"/>
      </p:ext>
    </p:extLst>
  </p:cSld>
  <p:clrMapOvr>
    <a:masterClrMapping/>
  </p:clrMapOvr>
  <p:transition spd="slow">
    <p:split orient="vert"/>
  </p:transition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/>
          <p:cNvSpPr/>
          <p:nvPr/>
        </p:nvSpPr>
        <p:spPr>
          <a:xfrm>
            <a:off x="0" y="0"/>
            <a:ext cx="10693400" cy="7561263"/>
          </a:xfrm>
          <a:prstGeom prst="rect">
            <a:avLst/>
          </a:prstGeom>
          <a:solidFill>
            <a:schemeClr val="tx1">
              <a:alpha val="8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9" name="직사각형 8"/>
          <p:cNvSpPr/>
          <p:nvPr/>
        </p:nvSpPr>
        <p:spPr>
          <a:xfrm>
            <a:off x="0" y="763588"/>
            <a:ext cx="10693399" cy="63103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 smtClean="0"/>
          </a:p>
        </p:txBody>
      </p:sp>
      <p:sp>
        <p:nvSpPr>
          <p:cNvPr id="10" name="직사각형 9"/>
          <p:cNvSpPr/>
          <p:nvPr/>
        </p:nvSpPr>
        <p:spPr>
          <a:xfrm rot="5400000" flipV="1">
            <a:off x="5042365" y="-4134250"/>
            <a:ext cx="608672" cy="1069339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1" name="Rectangle 209"/>
          <p:cNvSpPr>
            <a:spLocks noChangeArrowheads="1"/>
          </p:cNvSpPr>
          <p:nvPr/>
        </p:nvSpPr>
        <p:spPr bwMode="auto">
          <a:xfrm>
            <a:off x="514350" y="952038"/>
            <a:ext cx="9612416" cy="5208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104306" tIns="52153" rIns="104306" bIns="52153">
            <a:spAutoFit/>
          </a:bodyPr>
          <a:lstStyle/>
          <a:p>
            <a:pPr algn="ctr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ko-KR" altLang="en-US" sz="3000" spc="-250" dirty="0" smtClean="0">
                <a:ln/>
                <a:solidFill>
                  <a:schemeClr val="bg1"/>
                </a:solidFill>
                <a:latin typeface="Rix모던고딕 EB" pitchFamily="18" charset="-127"/>
                <a:ea typeface="Rix모던고딕 EB" pitchFamily="18" charset="-127"/>
              </a:rPr>
              <a:t>성능</a:t>
            </a:r>
            <a:r>
              <a:rPr lang="en-US" altLang="ko-KR" sz="3000" spc="-250" dirty="0" smtClean="0">
                <a:ln/>
                <a:solidFill>
                  <a:schemeClr val="bg1"/>
                </a:solidFill>
                <a:latin typeface="Rix모던고딕 EB" pitchFamily="18" charset="-127"/>
                <a:ea typeface="Rix모던고딕 EB" pitchFamily="18" charset="-127"/>
              </a:rPr>
              <a:t>, </a:t>
            </a:r>
            <a:r>
              <a:rPr lang="ko-KR" altLang="en-US" sz="3000" spc="-250" dirty="0" err="1" smtClean="0">
                <a:ln/>
                <a:solidFill>
                  <a:schemeClr val="bg1"/>
                </a:solidFill>
                <a:latin typeface="Rix모던고딕 EB" pitchFamily="18" charset="-127"/>
                <a:ea typeface="Rix모던고딕 EB" pitchFamily="18" charset="-127"/>
              </a:rPr>
              <a:t>확장성</a:t>
            </a:r>
            <a:r>
              <a:rPr lang="ko-KR" altLang="en-US" sz="3000" spc="-250" dirty="0" smtClean="0">
                <a:ln/>
                <a:solidFill>
                  <a:schemeClr val="bg1"/>
                </a:solidFill>
                <a:latin typeface="Rix모던고딕 EB" pitchFamily="18" charset="-127"/>
                <a:ea typeface="Rix모던고딕 EB" pitchFamily="18" charset="-127"/>
              </a:rPr>
              <a:t> </a:t>
            </a:r>
            <a:r>
              <a:rPr lang="ko-KR" altLang="en-US" sz="3000" spc="-250" dirty="0">
                <a:ln/>
                <a:solidFill>
                  <a:schemeClr val="bg1"/>
                </a:solidFill>
                <a:latin typeface="Rix모던고딕 EB" pitchFamily="18" charset="-127"/>
                <a:ea typeface="Rix모던고딕 EB" pitchFamily="18" charset="-127"/>
              </a:rPr>
              <a:t>등 </a:t>
            </a:r>
            <a:r>
              <a:rPr lang="ko-KR" altLang="en-US" sz="3000" spc="-250" dirty="0" smtClean="0">
                <a:ln/>
                <a:solidFill>
                  <a:schemeClr val="bg1"/>
                </a:solidFill>
                <a:latin typeface="Rix모던고딕 EB" pitchFamily="18" charset="-127"/>
                <a:ea typeface="Rix모던고딕 EB" pitchFamily="18" charset="-127"/>
              </a:rPr>
              <a:t>요구 규격 </a:t>
            </a:r>
            <a:r>
              <a:rPr lang="en-US" altLang="ko-KR" sz="3000" spc="-250" dirty="0">
                <a:ln/>
                <a:solidFill>
                  <a:schemeClr val="bg1"/>
                </a:solidFill>
                <a:latin typeface="Rix모던고딕 EB" pitchFamily="18" charset="-127"/>
                <a:ea typeface="Rix모던고딕 EB" pitchFamily="18" charset="-127"/>
              </a:rPr>
              <a:t>100% </a:t>
            </a:r>
            <a:r>
              <a:rPr lang="ko-KR" altLang="en-US" sz="3000" spc="-250" dirty="0">
                <a:ln/>
                <a:solidFill>
                  <a:schemeClr val="bg1"/>
                </a:solidFill>
                <a:latin typeface="Rix모던고딕 EB" pitchFamily="18" charset="-127"/>
                <a:ea typeface="Rix모던고딕 EB" pitchFamily="18" charset="-127"/>
              </a:rPr>
              <a:t>만족 장비</a:t>
            </a:r>
          </a:p>
        </p:txBody>
      </p:sp>
      <p:graphicFrame>
        <p:nvGraphicFramePr>
          <p:cNvPr id="12" name="표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7915466"/>
              </p:ext>
            </p:extLst>
          </p:nvPr>
        </p:nvGraphicFramePr>
        <p:xfrm>
          <a:off x="489374" y="1855952"/>
          <a:ext cx="4641426" cy="4887747"/>
        </p:xfrm>
        <a:graphic>
          <a:graphicData uri="http://schemas.openxmlformats.org/drawingml/2006/table">
            <a:tbl>
              <a:tblPr/>
              <a:tblGrid>
                <a:gridCol w="7208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8719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30262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b="0" kern="0" spc="0" dirty="0">
                          <a:solidFill>
                            <a:schemeClr val="bg1"/>
                          </a:solidFill>
                          <a:effectLst/>
                          <a:latin typeface="Rix고딕 B" pitchFamily="18" charset="-127"/>
                          <a:ea typeface="Rix고딕 B" pitchFamily="18" charset="-127"/>
                        </a:rPr>
                        <a:t>구 분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ltUpDiag">
                      <a:fgClr>
                        <a:schemeClr val="accent1">
                          <a:lumMod val="75000"/>
                        </a:schemeClr>
                      </a:fgClr>
                      <a:bgClr>
                        <a:schemeClr val="accent5">
                          <a:lumMod val="75000"/>
                        </a:schemeClr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9568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b="0" kern="0" spc="0" dirty="0">
                          <a:solidFill>
                            <a:schemeClr val="bg1"/>
                          </a:solidFill>
                          <a:effectLst/>
                          <a:latin typeface="Rix고딕 B" pitchFamily="18" charset="-127"/>
                          <a:ea typeface="Rix고딕 B" pitchFamily="18" charset="-127"/>
                          <a:cs typeface="+mn-cs"/>
                        </a:rPr>
                        <a:t>세 부 요 구 규 격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ltUpDiag">
                      <a:fgClr>
                        <a:schemeClr val="accent1">
                          <a:lumMod val="75000"/>
                        </a:schemeClr>
                      </a:fgClr>
                      <a:bgClr>
                        <a:schemeClr val="accent5">
                          <a:lumMod val="75000"/>
                        </a:schemeClr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9568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b="0" kern="0" spc="-100" baseline="0" dirty="0" smtClean="0">
                          <a:solidFill>
                            <a:schemeClr val="bg1"/>
                          </a:solidFill>
                          <a:effectLst/>
                          <a:latin typeface="Rix고딕 B" pitchFamily="18" charset="-127"/>
                          <a:ea typeface="Rix고딕 B" pitchFamily="18" charset="-127"/>
                          <a:cs typeface="+mn-cs"/>
                        </a:rPr>
                        <a:t>만족 여부</a:t>
                      </a:r>
                      <a:endParaRPr lang="ko-KR" altLang="en-US" sz="1100" b="0" kern="0" spc="-100" baseline="0" dirty="0">
                        <a:solidFill>
                          <a:schemeClr val="bg1"/>
                        </a:solidFill>
                        <a:effectLst/>
                        <a:latin typeface="Rix고딕 B" pitchFamily="18" charset="-127"/>
                        <a:ea typeface="Rix고딕 B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ltUpDiag">
                      <a:fgClr>
                        <a:schemeClr val="accent1">
                          <a:lumMod val="75000"/>
                        </a:schemeClr>
                      </a:fgClr>
                      <a:bgClr>
                        <a:schemeClr val="accent5">
                          <a:lumMod val="75000"/>
                        </a:schemeClr>
                      </a:bgClr>
                    </a:patt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0262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b="0" kern="0" spc="0" dirty="0">
                          <a:solidFill>
                            <a:srgbClr val="000000"/>
                          </a:solidFill>
                          <a:effectLst/>
                          <a:latin typeface="Rix고딕 M" pitchFamily="18" charset="-127"/>
                          <a:ea typeface="Rix고딕 M" pitchFamily="18" charset="-127"/>
                        </a:rPr>
                        <a:t>형태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ltUpDiag">
                      <a:fgClr>
                        <a:schemeClr val="bg1">
                          <a:lumMod val="8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144000" marR="0" indent="-77788" algn="l" defTabSz="99568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50" b="0" kern="0" spc="-50" baseline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Rix고딕 M" pitchFamily="18" charset="-127"/>
                          <a:ea typeface="Rix고딕 M" pitchFamily="18" charset="-127"/>
                          <a:cs typeface="+mn-cs"/>
                        </a:rPr>
                        <a:t>지원 </a:t>
                      </a:r>
                      <a:r>
                        <a:rPr lang="ko-KR" altLang="en-US" sz="1050" b="0" kern="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Rix고딕 M" pitchFamily="18" charset="-127"/>
                          <a:ea typeface="Rix고딕 M" pitchFamily="18" charset="-127"/>
                          <a:cs typeface="+mn-cs"/>
                        </a:rPr>
                        <a:t>슬롯 </a:t>
                      </a:r>
                      <a:r>
                        <a:rPr lang="en-US" altLang="ko-KR" sz="1050" b="0" kern="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Rix고딕 M" pitchFamily="18" charset="-127"/>
                          <a:ea typeface="Rix고딕 M" pitchFamily="18" charset="-127"/>
                          <a:cs typeface="+mn-cs"/>
                        </a:rPr>
                        <a:t>9Slot </a:t>
                      </a:r>
                      <a:r>
                        <a:rPr lang="ko-KR" altLang="en-US" sz="1050" b="0" kern="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Rix고딕 M" pitchFamily="18" charset="-127"/>
                          <a:ea typeface="Rix고딕 M" pitchFamily="18" charset="-127"/>
                          <a:cs typeface="+mn-cs"/>
                        </a:rPr>
                        <a:t>이상의 샤시</a:t>
                      </a:r>
                      <a:r>
                        <a:rPr lang="en-US" altLang="ko-KR" sz="1050" b="0" kern="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Rix고딕 M" pitchFamily="18" charset="-127"/>
                          <a:ea typeface="Rix고딕 M" pitchFamily="18" charset="-127"/>
                          <a:cs typeface="+mn-cs"/>
                        </a:rPr>
                        <a:t>(Chassis)</a:t>
                      </a:r>
                      <a:r>
                        <a:rPr lang="ko-KR" altLang="en-US" sz="1050" b="0" kern="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Rix고딕 M" pitchFamily="18" charset="-127"/>
                          <a:ea typeface="Rix고딕 M" pitchFamily="18" charset="-127"/>
                          <a:cs typeface="+mn-cs"/>
                        </a:rPr>
                        <a:t>형 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9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b="0" kern="0" spc="0" dirty="0" smtClean="0">
                          <a:solidFill>
                            <a:srgbClr val="C00000"/>
                          </a:solidFill>
                          <a:effectLst/>
                          <a:latin typeface="Rix고딕 M" pitchFamily="18" charset="-127"/>
                          <a:ea typeface="Rix고딕 M" pitchFamily="18" charset="-127"/>
                        </a:rPr>
                        <a:t>만족</a:t>
                      </a:r>
                      <a:endParaRPr lang="ko-KR" altLang="en-US" sz="1800" b="0" kern="0" spc="0" dirty="0">
                        <a:solidFill>
                          <a:srgbClr val="C00000"/>
                        </a:solidFill>
                        <a:effectLst/>
                        <a:latin typeface="Rix고딕 M" pitchFamily="18" charset="-127"/>
                        <a:ea typeface="Rix고딕 M" pitchFamily="18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0278">
                <a:tc rowSpan="3">
                  <a:txBody>
                    <a:bodyPr/>
                    <a:lstStyle/>
                    <a:p>
                      <a:pPr marL="0" marR="0" indent="0" algn="ctr" defTabSz="99568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b="0" kern="0" spc="0" dirty="0">
                          <a:solidFill>
                            <a:srgbClr val="000000"/>
                          </a:solidFill>
                          <a:effectLst/>
                          <a:latin typeface="Rix고딕 M" pitchFamily="18" charset="-127"/>
                          <a:ea typeface="Rix고딕 M" pitchFamily="18" charset="-127"/>
                          <a:cs typeface="+mn-cs"/>
                        </a:rPr>
                        <a:t>처리용량</a:t>
                      </a:r>
                      <a:r>
                        <a:rPr lang="en-US" altLang="ko-KR" sz="1100" b="0" kern="0" spc="0" dirty="0">
                          <a:solidFill>
                            <a:srgbClr val="000000"/>
                          </a:solidFill>
                          <a:effectLst/>
                          <a:latin typeface="Rix고딕 M" pitchFamily="18" charset="-127"/>
                          <a:ea typeface="Rix고딕 M" pitchFamily="18" charset="-127"/>
                          <a:cs typeface="+mn-cs"/>
                        </a:rPr>
                        <a:t>/</a:t>
                      </a:r>
                      <a:endParaRPr lang="ko-KR" altLang="en-US" sz="1100" b="0" kern="0" spc="0" dirty="0">
                        <a:solidFill>
                          <a:srgbClr val="000000"/>
                        </a:solidFill>
                        <a:effectLst/>
                        <a:latin typeface="Rix고딕 M" pitchFamily="18" charset="-127"/>
                        <a:ea typeface="Rix고딕 M" pitchFamily="18" charset="-127"/>
                        <a:cs typeface="+mn-cs"/>
                      </a:endParaRPr>
                    </a:p>
                    <a:p>
                      <a:pPr marL="0" marR="0" indent="0" algn="ctr" defTabSz="99568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b="0" kern="0" spc="0" dirty="0">
                          <a:solidFill>
                            <a:srgbClr val="000000"/>
                          </a:solidFill>
                          <a:effectLst/>
                          <a:latin typeface="Rix고딕 M" pitchFamily="18" charset="-127"/>
                          <a:ea typeface="Rix고딕 M" pitchFamily="18" charset="-127"/>
                          <a:cs typeface="+mn-cs"/>
                        </a:rPr>
                        <a:t>처리성능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ltUpDiag">
                      <a:fgClr>
                        <a:schemeClr val="bg1">
                          <a:lumMod val="8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144000" marR="0" indent="-77788" algn="l" defTabSz="99568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050" b="0" kern="0" spc="-50" baseline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Rix고딕 M" pitchFamily="18" charset="-127"/>
                          <a:ea typeface="Rix고딕 M" pitchFamily="18" charset="-127"/>
                          <a:cs typeface="+mn-cs"/>
                        </a:rPr>
                        <a:t>Switching </a:t>
                      </a:r>
                      <a:r>
                        <a:rPr lang="en-US" sz="1050" b="0" kern="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Rix고딕 M" pitchFamily="18" charset="-127"/>
                          <a:ea typeface="Rix고딕 M" pitchFamily="18" charset="-127"/>
                          <a:cs typeface="+mn-cs"/>
                        </a:rPr>
                        <a:t>Fabric : 5Tbps </a:t>
                      </a:r>
                      <a:r>
                        <a:rPr lang="ko-KR" altLang="en-US" sz="1050" b="0" kern="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Rix고딕 M" pitchFamily="18" charset="-127"/>
                          <a:ea typeface="Rix고딕 M" pitchFamily="18" charset="-127"/>
                          <a:cs typeface="+mn-cs"/>
                        </a:rPr>
                        <a:t>이상 지원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055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44000" marR="0" indent="-77788" algn="l" defTabSz="99568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50" b="0" kern="0" spc="-50" baseline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Rix고딕 M" pitchFamily="18" charset="-127"/>
                          <a:ea typeface="Rix고딕 M" pitchFamily="18" charset="-127"/>
                          <a:cs typeface="+mn-cs"/>
                        </a:rPr>
                        <a:t>처리 </a:t>
                      </a:r>
                      <a:r>
                        <a:rPr lang="ko-KR" altLang="en-US" sz="1050" b="0" kern="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Rix고딕 M" pitchFamily="18" charset="-127"/>
                          <a:ea typeface="Rix고딕 M" pitchFamily="18" charset="-127"/>
                          <a:cs typeface="+mn-cs"/>
                        </a:rPr>
                        <a:t>성능 </a:t>
                      </a:r>
                      <a:r>
                        <a:rPr lang="en-US" altLang="ko-KR" sz="1050" b="0" kern="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Rix고딕 M" pitchFamily="18" charset="-127"/>
                          <a:ea typeface="Rix고딕 M" pitchFamily="18" charset="-127"/>
                          <a:cs typeface="+mn-cs"/>
                        </a:rPr>
                        <a:t>IPv4 : 3,500Mpps (64 byte </a:t>
                      </a:r>
                      <a:r>
                        <a:rPr lang="ko-KR" altLang="en-US" sz="1050" b="0" kern="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Rix고딕 M" pitchFamily="18" charset="-127"/>
                          <a:ea typeface="Rix고딕 M" pitchFamily="18" charset="-127"/>
                          <a:cs typeface="+mn-cs"/>
                        </a:rPr>
                        <a:t>패킷 기준</a:t>
                      </a:r>
                      <a:r>
                        <a:rPr lang="en-US" altLang="ko-KR" sz="1050" b="0" kern="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Rix고딕 M" pitchFamily="18" charset="-127"/>
                          <a:ea typeface="Rix고딕 M" pitchFamily="18" charset="-127"/>
                          <a:cs typeface="+mn-cs"/>
                        </a:rPr>
                        <a:t>) </a:t>
                      </a:r>
                      <a:r>
                        <a:rPr lang="ko-KR" altLang="en-US" sz="1050" b="0" kern="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Rix고딕 M" pitchFamily="18" charset="-127"/>
                          <a:ea typeface="Rix고딕 M" pitchFamily="18" charset="-127"/>
                          <a:cs typeface="+mn-cs"/>
                        </a:rPr>
                        <a:t>이상 지원</a:t>
                      </a:r>
                    </a:p>
                    <a:p>
                      <a:pPr marL="144000" marR="0" indent="-77788" algn="l" defTabSz="99568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50" b="0" kern="0" spc="-50" baseline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Rix고딕 M" pitchFamily="18" charset="-127"/>
                          <a:ea typeface="Rix고딕 M" pitchFamily="18" charset="-127"/>
                          <a:cs typeface="+mn-cs"/>
                        </a:rPr>
                        <a:t>처리 </a:t>
                      </a:r>
                      <a:r>
                        <a:rPr lang="ko-KR" altLang="en-US" sz="1050" b="0" kern="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Rix고딕 M" pitchFamily="18" charset="-127"/>
                          <a:ea typeface="Rix고딕 M" pitchFamily="18" charset="-127"/>
                          <a:cs typeface="+mn-cs"/>
                        </a:rPr>
                        <a:t>성능 </a:t>
                      </a:r>
                      <a:r>
                        <a:rPr lang="en-US" altLang="ko-KR" sz="1050" b="0" kern="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Rix고딕 M" pitchFamily="18" charset="-127"/>
                          <a:ea typeface="Rix고딕 M" pitchFamily="18" charset="-127"/>
                          <a:cs typeface="+mn-cs"/>
                        </a:rPr>
                        <a:t>IPv6 : 3,000Mpps (78 byte </a:t>
                      </a:r>
                      <a:r>
                        <a:rPr lang="ko-KR" altLang="en-US" sz="1050" b="0" kern="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Rix고딕 M" pitchFamily="18" charset="-127"/>
                          <a:ea typeface="Rix고딕 M" pitchFamily="18" charset="-127"/>
                          <a:cs typeface="+mn-cs"/>
                        </a:rPr>
                        <a:t>패킷 기준</a:t>
                      </a:r>
                      <a:r>
                        <a:rPr lang="en-US" altLang="ko-KR" sz="1050" b="0" kern="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Rix고딕 M" pitchFamily="18" charset="-127"/>
                          <a:ea typeface="Rix고딕 M" pitchFamily="18" charset="-127"/>
                          <a:cs typeface="+mn-cs"/>
                        </a:rPr>
                        <a:t>) </a:t>
                      </a:r>
                      <a:r>
                        <a:rPr lang="ko-KR" altLang="en-US" sz="1050" b="0" kern="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Rix고딕 M" pitchFamily="18" charset="-127"/>
                          <a:ea typeface="Rix고딕 M" pitchFamily="18" charset="-127"/>
                          <a:cs typeface="+mn-cs"/>
                        </a:rPr>
                        <a:t>이상 지원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055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44000" marR="0" indent="-77788" algn="l" defTabSz="99568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50" b="0" kern="0" spc="-50" baseline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Rix고딕 M" pitchFamily="18" charset="-127"/>
                          <a:ea typeface="Rix고딕 M" pitchFamily="18" charset="-127"/>
                          <a:cs typeface="+mn-cs"/>
                        </a:rPr>
                        <a:t>성능 </a:t>
                      </a:r>
                      <a:r>
                        <a:rPr lang="ko-KR" altLang="en-US" sz="1050" b="0" kern="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Rix고딕 M" pitchFamily="18" charset="-127"/>
                          <a:ea typeface="Rix고딕 M" pitchFamily="18" charset="-127"/>
                          <a:cs typeface="+mn-cs"/>
                        </a:rPr>
                        <a:t>검증을 위한 </a:t>
                      </a:r>
                      <a:r>
                        <a:rPr lang="en-US" altLang="ko-KR" sz="1050" b="0" kern="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Rix고딕 M" pitchFamily="18" charset="-127"/>
                          <a:ea typeface="Rix고딕 M" pitchFamily="18" charset="-127"/>
                          <a:cs typeface="+mn-cs"/>
                        </a:rPr>
                        <a:t>TTA Test </a:t>
                      </a:r>
                      <a:r>
                        <a:rPr lang="ko-KR" altLang="en-US" sz="1050" b="0" kern="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Rix고딕 M" pitchFamily="18" charset="-127"/>
                          <a:ea typeface="Rix고딕 M" pitchFamily="18" charset="-127"/>
                          <a:cs typeface="+mn-cs"/>
                        </a:rPr>
                        <a:t>결과서 제출</a:t>
                      </a:r>
                      <a:r>
                        <a:rPr lang="en-US" altLang="ko-KR" sz="1050" b="0" kern="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Rix고딕 M" pitchFamily="18" charset="-127"/>
                          <a:ea typeface="Rix고딕 M" pitchFamily="18" charset="-127"/>
                          <a:cs typeface="+mn-cs"/>
                        </a:rPr>
                        <a:t>(</a:t>
                      </a:r>
                      <a:r>
                        <a:rPr lang="ko-KR" altLang="en-US" sz="1050" b="0" kern="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Rix고딕 M" pitchFamily="18" charset="-127"/>
                          <a:ea typeface="Rix고딕 M" pitchFamily="18" charset="-127"/>
                          <a:cs typeface="+mn-cs"/>
                        </a:rPr>
                        <a:t>계약 전까지</a:t>
                      </a:r>
                      <a:r>
                        <a:rPr lang="en-US" altLang="ko-KR" sz="1050" b="0" kern="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Rix고딕 M" pitchFamily="18" charset="-127"/>
                          <a:ea typeface="Rix고딕 M" pitchFamily="18" charset="-127"/>
                          <a:cs typeface="+mn-cs"/>
                        </a:rPr>
                        <a:t>)</a:t>
                      </a:r>
                      <a:endParaRPr lang="ko-KR" altLang="en-US" sz="1050" b="0" kern="0" spc="-5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Rix고딕 M" pitchFamily="18" charset="-127"/>
                        <a:ea typeface="Rix고딕 M" pitchFamily="18" charset="-127"/>
                        <a:cs typeface="+mn-cs"/>
                      </a:endParaRPr>
                    </a:p>
                    <a:p>
                      <a:pPr marL="66212" marR="0" indent="0" algn="l" defTabSz="99568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US" altLang="ko-KR" sz="1050" b="0" kern="0" spc="-50" baseline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Rix고딕 M" pitchFamily="18" charset="-127"/>
                          <a:ea typeface="Rix고딕 M" pitchFamily="18" charset="-127"/>
                          <a:cs typeface="+mn-cs"/>
                        </a:rPr>
                        <a:t>  ※ </a:t>
                      </a:r>
                      <a:r>
                        <a:rPr lang="en-US" altLang="ko-KR" sz="1050" b="0" kern="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Rix고딕 M" pitchFamily="18" charset="-127"/>
                          <a:ea typeface="Rix고딕 M" pitchFamily="18" charset="-127"/>
                          <a:cs typeface="+mn-cs"/>
                        </a:rPr>
                        <a:t>Switching Fabric, </a:t>
                      </a:r>
                      <a:r>
                        <a:rPr lang="ko-KR" altLang="en-US" sz="1050" b="0" kern="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Rix고딕 M" pitchFamily="18" charset="-127"/>
                          <a:ea typeface="Rix고딕 M" pitchFamily="18" charset="-127"/>
                          <a:cs typeface="+mn-cs"/>
                        </a:rPr>
                        <a:t>처리성능 부분</a:t>
                      </a:r>
                      <a:r>
                        <a:rPr lang="en-US" altLang="ko-KR" sz="1050" b="0" kern="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Rix고딕 M" pitchFamily="18" charset="-127"/>
                          <a:ea typeface="Rix고딕 M" pitchFamily="18" charset="-127"/>
                          <a:cs typeface="+mn-cs"/>
                        </a:rPr>
                        <a:t>(</a:t>
                      </a:r>
                      <a:r>
                        <a:rPr lang="ko-KR" altLang="en-US" sz="1050" b="0" kern="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Rix고딕 M" pitchFamily="18" charset="-127"/>
                          <a:ea typeface="Rix고딕 M" pitchFamily="18" charset="-127"/>
                          <a:cs typeface="+mn-cs"/>
                        </a:rPr>
                        <a:t>최근 </a:t>
                      </a:r>
                      <a:r>
                        <a:rPr lang="en-US" altLang="ko-KR" sz="1050" b="0" kern="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Rix고딕 M" pitchFamily="18" charset="-127"/>
                          <a:ea typeface="Rix고딕 M" pitchFamily="18" charset="-127"/>
                          <a:cs typeface="+mn-cs"/>
                        </a:rPr>
                        <a:t>3</a:t>
                      </a:r>
                      <a:r>
                        <a:rPr lang="ko-KR" altLang="en-US" sz="1050" b="0" kern="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Rix고딕 M" pitchFamily="18" charset="-127"/>
                          <a:ea typeface="Rix고딕 M" pitchFamily="18" charset="-127"/>
                          <a:cs typeface="+mn-cs"/>
                        </a:rPr>
                        <a:t>년 이내 결과서</a:t>
                      </a:r>
                      <a:r>
                        <a:rPr lang="en-US" altLang="ko-KR" sz="1050" b="0" kern="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Rix고딕 M" pitchFamily="18" charset="-127"/>
                          <a:ea typeface="Rix고딕 M" pitchFamily="18" charset="-127"/>
                          <a:cs typeface="+mn-cs"/>
                        </a:rPr>
                        <a:t>)</a:t>
                      </a:r>
                      <a:endParaRPr lang="ko-KR" altLang="en-US" sz="1050" b="0" kern="0" spc="-5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Rix고딕 M" pitchFamily="18" charset="-127"/>
                        <a:ea typeface="Rix고딕 M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81111">
                <a:tc>
                  <a:txBody>
                    <a:bodyPr/>
                    <a:lstStyle/>
                    <a:p>
                      <a:pPr marL="0" marR="0" indent="0" algn="ctr" defTabSz="99568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 kern="0" spc="0" dirty="0">
                          <a:solidFill>
                            <a:srgbClr val="000000"/>
                          </a:solidFill>
                          <a:effectLst/>
                          <a:latin typeface="Rix고딕 M" pitchFamily="18" charset="-127"/>
                          <a:ea typeface="Rix고딕 M" pitchFamily="18" charset="-127"/>
                          <a:cs typeface="+mn-cs"/>
                        </a:rPr>
                        <a:t>Port </a:t>
                      </a:r>
                      <a:r>
                        <a:rPr lang="ko-KR" altLang="en-US" sz="1100" b="0" kern="0" spc="0" dirty="0">
                          <a:solidFill>
                            <a:srgbClr val="000000"/>
                          </a:solidFill>
                          <a:effectLst/>
                          <a:latin typeface="Rix고딕 M" pitchFamily="18" charset="-127"/>
                          <a:ea typeface="Rix고딕 M" pitchFamily="18" charset="-127"/>
                          <a:cs typeface="+mn-cs"/>
                        </a:rPr>
                        <a:t>소요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ltUpDiag">
                      <a:fgClr>
                        <a:schemeClr val="bg1">
                          <a:lumMod val="8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144000" marR="0" indent="-77788" algn="l" defTabSz="99568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050" b="0" kern="0" spc="-50" baseline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Rix고딕 M" pitchFamily="18" charset="-127"/>
                          <a:ea typeface="Rix고딕 M" pitchFamily="18" charset="-127"/>
                          <a:cs typeface="+mn-cs"/>
                        </a:rPr>
                        <a:t>1000/10GBase-X </a:t>
                      </a:r>
                      <a:r>
                        <a:rPr lang="en-US" altLang="ko-KR" sz="1050" b="0" kern="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Rix고딕 M" pitchFamily="18" charset="-127"/>
                          <a:ea typeface="Rix고딕 M" pitchFamily="18" charset="-127"/>
                          <a:cs typeface="+mn-cs"/>
                        </a:rPr>
                        <a:t>96Port </a:t>
                      </a:r>
                      <a:r>
                        <a:rPr lang="ko-KR" altLang="en-US" sz="1050" b="0" kern="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Rix고딕 M" pitchFamily="18" charset="-127"/>
                          <a:ea typeface="Rix고딕 M" pitchFamily="18" charset="-127"/>
                          <a:cs typeface="+mn-cs"/>
                        </a:rPr>
                        <a:t>이상 제공</a:t>
                      </a:r>
                    </a:p>
                    <a:p>
                      <a:pPr marL="144000" marR="0" indent="-77788" algn="l" defTabSz="99568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050" b="0" kern="0" spc="-50" baseline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Rix고딕 M" pitchFamily="18" charset="-127"/>
                          <a:ea typeface="Rix고딕 M" pitchFamily="18" charset="-127"/>
                          <a:cs typeface="+mn-cs"/>
                        </a:rPr>
                        <a:t>100/1000Base-TX </a:t>
                      </a:r>
                      <a:r>
                        <a:rPr lang="en-US" altLang="ko-KR" sz="1050" b="0" kern="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Rix고딕 M" pitchFamily="18" charset="-127"/>
                          <a:ea typeface="Rix고딕 M" pitchFamily="18" charset="-127"/>
                          <a:cs typeface="+mn-cs"/>
                        </a:rPr>
                        <a:t>48Port </a:t>
                      </a:r>
                      <a:r>
                        <a:rPr lang="ko-KR" altLang="en-US" sz="1050" b="0" kern="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Rix고딕 M" pitchFamily="18" charset="-127"/>
                          <a:ea typeface="Rix고딕 M" pitchFamily="18" charset="-127"/>
                          <a:cs typeface="+mn-cs"/>
                        </a:rPr>
                        <a:t>이상 제공</a:t>
                      </a:r>
                    </a:p>
                    <a:p>
                      <a:pPr marL="144000" marR="0" indent="-77788" algn="l" defTabSz="99568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050" b="0" kern="0" spc="-50" baseline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Rix고딕 M" pitchFamily="18" charset="-127"/>
                          <a:ea typeface="Rix고딕 M" pitchFamily="18" charset="-127"/>
                          <a:cs typeface="+mn-cs"/>
                        </a:rPr>
                        <a:t>40G </a:t>
                      </a:r>
                      <a:r>
                        <a:rPr lang="ko-KR" altLang="en-US" sz="1050" b="0" kern="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Rix고딕 M" pitchFamily="18" charset="-127"/>
                          <a:ea typeface="Rix고딕 M" pitchFamily="18" charset="-127"/>
                          <a:cs typeface="+mn-cs"/>
                        </a:rPr>
                        <a:t>광 </a:t>
                      </a:r>
                      <a:r>
                        <a:rPr lang="en-US" altLang="ko-KR" sz="1050" b="0" kern="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Rix고딕 M" pitchFamily="18" charset="-127"/>
                          <a:ea typeface="Rix고딕 M" pitchFamily="18" charset="-127"/>
                          <a:cs typeface="+mn-cs"/>
                        </a:rPr>
                        <a:t>16Port </a:t>
                      </a:r>
                      <a:r>
                        <a:rPr lang="ko-KR" altLang="en-US" sz="1050" b="0" kern="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Rix고딕 M" pitchFamily="18" charset="-127"/>
                          <a:ea typeface="Rix고딕 M" pitchFamily="18" charset="-127"/>
                          <a:cs typeface="+mn-cs"/>
                        </a:rPr>
                        <a:t>이상</a:t>
                      </a:r>
                      <a:r>
                        <a:rPr lang="en-US" altLang="ko-KR" sz="1050" b="0" kern="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Rix고딕 M" pitchFamily="18" charset="-127"/>
                          <a:ea typeface="Rix고딕 M" pitchFamily="18" charset="-127"/>
                          <a:cs typeface="+mn-cs"/>
                        </a:rPr>
                        <a:t>(</a:t>
                      </a:r>
                      <a:r>
                        <a:rPr lang="ko-KR" altLang="en-US" sz="1050" b="0" kern="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Rix고딕 M" pitchFamily="18" charset="-127"/>
                          <a:ea typeface="Rix고딕 M" pitchFamily="18" charset="-127"/>
                          <a:cs typeface="+mn-cs"/>
                        </a:rPr>
                        <a:t>모듈 이중화</a:t>
                      </a:r>
                      <a:r>
                        <a:rPr lang="en-US" altLang="ko-KR" sz="1050" b="0" kern="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Rix고딕 M" pitchFamily="18" charset="-127"/>
                          <a:ea typeface="Rix고딕 M" pitchFamily="18" charset="-127"/>
                          <a:cs typeface="+mn-cs"/>
                        </a:rPr>
                        <a:t>) </a:t>
                      </a:r>
                      <a:r>
                        <a:rPr lang="ko-KR" altLang="en-US" sz="1050" b="0" kern="0" spc="-50" baseline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Rix고딕 M" pitchFamily="18" charset="-127"/>
                          <a:ea typeface="Rix고딕 M" pitchFamily="18" charset="-127"/>
                          <a:cs typeface="+mn-cs"/>
                        </a:rPr>
                        <a:t>제공</a:t>
                      </a:r>
                      <a:r>
                        <a:rPr lang="en-US" altLang="ko-KR" sz="1050" b="0" kern="0" spc="-50" baseline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Rix고딕 M" pitchFamily="18" charset="-127"/>
                          <a:ea typeface="Rix고딕 M" pitchFamily="18" charset="-127"/>
                          <a:cs typeface="+mn-cs"/>
                        </a:rPr>
                        <a:t>(</a:t>
                      </a:r>
                      <a:r>
                        <a:rPr lang="en-US" altLang="ko-KR" sz="1050" b="0" kern="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Rix고딕 M" pitchFamily="18" charset="-127"/>
                          <a:ea typeface="Rix고딕 M" pitchFamily="18" charset="-127"/>
                          <a:cs typeface="+mn-cs"/>
                        </a:rPr>
                        <a:t>100G </a:t>
                      </a:r>
                      <a:r>
                        <a:rPr lang="ko-KR" altLang="en-US" sz="1050" b="0" kern="0" spc="-50" baseline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Rix고딕 M" pitchFamily="18" charset="-127"/>
                          <a:ea typeface="Rix고딕 M" pitchFamily="18" charset="-127"/>
                          <a:cs typeface="+mn-cs"/>
                        </a:rPr>
                        <a:t>확장가능 </a:t>
                      </a:r>
                      <a:r>
                        <a:rPr lang="ko-KR" altLang="en-US" sz="1050" b="0" kern="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Rix고딕 M" pitchFamily="18" charset="-127"/>
                          <a:ea typeface="Rix고딕 M" pitchFamily="18" charset="-127"/>
                          <a:cs typeface="+mn-cs"/>
                        </a:rPr>
                        <a:t>모델</a:t>
                      </a:r>
                      <a:r>
                        <a:rPr lang="en-US" altLang="ko-KR" sz="1050" b="0" kern="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Rix고딕 M" pitchFamily="18" charset="-127"/>
                          <a:ea typeface="Rix고딕 M" pitchFamily="18" charset="-127"/>
                          <a:cs typeface="+mn-cs"/>
                        </a:rPr>
                        <a:t>)</a:t>
                      </a:r>
                      <a:endParaRPr lang="ko-KR" altLang="en-US" sz="1050" b="0" kern="0" spc="-5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Rix고딕 M" pitchFamily="18" charset="-127"/>
                        <a:ea typeface="Rix고딕 M" pitchFamily="18" charset="-127"/>
                        <a:cs typeface="+mn-cs"/>
                      </a:endParaRPr>
                    </a:p>
                    <a:p>
                      <a:pPr marL="66212" marR="0" indent="0" algn="l" defTabSz="99568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US" altLang="ko-KR" sz="1050" b="0" kern="0" spc="-50" baseline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Rix고딕 M" pitchFamily="18" charset="-127"/>
                          <a:ea typeface="Rix고딕 M" pitchFamily="18" charset="-127"/>
                          <a:cs typeface="+mn-cs"/>
                        </a:rPr>
                        <a:t>  ※ </a:t>
                      </a:r>
                      <a:r>
                        <a:rPr lang="ko-KR" altLang="en-US" sz="1050" b="0" kern="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Rix고딕 M" pitchFamily="18" charset="-127"/>
                          <a:ea typeface="Rix고딕 M" pitchFamily="18" charset="-127"/>
                          <a:cs typeface="+mn-cs"/>
                        </a:rPr>
                        <a:t>모든 광포트는 해당 수량 만큼의 </a:t>
                      </a:r>
                      <a:r>
                        <a:rPr lang="en-US" altLang="ko-KR" sz="1050" b="0" kern="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Rix고딕 M" pitchFamily="18" charset="-127"/>
                          <a:ea typeface="Rix고딕 M" pitchFamily="18" charset="-127"/>
                          <a:cs typeface="+mn-cs"/>
                        </a:rPr>
                        <a:t>GBIC </a:t>
                      </a:r>
                      <a:r>
                        <a:rPr lang="ko-KR" altLang="en-US" sz="1050" b="0" kern="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Rix고딕 M" pitchFamily="18" charset="-127"/>
                          <a:ea typeface="Rix고딕 M" pitchFamily="18" charset="-127"/>
                          <a:cs typeface="+mn-cs"/>
                        </a:rPr>
                        <a:t>포함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0833">
                <a:tc>
                  <a:txBody>
                    <a:bodyPr/>
                    <a:lstStyle/>
                    <a:p>
                      <a:pPr marL="0" marR="0" indent="0" algn="ctr" defTabSz="99568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b="0" kern="0" spc="0" dirty="0">
                          <a:solidFill>
                            <a:srgbClr val="000000"/>
                          </a:solidFill>
                          <a:effectLst/>
                          <a:latin typeface="Rix고딕 M" pitchFamily="18" charset="-127"/>
                          <a:ea typeface="Rix고딕 M" pitchFamily="18" charset="-127"/>
                          <a:cs typeface="+mn-cs"/>
                        </a:rPr>
                        <a:t>가용성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ltUpDiag">
                      <a:fgClr>
                        <a:schemeClr val="bg1">
                          <a:lumMod val="8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144000" marR="0" indent="-77788" algn="l" defTabSz="99568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50" b="0" kern="0" spc="-50" baseline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Rix고딕 M" pitchFamily="18" charset="-127"/>
                          <a:ea typeface="Rix고딕 M" pitchFamily="18" charset="-127"/>
                          <a:cs typeface="+mn-cs"/>
                        </a:rPr>
                        <a:t>전원공급장치</a:t>
                      </a:r>
                      <a:r>
                        <a:rPr lang="en-US" altLang="ko-KR" sz="1050" b="0" kern="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Rix고딕 M" pitchFamily="18" charset="-127"/>
                          <a:ea typeface="Rix고딕 M" pitchFamily="18" charset="-127"/>
                          <a:cs typeface="+mn-cs"/>
                        </a:rPr>
                        <a:t>/</a:t>
                      </a:r>
                      <a:r>
                        <a:rPr lang="ko-KR" altLang="en-US" sz="1050" b="0" kern="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Rix고딕 M" pitchFamily="18" charset="-127"/>
                          <a:ea typeface="Rix고딕 M" pitchFamily="18" charset="-127"/>
                          <a:cs typeface="+mn-cs"/>
                        </a:rPr>
                        <a:t>관리모듈 이중화 및 </a:t>
                      </a:r>
                      <a:r>
                        <a:rPr lang="en-US" altLang="ko-KR" sz="1050" b="0" kern="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Rix고딕 M" pitchFamily="18" charset="-127"/>
                          <a:ea typeface="Rix고딕 M" pitchFamily="18" charset="-127"/>
                          <a:cs typeface="+mn-cs"/>
                        </a:rPr>
                        <a:t>Hot-Swap </a:t>
                      </a:r>
                      <a:r>
                        <a:rPr lang="ko-KR" altLang="en-US" sz="1050" b="0" kern="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Rix고딕 M" pitchFamily="18" charset="-127"/>
                          <a:ea typeface="Rix고딕 M" pitchFamily="18" charset="-127"/>
                          <a:cs typeface="+mn-cs"/>
                        </a:rPr>
                        <a:t>지원</a:t>
                      </a:r>
                    </a:p>
                    <a:p>
                      <a:pPr marL="144000" marR="0" indent="-77788" algn="l" defTabSz="99568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50" b="0" kern="0" spc="-50" baseline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Rix고딕 M" pitchFamily="18" charset="-127"/>
                          <a:ea typeface="Rix고딕 M" pitchFamily="18" charset="-127"/>
                          <a:cs typeface="+mn-cs"/>
                        </a:rPr>
                        <a:t>스위칭 </a:t>
                      </a:r>
                      <a:r>
                        <a:rPr lang="ko-KR" altLang="en-US" sz="1050" b="0" kern="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Rix고딕 M" pitchFamily="18" charset="-127"/>
                          <a:ea typeface="Rix고딕 M" pitchFamily="18" charset="-127"/>
                          <a:cs typeface="+mn-cs"/>
                        </a:rPr>
                        <a:t>패브릭 이중화 지원</a:t>
                      </a:r>
                    </a:p>
                    <a:p>
                      <a:pPr marL="144000" marR="0" indent="-77788" algn="l" defTabSz="99568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50" b="0" kern="0" spc="-50" baseline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Rix고딕 M" pitchFamily="18" charset="-127"/>
                          <a:ea typeface="Rix고딕 M" pitchFamily="18" charset="-127"/>
                          <a:cs typeface="+mn-cs"/>
                        </a:rPr>
                        <a:t>네트워크 </a:t>
                      </a:r>
                      <a:r>
                        <a:rPr lang="ko-KR" altLang="en-US" sz="1050" b="0" kern="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Rix고딕 M" pitchFamily="18" charset="-127"/>
                          <a:ea typeface="Rix고딕 M" pitchFamily="18" charset="-127"/>
                          <a:cs typeface="+mn-cs"/>
                        </a:rPr>
                        <a:t>인터페이스 모듈 </a:t>
                      </a:r>
                      <a:r>
                        <a:rPr lang="en-US" altLang="ko-KR" sz="1050" b="0" kern="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Rix고딕 M" pitchFamily="18" charset="-127"/>
                          <a:ea typeface="Rix고딕 M" pitchFamily="18" charset="-127"/>
                          <a:cs typeface="+mn-cs"/>
                        </a:rPr>
                        <a:t>Hot-Swap </a:t>
                      </a:r>
                      <a:r>
                        <a:rPr lang="ko-KR" altLang="en-US" sz="1050" b="0" kern="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Rix고딕 M" pitchFamily="18" charset="-127"/>
                          <a:ea typeface="Rix고딕 M" pitchFamily="18" charset="-127"/>
                          <a:cs typeface="+mn-cs"/>
                        </a:rPr>
                        <a:t>지원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10833">
                <a:tc>
                  <a:txBody>
                    <a:bodyPr/>
                    <a:lstStyle/>
                    <a:p>
                      <a:pPr marL="0" marR="0" indent="0" algn="ctr" defTabSz="99568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b="0" kern="0" spc="0" dirty="0">
                          <a:solidFill>
                            <a:srgbClr val="000000"/>
                          </a:solidFill>
                          <a:effectLst/>
                          <a:latin typeface="Rix고딕 M" pitchFamily="18" charset="-127"/>
                          <a:ea typeface="Rix고딕 M" pitchFamily="18" charset="-127"/>
                          <a:cs typeface="+mn-cs"/>
                        </a:rPr>
                        <a:t>관리성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ltUpDiag">
                      <a:fgClr>
                        <a:schemeClr val="bg1">
                          <a:lumMod val="8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144000" marR="0" indent="-77788" algn="l" defTabSz="99568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050" b="0" kern="0" spc="-50" baseline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Rix고딕 M" pitchFamily="18" charset="-127"/>
                          <a:ea typeface="Rix고딕 M" pitchFamily="18" charset="-127"/>
                          <a:cs typeface="+mn-cs"/>
                        </a:rPr>
                        <a:t>SNMP </a:t>
                      </a:r>
                      <a:r>
                        <a:rPr lang="en-US" sz="1050" b="0" kern="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Rix고딕 M" pitchFamily="18" charset="-127"/>
                          <a:ea typeface="Rix고딕 M" pitchFamily="18" charset="-127"/>
                          <a:cs typeface="+mn-cs"/>
                        </a:rPr>
                        <a:t>v2/3, RMON(4Group) </a:t>
                      </a:r>
                      <a:r>
                        <a:rPr lang="ko-KR" altLang="en-US" sz="1050" b="0" kern="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Rix고딕 M" pitchFamily="18" charset="-127"/>
                          <a:ea typeface="Rix고딕 M" pitchFamily="18" charset="-127"/>
                          <a:cs typeface="+mn-cs"/>
                        </a:rPr>
                        <a:t>지원</a:t>
                      </a:r>
                    </a:p>
                    <a:p>
                      <a:pPr marL="144000" marR="0" indent="-77788" algn="l" defTabSz="99568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050" b="0" kern="0" spc="-50" baseline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Rix고딕 M" pitchFamily="18" charset="-127"/>
                          <a:ea typeface="Rix고딕 M" pitchFamily="18" charset="-127"/>
                          <a:cs typeface="+mn-cs"/>
                        </a:rPr>
                        <a:t>Flow </a:t>
                      </a:r>
                      <a:r>
                        <a:rPr lang="en-US" sz="1050" b="0" kern="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Rix고딕 M" pitchFamily="18" charset="-127"/>
                          <a:ea typeface="Rix고딕 M" pitchFamily="18" charset="-127"/>
                          <a:cs typeface="+mn-cs"/>
                        </a:rPr>
                        <a:t>Monitoring </a:t>
                      </a:r>
                      <a:r>
                        <a:rPr lang="ko-KR" altLang="en-US" sz="1050" b="0" kern="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Rix고딕 M" pitchFamily="18" charset="-127"/>
                          <a:ea typeface="Rix고딕 M" pitchFamily="18" charset="-127"/>
                          <a:cs typeface="+mn-cs"/>
                        </a:rPr>
                        <a:t>지원</a:t>
                      </a:r>
                    </a:p>
                    <a:p>
                      <a:pPr marL="144000" marR="0" indent="-77788" algn="l" defTabSz="99568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050" b="0" kern="0" spc="-50" baseline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Rix고딕 M" pitchFamily="18" charset="-127"/>
                          <a:ea typeface="Rix고딕 M" pitchFamily="18" charset="-127"/>
                          <a:cs typeface="+mn-cs"/>
                        </a:rPr>
                        <a:t>Telnet/SSH</a:t>
                      </a:r>
                      <a:r>
                        <a:rPr lang="en-US" sz="1050" b="0" kern="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Rix고딕 M" pitchFamily="18" charset="-127"/>
                          <a:ea typeface="Rix고딕 M" pitchFamily="18" charset="-127"/>
                          <a:cs typeface="+mn-cs"/>
                        </a:rPr>
                        <a:t>, Syslog </a:t>
                      </a:r>
                      <a:r>
                        <a:rPr lang="ko-KR" altLang="en-US" sz="1050" b="0" kern="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Rix고딕 M" pitchFamily="18" charset="-127"/>
                          <a:ea typeface="Rix고딕 M" pitchFamily="18" charset="-127"/>
                          <a:cs typeface="+mn-cs"/>
                        </a:rPr>
                        <a:t>지원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021667">
                <a:tc>
                  <a:txBody>
                    <a:bodyPr/>
                    <a:lstStyle/>
                    <a:p>
                      <a:pPr marL="0" marR="0" indent="0" algn="ctr" defTabSz="99568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b="0" kern="0" spc="0" dirty="0">
                          <a:solidFill>
                            <a:srgbClr val="000000"/>
                          </a:solidFill>
                          <a:effectLst/>
                          <a:latin typeface="Rix고딕 M" pitchFamily="18" charset="-127"/>
                          <a:ea typeface="Rix고딕 M" pitchFamily="18" charset="-127"/>
                          <a:cs typeface="+mn-cs"/>
                        </a:rPr>
                        <a:t>프로토콜</a:t>
                      </a:r>
                    </a:p>
                    <a:p>
                      <a:pPr marL="0" marR="0" indent="0" algn="ctr" defTabSz="99568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b="0" kern="0" spc="0" dirty="0">
                          <a:solidFill>
                            <a:srgbClr val="000000"/>
                          </a:solidFill>
                          <a:effectLst/>
                          <a:latin typeface="Rix고딕 M" pitchFamily="18" charset="-127"/>
                          <a:ea typeface="Rix고딕 M" pitchFamily="18" charset="-127"/>
                          <a:cs typeface="+mn-cs"/>
                        </a:rPr>
                        <a:t>지원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ltUpDiag">
                      <a:fgClr>
                        <a:schemeClr val="bg1">
                          <a:lumMod val="8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144000" marR="0" indent="-77788" algn="l" defTabSz="99568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050" b="0" kern="0" spc="-50" baseline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Rix고딕 M" pitchFamily="18" charset="-127"/>
                          <a:ea typeface="Rix고딕 M" pitchFamily="18" charset="-127"/>
                          <a:cs typeface="+mn-cs"/>
                        </a:rPr>
                        <a:t>Routing </a:t>
                      </a:r>
                      <a:r>
                        <a:rPr lang="en-US" sz="1050" b="0" kern="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Rix고딕 M" pitchFamily="18" charset="-127"/>
                          <a:ea typeface="Rix고딕 M" pitchFamily="18" charset="-127"/>
                          <a:cs typeface="+mn-cs"/>
                        </a:rPr>
                        <a:t>Protocol </a:t>
                      </a:r>
                      <a:r>
                        <a:rPr lang="ko-KR" altLang="en-US" sz="1050" b="0" kern="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Rix고딕 M" pitchFamily="18" charset="-127"/>
                          <a:ea typeface="Rix고딕 M" pitchFamily="18" charset="-127"/>
                          <a:cs typeface="+mn-cs"/>
                        </a:rPr>
                        <a:t>지원</a:t>
                      </a:r>
                      <a:r>
                        <a:rPr lang="en-US" altLang="ko-KR" sz="1050" b="0" kern="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Rix고딕 M" pitchFamily="18" charset="-127"/>
                          <a:ea typeface="Rix고딕 M" pitchFamily="18" charset="-127"/>
                          <a:cs typeface="+mn-cs"/>
                        </a:rPr>
                        <a:t>(</a:t>
                      </a:r>
                      <a:r>
                        <a:rPr lang="en-US" sz="1050" b="0" kern="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Rix고딕 M" pitchFamily="18" charset="-127"/>
                          <a:ea typeface="Rix고딕 M" pitchFamily="18" charset="-127"/>
                          <a:cs typeface="+mn-cs"/>
                        </a:rPr>
                        <a:t>Static, OSPF v2/3, </a:t>
                      </a:r>
                      <a:r>
                        <a:rPr lang="en-US" sz="1050" b="0" kern="0" spc="-50" baseline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Rix고딕 M" pitchFamily="18" charset="-127"/>
                          <a:ea typeface="Rix고딕 M" pitchFamily="18" charset="-127"/>
                          <a:cs typeface="+mn-cs"/>
                        </a:rPr>
                        <a:t>BGP4/4</a:t>
                      </a:r>
                      <a:r>
                        <a:rPr lang="en-US" sz="1050" b="0" kern="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Rix고딕 M" pitchFamily="18" charset="-127"/>
                          <a:ea typeface="Rix고딕 M" pitchFamily="18" charset="-127"/>
                          <a:cs typeface="+mn-cs"/>
                        </a:rPr>
                        <a:t>+)</a:t>
                      </a:r>
                    </a:p>
                    <a:p>
                      <a:pPr marL="144000" marR="0" indent="-77788" algn="l" defTabSz="99568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050" b="0" kern="0" spc="-50" baseline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Rix고딕 M" pitchFamily="18" charset="-127"/>
                          <a:ea typeface="Rix고딕 M" pitchFamily="18" charset="-127"/>
                          <a:cs typeface="+mn-cs"/>
                        </a:rPr>
                        <a:t>Multicast </a:t>
                      </a:r>
                      <a:r>
                        <a:rPr lang="en-US" sz="1050" b="0" kern="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Rix고딕 M" pitchFamily="18" charset="-127"/>
                          <a:ea typeface="Rix고딕 M" pitchFamily="18" charset="-127"/>
                          <a:cs typeface="+mn-cs"/>
                        </a:rPr>
                        <a:t>Protocol </a:t>
                      </a:r>
                      <a:r>
                        <a:rPr lang="ko-KR" altLang="en-US" sz="1050" b="0" kern="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Rix고딕 M" pitchFamily="18" charset="-127"/>
                          <a:ea typeface="Rix고딕 M" pitchFamily="18" charset="-127"/>
                          <a:cs typeface="+mn-cs"/>
                        </a:rPr>
                        <a:t>지원</a:t>
                      </a:r>
                      <a:r>
                        <a:rPr lang="en-US" altLang="ko-KR" sz="1050" b="0" kern="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Rix고딕 M" pitchFamily="18" charset="-127"/>
                          <a:ea typeface="Rix고딕 M" pitchFamily="18" charset="-127"/>
                          <a:cs typeface="+mn-cs"/>
                        </a:rPr>
                        <a:t>(</a:t>
                      </a:r>
                      <a:r>
                        <a:rPr lang="en-US" sz="1050" b="0" kern="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Rix고딕 M" pitchFamily="18" charset="-127"/>
                          <a:ea typeface="Rix고딕 M" pitchFamily="18" charset="-127"/>
                          <a:cs typeface="+mn-cs"/>
                        </a:rPr>
                        <a:t>IGMP v1/2/3, PIM-SM)</a:t>
                      </a:r>
                    </a:p>
                    <a:p>
                      <a:pPr marL="144000" marR="0" indent="-77788" algn="l" defTabSz="99568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050" b="0" kern="0" spc="-50" baseline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Rix고딕 M" pitchFamily="18" charset="-127"/>
                          <a:ea typeface="Rix고딕 M" pitchFamily="18" charset="-127"/>
                          <a:cs typeface="+mn-cs"/>
                        </a:rPr>
                        <a:t>IEEE </a:t>
                      </a:r>
                      <a:r>
                        <a:rPr lang="en-US" sz="1050" b="0" kern="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Rix고딕 M" pitchFamily="18" charset="-127"/>
                          <a:ea typeface="Rix고딕 M" pitchFamily="18" charset="-127"/>
                          <a:cs typeface="+mn-cs"/>
                        </a:rPr>
                        <a:t>802.1S, 802.1W, 802.3ad(LACP)</a:t>
                      </a:r>
                    </a:p>
                    <a:p>
                      <a:pPr marL="144000" marR="0" indent="-77788" algn="l" defTabSz="99568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050" b="0" kern="0" spc="-50" baseline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Rix고딕 M" pitchFamily="18" charset="-127"/>
                          <a:ea typeface="Rix고딕 M" pitchFamily="18" charset="-127"/>
                          <a:cs typeface="+mn-cs"/>
                        </a:rPr>
                        <a:t>PVST </a:t>
                      </a:r>
                      <a:r>
                        <a:rPr lang="ko-KR" altLang="en-US" sz="1050" b="0" kern="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Rix고딕 M" pitchFamily="18" charset="-127"/>
                          <a:ea typeface="Rix고딕 M" pitchFamily="18" charset="-127"/>
                          <a:cs typeface="+mn-cs"/>
                        </a:rPr>
                        <a:t>또는 </a:t>
                      </a:r>
                      <a:r>
                        <a:rPr lang="en-US" sz="1050" b="0" kern="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Rix고딕 M" pitchFamily="18" charset="-127"/>
                          <a:ea typeface="Rix고딕 M" pitchFamily="18" charset="-127"/>
                          <a:cs typeface="+mn-cs"/>
                        </a:rPr>
                        <a:t>PVST+ </a:t>
                      </a:r>
                      <a:r>
                        <a:rPr lang="ko-KR" altLang="en-US" sz="1050" b="0" kern="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Rix고딕 M" pitchFamily="18" charset="-127"/>
                          <a:ea typeface="Rix고딕 M" pitchFamily="18" charset="-127"/>
                          <a:cs typeface="+mn-cs"/>
                        </a:rPr>
                        <a:t>지원</a:t>
                      </a:r>
                    </a:p>
                    <a:p>
                      <a:pPr marL="144000" marR="0" indent="-77788" algn="l" defTabSz="99568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050" b="0" kern="0" spc="-50" baseline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Rix고딕 M" pitchFamily="18" charset="-127"/>
                          <a:ea typeface="Rix고딕 M" pitchFamily="18" charset="-127"/>
                          <a:cs typeface="+mn-cs"/>
                        </a:rPr>
                        <a:t>HSRP </a:t>
                      </a:r>
                      <a:r>
                        <a:rPr lang="ko-KR" altLang="en-US" sz="1050" b="0" kern="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Rix고딕 M" pitchFamily="18" charset="-127"/>
                          <a:ea typeface="Rix고딕 M" pitchFamily="18" charset="-127"/>
                          <a:cs typeface="+mn-cs"/>
                        </a:rPr>
                        <a:t>또는 </a:t>
                      </a:r>
                      <a:r>
                        <a:rPr lang="en-US" sz="1050" b="0" kern="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Rix고딕 M" pitchFamily="18" charset="-127"/>
                          <a:ea typeface="Rix고딕 M" pitchFamily="18" charset="-127"/>
                          <a:cs typeface="+mn-cs"/>
                        </a:rPr>
                        <a:t>VRRP </a:t>
                      </a:r>
                      <a:r>
                        <a:rPr lang="ko-KR" altLang="en-US" sz="1050" b="0" kern="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Rix고딕 M" pitchFamily="18" charset="-127"/>
                          <a:ea typeface="Rix고딕 M" pitchFamily="18" charset="-127"/>
                          <a:cs typeface="+mn-cs"/>
                        </a:rPr>
                        <a:t>지원</a:t>
                      </a:r>
                    </a:p>
                    <a:p>
                      <a:pPr marL="144000" marR="0" indent="-77788" algn="l" defTabSz="99568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050" b="0" kern="0" spc="-50" baseline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Rix고딕 M" pitchFamily="18" charset="-127"/>
                          <a:ea typeface="Rix고딕 M" pitchFamily="18" charset="-127"/>
                          <a:cs typeface="+mn-cs"/>
                        </a:rPr>
                        <a:t>H/W </a:t>
                      </a:r>
                      <a:r>
                        <a:rPr lang="ko-KR" altLang="en-US" sz="1050" b="0" kern="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Rix고딕 M" pitchFamily="18" charset="-127"/>
                          <a:ea typeface="Rix고딕 M" pitchFamily="18" charset="-127"/>
                          <a:cs typeface="+mn-cs"/>
                        </a:rPr>
                        <a:t>기반의 </a:t>
                      </a:r>
                      <a:r>
                        <a:rPr lang="en-US" sz="1050" b="0" kern="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Rix고딕 M" pitchFamily="18" charset="-127"/>
                          <a:ea typeface="Rix고딕 M" pitchFamily="18" charset="-127"/>
                          <a:cs typeface="+mn-cs"/>
                        </a:rPr>
                        <a:t>IPv6 </a:t>
                      </a:r>
                      <a:r>
                        <a:rPr lang="ko-KR" altLang="en-US" sz="1050" b="0" kern="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Rix고딕 M" pitchFamily="18" charset="-127"/>
                          <a:ea typeface="Rix고딕 M" pitchFamily="18" charset="-127"/>
                          <a:cs typeface="+mn-cs"/>
                        </a:rPr>
                        <a:t>지원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851389">
                <a:tc>
                  <a:txBody>
                    <a:bodyPr/>
                    <a:lstStyle/>
                    <a:p>
                      <a:pPr marL="0" marR="0" indent="0" algn="ctr" defTabSz="99568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b="0" kern="0" spc="0" dirty="0">
                          <a:solidFill>
                            <a:srgbClr val="000000"/>
                          </a:solidFill>
                          <a:effectLst/>
                          <a:latin typeface="Rix고딕 M" pitchFamily="18" charset="-127"/>
                          <a:ea typeface="Rix고딕 M" pitchFamily="18" charset="-127"/>
                          <a:cs typeface="+mn-cs"/>
                        </a:rPr>
                        <a:t>기타사항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ltUpDiag">
                      <a:fgClr>
                        <a:schemeClr val="bg1">
                          <a:lumMod val="8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144000" marR="0" indent="-77788" algn="l" defTabSz="99568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050" b="0" kern="0" spc="-50" baseline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Rix고딕 M" pitchFamily="18" charset="-127"/>
                          <a:ea typeface="Rix고딕 M" pitchFamily="18" charset="-127"/>
                          <a:cs typeface="+mn-cs"/>
                        </a:rPr>
                        <a:t>Active-Standby</a:t>
                      </a:r>
                      <a:r>
                        <a:rPr lang="en-US" sz="1050" b="0" kern="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Rix고딕 M" pitchFamily="18" charset="-127"/>
                          <a:ea typeface="Rix고딕 M" pitchFamily="18" charset="-127"/>
                          <a:cs typeface="+mn-cs"/>
                        </a:rPr>
                        <a:t>, Active-Active </a:t>
                      </a:r>
                      <a:r>
                        <a:rPr lang="ko-KR" altLang="en-US" sz="1050" b="0" kern="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Rix고딕 M" pitchFamily="18" charset="-127"/>
                          <a:ea typeface="Rix고딕 M" pitchFamily="18" charset="-127"/>
                          <a:cs typeface="+mn-cs"/>
                        </a:rPr>
                        <a:t>모두 구성가능 제품</a:t>
                      </a:r>
                    </a:p>
                    <a:p>
                      <a:pPr marL="144000" marR="0" indent="-77788" algn="l" defTabSz="99568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050" b="0" kern="0" spc="-50" baseline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Rix고딕 M" pitchFamily="18" charset="-127"/>
                          <a:ea typeface="Rix고딕 M" pitchFamily="18" charset="-127"/>
                          <a:cs typeface="+mn-cs"/>
                        </a:rPr>
                        <a:t>Layer </a:t>
                      </a:r>
                      <a:r>
                        <a:rPr lang="en-US" sz="1050" b="0" kern="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Rix고딕 M" pitchFamily="18" charset="-127"/>
                          <a:ea typeface="Rix고딕 M" pitchFamily="18" charset="-127"/>
                          <a:cs typeface="+mn-cs"/>
                        </a:rPr>
                        <a:t>2/3 Switching </a:t>
                      </a:r>
                      <a:r>
                        <a:rPr lang="ko-KR" altLang="en-US" sz="1050" b="0" kern="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Rix고딕 M" pitchFamily="18" charset="-127"/>
                          <a:ea typeface="Rix고딕 M" pitchFamily="18" charset="-127"/>
                          <a:cs typeface="+mn-cs"/>
                        </a:rPr>
                        <a:t>및 </a:t>
                      </a:r>
                      <a:r>
                        <a:rPr lang="en-US" sz="1050" b="0" kern="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Rix고딕 M" pitchFamily="18" charset="-127"/>
                          <a:ea typeface="Rix고딕 M" pitchFamily="18" charset="-127"/>
                          <a:cs typeface="+mn-cs"/>
                        </a:rPr>
                        <a:t>VLAN(1,000</a:t>
                      </a:r>
                      <a:r>
                        <a:rPr lang="ko-KR" altLang="en-US" sz="1050" b="0" kern="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Rix고딕 M" pitchFamily="18" charset="-127"/>
                          <a:ea typeface="Rix고딕 M" pitchFamily="18" charset="-127"/>
                          <a:cs typeface="+mn-cs"/>
                        </a:rPr>
                        <a:t>개 이상</a:t>
                      </a:r>
                      <a:r>
                        <a:rPr lang="en-US" altLang="ko-KR" sz="1050" b="0" kern="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Rix고딕 M" pitchFamily="18" charset="-127"/>
                          <a:ea typeface="Rix고딕 M" pitchFamily="18" charset="-127"/>
                          <a:cs typeface="+mn-cs"/>
                        </a:rPr>
                        <a:t>) </a:t>
                      </a:r>
                      <a:r>
                        <a:rPr lang="ko-KR" altLang="en-US" sz="1050" b="0" kern="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Rix고딕 M" pitchFamily="18" charset="-127"/>
                          <a:ea typeface="Rix고딕 M" pitchFamily="18" charset="-127"/>
                          <a:cs typeface="+mn-cs"/>
                        </a:rPr>
                        <a:t>지원</a:t>
                      </a:r>
                    </a:p>
                    <a:p>
                      <a:pPr marL="144000" marR="0" indent="-77788" algn="l" defTabSz="99568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050" b="0" kern="0" spc="-50" baseline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Rix고딕 M" pitchFamily="18" charset="-127"/>
                          <a:ea typeface="Rix고딕 M" pitchFamily="18" charset="-127"/>
                          <a:cs typeface="+mn-cs"/>
                        </a:rPr>
                        <a:t>H/W </a:t>
                      </a:r>
                      <a:r>
                        <a:rPr lang="ko-KR" altLang="en-US" sz="1050" b="0" kern="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Rix고딕 M" pitchFamily="18" charset="-127"/>
                          <a:ea typeface="Rix고딕 M" pitchFamily="18" charset="-127"/>
                          <a:cs typeface="+mn-cs"/>
                        </a:rPr>
                        <a:t>기반의 </a:t>
                      </a:r>
                      <a:r>
                        <a:rPr lang="en-US" sz="1050" b="0" kern="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Rix고딕 M" pitchFamily="18" charset="-127"/>
                          <a:ea typeface="Rix고딕 M" pitchFamily="18" charset="-127"/>
                          <a:cs typeface="+mn-cs"/>
                        </a:rPr>
                        <a:t>ACL(Access Control List) </a:t>
                      </a:r>
                      <a:r>
                        <a:rPr lang="ko-KR" altLang="en-US" sz="1050" b="0" kern="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Rix고딕 M" pitchFamily="18" charset="-127"/>
                          <a:ea typeface="Rix고딕 M" pitchFamily="18" charset="-127"/>
                          <a:cs typeface="+mn-cs"/>
                        </a:rPr>
                        <a:t>지원</a:t>
                      </a:r>
                    </a:p>
                    <a:p>
                      <a:pPr marL="144000" marR="0" indent="-77788" algn="l" defTabSz="99568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050" b="0" kern="0" spc="-50" baseline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Rix고딕 M" pitchFamily="18" charset="-127"/>
                          <a:ea typeface="Rix고딕 M" pitchFamily="18" charset="-127"/>
                          <a:cs typeface="+mn-cs"/>
                        </a:rPr>
                        <a:t>Port </a:t>
                      </a:r>
                      <a:r>
                        <a:rPr lang="en-US" sz="1050" b="0" kern="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Rix고딕 M" pitchFamily="18" charset="-127"/>
                          <a:ea typeface="Rix고딕 M" pitchFamily="18" charset="-127"/>
                          <a:cs typeface="+mn-cs"/>
                        </a:rPr>
                        <a:t>Mirroring </a:t>
                      </a:r>
                      <a:r>
                        <a:rPr lang="ko-KR" altLang="en-US" sz="1050" b="0" kern="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Rix고딕 M" pitchFamily="18" charset="-127"/>
                          <a:ea typeface="Rix고딕 M" pitchFamily="18" charset="-127"/>
                          <a:cs typeface="+mn-cs"/>
                        </a:rPr>
                        <a:t>및 </a:t>
                      </a:r>
                      <a:r>
                        <a:rPr lang="en-US" sz="1050" b="0" kern="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Rix고딕 M" pitchFamily="18" charset="-127"/>
                          <a:ea typeface="Rix고딕 M" pitchFamily="18" charset="-127"/>
                          <a:cs typeface="+mn-cs"/>
                        </a:rPr>
                        <a:t>QoS </a:t>
                      </a:r>
                      <a:r>
                        <a:rPr lang="ko-KR" altLang="en-US" sz="1050" b="0" kern="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Rix고딕 M" pitchFamily="18" charset="-127"/>
                          <a:ea typeface="Rix고딕 M" pitchFamily="18" charset="-127"/>
                          <a:cs typeface="+mn-cs"/>
                        </a:rPr>
                        <a:t>기능 지원</a:t>
                      </a:r>
                    </a:p>
                    <a:p>
                      <a:pPr marL="144000" marR="0" indent="-77788" algn="l" defTabSz="99568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050" b="0" kern="0" spc="-50" baseline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Rix고딕 M" pitchFamily="18" charset="-127"/>
                          <a:ea typeface="Rix고딕 M" pitchFamily="18" charset="-127"/>
                          <a:cs typeface="+mn-cs"/>
                        </a:rPr>
                        <a:t>256</a:t>
                      </a:r>
                      <a:r>
                        <a:rPr lang="en-US" sz="1050" b="0" kern="0" spc="-50" baseline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Rix고딕 M" pitchFamily="18" charset="-127"/>
                          <a:ea typeface="Rix고딕 M" pitchFamily="18" charset="-127"/>
                          <a:cs typeface="+mn-cs"/>
                        </a:rPr>
                        <a:t>MB </a:t>
                      </a:r>
                      <a:r>
                        <a:rPr lang="ko-KR" altLang="en-US" sz="1050" b="0" kern="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Rix고딕 M" pitchFamily="18" charset="-127"/>
                          <a:ea typeface="Rix고딕 M" pitchFamily="18" charset="-127"/>
                          <a:cs typeface="+mn-cs"/>
                        </a:rPr>
                        <a:t>이상의 플래시 메모리</a:t>
                      </a:r>
                      <a:r>
                        <a:rPr lang="en-US" altLang="ko-KR" sz="1050" b="0" kern="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Rix고딕 M" pitchFamily="18" charset="-127"/>
                          <a:ea typeface="Rix고딕 M" pitchFamily="18" charset="-127"/>
                          <a:cs typeface="+mn-cs"/>
                        </a:rPr>
                        <a:t>(</a:t>
                      </a:r>
                      <a:r>
                        <a:rPr lang="ko-KR" altLang="en-US" sz="1050" b="0" kern="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Rix고딕 M" pitchFamily="18" charset="-127"/>
                          <a:ea typeface="Rix고딕 M" pitchFamily="18" charset="-127"/>
                          <a:cs typeface="+mn-cs"/>
                        </a:rPr>
                        <a:t>또는 디스크</a:t>
                      </a:r>
                      <a:r>
                        <a:rPr lang="en-US" altLang="ko-KR" sz="1050" b="0" kern="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Rix고딕 M" pitchFamily="18" charset="-127"/>
                          <a:ea typeface="Rix고딕 M" pitchFamily="18" charset="-127"/>
                          <a:cs typeface="+mn-cs"/>
                        </a:rPr>
                        <a:t>) </a:t>
                      </a:r>
                      <a:r>
                        <a:rPr lang="ko-KR" altLang="en-US" sz="1050" b="0" kern="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Rix고딕 M" pitchFamily="18" charset="-127"/>
                          <a:ea typeface="Rix고딕 M" pitchFamily="18" charset="-127"/>
                          <a:cs typeface="+mn-cs"/>
                        </a:rPr>
                        <a:t>제공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graphicFrame>
        <p:nvGraphicFramePr>
          <p:cNvPr id="13" name="표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9603041"/>
              </p:ext>
            </p:extLst>
          </p:nvPr>
        </p:nvGraphicFramePr>
        <p:xfrm>
          <a:off x="5401681" y="1846987"/>
          <a:ext cx="4809119" cy="4896711"/>
        </p:xfrm>
        <a:graphic>
          <a:graphicData uri="http://schemas.openxmlformats.org/drawingml/2006/table">
            <a:tbl>
              <a:tblPr/>
              <a:tblGrid>
                <a:gridCol w="7361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87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726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34197">
                <a:tc gridSpan="2">
                  <a:txBody>
                    <a:bodyPr/>
                    <a:lstStyle/>
                    <a:p>
                      <a:pPr marL="0" marR="0" indent="0" algn="ctr" defTabSz="99568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b="0" kern="0" spc="0" dirty="0">
                          <a:solidFill>
                            <a:schemeClr val="bg1"/>
                          </a:solidFill>
                          <a:effectLst/>
                          <a:latin typeface="Rix고딕 B" pitchFamily="18" charset="-127"/>
                          <a:ea typeface="Rix고딕 B" pitchFamily="18" charset="-127"/>
                          <a:cs typeface="+mn-cs"/>
                        </a:rPr>
                        <a:t>구 분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ltUpDiag">
                      <a:fgClr>
                        <a:schemeClr val="accent1">
                          <a:lumMod val="75000"/>
                        </a:schemeClr>
                      </a:fgClr>
                      <a:bgClr>
                        <a:schemeClr val="accent5">
                          <a:lumMod val="75000"/>
                        </a:schemeClr>
                      </a:bgClr>
                    </a:patt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9568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b="0" kern="0" spc="0" dirty="0">
                          <a:solidFill>
                            <a:schemeClr val="bg1"/>
                          </a:solidFill>
                          <a:effectLst/>
                          <a:latin typeface="Rix고딕 B" pitchFamily="18" charset="-127"/>
                          <a:ea typeface="Rix고딕 B" pitchFamily="18" charset="-127"/>
                          <a:cs typeface="+mn-cs"/>
                        </a:rPr>
                        <a:t>세 부 요 구 규 격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ltUpDiag">
                      <a:fgClr>
                        <a:schemeClr val="accent1">
                          <a:lumMod val="75000"/>
                        </a:schemeClr>
                      </a:fgClr>
                      <a:bgClr>
                        <a:schemeClr val="accent5">
                          <a:lumMod val="75000"/>
                        </a:schemeClr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9568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b="0" kern="0" spc="-100" baseline="0" dirty="0" smtClean="0">
                          <a:solidFill>
                            <a:schemeClr val="bg1"/>
                          </a:solidFill>
                          <a:effectLst/>
                          <a:latin typeface="Rix고딕 B" pitchFamily="18" charset="-127"/>
                          <a:ea typeface="Rix고딕 B" pitchFamily="18" charset="-127"/>
                          <a:cs typeface="+mn-cs"/>
                        </a:rPr>
                        <a:t>만족 여부</a:t>
                      </a:r>
                      <a:endParaRPr lang="ko-KR" altLang="en-US" sz="1100" b="0" kern="0" spc="-100" baseline="0" dirty="0">
                        <a:solidFill>
                          <a:schemeClr val="bg1"/>
                        </a:solidFill>
                        <a:effectLst/>
                        <a:latin typeface="Rix고딕 B" pitchFamily="18" charset="-127"/>
                        <a:ea typeface="Rix고딕 B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ltUpDiag">
                      <a:fgClr>
                        <a:schemeClr val="accent1">
                          <a:lumMod val="75000"/>
                        </a:schemeClr>
                      </a:fgClr>
                      <a:bgClr>
                        <a:schemeClr val="accent5">
                          <a:lumMod val="75000"/>
                        </a:schemeClr>
                      </a:bgClr>
                    </a:patt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7307">
                <a:tc>
                  <a:txBody>
                    <a:bodyPr/>
                    <a:lstStyle/>
                    <a:p>
                      <a:pPr marL="0" marR="0" indent="0" algn="ctr" defTabSz="99568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b="0" kern="0" spc="0" dirty="0">
                          <a:solidFill>
                            <a:srgbClr val="000000"/>
                          </a:solidFill>
                          <a:effectLst/>
                          <a:latin typeface="Rix고딕 M" pitchFamily="18" charset="-127"/>
                          <a:ea typeface="Rix고딕 M" pitchFamily="18" charset="-127"/>
                          <a:cs typeface="+mn-cs"/>
                        </a:rPr>
                        <a:t>형태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ltUpDiag">
                      <a:fgClr>
                        <a:schemeClr val="bg1">
                          <a:lumMod val="8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9568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b="0" kern="0" spc="0" dirty="0" smtClean="0">
                          <a:solidFill>
                            <a:srgbClr val="000000"/>
                          </a:solidFill>
                          <a:effectLst/>
                          <a:latin typeface="Rix고딕 M" pitchFamily="18" charset="-127"/>
                          <a:ea typeface="Rix고딕 M" pitchFamily="18" charset="-127"/>
                          <a:cs typeface="+mn-cs"/>
                        </a:rPr>
                        <a:t>공통</a:t>
                      </a:r>
                      <a:endParaRPr lang="ko-KR" altLang="en-US" sz="1100" b="0" kern="0" spc="0" dirty="0">
                        <a:solidFill>
                          <a:srgbClr val="000000"/>
                        </a:solidFill>
                        <a:effectLst/>
                        <a:latin typeface="Rix고딕 M" pitchFamily="18" charset="-127"/>
                        <a:ea typeface="Rix고딕 M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44000" marR="0" indent="-77788" algn="l" defTabSz="99568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50" b="0" kern="0" spc="-50" baseline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Rix고딕 M" pitchFamily="18" charset="-127"/>
                          <a:ea typeface="Rix고딕 M" pitchFamily="18" charset="-127"/>
                          <a:cs typeface="+mn-cs"/>
                        </a:rPr>
                        <a:t>표준 </a:t>
                      </a:r>
                      <a:r>
                        <a:rPr lang="en-US" altLang="ko-KR" sz="1050" b="0" kern="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Rix고딕 M" pitchFamily="18" charset="-127"/>
                          <a:ea typeface="Rix고딕 M" pitchFamily="18" charset="-127"/>
                          <a:cs typeface="+mn-cs"/>
                        </a:rPr>
                        <a:t>19</a:t>
                      </a:r>
                      <a:r>
                        <a:rPr lang="ko-KR" altLang="en-US" sz="1050" b="0" kern="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Rix고딕 M" pitchFamily="18" charset="-127"/>
                          <a:ea typeface="Rix고딕 M" pitchFamily="18" charset="-127"/>
                          <a:cs typeface="+mn-cs"/>
                        </a:rPr>
                        <a:t>인치 랙 장착형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9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b="0" kern="0" spc="0" dirty="0" smtClean="0">
                          <a:solidFill>
                            <a:srgbClr val="C00000"/>
                          </a:solidFill>
                          <a:effectLst/>
                          <a:latin typeface="Rix고딕 M" pitchFamily="18" charset="-127"/>
                          <a:ea typeface="Rix고딕 M" pitchFamily="18" charset="-127"/>
                        </a:rPr>
                        <a:t>만족</a:t>
                      </a:r>
                      <a:endParaRPr lang="ko-KR" altLang="en-US" sz="1800" b="0" kern="0" spc="0" dirty="0">
                        <a:solidFill>
                          <a:srgbClr val="C00000"/>
                        </a:solidFill>
                        <a:effectLst/>
                        <a:latin typeface="Rix고딕 M" pitchFamily="18" charset="-127"/>
                        <a:ea typeface="Rix고딕 M" pitchFamily="18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3494">
                <a:tc rowSpan="2">
                  <a:txBody>
                    <a:bodyPr/>
                    <a:lstStyle/>
                    <a:p>
                      <a:pPr marL="0" marR="0" indent="0" algn="ctr" defTabSz="99568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b="0" kern="0" spc="0" dirty="0">
                          <a:solidFill>
                            <a:srgbClr val="000000"/>
                          </a:solidFill>
                          <a:effectLst/>
                          <a:latin typeface="Rix고딕 M" pitchFamily="18" charset="-127"/>
                          <a:ea typeface="Rix고딕 M" pitchFamily="18" charset="-127"/>
                          <a:cs typeface="+mn-cs"/>
                        </a:rPr>
                        <a:t>처리 용량</a:t>
                      </a:r>
                      <a:r>
                        <a:rPr lang="en-US" altLang="ko-KR" sz="1100" b="0" kern="0" spc="0" dirty="0">
                          <a:solidFill>
                            <a:srgbClr val="000000"/>
                          </a:solidFill>
                          <a:effectLst/>
                          <a:latin typeface="Rix고딕 M" pitchFamily="18" charset="-127"/>
                          <a:ea typeface="Rix고딕 M" pitchFamily="18" charset="-127"/>
                          <a:cs typeface="+mn-cs"/>
                        </a:rPr>
                        <a:t>/</a:t>
                      </a:r>
                      <a:endParaRPr lang="ko-KR" altLang="en-US" sz="1100" b="0" kern="0" spc="0" dirty="0">
                        <a:solidFill>
                          <a:srgbClr val="000000"/>
                        </a:solidFill>
                        <a:effectLst/>
                        <a:latin typeface="Rix고딕 M" pitchFamily="18" charset="-127"/>
                        <a:ea typeface="Rix고딕 M" pitchFamily="18" charset="-127"/>
                        <a:cs typeface="+mn-cs"/>
                      </a:endParaRPr>
                    </a:p>
                    <a:p>
                      <a:pPr marL="0" marR="0" indent="0" algn="ctr" defTabSz="99568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b="0" kern="0" spc="0" dirty="0">
                          <a:solidFill>
                            <a:srgbClr val="000000"/>
                          </a:solidFill>
                          <a:effectLst/>
                          <a:latin typeface="Rix고딕 M" pitchFamily="18" charset="-127"/>
                          <a:ea typeface="Rix고딕 M" pitchFamily="18" charset="-127"/>
                          <a:cs typeface="+mn-cs"/>
                        </a:rPr>
                        <a:t>처리 성능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ltUpDiag">
                      <a:fgClr>
                        <a:schemeClr val="bg1">
                          <a:lumMod val="8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9568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b="0" kern="0" spc="0" dirty="0" smtClean="0">
                          <a:solidFill>
                            <a:srgbClr val="000000"/>
                          </a:solidFill>
                          <a:effectLst/>
                          <a:latin typeface="Rix고딕 M" pitchFamily="18" charset="-127"/>
                          <a:ea typeface="Rix고딕 M" pitchFamily="18" charset="-127"/>
                          <a:cs typeface="+mn-cs"/>
                        </a:rPr>
                        <a:t>가형</a:t>
                      </a:r>
                      <a:endParaRPr lang="ko-KR" altLang="en-US" sz="1100" b="0" kern="0" spc="0" dirty="0">
                        <a:solidFill>
                          <a:srgbClr val="000000"/>
                        </a:solidFill>
                        <a:effectLst/>
                        <a:latin typeface="Rix고딕 M" pitchFamily="18" charset="-127"/>
                        <a:ea typeface="Rix고딕 M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44000" marR="0" indent="-77788" algn="l" defTabSz="99568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050" b="0" kern="0" spc="-50" baseline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Rix고딕 M" pitchFamily="18" charset="-127"/>
                          <a:ea typeface="Rix고딕 M" pitchFamily="18" charset="-127"/>
                          <a:cs typeface="+mn-cs"/>
                        </a:rPr>
                        <a:t>Switching </a:t>
                      </a:r>
                      <a:r>
                        <a:rPr lang="en-US" sz="1050" b="0" kern="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Rix고딕 M" pitchFamily="18" charset="-127"/>
                          <a:ea typeface="Rix고딕 M" pitchFamily="18" charset="-127"/>
                          <a:cs typeface="+mn-cs"/>
                        </a:rPr>
                        <a:t>Fabric : 170Gbps </a:t>
                      </a:r>
                      <a:r>
                        <a:rPr lang="ko-KR" altLang="en-US" sz="1050" b="0" kern="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Rix고딕 M" pitchFamily="18" charset="-127"/>
                          <a:ea typeface="Rix고딕 M" pitchFamily="18" charset="-127"/>
                          <a:cs typeface="+mn-cs"/>
                        </a:rPr>
                        <a:t>이상 </a:t>
                      </a:r>
                      <a:r>
                        <a:rPr lang="ko-KR" altLang="en-US" sz="1050" b="0" kern="0" spc="-50" baseline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Rix고딕 M" pitchFamily="18" charset="-127"/>
                          <a:ea typeface="Rix고딕 M" pitchFamily="18" charset="-127"/>
                          <a:cs typeface="+mn-cs"/>
                        </a:rPr>
                        <a:t>지원</a:t>
                      </a:r>
                      <a:endParaRPr lang="en-US" altLang="ko-KR" sz="1050" b="0" kern="0" spc="-50" baseline="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Rix고딕 M" pitchFamily="18" charset="-127"/>
                        <a:ea typeface="Rix고딕 M" pitchFamily="18" charset="-127"/>
                        <a:cs typeface="+mn-cs"/>
                      </a:endParaRPr>
                    </a:p>
                    <a:p>
                      <a:pPr marL="144000" marR="0" indent="-77788" algn="l" defTabSz="99568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50" b="0" kern="0" spc="-50" baseline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Rix고딕 M" pitchFamily="18" charset="-127"/>
                          <a:ea typeface="Rix고딕 M" pitchFamily="18" charset="-127"/>
                          <a:cs typeface="+mn-cs"/>
                        </a:rPr>
                        <a:t>처리 성능</a:t>
                      </a:r>
                      <a:r>
                        <a:rPr lang="en-US" altLang="ko-KR" sz="1050" b="0" kern="0" spc="-50" baseline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Rix고딕 M" pitchFamily="18" charset="-127"/>
                          <a:ea typeface="Rix고딕 M" pitchFamily="18" charset="-127"/>
                          <a:cs typeface="+mn-cs"/>
                        </a:rPr>
                        <a:t>(IPv4/IPv6 </a:t>
                      </a:r>
                      <a:r>
                        <a:rPr lang="ko-KR" altLang="en-US" sz="1050" b="0" kern="0" spc="-50" baseline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Rix고딕 M" pitchFamily="18" charset="-127"/>
                          <a:ea typeface="Rix고딕 M" pitchFamily="18" charset="-127"/>
                          <a:cs typeface="+mn-cs"/>
                        </a:rPr>
                        <a:t>동일 기준</a:t>
                      </a:r>
                      <a:r>
                        <a:rPr lang="en-US" altLang="ko-KR" sz="1050" b="0" kern="0" spc="-50" baseline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Rix고딕 M" pitchFamily="18" charset="-127"/>
                          <a:ea typeface="Rix고딕 M" pitchFamily="18" charset="-127"/>
                          <a:cs typeface="+mn-cs"/>
                        </a:rPr>
                        <a:t>) : 125Mpps </a:t>
                      </a:r>
                      <a:r>
                        <a:rPr lang="ko-KR" altLang="en-US" sz="1050" b="0" kern="0" spc="-50" baseline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Rix고딕 M" pitchFamily="18" charset="-127"/>
                          <a:ea typeface="Rix고딕 M" pitchFamily="18" charset="-127"/>
                          <a:cs typeface="+mn-cs"/>
                        </a:rPr>
                        <a:t>이상 지원</a:t>
                      </a:r>
                      <a:endParaRPr lang="en-US" altLang="ko-KR" sz="1050" b="0" kern="0" spc="-50" baseline="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Rix고딕 M" pitchFamily="18" charset="-127"/>
                        <a:ea typeface="Rix고딕 M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349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9568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b="0" kern="0" spc="0" dirty="0" smtClean="0">
                          <a:solidFill>
                            <a:srgbClr val="000000"/>
                          </a:solidFill>
                          <a:effectLst/>
                          <a:latin typeface="Rix고딕 M" pitchFamily="18" charset="-127"/>
                          <a:ea typeface="Rix고딕 M" pitchFamily="18" charset="-127"/>
                          <a:cs typeface="+mn-cs"/>
                        </a:rPr>
                        <a:t>나형</a:t>
                      </a:r>
                      <a:endParaRPr lang="ko-KR" altLang="en-US" sz="1100" b="0" kern="0" spc="0" dirty="0">
                        <a:solidFill>
                          <a:srgbClr val="000000"/>
                        </a:solidFill>
                        <a:effectLst/>
                        <a:latin typeface="Rix고딕 M" pitchFamily="18" charset="-127"/>
                        <a:ea typeface="Rix고딕 M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44000" marR="0" indent="-77788" algn="l" defTabSz="99568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50" b="0" kern="0" spc="-50" baseline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Rix고딕 M" pitchFamily="18" charset="-127"/>
                          <a:ea typeface="Rix고딕 M" pitchFamily="18" charset="-127"/>
                          <a:cs typeface="+mn-cs"/>
                        </a:rPr>
                        <a:t>처리 성능</a:t>
                      </a:r>
                      <a:r>
                        <a:rPr lang="en-US" altLang="ko-KR" sz="1050" b="0" kern="0" spc="-50" baseline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Rix고딕 M" pitchFamily="18" charset="-127"/>
                          <a:ea typeface="Rix고딕 M" pitchFamily="18" charset="-127"/>
                          <a:cs typeface="+mn-cs"/>
                        </a:rPr>
                        <a:t>(IPv4/IPv6 </a:t>
                      </a:r>
                      <a:r>
                        <a:rPr lang="ko-KR" altLang="en-US" sz="1050" b="0" kern="0" spc="-50" baseline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Rix고딕 M" pitchFamily="18" charset="-127"/>
                          <a:ea typeface="Rix고딕 M" pitchFamily="18" charset="-127"/>
                          <a:cs typeface="+mn-cs"/>
                        </a:rPr>
                        <a:t>동일 기준</a:t>
                      </a:r>
                      <a:r>
                        <a:rPr lang="en-US" altLang="ko-KR" sz="1050" b="0" kern="0" spc="-50" baseline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Rix고딕 M" pitchFamily="18" charset="-127"/>
                          <a:ea typeface="Rix고딕 M" pitchFamily="18" charset="-127"/>
                          <a:cs typeface="+mn-cs"/>
                        </a:rPr>
                        <a:t>) : 65Mpps </a:t>
                      </a:r>
                      <a:r>
                        <a:rPr lang="ko-KR" altLang="en-US" sz="1050" b="0" kern="0" spc="-50" baseline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Rix고딕 M" pitchFamily="18" charset="-127"/>
                          <a:ea typeface="Rix고딕 M" pitchFamily="18" charset="-127"/>
                          <a:cs typeface="+mn-cs"/>
                        </a:rPr>
                        <a:t>이상 지원</a:t>
                      </a:r>
                      <a:endParaRPr lang="en-US" altLang="ko-KR" sz="1050" b="0" kern="0" spc="-50" baseline="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Rix고딕 M" pitchFamily="18" charset="-127"/>
                        <a:ea typeface="Rix고딕 M" pitchFamily="18" charset="-127"/>
                        <a:cs typeface="+mn-cs"/>
                      </a:endParaRPr>
                    </a:p>
                    <a:p>
                      <a:pPr marL="144000" marR="0" indent="-77788" algn="l" defTabSz="99568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1050" b="0" kern="0" spc="-50" baseline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Rix고딕 M" pitchFamily="18" charset="-127"/>
                          <a:ea typeface="Rix고딕 M" pitchFamily="18" charset="-127"/>
                          <a:cs typeface="+mn-cs"/>
                        </a:rPr>
                        <a:t>Switching Fabric : 88Gbps </a:t>
                      </a:r>
                      <a:r>
                        <a:rPr lang="ko-KR" altLang="en-US" sz="1050" b="0" kern="0" spc="-50" baseline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Rix고딕 M" pitchFamily="18" charset="-127"/>
                          <a:ea typeface="Rix고딕 M" pitchFamily="18" charset="-127"/>
                          <a:cs typeface="+mn-cs"/>
                        </a:rPr>
                        <a:t>이상 지원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0102">
                <a:tc rowSpan="2">
                  <a:txBody>
                    <a:bodyPr/>
                    <a:lstStyle/>
                    <a:p>
                      <a:pPr marL="0" marR="0" indent="0" algn="ctr" defTabSz="99568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 kern="0" spc="0" dirty="0">
                          <a:solidFill>
                            <a:srgbClr val="000000"/>
                          </a:solidFill>
                          <a:effectLst/>
                          <a:latin typeface="Rix고딕 M" pitchFamily="18" charset="-127"/>
                          <a:ea typeface="Rix고딕 M" pitchFamily="18" charset="-127"/>
                          <a:cs typeface="+mn-cs"/>
                        </a:rPr>
                        <a:t>Port </a:t>
                      </a:r>
                      <a:r>
                        <a:rPr lang="ko-KR" altLang="en-US" sz="1100" b="0" kern="0" spc="0" dirty="0">
                          <a:solidFill>
                            <a:srgbClr val="000000"/>
                          </a:solidFill>
                          <a:effectLst/>
                          <a:latin typeface="Rix고딕 M" pitchFamily="18" charset="-127"/>
                          <a:ea typeface="Rix고딕 M" pitchFamily="18" charset="-127"/>
                          <a:cs typeface="+mn-cs"/>
                        </a:rPr>
                        <a:t>소요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ltUpDiag">
                      <a:fgClr>
                        <a:schemeClr val="bg1">
                          <a:lumMod val="8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9568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b="0" kern="0" spc="0" dirty="0" smtClean="0">
                          <a:solidFill>
                            <a:srgbClr val="000000"/>
                          </a:solidFill>
                          <a:effectLst/>
                          <a:latin typeface="Rix고딕 M" pitchFamily="18" charset="-127"/>
                          <a:ea typeface="Rix고딕 M" pitchFamily="18" charset="-127"/>
                          <a:cs typeface="+mn-cs"/>
                        </a:rPr>
                        <a:t>가형</a:t>
                      </a:r>
                      <a:endParaRPr lang="ko-KR" altLang="en-US" sz="1100" b="0" kern="0" spc="0" dirty="0">
                        <a:solidFill>
                          <a:srgbClr val="000000"/>
                        </a:solidFill>
                        <a:effectLst/>
                        <a:latin typeface="Rix고딕 M" pitchFamily="18" charset="-127"/>
                        <a:ea typeface="Rix고딕 M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44000" marR="0" indent="-77788" algn="l" defTabSz="99568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050" b="0" kern="0" spc="-50" baseline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Rix고딕 M" pitchFamily="18" charset="-127"/>
                          <a:ea typeface="Rix고딕 M" pitchFamily="18" charset="-127"/>
                          <a:cs typeface="+mn-cs"/>
                        </a:rPr>
                        <a:t>1000/10GBase-X </a:t>
                      </a:r>
                      <a:r>
                        <a:rPr lang="en-US" altLang="ko-KR" sz="1050" b="0" kern="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Rix고딕 M" pitchFamily="18" charset="-127"/>
                          <a:ea typeface="Rix고딕 M" pitchFamily="18" charset="-127"/>
                          <a:cs typeface="+mn-cs"/>
                        </a:rPr>
                        <a:t>4Port </a:t>
                      </a:r>
                      <a:r>
                        <a:rPr lang="ko-KR" altLang="en-US" sz="1050" b="0" kern="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Rix고딕 M" pitchFamily="18" charset="-127"/>
                          <a:ea typeface="Rix고딕 M" pitchFamily="18" charset="-127"/>
                          <a:cs typeface="+mn-cs"/>
                        </a:rPr>
                        <a:t>이상 제공 </a:t>
                      </a:r>
                      <a:r>
                        <a:rPr lang="en-US" altLang="ko-KR" sz="1050" b="0" kern="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Rix고딕 M" pitchFamily="18" charset="-127"/>
                          <a:ea typeface="Rix고딕 M" pitchFamily="18" charset="-127"/>
                          <a:cs typeface="+mn-cs"/>
                        </a:rPr>
                        <a:t>(SFP+)</a:t>
                      </a:r>
                      <a:endParaRPr lang="ko-KR" altLang="en-US" sz="1050" b="0" kern="0" spc="-5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Rix고딕 M" pitchFamily="18" charset="-127"/>
                        <a:ea typeface="Rix고딕 M" pitchFamily="18" charset="-127"/>
                        <a:cs typeface="+mn-cs"/>
                      </a:endParaRPr>
                    </a:p>
                    <a:p>
                      <a:pPr marL="144000" marR="0" indent="-77788" algn="l" defTabSz="99568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050" b="0" kern="0" spc="-50" baseline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Rix고딕 M" pitchFamily="18" charset="-127"/>
                          <a:ea typeface="Rix고딕 M" pitchFamily="18" charset="-127"/>
                          <a:cs typeface="+mn-cs"/>
                        </a:rPr>
                        <a:t>10/100/1000Base-TX </a:t>
                      </a:r>
                      <a:r>
                        <a:rPr lang="en-US" altLang="ko-KR" sz="1050" b="0" kern="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Rix고딕 M" pitchFamily="18" charset="-127"/>
                          <a:ea typeface="Rix고딕 M" pitchFamily="18" charset="-127"/>
                          <a:cs typeface="+mn-cs"/>
                        </a:rPr>
                        <a:t>48Port </a:t>
                      </a:r>
                      <a:r>
                        <a:rPr lang="ko-KR" altLang="en-US" sz="1050" b="0" kern="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Rix고딕 M" pitchFamily="18" charset="-127"/>
                          <a:ea typeface="Rix고딕 M" pitchFamily="18" charset="-127"/>
                          <a:cs typeface="+mn-cs"/>
                        </a:rPr>
                        <a:t>이상 </a:t>
                      </a:r>
                      <a:r>
                        <a:rPr lang="en-US" altLang="ko-KR" sz="1050" b="0" kern="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Rix고딕 M" pitchFamily="18" charset="-127"/>
                          <a:ea typeface="Rix고딕 M" pitchFamily="18" charset="-127"/>
                          <a:cs typeface="+mn-cs"/>
                        </a:rPr>
                        <a:t>(POE+ </a:t>
                      </a:r>
                      <a:r>
                        <a:rPr lang="ko-KR" altLang="en-US" sz="1050" b="0" kern="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Rix고딕 M" pitchFamily="18" charset="-127"/>
                          <a:ea typeface="Rix고딕 M" pitchFamily="18" charset="-127"/>
                          <a:cs typeface="+mn-cs"/>
                        </a:rPr>
                        <a:t>제공</a:t>
                      </a:r>
                      <a:r>
                        <a:rPr lang="en-US" altLang="ko-KR" sz="1050" b="0" kern="0" spc="-50" baseline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Rix고딕 M" pitchFamily="18" charset="-127"/>
                          <a:ea typeface="Rix고딕 M" pitchFamily="18" charset="-127"/>
                          <a:cs typeface="+mn-cs"/>
                        </a:rPr>
                        <a:t>)</a:t>
                      </a:r>
                    </a:p>
                    <a:p>
                      <a:pPr marL="66212" marR="0" indent="0" algn="l" defTabSz="99568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US" altLang="ko-KR" sz="1050" b="0" kern="0" spc="-50" baseline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Rix고딕 M" pitchFamily="18" charset="-127"/>
                          <a:ea typeface="Rix고딕 M" pitchFamily="18" charset="-127"/>
                          <a:cs typeface="+mn-cs"/>
                        </a:rPr>
                        <a:t>   ※ </a:t>
                      </a:r>
                      <a:r>
                        <a:rPr lang="ko-KR" altLang="en-US" sz="1050" b="0" kern="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Rix고딕 M" pitchFamily="18" charset="-127"/>
                          <a:ea typeface="Rix고딕 M" pitchFamily="18" charset="-127"/>
                          <a:cs typeface="+mn-cs"/>
                        </a:rPr>
                        <a:t>모든 광포트는 해당 수량 만큼의 </a:t>
                      </a:r>
                      <a:r>
                        <a:rPr lang="en-US" altLang="ko-KR" sz="1050" b="0" kern="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Rix고딕 M" pitchFamily="18" charset="-127"/>
                          <a:ea typeface="Rix고딕 M" pitchFamily="18" charset="-127"/>
                          <a:cs typeface="+mn-cs"/>
                        </a:rPr>
                        <a:t>GBIC </a:t>
                      </a:r>
                      <a:r>
                        <a:rPr lang="ko-KR" altLang="en-US" sz="1050" b="0" kern="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Rix고딕 M" pitchFamily="18" charset="-127"/>
                          <a:ea typeface="Rix고딕 M" pitchFamily="18" charset="-127"/>
                          <a:cs typeface="+mn-cs"/>
                        </a:rPr>
                        <a:t>포함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0102">
                <a:tc vMerge="1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7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693" marR="8693" marT="8693" marB="8693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9568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b="0" kern="0" spc="0" dirty="0" smtClean="0">
                          <a:solidFill>
                            <a:srgbClr val="000000"/>
                          </a:solidFill>
                          <a:effectLst/>
                          <a:latin typeface="Rix고딕 M" pitchFamily="18" charset="-127"/>
                          <a:ea typeface="Rix고딕 M" pitchFamily="18" charset="-127"/>
                          <a:cs typeface="+mn-cs"/>
                        </a:rPr>
                        <a:t>나형</a:t>
                      </a:r>
                      <a:endParaRPr lang="ko-KR" altLang="en-US" sz="1100" b="0" kern="0" spc="0" dirty="0">
                        <a:solidFill>
                          <a:srgbClr val="000000"/>
                        </a:solidFill>
                        <a:effectLst/>
                        <a:latin typeface="Rix고딕 M" pitchFamily="18" charset="-127"/>
                        <a:ea typeface="Rix고딕 M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44000" marR="0" indent="-77788" algn="l" defTabSz="99568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050" b="0" kern="0" spc="-50" baseline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Rix고딕 M" pitchFamily="18" charset="-127"/>
                          <a:ea typeface="Rix고딕 M" pitchFamily="18" charset="-127"/>
                          <a:cs typeface="+mn-cs"/>
                        </a:rPr>
                        <a:t>1000/10GBase-X 2Port </a:t>
                      </a:r>
                      <a:r>
                        <a:rPr lang="ko-KR" altLang="en-US" sz="1050" b="0" kern="0" spc="-50" baseline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Rix고딕 M" pitchFamily="18" charset="-127"/>
                          <a:ea typeface="Rix고딕 M" pitchFamily="18" charset="-127"/>
                          <a:cs typeface="+mn-cs"/>
                        </a:rPr>
                        <a:t>이상 제공 </a:t>
                      </a:r>
                      <a:r>
                        <a:rPr lang="en-US" altLang="ko-KR" sz="1050" b="0" kern="0" spc="-50" baseline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Rix고딕 M" pitchFamily="18" charset="-127"/>
                          <a:ea typeface="Rix고딕 M" pitchFamily="18" charset="-127"/>
                          <a:cs typeface="+mn-cs"/>
                        </a:rPr>
                        <a:t>(SFP+)</a:t>
                      </a:r>
                      <a:endParaRPr lang="ko-KR" altLang="en-US" sz="1050" b="0" kern="0" spc="-50" baseline="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Rix고딕 M" pitchFamily="18" charset="-127"/>
                        <a:ea typeface="Rix고딕 M" pitchFamily="18" charset="-127"/>
                        <a:cs typeface="+mn-cs"/>
                      </a:endParaRPr>
                    </a:p>
                    <a:p>
                      <a:pPr marL="144000" marR="0" indent="-77788" algn="l" defTabSz="99568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050" b="0" kern="0" spc="-50" baseline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Rix고딕 M" pitchFamily="18" charset="-127"/>
                          <a:ea typeface="Rix고딕 M" pitchFamily="18" charset="-127"/>
                          <a:cs typeface="+mn-cs"/>
                        </a:rPr>
                        <a:t>10/100/1000Base-TX 24Port </a:t>
                      </a:r>
                      <a:r>
                        <a:rPr lang="ko-KR" altLang="en-US" sz="1050" b="0" kern="0" spc="-50" baseline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Rix고딕 M" pitchFamily="18" charset="-127"/>
                          <a:ea typeface="Rix고딕 M" pitchFamily="18" charset="-127"/>
                          <a:cs typeface="+mn-cs"/>
                        </a:rPr>
                        <a:t>이상 </a:t>
                      </a:r>
                      <a:r>
                        <a:rPr lang="en-US" altLang="ko-KR" sz="1050" b="0" kern="0" spc="-50" baseline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Rix고딕 M" pitchFamily="18" charset="-127"/>
                          <a:ea typeface="Rix고딕 M" pitchFamily="18" charset="-127"/>
                          <a:cs typeface="+mn-cs"/>
                        </a:rPr>
                        <a:t>(POE+ </a:t>
                      </a:r>
                      <a:r>
                        <a:rPr lang="ko-KR" altLang="en-US" sz="1050" b="0" kern="0" spc="-50" baseline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Rix고딕 M" pitchFamily="18" charset="-127"/>
                          <a:ea typeface="Rix고딕 M" pitchFamily="18" charset="-127"/>
                          <a:cs typeface="+mn-cs"/>
                        </a:rPr>
                        <a:t>제공</a:t>
                      </a:r>
                      <a:r>
                        <a:rPr lang="en-US" altLang="ko-KR" sz="1050" b="0" kern="0" spc="-50" baseline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Rix고딕 M" pitchFamily="18" charset="-127"/>
                          <a:ea typeface="Rix고딕 M" pitchFamily="18" charset="-127"/>
                          <a:cs typeface="+mn-cs"/>
                        </a:rPr>
                        <a:t>)</a:t>
                      </a:r>
                      <a:endParaRPr lang="ko-KR" altLang="en-US" sz="1050" b="0" kern="0" spc="-50" baseline="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Rix고딕 M" pitchFamily="18" charset="-127"/>
                        <a:ea typeface="Rix고딕 M" pitchFamily="18" charset="-127"/>
                        <a:cs typeface="+mn-cs"/>
                      </a:endParaRPr>
                    </a:p>
                    <a:p>
                      <a:pPr marL="66212" marR="0" indent="0" algn="l" defTabSz="99568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US" altLang="ko-KR" sz="1050" b="0" kern="0" spc="-50" baseline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Rix고딕 M" pitchFamily="18" charset="-127"/>
                          <a:ea typeface="Rix고딕 M" pitchFamily="18" charset="-127"/>
                          <a:cs typeface="+mn-cs"/>
                        </a:rPr>
                        <a:t>   ※ </a:t>
                      </a:r>
                      <a:r>
                        <a:rPr lang="ko-KR" altLang="en-US" sz="1050" b="0" kern="0" spc="-50" baseline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Rix고딕 M" pitchFamily="18" charset="-127"/>
                          <a:ea typeface="Rix고딕 M" pitchFamily="18" charset="-127"/>
                          <a:cs typeface="+mn-cs"/>
                        </a:rPr>
                        <a:t>모든 광포트는 해당 수량 만큼의 </a:t>
                      </a:r>
                      <a:r>
                        <a:rPr lang="en-US" altLang="ko-KR" sz="1050" b="0" kern="0" spc="-50" baseline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Rix고딕 M" pitchFamily="18" charset="-127"/>
                          <a:ea typeface="Rix고딕 M" pitchFamily="18" charset="-127"/>
                          <a:cs typeface="+mn-cs"/>
                        </a:rPr>
                        <a:t>GBIC </a:t>
                      </a:r>
                      <a:r>
                        <a:rPr lang="ko-KR" altLang="en-US" sz="1050" b="0" kern="0" spc="-50" baseline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Rix고딕 M" pitchFamily="18" charset="-127"/>
                          <a:ea typeface="Rix고딕 M" pitchFamily="18" charset="-127"/>
                          <a:cs typeface="+mn-cs"/>
                        </a:rPr>
                        <a:t>포함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66715">
                <a:tc>
                  <a:txBody>
                    <a:bodyPr/>
                    <a:lstStyle/>
                    <a:p>
                      <a:pPr marL="0" marR="0" indent="0" algn="ctr" defTabSz="99568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b="0" kern="0" spc="0" dirty="0">
                          <a:solidFill>
                            <a:srgbClr val="000000"/>
                          </a:solidFill>
                          <a:effectLst/>
                          <a:latin typeface="Rix고딕 M" pitchFamily="18" charset="-127"/>
                          <a:ea typeface="Rix고딕 M" pitchFamily="18" charset="-127"/>
                          <a:cs typeface="+mn-cs"/>
                        </a:rPr>
                        <a:t>가용성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ltUpDiag">
                      <a:fgClr>
                        <a:schemeClr val="bg1">
                          <a:lumMod val="8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9568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b="0" kern="0" spc="0" dirty="0" smtClean="0">
                          <a:solidFill>
                            <a:srgbClr val="000000"/>
                          </a:solidFill>
                          <a:effectLst/>
                          <a:latin typeface="Rix고딕 M" pitchFamily="18" charset="-127"/>
                          <a:ea typeface="Rix고딕 M" pitchFamily="18" charset="-127"/>
                          <a:cs typeface="+mn-cs"/>
                        </a:rPr>
                        <a:t>가형</a:t>
                      </a:r>
                      <a:endParaRPr lang="ko-KR" altLang="en-US" sz="1100" b="0" kern="0" spc="0" dirty="0">
                        <a:solidFill>
                          <a:srgbClr val="000000"/>
                        </a:solidFill>
                        <a:effectLst/>
                        <a:latin typeface="Rix고딕 M" pitchFamily="18" charset="-127"/>
                        <a:ea typeface="Rix고딕 M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44000" marR="0" indent="-77788" algn="l" defTabSz="99568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50" b="0" kern="0" spc="-50" baseline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Rix고딕 M" pitchFamily="18" charset="-127"/>
                          <a:ea typeface="Rix고딕 M" pitchFamily="18" charset="-127"/>
                          <a:cs typeface="+mn-cs"/>
                        </a:rPr>
                        <a:t>장비 </a:t>
                      </a:r>
                      <a:r>
                        <a:rPr lang="ko-KR" altLang="en-US" sz="1050" b="0" kern="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Rix고딕 M" pitchFamily="18" charset="-127"/>
                          <a:ea typeface="Rix고딕 M" pitchFamily="18" charset="-127"/>
                          <a:cs typeface="+mn-cs"/>
                        </a:rPr>
                        <a:t>자체 전원공급장치 이중화 및 </a:t>
                      </a:r>
                      <a:r>
                        <a:rPr lang="en-US" altLang="ko-KR" sz="1050" b="0" kern="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Rix고딕 M" pitchFamily="18" charset="-127"/>
                          <a:ea typeface="Rix고딕 M" pitchFamily="18" charset="-127"/>
                          <a:cs typeface="+mn-cs"/>
                        </a:rPr>
                        <a:t>Hot-Swap </a:t>
                      </a:r>
                      <a:r>
                        <a:rPr lang="ko-KR" altLang="en-US" sz="1050" b="0" kern="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Rix고딕 M" pitchFamily="18" charset="-127"/>
                          <a:ea typeface="Rix고딕 M" pitchFamily="18" charset="-127"/>
                          <a:cs typeface="+mn-cs"/>
                        </a:rPr>
                        <a:t>지원</a:t>
                      </a:r>
                    </a:p>
                    <a:p>
                      <a:pPr marL="144000" marR="0" indent="-77788" algn="l" defTabSz="99568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50" b="0" kern="0" spc="-50" baseline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Rix고딕 M" pitchFamily="18" charset="-127"/>
                          <a:ea typeface="Rix고딕 M" pitchFamily="18" charset="-127"/>
                          <a:cs typeface="+mn-cs"/>
                        </a:rPr>
                        <a:t>스태킹 </a:t>
                      </a:r>
                      <a:r>
                        <a:rPr lang="ko-KR" altLang="en-US" sz="1050" b="0" kern="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Rix고딕 M" pitchFamily="18" charset="-127"/>
                          <a:ea typeface="Rix고딕 M" pitchFamily="18" charset="-127"/>
                          <a:cs typeface="+mn-cs"/>
                        </a:rPr>
                        <a:t>기능 지원</a:t>
                      </a:r>
                    </a:p>
                    <a:p>
                      <a:pPr marL="66212" marR="0" indent="0" algn="l" defTabSz="99568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US" altLang="ko-KR" sz="1050" b="0" kern="0" spc="-50" baseline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Rix고딕 M" pitchFamily="18" charset="-127"/>
                          <a:ea typeface="Rix고딕 M" pitchFamily="18" charset="-127"/>
                          <a:cs typeface="+mn-cs"/>
                        </a:rPr>
                        <a:t>   - </a:t>
                      </a:r>
                      <a:r>
                        <a:rPr lang="ko-KR" altLang="en-US" sz="1050" b="0" kern="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Rix고딕 M" pitchFamily="18" charset="-127"/>
                          <a:ea typeface="Rix고딕 M" pitchFamily="18" charset="-127"/>
                          <a:cs typeface="+mn-cs"/>
                        </a:rPr>
                        <a:t>구성 부품 전체 포함</a:t>
                      </a:r>
                    </a:p>
                    <a:p>
                      <a:pPr marL="66212" marR="0" indent="0" algn="l" defTabSz="99568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US" altLang="ko-KR" sz="1050" b="0" kern="0" spc="-50" baseline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Rix고딕 M" pitchFamily="18" charset="-127"/>
                          <a:ea typeface="Rix고딕 M" pitchFamily="18" charset="-127"/>
                          <a:cs typeface="+mn-cs"/>
                        </a:rPr>
                        <a:t>   - </a:t>
                      </a:r>
                      <a:r>
                        <a:rPr lang="ko-KR" altLang="en-US" sz="1050" b="0" kern="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Rix고딕 M" pitchFamily="18" charset="-127"/>
                          <a:ea typeface="Rix고딕 M" pitchFamily="18" charset="-127"/>
                          <a:cs typeface="+mn-cs"/>
                        </a:rPr>
                        <a:t>최대 스태킹 수</a:t>
                      </a:r>
                      <a:r>
                        <a:rPr lang="en-US" altLang="ko-KR" sz="1050" b="0" kern="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Rix고딕 M" pitchFamily="18" charset="-127"/>
                          <a:ea typeface="Rix고딕 M" pitchFamily="18" charset="-127"/>
                          <a:cs typeface="+mn-cs"/>
                        </a:rPr>
                        <a:t>: 8</a:t>
                      </a:r>
                      <a:r>
                        <a:rPr lang="ko-KR" altLang="en-US" sz="1050" b="0" kern="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Rix고딕 M" pitchFamily="18" charset="-127"/>
                          <a:ea typeface="Rix고딕 M" pitchFamily="18" charset="-127"/>
                          <a:cs typeface="+mn-cs"/>
                        </a:rPr>
                        <a:t>대 이상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3494">
                <a:tc>
                  <a:txBody>
                    <a:bodyPr/>
                    <a:lstStyle/>
                    <a:p>
                      <a:pPr marL="0" marR="0" indent="0" algn="ctr" defTabSz="99568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b="0" kern="0" spc="0" dirty="0">
                          <a:solidFill>
                            <a:srgbClr val="000000"/>
                          </a:solidFill>
                          <a:effectLst/>
                          <a:latin typeface="Rix고딕 M" pitchFamily="18" charset="-127"/>
                          <a:ea typeface="Rix고딕 M" pitchFamily="18" charset="-127"/>
                          <a:cs typeface="+mn-cs"/>
                        </a:rPr>
                        <a:t>관리성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ltUpDiag">
                      <a:fgClr>
                        <a:schemeClr val="bg1">
                          <a:lumMod val="8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9568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b="0" kern="0" spc="0" dirty="0" smtClean="0">
                          <a:solidFill>
                            <a:srgbClr val="000000"/>
                          </a:solidFill>
                          <a:effectLst/>
                          <a:latin typeface="Rix고딕 M" pitchFamily="18" charset="-127"/>
                          <a:ea typeface="Rix고딕 M" pitchFamily="18" charset="-127"/>
                          <a:cs typeface="+mn-cs"/>
                        </a:rPr>
                        <a:t>공통</a:t>
                      </a:r>
                      <a:endParaRPr lang="ko-KR" altLang="en-US" sz="1100" b="0" kern="0" spc="0" dirty="0">
                        <a:solidFill>
                          <a:srgbClr val="000000"/>
                        </a:solidFill>
                        <a:effectLst/>
                        <a:latin typeface="Rix고딕 M" pitchFamily="18" charset="-127"/>
                        <a:ea typeface="Rix고딕 M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44000" marR="0" indent="-77788" algn="l" defTabSz="99568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050" b="0" kern="0" spc="-50" baseline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Rix고딕 M" pitchFamily="18" charset="-127"/>
                          <a:ea typeface="Rix고딕 M" pitchFamily="18" charset="-127"/>
                          <a:cs typeface="+mn-cs"/>
                        </a:rPr>
                        <a:t>SNMP </a:t>
                      </a:r>
                      <a:r>
                        <a:rPr lang="en-US" sz="1050" b="0" kern="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Rix고딕 M" pitchFamily="18" charset="-127"/>
                          <a:ea typeface="Rix고딕 M" pitchFamily="18" charset="-127"/>
                          <a:cs typeface="+mn-cs"/>
                        </a:rPr>
                        <a:t>v2/3, RMON(4Group) </a:t>
                      </a:r>
                      <a:r>
                        <a:rPr lang="ko-KR" altLang="en-US" sz="1050" b="0" kern="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Rix고딕 M" pitchFamily="18" charset="-127"/>
                          <a:ea typeface="Rix고딕 M" pitchFamily="18" charset="-127"/>
                          <a:cs typeface="+mn-cs"/>
                        </a:rPr>
                        <a:t>지원</a:t>
                      </a:r>
                    </a:p>
                    <a:p>
                      <a:pPr marL="144000" marR="0" indent="-77788" algn="l" defTabSz="99568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050" b="0" kern="0" spc="-50" baseline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Rix고딕 M" pitchFamily="18" charset="-127"/>
                          <a:ea typeface="Rix고딕 M" pitchFamily="18" charset="-127"/>
                          <a:cs typeface="+mn-cs"/>
                        </a:rPr>
                        <a:t>Telnet/SSH</a:t>
                      </a:r>
                      <a:r>
                        <a:rPr lang="en-US" sz="1050" b="0" kern="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Rix고딕 M" pitchFamily="18" charset="-127"/>
                          <a:ea typeface="Rix고딕 M" pitchFamily="18" charset="-127"/>
                          <a:cs typeface="+mn-cs"/>
                        </a:rPr>
                        <a:t>, Syslog </a:t>
                      </a:r>
                      <a:r>
                        <a:rPr lang="ko-KR" altLang="en-US" sz="1050" b="0" kern="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Rix고딕 M" pitchFamily="18" charset="-127"/>
                          <a:ea typeface="Rix고딕 M" pitchFamily="18" charset="-127"/>
                          <a:cs typeface="+mn-cs"/>
                        </a:rPr>
                        <a:t>지원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000499">
                <a:tc>
                  <a:txBody>
                    <a:bodyPr/>
                    <a:lstStyle/>
                    <a:p>
                      <a:pPr marL="0" marR="0" indent="0" algn="ctr" defTabSz="99568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b="0" kern="0" spc="0" dirty="0">
                          <a:solidFill>
                            <a:srgbClr val="000000"/>
                          </a:solidFill>
                          <a:effectLst/>
                          <a:latin typeface="Rix고딕 M" pitchFamily="18" charset="-127"/>
                          <a:ea typeface="Rix고딕 M" pitchFamily="18" charset="-127"/>
                          <a:cs typeface="+mn-cs"/>
                        </a:rPr>
                        <a:t>프로토콜</a:t>
                      </a:r>
                    </a:p>
                    <a:p>
                      <a:pPr marL="0" marR="0" indent="0" algn="ctr" defTabSz="99568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b="0" kern="0" spc="0" dirty="0">
                          <a:solidFill>
                            <a:srgbClr val="000000"/>
                          </a:solidFill>
                          <a:effectLst/>
                          <a:latin typeface="Rix고딕 M" pitchFamily="18" charset="-127"/>
                          <a:ea typeface="Rix고딕 M" pitchFamily="18" charset="-127"/>
                          <a:cs typeface="+mn-cs"/>
                        </a:rPr>
                        <a:t>지원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ltUpDiag">
                      <a:fgClr>
                        <a:schemeClr val="bg1">
                          <a:lumMod val="8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9568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b="0" kern="0" spc="0" dirty="0" smtClean="0">
                          <a:solidFill>
                            <a:srgbClr val="000000"/>
                          </a:solidFill>
                          <a:effectLst/>
                          <a:latin typeface="Rix고딕 M" pitchFamily="18" charset="-127"/>
                          <a:ea typeface="Rix고딕 M" pitchFamily="18" charset="-127"/>
                          <a:cs typeface="+mn-cs"/>
                        </a:rPr>
                        <a:t>공통</a:t>
                      </a:r>
                      <a:endParaRPr lang="ko-KR" altLang="en-US" sz="1100" b="0" kern="0" spc="0" dirty="0">
                        <a:solidFill>
                          <a:srgbClr val="000000"/>
                        </a:solidFill>
                        <a:effectLst/>
                        <a:latin typeface="Rix고딕 M" pitchFamily="18" charset="-127"/>
                        <a:ea typeface="Rix고딕 M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44000" marR="0" indent="-77788" algn="l" defTabSz="99568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050" b="0" kern="0" spc="-50" baseline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Rix고딕 M" pitchFamily="18" charset="-127"/>
                          <a:ea typeface="Rix고딕 M" pitchFamily="18" charset="-127"/>
                          <a:cs typeface="+mn-cs"/>
                        </a:rPr>
                        <a:t>Routing </a:t>
                      </a:r>
                      <a:r>
                        <a:rPr lang="en-US" sz="1050" b="0" kern="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Rix고딕 M" pitchFamily="18" charset="-127"/>
                          <a:ea typeface="Rix고딕 M" pitchFamily="18" charset="-127"/>
                          <a:cs typeface="+mn-cs"/>
                        </a:rPr>
                        <a:t>Protocol </a:t>
                      </a:r>
                      <a:r>
                        <a:rPr lang="ko-KR" altLang="en-US" sz="1050" b="0" kern="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Rix고딕 M" pitchFamily="18" charset="-127"/>
                          <a:ea typeface="Rix고딕 M" pitchFamily="18" charset="-127"/>
                          <a:cs typeface="+mn-cs"/>
                        </a:rPr>
                        <a:t>지원</a:t>
                      </a:r>
                      <a:r>
                        <a:rPr lang="en-US" altLang="ko-KR" sz="1050" b="0" kern="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Rix고딕 M" pitchFamily="18" charset="-127"/>
                          <a:ea typeface="Rix고딕 M" pitchFamily="18" charset="-127"/>
                          <a:cs typeface="+mn-cs"/>
                        </a:rPr>
                        <a:t>(</a:t>
                      </a:r>
                      <a:r>
                        <a:rPr lang="en-US" sz="1050" b="0" kern="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Rix고딕 M" pitchFamily="18" charset="-127"/>
                          <a:ea typeface="Rix고딕 M" pitchFamily="18" charset="-127"/>
                          <a:cs typeface="+mn-cs"/>
                        </a:rPr>
                        <a:t>RIP v1/2, RIPng, OSPF </a:t>
                      </a:r>
                      <a:r>
                        <a:rPr lang="ko-KR" altLang="en-US" sz="1050" b="0" kern="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Rix고딕 M" pitchFamily="18" charset="-127"/>
                          <a:ea typeface="Rix고딕 M" pitchFamily="18" charset="-127"/>
                          <a:cs typeface="+mn-cs"/>
                        </a:rPr>
                        <a:t>등</a:t>
                      </a:r>
                      <a:r>
                        <a:rPr lang="en-US" altLang="ko-KR" sz="1050" b="0" kern="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Rix고딕 M" pitchFamily="18" charset="-127"/>
                          <a:ea typeface="Rix고딕 M" pitchFamily="18" charset="-127"/>
                          <a:cs typeface="+mn-cs"/>
                        </a:rPr>
                        <a:t>)</a:t>
                      </a:r>
                      <a:endParaRPr lang="ko-KR" altLang="en-US" sz="1050" b="0" kern="0" spc="-5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Rix고딕 M" pitchFamily="18" charset="-127"/>
                        <a:ea typeface="Rix고딕 M" pitchFamily="18" charset="-127"/>
                        <a:cs typeface="+mn-cs"/>
                      </a:endParaRPr>
                    </a:p>
                    <a:p>
                      <a:pPr marL="144000" marR="0" indent="-77788" algn="l" defTabSz="99568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050" b="0" kern="0" spc="-50" baseline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Rix고딕 M" pitchFamily="18" charset="-127"/>
                          <a:ea typeface="Rix고딕 M" pitchFamily="18" charset="-127"/>
                          <a:cs typeface="+mn-cs"/>
                        </a:rPr>
                        <a:t>IEEE </a:t>
                      </a:r>
                      <a:r>
                        <a:rPr lang="en-US" sz="1050" b="0" kern="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Rix고딕 M" pitchFamily="18" charset="-127"/>
                          <a:ea typeface="Rix고딕 M" pitchFamily="18" charset="-127"/>
                          <a:cs typeface="+mn-cs"/>
                        </a:rPr>
                        <a:t>802.1S, 802.1W, 802.3ad(LACP)</a:t>
                      </a:r>
                    </a:p>
                    <a:p>
                      <a:pPr marL="144000" marR="0" indent="-77788" algn="l" defTabSz="99568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050" b="0" kern="0" spc="-50" baseline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Rix고딕 M" pitchFamily="18" charset="-127"/>
                          <a:ea typeface="Rix고딕 M" pitchFamily="18" charset="-127"/>
                          <a:cs typeface="+mn-cs"/>
                        </a:rPr>
                        <a:t>PVST </a:t>
                      </a:r>
                      <a:r>
                        <a:rPr lang="ko-KR" altLang="en-US" sz="1050" b="0" kern="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Rix고딕 M" pitchFamily="18" charset="-127"/>
                          <a:ea typeface="Rix고딕 M" pitchFamily="18" charset="-127"/>
                          <a:cs typeface="+mn-cs"/>
                        </a:rPr>
                        <a:t>또는 </a:t>
                      </a:r>
                      <a:r>
                        <a:rPr lang="en-US" sz="1050" b="0" kern="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Rix고딕 M" pitchFamily="18" charset="-127"/>
                          <a:ea typeface="Rix고딕 M" pitchFamily="18" charset="-127"/>
                          <a:cs typeface="+mn-cs"/>
                        </a:rPr>
                        <a:t>PVST+ </a:t>
                      </a:r>
                      <a:r>
                        <a:rPr lang="ko-KR" altLang="en-US" sz="1050" b="0" kern="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Rix고딕 M" pitchFamily="18" charset="-127"/>
                          <a:ea typeface="Rix고딕 M" pitchFamily="18" charset="-127"/>
                          <a:cs typeface="+mn-cs"/>
                        </a:rPr>
                        <a:t>지원</a:t>
                      </a:r>
                    </a:p>
                    <a:p>
                      <a:pPr marL="144000" marR="0" indent="-77788" algn="l" defTabSz="99568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050" b="0" kern="0" spc="-50" baseline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Rix고딕 M" pitchFamily="18" charset="-127"/>
                          <a:ea typeface="Rix고딕 M" pitchFamily="18" charset="-127"/>
                          <a:cs typeface="+mn-cs"/>
                        </a:rPr>
                        <a:t>HSRP </a:t>
                      </a:r>
                      <a:r>
                        <a:rPr lang="ko-KR" altLang="en-US" sz="1050" b="0" kern="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Rix고딕 M" pitchFamily="18" charset="-127"/>
                          <a:ea typeface="Rix고딕 M" pitchFamily="18" charset="-127"/>
                          <a:cs typeface="+mn-cs"/>
                        </a:rPr>
                        <a:t>또는 </a:t>
                      </a:r>
                      <a:r>
                        <a:rPr lang="en-US" sz="1050" b="0" kern="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Rix고딕 M" pitchFamily="18" charset="-127"/>
                          <a:ea typeface="Rix고딕 M" pitchFamily="18" charset="-127"/>
                          <a:cs typeface="+mn-cs"/>
                        </a:rPr>
                        <a:t>VRRP </a:t>
                      </a:r>
                      <a:r>
                        <a:rPr lang="ko-KR" altLang="en-US" sz="1050" b="0" kern="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Rix고딕 M" pitchFamily="18" charset="-127"/>
                          <a:ea typeface="Rix고딕 M" pitchFamily="18" charset="-127"/>
                          <a:cs typeface="+mn-cs"/>
                        </a:rPr>
                        <a:t>지원</a:t>
                      </a:r>
                    </a:p>
                    <a:p>
                      <a:pPr marL="144000" marR="0" indent="-77788" algn="l" defTabSz="99568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050" b="0" kern="0" spc="-50" baseline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Rix고딕 M" pitchFamily="18" charset="-127"/>
                          <a:ea typeface="Rix고딕 M" pitchFamily="18" charset="-127"/>
                          <a:cs typeface="+mn-cs"/>
                        </a:rPr>
                        <a:t>H/W </a:t>
                      </a:r>
                      <a:r>
                        <a:rPr lang="ko-KR" altLang="en-US" sz="1050" b="0" kern="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Rix고딕 M" pitchFamily="18" charset="-127"/>
                          <a:ea typeface="Rix고딕 M" pitchFamily="18" charset="-127"/>
                          <a:cs typeface="+mn-cs"/>
                        </a:rPr>
                        <a:t>기반의 </a:t>
                      </a:r>
                      <a:r>
                        <a:rPr lang="en-US" sz="1050" b="0" kern="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Rix고딕 M" pitchFamily="18" charset="-127"/>
                          <a:ea typeface="Rix고딕 M" pitchFamily="18" charset="-127"/>
                          <a:cs typeface="+mn-cs"/>
                        </a:rPr>
                        <a:t>IPv6 </a:t>
                      </a:r>
                      <a:r>
                        <a:rPr lang="ko-KR" altLang="en-US" sz="1050" b="0" kern="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Rix고딕 M" pitchFamily="18" charset="-127"/>
                          <a:ea typeface="Rix고딕 M" pitchFamily="18" charset="-127"/>
                          <a:cs typeface="+mn-cs"/>
                        </a:rPr>
                        <a:t>지원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7307">
                <a:tc>
                  <a:txBody>
                    <a:bodyPr/>
                    <a:lstStyle/>
                    <a:p>
                      <a:pPr marL="0" marR="0" indent="0" algn="ctr" defTabSz="99568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b="0" kern="0" spc="0" dirty="0">
                          <a:solidFill>
                            <a:srgbClr val="000000"/>
                          </a:solidFill>
                          <a:effectLst/>
                          <a:latin typeface="Rix고딕 M" pitchFamily="18" charset="-127"/>
                          <a:ea typeface="Rix고딕 M" pitchFamily="18" charset="-127"/>
                          <a:cs typeface="+mn-cs"/>
                        </a:rPr>
                        <a:t>기타사항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ltUpDiag">
                      <a:fgClr>
                        <a:schemeClr val="bg1">
                          <a:lumMod val="8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9568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kern="0" spc="0" dirty="0" smtClean="0">
                          <a:solidFill>
                            <a:srgbClr val="000000"/>
                          </a:solidFill>
                          <a:effectLst/>
                          <a:latin typeface="Rix고딕 M" pitchFamily="18" charset="-127"/>
                          <a:ea typeface="Rix고딕 M" pitchFamily="18" charset="-127"/>
                          <a:cs typeface="+mn-cs"/>
                        </a:rPr>
                        <a:t>공통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44000" marR="0" indent="-77788" algn="l" defTabSz="99568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050" b="0" kern="0" spc="-50" baseline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Rix고딕 M" pitchFamily="18" charset="-127"/>
                          <a:ea typeface="Rix고딕 M" pitchFamily="18" charset="-127"/>
                          <a:cs typeface="+mn-cs"/>
                        </a:rPr>
                        <a:t>Port </a:t>
                      </a:r>
                      <a:r>
                        <a:rPr lang="en-US" sz="1050" b="0" kern="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Rix고딕 M" pitchFamily="18" charset="-127"/>
                          <a:ea typeface="Rix고딕 M" pitchFamily="18" charset="-127"/>
                          <a:cs typeface="+mn-cs"/>
                        </a:rPr>
                        <a:t>Mirroring </a:t>
                      </a:r>
                      <a:r>
                        <a:rPr lang="ko-KR" altLang="en-US" sz="1050" b="0" kern="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Rix고딕 M" pitchFamily="18" charset="-127"/>
                          <a:ea typeface="Rix고딕 M" pitchFamily="18" charset="-127"/>
                          <a:cs typeface="+mn-cs"/>
                        </a:rPr>
                        <a:t>및 </a:t>
                      </a:r>
                      <a:r>
                        <a:rPr lang="en-US" sz="1050" b="0" kern="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Rix고딕 M" pitchFamily="18" charset="-127"/>
                          <a:ea typeface="Rix고딕 M" pitchFamily="18" charset="-127"/>
                          <a:cs typeface="+mn-cs"/>
                        </a:rPr>
                        <a:t>QoS </a:t>
                      </a:r>
                      <a:r>
                        <a:rPr lang="ko-KR" altLang="en-US" sz="1050" b="0" kern="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Rix고딕 M" pitchFamily="18" charset="-127"/>
                          <a:ea typeface="Rix고딕 M" pitchFamily="18" charset="-127"/>
                          <a:cs typeface="+mn-cs"/>
                        </a:rPr>
                        <a:t>기능 지원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86981541"/>
      </p:ext>
    </p:extLst>
  </p:cSld>
  <p:clrMapOvr>
    <a:masterClrMapping/>
  </p:clrMapOvr>
  <p:transition spd="slow">
    <p:split orient="vert"/>
  </p:transition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9" name="표 13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4465546"/>
              </p:ext>
            </p:extLst>
          </p:nvPr>
        </p:nvGraphicFramePr>
        <p:xfrm>
          <a:off x="363851" y="6032711"/>
          <a:ext cx="5192399" cy="975324"/>
        </p:xfrm>
        <a:graphic>
          <a:graphicData uri="http://schemas.openxmlformats.org/drawingml/2006/table">
            <a:tbl>
              <a:tblPr/>
              <a:tblGrid>
                <a:gridCol w="20192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01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039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7264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45413"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0" i="0" u="none" strike="noStrike" cap="none" spc="-60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Rix모던고딕 B" panose="02020603020101020101" pitchFamily="18" charset="-127"/>
                          <a:ea typeface="Rix모던고딕 B" panose="02020603020101020101" pitchFamily="18" charset="-127"/>
                        </a:rPr>
                        <a:t>품명</a:t>
                      </a:r>
                    </a:p>
                  </a:txBody>
                  <a:tcPr marL="36000" marR="36000" marT="36000" marB="3600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0" i="0" u="none" strike="noStrike" cap="none" spc="-60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Rix모던고딕 B" panose="02020603020101020101" pitchFamily="18" charset="-127"/>
                          <a:ea typeface="Rix모던고딕 B" panose="02020603020101020101" pitchFamily="18" charset="-127"/>
                        </a:rPr>
                        <a:t>수량</a:t>
                      </a: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100" b="0" i="0" u="none" strike="noStrike" cap="none" spc="-60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Rix모던고딕 B" panose="02020603020101020101" pitchFamily="18" charset="-127"/>
                          <a:ea typeface="Rix모던고딕 B" panose="02020603020101020101" pitchFamily="18" charset="-127"/>
                        </a:rPr>
                        <a:t>품명</a:t>
                      </a:r>
                      <a:endParaRPr kumimoji="1" lang="en-US" altLang="ko-KR" sz="1100" b="0" i="0" u="none" strike="noStrike" cap="none" spc="-60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Rix모던고딕 B" panose="02020603020101020101" pitchFamily="18" charset="-127"/>
                        <a:ea typeface="Rix모던고딕 B" panose="02020603020101020101" pitchFamily="18" charset="-127"/>
                      </a:endParaRP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100" b="0" i="0" u="none" strike="noStrike" cap="none" spc="-60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Rix모던고딕 B" panose="02020603020101020101" pitchFamily="18" charset="-127"/>
                          <a:ea typeface="Rix모던고딕 B" panose="02020603020101020101" pitchFamily="18" charset="-127"/>
                        </a:rPr>
                        <a:t>수량</a:t>
                      </a:r>
                      <a:endParaRPr kumimoji="1" lang="en-US" altLang="ko-KR" sz="1100" b="0" i="0" u="none" strike="noStrike" cap="none" spc="-60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Rix모던고딕 B" panose="02020603020101020101" pitchFamily="18" charset="-127"/>
                        <a:ea typeface="Rix모던고딕 B" panose="02020603020101020101" pitchFamily="18" charset="-127"/>
                      </a:endParaRP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8137"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lang="en-US" altLang="ko-KR" sz="1000" b="0" spc="-60" baseline="0" dirty="0" smtClean="0">
                          <a:solidFill>
                            <a:schemeClr val="tx1"/>
                          </a:solidFill>
                          <a:latin typeface="Rix모던고딕 L" panose="02020603020101020101" pitchFamily="18" charset="-127"/>
                          <a:ea typeface="Rix모던고딕 L" panose="02020603020101020101" pitchFamily="18" charset="-127"/>
                        </a:rPr>
                        <a:t>LED DLP CUBE</a:t>
                      </a:r>
                      <a:endParaRPr lang="en-US" altLang="ko-KR" sz="1000" b="0" spc="-60" baseline="0" dirty="0">
                        <a:solidFill>
                          <a:schemeClr val="tx1"/>
                        </a:solidFill>
                        <a:latin typeface="Rix모던고딕 L" panose="02020603020101020101" pitchFamily="18" charset="-127"/>
                        <a:ea typeface="Rix모던고딕 L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EB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sz="1000" b="0" i="0" u="none" strike="noStrike" kern="1200" cap="none" spc="-60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Rix모던고딕 L" panose="02020603020101020101" pitchFamily="18" charset="-127"/>
                          <a:ea typeface="Rix모던고딕 L" panose="02020603020101020101" pitchFamily="18" charset="-127"/>
                          <a:cs typeface="+mn-cs"/>
                        </a:rPr>
                        <a:t>12 </a:t>
                      </a:r>
                      <a:r>
                        <a:rPr kumimoji="1" lang="ko-KR" altLang="en-US" sz="1000" b="0" i="0" u="none" strike="noStrike" kern="1200" cap="none" spc="-60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Rix모던고딕 L" panose="02020603020101020101" pitchFamily="18" charset="-127"/>
                          <a:ea typeface="Rix모던고딕 L" panose="02020603020101020101" pitchFamily="18" charset="-127"/>
                          <a:cs typeface="+mn-cs"/>
                        </a:rPr>
                        <a:t>대</a:t>
                      </a:r>
                      <a:endParaRPr kumimoji="1" lang="en-US" sz="1000" b="0" i="0" u="none" strike="noStrike" kern="1200" cap="none" spc="-60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Rix모던고딕 L" panose="02020603020101020101" pitchFamily="18" charset="-127"/>
                        <a:ea typeface="Rix모던고딕 L" panose="02020603020101020101" pitchFamily="18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kern="1200" cap="none" spc="-60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Rix모던고딕 L" panose="02020603020101020101" pitchFamily="18" charset="-127"/>
                          <a:ea typeface="Rix모던고딕 L" panose="02020603020101020101" pitchFamily="18" charset="-127"/>
                          <a:cs typeface="+mn-cs"/>
                        </a:rPr>
                        <a:t>통합제어시스템</a:t>
                      </a:r>
                      <a:endParaRPr kumimoji="1" lang="en-US" sz="1000" b="0" i="0" u="none" strike="noStrike" kern="1200" cap="none" spc="-6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Rix모던고딕 L" panose="02020603020101020101" pitchFamily="18" charset="-127"/>
                        <a:ea typeface="Rix모던고딕 L" panose="02020603020101020101" pitchFamily="18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EB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sz="1000" b="0" i="0" u="none" strike="noStrike" kern="1200" cap="none" spc="-60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Rix모던고딕 L" panose="02020603020101020101" pitchFamily="18" charset="-127"/>
                          <a:ea typeface="Rix모던고딕 L" panose="02020603020101020101" pitchFamily="18" charset="-127"/>
                          <a:cs typeface="+mn-cs"/>
                        </a:rPr>
                        <a:t>1 </a:t>
                      </a:r>
                      <a:r>
                        <a:rPr kumimoji="1" lang="ko-KR" altLang="en-US" sz="1000" b="0" i="0" u="none" strike="noStrike" kern="1200" cap="none" spc="-60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Rix모던고딕 L" panose="02020603020101020101" pitchFamily="18" charset="-127"/>
                          <a:ea typeface="Rix모던고딕 L" panose="02020603020101020101" pitchFamily="18" charset="-127"/>
                          <a:cs typeface="+mn-cs"/>
                        </a:rPr>
                        <a:t>대</a:t>
                      </a:r>
                      <a:endParaRPr kumimoji="1" lang="en-US" sz="1000" b="0" i="0" u="none" strike="noStrike" kern="1200" cap="none" spc="-6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Rix모던고딕 L" panose="02020603020101020101" pitchFamily="18" charset="-127"/>
                        <a:ea typeface="Rix모던고딕 L" panose="02020603020101020101" pitchFamily="18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8137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spc="-60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Rix모던고딕 L" panose="02020603020101020101" pitchFamily="18" charset="-127"/>
                          <a:ea typeface="Rix모던고딕 L" panose="02020603020101020101" pitchFamily="18" charset="-127"/>
                        </a:rPr>
                        <a:t>Cube Base(</a:t>
                      </a:r>
                      <a:r>
                        <a:rPr kumimoji="1" lang="ko-KR" altLang="en-US" sz="1000" b="0" i="0" u="none" strike="noStrike" cap="none" spc="-60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Rix모던고딕 L" panose="02020603020101020101" pitchFamily="18" charset="-127"/>
                          <a:ea typeface="Rix모던고딕 L" panose="02020603020101020101" pitchFamily="18" charset="-127"/>
                        </a:rPr>
                        <a:t>유동방지 지지대</a:t>
                      </a:r>
                      <a:r>
                        <a:rPr kumimoji="1" lang="en-US" altLang="ko-KR" sz="1000" b="0" i="0" u="none" strike="noStrike" cap="none" spc="-60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Rix모던고딕 L" panose="02020603020101020101" pitchFamily="18" charset="-127"/>
                          <a:ea typeface="Rix모던고딕 L" panose="02020603020101020101" pitchFamily="18" charset="-127"/>
                        </a:rPr>
                        <a:t>)</a:t>
                      </a:r>
                    </a:p>
                  </a:txBody>
                  <a:tcPr marL="36000" marR="36000" marT="36000" marB="3600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EBFE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-92075" algn="ctr" defTabSz="914400" rtl="0" eaLnBrk="1" fontAlgn="ctr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spc="-60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Rix모던고딕 L" panose="02020603020101020101" pitchFamily="18" charset="-127"/>
                          <a:ea typeface="Rix모던고딕 L" panose="02020603020101020101" pitchFamily="18" charset="-127"/>
                          <a:cs typeface="+mn-cs"/>
                        </a:rPr>
                        <a:t>1 </a:t>
                      </a:r>
                      <a:r>
                        <a:rPr kumimoji="1" lang="ko-KR" altLang="en-US" sz="1000" b="0" i="0" u="none" strike="noStrike" kern="1200" cap="none" spc="-60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Rix모던고딕 L" panose="02020603020101020101" pitchFamily="18" charset="-127"/>
                          <a:ea typeface="Rix모던고딕 L" panose="02020603020101020101" pitchFamily="18" charset="-127"/>
                          <a:cs typeface="+mn-cs"/>
                        </a:rPr>
                        <a:t>식</a:t>
                      </a:r>
                      <a:endParaRPr kumimoji="1" lang="en-US" altLang="ko-KR" sz="1000" b="0" i="0" u="none" strike="noStrike" kern="1200" cap="none" spc="-60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Rix모던고딕 L" panose="02020603020101020101" pitchFamily="18" charset="-127"/>
                        <a:ea typeface="Rix모던고딕 L" panose="02020603020101020101" pitchFamily="18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kern="1200" cap="none" spc="-60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Rix모던고딕 L" panose="02020603020101020101" pitchFamily="18" charset="-127"/>
                          <a:ea typeface="Rix모던고딕 L" panose="02020603020101020101" pitchFamily="18" charset="-127"/>
                          <a:cs typeface="+mn-cs"/>
                        </a:rPr>
                        <a:t>영상제어시스템</a:t>
                      </a:r>
                      <a:endParaRPr kumimoji="1" lang="en-US" sz="1000" b="0" i="0" u="none" strike="noStrike" kern="1200" cap="none" spc="-6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Rix모던고딕 L" panose="02020603020101020101" pitchFamily="18" charset="-127"/>
                        <a:ea typeface="Rix모던고딕 L" panose="02020603020101020101" pitchFamily="18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EB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sz="1000" b="0" i="0" u="none" strike="noStrike" kern="1200" cap="none" spc="-60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Rix모던고딕 L" panose="02020603020101020101" pitchFamily="18" charset="-127"/>
                          <a:ea typeface="Rix모던고딕 L" panose="02020603020101020101" pitchFamily="18" charset="-127"/>
                          <a:cs typeface="+mn-cs"/>
                        </a:rPr>
                        <a:t>1</a:t>
                      </a:r>
                      <a:r>
                        <a:rPr kumimoji="1" lang="ko-KR" altLang="en-US" sz="1000" b="0" i="0" u="none" strike="noStrike" kern="1200" cap="none" spc="-60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Rix모던고딕 L" panose="02020603020101020101" pitchFamily="18" charset="-127"/>
                          <a:ea typeface="Rix모던고딕 L" panose="02020603020101020101" pitchFamily="18" charset="-127"/>
                          <a:cs typeface="+mn-cs"/>
                        </a:rPr>
                        <a:t> 식</a:t>
                      </a:r>
                      <a:endParaRPr kumimoji="1" lang="en-US" sz="1000" b="0" i="0" u="none" strike="noStrike" kern="1200" cap="none" spc="-6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Rix모던고딕 L" panose="02020603020101020101" pitchFamily="18" charset="-127"/>
                        <a:ea typeface="Rix모던고딕 L" panose="02020603020101020101" pitchFamily="18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8137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sz="1000" b="0" i="0" u="none" strike="noStrike" kern="1200" cap="none" spc="-60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Rix모던고딕 L" panose="02020603020101020101" pitchFamily="18" charset="-127"/>
                          <a:ea typeface="Rix모던고딕 L" panose="02020603020101020101" pitchFamily="18" charset="-127"/>
                          <a:cs typeface="+mn-cs"/>
                        </a:rPr>
                        <a:t>PC/PC-</a:t>
                      </a:r>
                      <a:r>
                        <a:rPr kumimoji="1" lang="ko-KR" altLang="en-US" sz="1000" b="0" i="0" u="none" strike="noStrike" kern="1200" cap="none" spc="-60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Rix모던고딕 L" panose="02020603020101020101" pitchFamily="18" charset="-127"/>
                          <a:ea typeface="Rix모던고딕 L" panose="02020603020101020101" pitchFamily="18" charset="-127"/>
                          <a:cs typeface="+mn-cs"/>
                        </a:rPr>
                        <a:t>인터페이스</a:t>
                      </a:r>
                      <a:r>
                        <a:rPr kumimoji="1" lang="en-US" altLang="ko-KR" sz="1000" b="0" i="0" u="none" strike="noStrike" kern="1200" cap="none" spc="-60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Rix모던고딕 L" panose="02020603020101020101" pitchFamily="18" charset="-127"/>
                          <a:ea typeface="Rix모던고딕 L" panose="02020603020101020101" pitchFamily="18" charset="-127"/>
                          <a:cs typeface="+mn-cs"/>
                        </a:rPr>
                        <a:t>(</a:t>
                      </a:r>
                      <a:r>
                        <a:rPr kumimoji="1" lang="ko-KR" altLang="en-US" sz="1000" b="0" i="0" u="none" strike="noStrike" kern="1200" cap="none" spc="-60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Rix모던고딕 L" panose="02020603020101020101" pitchFamily="18" charset="-127"/>
                          <a:ea typeface="Rix모던고딕 L" panose="02020603020101020101" pitchFamily="18" charset="-127"/>
                          <a:cs typeface="+mn-cs"/>
                        </a:rPr>
                        <a:t>영상신호분배</a:t>
                      </a:r>
                      <a:r>
                        <a:rPr kumimoji="1" lang="en-US" altLang="ko-KR" sz="1000" b="0" i="0" u="none" strike="noStrike" kern="1200" cap="none" spc="-60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Rix모던고딕 L" panose="02020603020101020101" pitchFamily="18" charset="-127"/>
                          <a:ea typeface="Rix모던고딕 L" panose="02020603020101020101" pitchFamily="18" charset="-127"/>
                          <a:cs typeface="+mn-cs"/>
                        </a:rPr>
                        <a:t>)</a:t>
                      </a:r>
                      <a:endParaRPr kumimoji="1" lang="en-US" sz="1000" b="0" i="0" u="none" strike="noStrike" kern="1200" cap="none" spc="-6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Rix모던고딕 L" panose="02020603020101020101" pitchFamily="18" charset="-127"/>
                        <a:ea typeface="Rix모던고딕 L" panose="02020603020101020101" pitchFamily="18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EB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it-IT" sz="1000" b="0" i="0" u="none" strike="noStrike" kern="1200" cap="none" spc="-60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Rix모던고딕 L" panose="02020603020101020101" pitchFamily="18" charset="-127"/>
                          <a:ea typeface="Rix모던고딕 L" panose="02020603020101020101" pitchFamily="18" charset="-127"/>
                          <a:cs typeface="+mn-cs"/>
                        </a:rPr>
                        <a:t>13 </a:t>
                      </a:r>
                      <a:r>
                        <a:rPr kumimoji="1" lang="ko-KR" altLang="en-US" sz="1000" b="0" i="0" u="none" strike="noStrike" kern="1200" cap="none" spc="-60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Rix모던고딕 L" panose="02020603020101020101" pitchFamily="18" charset="-127"/>
                          <a:ea typeface="Rix모던고딕 L" panose="02020603020101020101" pitchFamily="18" charset="-127"/>
                          <a:cs typeface="+mn-cs"/>
                        </a:rPr>
                        <a:t>식</a:t>
                      </a:r>
                      <a:endParaRPr kumimoji="1" lang="it-IT" sz="1000" b="0" i="0" u="none" strike="noStrike" kern="1200" cap="none" spc="-6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Rix모던고딕 L" panose="02020603020101020101" pitchFamily="18" charset="-127"/>
                        <a:ea typeface="Rix모던고딕 L" panose="02020603020101020101" pitchFamily="18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kern="1200" cap="none" spc="-60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Rix모던고딕 L" panose="02020603020101020101" pitchFamily="18" charset="-127"/>
                          <a:ea typeface="Rix모던고딕 L" panose="02020603020101020101" pitchFamily="18" charset="-127"/>
                          <a:cs typeface="+mn-cs"/>
                        </a:rPr>
                        <a:t>냉난방기</a:t>
                      </a:r>
                      <a:endParaRPr kumimoji="1" lang="en-US" sz="1000" b="0" i="0" u="none" strike="noStrike" kern="1200" cap="none" spc="-6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Rix모던고딕 L" panose="02020603020101020101" pitchFamily="18" charset="-127"/>
                        <a:ea typeface="Rix모던고딕 L" panose="02020603020101020101" pitchFamily="18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EB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it-IT" sz="1000" b="0" i="0" u="none" strike="noStrike" kern="1200" cap="none" spc="-60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Rix모던고딕 L" panose="02020603020101020101" pitchFamily="18" charset="-127"/>
                          <a:ea typeface="Rix모던고딕 L" panose="02020603020101020101" pitchFamily="18" charset="-127"/>
                          <a:cs typeface="+mn-cs"/>
                        </a:rPr>
                        <a:t>1 </a:t>
                      </a:r>
                      <a:r>
                        <a:rPr kumimoji="1" lang="ko-KR" altLang="en-US" sz="1000" b="0" i="0" u="none" strike="noStrike" kern="1200" cap="none" spc="-60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Rix모던고딕 L" panose="02020603020101020101" pitchFamily="18" charset="-127"/>
                          <a:ea typeface="Rix모던고딕 L" panose="02020603020101020101" pitchFamily="18" charset="-127"/>
                          <a:cs typeface="+mn-cs"/>
                        </a:rPr>
                        <a:t>대</a:t>
                      </a:r>
                      <a:endParaRPr kumimoji="1" lang="it-IT" sz="1000" b="0" i="0" u="none" strike="noStrike" kern="1200" cap="none" spc="-6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Rix모던고딕 L" panose="02020603020101020101" pitchFamily="18" charset="-127"/>
                        <a:ea typeface="Rix모던고딕 L" panose="02020603020101020101" pitchFamily="18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40" name="제목 1"/>
          <p:cNvSpPr txBox="1">
            <a:spLocks/>
          </p:cNvSpPr>
          <p:nvPr/>
        </p:nvSpPr>
        <p:spPr>
          <a:xfrm>
            <a:off x="1152636" y="292199"/>
            <a:ext cx="3264463" cy="421098"/>
          </a:xfrm>
          <a:prstGeom prst="rect">
            <a:avLst/>
          </a:prstGeom>
        </p:spPr>
        <p:txBody>
          <a:bodyPr lIns="96487" tIns="48244" rIns="96487" bIns="48244"/>
          <a:lstStyle>
            <a:lvl1pPr algn="l" defTabSz="995690" rtl="0" eaLnBrk="1" latinLnBrk="1" hangingPunct="1">
              <a:spcBef>
                <a:spcPct val="0"/>
              </a:spcBef>
              <a:buNone/>
              <a:defRPr sz="3500" kern="1200">
                <a:solidFill>
                  <a:schemeClr val="tx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+mj-cs"/>
              </a:defRPr>
            </a:lvl1pPr>
          </a:lstStyle>
          <a:p>
            <a:r>
              <a:rPr lang="en-US" altLang="ko-KR" sz="1900" spc="-96" dirty="0">
                <a:solidFill>
                  <a:schemeClr val="tx2">
                    <a:lumMod val="50000"/>
                  </a:schemeClr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4. </a:t>
            </a:r>
            <a:r>
              <a:rPr lang="ko-KR" altLang="en-US" sz="1900" spc="-96" dirty="0">
                <a:solidFill>
                  <a:schemeClr val="tx2">
                    <a:lumMod val="50000"/>
                  </a:schemeClr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영상 시스템 구축 방안</a:t>
            </a:r>
          </a:p>
        </p:txBody>
      </p:sp>
      <p:grpSp>
        <p:nvGrpSpPr>
          <p:cNvPr id="141" name="그룹 140"/>
          <p:cNvGrpSpPr/>
          <p:nvPr/>
        </p:nvGrpSpPr>
        <p:grpSpPr>
          <a:xfrm>
            <a:off x="0" y="868564"/>
            <a:ext cx="10693400" cy="498994"/>
            <a:chOff x="0" y="778175"/>
            <a:chExt cx="11518770" cy="498994"/>
          </a:xfrm>
        </p:grpSpPr>
        <p:sp>
          <p:nvSpPr>
            <p:cNvPr id="142" name="직사각형 141"/>
            <p:cNvSpPr/>
            <p:nvPr/>
          </p:nvSpPr>
          <p:spPr>
            <a:xfrm>
              <a:off x="0" y="778175"/>
              <a:ext cx="11518770" cy="49899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2700" cap="rnd" cmpd="sng">
              <a:noFill/>
              <a:prstDash val="solid"/>
              <a:headEnd type="none" w="lg" len="med"/>
              <a:tailEnd type="none" w="lg" len="med"/>
            </a:ln>
            <a:effectLst/>
          </p:spPr>
          <p:style>
            <a:lnRef idx="1">
              <a:schemeClr val="accent5"/>
            </a:lnRef>
            <a:fillRef idx="3">
              <a:schemeClr val="accent5"/>
            </a:fillRef>
            <a:effectRef idx="2">
              <a:schemeClr val="accent5"/>
            </a:effectRef>
            <a:fontRef idx="minor">
              <a:schemeClr val="lt1"/>
            </a:fontRef>
          </p:style>
          <p:txBody>
            <a:bodyPr wrap="none" lIns="99569" tIns="172873" rIns="99569" bIns="49785"/>
            <a:lstStyle/>
            <a:p>
              <a:pPr algn="ctr" latinLnBrk="0"/>
              <a:endParaRPr lang="ko-KR" altLang="en-US" sz="1700" b="1" dirty="0">
                <a:gradFill>
                  <a:gsLst>
                    <a:gs pos="0">
                      <a:prstClr val="white"/>
                    </a:gs>
                    <a:gs pos="100000">
                      <a:prstClr val="white"/>
                    </a:gs>
                  </a:gsLst>
                  <a:lin ang="5400000" scaled="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고도 B" panose="02000503000000020004" pitchFamily="2" charset="-127"/>
                <a:ea typeface="고도 B" panose="02000503000000020004" pitchFamily="2" charset="-127"/>
              </a:endParaRPr>
            </a:p>
          </p:txBody>
        </p:sp>
        <p:sp>
          <p:nvSpPr>
            <p:cNvPr id="143" name="TextBox 142"/>
            <p:cNvSpPr txBox="1"/>
            <p:nvPr/>
          </p:nvSpPr>
          <p:spPr>
            <a:xfrm>
              <a:off x="433815" y="840817"/>
              <a:ext cx="1390019" cy="369332"/>
            </a:xfrm>
            <a:prstGeom prst="rect">
              <a:avLst/>
            </a:prstGeom>
            <a:noFill/>
            <a:ln w="6350">
              <a:noFill/>
            </a:ln>
            <a:effectLst/>
            <a:scene3d>
              <a:camera prst="orthographicFront"/>
              <a:lightRig rig="threePt" dir="t"/>
            </a:scene3d>
            <a:sp3d>
              <a:bevelT w="0" h="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 anchorCtr="0">
              <a:spAutoFit/>
              <a:sp3d>
                <a:bevelT w="0" h="0"/>
                <a:contourClr>
                  <a:schemeClr val="bg1"/>
                </a:contourClr>
              </a:sp3d>
            </a:bodyPr>
            <a:lstStyle>
              <a:defPPr>
                <a:defRPr lang="ko-KR"/>
              </a:defPPr>
              <a:lvl1pPr lvl="0" indent="0" defTabSz="801639" latinLnBrk="0">
                <a:lnSpc>
                  <a:spcPct val="100000"/>
                </a:lnSpc>
                <a:spcBef>
                  <a:spcPts val="88"/>
                </a:spcBef>
                <a:spcAft>
                  <a:spcPts val="88"/>
                </a:spcAft>
                <a:defRPr sz="2400" spc="0">
                  <a:ln>
                    <a:solidFill>
                      <a:prstClr val="white">
                        <a:alpha val="10000"/>
                      </a:prstClr>
                    </a:solidFill>
                  </a:ln>
                  <a:solidFill>
                    <a:prstClr val="white"/>
                  </a:solidFill>
                  <a:effectLst/>
                  <a:latin typeface="나눔고딕 ExtraBold" panose="020D0904000000000000" pitchFamily="50" charset="-127"/>
                  <a:ea typeface="나눔고딕 ExtraBold" panose="020D0904000000000000" pitchFamily="50" charset="-127"/>
                </a:defRPr>
              </a:lvl1pPr>
            </a:lstStyle>
            <a:p>
              <a:r>
                <a:rPr lang="ko-KR" altLang="en-US" spc="-150" dirty="0" smtClean="0">
                  <a:solidFill>
                    <a:schemeClr val="tx1"/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</a:rPr>
                <a:t>영상시스템</a:t>
              </a:r>
              <a:endParaRPr lang="ko-KR" altLang="en-US" spc="-150" dirty="0">
                <a:solidFill>
                  <a:schemeClr val="tx1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endParaRPr>
            </a:p>
          </p:txBody>
        </p:sp>
        <p:sp>
          <p:nvSpPr>
            <p:cNvPr id="144" name="직사각형 143"/>
            <p:cNvSpPr/>
            <p:nvPr/>
          </p:nvSpPr>
          <p:spPr>
            <a:xfrm>
              <a:off x="2063660" y="817281"/>
              <a:ext cx="9414068" cy="380168"/>
            </a:xfrm>
            <a:prstGeom prst="rect">
              <a:avLst/>
            </a:prstGeom>
          </p:spPr>
          <p:txBody>
            <a:bodyPr/>
            <a:lstStyle/>
            <a:p>
              <a:pPr marL="0" lvl="1">
                <a:spcBef>
                  <a:spcPct val="0"/>
                </a:spcBef>
              </a:pPr>
              <a:r>
                <a:rPr lang="ko-KR" altLang="en-US" spc="-1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</a:rPr>
                <a:t>검증된 영상 장비 구축으로 내</a:t>
              </a:r>
              <a:r>
                <a:rPr lang="ko-KR" altLang="en-US" spc="-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  <a:sym typeface="Wingdings" panose="05000000000000000000" pitchFamily="2" charset="2"/>
                </a:rPr>
                <a:t>ㆍ</a:t>
              </a:r>
              <a:r>
                <a:rPr lang="ko-KR" altLang="en-US" spc="-1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</a:rPr>
                <a:t>외부 </a:t>
              </a:r>
              <a:r>
                <a:rPr lang="ko-KR" altLang="en-US" spc="-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</a:rPr>
                <a:t>침입탐지 및 </a:t>
              </a:r>
              <a:r>
                <a:rPr lang="ko-KR" altLang="en-US" spc="-1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</a:rPr>
                <a:t>상황인식 능력을 강화하겠습니다</a:t>
              </a:r>
              <a:r>
                <a:rPr lang="en-US" altLang="ko-KR" spc="-1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</a:rPr>
                <a:t>.</a:t>
              </a:r>
              <a:endParaRPr lang="ko-KR" altLang="en-US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endParaRPr>
            </a:p>
          </p:txBody>
        </p:sp>
        <p:cxnSp>
          <p:nvCxnSpPr>
            <p:cNvPr id="145" name="직선 연결선 144"/>
            <p:cNvCxnSpPr/>
            <p:nvPr/>
          </p:nvCxnSpPr>
          <p:spPr>
            <a:xfrm>
              <a:off x="2027521" y="851717"/>
              <a:ext cx="0" cy="315104"/>
            </a:xfrm>
            <a:prstGeom prst="line">
              <a:avLst/>
            </a:prstGeom>
            <a:ln w="38100">
              <a:solidFill>
                <a:srgbClr val="1B91C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6" name="그룹 74"/>
          <p:cNvGrpSpPr>
            <a:grpSpLocks noChangeAspect="1"/>
          </p:cNvGrpSpPr>
          <p:nvPr/>
        </p:nvGrpSpPr>
        <p:grpSpPr>
          <a:xfrm>
            <a:off x="1194078" y="2145297"/>
            <a:ext cx="3828459" cy="900879"/>
            <a:chOff x="1429460" y="3329352"/>
            <a:chExt cx="3919635" cy="1036083"/>
          </a:xfrm>
        </p:grpSpPr>
        <p:pic>
          <p:nvPicPr>
            <p:cNvPr id="147" name="그림 146"/>
            <p:cNvPicPr/>
            <p:nvPr/>
          </p:nvPicPr>
          <p:blipFill rotWithShape="1">
            <a:blip r:embed="rId3" cstate="print"/>
            <a:srcRect l="2730" t="2530" r="2450" b="10510"/>
            <a:stretch>
              <a:fillRect/>
            </a:stretch>
          </p:blipFill>
          <p:spPr>
            <a:xfrm>
              <a:off x="1429460" y="3329352"/>
              <a:ext cx="663975" cy="520519"/>
            </a:xfrm>
            <a:prstGeom prst="rect">
              <a:avLst/>
            </a:prstGeom>
          </p:spPr>
        </p:pic>
        <p:pic>
          <p:nvPicPr>
            <p:cNvPr id="148" name="그림 147"/>
            <p:cNvPicPr/>
            <p:nvPr/>
          </p:nvPicPr>
          <p:blipFill rotWithShape="1">
            <a:blip r:embed="rId3" cstate="print"/>
            <a:srcRect l="2730" t="2530" r="2450" b="10510"/>
            <a:stretch>
              <a:fillRect/>
            </a:stretch>
          </p:blipFill>
          <p:spPr>
            <a:xfrm>
              <a:off x="2080592" y="3329352"/>
              <a:ext cx="663975" cy="520519"/>
            </a:xfrm>
            <a:prstGeom prst="rect">
              <a:avLst/>
            </a:prstGeom>
          </p:spPr>
        </p:pic>
        <p:pic>
          <p:nvPicPr>
            <p:cNvPr id="149" name="그림 148"/>
            <p:cNvPicPr/>
            <p:nvPr/>
          </p:nvPicPr>
          <p:blipFill rotWithShape="1">
            <a:blip r:embed="rId3" cstate="print"/>
            <a:srcRect l="2730" t="2530" r="2450" b="10510"/>
            <a:stretch>
              <a:fillRect/>
            </a:stretch>
          </p:blipFill>
          <p:spPr>
            <a:xfrm>
              <a:off x="1429460" y="3844916"/>
              <a:ext cx="663975" cy="520519"/>
            </a:xfrm>
            <a:prstGeom prst="rect">
              <a:avLst/>
            </a:prstGeom>
          </p:spPr>
        </p:pic>
        <p:pic>
          <p:nvPicPr>
            <p:cNvPr id="150" name="그림 149"/>
            <p:cNvPicPr/>
            <p:nvPr/>
          </p:nvPicPr>
          <p:blipFill rotWithShape="1">
            <a:blip r:embed="rId3" cstate="print"/>
            <a:srcRect l="2730" t="2530" r="2450" b="10510"/>
            <a:stretch>
              <a:fillRect/>
            </a:stretch>
          </p:blipFill>
          <p:spPr>
            <a:xfrm>
              <a:off x="2080592" y="3844916"/>
              <a:ext cx="663975" cy="520519"/>
            </a:xfrm>
            <a:prstGeom prst="rect">
              <a:avLst/>
            </a:prstGeom>
          </p:spPr>
        </p:pic>
        <p:pic>
          <p:nvPicPr>
            <p:cNvPr id="151" name="그림 150"/>
            <p:cNvPicPr/>
            <p:nvPr/>
          </p:nvPicPr>
          <p:blipFill rotWithShape="1">
            <a:blip r:embed="rId3" cstate="print"/>
            <a:srcRect l="2730" t="2530" r="2450" b="10510"/>
            <a:stretch>
              <a:fillRect/>
            </a:stretch>
          </p:blipFill>
          <p:spPr>
            <a:xfrm>
              <a:off x="2731724" y="3329352"/>
              <a:ext cx="663975" cy="520519"/>
            </a:xfrm>
            <a:prstGeom prst="rect">
              <a:avLst/>
            </a:prstGeom>
          </p:spPr>
        </p:pic>
        <p:pic>
          <p:nvPicPr>
            <p:cNvPr id="152" name="그림 151"/>
            <p:cNvPicPr/>
            <p:nvPr/>
          </p:nvPicPr>
          <p:blipFill rotWithShape="1">
            <a:blip r:embed="rId3" cstate="print"/>
            <a:srcRect l="2730" t="2530" r="2450" b="10510"/>
            <a:stretch>
              <a:fillRect/>
            </a:stretch>
          </p:blipFill>
          <p:spPr>
            <a:xfrm>
              <a:off x="3382856" y="3329352"/>
              <a:ext cx="663975" cy="520519"/>
            </a:xfrm>
            <a:prstGeom prst="rect">
              <a:avLst/>
            </a:prstGeom>
          </p:spPr>
        </p:pic>
        <p:pic>
          <p:nvPicPr>
            <p:cNvPr id="153" name="그림 152"/>
            <p:cNvPicPr/>
            <p:nvPr/>
          </p:nvPicPr>
          <p:blipFill rotWithShape="1">
            <a:blip r:embed="rId3" cstate="print"/>
            <a:srcRect l="2730" t="2530" r="2450" b="10510"/>
            <a:stretch>
              <a:fillRect/>
            </a:stretch>
          </p:blipFill>
          <p:spPr>
            <a:xfrm>
              <a:off x="2731724" y="3844916"/>
              <a:ext cx="663975" cy="520519"/>
            </a:xfrm>
            <a:prstGeom prst="rect">
              <a:avLst/>
            </a:prstGeom>
          </p:spPr>
        </p:pic>
        <p:pic>
          <p:nvPicPr>
            <p:cNvPr id="154" name="그림 153"/>
            <p:cNvPicPr/>
            <p:nvPr/>
          </p:nvPicPr>
          <p:blipFill rotWithShape="1">
            <a:blip r:embed="rId3" cstate="print"/>
            <a:srcRect l="2730" t="2530" r="2450" b="10510"/>
            <a:stretch>
              <a:fillRect/>
            </a:stretch>
          </p:blipFill>
          <p:spPr>
            <a:xfrm>
              <a:off x="3382856" y="3844916"/>
              <a:ext cx="663975" cy="520519"/>
            </a:xfrm>
            <a:prstGeom prst="rect">
              <a:avLst/>
            </a:prstGeom>
          </p:spPr>
        </p:pic>
        <p:pic>
          <p:nvPicPr>
            <p:cNvPr id="155" name="그림 154"/>
            <p:cNvPicPr/>
            <p:nvPr/>
          </p:nvPicPr>
          <p:blipFill rotWithShape="1">
            <a:blip r:embed="rId3" cstate="print"/>
            <a:srcRect l="2730" t="2530" r="2450" b="10510"/>
            <a:stretch>
              <a:fillRect/>
            </a:stretch>
          </p:blipFill>
          <p:spPr>
            <a:xfrm>
              <a:off x="4033988" y="3329352"/>
              <a:ext cx="663975" cy="520519"/>
            </a:xfrm>
            <a:prstGeom prst="rect">
              <a:avLst/>
            </a:prstGeom>
          </p:spPr>
        </p:pic>
        <p:pic>
          <p:nvPicPr>
            <p:cNvPr id="156" name="그림 155"/>
            <p:cNvPicPr/>
            <p:nvPr/>
          </p:nvPicPr>
          <p:blipFill rotWithShape="1">
            <a:blip r:embed="rId3" cstate="print"/>
            <a:srcRect l="2730" t="2530" r="2450" b="10510"/>
            <a:stretch>
              <a:fillRect/>
            </a:stretch>
          </p:blipFill>
          <p:spPr>
            <a:xfrm>
              <a:off x="4685120" y="3329352"/>
              <a:ext cx="663975" cy="520519"/>
            </a:xfrm>
            <a:prstGeom prst="rect">
              <a:avLst/>
            </a:prstGeom>
          </p:spPr>
        </p:pic>
        <p:pic>
          <p:nvPicPr>
            <p:cNvPr id="157" name="그림 156"/>
            <p:cNvPicPr/>
            <p:nvPr/>
          </p:nvPicPr>
          <p:blipFill rotWithShape="1">
            <a:blip r:embed="rId3" cstate="print"/>
            <a:srcRect l="2730" t="2530" r="2450" b="10510"/>
            <a:stretch>
              <a:fillRect/>
            </a:stretch>
          </p:blipFill>
          <p:spPr>
            <a:xfrm>
              <a:off x="4033988" y="3844916"/>
              <a:ext cx="663975" cy="520519"/>
            </a:xfrm>
            <a:prstGeom prst="rect">
              <a:avLst/>
            </a:prstGeom>
          </p:spPr>
        </p:pic>
        <p:pic>
          <p:nvPicPr>
            <p:cNvPr id="158" name="그림 157"/>
            <p:cNvPicPr/>
            <p:nvPr/>
          </p:nvPicPr>
          <p:blipFill rotWithShape="1">
            <a:blip r:embed="rId3" cstate="print"/>
            <a:srcRect l="2730" t="2530" r="2450" b="10510"/>
            <a:stretch>
              <a:fillRect/>
            </a:stretch>
          </p:blipFill>
          <p:spPr>
            <a:xfrm>
              <a:off x="4685120" y="3844916"/>
              <a:ext cx="663975" cy="520519"/>
            </a:xfrm>
            <a:prstGeom prst="rect">
              <a:avLst/>
            </a:prstGeom>
          </p:spPr>
        </p:pic>
      </p:grpSp>
      <p:grpSp>
        <p:nvGrpSpPr>
          <p:cNvPr id="159" name="그룹 71"/>
          <p:cNvGrpSpPr/>
          <p:nvPr/>
        </p:nvGrpSpPr>
        <p:grpSpPr>
          <a:xfrm>
            <a:off x="4180089" y="3680064"/>
            <a:ext cx="646829" cy="484095"/>
            <a:chOff x="3528541" y="6728483"/>
            <a:chExt cx="667916" cy="598375"/>
          </a:xfrm>
        </p:grpSpPr>
        <p:pic>
          <p:nvPicPr>
            <p:cNvPr id="160" name="Picture 6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3700463" y="6728483"/>
              <a:ext cx="317147" cy="34634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61" name="Picture 189"/>
            <p:cNvPicPr>
              <a:picLocks noChangeAspect="1" noChangeArrowheads="1"/>
            </p:cNvPicPr>
            <p:nvPr/>
          </p:nvPicPr>
          <p:blipFill>
            <a:blip r:embed="rId5" cstate="print">
              <a:lum/>
            </a:blip>
            <a:srcRect/>
            <a:stretch>
              <a:fillRect/>
            </a:stretch>
          </p:blipFill>
          <p:spPr bwMode="auto">
            <a:xfrm>
              <a:off x="3528541" y="7033479"/>
              <a:ext cx="667916" cy="293379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</p:pic>
      </p:grpSp>
      <p:grpSp>
        <p:nvGrpSpPr>
          <p:cNvPr id="162" name="그룹 161"/>
          <p:cNvGrpSpPr/>
          <p:nvPr/>
        </p:nvGrpSpPr>
        <p:grpSpPr>
          <a:xfrm>
            <a:off x="1524692" y="3030232"/>
            <a:ext cx="3179929" cy="23401"/>
            <a:chOff x="1562963" y="3014966"/>
            <a:chExt cx="3179929" cy="14677"/>
          </a:xfrm>
        </p:grpSpPr>
        <p:cxnSp>
          <p:nvCxnSpPr>
            <p:cNvPr id="163" name="꺾인 연결선 162"/>
            <p:cNvCxnSpPr/>
            <p:nvPr/>
          </p:nvCxnSpPr>
          <p:spPr bwMode="auto">
            <a:xfrm rot="16200000" flipH="1">
              <a:off x="3146578" y="1433328"/>
              <a:ext cx="12700" cy="3179929"/>
            </a:xfrm>
            <a:prstGeom prst="bentConnector3">
              <a:avLst>
                <a:gd name="adj1" fmla="val 1800000"/>
              </a:avLst>
            </a:prstGeom>
            <a:solidFill>
              <a:srgbClr val="D0DDEC"/>
            </a:solidFill>
            <a:ln w="12700">
              <a:solidFill>
                <a:srgbClr val="1B91C1"/>
              </a:solidFill>
              <a:headEnd type="triangle" w="med" len="med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64" name="꺾인 연결선 163"/>
            <p:cNvCxnSpPr>
              <a:stCxn id="150" idx="2"/>
              <a:endCxn id="157" idx="2"/>
            </p:cNvCxnSpPr>
            <p:nvPr/>
          </p:nvCxnSpPr>
          <p:spPr bwMode="auto">
            <a:xfrm rot="16200000" flipH="1">
              <a:off x="3148945" y="2064970"/>
              <a:ext cx="7965" cy="1907957"/>
            </a:xfrm>
            <a:prstGeom prst="bentConnector3">
              <a:avLst>
                <a:gd name="adj1" fmla="val 1800000"/>
              </a:avLst>
            </a:prstGeom>
            <a:solidFill>
              <a:srgbClr val="D0DDEC"/>
            </a:solidFill>
            <a:ln w="12700">
              <a:solidFill>
                <a:srgbClr val="1B91C1"/>
              </a:solidFill>
              <a:headEnd type="triangle" w="med" len="med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65" name="꺾인 연결선 164"/>
            <p:cNvCxnSpPr>
              <a:stCxn id="153" idx="2"/>
              <a:endCxn id="154" idx="2"/>
            </p:cNvCxnSpPr>
            <p:nvPr/>
          </p:nvCxnSpPr>
          <p:spPr bwMode="auto">
            <a:xfrm rot="16200000" flipH="1">
              <a:off x="3148945" y="2700956"/>
              <a:ext cx="7965" cy="635985"/>
            </a:xfrm>
            <a:prstGeom prst="bentConnector3">
              <a:avLst>
                <a:gd name="adj1" fmla="val 1800000"/>
              </a:avLst>
            </a:prstGeom>
            <a:solidFill>
              <a:srgbClr val="D0DDEC"/>
            </a:solidFill>
            <a:ln w="12700">
              <a:solidFill>
                <a:srgbClr val="1B91C1"/>
              </a:solidFill>
              <a:headEnd type="triangle" w="med" len="med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166" name="타원 165"/>
          <p:cNvSpPr/>
          <p:nvPr/>
        </p:nvSpPr>
        <p:spPr>
          <a:xfrm>
            <a:off x="1496526" y="3384417"/>
            <a:ext cx="55989" cy="55552"/>
          </a:xfrm>
          <a:prstGeom prst="ellipse">
            <a:avLst/>
          </a:prstGeom>
          <a:solidFill>
            <a:srgbClr val="FFFFFF"/>
          </a:solidFill>
          <a:ln w="19050" cap="flat" cmpd="sng" algn="ctr">
            <a:solidFill>
              <a:srgbClr val="1B91C1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dirty="0" smtClean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167" name="타원 166"/>
          <p:cNvSpPr/>
          <p:nvPr/>
        </p:nvSpPr>
        <p:spPr>
          <a:xfrm>
            <a:off x="2131050" y="3384417"/>
            <a:ext cx="55989" cy="55552"/>
          </a:xfrm>
          <a:prstGeom prst="ellipse">
            <a:avLst/>
          </a:prstGeom>
          <a:solidFill>
            <a:srgbClr val="FFFFFF"/>
          </a:solidFill>
          <a:ln w="19050" cap="flat" cmpd="sng" algn="ctr">
            <a:solidFill>
              <a:srgbClr val="1B91C1"/>
            </a:solidFill>
            <a:prstDash val="solid"/>
          </a:ln>
          <a:effectLst/>
        </p:spPr>
        <p:txBody>
          <a:bodyPr rtlCol="0" anchor="ctr"/>
          <a:lstStyle/>
          <a:p>
            <a:pPr algn="ctr" defTabSz="914400" latinLnBrk="0"/>
            <a:endParaRPr lang="ko-KR" altLang="en-US" sz="1800" kern="0" dirty="0">
              <a:solidFill>
                <a:sysClr val="window" lastClr="FFFFFF"/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168" name="타원 167"/>
          <p:cNvSpPr/>
          <p:nvPr/>
        </p:nvSpPr>
        <p:spPr>
          <a:xfrm>
            <a:off x="2766809" y="3384417"/>
            <a:ext cx="55989" cy="55552"/>
          </a:xfrm>
          <a:prstGeom prst="ellipse">
            <a:avLst/>
          </a:prstGeom>
          <a:solidFill>
            <a:srgbClr val="FFFFFF"/>
          </a:solidFill>
          <a:ln w="19050" cap="flat" cmpd="sng" algn="ctr">
            <a:solidFill>
              <a:srgbClr val="1B91C1"/>
            </a:solidFill>
            <a:prstDash val="solid"/>
          </a:ln>
          <a:effectLst/>
        </p:spPr>
        <p:txBody>
          <a:bodyPr rtlCol="0" anchor="ctr"/>
          <a:lstStyle/>
          <a:p>
            <a:pPr algn="ctr" defTabSz="914400" latinLnBrk="0"/>
            <a:endParaRPr lang="ko-KR" altLang="en-US" sz="1800" kern="0" dirty="0">
              <a:solidFill>
                <a:sysClr val="window" lastClr="FFFFFF"/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169" name="타원 168"/>
          <p:cNvSpPr/>
          <p:nvPr/>
        </p:nvSpPr>
        <p:spPr>
          <a:xfrm>
            <a:off x="3405834" y="3384417"/>
            <a:ext cx="55989" cy="55552"/>
          </a:xfrm>
          <a:prstGeom prst="ellipse">
            <a:avLst/>
          </a:prstGeom>
          <a:solidFill>
            <a:srgbClr val="FFFFFF"/>
          </a:solidFill>
          <a:ln w="19050" cap="flat" cmpd="sng" algn="ctr">
            <a:solidFill>
              <a:srgbClr val="1B91C1"/>
            </a:solidFill>
            <a:prstDash val="solid"/>
          </a:ln>
          <a:effectLst/>
        </p:spPr>
        <p:txBody>
          <a:bodyPr rtlCol="0" anchor="ctr"/>
          <a:lstStyle/>
          <a:p>
            <a:pPr algn="ctr" defTabSz="914400" latinLnBrk="0"/>
            <a:endParaRPr lang="ko-KR" altLang="en-US" sz="1800" kern="0" dirty="0">
              <a:solidFill>
                <a:sysClr val="window" lastClr="FFFFFF"/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170" name="타원 169"/>
          <p:cNvSpPr/>
          <p:nvPr/>
        </p:nvSpPr>
        <p:spPr>
          <a:xfrm>
            <a:off x="4042029" y="3384417"/>
            <a:ext cx="55989" cy="55552"/>
          </a:xfrm>
          <a:prstGeom prst="ellipse">
            <a:avLst/>
          </a:prstGeom>
          <a:solidFill>
            <a:srgbClr val="FFFFFF"/>
          </a:solidFill>
          <a:ln w="19050" cap="flat" cmpd="sng" algn="ctr">
            <a:solidFill>
              <a:srgbClr val="1B91C1"/>
            </a:solidFill>
            <a:prstDash val="solid"/>
          </a:ln>
          <a:effectLst/>
        </p:spPr>
        <p:txBody>
          <a:bodyPr rtlCol="0" anchor="ctr"/>
          <a:lstStyle/>
          <a:p>
            <a:pPr algn="ctr" defTabSz="914400" latinLnBrk="0"/>
            <a:endParaRPr lang="ko-KR" altLang="en-US" sz="1800" kern="0" dirty="0">
              <a:solidFill>
                <a:sysClr val="window" lastClr="FFFFFF"/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171" name="타원 170"/>
          <p:cNvSpPr/>
          <p:nvPr/>
        </p:nvSpPr>
        <p:spPr>
          <a:xfrm>
            <a:off x="4676116" y="3384417"/>
            <a:ext cx="55989" cy="55552"/>
          </a:xfrm>
          <a:prstGeom prst="ellipse">
            <a:avLst/>
          </a:prstGeom>
          <a:solidFill>
            <a:srgbClr val="FFFFFF"/>
          </a:solidFill>
          <a:ln w="19050" cap="flat" cmpd="sng" algn="ctr">
            <a:solidFill>
              <a:srgbClr val="1B91C1"/>
            </a:solidFill>
            <a:prstDash val="solid"/>
          </a:ln>
          <a:effectLst/>
        </p:spPr>
        <p:txBody>
          <a:bodyPr rtlCol="0" anchor="ctr"/>
          <a:lstStyle/>
          <a:p>
            <a:pPr algn="ctr" defTabSz="914400" latinLnBrk="0"/>
            <a:endParaRPr lang="ko-KR" altLang="en-US" sz="1800" kern="0" dirty="0">
              <a:solidFill>
                <a:sysClr val="window" lastClr="FFFFFF"/>
              </a:solidFill>
              <a:latin typeface="나눔고딕" pitchFamily="50" charset="-127"/>
              <a:ea typeface="나눔고딕" pitchFamily="50" charset="-127"/>
            </a:endParaRPr>
          </a:p>
        </p:txBody>
      </p:sp>
      <p:cxnSp>
        <p:nvCxnSpPr>
          <p:cNvPr id="172" name="직선 연결선 171"/>
          <p:cNvCxnSpPr/>
          <p:nvPr/>
        </p:nvCxnSpPr>
        <p:spPr bwMode="auto">
          <a:xfrm>
            <a:off x="3032102" y="3414051"/>
            <a:ext cx="449" cy="699859"/>
          </a:xfrm>
          <a:prstGeom prst="line">
            <a:avLst/>
          </a:prstGeom>
          <a:solidFill>
            <a:srgbClr val="D0DDEC"/>
          </a:solidFill>
          <a:ln w="12700">
            <a:solidFill>
              <a:srgbClr val="1B91C1"/>
            </a:solidFill>
            <a:headEnd type="triangl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3" name="Shape 104"/>
          <p:cNvCxnSpPr>
            <a:stCxn id="161" idx="3"/>
            <a:endCxn id="158" idx="3"/>
          </p:cNvCxnSpPr>
          <p:nvPr/>
        </p:nvCxnSpPr>
        <p:spPr bwMode="auto">
          <a:xfrm flipV="1">
            <a:off x="4826918" y="2819879"/>
            <a:ext cx="195619" cy="1225606"/>
          </a:xfrm>
          <a:prstGeom prst="bentConnector3">
            <a:avLst>
              <a:gd name="adj1" fmla="val 158430"/>
            </a:avLst>
          </a:prstGeom>
          <a:solidFill>
            <a:srgbClr val="D0DDEC"/>
          </a:solidFill>
          <a:ln>
            <a:solidFill>
              <a:srgbClr val="FFFFFF">
                <a:lumMod val="50000"/>
              </a:srgbClr>
            </a:solidFill>
            <a:prstDash val="dash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4" name="Shape 104"/>
          <p:cNvCxnSpPr>
            <a:stCxn id="161" idx="1"/>
            <a:endCxn id="175" idx="1"/>
          </p:cNvCxnSpPr>
          <p:nvPr/>
        </p:nvCxnSpPr>
        <p:spPr bwMode="auto">
          <a:xfrm rot="10800000" flipV="1">
            <a:off x="3392337" y="4045484"/>
            <a:ext cx="787752" cy="2515"/>
          </a:xfrm>
          <a:prstGeom prst="bentConnector3">
            <a:avLst>
              <a:gd name="adj1" fmla="val 50000"/>
            </a:avLst>
          </a:prstGeom>
          <a:solidFill>
            <a:srgbClr val="D0DDEC"/>
          </a:solidFill>
          <a:ln>
            <a:solidFill>
              <a:srgbClr val="FFFFFF">
                <a:lumMod val="50000"/>
              </a:srgbClr>
            </a:solidFill>
            <a:prstDash val="dash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6" name="꺾인 연결선 175"/>
          <p:cNvCxnSpPr/>
          <p:nvPr/>
        </p:nvCxnSpPr>
        <p:spPr bwMode="auto">
          <a:xfrm rot="5400000" flipH="1" flipV="1">
            <a:off x="1266433" y="4312466"/>
            <a:ext cx="1662197" cy="1473596"/>
          </a:xfrm>
          <a:prstGeom prst="bentConnector3">
            <a:avLst>
              <a:gd name="adj1" fmla="val 60899"/>
            </a:avLst>
          </a:prstGeom>
          <a:solidFill>
            <a:srgbClr val="D0DDEC"/>
          </a:solidFill>
          <a:ln w="12700">
            <a:solidFill>
              <a:srgbClr val="1B91C1"/>
            </a:solidFill>
            <a:headEnd type="triangl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pic>
        <p:nvPicPr>
          <p:cNvPr id="177" name="그림 176"/>
          <p:cNvPicPr/>
          <p:nvPr/>
        </p:nvPicPr>
        <p:blipFill rotWithShape="1">
          <a:blip r:embed="rId6" cstate="print"/>
          <a:stretch>
            <a:fillRect/>
          </a:stretch>
        </p:blipFill>
        <p:spPr>
          <a:xfrm>
            <a:off x="1085181" y="5143135"/>
            <a:ext cx="550076" cy="323938"/>
          </a:xfrm>
          <a:prstGeom prst="rect">
            <a:avLst/>
          </a:prstGeom>
        </p:spPr>
      </p:pic>
      <p:pic>
        <p:nvPicPr>
          <p:cNvPr id="178" name="Picture 148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1194078" y="4870698"/>
            <a:ext cx="310039" cy="11191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cxnSp>
        <p:nvCxnSpPr>
          <p:cNvPr id="179" name="꺾인 연결선 178"/>
          <p:cNvCxnSpPr>
            <a:stCxn id="180" idx="0"/>
            <a:endCxn id="175" idx="2"/>
          </p:cNvCxnSpPr>
          <p:nvPr/>
        </p:nvCxnSpPr>
        <p:spPr bwMode="auto">
          <a:xfrm rot="16200000" flipV="1">
            <a:off x="3286857" y="3948530"/>
            <a:ext cx="941584" cy="1540091"/>
          </a:xfrm>
          <a:prstGeom prst="bentConnector3">
            <a:avLst>
              <a:gd name="adj1" fmla="val 31677"/>
            </a:avLst>
          </a:prstGeom>
          <a:solidFill>
            <a:srgbClr val="D0DDEC"/>
          </a:solidFill>
          <a:ln w="12700">
            <a:solidFill>
              <a:srgbClr val="1B91C1"/>
            </a:solidFill>
            <a:headEnd type="triangl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pic>
        <p:nvPicPr>
          <p:cNvPr id="180" name="그림 179"/>
          <p:cNvPicPr/>
          <p:nvPr/>
        </p:nvPicPr>
        <p:blipFill rotWithShape="1">
          <a:blip r:embed="rId6" cstate="print"/>
          <a:stretch>
            <a:fillRect/>
          </a:stretch>
        </p:blipFill>
        <p:spPr>
          <a:xfrm>
            <a:off x="4252656" y="5189368"/>
            <a:ext cx="550076" cy="323938"/>
          </a:xfrm>
          <a:prstGeom prst="rect">
            <a:avLst/>
          </a:prstGeom>
        </p:spPr>
      </p:pic>
      <p:pic>
        <p:nvPicPr>
          <p:cNvPr id="181" name="Picture 148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4361553" y="4847697"/>
            <a:ext cx="310039" cy="11191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cxnSp>
        <p:nvCxnSpPr>
          <p:cNvPr id="182" name="직선 연결선 181"/>
          <p:cNvCxnSpPr>
            <a:stCxn id="177" idx="2"/>
          </p:cNvCxnSpPr>
          <p:nvPr/>
        </p:nvCxnSpPr>
        <p:spPr bwMode="auto">
          <a:xfrm>
            <a:off x="1360219" y="5467073"/>
            <a:ext cx="514" cy="311773"/>
          </a:xfrm>
          <a:prstGeom prst="line">
            <a:avLst/>
          </a:prstGeom>
          <a:solidFill>
            <a:srgbClr val="D0DDEC"/>
          </a:solidFill>
          <a:ln w="12700">
            <a:solidFill>
              <a:srgbClr val="000000">
                <a:lumMod val="50000"/>
                <a:lumOff val="50000"/>
              </a:srgbClr>
            </a:solidFill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3" name="직선 연결선 182"/>
          <p:cNvCxnSpPr>
            <a:stCxn id="180" idx="2"/>
          </p:cNvCxnSpPr>
          <p:nvPr/>
        </p:nvCxnSpPr>
        <p:spPr bwMode="auto">
          <a:xfrm>
            <a:off x="4527694" y="5513306"/>
            <a:ext cx="514" cy="311772"/>
          </a:xfrm>
          <a:prstGeom prst="line">
            <a:avLst/>
          </a:prstGeom>
          <a:solidFill>
            <a:srgbClr val="D0DDEC"/>
          </a:solidFill>
          <a:ln w="12700">
            <a:solidFill>
              <a:srgbClr val="000000">
                <a:lumMod val="50000"/>
                <a:lumOff val="50000"/>
              </a:srgbClr>
            </a:solidFill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4" name="Shape 35"/>
          <p:cNvCxnSpPr/>
          <p:nvPr/>
        </p:nvCxnSpPr>
        <p:spPr bwMode="auto">
          <a:xfrm rot="16200000" flipH="1">
            <a:off x="3222004" y="4152691"/>
            <a:ext cx="1759821" cy="1682258"/>
          </a:xfrm>
          <a:prstGeom prst="bentConnector3">
            <a:avLst>
              <a:gd name="adj1" fmla="val 14707"/>
            </a:avLst>
          </a:prstGeom>
          <a:solidFill>
            <a:srgbClr val="D0DDEC"/>
          </a:solidFill>
          <a:ln w="12700">
            <a:solidFill>
              <a:srgbClr val="000000">
                <a:lumMod val="50000"/>
                <a:lumOff val="50000"/>
              </a:srgbClr>
            </a:solidFill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85" name="AutoShape 789"/>
          <p:cNvSpPr>
            <a:spLocks noChangeArrowheads="1"/>
          </p:cNvSpPr>
          <p:nvPr/>
        </p:nvSpPr>
        <p:spPr bwMode="gray">
          <a:xfrm>
            <a:off x="581214" y="5778846"/>
            <a:ext cx="4728804" cy="158509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DDDDDD"/>
              </a:gs>
              <a:gs pos="50000">
                <a:srgbClr val="FFFFFF"/>
              </a:gs>
              <a:gs pos="100000">
                <a:srgbClr val="DDDDDD"/>
              </a:gs>
            </a:gsLst>
            <a:lin ang="5400000" scaled="1"/>
          </a:gradFill>
          <a:ln w="3175" algn="ctr">
            <a:solidFill>
              <a:srgbClr val="7CB1D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25400" dir="5400000" algn="ctr" rotWithShape="0">
                    <a:srgbClr val="E4E8E6"/>
                  </a:outerShdw>
                </a:effectLst>
              </a14:hiddenEffects>
            </a:ext>
          </a:extLst>
        </p:spPr>
        <p:txBody>
          <a:bodyPr lIns="0" tIns="0" rIns="0" bIns="0" anchor="ctr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9pPr>
          </a:lstStyle>
          <a:p>
            <a:pPr algn="ctr" defTabSz="914400" latinLnBrk="0">
              <a:lnSpc>
                <a:spcPct val="130000"/>
              </a:lnSpc>
              <a:spcBef>
                <a:spcPct val="50000"/>
              </a:spcBef>
              <a:spcAft>
                <a:spcPct val="30000"/>
              </a:spcAft>
              <a:buClr>
                <a:srgbClr val="C0C0C0"/>
              </a:buClr>
              <a:buSzPct val="80000"/>
            </a:pPr>
            <a:r>
              <a:rPr lang="en-US" altLang="ko-KR" sz="100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LAN</a:t>
            </a:r>
            <a:endParaRPr lang="ko-KR" altLang="ko-KR" sz="1000" spc="-100" dirty="0">
              <a:solidFill>
                <a:schemeClr val="tx1">
                  <a:lumMod val="75000"/>
                  <a:lumOff val="25000"/>
                </a:schemeClr>
              </a:solidFill>
              <a:latin typeface="Rix모던고딕 B" panose="02020603020101020101" pitchFamily="18" charset="-127"/>
              <a:ea typeface="Rix모던고딕 B" panose="02020603020101020101" pitchFamily="18" charset="-127"/>
            </a:endParaRPr>
          </a:p>
        </p:txBody>
      </p:sp>
      <p:sp>
        <p:nvSpPr>
          <p:cNvPr id="186" name="TextBox 185"/>
          <p:cNvSpPr txBox="1"/>
          <p:nvPr/>
        </p:nvSpPr>
        <p:spPr>
          <a:xfrm>
            <a:off x="1653724" y="3813914"/>
            <a:ext cx="9528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1000" spc="-50" dirty="0">
                <a:solidFill>
                  <a:schemeClr val="tx1">
                    <a:lumMod val="95000"/>
                    <a:lumOff val="5000"/>
                  </a:schemeClr>
                </a:solidFill>
                <a:latin typeface="Rix모던고딕 L" panose="02020603020101020101" pitchFamily="18" charset="-127"/>
                <a:ea typeface="Rix모던고딕 L" panose="02020603020101020101" pitchFamily="18" charset="-127"/>
              </a:rPr>
              <a:t>영상제어시스템</a:t>
            </a:r>
            <a:endParaRPr kumimoji="1" lang="en-US" altLang="ko-KR" sz="1000" spc="-50" dirty="0">
              <a:solidFill>
                <a:schemeClr val="tx1">
                  <a:lumMod val="95000"/>
                  <a:lumOff val="5000"/>
                </a:schemeClr>
              </a:solidFill>
              <a:latin typeface="Rix모던고딕 L" panose="02020603020101020101" pitchFamily="18" charset="-127"/>
              <a:ea typeface="Rix모던고딕 L" panose="02020603020101020101" pitchFamily="18" charset="-127"/>
            </a:endParaRPr>
          </a:p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000" spc="-5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Rix모던고딕 L" panose="02020603020101020101" pitchFamily="18" charset="-127"/>
                <a:ea typeface="Rix모던고딕 L" panose="02020603020101020101" pitchFamily="18" charset="-127"/>
              </a:rPr>
              <a:t>(Hybrid </a:t>
            </a:r>
            <a:r>
              <a:rPr kumimoji="1" lang="en-US" altLang="ko-KR" sz="1000" spc="-50" dirty="0">
                <a:solidFill>
                  <a:schemeClr val="tx1">
                    <a:lumMod val="95000"/>
                    <a:lumOff val="5000"/>
                  </a:schemeClr>
                </a:solidFill>
                <a:latin typeface="Rix모던고딕 L" panose="02020603020101020101" pitchFamily="18" charset="-127"/>
                <a:ea typeface="Rix모던고딕 L" panose="02020603020101020101" pitchFamily="18" charset="-127"/>
              </a:rPr>
              <a:t>Wall </a:t>
            </a:r>
            <a:br>
              <a:rPr kumimoji="1" lang="en-US" altLang="ko-KR" sz="1000" spc="-50" dirty="0">
                <a:solidFill>
                  <a:schemeClr val="tx1">
                    <a:lumMod val="95000"/>
                    <a:lumOff val="5000"/>
                  </a:schemeClr>
                </a:solidFill>
                <a:latin typeface="Rix모던고딕 L" panose="02020603020101020101" pitchFamily="18" charset="-127"/>
                <a:ea typeface="Rix모던고딕 L" panose="02020603020101020101" pitchFamily="18" charset="-127"/>
              </a:rPr>
            </a:br>
            <a:r>
              <a:rPr kumimoji="1" lang="en-US" altLang="ko-KR" sz="1000" spc="-50" dirty="0">
                <a:solidFill>
                  <a:schemeClr val="tx1">
                    <a:lumMod val="95000"/>
                    <a:lumOff val="5000"/>
                  </a:schemeClr>
                </a:solidFill>
                <a:latin typeface="Rix모던고딕 L" panose="02020603020101020101" pitchFamily="18" charset="-127"/>
                <a:ea typeface="Rix모던고딕 L" panose="02020603020101020101" pitchFamily="18" charset="-127"/>
              </a:rPr>
              <a:t>Controller)</a:t>
            </a:r>
            <a:endParaRPr kumimoji="1" lang="ko-KR" altLang="en-US" sz="1000" spc="-50" dirty="0">
              <a:solidFill>
                <a:schemeClr val="tx1">
                  <a:lumMod val="95000"/>
                  <a:lumOff val="5000"/>
                </a:schemeClr>
              </a:solidFill>
              <a:latin typeface="Rix모던고딕 L" panose="02020603020101020101" pitchFamily="18" charset="-127"/>
              <a:ea typeface="Rix모던고딕 L" panose="02020603020101020101" pitchFamily="18" charset="-127"/>
            </a:endParaRPr>
          </a:p>
        </p:txBody>
      </p:sp>
      <p:sp>
        <p:nvSpPr>
          <p:cNvPr id="187" name="TextBox 186"/>
          <p:cNvSpPr txBox="1"/>
          <p:nvPr/>
        </p:nvSpPr>
        <p:spPr>
          <a:xfrm>
            <a:off x="3529868" y="3691901"/>
            <a:ext cx="71374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1000" spc="-50" dirty="0">
                <a:solidFill>
                  <a:schemeClr val="tx1">
                    <a:lumMod val="95000"/>
                    <a:lumOff val="5000"/>
                  </a:schemeClr>
                </a:solidFill>
                <a:latin typeface="Rix모던고딕 L" panose="02020603020101020101" pitchFamily="18" charset="-127"/>
                <a:ea typeface="Rix모던고딕 L" panose="02020603020101020101" pitchFamily="18" charset="-127"/>
              </a:rPr>
              <a:t>통합제어</a:t>
            </a:r>
            <a:r>
              <a:rPr kumimoji="1" lang="en-US" altLang="ko-KR" sz="1000" spc="-50" dirty="0">
                <a:solidFill>
                  <a:schemeClr val="tx1">
                    <a:lumMod val="95000"/>
                    <a:lumOff val="5000"/>
                  </a:schemeClr>
                </a:solidFill>
                <a:latin typeface="Rix모던고딕 L" panose="02020603020101020101" pitchFamily="18" charset="-127"/>
                <a:ea typeface="Rix모던고딕 L" panose="02020603020101020101" pitchFamily="18" charset="-127"/>
              </a:rPr>
              <a:t/>
            </a:r>
            <a:br>
              <a:rPr kumimoji="1" lang="en-US" altLang="ko-KR" sz="1000" spc="-50" dirty="0">
                <a:solidFill>
                  <a:schemeClr val="tx1">
                    <a:lumMod val="95000"/>
                    <a:lumOff val="5000"/>
                  </a:schemeClr>
                </a:solidFill>
                <a:latin typeface="Rix모던고딕 L" panose="02020603020101020101" pitchFamily="18" charset="-127"/>
                <a:ea typeface="Rix모던고딕 L" panose="02020603020101020101" pitchFamily="18" charset="-127"/>
              </a:rPr>
            </a:br>
            <a:r>
              <a:rPr kumimoji="1" lang="ko-KR" altLang="en-US" sz="1000" spc="-50" dirty="0">
                <a:solidFill>
                  <a:schemeClr val="tx1">
                    <a:lumMod val="95000"/>
                    <a:lumOff val="5000"/>
                  </a:schemeClr>
                </a:solidFill>
                <a:latin typeface="Rix모던고딕 L" panose="02020603020101020101" pitchFamily="18" charset="-127"/>
                <a:ea typeface="Rix모던고딕 L" panose="02020603020101020101" pitchFamily="18" charset="-127"/>
              </a:rPr>
              <a:t>시스템</a:t>
            </a:r>
          </a:p>
        </p:txBody>
      </p:sp>
      <p:sp>
        <p:nvSpPr>
          <p:cNvPr id="188" name="TextBox 187"/>
          <p:cNvSpPr txBox="1"/>
          <p:nvPr/>
        </p:nvSpPr>
        <p:spPr>
          <a:xfrm>
            <a:off x="1459566" y="5250065"/>
            <a:ext cx="7036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9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Rix모던고딕 L" panose="02020603020101020101" pitchFamily="18" charset="-127"/>
                <a:ea typeface="Rix모던고딕 L" panose="02020603020101020101" pitchFamily="18" charset="-127"/>
              </a:rPr>
              <a:t>운영</a:t>
            </a:r>
            <a:r>
              <a:rPr kumimoji="1" lang="en-US" altLang="ko-KR" sz="9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Rix모던고딕 L" panose="02020603020101020101" pitchFamily="18" charset="-127"/>
                <a:ea typeface="Rix모던고딕 L" panose="02020603020101020101" pitchFamily="18" charset="-127"/>
              </a:rPr>
              <a:t>PC</a:t>
            </a:r>
          </a:p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9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Rix모던고딕 L" panose="02020603020101020101" pitchFamily="18" charset="-127"/>
                <a:ea typeface="Rix모던고딕 L" panose="02020603020101020101" pitchFamily="18" charset="-127"/>
              </a:rPr>
              <a:t>#1</a:t>
            </a:r>
            <a:endParaRPr kumimoji="1" lang="ko-KR" altLang="en-US" sz="900" spc="-50" dirty="0">
              <a:solidFill>
                <a:schemeClr val="tx1">
                  <a:lumMod val="75000"/>
                  <a:lumOff val="25000"/>
                </a:schemeClr>
              </a:solidFill>
              <a:latin typeface="Rix모던고딕 L" panose="02020603020101020101" pitchFamily="18" charset="-127"/>
              <a:ea typeface="Rix모던고딕 L" panose="02020603020101020101" pitchFamily="18" charset="-127"/>
            </a:endParaRPr>
          </a:p>
        </p:txBody>
      </p:sp>
      <p:sp>
        <p:nvSpPr>
          <p:cNvPr id="189" name="TextBox 188"/>
          <p:cNvSpPr txBox="1"/>
          <p:nvPr/>
        </p:nvSpPr>
        <p:spPr>
          <a:xfrm>
            <a:off x="1344879" y="4884218"/>
            <a:ext cx="8357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900" spc="-50" dirty="0">
                <a:solidFill>
                  <a:schemeClr val="tx1">
                    <a:lumMod val="95000"/>
                    <a:lumOff val="5000"/>
                  </a:schemeClr>
                </a:solidFill>
                <a:latin typeface="Rix모던고딕 L" panose="02020603020101020101" pitchFamily="18" charset="-127"/>
                <a:ea typeface="Rix모던고딕 L" panose="02020603020101020101" pitchFamily="18" charset="-127"/>
              </a:rPr>
              <a:t>DVI I/F</a:t>
            </a:r>
          </a:p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900" spc="-50" dirty="0">
                <a:solidFill>
                  <a:schemeClr val="tx1">
                    <a:lumMod val="95000"/>
                    <a:lumOff val="5000"/>
                  </a:schemeClr>
                </a:solidFill>
                <a:latin typeface="Rix모던고딕 L" panose="02020603020101020101" pitchFamily="18" charset="-127"/>
                <a:ea typeface="Rix모던고딕 L" panose="02020603020101020101" pitchFamily="18" charset="-127"/>
              </a:rPr>
              <a:t>#1</a:t>
            </a:r>
            <a:endParaRPr kumimoji="1" lang="ko-KR" altLang="en-US" sz="900" spc="-50" dirty="0">
              <a:solidFill>
                <a:schemeClr val="tx1">
                  <a:lumMod val="95000"/>
                  <a:lumOff val="5000"/>
                </a:schemeClr>
              </a:solidFill>
              <a:latin typeface="Rix모던고딕 L" panose="02020603020101020101" pitchFamily="18" charset="-127"/>
              <a:ea typeface="Rix모던고딕 L" panose="02020603020101020101" pitchFamily="18" charset="-127"/>
            </a:endParaRPr>
          </a:p>
        </p:txBody>
      </p:sp>
      <p:grpSp>
        <p:nvGrpSpPr>
          <p:cNvPr id="190" name="그룹 189"/>
          <p:cNvGrpSpPr/>
          <p:nvPr/>
        </p:nvGrpSpPr>
        <p:grpSpPr>
          <a:xfrm>
            <a:off x="2283450" y="5117548"/>
            <a:ext cx="1354519" cy="455004"/>
            <a:chOff x="2522156" y="6313672"/>
            <a:chExt cx="1625813" cy="455004"/>
          </a:xfrm>
        </p:grpSpPr>
        <p:cxnSp>
          <p:nvCxnSpPr>
            <p:cNvPr id="191" name="직선 연결선 190"/>
            <p:cNvCxnSpPr/>
            <p:nvPr/>
          </p:nvCxnSpPr>
          <p:spPr bwMode="auto">
            <a:xfrm>
              <a:off x="2522156" y="6768676"/>
              <a:ext cx="1619515" cy="0"/>
            </a:xfrm>
            <a:prstGeom prst="line">
              <a:avLst/>
            </a:prstGeom>
            <a:solidFill>
              <a:srgbClr val="D0DDEC"/>
            </a:solidFill>
            <a:ln w="38100">
              <a:solidFill>
                <a:srgbClr val="00B050"/>
              </a:solidFill>
              <a:prstDash val="sysDot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92" name="직선 연결선 191"/>
            <p:cNvCxnSpPr/>
            <p:nvPr/>
          </p:nvCxnSpPr>
          <p:spPr bwMode="auto">
            <a:xfrm>
              <a:off x="2528454" y="6313672"/>
              <a:ext cx="1619515" cy="0"/>
            </a:xfrm>
            <a:prstGeom prst="line">
              <a:avLst/>
            </a:prstGeom>
            <a:solidFill>
              <a:srgbClr val="D0DDEC"/>
            </a:solidFill>
            <a:ln w="38100">
              <a:solidFill>
                <a:srgbClr val="00B050"/>
              </a:solidFill>
              <a:prstDash val="sysDot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193" name="TextBox 192"/>
          <p:cNvSpPr txBox="1"/>
          <p:nvPr/>
        </p:nvSpPr>
        <p:spPr>
          <a:xfrm>
            <a:off x="2680282" y="4608010"/>
            <a:ext cx="13106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000" spc="-50" dirty="0">
                <a:solidFill>
                  <a:schemeClr val="tx1">
                    <a:lumMod val="95000"/>
                    <a:lumOff val="5000"/>
                  </a:schemeClr>
                </a:solidFill>
                <a:latin typeface="Rix모던고딕 L" panose="02020603020101020101" pitchFamily="18" charset="-127"/>
                <a:ea typeface="Rix모던고딕 L" panose="02020603020101020101" pitchFamily="18" charset="-127"/>
              </a:rPr>
              <a:t>DVI 13Line</a:t>
            </a:r>
            <a:endParaRPr kumimoji="1" lang="ko-KR" altLang="en-US" sz="1000" spc="-50" dirty="0">
              <a:solidFill>
                <a:schemeClr val="tx1">
                  <a:lumMod val="95000"/>
                  <a:lumOff val="5000"/>
                </a:schemeClr>
              </a:solidFill>
              <a:latin typeface="Rix모던고딕 L" panose="02020603020101020101" pitchFamily="18" charset="-127"/>
              <a:ea typeface="Rix모던고딕 L" panose="02020603020101020101" pitchFamily="18" charset="-127"/>
            </a:endParaRPr>
          </a:p>
        </p:txBody>
      </p:sp>
      <p:sp>
        <p:nvSpPr>
          <p:cNvPr id="194" name="Text Box 454"/>
          <p:cNvSpPr txBox="1">
            <a:spLocks noChangeArrowheads="1"/>
          </p:cNvSpPr>
          <p:nvPr/>
        </p:nvSpPr>
        <p:spPr bwMode="auto">
          <a:xfrm>
            <a:off x="1896482" y="1886845"/>
            <a:ext cx="2400300" cy="2035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algn="ctr" defTabSz="914400" fontAlgn="base" latinLnBrk="0">
              <a:lnSpc>
                <a:spcPct val="130000"/>
              </a:lnSpc>
              <a:spcBef>
                <a:spcPct val="50000"/>
              </a:spcBef>
              <a:spcAft>
                <a:spcPct val="30000"/>
              </a:spcAft>
              <a:buClr>
                <a:srgbClr val="C0C0C0"/>
              </a:buClr>
              <a:buSzPct val="80000"/>
              <a:buFont typeface="Wingdings 2" pitchFamily="18" charset="2"/>
              <a:buNone/>
            </a:pPr>
            <a:r>
              <a:rPr lang="en-US" altLang="ko-KR" sz="1100" dirty="0" smtClean="0">
                <a:solidFill>
                  <a:schemeClr val="tx2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60” LED DLP CUBE 2</a:t>
            </a:r>
            <a:r>
              <a:rPr lang="ko-KR" altLang="en-US" sz="1100" dirty="0" smtClean="0">
                <a:solidFill>
                  <a:schemeClr val="tx2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단 </a:t>
            </a:r>
            <a:r>
              <a:rPr lang="en-US" altLang="ko-KR" sz="1100" dirty="0" smtClean="0">
                <a:solidFill>
                  <a:schemeClr val="tx2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6</a:t>
            </a:r>
            <a:r>
              <a:rPr lang="ko-KR" altLang="en-US" sz="1100" dirty="0" smtClean="0">
                <a:solidFill>
                  <a:schemeClr val="tx2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열</a:t>
            </a:r>
            <a:r>
              <a:rPr lang="en-US" altLang="ko-KR" sz="1100" dirty="0" smtClean="0">
                <a:solidFill>
                  <a:schemeClr val="tx2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@12</a:t>
            </a:r>
            <a:r>
              <a:rPr lang="ko-KR" altLang="en-US" sz="1100" dirty="0" smtClean="0">
                <a:solidFill>
                  <a:schemeClr val="tx2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면</a:t>
            </a:r>
            <a:endParaRPr lang="ko-KR" altLang="en-US" sz="1100" dirty="0">
              <a:solidFill>
                <a:schemeClr val="tx2"/>
              </a:solidFill>
              <a:latin typeface="Rix모던고딕 B" panose="02020603020101020101" pitchFamily="18" charset="-127"/>
              <a:ea typeface="Rix모던고딕 B" panose="02020603020101020101" pitchFamily="18" charset="-127"/>
            </a:endParaRPr>
          </a:p>
        </p:txBody>
      </p:sp>
      <p:sp>
        <p:nvSpPr>
          <p:cNvPr id="195" name="TextBox 194"/>
          <p:cNvSpPr txBox="1"/>
          <p:nvPr/>
        </p:nvSpPr>
        <p:spPr>
          <a:xfrm>
            <a:off x="3624146" y="4884218"/>
            <a:ext cx="8357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900" spc="-50" dirty="0">
                <a:solidFill>
                  <a:schemeClr val="tx1">
                    <a:lumMod val="95000"/>
                    <a:lumOff val="5000"/>
                  </a:schemeClr>
                </a:solidFill>
                <a:latin typeface="Rix모던고딕 L" panose="02020603020101020101" pitchFamily="18" charset="-127"/>
                <a:ea typeface="Rix모던고딕 L" panose="02020603020101020101" pitchFamily="18" charset="-127"/>
              </a:rPr>
              <a:t>DVI I/F</a:t>
            </a:r>
          </a:p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900" spc="-50" dirty="0">
                <a:solidFill>
                  <a:schemeClr val="tx1">
                    <a:lumMod val="95000"/>
                    <a:lumOff val="5000"/>
                  </a:schemeClr>
                </a:solidFill>
                <a:latin typeface="Rix모던고딕 L" panose="02020603020101020101" pitchFamily="18" charset="-127"/>
                <a:ea typeface="Rix모던고딕 L" panose="02020603020101020101" pitchFamily="18" charset="-127"/>
              </a:rPr>
              <a:t>#13</a:t>
            </a:r>
            <a:endParaRPr kumimoji="1" lang="ko-KR" altLang="en-US" sz="900" spc="-50" dirty="0">
              <a:solidFill>
                <a:schemeClr val="tx1">
                  <a:lumMod val="95000"/>
                  <a:lumOff val="5000"/>
                </a:schemeClr>
              </a:solidFill>
              <a:latin typeface="Rix모던고딕 L" panose="02020603020101020101" pitchFamily="18" charset="-127"/>
              <a:ea typeface="Rix모던고딕 L" panose="02020603020101020101" pitchFamily="18" charset="-127"/>
            </a:endParaRPr>
          </a:p>
        </p:txBody>
      </p:sp>
      <p:sp>
        <p:nvSpPr>
          <p:cNvPr id="196" name="TextBox 195"/>
          <p:cNvSpPr txBox="1"/>
          <p:nvPr/>
        </p:nvSpPr>
        <p:spPr>
          <a:xfrm>
            <a:off x="3682879" y="5269317"/>
            <a:ext cx="7036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9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Rix모던고딕 L" panose="02020603020101020101" pitchFamily="18" charset="-127"/>
                <a:ea typeface="Rix모던고딕 L" panose="02020603020101020101" pitchFamily="18" charset="-127"/>
              </a:rPr>
              <a:t>운영</a:t>
            </a:r>
            <a:r>
              <a:rPr kumimoji="1" lang="en-US" altLang="ko-KR" sz="9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Rix모던고딕 L" panose="02020603020101020101" pitchFamily="18" charset="-127"/>
                <a:ea typeface="Rix모던고딕 L" panose="02020603020101020101" pitchFamily="18" charset="-127"/>
              </a:rPr>
              <a:t>PC</a:t>
            </a:r>
          </a:p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9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Rix모던고딕 L" panose="02020603020101020101" pitchFamily="18" charset="-127"/>
                <a:ea typeface="Rix모던고딕 L" panose="02020603020101020101" pitchFamily="18" charset="-127"/>
              </a:rPr>
              <a:t>#13</a:t>
            </a:r>
            <a:endParaRPr kumimoji="1" lang="ko-KR" altLang="en-US" sz="900" spc="-50" dirty="0">
              <a:solidFill>
                <a:schemeClr val="tx1">
                  <a:lumMod val="75000"/>
                  <a:lumOff val="25000"/>
                </a:schemeClr>
              </a:solidFill>
              <a:latin typeface="Rix모던고딕 L" panose="02020603020101020101" pitchFamily="18" charset="-127"/>
              <a:ea typeface="Rix모던고딕 L" panose="02020603020101020101" pitchFamily="18" charset="-127"/>
            </a:endParaRPr>
          </a:p>
        </p:txBody>
      </p:sp>
      <p:sp>
        <p:nvSpPr>
          <p:cNvPr id="197" name="TextBox 196"/>
          <p:cNvSpPr txBox="1"/>
          <p:nvPr/>
        </p:nvSpPr>
        <p:spPr>
          <a:xfrm>
            <a:off x="2938038" y="3449770"/>
            <a:ext cx="93805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000" spc="-50" dirty="0">
                <a:solidFill>
                  <a:schemeClr val="tx1">
                    <a:lumMod val="95000"/>
                    <a:lumOff val="5000"/>
                  </a:schemeClr>
                </a:solidFill>
                <a:latin typeface="Rix모던고딕 L" panose="02020603020101020101" pitchFamily="18" charset="-127"/>
                <a:ea typeface="Rix모던고딕 L" panose="02020603020101020101" pitchFamily="18" charset="-127"/>
              </a:rPr>
              <a:t>DVI 12Line</a:t>
            </a:r>
            <a:endParaRPr kumimoji="1" lang="ko-KR" altLang="en-US" sz="1000" spc="-50" dirty="0">
              <a:solidFill>
                <a:schemeClr val="tx1">
                  <a:lumMod val="95000"/>
                  <a:lumOff val="5000"/>
                </a:schemeClr>
              </a:solidFill>
              <a:latin typeface="Rix모던고딕 L" panose="02020603020101020101" pitchFamily="18" charset="-127"/>
              <a:ea typeface="Rix모던고딕 L" panose="02020603020101020101" pitchFamily="18" charset="-127"/>
            </a:endParaRPr>
          </a:p>
        </p:txBody>
      </p:sp>
      <p:sp>
        <p:nvSpPr>
          <p:cNvPr id="198" name="TextBox 197"/>
          <p:cNvSpPr txBox="1"/>
          <p:nvPr/>
        </p:nvSpPr>
        <p:spPr>
          <a:xfrm>
            <a:off x="5022537" y="3417385"/>
            <a:ext cx="69149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000" spc="-50" dirty="0">
                <a:solidFill>
                  <a:schemeClr val="tx1">
                    <a:lumMod val="95000"/>
                    <a:lumOff val="5000"/>
                  </a:schemeClr>
                </a:solidFill>
                <a:latin typeface="Rix모던고딕 L" panose="02020603020101020101" pitchFamily="18" charset="-127"/>
                <a:ea typeface="Rix모던고딕 L" panose="02020603020101020101" pitchFamily="18" charset="-127"/>
              </a:rPr>
              <a:t>Control </a:t>
            </a:r>
            <a:r>
              <a:rPr kumimoji="1" lang="ko-KR" altLang="en-US" sz="1000" spc="-50" dirty="0">
                <a:solidFill>
                  <a:schemeClr val="tx1">
                    <a:lumMod val="95000"/>
                    <a:lumOff val="5000"/>
                  </a:schemeClr>
                </a:solidFill>
                <a:latin typeface="Rix모던고딕 L" panose="02020603020101020101" pitchFamily="18" charset="-127"/>
                <a:ea typeface="Rix모던고딕 L" panose="02020603020101020101" pitchFamily="18" charset="-127"/>
              </a:rPr>
              <a:t> </a:t>
            </a:r>
            <a:r>
              <a:rPr kumimoji="1" lang="en-US" altLang="ko-KR" sz="1000" spc="-50" dirty="0">
                <a:solidFill>
                  <a:schemeClr val="tx1">
                    <a:lumMod val="95000"/>
                    <a:lumOff val="5000"/>
                  </a:schemeClr>
                </a:solidFill>
                <a:latin typeface="Rix모던고딕 L" panose="02020603020101020101" pitchFamily="18" charset="-127"/>
                <a:ea typeface="Rix모던고딕 L" panose="02020603020101020101" pitchFamily="18" charset="-127"/>
              </a:rPr>
              <a:t>Line</a:t>
            </a:r>
            <a:endParaRPr kumimoji="1" lang="ko-KR" altLang="en-US" sz="1000" spc="-50" dirty="0">
              <a:solidFill>
                <a:schemeClr val="tx1">
                  <a:lumMod val="95000"/>
                  <a:lumOff val="5000"/>
                </a:schemeClr>
              </a:solidFill>
              <a:latin typeface="Rix모던고딕 L" panose="02020603020101020101" pitchFamily="18" charset="-127"/>
              <a:ea typeface="Rix모던고딕 L" panose="02020603020101020101" pitchFamily="18" charset="-127"/>
            </a:endParaRPr>
          </a:p>
        </p:txBody>
      </p:sp>
      <p:pic>
        <p:nvPicPr>
          <p:cNvPr id="199" name="Picture 6" descr="G:\백업자료\Desktop\업무자료\시스템에어컨\장비사진\멀티4way(삼성)_크기down.jpg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851" y="2389333"/>
            <a:ext cx="788785" cy="4844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0" name="TextBox 199"/>
          <p:cNvSpPr txBox="1"/>
          <p:nvPr/>
        </p:nvSpPr>
        <p:spPr>
          <a:xfrm>
            <a:off x="458582" y="2867699"/>
            <a:ext cx="62792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900" spc="-5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Rix모던고딕 L" panose="02020603020101020101" pitchFamily="18" charset="-127"/>
                <a:ea typeface="Rix모던고딕 L" panose="02020603020101020101" pitchFamily="18" charset="-127"/>
              </a:rPr>
              <a:t>냉난방기</a:t>
            </a:r>
          </a:p>
        </p:txBody>
      </p:sp>
      <p:sp>
        <p:nvSpPr>
          <p:cNvPr id="201" name="TextBox 200"/>
          <p:cNvSpPr txBox="1"/>
          <p:nvPr/>
        </p:nvSpPr>
        <p:spPr>
          <a:xfrm>
            <a:off x="5748773" y="4905165"/>
            <a:ext cx="3885266" cy="292388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lvl="0" defTabSz="839694" latinLnBrk="0">
              <a:defRPr/>
            </a:pPr>
            <a:r>
              <a:rPr lang="en-US" altLang="ko-KR" sz="1300" kern="0" spc="-50" dirty="0" smtClean="0">
                <a:solidFill>
                  <a:schemeClr val="tx2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▶ LED </a:t>
            </a:r>
            <a:r>
              <a:rPr kumimoji="0" lang="en-US" altLang="ko-KR" sz="1300" b="0" kern="0" spc="-50" dirty="0" smtClean="0">
                <a:solidFill>
                  <a:schemeClr val="tx2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DLP Cube </a:t>
            </a:r>
            <a:r>
              <a:rPr kumimoji="0" lang="ko-KR" altLang="en-US" sz="1300" b="0" kern="0" spc="-50" dirty="0" smtClean="0">
                <a:solidFill>
                  <a:schemeClr val="tx2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안정성</a:t>
            </a:r>
            <a:r>
              <a:rPr kumimoji="0" lang="en-US" altLang="ko-KR" sz="1300" b="0" kern="0" spc="-50" dirty="0" smtClean="0">
                <a:solidFill>
                  <a:schemeClr val="tx2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/</a:t>
            </a:r>
            <a:r>
              <a:rPr kumimoji="0" lang="ko-KR" altLang="en-US" sz="1300" b="0" kern="0" spc="-50" dirty="0" smtClean="0">
                <a:solidFill>
                  <a:schemeClr val="tx2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신뢰성이 검증된 제품</a:t>
            </a:r>
            <a:endParaRPr kumimoji="0" lang="ko-KR" altLang="en-US" sz="1300" b="0" i="0" u="none" strike="noStrike" kern="0" cap="none" spc="-50" normalizeH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Rix모던고딕 B" panose="02020603020101020101" pitchFamily="18" charset="-127"/>
              <a:ea typeface="Rix모던고딕 B" panose="02020603020101020101" pitchFamily="18" charset="-127"/>
            </a:endParaRPr>
          </a:p>
        </p:txBody>
      </p:sp>
      <p:sp>
        <p:nvSpPr>
          <p:cNvPr id="222" name="양쪽 모서리가 둥근 사각형 221"/>
          <p:cNvSpPr/>
          <p:nvPr/>
        </p:nvSpPr>
        <p:spPr bwMode="auto">
          <a:xfrm flipH="1">
            <a:off x="5862576" y="5200591"/>
            <a:ext cx="4647957" cy="1761706"/>
          </a:xfrm>
          <a:prstGeom prst="round2SameRect">
            <a:avLst>
              <a:gd name="adj1" fmla="val 0"/>
              <a:gd name="adj2" fmla="val 0"/>
            </a:avLst>
          </a:prstGeom>
          <a:solidFill>
            <a:sysClr val="window" lastClr="FFFFFF"/>
          </a:solidFill>
          <a:ln w="6350" cap="flat" cmpd="sng" algn="ctr">
            <a:solidFill>
              <a:srgbClr val="558AA5"/>
            </a:solidFill>
            <a:prstDash val="solid"/>
          </a:ln>
          <a:effectLst>
            <a:outerShdw dist="12700" dir="5400000" algn="t" rotWithShape="0">
              <a:srgbClr val="A9C5D3">
                <a:alpha val="80000"/>
              </a:srgbClr>
            </a:outerShdw>
          </a:effectLst>
        </p:spPr>
        <p:txBody>
          <a:bodyPr lIns="89979" tIns="71983" rIns="89979" bIns="0"/>
          <a:lstStyle/>
          <a:p>
            <a:pPr marL="95217" lvl="1" indent="-95217" algn="just" eaLnBrk="0" latinLnBrk="0" hangingPunct="0">
              <a:spcAft>
                <a:spcPts val="240"/>
              </a:spcAft>
              <a:buClr>
                <a:schemeClr val="bg1">
                  <a:lumMod val="75000"/>
                </a:schemeClr>
              </a:buClr>
              <a:buSzPct val="100000"/>
              <a:buFont typeface="Wingdings" pitchFamily="2" charset="2"/>
              <a:buChar char="§"/>
              <a:defRPr/>
            </a:pPr>
            <a:endParaRPr lang="en-US" altLang="ko-KR" sz="1000" kern="0" spc="-50" dirty="0" smtClean="0">
              <a:solidFill>
                <a:schemeClr val="tx1">
                  <a:lumMod val="75000"/>
                  <a:lumOff val="25000"/>
                </a:schemeClr>
              </a:solidFill>
              <a:latin typeface="Rix고딕 M" panose="02020603020101020101" pitchFamily="18" charset="-127"/>
              <a:ea typeface="Rix고딕 M" panose="02020603020101020101" pitchFamily="18" charset="-127"/>
            </a:endParaRPr>
          </a:p>
          <a:p>
            <a:pPr marL="95217" lvl="1" indent="-95217" algn="just" eaLnBrk="0" latinLnBrk="0" hangingPunct="0">
              <a:spcAft>
                <a:spcPts val="240"/>
              </a:spcAft>
              <a:buClr>
                <a:schemeClr val="bg1">
                  <a:lumMod val="75000"/>
                </a:schemeClr>
              </a:buClr>
              <a:buSzPct val="100000"/>
              <a:buFont typeface="Wingdings" pitchFamily="2" charset="2"/>
              <a:buChar char="§"/>
              <a:defRPr/>
            </a:pPr>
            <a:endParaRPr lang="en-US" altLang="ko-KR" sz="1000" kern="0" spc="-50" dirty="0">
              <a:solidFill>
                <a:schemeClr val="tx1">
                  <a:lumMod val="75000"/>
                  <a:lumOff val="25000"/>
                </a:schemeClr>
              </a:solidFill>
              <a:latin typeface="Rix고딕 M" panose="02020603020101020101" pitchFamily="18" charset="-127"/>
              <a:ea typeface="Rix고딕 M" panose="02020603020101020101" pitchFamily="18" charset="-127"/>
            </a:endParaRPr>
          </a:p>
          <a:p>
            <a:pPr marL="95217" lvl="1" indent="-95217" algn="just" eaLnBrk="0" latinLnBrk="0" hangingPunct="0">
              <a:spcAft>
                <a:spcPts val="240"/>
              </a:spcAft>
              <a:buClr>
                <a:schemeClr val="bg1">
                  <a:lumMod val="75000"/>
                </a:schemeClr>
              </a:buClr>
              <a:buSzPct val="100000"/>
              <a:buFont typeface="Wingdings" pitchFamily="2" charset="2"/>
              <a:buChar char="§"/>
              <a:defRPr/>
            </a:pPr>
            <a:endParaRPr lang="en-US" altLang="ko-KR" sz="1000" kern="0" spc="-50" dirty="0" smtClean="0">
              <a:solidFill>
                <a:schemeClr val="tx1">
                  <a:lumMod val="75000"/>
                  <a:lumOff val="25000"/>
                </a:schemeClr>
              </a:solidFill>
              <a:latin typeface="Rix고딕 M" panose="02020603020101020101" pitchFamily="18" charset="-127"/>
              <a:ea typeface="Rix고딕 M" panose="02020603020101020101" pitchFamily="18" charset="-127"/>
            </a:endParaRPr>
          </a:p>
          <a:p>
            <a:pPr marL="95217" lvl="1" indent="-95217" algn="just" eaLnBrk="0" latinLnBrk="0" hangingPunct="0">
              <a:spcAft>
                <a:spcPts val="240"/>
              </a:spcAft>
              <a:buClr>
                <a:schemeClr val="bg1">
                  <a:lumMod val="75000"/>
                </a:schemeClr>
              </a:buClr>
              <a:buSzPct val="100000"/>
              <a:buFont typeface="Wingdings" pitchFamily="2" charset="2"/>
              <a:buChar char="§"/>
              <a:defRPr/>
            </a:pPr>
            <a:endParaRPr lang="en-US" altLang="ko-KR" sz="1000" kern="0" spc="-50" dirty="0">
              <a:solidFill>
                <a:schemeClr val="tx1">
                  <a:lumMod val="75000"/>
                  <a:lumOff val="25000"/>
                </a:schemeClr>
              </a:solidFill>
              <a:latin typeface="Rix고딕 M" panose="02020603020101020101" pitchFamily="18" charset="-127"/>
              <a:ea typeface="Rix고딕 M" panose="02020603020101020101" pitchFamily="18" charset="-127"/>
            </a:endParaRPr>
          </a:p>
          <a:p>
            <a:pPr marL="95217" lvl="1" indent="-95217" algn="just" eaLnBrk="0" latinLnBrk="0" hangingPunct="0">
              <a:spcAft>
                <a:spcPts val="240"/>
              </a:spcAft>
              <a:buClr>
                <a:schemeClr val="bg1">
                  <a:lumMod val="75000"/>
                </a:schemeClr>
              </a:buClr>
              <a:buSzPct val="100000"/>
              <a:buFont typeface="Wingdings" pitchFamily="2" charset="2"/>
              <a:buChar char="§"/>
              <a:defRPr/>
            </a:pPr>
            <a:endParaRPr lang="en-US" altLang="ko-KR" sz="1000" kern="0" spc="-50" dirty="0" smtClean="0">
              <a:solidFill>
                <a:schemeClr val="tx1">
                  <a:lumMod val="75000"/>
                  <a:lumOff val="25000"/>
                </a:schemeClr>
              </a:solidFill>
              <a:latin typeface="Rix고딕 M" panose="02020603020101020101" pitchFamily="18" charset="-127"/>
              <a:ea typeface="Rix고딕 M" panose="02020603020101020101" pitchFamily="18" charset="-127"/>
            </a:endParaRPr>
          </a:p>
          <a:p>
            <a:pPr marL="95217" lvl="1" indent="-95217" algn="just" eaLnBrk="0" latinLnBrk="0" hangingPunct="0">
              <a:spcAft>
                <a:spcPts val="240"/>
              </a:spcAft>
              <a:buClr>
                <a:schemeClr val="bg1">
                  <a:lumMod val="75000"/>
                </a:schemeClr>
              </a:buClr>
              <a:buSzPct val="100000"/>
              <a:buFont typeface="Wingdings" pitchFamily="2" charset="2"/>
              <a:buChar char="§"/>
              <a:defRPr/>
            </a:pPr>
            <a:endParaRPr lang="en-US" altLang="ko-KR" sz="1000" kern="0" spc="-50" dirty="0">
              <a:solidFill>
                <a:schemeClr val="tx1">
                  <a:lumMod val="75000"/>
                  <a:lumOff val="25000"/>
                </a:schemeClr>
              </a:solidFill>
              <a:latin typeface="Rix고딕 M" panose="02020603020101020101" pitchFamily="18" charset="-127"/>
              <a:ea typeface="Rix고딕 M" panose="02020603020101020101" pitchFamily="18" charset="-127"/>
            </a:endParaRPr>
          </a:p>
          <a:p>
            <a:pPr marL="0" lvl="1" algn="just" eaLnBrk="0" latinLnBrk="0" hangingPunct="0">
              <a:spcAft>
                <a:spcPts val="240"/>
              </a:spcAft>
              <a:buClr>
                <a:schemeClr val="bg1">
                  <a:lumMod val="75000"/>
                </a:schemeClr>
              </a:buClr>
              <a:buSzPct val="100000"/>
              <a:defRPr/>
            </a:pPr>
            <a:endParaRPr lang="en-US" altLang="ko-KR" sz="1000" kern="0" spc="-50" dirty="0">
              <a:solidFill>
                <a:schemeClr val="tx1">
                  <a:lumMod val="75000"/>
                  <a:lumOff val="25000"/>
                </a:schemeClr>
              </a:solidFill>
              <a:latin typeface="Rix고딕 M" panose="02020603020101020101" pitchFamily="18" charset="-127"/>
              <a:ea typeface="Rix고딕 M" panose="02020603020101020101" pitchFamily="18" charset="-127"/>
            </a:endParaRPr>
          </a:p>
          <a:p>
            <a:pPr marL="95217" lvl="1" indent="-95217" algn="just" eaLnBrk="0" latinLnBrk="0" hangingPunct="0">
              <a:spcAft>
                <a:spcPts val="240"/>
              </a:spcAft>
              <a:buClr>
                <a:schemeClr val="bg1">
                  <a:lumMod val="75000"/>
                </a:schemeClr>
              </a:buClr>
              <a:buSzPct val="100000"/>
              <a:buFont typeface="Wingdings" pitchFamily="2" charset="2"/>
              <a:buChar char="§"/>
              <a:defRPr/>
            </a:pPr>
            <a:r>
              <a:rPr lang="en-US" altLang="ko-KR" sz="1000" kern="0" spc="-5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Rix고딕 M" panose="02020603020101020101" pitchFamily="18" charset="-127"/>
                <a:ea typeface="Rix고딕 M" panose="02020603020101020101" pitchFamily="18" charset="-127"/>
              </a:rPr>
              <a:t>CB,CC,IECQ,UL, KC </a:t>
            </a:r>
            <a:r>
              <a:rPr lang="ko-KR" altLang="en-US" sz="1000" kern="0" spc="-5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Rix고딕 M" panose="02020603020101020101" pitchFamily="18" charset="-127"/>
                <a:ea typeface="Rix고딕 M" panose="02020603020101020101" pitchFamily="18" charset="-127"/>
              </a:rPr>
              <a:t>및 </a:t>
            </a:r>
            <a:r>
              <a:rPr lang="en-US" altLang="ko-KR" sz="1000" kern="0" spc="-5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Rix고딕 M" panose="02020603020101020101" pitchFamily="18" charset="-127"/>
                <a:ea typeface="Rix고딕 M" panose="02020603020101020101" pitchFamily="18" charset="-127"/>
              </a:rPr>
              <a:t>WEEE </a:t>
            </a:r>
            <a:r>
              <a:rPr lang="ko-KR" altLang="en-US" sz="1000" kern="0" spc="-5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Rix고딕 M" panose="02020603020101020101" pitchFamily="18" charset="-127"/>
                <a:ea typeface="Rix고딕 M" panose="02020603020101020101" pitchFamily="18" charset="-127"/>
              </a:rPr>
              <a:t>친환경 인증 등 안전성 및 신뢰성 보증</a:t>
            </a:r>
            <a:endParaRPr lang="ko-KR" altLang="en-US" sz="1000" kern="0" spc="-50" dirty="0">
              <a:solidFill>
                <a:schemeClr val="tx1">
                  <a:lumMod val="75000"/>
                  <a:lumOff val="25000"/>
                </a:schemeClr>
              </a:solidFill>
              <a:latin typeface="Rix고딕 M" panose="02020603020101020101" pitchFamily="18" charset="-127"/>
              <a:ea typeface="Rix고딕 M" panose="02020603020101020101" pitchFamily="18" charset="-127"/>
            </a:endParaRPr>
          </a:p>
        </p:txBody>
      </p:sp>
      <p:sp>
        <p:nvSpPr>
          <p:cNvPr id="223" name="양쪽 모서리가 둥근 사각형 222"/>
          <p:cNvSpPr/>
          <p:nvPr/>
        </p:nvSpPr>
        <p:spPr bwMode="auto">
          <a:xfrm flipH="1">
            <a:off x="5862582" y="6731189"/>
            <a:ext cx="4647956" cy="343493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1600" spc="-150" dirty="0">
                <a:solidFill>
                  <a:schemeClr val="bg1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안정성 및 신뢰성이 검증된 장비 </a:t>
            </a:r>
          </a:p>
        </p:txBody>
      </p:sp>
      <p:pic>
        <p:nvPicPr>
          <p:cNvPr id="204" name="Picture 2" descr="C:\Users\우팀\Desktop\Untitled-1.png"/>
          <p:cNvPicPr>
            <a:picLocks noChangeAspect="1"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5934928" y="5364279"/>
            <a:ext cx="816778" cy="10832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05" name="AutoShape 35" descr="object-02"/>
          <p:cNvSpPr>
            <a:spLocks noChangeArrowheads="1"/>
          </p:cNvSpPr>
          <p:nvPr/>
        </p:nvSpPr>
        <p:spPr bwMode="gray">
          <a:xfrm>
            <a:off x="6006748" y="5454999"/>
            <a:ext cx="577797" cy="141239"/>
          </a:xfrm>
          <a:prstGeom prst="roundRect">
            <a:avLst>
              <a:gd name="adj" fmla="val 0"/>
            </a:avLst>
          </a:prstGeom>
          <a:solidFill>
            <a:schemeClr val="tx1">
              <a:lumMod val="75000"/>
              <a:lumOff val="25000"/>
            </a:schemeClr>
          </a:solidFill>
          <a:ln w="6350" cap="flat" cmpd="sng" algn="ctr">
            <a:noFill/>
            <a:prstDash val="solid"/>
          </a:ln>
          <a:effectLst/>
        </p:spPr>
        <p:txBody>
          <a:bodyPr lIns="35992" tIns="35992" rIns="35992" bIns="35992" anchor="ctr"/>
          <a:lstStyle/>
          <a:p>
            <a:pPr indent="-180912" algn="ctr" latinLnBrk="0">
              <a:spcAft>
                <a:spcPts val="240"/>
              </a:spcAft>
              <a:buClr>
                <a:schemeClr val="bg1">
                  <a:lumMod val="75000"/>
                </a:schemeClr>
              </a:buClr>
              <a:buSzPct val="110000"/>
              <a:defRPr/>
            </a:pPr>
            <a:r>
              <a:rPr lang="en-US" altLang="ko-KR" sz="800" kern="0" spc="-50" dirty="0" smtClean="0">
                <a:solidFill>
                  <a:schemeClr val="bg1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CB</a:t>
            </a:r>
            <a:r>
              <a:rPr lang="ko-KR" altLang="en-US" sz="800" kern="0" spc="-50" dirty="0" smtClean="0">
                <a:solidFill>
                  <a:schemeClr val="bg1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인증</a:t>
            </a:r>
            <a:endParaRPr lang="ko-KR" altLang="en-US" sz="800" kern="0" spc="-50" dirty="0">
              <a:solidFill>
                <a:schemeClr val="bg1"/>
              </a:solidFill>
              <a:latin typeface="Rix모던고딕 B" panose="02020603020101020101" pitchFamily="18" charset="-127"/>
              <a:ea typeface="Rix모던고딕 B" panose="02020603020101020101" pitchFamily="18" charset="-127"/>
            </a:endParaRPr>
          </a:p>
        </p:txBody>
      </p:sp>
      <p:pic>
        <p:nvPicPr>
          <p:cNvPr id="206" name="Picture 2" descr="C:\Users\우팀\Desktop\Untitled-1.png"/>
          <p:cNvPicPr>
            <a:picLocks noChangeAspect="1"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7426506" y="5364279"/>
            <a:ext cx="816778" cy="10832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07" name="AutoShape 35" descr="object-02"/>
          <p:cNvSpPr>
            <a:spLocks noChangeArrowheads="1"/>
          </p:cNvSpPr>
          <p:nvPr/>
        </p:nvSpPr>
        <p:spPr bwMode="gray">
          <a:xfrm>
            <a:off x="7498326" y="5454999"/>
            <a:ext cx="577797" cy="141239"/>
          </a:xfrm>
          <a:prstGeom prst="roundRect">
            <a:avLst>
              <a:gd name="adj" fmla="val 0"/>
            </a:avLst>
          </a:prstGeom>
          <a:solidFill>
            <a:schemeClr val="tx1">
              <a:lumMod val="75000"/>
              <a:lumOff val="25000"/>
            </a:schemeClr>
          </a:solidFill>
          <a:ln w="6350" cap="flat" cmpd="sng" algn="ctr">
            <a:noFill/>
            <a:prstDash val="solid"/>
          </a:ln>
          <a:effectLst/>
        </p:spPr>
        <p:txBody>
          <a:bodyPr lIns="35992" tIns="35992" rIns="35992" bIns="35992" anchor="ctr"/>
          <a:lstStyle/>
          <a:p>
            <a:pPr indent="-180912" algn="ctr" latinLnBrk="0">
              <a:spcAft>
                <a:spcPts val="240"/>
              </a:spcAft>
              <a:buClr>
                <a:schemeClr val="bg1">
                  <a:lumMod val="75000"/>
                </a:schemeClr>
              </a:buClr>
              <a:buSzPct val="110000"/>
            </a:pPr>
            <a:r>
              <a:rPr lang="en-US" altLang="ko-KR" sz="800" kern="0" spc="-50" dirty="0">
                <a:solidFill>
                  <a:schemeClr val="bg1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IECQ</a:t>
            </a:r>
            <a:r>
              <a:rPr lang="ko-KR" altLang="en-US" sz="800" kern="0" spc="-50" dirty="0">
                <a:solidFill>
                  <a:schemeClr val="bg1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인증</a:t>
            </a:r>
          </a:p>
        </p:txBody>
      </p:sp>
      <p:pic>
        <p:nvPicPr>
          <p:cNvPr id="208" name="Picture 2" descr="C:\Users\우팀\Desktop\Untitled-1.png"/>
          <p:cNvPicPr>
            <a:picLocks noChangeAspect="1"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6684641" y="5364279"/>
            <a:ext cx="816778" cy="10832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09" name="AutoShape 35" descr="object-02"/>
          <p:cNvSpPr>
            <a:spLocks noChangeArrowheads="1"/>
          </p:cNvSpPr>
          <p:nvPr/>
        </p:nvSpPr>
        <p:spPr bwMode="gray">
          <a:xfrm>
            <a:off x="6756461" y="5454999"/>
            <a:ext cx="577797" cy="141239"/>
          </a:xfrm>
          <a:prstGeom prst="roundRect">
            <a:avLst>
              <a:gd name="adj" fmla="val 0"/>
            </a:avLst>
          </a:prstGeom>
          <a:solidFill>
            <a:schemeClr val="tx1">
              <a:lumMod val="75000"/>
              <a:lumOff val="25000"/>
            </a:schemeClr>
          </a:solidFill>
          <a:ln w="6350" cap="flat" cmpd="sng" algn="ctr">
            <a:noFill/>
            <a:prstDash val="solid"/>
          </a:ln>
          <a:effectLst/>
        </p:spPr>
        <p:txBody>
          <a:bodyPr lIns="35992" tIns="35992" rIns="35992" bIns="35992" anchor="ctr"/>
          <a:lstStyle/>
          <a:p>
            <a:pPr indent="-180912" algn="ctr" latinLnBrk="0">
              <a:spcAft>
                <a:spcPts val="240"/>
              </a:spcAft>
              <a:buClr>
                <a:schemeClr val="bg1">
                  <a:lumMod val="75000"/>
                </a:schemeClr>
              </a:buClr>
              <a:buSzPct val="110000"/>
            </a:pPr>
            <a:r>
              <a:rPr lang="en-US" altLang="ko-KR" sz="800" kern="0" spc="-50" dirty="0">
                <a:solidFill>
                  <a:schemeClr val="bg1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CE</a:t>
            </a:r>
            <a:r>
              <a:rPr lang="ko-KR" altLang="en-US" sz="800" kern="0" spc="-50" dirty="0">
                <a:solidFill>
                  <a:schemeClr val="bg1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인증</a:t>
            </a:r>
          </a:p>
        </p:txBody>
      </p:sp>
      <p:pic>
        <p:nvPicPr>
          <p:cNvPr id="210" name="Picture 2" descr="C:\Users\우팀\Desktop\Untitled-1.png"/>
          <p:cNvPicPr>
            <a:picLocks noChangeAspect="1"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8170456" y="5364279"/>
            <a:ext cx="816778" cy="10832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11" name="AutoShape 35" descr="object-02"/>
          <p:cNvSpPr>
            <a:spLocks noChangeArrowheads="1"/>
          </p:cNvSpPr>
          <p:nvPr/>
        </p:nvSpPr>
        <p:spPr bwMode="gray">
          <a:xfrm>
            <a:off x="8242276" y="5454999"/>
            <a:ext cx="577797" cy="141239"/>
          </a:xfrm>
          <a:prstGeom prst="roundRect">
            <a:avLst>
              <a:gd name="adj" fmla="val 0"/>
            </a:avLst>
          </a:prstGeom>
          <a:solidFill>
            <a:schemeClr val="tx1">
              <a:lumMod val="75000"/>
              <a:lumOff val="25000"/>
            </a:schemeClr>
          </a:solidFill>
          <a:ln w="6350" cap="flat" cmpd="sng" algn="ctr">
            <a:noFill/>
            <a:prstDash val="solid"/>
          </a:ln>
          <a:effectLst/>
        </p:spPr>
        <p:txBody>
          <a:bodyPr lIns="35992" tIns="35992" rIns="35992" bIns="35992" anchor="ctr"/>
          <a:lstStyle/>
          <a:p>
            <a:pPr indent="-180912" algn="ctr" latinLnBrk="0">
              <a:spcAft>
                <a:spcPts val="240"/>
              </a:spcAft>
              <a:buClr>
                <a:schemeClr val="bg1">
                  <a:lumMod val="75000"/>
                </a:schemeClr>
              </a:buClr>
              <a:buSzPct val="110000"/>
            </a:pPr>
            <a:r>
              <a:rPr lang="en-US" altLang="ko-KR" sz="800" kern="0" spc="-50" dirty="0">
                <a:solidFill>
                  <a:schemeClr val="bg1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UL</a:t>
            </a:r>
            <a:r>
              <a:rPr lang="ko-KR" altLang="en-US" sz="800" kern="0" spc="-50" dirty="0">
                <a:solidFill>
                  <a:schemeClr val="bg1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인증</a:t>
            </a:r>
          </a:p>
        </p:txBody>
      </p:sp>
      <p:pic>
        <p:nvPicPr>
          <p:cNvPr id="212" name="Picture 2" descr="C:\Users\우팀\Desktop\Untitled-1.png"/>
          <p:cNvPicPr>
            <a:picLocks noChangeAspect="1"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9638498" y="5364279"/>
            <a:ext cx="816778" cy="10832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13" name="AutoShape 35" descr="object-02"/>
          <p:cNvSpPr>
            <a:spLocks noChangeArrowheads="1"/>
          </p:cNvSpPr>
          <p:nvPr/>
        </p:nvSpPr>
        <p:spPr bwMode="gray">
          <a:xfrm>
            <a:off x="9710318" y="5454999"/>
            <a:ext cx="577797" cy="141239"/>
          </a:xfrm>
          <a:prstGeom prst="roundRect">
            <a:avLst>
              <a:gd name="adj" fmla="val 0"/>
            </a:avLst>
          </a:prstGeom>
          <a:solidFill>
            <a:schemeClr val="tx1">
              <a:lumMod val="75000"/>
              <a:lumOff val="25000"/>
            </a:schemeClr>
          </a:solidFill>
          <a:ln w="6350" cap="flat" cmpd="sng" algn="ctr">
            <a:noFill/>
            <a:prstDash val="solid"/>
          </a:ln>
          <a:effectLst/>
        </p:spPr>
        <p:txBody>
          <a:bodyPr lIns="35992" tIns="35992" rIns="35992" bIns="35992" anchor="ctr"/>
          <a:lstStyle/>
          <a:p>
            <a:pPr indent="-180912" algn="ctr" latinLnBrk="0">
              <a:spcAft>
                <a:spcPts val="240"/>
              </a:spcAft>
              <a:buClr>
                <a:schemeClr val="bg1">
                  <a:lumMod val="75000"/>
                </a:schemeClr>
              </a:buClr>
              <a:buSzPct val="110000"/>
            </a:pPr>
            <a:r>
              <a:rPr lang="en-US" altLang="ko-KR" sz="800" kern="0" spc="-50" dirty="0">
                <a:solidFill>
                  <a:schemeClr val="bg1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KC </a:t>
            </a:r>
            <a:r>
              <a:rPr lang="ko-KR" altLang="en-US" sz="800" kern="0" spc="-50" dirty="0">
                <a:solidFill>
                  <a:schemeClr val="bg1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인증서</a:t>
            </a:r>
          </a:p>
        </p:txBody>
      </p:sp>
      <p:pic>
        <p:nvPicPr>
          <p:cNvPr id="214" name="Picture 2" descr="C:\Users\우팀\Desktop\Untitled-1.png"/>
          <p:cNvPicPr>
            <a:picLocks noChangeAspect="1"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8920166" y="5364279"/>
            <a:ext cx="816778" cy="10832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15" name="AutoShape 35" descr="object-02"/>
          <p:cNvSpPr>
            <a:spLocks noChangeArrowheads="1"/>
          </p:cNvSpPr>
          <p:nvPr/>
        </p:nvSpPr>
        <p:spPr bwMode="gray">
          <a:xfrm>
            <a:off x="8991986" y="5454999"/>
            <a:ext cx="577797" cy="141239"/>
          </a:xfrm>
          <a:prstGeom prst="roundRect">
            <a:avLst>
              <a:gd name="adj" fmla="val 0"/>
            </a:avLst>
          </a:prstGeom>
          <a:solidFill>
            <a:schemeClr val="tx1">
              <a:lumMod val="75000"/>
              <a:lumOff val="25000"/>
            </a:schemeClr>
          </a:solidFill>
          <a:ln w="6350" cap="flat" cmpd="sng" algn="ctr">
            <a:noFill/>
            <a:prstDash val="solid"/>
          </a:ln>
          <a:effectLst/>
        </p:spPr>
        <p:txBody>
          <a:bodyPr lIns="35992" tIns="35992" rIns="35992" bIns="35992" anchor="ctr"/>
          <a:lstStyle/>
          <a:p>
            <a:pPr indent="-180912" algn="ctr" latinLnBrk="0">
              <a:spcAft>
                <a:spcPts val="240"/>
              </a:spcAft>
              <a:buClr>
                <a:schemeClr val="bg1">
                  <a:lumMod val="75000"/>
                </a:schemeClr>
              </a:buClr>
              <a:buSzPct val="110000"/>
            </a:pPr>
            <a:r>
              <a:rPr lang="en-US" altLang="ko-KR" sz="800" kern="0" spc="-50" dirty="0">
                <a:solidFill>
                  <a:schemeClr val="bg1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WEEE</a:t>
            </a:r>
            <a:r>
              <a:rPr lang="ko-KR" altLang="en-US" sz="800" kern="0" spc="-50" dirty="0">
                <a:solidFill>
                  <a:schemeClr val="bg1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인증</a:t>
            </a:r>
          </a:p>
        </p:txBody>
      </p:sp>
      <p:pic>
        <p:nvPicPr>
          <p:cNvPr id="216" name="Picture 4"/>
          <p:cNvPicPr>
            <a:picLocks noChangeAspect="1" noChangeArrowheads="1"/>
          </p:cNvPicPr>
          <p:nvPr/>
        </p:nvPicPr>
        <p:blipFill>
          <a:blip r:embed="rId10" cstate="print"/>
          <a:srcRect/>
          <a:stretch>
            <a:fillRect/>
          </a:stretch>
        </p:blipFill>
        <p:spPr bwMode="auto">
          <a:xfrm>
            <a:off x="9717893" y="5619278"/>
            <a:ext cx="562273" cy="725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17" name="그림 6"/>
          <p:cNvPicPr>
            <a:picLocks noChangeAspect="1"/>
          </p:cNvPicPr>
          <p:nvPr/>
        </p:nvPicPr>
        <p:blipFill rotWithShape="1">
          <a:blip r:embed="rId11" cstate="print"/>
          <a:srcRect r="49945"/>
          <a:stretch/>
        </p:blipFill>
        <p:spPr>
          <a:xfrm>
            <a:off x="6760876" y="5611885"/>
            <a:ext cx="580093" cy="772320"/>
          </a:xfrm>
          <a:prstGeom prst="rect">
            <a:avLst/>
          </a:prstGeom>
        </p:spPr>
      </p:pic>
      <p:pic>
        <p:nvPicPr>
          <p:cNvPr id="218" name="그림 217"/>
          <p:cNvPicPr preferRelativeResize="0">
            <a:picLocks/>
          </p:cNvPicPr>
          <p:nvPr/>
        </p:nvPicPr>
        <p:blipFill>
          <a:blip r:embed="rId12" cstate="print"/>
          <a:stretch>
            <a:fillRect/>
          </a:stretch>
        </p:blipFill>
        <p:spPr>
          <a:xfrm>
            <a:off x="6005357" y="5619278"/>
            <a:ext cx="583125" cy="753336"/>
          </a:xfrm>
          <a:prstGeom prst="rect">
            <a:avLst/>
          </a:prstGeom>
        </p:spPr>
      </p:pic>
      <p:pic>
        <p:nvPicPr>
          <p:cNvPr id="219" name="그림 8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7490694" y="5619278"/>
            <a:ext cx="597856" cy="753337"/>
          </a:xfrm>
          <a:prstGeom prst="rect">
            <a:avLst/>
          </a:prstGeom>
        </p:spPr>
      </p:pic>
      <p:pic>
        <p:nvPicPr>
          <p:cNvPr id="220" name="그림 219"/>
          <p:cNvPicPr>
            <a:picLocks noChangeAspect="1"/>
          </p:cNvPicPr>
          <p:nvPr/>
        </p:nvPicPr>
        <p:blipFill rotWithShape="1">
          <a:blip r:embed="rId14" cstate="print"/>
          <a:srcRect b="8656"/>
          <a:stretch/>
        </p:blipFill>
        <p:spPr>
          <a:xfrm>
            <a:off x="8999287" y="5631204"/>
            <a:ext cx="567024" cy="713187"/>
          </a:xfrm>
          <a:prstGeom prst="rect">
            <a:avLst/>
          </a:prstGeom>
        </p:spPr>
      </p:pic>
      <p:pic>
        <p:nvPicPr>
          <p:cNvPr id="221" name="그림 220"/>
          <p:cNvPicPr>
            <a:picLocks noChangeAspect="1"/>
          </p:cNvPicPr>
          <p:nvPr/>
        </p:nvPicPr>
        <p:blipFill>
          <a:blip r:embed="rId15" cstate="print"/>
          <a:stretch>
            <a:fillRect/>
          </a:stretch>
        </p:blipFill>
        <p:spPr>
          <a:xfrm>
            <a:off x="8249406" y="5627333"/>
            <a:ext cx="557009" cy="745280"/>
          </a:xfrm>
          <a:prstGeom prst="rect">
            <a:avLst/>
          </a:prstGeom>
        </p:spPr>
      </p:pic>
      <p:grpSp>
        <p:nvGrpSpPr>
          <p:cNvPr id="224" name="그룹 223"/>
          <p:cNvGrpSpPr/>
          <p:nvPr/>
        </p:nvGrpSpPr>
        <p:grpSpPr>
          <a:xfrm>
            <a:off x="5843264" y="1894427"/>
            <a:ext cx="4673677" cy="378097"/>
            <a:chOff x="5846191" y="1992927"/>
            <a:chExt cx="4673677" cy="405373"/>
          </a:xfrm>
        </p:grpSpPr>
        <p:sp>
          <p:nvSpPr>
            <p:cNvPr id="225" name="직사각형 224"/>
            <p:cNvSpPr/>
            <p:nvPr/>
          </p:nvSpPr>
          <p:spPr>
            <a:xfrm>
              <a:off x="5846192" y="1993278"/>
              <a:ext cx="4673676" cy="40467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82935" tIns="41468" rIns="82935" bIns="4146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lvl="1" algn="ctr">
                <a:spcBef>
                  <a:spcPct val="0"/>
                </a:spcBef>
              </a:pPr>
              <a:endParaRPr lang="ko-KR" altLang="en-US" sz="1600" spc="-91" dirty="0">
                <a:solidFill>
                  <a:schemeClr val="bg1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  <a:cs typeface="+mj-cs"/>
              </a:endParaRPr>
            </a:p>
          </p:txBody>
        </p:sp>
        <p:sp>
          <p:nvSpPr>
            <p:cNvPr id="226" name="직사각형 225"/>
            <p:cNvSpPr/>
            <p:nvPr/>
          </p:nvSpPr>
          <p:spPr>
            <a:xfrm>
              <a:off x="7781192" y="2087891"/>
              <a:ext cx="2624376" cy="1979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0" tIns="0" rIns="0" bIns="0" anchor="t" anchorCtr="0">
              <a:spAutoFit/>
              <a:scene3d>
                <a:camera prst="orthographicFront"/>
                <a:lightRig rig="threePt" dir="t"/>
              </a:scene3d>
              <a:sp3d>
                <a:bevelT w="0"/>
              </a:sp3d>
            </a:bodyPr>
            <a:lstStyle/>
            <a:p>
              <a:pPr marL="108000" indent="-108000">
                <a:buFont typeface="Arial" panose="020B0604020202020204" pitchFamily="34" charset="0"/>
                <a:buChar char="•"/>
              </a:pPr>
              <a:r>
                <a:rPr lang="ko-KR" altLang="en-US" sz="1200" spc="-99" dirty="0">
                  <a:solidFill>
                    <a:schemeClr val="bg1"/>
                  </a:solidFill>
                  <a:latin typeface="Rix고딕 B" pitchFamily="18" charset="-127"/>
                  <a:ea typeface="Rix고딕 B" pitchFamily="18" charset="-127"/>
                </a:rPr>
                <a:t>검증 완료된 </a:t>
              </a:r>
              <a:r>
                <a:rPr lang="ko-KR" altLang="en-US" sz="1200" spc="-99" dirty="0" smtClean="0">
                  <a:solidFill>
                    <a:schemeClr val="bg1"/>
                  </a:solidFill>
                  <a:latin typeface="Rix고딕 B" pitchFamily="18" charset="-127"/>
                  <a:ea typeface="Rix고딕 B" pitchFamily="18" charset="-127"/>
                </a:rPr>
                <a:t>엔진 제조사 일체형 장비</a:t>
              </a:r>
              <a:endParaRPr lang="ko-KR" altLang="en-US" sz="1400" spc="-99" dirty="0">
                <a:solidFill>
                  <a:srgbClr val="FFFF00"/>
                </a:solidFill>
                <a:latin typeface="Rix고딕 EB" pitchFamily="18" charset="-127"/>
                <a:ea typeface="Rix고딕 EB" pitchFamily="18" charset="-127"/>
              </a:endParaRPr>
            </a:p>
          </p:txBody>
        </p:sp>
        <p:sp>
          <p:nvSpPr>
            <p:cNvPr id="227" name="직사각형 226"/>
            <p:cNvSpPr/>
            <p:nvPr/>
          </p:nvSpPr>
          <p:spPr>
            <a:xfrm>
              <a:off x="5846191" y="1992927"/>
              <a:ext cx="1741813" cy="405373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3175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marL="497845" marR="0" lvl="1" indent="0" defTabSz="99569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srgbClr val="C02338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28" name="직사각형 227"/>
            <p:cNvSpPr/>
            <p:nvPr/>
          </p:nvSpPr>
          <p:spPr>
            <a:xfrm>
              <a:off x="6074030" y="2080120"/>
              <a:ext cx="1286135" cy="23098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0" tIns="0" rIns="0" bIns="0" anchor="ctr" anchorCtr="0">
              <a:spAutoFit/>
              <a:scene3d>
                <a:camera prst="orthographicFront"/>
                <a:lightRig rig="threePt" dir="t"/>
              </a:scene3d>
              <a:sp3d>
                <a:bevelT w="0"/>
              </a:sp3d>
            </a:bodyPr>
            <a:lstStyle/>
            <a:p>
              <a:pPr marL="0" lvl="1" indent="-297308" algn="ctr" defTabSz="951382" fontAlgn="base" latinLnBrk="0">
                <a:spcBef>
                  <a:spcPct val="0"/>
                </a:spcBef>
                <a:spcAft>
                  <a:spcPct val="0"/>
                </a:spcAft>
                <a:buClr>
                  <a:prstClr val="white"/>
                </a:buClr>
                <a:buSzPct val="80000"/>
                <a:tabLst>
                  <a:tab pos="5424707" algn="l"/>
                </a:tabLst>
                <a:defRPr/>
              </a:pPr>
              <a:r>
                <a:rPr lang="ko-KR" altLang="en-US" sz="1400" spc="-100" dirty="0" smtClean="0">
                  <a:solidFill>
                    <a:srgbClr val="C00000"/>
                  </a:solidFill>
                  <a:latin typeface="Rix모던고딕 EB" panose="02020603020101020101" pitchFamily="18" charset="-127"/>
                  <a:ea typeface="Rix모던고딕 EB" panose="02020603020101020101" pitchFamily="18" charset="-127"/>
                </a:rPr>
                <a:t>안정성</a:t>
              </a:r>
              <a:r>
                <a:rPr lang="ko-KR" altLang="en-US" sz="1400" spc="-100" dirty="0">
                  <a:solidFill>
                    <a:srgbClr val="C00000"/>
                  </a:solidFill>
                  <a:latin typeface="Rix모던고딕 EB" panose="02020603020101020101" pitchFamily="18" charset="-127"/>
                  <a:ea typeface="Rix모던고딕 EB" panose="02020603020101020101" pitchFamily="18" charset="-127"/>
                  <a:sym typeface="Wingdings" panose="05000000000000000000" pitchFamily="2" charset="2"/>
                </a:rPr>
                <a:t>ㆍ</a:t>
              </a:r>
              <a:r>
                <a:rPr lang="ko-KR" altLang="en-US" sz="1400" spc="-100" dirty="0" smtClean="0">
                  <a:solidFill>
                    <a:srgbClr val="C00000"/>
                  </a:solidFill>
                  <a:latin typeface="Rix모던고딕 EB" panose="02020603020101020101" pitchFamily="18" charset="-127"/>
                  <a:ea typeface="Rix모던고딕 EB" panose="02020603020101020101" pitchFamily="18" charset="-127"/>
                </a:rPr>
                <a:t>신뢰성</a:t>
              </a:r>
              <a:endParaRPr lang="ko-KR" altLang="en-US" sz="1400" spc="-100" dirty="0">
                <a:solidFill>
                  <a:srgbClr val="C00000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endParaRPr>
            </a:p>
          </p:txBody>
        </p:sp>
      </p:grpSp>
      <p:grpSp>
        <p:nvGrpSpPr>
          <p:cNvPr id="229" name="그룹 228"/>
          <p:cNvGrpSpPr/>
          <p:nvPr/>
        </p:nvGrpSpPr>
        <p:grpSpPr>
          <a:xfrm>
            <a:off x="5843264" y="2358305"/>
            <a:ext cx="4673677" cy="378097"/>
            <a:chOff x="5846191" y="2739615"/>
            <a:chExt cx="4673677" cy="405373"/>
          </a:xfrm>
        </p:grpSpPr>
        <p:sp>
          <p:nvSpPr>
            <p:cNvPr id="230" name="직사각형 229"/>
            <p:cNvSpPr/>
            <p:nvPr/>
          </p:nvSpPr>
          <p:spPr>
            <a:xfrm>
              <a:off x="5846192" y="2739966"/>
              <a:ext cx="4673676" cy="40467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82935" tIns="41468" rIns="82935" bIns="4146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lvl="1" algn="ctr">
                <a:spcBef>
                  <a:spcPct val="0"/>
                </a:spcBef>
              </a:pPr>
              <a:endParaRPr lang="ko-KR" altLang="en-US" sz="1600" spc="-91" dirty="0">
                <a:solidFill>
                  <a:schemeClr val="bg1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  <a:cs typeface="+mj-cs"/>
              </a:endParaRPr>
            </a:p>
          </p:txBody>
        </p:sp>
        <p:sp>
          <p:nvSpPr>
            <p:cNvPr id="231" name="직사각형 230"/>
            <p:cNvSpPr/>
            <p:nvPr/>
          </p:nvSpPr>
          <p:spPr>
            <a:xfrm>
              <a:off x="7781192" y="2834579"/>
              <a:ext cx="2624376" cy="1979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0" tIns="0" rIns="0" bIns="0" anchor="t" anchorCtr="0">
              <a:spAutoFit/>
              <a:scene3d>
                <a:camera prst="orthographicFront"/>
                <a:lightRig rig="threePt" dir="t"/>
              </a:scene3d>
              <a:sp3d>
                <a:bevelT w="0"/>
              </a:sp3d>
            </a:bodyPr>
            <a:lstStyle/>
            <a:p>
              <a:pPr marL="108000" indent="-108000">
                <a:buFont typeface="Arial" panose="020B0604020202020204" pitchFamily="34" charset="0"/>
                <a:buChar char="•"/>
              </a:pPr>
              <a:r>
                <a:rPr lang="ko-KR" altLang="en-US" sz="1200" spc="-99" dirty="0" smtClean="0">
                  <a:solidFill>
                    <a:schemeClr val="bg1"/>
                  </a:solidFill>
                  <a:latin typeface="Rix고딕 B" pitchFamily="18" charset="-127"/>
                  <a:ea typeface="Rix고딕 B" pitchFamily="18" charset="-127"/>
                </a:rPr>
                <a:t>설치 공간 </a:t>
              </a:r>
              <a:r>
                <a:rPr lang="ko-KR" altLang="en-US" sz="1200" spc="-99" dirty="0">
                  <a:solidFill>
                    <a:schemeClr val="bg1"/>
                  </a:solidFill>
                  <a:latin typeface="Rix고딕 B" pitchFamily="18" charset="-127"/>
                  <a:ea typeface="Rix고딕 B" pitchFamily="18" charset="-127"/>
                </a:rPr>
                <a:t>최소화 </a:t>
              </a:r>
              <a:r>
                <a:rPr lang="ko-KR" altLang="en-US" sz="1200" spc="-99" dirty="0" smtClean="0">
                  <a:solidFill>
                    <a:schemeClr val="bg1"/>
                  </a:solidFill>
                  <a:latin typeface="Rix고딕 B" pitchFamily="18" charset="-127"/>
                  <a:ea typeface="Rix고딕 B" pitchFamily="18" charset="-127"/>
                </a:rPr>
                <a:t> </a:t>
              </a:r>
              <a:r>
                <a:rPr lang="en-US" altLang="ko-KR" sz="1200" spc="-99" dirty="0" smtClean="0">
                  <a:solidFill>
                    <a:schemeClr val="bg1"/>
                  </a:solidFill>
                  <a:latin typeface="Rix고딕 B" pitchFamily="18" charset="-127"/>
                  <a:ea typeface="Rix고딕 B" pitchFamily="18" charset="-127"/>
                  <a:sym typeface="Wingdings" panose="05000000000000000000" pitchFamily="2" charset="2"/>
                </a:rPr>
                <a:t>⇒ </a:t>
              </a:r>
              <a:r>
                <a:rPr lang="en-US" altLang="ko-KR" sz="1200" spc="-99" dirty="0" smtClean="0">
                  <a:solidFill>
                    <a:schemeClr val="bg1"/>
                  </a:solidFill>
                  <a:latin typeface="Rix고딕 B" pitchFamily="18" charset="-127"/>
                  <a:ea typeface="Rix고딕 B" pitchFamily="18" charset="-127"/>
                </a:rPr>
                <a:t> </a:t>
              </a:r>
              <a:r>
                <a:rPr lang="ko-KR" altLang="en-US" sz="1200" spc="-99" dirty="0">
                  <a:solidFill>
                    <a:schemeClr val="bg1"/>
                  </a:solidFill>
                  <a:latin typeface="Rix고딕 B" pitchFamily="18" charset="-127"/>
                  <a:ea typeface="Rix고딕 B" pitchFamily="18" charset="-127"/>
                </a:rPr>
                <a:t>공간 절약</a:t>
              </a:r>
            </a:p>
          </p:txBody>
        </p:sp>
        <p:sp>
          <p:nvSpPr>
            <p:cNvPr id="232" name="직사각형 231"/>
            <p:cNvSpPr/>
            <p:nvPr/>
          </p:nvSpPr>
          <p:spPr>
            <a:xfrm>
              <a:off x="5846191" y="2739615"/>
              <a:ext cx="1741813" cy="405373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3175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marL="497845" lvl="1" defTabSz="995690" latinLnBrk="0"/>
              <a:endParaRPr lang="ko-KR" altLang="en-US" sz="1800" kern="0" dirty="0">
                <a:solidFill>
                  <a:srgbClr val="C02338"/>
                </a:solidFill>
                <a:latin typeface="Calibri"/>
                <a:ea typeface="맑은 고딕" panose="020B0503020000020004" pitchFamily="50" charset="-127"/>
              </a:endParaRPr>
            </a:p>
          </p:txBody>
        </p:sp>
        <p:sp>
          <p:nvSpPr>
            <p:cNvPr id="233" name="직사각형 232"/>
            <p:cNvSpPr/>
            <p:nvPr/>
          </p:nvSpPr>
          <p:spPr>
            <a:xfrm>
              <a:off x="6132490" y="2826809"/>
              <a:ext cx="1169214" cy="23098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0" tIns="0" rIns="0" bIns="0" anchor="ctr" anchorCtr="0">
              <a:spAutoFit/>
              <a:scene3d>
                <a:camera prst="orthographicFront"/>
                <a:lightRig rig="threePt" dir="t"/>
              </a:scene3d>
              <a:sp3d>
                <a:bevelT w="0"/>
              </a:sp3d>
            </a:bodyPr>
            <a:lstStyle/>
            <a:p>
              <a:pPr marL="0" lvl="1" indent="-297308" algn="ctr" defTabSz="951382" fontAlgn="base" latinLnBrk="0">
                <a:spcBef>
                  <a:spcPct val="0"/>
                </a:spcBef>
                <a:spcAft>
                  <a:spcPct val="0"/>
                </a:spcAft>
                <a:buClr>
                  <a:prstClr val="white"/>
                </a:buClr>
                <a:buSzPct val="80000"/>
                <a:tabLst>
                  <a:tab pos="5424707" algn="l"/>
                </a:tabLst>
                <a:defRPr/>
              </a:pPr>
              <a:r>
                <a:rPr lang="ko-KR" altLang="en-US" sz="1400" spc="-100" dirty="0">
                  <a:solidFill>
                    <a:srgbClr val="C00000"/>
                  </a:solidFill>
                  <a:latin typeface="Rix모던고딕 EB" panose="02020603020101020101" pitchFamily="18" charset="-127"/>
                  <a:ea typeface="Rix모던고딕 EB" panose="02020603020101020101" pitchFamily="18" charset="-127"/>
                </a:rPr>
                <a:t>공간 활용성</a:t>
              </a:r>
            </a:p>
          </p:txBody>
        </p:sp>
      </p:grpSp>
      <p:grpSp>
        <p:nvGrpSpPr>
          <p:cNvPr id="234" name="그룹 233"/>
          <p:cNvGrpSpPr/>
          <p:nvPr/>
        </p:nvGrpSpPr>
        <p:grpSpPr>
          <a:xfrm>
            <a:off x="5843264" y="2822183"/>
            <a:ext cx="4673677" cy="378097"/>
            <a:chOff x="5846191" y="3462594"/>
            <a:chExt cx="4673677" cy="405373"/>
          </a:xfrm>
        </p:grpSpPr>
        <p:sp>
          <p:nvSpPr>
            <p:cNvPr id="235" name="직사각형 234"/>
            <p:cNvSpPr/>
            <p:nvPr/>
          </p:nvSpPr>
          <p:spPr>
            <a:xfrm>
              <a:off x="5846192" y="3462945"/>
              <a:ext cx="4673676" cy="40467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82935" tIns="41468" rIns="82935" bIns="4146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lvl="1" algn="ctr">
                <a:spcBef>
                  <a:spcPct val="0"/>
                </a:spcBef>
              </a:pPr>
              <a:endParaRPr lang="ko-KR" altLang="en-US" sz="1600" spc="-91" dirty="0">
                <a:solidFill>
                  <a:schemeClr val="bg1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  <a:cs typeface="+mj-cs"/>
              </a:endParaRPr>
            </a:p>
          </p:txBody>
        </p:sp>
        <p:sp>
          <p:nvSpPr>
            <p:cNvPr id="236" name="직사각형 235"/>
            <p:cNvSpPr/>
            <p:nvPr/>
          </p:nvSpPr>
          <p:spPr>
            <a:xfrm>
              <a:off x="7781192" y="3557558"/>
              <a:ext cx="2624376" cy="1979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0" tIns="0" rIns="0" bIns="0" anchor="t" anchorCtr="0">
              <a:spAutoFit/>
              <a:scene3d>
                <a:camera prst="orthographicFront"/>
                <a:lightRig rig="threePt" dir="t"/>
              </a:scene3d>
              <a:sp3d>
                <a:bevelT w="0"/>
              </a:sp3d>
            </a:bodyPr>
            <a:lstStyle/>
            <a:p>
              <a:pPr marL="108000" indent="-108000">
                <a:buFont typeface="Arial" panose="020B0604020202020204" pitchFamily="34" charset="0"/>
                <a:buChar char="•"/>
              </a:pPr>
              <a:r>
                <a:rPr lang="ko-KR" altLang="en-US" sz="1200" spc="-99" dirty="0">
                  <a:solidFill>
                    <a:schemeClr val="bg1"/>
                  </a:solidFill>
                  <a:latin typeface="Rix고딕 B" pitchFamily="18" charset="-127"/>
                  <a:ea typeface="Rix고딕 B" pitchFamily="18" charset="-127"/>
                </a:rPr>
                <a:t>저전력</a:t>
              </a:r>
              <a:r>
                <a:rPr lang="en-US" altLang="ko-KR" sz="1200" spc="-99" dirty="0">
                  <a:solidFill>
                    <a:schemeClr val="bg1"/>
                  </a:solidFill>
                  <a:latin typeface="Rix고딕 B" pitchFamily="18" charset="-127"/>
                  <a:ea typeface="Rix고딕 B" pitchFamily="18" charset="-127"/>
                </a:rPr>
                <a:t>, </a:t>
              </a:r>
              <a:r>
                <a:rPr lang="ko-KR" altLang="en-US" sz="1200" spc="-99" dirty="0">
                  <a:solidFill>
                    <a:schemeClr val="bg1"/>
                  </a:solidFill>
                  <a:latin typeface="Rix고딕 B" pitchFamily="18" charset="-127"/>
                  <a:ea typeface="Rix고딕 B" pitchFamily="18" charset="-127"/>
                </a:rPr>
                <a:t>고효율 장비</a:t>
              </a:r>
              <a:endParaRPr lang="ko-KR" altLang="en-US" sz="1400" spc="-99" dirty="0">
                <a:solidFill>
                  <a:srgbClr val="FFFF00"/>
                </a:solidFill>
                <a:latin typeface="Rix고딕 EB" pitchFamily="18" charset="-127"/>
                <a:ea typeface="Rix고딕 EB" pitchFamily="18" charset="-127"/>
              </a:endParaRPr>
            </a:p>
          </p:txBody>
        </p:sp>
        <p:sp>
          <p:nvSpPr>
            <p:cNvPr id="237" name="직사각형 236"/>
            <p:cNvSpPr/>
            <p:nvPr/>
          </p:nvSpPr>
          <p:spPr>
            <a:xfrm>
              <a:off x="5846191" y="3462594"/>
              <a:ext cx="1741813" cy="405373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3175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marL="497845" lvl="1" defTabSz="995690" latinLnBrk="0"/>
              <a:endParaRPr lang="ko-KR" altLang="en-US" sz="1800" kern="0" dirty="0">
                <a:solidFill>
                  <a:srgbClr val="C02338"/>
                </a:solidFill>
                <a:latin typeface="Calibri"/>
                <a:ea typeface="맑은 고딕" panose="020B0503020000020004" pitchFamily="50" charset="-127"/>
              </a:endParaRPr>
            </a:p>
          </p:txBody>
        </p:sp>
        <p:sp>
          <p:nvSpPr>
            <p:cNvPr id="238" name="직사각형 237"/>
            <p:cNvSpPr/>
            <p:nvPr/>
          </p:nvSpPr>
          <p:spPr>
            <a:xfrm>
              <a:off x="5938985" y="3549787"/>
              <a:ext cx="1556224" cy="23098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0" tIns="0" rIns="0" bIns="0" anchor="ctr" anchorCtr="0">
              <a:spAutoFit/>
              <a:scene3d>
                <a:camera prst="orthographicFront"/>
                <a:lightRig rig="threePt" dir="t"/>
              </a:scene3d>
              <a:sp3d>
                <a:bevelT w="0"/>
              </a:sp3d>
            </a:bodyPr>
            <a:lstStyle/>
            <a:p>
              <a:pPr marL="0" lvl="1" indent="-297308" algn="ctr" defTabSz="951382" fontAlgn="base" latinLnBrk="0">
                <a:spcBef>
                  <a:spcPct val="0"/>
                </a:spcBef>
                <a:spcAft>
                  <a:spcPct val="0"/>
                </a:spcAft>
                <a:buClr>
                  <a:prstClr val="white"/>
                </a:buClr>
                <a:buSzPct val="80000"/>
                <a:tabLst>
                  <a:tab pos="5424707" algn="l"/>
                </a:tabLst>
                <a:defRPr/>
              </a:pPr>
              <a:r>
                <a:rPr lang="ko-KR" altLang="en-US" sz="1400" spc="-100" dirty="0">
                  <a:solidFill>
                    <a:srgbClr val="C00000"/>
                  </a:solidFill>
                  <a:latin typeface="Rix모던고딕 EB" panose="02020603020101020101" pitchFamily="18" charset="-127"/>
                  <a:ea typeface="Rix모던고딕 EB" panose="02020603020101020101" pitchFamily="18" charset="-127"/>
                </a:rPr>
                <a:t>전력 효율성 </a:t>
              </a:r>
            </a:p>
          </p:txBody>
        </p:sp>
      </p:grpSp>
      <p:grpSp>
        <p:nvGrpSpPr>
          <p:cNvPr id="239" name="그룹 238"/>
          <p:cNvGrpSpPr/>
          <p:nvPr/>
        </p:nvGrpSpPr>
        <p:grpSpPr>
          <a:xfrm>
            <a:off x="5843264" y="3286061"/>
            <a:ext cx="4673677" cy="378097"/>
            <a:chOff x="5846191" y="4183968"/>
            <a:chExt cx="4673677" cy="405373"/>
          </a:xfrm>
        </p:grpSpPr>
        <p:sp>
          <p:nvSpPr>
            <p:cNvPr id="240" name="직사각형 239"/>
            <p:cNvSpPr/>
            <p:nvPr/>
          </p:nvSpPr>
          <p:spPr>
            <a:xfrm>
              <a:off x="5846192" y="4184319"/>
              <a:ext cx="4673676" cy="40467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82935" tIns="41468" rIns="82935" bIns="4146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lvl="1" algn="ctr">
                <a:spcBef>
                  <a:spcPct val="0"/>
                </a:spcBef>
              </a:pPr>
              <a:endParaRPr lang="ko-KR" altLang="en-US" sz="1600" spc="-91" dirty="0">
                <a:solidFill>
                  <a:schemeClr val="bg1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  <a:cs typeface="+mj-cs"/>
              </a:endParaRPr>
            </a:p>
          </p:txBody>
        </p:sp>
        <p:sp>
          <p:nvSpPr>
            <p:cNvPr id="241" name="직사각형 240"/>
            <p:cNvSpPr/>
            <p:nvPr/>
          </p:nvSpPr>
          <p:spPr>
            <a:xfrm>
              <a:off x="7781192" y="4278932"/>
              <a:ext cx="2624376" cy="1979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0" tIns="0" rIns="0" bIns="0" anchor="t" anchorCtr="0">
              <a:spAutoFit/>
              <a:scene3d>
                <a:camera prst="orthographicFront"/>
                <a:lightRig rig="threePt" dir="t"/>
              </a:scene3d>
              <a:sp3d>
                <a:bevelT w="0"/>
              </a:sp3d>
            </a:bodyPr>
            <a:lstStyle/>
            <a:p>
              <a:pPr marL="108000" indent="-108000">
                <a:buFont typeface="Arial" panose="020B0604020202020204" pitchFamily="34" charset="0"/>
                <a:buChar char="•"/>
              </a:pPr>
              <a:r>
                <a:rPr lang="ko-KR" altLang="en-US" sz="1200" spc="-99" dirty="0">
                  <a:solidFill>
                    <a:schemeClr val="bg1"/>
                  </a:solidFill>
                  <a:latin typeface="Rix고딕 B" pitchFamily="18" charset="-127"/>
                  <a:ea typeface="Rix고딕 B" pitchFamily="18" charset="-127"/>
                </a:rPr>
                <a:t>선명한 화질 보장</a:t>
              </a:r>
              <a:r>
                <a:rPr lang="en-US" altLang="ko-KR" sz="1200" spc="-99" dirty="0">
                  <a:solidFill>
                    <a:schemeClr val="bg1"/>
                  </a:solidFill>
                  <a:latin typeface="Rix고딕 B" pitchFamily="18" charset="-127"/>
                  <a:ea typeface="Rix고딕 B" pitchFamily="18" charset="-127"/>
                </a:rPr>
                <a:t>/GUI </a:t>
              </a:r>
              <a:r>
                <a:rPr lang="ko-KR" altLang="en-US" sz="1200" spc="-99" dirty="0">
                  <a:solidFill>
                    <a:schemeClr val="bg1"/>
                  </a:solidFill>
                  <a:latin typeface="Rix고딕 B" pitchFamily="18" charset="-127"/>
                  <a:ea typeface="Rix고딕 B" pitchFamily="18" charset="-127"/>
                </a:rPr>
                <a:t>기반</a:t>
              </a:r>
              <a:endParaRPr lang="ko-KR" altLang="en-US" sz="1400" spc="-99" dirty="0">
                <a:solidFill>
                  <a:srgbClr val="FFFF00"/>
                </a:solidFill>
                <a:latin typeface="Rix고딕 EB" pitchFamily="18" charset="-127"/>
                <a:ea typeface="Rix고딕 EB" pitchFamily="18" charset="-127"/>
              </a:endParaRPr>
            </a:p>
          </p:txBody>
        </p:sp>
        <p:sp>
          <p:nvSpPr>
            <p:cNvPr id="242" name="직사각형 241"/>
            <p:cNvSpPr/>
            <p:nvPr/>
          </p:nvSpPr>
          <p:spPr>
            <a:xfrm>
              <a:off x="5846191" y="4183968"/>
              <a:ext cx="1741813" cy="405373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3175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marL="497845" lvl="1" defTabSz="995690" latinLnBrk="0"/>
              <a:endParaRPr lang="ko-KR" altLang="en-US" sz="1800" kern="0" dirty="0">
                <a:solidFill>
                  <a:srgbClr val="C02338"/>
                </a:solidFill>
                <a:latin typeface="Calibri"/>
                <a:ea typeface="맑은 고딕" panose="020B0503020000020004" pitchFamily="50" charset="-127"/>
              </a:endParaRPr>
            </a:p>
          </p:txBody>
        </p:sp>
        <p:sp>
          <p:nvSpPr>
            <p:cNvPr id="243" name="직사각형 242"/>
            <p:cNvSpPr/>
            <p:nvPr/>
          </p:nvSpPr>
          <p:spPr>
            <a:xfrm>
              <a:off x="6317803" y="4271162"/>
              <a:ext cx="798589" cy="23098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0" tIns="0" rIns="0" bIns="0" anchor="ctr" anchorCtr="0">
              <a:spAutoFit/>
              <a:scene3d>
                <a:camera prst="orthographicFront"/>
                <a:lightRig rig="threePt" dir="t"/>
              </a:scene3d>
              <a:sp3d>
                <a:bevelT w="0"/>
              </a:sp3d>
            </a:bodyPr>
            <a:lstStyle/>
            <a:p>
              <a:pPr marL="0" lvl="1" indent="-297308" algn="ctr" defTabSz="951382" fontAlgn="base" latinLnBrk="0">
                <a:spcBef>
                  <a:spcPct val="0"/>
                </a:spcBef>
                <a:spcAft>
                  <a:spcPct val="0"/>
                </a:spcAft>
                <a:buClr>
                  <a:prstClr val="white"/>
                </a:buClr>
                <a:buSzPct val="80000"/>
                <a:tabLst>
                  <a:tab pos="5424707" algn="l"/>
                </a:tabLst>
                <a:defRPr/>
              </a:pPr>
              <a:r>
                <a:rPr lang="ko-KR" altLang="en-US" sz="1400" spc="-100" dirty="0">
                  <a:solidFill>
                    <a:srgbClr val="C00000"/>
                  </a:solidFill>
                  <a:latin typeface="Rix모던고딕 EB" panose="02020603020101020101" pitchFamily="18" charset="-127"/>
                  <a:ea typeface="Rix모던고딕 EB" panose="02020603020101020101" pitchFamily="18" charset="-127"/>
                </a:rPr>
                <a:t>시인성</a:t>
              </a:r>
            </a:p>
          </p:txBody>
        </p:sp>
      </p:grpSp>
      <p:grpSp>
        <p:nvGrpSpPr>
          <p:cNvPr id="244" name="그룹 243"/>
          <p:cNvGrpSpPr/>
          <p:nvPr/>
        </p:nvGrpSpPr>
        <p:grpSpPr>
          <a:xfrm>
            <a:off x="5843264" y="4179445"/>
            <a:ext cx="4673677" cy="503249"/>
            <a:chOff x="5846191" y="4749051"/>
            <a:chExt cx="4673677" cy="539551"/>
          </a:xfrm>
        </p:grpSpPr>
        <p:sp>
          <p:nvSpPr>
            <p:cNvPr id="245" name="직사각형 244"/>
            <p:cNvSpPr/>
            <p:nvPr/>
          </p:nvSpPr>
          <p:spPr>
            <a:xfrm>
              <a:off x="5846192" y="4749518"/>
              <a:ext cx="4673676" cy="538616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82935" tIns="41468" rIns="82935" bIns="4146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lvl="1" algn="ctr">
                <a:spcBef>
                  <a:spcPct val="0"/>
                </a:spcBef>
              </a:pPr>
              <a:endParaRPr lang="ko-KR" altLang="en-US" sz="1600" spc="-91" dirty="0">
                <a:solidFill>
                  <a:schemeClr val="bg1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  <a:cs typeface="+mj-cs"/>
              </a:endParaRPr>
            </a:p>
          </p:txBody>
        </p:sp>
        <p:sp>
          <p:nvSpPr>
            <p:cNvPr id="246" name="직사각형 245"/>
            <p:cNvSpPr/>
            <p:nvPr/>
          </p:nvSpPr>
          <p:spPr>
            <a:xfrm>
              <a:off x="7781192" y="4803383"/>
              <a:ext cx="2624376" cy="39597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0" tIns="0" rIns="0" bIns="0" anchor="t" anchorCtr="0">
              <a:spAutoFit/>
              <a:scene3d>
                <a:camera prst="orthographicFront"/>
                <a:lightRig rig="threePt" dir="t"/>
              </a:scene3d>
              <a:sp3d>
                <a:bevelT w="0"/>
              </a:sp3d>
            </a:bodyPr>
            <a:lstStyle/>
            <a:p>
              <a:pPr marL="108000" indent="-108000">
                <a:buFont typeface="Arial" panose="020B0604020202020204" pitchFamily="34" charset="0"/>
                <a:buChar char="•"/>
              </a:pPr>
              <a:r>
                <a:rPr lang="ko-KR" altLang="en-US" sz="1200" spc="-99" dirty="0">
                  <a:solidFill>
                    <a:schemeClr val="bg1"/>
                  </a:solidFill>
                  <a:latin typeface="Rix고딕 B" pitchFamily="18" charset="-127"/>
                  <a:ea typeface="Rix고딕 B" pitchFamily="18" charset="-127"/>
                </a:rPr>
                <a:t>통합 </a:t>
              </a:r>
              <a:r>
                <a:rPr lang="ko-KR" altLang="en-US" sz="1200" spc="-99" dirty="0" smtClean="0">
                  <a:solidFill>
                    <a:schemeClr val="bg1"/>
                  </a:solidFill>
                  <a:latin typeface="Rix고딕 B" pitchFamily="18" charset="-127"/>
                  <a:ea typeface="Rix고딕 B" pitchFamily="18" charset="-127"/>
                </a:rPr>
                <a:t>관리</a:t>
              </a:r>
              <a:r>
                <a:rPr lang="ko-KR" altLang="en-US" sz="1200" spc="-99" dirty="0">
                  <a:solidFill>
                    <a:schemeClr val="bg1"/>
                  </a:solidFill>
                  <a:latin typeface="Rix고딕 B" pitchFamily="18" charset="-127"/>
                  <a:ea typeface="Rix고딕 B" pitchFamily="18" charset="-127"/>
                  <a:sym typeface="Wingdings" panose="05000000000000000000" pitchFamily="2" charset="2"/>
                </a:rPr>
                <a:t>ㆍ</a:t>
              </a:r>
              <a:r>
                <a:rPr lang="ko-KR" altLang="en-US" sz="1200" spc="-99" dirty="0" smtClean="0">
                  <a:solidFill>
                    <a:schemeClr val="bg1"/>
                  </a:solidFill>
                  <a:latin typeface="Rix고딕 B" pitchFamily="18" charset="-127"/>
                  <a:ea typeface="Rix고딕 B" pitchFamily="18" charset="-127"/>
                </a:rPr>
                <a:t>제어로 용이한 관리</a:t>
              </a:r>
              <a:endParaRPr lang="en-US" altLang="ko-KR" sz="1200" spc="-99" dirty="0" smtClean="0">
                <a:solidFill>
                  <a:schemeClr val="bg1"/>
                </a:solidFill>
                <a:latin typeface="Rix고딕 B" pitchFamily="18" charset="-127"/>
                <a:ea typeface="Rix고딕 B" pitchFamily="18" charset="-127"/>
              </a:endParaRPr>
            </a:p>
            <a:p>
              <a:pPr marL="108000" indent="-108000">
                <a:buFont typeface="Arial" panose="020B0604020202020204" pitchFamily="34" charset="0"/>
                <a:buChar char="•"/>
              </a:pPr>
              <a:r>
                <a:rPr lang="en-US" altLang="ko-KR" sz="1200" spc="-99" dirty="0" smtClean="0">
                  <a:solidFill>
                    <a:schemeClr val="bg1"/>
                  </a:solidFill>
                  <a:latin typeface="Rix고딕 B" pitchFamily="18" charset="-127"/>
                  <a:ea typeface="Rix고딕 B" pitchFamily="18" charset="-127"/>
                </a:rPr>
                <a:t>GUI </a:t>
              </a:r>
              <a:r>
                <a:rPr lang="ko-KR" altLang="en-US" sz="1200" spc="-99" dirty="0" smtClean="0">
                  <a:solidFill>
                    <a:schemeClr val="bg1"/>
                  </a:solidFill>
                  <a:latin typeface="Rix고딕 B" pitchFamily="18" charset="-127"/>
                  <a:ea typeface="Rix고딕 B" pitchFamily="18" charset="-127"/>
                </a:rPr>
                <a:t>기반 운용 관리</a:t>
              </a:r>
              <a:endParaRPr lang="ko-KR" altLang="en-US" sz="1400" spc="-99" dirty="0">
                <a:solidFill>
                  <a:srgbClr val="FFFF00"/>
                </a:solidFill>
                <a:latin typeface="Rix고딕 EB" pitchFamily="18" charset="-127"/>
                <a:ea typeface="Rix고딕 EB" pitchFamily="18" charset="-127"/>
              </a:endParaRPr>
            </a:p>
          </p:txBody>
        </p:sp>
        <p:sp>
          <p:nvSpPr>
            <p:cNvPr id="247" name="직사각형 246"/>
            <p:cNvSpPr/>
            <p:nvPr/>
          </p:nvSpPr>
          <p:spPr>
            <a:xfrm>
              <a:off x="5846191" y="4749051"/>
              <a:ext cx="1741813" cy="539551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3175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marL="497845" lvl="1" defTabSz="995690" latinLnBrk="0"/>
              <a:endParaRPr lang="ko-KR" altLang="en-US" sz="1800" kern="0" dirty="0">
                <a:solidFill>
                  <a:srgbClr val="C02338"/>
                </a:solidFill>
                <a:latin typeface="Calibri"/>
                <a:ea typeface="맑은 고딕" panose="020B0503020000020004" pitchFamily="50" charset="-127"/>
              </a:endParaRPr>
            </a:p>
          </p:txBody>
        </p:sp>
        <p:sp>
          <p:nvSpPr>
            <p:cNvPr id="248" name="직사각형 247"/>
            <p:cNvSpPr/>
            <p:nvPr/>
          </p:nvSpPr>
          <p:spPr>
            <a:xfrm>
              <a:off x="5938985" y="4903332"/>
              <a:ext cx="1556224" cy="23098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0" tIns="0" rIns="0" bIns="0" anchor="ctr" anchorCtr="0">
              <a:spAutoFit/>
              <a:scene3d>
                <a:camera prst="orthographicFront"/>
                <a:lightRig rig="threePt" dir="t"/>
              </a:scene3d>
              <a:sp3d>
                <a:bevelT w="0"/>
              </a:sp3d>
            </a:bodyPr>
            <a:lstStyle/>
            <a:p>
              <a:pPr marL="0" lvl="1" indent="-297308" algn="ctr" defTabSz="951382" fontAlgn="base" latinLnBrk="0">
                <a:spcBef>
                  <a:spcPct val="0"/>
                </a:spcBef>
                <a:spcAft>
                  <a:spcPct val="0"/>
                </a:spcAft>
                <a:buClr>
                  <a:prstClr val="white"/>
                </a:buClr>
                <a:buSzPct val="80000"/>
                <a:tabLst>
                  <a:tab pos="5424707" algn="l"/>
                </a:tabLst>
                <a:defRPr/>
              </a:pPr>
              <a:r>
                <a:rPr lang="ko-KR" altLang="en-US" sz="1400" spc="-100" dirty="0">
                  <a:solidFill>
                    <a:srgbClr val="C00000"/>
                  </a:solidFill>
                  <a:latin typeface="Rix모던고딕 EB" panose="02020603020101020101" pitchFamily="18" charset="-127"/>
                  <a:ea typeface="Rix모던고딕 EB" panose="02020603020101020101" pitchFamily="18" charset="-127"/>
                </a:rPr>
                <a:t>운영관리 효율성</a:t>
              </a:r>
            </a:p>
          </p:txBody>
        </p:sp>
      </p:grpSp>
      <p:grpSp>
        <p:nvGrpSpPr>
          <p:cNvPr id="249" name="그룹 248"/>
          <p:cNvGrpSpPr/>
          <p:nvPr/>
        </p:nvGrpSpPr>
        <p:grpSpPr>
          <a:xfrm>
            <a:off x="5843264" y="3749939"/>
            <a:ext cx="4673677" cy="343725"/>
            <a:chOff x="10700081" y="4834567"/>
            <a:chExt cx="4673677" cy="368520"/>
          </a:xfrm>
        </p:grpSpPr>
        <p:sp>
          <p:nvSpPr>
            <p:cNvPr id="250" name="직사각형 249"/>
            <p:cNvSpPr/>
            <p:nvPr/>
          </p:nvSpPr>
          <p:spPr>
            <a:xfrm>
              <a:off x="10700082" y="4834885"/>
              <a:ext cx="4673676" cy="367881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82935" tIns="41468" rIns="82935" bIns="4146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lvl="1" algn="ctr">
                <a:spcBef>
                  <a:spcPct val="0"/>
                </a:spcBef>
              </a:pPr>
              <a:endParaRPr lang="ko-KR" altLang="en-US" sz="1600" spc="-91" dirty="0">
                <a:solidFill>
                  <a:schemeClr val="bg1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  <a:cs typeface="+mj-cs"/>
              </a:endParaRPr>
            </a:p>
          </p:txBody>
        </p:sp>
        <p:sp>
          <p:nvSpPr>
            <p:cNvPr id="251" name="직사각형 250"/>
            <p:cNvSpPr/>
            <p:nvPr/>
          </p:nvSpPr>
          <p:spPr>
            <a:xfrm>
              <a:off x="12635082" y="4923610"/>
              <a:ext cx="2624376" cy="1979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0" tIns="0" rIns="0" bIns="0" anchor="t" anchorCtr="0">
              <a:spAutoFit/>
              <a:scene3d>
                <a:camera prst="orthographicFront"/>
                <a:lightRig rig="threePt" dir="t"/>
              </a:scene3d>
              <a:sp3d>
                <a:bevelT w="0"/>
              </a:sp3d>
            </a:bodyPr>
            <a:lstStyle/>
            <a:p>
              <a:pPr marL="108000" indent="-108000">
                <a:buFont typeface="Arial" panose="020B0604020202020204" pitchFamily="34" charset="0"/>
                <a:buChar char="•"/>
              </a:pPr>
              <a:r>
                <a:rPr lang="ko-KR" altLang="en-US" sz="1200" spc="-99" dirty="0" smtClean="0">
                  <a:solidFill>
                    <a:schemeClr val="bg1"/>
                  </a:solidFill>
                  <a:latin typeface="Rix고딕 B" pitchFamily="18" charset="-127"/>
                  <a:ea typeface="Rix고딕 B" pitchFamily="18" charset="-127"/>
                </a:rPr>
                <a:t>용이한 확장성 제공으로 환경 변화 대응 용이</a:t>
              </a:r>
              <a:endParaRPr lang="ko-KR" altLang="en-US" sz="1400" spc="-99" dirty="0">
                <a:solidFill>
                  <a:srgbClr val="FFFF00"/>
                </a:solidFill>
                <a:latin typeface="Rix고딕 EB" pitchFamily="18" charset="-127"/>
                <a:ea typeface="Rix고딕 EB" pitchFamily="18" charset="-127"/>
              </a:endParaRPr>
            </a:p>
          </p:txBody>
        </p:sp>
        <p:sp>
          <p:nvSpPr>
            <p:cNvPr id="252" name="직사각형 251"/>
            <p:cNvSpPr/>
            <p:nvPr/>
          </p:nvSpPr>
          <p:spPr>
            <a:xfrm>
              <a:off x="10700081" y="4834567"/>
              <a:ext cx="1741813" cy="36852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3175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marL="497845" lvl="1" defTabSz="995690" latinLnBrk="0"/>
              <a:endParaRPr lang="ko-KR" altLang="en-US" sz="1800" kern="0" dirty="0">
                <a:solidFill>
                  <a:srgbClr val="C02338"/>
                </a:solidFill>
                <a:latin typeface="Calibri"/>
                <a:ea typeface="맑은 고딕" panose="020B0503020000020004" pitchFamily="50" charset="-127"/>
              </a:endParaRPr>
            </a:p>
          </p:txBody>
        </p:sp>
        <p:sp>
          <p:nvSpPr>
            <p:cNvPr id="253" name="직사각형 252"/>
            <p:cNvSpPr/>
            <p:nvPr/>
          </p:nvSpPr>
          <p:spPr>
            <a:xfrm>
              <a:off x="11171693" y="4903333"/>
              <a:ext cx="798589" cy="23098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0" tIns="0" rIns="0" bIns="0" anchor="ctr" anchorCtr="0">
              <a:spAutoFit/>
              <a:scene3d>
                <a:camera prst="orthographicFront"/>
                <a:lightRig rig="threePt" dir="t"/>
              </a:scene3d>
              <a:sp3d>
                <a:bevelT w="0"/>
              </a:sp3d>
            </a:bodyPr>
            <a:lstStyle/>
            <a:p>
              <a:pPr marL="0" lvl="1" indent="-297308" algn="ctr" defTabSz="951382" fontAlgn="base" latinLnBrk="0">
                <a:spcBef>
                  <a:spcPct val="0"/>
                </a:spcBef>
                <a:spcAft>
                  <a:spcPct val="0"/>
                </a:spcAft>
                <a:buClr>
                  <a:prstClr val="white"/>
                </a:buClr>
                <a:buSzPct val="80000"/>
                <a:tabLst>
                  <a:tab pos="5424707" algn="l"/>
                </a:tabLst>
                <a:defRPr/>
              </a:pPr>
              <a:r>
                <a:rPr lang="ko-KR" altLang="en-US" sz="1400" spc="-100" dirty="0">
                  <a:solidFill>
                    <a:srgbClr val="C00000"/>
                  </a:solidFill>
                  <a:latin typeface="Rix모던고딕 EB" panose="02020603020101020101" pitchFamily="18" charset="-127"/>
                  <a:ea typeface="Rix모던고딕 EB" panose="02020603020101020101" pitchFamily="18" charset="-127"/>
                </a:rPr>
                <a:t>확장성</a:t>
              </a:r>
            </a:p>
          </p:txBody>
        </p:sp>
      </p:grpSp>
      <p:sp>
        <p:nvSpPr>
          <p:cNvPr id="254" name="직사각형 253"/>
          <p:cNvSpPr/>
          <p:nvPr/>
        </p:nvSpPr>
        <p:spPr>
          <a:xfrm>
            <a:off x="5840336" y="1465520"/>
            <a:ext cx="4669091" cy="35956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defRPr/>
            </a:pPr>
            <a:r>
              <a:rPr lang="ko-KR" altLang="en-US" sz="1600" spc="-150" dirty="0">
                <a:solidFill>
                  <a:schemeClr val="bg1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주요 특징</a:t>
            </a:r>
          </a:p>
        </p:txBody>
      </p:sp>
      <p:grpSp>
        <p:nvGrpSpPr>
          <p:cNvPr id="255" name="그룹 254"/>
          <p:cNvGrpSpPr/>
          <p:nvPr/>
        </p:nvGrpSpPr>
        <p:grpSpPr>
          <a:xfrm>
            <a:off x="269052" y="1465520"/>
            <a:ext cx="5395539" cy="5609163"/>
            <a:chOff x="156955" y="1465520"/>
            <a:chExt cx="5576685" cy="5609163"/>
          </a:xfrm>
        </p:grpSpPr>
        <p:sp>
          <p:nvSpPr>
            <p:cNvPr id="256" name="Rectangle 43"/>
            <p:cNvSpPr>
              <a:spLocks noChangeArrowheads="1"/>
            </p:cNvSpPr>
            <p:nvPr/>
          </p:nvSpPr>
          <p:spPr bwMode="auto">
            <a:xfrm>
              <a:off x="156955" y="1465520"/>
              <a:ext cx="5576685" cy="5609163"/>
            </a:xfrm>
            <a:prstGeom prst="rect">
              <a:avLst/>
            </a:prstGeom>
            <a:noFill/>
            <a:ln w="12700">
              <a:solidFill>
                <a:srgbClr val="FFFFFF">
                  <a:lumMod val="65000"/>
                </a:srgbClr>
              </a:solidFill>
              <a:miter lim="800000"/>
              <a:headEnd/>
              <a:tailEnd/>
            </a:ln>
            <a:effectLst/>
          </p:spPr>
          <p:txBody>
            <a:bodyPr wrap="none" lIns="96487" tIns="48244" rIns="96487" bIns="48244" anchor="ctr"/>
            <a:lstStyle>
              <a:defPPr>
                <a:defRPr lang="ko-KR"/>
              </a:defPPr>
              <a:lvl1pPr algn="ctr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휴먼고딕" pitchFamily="2" charset="-127"/>
                  <a:ea typeface="휴먼고딕" pitchFamily="2" charset="-127"/>
                  <a:cs typeface="+mn-cs"/>
                </a:defRPr>
              </a:lvl1pPr>
              <a:lvl2pPr marL="457200" algn="ctr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휴먼고딕" pitchFamily="2" charset="-127"/>
                  <a:ea typeface="휴먼고딕" pitchFamily="2" charset="-127"/>
                  <a:cs typeface="+mn-cs"/>
                </a:defRPr>
              </a:lvl2pPr>
              <a:lvl3pPr marL="914400" algn="ctr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휴먼고딕" pitchFamily="2" charset="-127"/>
                  <a:ea typeface="휴먼고딕" pitchFamily="2" charset="-127"/>
                  <a:cs typeface="+mn-cs"/>
                </a:defRPr>
              </a:lvl3pPr>
              <a:lvl4pPr marL="1371600" algn="ctr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휴먼고딕" pitchFamily="2" charset="-127"/>
                  <a:ea typeface="휴먼고딕" pitchFamily="2" charset="-127"/>
                  <a:cs typeface="+mn-cs"/>
                </a:defRPr>
              </a:lvl4pPr>
              <a:lvl5pPr marL="1828800" algn="ctr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휴먼고딕" pitchFamily="2" charset="-127"/>
                  <a:ea typeface="휴먼고딕" pitchFamily="2" charset="-127"/>
                  <a:cs typeface="+mn-cs"/>
                </a:defRPr>
              </a:lvl5pPr>
              <a:lvl6pPr marL="22860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휴먼고딕" pitchFamily="2" charset="-127"/>
                  <a:ea typeface="휴먼고딕" pitchFamily="2" charset="-127"/>
                  <a:cs typeface="+mn-cs"/>
                </a:defRPr>
              </a:lvl6pPr>
              <a:lvl7pPr marL="27432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휴먼고딕" pitchFamily="2" charset="-127"/>
                  <a:ea typeface="휴먼고딕" pitchFamily="2" charset="-127"/>
                  <a:cs typeface="+mn-cs"/>
                </a:defRPr>
              </a:lvl7pPr>
              <a:lvl8pPr marL="32004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휴먼고딕" pitchFamily="2" charset="-127"/>
                  <a:ea typeface="휴먼고딕" pitchFamily="2" charset="-127"/>
                  <a:cs typeface="+mn-cs"/>
                </a:defRPr>
              </a:lvl8pPr>
              <a:lvl9pPr marL="36576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휴먼고딕" pitchFamily="2" charset="-127"/>
                  <a:ea typeface="휴먼고딕" pitchFamily="2" charset="-127"/>
                  <a:cs typeface="+mn-cs"/>
                </a:defRPr>
              </a:lvl9pPr>
            </a:lstStyle>
            <a:p>
              <a:pPr algn="l">
                <a:defRPr/>
              </a:pPr>
              <a:endParaRPr lang="ko-KR" altLang="en-US" sz="1100" dirty="0">
                <a:solidFill>
                  <a:srgbClr val="000000"/>
                </a:solidFill>
                <a:latin typeface="산돌고딕 L" pitchFamily="18" charset="-127"/>
                <a:ea typeface="산돌고딕 L" pitchFamily="18" charset="-127"/>
              </a:endParaRPr>
            </a:p>
          </p:txBody>
        </p:sp>
        <p:sp>
          <p:nvSpPr>
            <p:cNvPr id="257" name="직사각형 256"/>
            <p:cNvSpPr/>
            <p:nvPr/>
          </p:nvSpPr>
          <p:spPr>
            <a:xfrm>
              <a:off x="156955" y="1465520"/>
              <a:ext cx="5576685" cy="359569"/>
            </a:xfrm>
            <a:prstGeom prst="rect">
              <a:avLst/>
            </a:prstGeom>
            <a:solidFill>
              <a:srgbClr val="1B91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defRPr/>
              </a:pPr>
              <a:r>
                <a:rPr lang="ko-KR" altLang="en-US" sz="1600" spc="-150" dirty="0">
                  <a:solidFill>
                    <a:schemeClr val="bg1"/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</a:rPr>
                <a:t>시스템 구성도</a:t>
              </a:r>
            </a:p>
          </p:txBody>
        </p:sp>
      </p:grpSp>
      <p:grpSp>
        <p:nvGrpSpPr>
          <p:cNvPr id="258" name="그룹 257"/>
          <p:cNvGrpSpPr/>
          <p:nvPr/>
        </p:nvGrpSpPr>
        <p:grpSpPr>
          <a:xfrm>
            <a:off x="422598" y="3741159"/>
            <a:ext cx="1212659" cy="752905"/>
            <a:chOff x="415279" y="3960264"/>
            <a:chExt cx="1212659" cy="752905"/>
          </a:xfrm>
        </p:grpSpPr>
        <p:sp>
          <p:nvSpPr>
            <p:cNvPr id="259" name="Rectangle 60"/>
            <p:cNvSpPr>
              <a:spLocks noChangeArrowheads="1"/>
            </p:cNvSpPr>
            <p:nvPr/>
          </p:nvSpPr>
          <p:spPr bwMode="auto">
            <a:xfrm>
              <a:off x="415279" y="3960264"/>
              <a:ext cx="1053910" cy="752905"/>
            </a:xfrm>
            <a:prstGeom prst="roundRect">
              <a:avLst>
                <a:gd name="adj" fmla="val 857"/>
              </a:avLst>
            </a:prstGeom>
            <a:solidFill>
              <a:schemeClr val="bg1"/>
            </a:solidFill>
            <a:ln w="9525">
              <a:solidFill>
                <a:schemeClr val="bg1">
                  <a:lumMod val="75000"/>
                </a:schemeClr>
              </a:solidFill>
              <a:prstDash val="soli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100" kern="1200">
                  <a:solidFill>
                    <a:schemeClr val="tx1"/>
                  </a:solidFill>
                  <a:latin typeface="가는각진제목체" pitchFamily="18" charset="-127"/>
                  <a:ea typeface="가는각진제목체" pitchFamily="18" charset="-127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100" kern="1200">
                  <a:solidFill>
                    <a:schemeClr val="tx1"/>
                  </a:solidFill>
                  <a:latin typeface="가는각진제목체" pitchFamily="18" charset="-127"/>
                  <a:ea typeface="가는각진제목체" pitchFamily="18" charset="-127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100" kern="1200">
                  <a:solidFill>
                    <a:schemeClr val="tx1"/>
                  </a:solidFill>
                  <a:latin typeface="가는각진제목체" pitchFamily="18" charset="-127"/>
                  <a:ea typeface="가는각진제목체" pitchFamily="18" charset="-127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100" kern="1200">
                  <a:solidFill>
                    <a:schemeClr val="tx1"/>
                  </a:solidFill>
                  <a:latin typeface="가는각진제목체" pitchFamily="18" charset="-127"/>
                  <a:ea typeface="가는각진제목체" pitchFamily="18" charset="-127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100" kern="1200">
                  <a:solidFill>
                    <a:schemeClr val="tx1"/>
                  </a:solidFill>
                  <a:latin typeface="가는각진제목체" pitchFamily="18" charset="-127"/>
                  <a:ea typeface="가는각진제목체" pitchFamily="18" charset="-127"/>
                  <a:cs typeface="+mn-cs"/>
                </a:defRPr>
              </a:lvl5pPr>
              <a:lvl6pPr marL="2286000" algn="l" defTabSz="914400" rtl="0" eaLnBrk="1" latinLnBrk="1" hangingPunct="1">
                <a:defRPr kumimoji="1" sz="1100" kern="1200">
                  <a:solidFill>
                    <a:schemeClr val="tx1"/>
                  </a:solidFill>
                  <a:latin typeface="가는각진제목체" pitchFamily="18" charset="-127"/>
                  <a:ea typeface="가는각진제목체" pitchFamily="18" charset="-127"/>
                  <a:cs typeface="+mn-cs"/>
                </a:defRPr>
              </a:lvl6pPr>
              <a:lvl7pPr marL="2743200" algn="l" defTabSz="914400" rtl="0" eaLnBrk="1" latinLnBrk="1" hangingPunct="1">
                <a:defRPr kumimoji="1" sz="1100" kern="1200">
                  <a:solidFill>
                    <a:schemeClr val="tx1"/>
                  </a:solidFill>
                  <a:latin typeface="가는각진제목체" pitchFamily="18" charset="-127"/>
                  <a:ea typeface="가는각진제목체" pitchFamily="18" charset="-127"/>
                  <a:cs typeface="+mn-cs"/>
                </a:defRPr>
              </a:lvl7pPr>
              <a:lvl8pPr marL="3200400" algn="l" defTabSz="914400" rtl="0" eaLnBrk="1" latinLnBrk="1" hangingPunct="1">
                <a:defRPr kumimoji="1" sz="1100" kern="1200">
                  <a:solidFill>
                    <a:schemeClr val="tx1"/>
                  </a:solidFill>
                  <a:latin typeface="가는각진제목체" pitchFamily="18" charset="-127"/>
                  <a:ea typeface="가는각진제목체" pitchFamily="18" charset="-127"/>
                  <a:cs typeface="+mn-cs"/>
                </a:defRPr>
              </a:lvl8pPr>
              <a:lvl9pPr marL="3657600" algn="l" defTabSz="914400" rtl="0" eaLnBrk="1" latinLnBrk="1" hangingPunct="1">
                <a:defRPr kumimoji="1" sz="1100" kern="1200">
                  <a:solidFill>
                    <a:schemeClr val="tx1"/>
                  </a:solidFill>
                  <a:latin typeface="가는각진제목체" pitchFamily="18" charset="-127"/>
                  <a:ea typeface="가는각진제목체" pitchFamily="18" charset="-127"/>
                  <a:cs typeface="+mn-cs"/>
                </a:defRPr>
              </a:lvl9pPr>
            </a:lstStyle>
            <a:p>
              <a:pPr marL="339725" indent="-339725" algn="ctr" defTabSz="1042988" latinLnBrk="0">
                <a:lnSpc>
                  <a:spcPct val="110000"/>
                </a:lnSpc>
                <a:buClr>
                  <a:srgbClr val="3271AA"/>
                </a:buClr>
                <a:buSzPct val="140000"/>
                <a:tabLst>
                  <a:tab pos="5648325" algn="l"/>
                </a:tabLst>
                <a:defRPr/>
              </a:pPr>
              <a:endParaRPr kumimoji="0" lang="en-US" altLang="ko-KR" sz="900" dirty="0">
                <a:solidFill>
                  <a:prstClr val="black">
                    <a:lumMod val="85000"/>
                    <a:lumOff val="15000"/>
                  </a:prstClr>
                </a:solidFill>
                <a:latin typeface="-윤고딕140" pitchFamily="18" charset="-127"/>
                <a:ea typeface="-윤고딕140" pitchFamily="18" charset="-127"/>
                <a:sym typeface="Monotype Sorts"/>
              </a:endParaRPr>
            </a:p>
          </p:txBody>
        </p:sp>
        <p:sp>
          <p:nvSpPr>
            <p:cNvPr id="260" name="직사각형 259"/>
            <p:cNvSpPr/>
            <p:nvPr/>
          </p:nvSpPr>
          <p:spPr bwMode="auto">
            <a:xfrm>
              <a:off x="416371" y="3960264"/>
              <a:ext cx="1052908" cy="174214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 w="6350">
              <a:noFill/>
              <a:miter lim="800000"/>
              <a:headEnd/>
              <a:tailEnd/>
            </a:ln>
          </p:spPr>
          <p:txBody>
            <a:bodyPr wrap="none" lIns="0" tIns="0" rIns="0" bIns="0" anchor="ctr"/>
            <a:lstStyle/>
            <a:p>
              <a:pPr marL="0" lvl="1" indent="-339725" algn="ctr" defTabSz="1135063" eaLnBrk="0" latinLnBrk="0" hangingPunct="0">
                <a:lnSpc>
                  <a:spcPct val="90000"/>
                </a:lnSpc>
                <a:buClr>
                  <a:srgbClr val="3271AA"/>
                </a:buClr>
                <a:buSzPct val="140000"/>
                <a:tabLst>
                  <a:tab pos="6149975" algn="l"/>
                </a:tabLst>
                <a:defRPr/>
              </a:pPr>
              <a:r>
                <a:rPr lang="ko-KR" altLang="en-US" sz="900" spc="-100" dirty="0">
                  <a:solidFill>
                    <a:schemeClr val="bg1"/>
                  </a:solidFill>
                  <a:latin typeface="Rix고딕 B" pitchFamily="18" charset="-127"/>
                  <a:ea typeface="Rix고딕 B" pitchFamily="18" charset="-127"/>
                  <a:sym typeface="Monotype Sorts"/>
                </a:rPr>
                <a:t>범 례</a:t>
              </a:r>
              <a:endParaRPr lang="en-US" altLang="ko-KR" sz="900" spc="-100" dirty="0">
                <a:solidFill>
                  <a:schemeClr val="bg1"/>
                </a:solidFill>
                <a:latin typeface="Rix고딕 B" pitchFamily="18" charset="-127"/>
                <a:ea typeface="Rix고딕 B" pitchFamily="18" charset="-127"/>
                <a:sym typeface="Monotype Sorts"/>
              </a:endParaRPr>
            </a:p>
          </p:txBody>
        </p:sp>
        <p:sp>
          <p:nvSpPr>
            <p:cNvPr id="261" name="TextBox 1122"/>
            <p:cNvSpPr txBox="1">
              <a:spLocks noChangeArrowheads="1"/>
            </p:cNvSpPr>
            <p:nvPr/>
          </p:nvSpPr>
          <p:spPr bwMode="auto">
            <a:xfrm>
              <a:off x="965889" y="4170456"/>
              <a:ext cx="359641" cy="1837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36000" tIns="36000" rIns="36000" bIns="36000">
              <a:spAutoFit/>
            </a:bodyPr>
            <a:lstStyle>
              <a:lvl1pPr eaLnBrk="0" hangingPunct="0">
                <a:defRPr kumimoji="1" sz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 sz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 sz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 sz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 sz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marL="0" lvl="1" indent="-339725" defTabSz="1135063" latinLnBrk="0">
                <a:lnSpc>
                  <a:spcPct val="90000"/>
                </a:lnSpc>
                <a:buClr>
                  <a:srgbClr val="3271AA"/>
                </a:buClr>
                <a:buSzPct val="140000"/>
                <a:tabLst>
                  <a:tab pos="6149975" algn="l"/>
                </a:tabLst>
                <a:defRPr/>
              </a:pPr>
              <a:r>
                <a:rPr lang="en-US" altLang="ko-KR" sz="800" spc="-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DVI</a:t>
              </a:r>
              <a:r>
                <a:rPr lang="ko-KR" altLang="en-US" sz="800" spc="-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신호</a:t>
              </a:r>
            </a:p>
          </p:txBody>
        </p:sp>
        <p:sp>
          <p:nvSpPr>
            <p:cNvPr id="262" name="TextBox 1124"/>
            <p:cNvSpPr txBox="1">
              <a:spLocks noChangeArrowheads="1"/>
            </p:cNvSpPr>
            <p:nvPr/>
          </p:nvSpPr>
          <p:spPr bwMode="auto">
            <a:xfrm>
              <a:off x="965889" y="4353108"/>
              <a:ext cx="662049" cy="1837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36000" tIns="36000" rIns="36000" bIns="36000">
              <a:spAutoFit/>
            </a:bodyPr>
            <a:lstStyle>
              <a:lvl1pPr eaLnBrk="0" hangingPunct="0">
                <a:defRPr kumimoji="1" sz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 sz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 sz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 sz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 sz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marL="0" lvl="1" indent="-339725" defTabSz="1135063" latinLnBrk="0">
                <a:lnSpc>
                  <a:spcPct val="90000"/>
                </a:lnSpc>
                <a:buClr>
                  <a:srgbClr val="3271AA"/>
                </a:buClr>
                <a:buSzPct val="140000"/>
                <a:tabLst>
                  <a:tab pos="6149975" algn="l"/>
                </a:tabLst>
                <a:defRPr/>
              </a:pPr>
              <a:r>
                <a:rPr lang="ko-KR" altLang="en-US" sz="800" spc="-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네트워크</a:t>
              </a:r>
            </a:p>
          </p:txBody>
        </p:sp>
        <p:sp>
          <p:nvSpPr>
            <p:cNvPr id="263" name="TextBox 1126"/>
            <p:cNvSpPr txBox="1">
              <a:spLocks noChangeArrowheads="1"/>
            </p:cNvSpPr>
            <p:nvPr/>
          </p:nvSpPr>
          <p:spPr bwMode="auto">
            <a:xfrm>
              <a:off x="965889" y="4529410"/>
              <a:ext cx="393304" cy="1837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36000" tIns="36000" rIns="36000" bIns="36000">
              <a:spAutoFit/>
            </a:bodyPr>
            <a:lstStyle>
              <a:lvl1pPr eaLnBrk="0" hangingPunct="0">
                <a:defRPr kumimoji="1" sz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 sz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 sz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 sz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 sz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marL="0" lvl="1" indent="-339725" defTabSz="1135063" latinLnBrk="0">
                <a:lnSpc>
                  <a:spcPct val="90000"/>
                </a:lnSpc>
                <a:buClr>
                  <a:srgbClr val="3271AA"/>
                </a:buClr>
                <a:buSzPct val="140000"/>
                <a:tabLst>
                  <a:tab pos="6149975" algn="l"/>
                </a:tabLst>
                <a:defRPr/>
              </a:pPr>
              <a:r>
                <a:rPr lang="ko-KR" altLang="en-US" sz="800" spc="-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Rix고딕 L" panose="02020603020101020101" pitchFamily="18" charset="-127"/>
                  <a:ea typeface="Rix고딕 L" panose="02020603020101020101" pitchFamily="18" charset="-127"/>
                </a:rPr>
                <a:t>제어라인</a:t>
              </a:r>
            </a:p>
          </p:txBody>
        </p:sp>
        <p:sp>
          <p:nvSpPr>
            <p:cNvPr id="264" name="Line 1351"/>
            <p:cNvSpPr>
              <a:spLocks noChangeShapeType="1"/>
            </p:cNvSpPr>
            <p:nvPr/>
          </p:nvSpPr>
          <p:spPr bwMode="auto">
            <a:xfrm>
              <a:off x="524055" y="4263507"/>
              <a:ext cx="364958" cy="0"/>
            </a:xfrm>
            <a:prstGeom prst="line">
              <a:avLst/>
            </a:prstGeom>
            <a:noFill/>
            <a:ln w="25400">
              <a:solidFill>
                <a:srgbClr val="1B91C1"/>
              </a:solidFill>
              <a:round/>
              <a:headEnd/>
              <a:tailEnd/>
            </a:ln>
          </p:spPr>
          <p:txBody>
            <a:bodyPr/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/>
                  <a:ea typeface="굴림"/>
                  <a:cs typeface="+mn-cs"/>
                </a:defRPr>
              </a:lvl1pPr>
              <a:lvl2pPr marL="509595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/>
                  <a:ea typeface="굴림"/>
                  <a:cs typeface="+mn-cs"/>
                </a:defRPr>
              </a:lvl2pPr>
              <a:lvl3pPr marL="101919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/>
                  <a:ea typeface="굴림"/>
                  <a:cs typeface="+mn-cs"/>
                </a:defRPr>
              </a:lvl3pPr>
              <a:lvl4pPr marL="1528785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/>
                  <a:ea typeface="굴림"/>
                  <a:cs typeface="+mn-cs"/>
                </a:defRPr>
              </a:lvl4pPr>
              <a:lvl5pPr marL="203838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/>
                  <a:ea typeface="굴림"/>
                  <a:cs typeface="+mn-cs"/>
                </a:defRPr>
              </a:lvl5pPr>
              <a:lvl6pPr marL="2547976" algn="l" defTabSz="1019190" rtl="0" eaLnBrk="1" latinLnBrk="1" hangingPunct="1">
                <a:defRPr kumimoji="1" kern="1200">
                  <a:solidFill>
                    <a:schemeClr val="tx1"/>
                  </a:solidFill>
                  <a:latin typeface="굴림"/>
                  <a:ea typeface="굴림"/>
                  <a:cs typeface="+mn-cs"/>
                </a:defRPr>
              </a:lvl6pPr>
              <a:lvl7pPr marL="3057571" algn="l" defTabSz="1019190" rtl="0" eaLnBrk="1" latinLnBrk="1" hangingPunct="1">
                <a:defRPr kumimoji="1" kern="1200">
                  <a:solidFill>
                    <a:schemeClr val="tx1"/>
                  </a:solidFill>
                  <a:latin typeface="굴림"/>
                  <a:ea typeface="굴림"/>
                  <a:cs typeface="+mn-cs"/>
                </a:defRPr>
              </a:lvl7pPr>
              <a:lvl8pPr marL="3567166" algn="l" defTabSz="1019190" rtl="0" eaLnBrk="1" latinLnBrk="1" hangingPunct="1">
                <a:defRPr kumimoji="1" kern="1200">
                  <a:solidFill>
                    <a:schemeClr val="tx1"/>
                  </a:solidFill>
                  <a:latin typeface="굴림"/>
                  <a:ea typeface="굴림"/>
                  <a:cs typeface="+mn-cs"/>
                </a:defRPr>
              </a:lvl8pPr>
              <a:lvl9pPr marL="4076761" algn="l" defTabSz="1019190" rtl="0" eaLnBrk="1" latinLnBrk="1" hangingPunct="1">
                <a:defRPr kumimoji="1" kern="1200">
                  <a:solidFill>
                    <a:schemeClr val="tx1"/>
                  </a:solidFill>
                  <a:latin typeface="굴림"/>
                  <a:ea typeface="굴림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itchFamily="50" charset="-127"/>
                <a:ea typeface="나눔고딕" pitchFamily="50" charset="-127"/>
                <a:cs typeface="+mn-cs"/>
              </a:endParaRPr>
            </a:p>
          </p:txBody>
        </p:sp>
        <p:sp>
          <p:nvSpPr>
            <p:cNvPr id="265" name="Line 1354"/>
            <p:cNvSpPr>
              <a:spLocks noChangeShapeType="1"/>
            </p:cNvSpPr>
            <p:nvPr/>
          </p:nvSpPr>
          <p:spPr bwMode="auto">
            <a:xfrm>
              <a:off x="535178" y="4587946"/>
              <a:ext cx="363720" cy="0"/>
            </a:xfrm>
            <a:prstGeom prst="line">
              <a:avLst/>
            </a:prstGeom>
            <a:solidFill>
              <a:srgbClr val="D0DDEC"/>
            </a:solidFill>
            <a:ln>
              <a:solidFill>
                <a:srgbClr val="FFFFFF">
                  <a:lumMod val="50000"/>
                </a:srgbClr>
              </a:solidFill>
              <a:prstDash val="dash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/>
                  <a:ea typeface="굴림"/>
                  <a:cs typeface="+mn-cs"/>
                </a:defRPr>
              </a:lvl1pPr>
              <a:lvl2pPr marL="509595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/>
                  <a:ea typeface="굴림"/>
                  <a:cs typeface="+mn-cs"/>
                </a:defRPr>
              </a:lvl2pPr>
              <a:lvl3pPr marL="101919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/>
                  <a:ea typeface="굴림"/>
                  <a:cs typeface="+mn-cs"/>
                </a:defRPr>
              </a:lvl3pPr>
              <a:lvl4pPr marL="1528785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/>
                  <a:ea typeface="굴림"/>
                  <a:cs typeface="+mn-cs"/>
                </a:defRPr>
              </a:lvl4pPr>
              <a:lvl5pPr marL="203838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/>
                  <a:ea typeface="굴림"/>
                  <a:cs typeface="+mn-cs"/>
                </a:defRPr>
              </a:lvl5pPr>
              <a:lvl6pPr marL="2547976" algn="l" defTabSz="1019190" rtl="0" eaLnBrk="1" latinLnBrk="1" hangingPunct="1">
                <a:defRPr kumimoji="1" kern="1200">
                  <a:solidFill>
                    <a:schemeClr val="tx1"/>
                  </a:solidFill>
                  <a:latin typeface="굴림"/>
                  <a:ea typeface="굴림"/>
                  <a:cs typeface="+mn-cs"/>
                </a:defRPr>
              </a:lvl6pPr>
              <a:lvl7pPr marL="3057571" algn="l" defTabSz="1019190" rtl="0" eaLnBrk="1" latinLnBrk="1" hangingPunct="1">
                <a:defRPr kumimoji="1" kern="1200">
                  <a:solidFill>
                    <a:schemeClr val="tx1"/>
                  </a:solidFill>
                  <a:latin typeface="굴림"/>
                  <a:ea typeface="굴림"/>
                  <a:cs typeface="+mn-cs"/>
                </a:defRPr>
              </a:lvl7pPr>
              <a:lvl8pPr marL="3567166" algn="l" defTabSz="1019190" rtl="0" eaLnBrk="1" latinLnBrk="1" hangingPunct="1">
                <a:defRPr kumimoji="1" kern="1200">
                  <a:solidFill>
                    <a:schemeClr val="tx1"/>
                  </a:solidFill>
                  <a:latin typeface="굴림"/>
                  <a:ea typeface="굴림"/>
                  <a:cs typeface="+mn-cs"/>
                </a:defRPr>
              </a:lvl8pPr>
              <a:lvl9pPr marL="4076761" algn="l" defTabSz="1019190" rtl="0" eaLnBrk="1" latinLnBrk="1" hangingPunct="1">
                <a:defRPr kumimoji="1" kern="1200">
                  <a:solidFill>
                    <a:schemeClr val="tx1"/>
                  </a:solidFill>
                  <a:latin typeface="굴림"/>
                  <a:ea typeface="굴림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itchFamily="50" charset="-127"/>
                <a:ea typeface="나눔고딕" pitchFamily="50" charset="-127"/>
                <a:cs typeface="+mn-cs"/>
              </a:endParaRPr>
            </a:p>
          </p:txBody>
        </p:sp>
        <p:sp>
          <p:nvSpPr>
            <p:cNvPr id="266" name="Line 1353"/>
            <p:cNvSpPr>
              <a:spLocks noChangeShapeType="1"/>
            </p:cNvSpPr>
            <p:nvPr/>
          </p:nvSpPr>
          <p:spPr bwMode="auto">
            <a:xfrm>
              <a:off x="530240" y="4429284"/>
              <a:ext cx="363721" cy="0"/>
            </a:xfrm>
            <a:prstGeom prst="line">
              <a:avLst/>
            </a:prstGeom>
            <a:noFill/>
            <a:ln w="19050" cap="flat" cmpd="sng" algn="ctr">
              <a:solidFill>
                <a:srgbClr val="000000">
                  <a:lumMod val="50000"/>
                  <a:lumOff val="50000"/>
                </a:srgbClr>
              </a:solidFill>
              <a:prstDash val="solid"/>
            </a:ln>
            <a:effectLst/>
          </p:spPr>
          <p:txBody>
            <a:bodyPr/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09595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1919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28785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3838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47976" algn="l" defTabSz="1019190" rtl="0" eaLnBrk="1" latinLnBrk="1" hangingPunct="1">
                <a:defRPr kumimoji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057571" algn="l" defTabSz="1019190" rtl="0" eaLnBrk="1" latinLnBrk="1" hangingPunct="1">
                <a:defRPr kumimoji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567166" algn="l" defTabSz="1019190" rtl="0" eaLnBrk="1" latinLnBrk="1" hangingPunct="1">
                <a:defRPr kumimoji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076761" algn="l" defTabSz="1019190" rtl="0" eaLnBrk="1" latinLnBrk="1" hangingPunct="1">
                <a:defRPr kumimoji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itchFamily="50" charset="-127"/>
                <a:ea typeface="나눔고딕" pitchFamily="50" charset="-127"/>
                <a:cs typeface="+mn-cs"/>
              </a:endParaRPr>
            </a:p>
          </p:txBody>
        </p:sp>
      </p:grpSp>
      <p:cxnSp>
        <p:nvCxnSpPr>
          <p:cNvPr id="267" name="직선 연결선 266"/>
          <p:cNvCxnSpPr/>
          <p:nvPr/>
        </p:nvCxnSpPr>
        <p:spPr>
          <a:xfrm>
            <a:off x="7585077" y="1959186"/>
            <a:ext cx="0" cy="245849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8" name="직선 연결선 267"/>
          <p:cNvCxnSpPr/>
          <p:nvPr/>
        </p:nvCxnSpPr>
        <p:spPr>
          <a:xfrm>
            <a:off x="7585077" y="2425686"/>
            <a:ext cx="0" cy="245849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9" name="직선 연결선 268"/>
          <p:cNvCxnSpPr/>
          <p:nvPr/>
        </p:nvCxnSpPr>
        <p:spPr>
          <a:xfrm>
            <a:off x="7585077" y="2897159"/>
            <a:ext cx="0" cy="245849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0" name="직선 연결선 269"/>
          <p:cNvCxnSpPr/>
          <p:nvPr/>
        </p:nvCxnSpPr>
        <p:spPr>
          <a:xfrm>
            <a:off x="7585077" y="3361038"/>
            <a:ext cx="0" cy="245849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1" name="직선 연결선 270"/>
          <p:cNvCxnSpPr/>
          <p:nvPr/>
        </p:nvCxnSpPr>
        <p:spPr>
          <a:xfrm>
            <a:off x="7585077" y="3799635"/>
            <a:ext cx="0" cy="245849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2" name="직선 연결선 271"/>
          <p:cNvCxnSpPr/>
          <p:nvPr/>
        </p:nvCxnSpPr>
        <p:spPr>
          <a:xfrm>
            <a:off x="7585077" y="4256876"/>
            <a:ext cx="0" cy="351134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5" name="그림 95" descr="wall controller 투명.PNG"/>
          <p:cNvPicPr>
            <a:picLocks noChangeAspect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2582870" y="3848216"/>
            <a:ext cx="809467" cy="3995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975107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제목 1"/>
          <p:cNvSpPr txBox="1">
            <a:spLocks/>
          </p:cNvSpPr>
          <p:nvPr/>
        </p:nvSpPr>
        <p:spPr>
          <a:xfrm>
            <a:off x="1152636" y="292199"/>
            <a:ext cx="3264463" cy="421098"/>
          </a:xfrm>
          <a:prstGeom prst="rect">
            <a:avLst/>
          </a:prstGeom>
        </p:spPr>
        <p:txBody>
          <a:bodyPr lIns="96487" tIns="48244" rIns="96487" bIns="48244"/>
          <a:lstStyle>
            <a:lvl1pPr algn="l" defTabSz="995690" rtl="0" eaLnBrk="1" latinLnBrk="1" hangingPunct="1">
              <a:spcBef>
                <a:spcPct val="0"/>
              </a:spcBef>
              <a:buNone/>
              <a:defRPr sz="3500" kern="1200">
                <a:solidFill>
                  <a:schemeClr val="tx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+mj-cs"/>
              </a:defRPr>
            </a:lvl1pPr>
          </a:lstStyle>
          <a:p>
            <a:r>
              <a:rPr lang="en-US" altLang="ko-KR" sz="1900" spc="-96" dirty="0">
                <a:solidFill>
                  <a:schemeClr val="tx2">
                    <a:lumMod val="50000"/>
                  </a:schemeClr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5</a:t>
            </a:r>
            <a:r>
              <a:rPr lang="en-US" altLang="ko-KR" sz="1900" spc="-96">
                <a:solidFill>
                  <a:schemeClr val="tx2">
                    <a:lumMod val="50000"/>
                  </a:schemeClr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. </a:t>
            </a:r>
            <a:r>
              <a:rPr lang="ko-KR" altLang="en-US" sz="1900" spc="-96" dirty="0" smtClean="0">
                <a:solidFill>
                  <a:schemeClr val="tx2">
                    <a:lumMod val="50000"/>
                  </a:schemeClr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기타 </a:t>
            </a:r>
            <a:r>
              <a:rPr lang="ko-KR" altLang="en-US" sz="1900" spc="-96" dirty="0">
                <a:solidFill>
                  <a:schemeClr val="tx2">
                    <a:lumMod val="50000"/>
                  </a:schemeClr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시스템 구축 방안</a:t>
            </a:r>
          </a:p>
        </p:txBody>
      </p:sp>
      <p:sp>
        <p:nvSpPr>
          <p:cNvPr id="59" name="직사각형 58"/>
          <p:cNvSpPr/>
          <p:nvPr/>
        </p:nvSpPr>
        <p:spPr>
          <a:xfrm>
            <a:off x="0" y="868564"/>
            <a:ext cx="5211853" cy="498994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 cap="rnd" cmpd="sng">
            <a:noFill/>
            <a:prstDash val="solid"/>
            <a:headEnd type="none" w="lg" len="med"/>
            <a:tailEnd type="none" w="lg" len="med"/>
          </a:ln>
          <a:effectLst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none" lIns="99569" tIns="172873" rIns="99569" bIns="49785"/>
          <a:lstStyle/>
          <a:p>
            <a:pPr algn="ctr" latinLnBrk="0"/>
            <a:endParaRPr lang="ko-KR" altLang="en-US" sz="1700" b="1" dirty="0">
              <a:gradFill>
                <a:gsLst>
                  <a:gs pos="0">
                    <a:prstClr val="white"/>
                  </a:gs>
                  <a:gs pos="100000">
                    <a:prstClr val="white"/>
                  </a:gs>
                </a:gsLst>
                <a:lin ang="5400000" scaled="0"/>
              </a:gra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고도 B" panose="02000503000000020004" pitchFamily="2" charset="-127"/>
              <a:ea typeface="고도 B" panose="02000503000000020004" pitchFamily="2" charset="-127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402730" y="931206"/>
            <a:ext cx="1335302" cy="369332"/>
          </a:xfrm>
          <a:prstGeom prst="rect">
            <a:avLst/>
          </a:prstGeom>
          <a:noFill/>
          <a:ln w="6350">
            <a:noFill/>
          </a:ln>
          <a:effectLst/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 anchorCtr="0">
            <a:spAutoFit/>
            <a:sp3d>
              <a:bevelT w="0" h="0"/>
              <a:contourClr>
                <a:schemeClr val="bg1"/>
              </a:contourClr>
            </a:sp3d>
          </a:bodyPr>
          <a:lstStyle>
            <a:defPPr>
              <a:defRPr lang="ko-KR"/>
            </a:defPPr>
            <a:lvl1pPr lvl="0" indent="0" defTabSz="801639" latinLnBrk="0">
              <a:lnSpc>
                <a:spcPct val="100000"/>
              </a:lnSpc>
              <a:spcBef>
                <a:spcPts val="88"/>
              </a:spcBef>
              <a:spcAft>
                <a:spcPts val="88"/>
              </a:spcAft>
              <a:defRPr sz="2400" spc="0">
                <a:ln>
                  <a:solidFill>
                    <a:prstClr val="white">
                      <a:alpha val="10000"/>
                    </a:prstClr>
                  </a:solidFill>
                </a:ln>
                <a:solidFill>
                  <a:prstClr val="white"/>
                </a:solidFill>
                <a:effectLst/>
                <a:latin typeface="나눔고딕 ExtraBold" panose="020D0904000000000000" pitchFamily="50" charset="-127"/>
                <a:ea typeface="나눔고딕 ExtraBold" panose="020D0904000000000000" pitchFamily="50" charset="-127"/>
              </a:defRPr>
            </a:lvl1pPr>
          </a:lstStyle>
          <a:p>
            <a:r>
              <a:rPr lang="en-US" altLang="ko-KR" spc="-150" dirty="0" smtClean="0">
                <a:solidFill>
                  <a:schemeClr val="tx1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IP</a:t>
            </a:r>
            <a:r>
              <a:rPr lang="ko-KR" altLang="en-US" spc="-150" dirty="0" smtClean="0">
                <a:solidFill>
                  <a:schemeClr val="tx1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관리 </a:t>
            </a:r>
            <a:r>
              <a:rPr lang="ko-KR" altLang="en-US" spc="-150" dirty="0">
                <a:solidFill>
                  <a:schemeClr val="tx1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체계</a:t>
            </a:r>
          </a:p>
        </p:txBody>
      </p:sp>
      <p:sp>
        <p:nvSpPr>
          <p:cNvPr id="61" name="직사각형 60"/>
          <p:cNvSpPr/>
          <p:nvPr/>
        </p:nvSpPr>
        <p:spPr>
          <a:xfrm>
            <a:off x="1896741" y="936245"/>
            <a:ext cx="3265810" cy="380168"/>
          </a:xfrm>
          <a:prstGeom prst="rect">
            <a:avLst/>
          </a:prstGeom>
        </p:spPr>
        <p:txBody>
          <a:bodyPr/>
          <a:lstStyle/>
          <a:p>
            <a:pPr marL="0" lvl="1">
              <a:spcBef>
                <a:spcPct val="0"/>
              </a:spcBef>
            </a:pPr>
            <a:r>
              <a:rPr lang="ko-KR" altLang="en-US" sz="1700" spc="-1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안정성</a:t>
            </a:r>
            <a:r>
              <a:rPr lang="en-US" altLang="ko-KR" sz="1700" spc="-1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, </a:t>
            </a:r>
            <a:r>
              <a:rPr lang="ko-KR" altLang="en-US" sz="1700" spc="-1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성능</a:t>
            </a:r>
            <a:r>
              <a:rPr lang="en-US" altLang="ko-KR" sz="1700" spc="-1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, </a:t>
            </a:r>
            <a:r>
              <a:rPr lang="ko-KR" altLang="en-US" sz="1700" spc="-1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호환성 검증 완료</a:t>
            </a:r>
            <a:endParaRPr lang="ko-KR" altLang="en-US" sz="1700" spc="-100" dirty="0">
              <a:solidFill>
                <a:schemeClr val="tx1">
                  <a:lumMod val="75000"/>
                  <a:lumOff val="25000"/>
                </a:schemeClr>
              </a:solidFill>
              <a:latin typeface="Rix모던고딕 B" panose="02020603020101020101" pitchFamily="18" charset="-127"/>
              <a:ea typeface="Rix모던고딕 B" panose="02020603020101020101" pitchFamily="18" charset="-127"/>
            </a:endParaRPr>
          </a:p>
        </p:txBody>
      </p:sp>
      <p:cxnSp>
        <p:nvCxnSpPr>
          <p:cNvPr id="62" name="직선 연결선 61"/>
          <p:cNvCxnSpPr/>
          <p:nvPr/>
        </p:nvCxnSpPr>
        <p:spPr>
          <a:xfrm>
            <a:off x="1863190" y="942106"/>
            <a:ext cx="0" cy="315104"/>
          </a:xfrm>
          <a:prstGeom prst="line">
            <a:avLst/>
          </a:prstGeom>
          <a:ln w="38100">
            <a:solidFill>
              <a:srgbClr val="1B91C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직사각형 62"/>
          <p:cNvSpPr/>
          <p:nvPr/>
        </p:nvSpPr>
        <p:spPr>
          <a:xfrm>
            <a:off x="5362211" y="868564"/>
            <a:ext cx="5331189" cy="498994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 cap="rnd" cmpd="sng">
            <a:noFill/>
            <a:prstDash val="solid"/>
            <a:headEnd type="none" w="lg" len="med"/>
            <a:tailEnd type="none" w="lg" len="med"/>
          </a:ln>
          <a:effectLst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none" lIns="99569" tIns="172873" rIns="99569" bIns="49785"/>
          <a:lstStyle/>
          <a:p>
            <a:pPr algn="ctr" latinLnBrk="0"/>
            <a:endParaRPr lang="ko-KR" altLang="en-US" sz="1700" b="1" dirty="0">
              <a:gradFill>
                <a:gsLst>
                  <a:gs pos="0">
                    <a:prstClr val="white"/>
                  </a:gs>
                  <a:gs pos="100000">
                    <a:prstClr val="white"/>
                  </a:gs>
                </a:gsLst>
                <a:lin ang="5400000" scaled="0"/>
              </a:gra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고도 B" panose="02000503000000020004" pitchFamily="2" charset="-127"/>
              <a:ea typeface="고도 B" panose="02000503000000020004" pitchFamily="2" charset="-127"/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5412880" y="931206"/>
            <a:ext cx="1673535" cy="369332"/>
          </a:xfrm>
          <a:prstGeom prst="rect">
            <a:avLst/>
          </a:prstGeom>
          <a:noFill/>
          <a:ln w="6350">
            <a:noFill/>
          </a:ln>
          <a:effectLst/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 anchorCtr="0">
            <a:spAutoFit/>
            <a:sp3d>
              <a:bevelT w="0" h="0"/>
              <a:contourClr>
                <a:schemeClr val="bg1"/>
              </a:contourClr>
            </a:sp3d>
          </a:bodyPr>
          <a:lstStyle>
            <a:defPPr>
              <a:defRPr lang="ko-KR"/>
            </a:defPPr>
            <a:lvl1pPr lvl="0" indent="0" defTabSz="801639" latinLnBrk="0">
              <a:lnSpc>
                <a:spcPct val="100000"/>
              </a:lnSpc>
              <a:spcBef>
                <a:spcPts val="88"/>
              </a:spcBef>
              <a:spcAft>
                <a:spcPts val="88"/>
              </a:spcAft>
              <a:defRPr sz="2400" spc="0">
                <a:ln>
                  <a:solidFill>
                    <a:prstClr val="white">
                      <a:alpha val="10000"/>
                    </a:prstClr>
                  </a:solidFill>
                </a:ln>
                <a:solidFill>
                  <a:prstClr val="white"/>
                </a:solidFill>
                <a:effectLst/>
                <a:latin typeface="나눔고딕 ExtraBold" panose="020D0904000000000000" pitchFamily="50" charset="-127"/>
                <a:ea typeface="나눔고딕 ExtraBold" panose="020D0904000000000000" pitchFamily="50" charset="-127"/>
              </a:defRPr>
            </a:lvl1pPr>
          </a:lstStyle>
          <a:p>
            <a:r>
              <a:rPr lang="ko-KR" altLang="en-US" spc="-150" dirty="0">
                <a:solidFill>
                  <a:schemeClr val="tx1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문자 전송 체계</a:t>
            </a:r>
          </a:p>
        </p:txBody>
      </p:sp>
      <p:sp>
        <p:nvSpPr>
          <p:cNvPr id="65" name="직사각형 64"/>
          <p:cNvSpPr/>
          <p:nvPr/>
        </p:nvSpPr>
        <p:spPr>
          <a:xfrm>
            <a:off x="7240266" y="936245"/>
            <a:ext cx="3265810" cy="380168"/>
          </a:xfrm>
          <a:prstGeom prst="rect">
            <a:avLst/>
          </a:prstGeom>
        </p:spPr>
        <p:txBody>
          <a:bodyPr/>
          <a:lstStyle/>
          <a:p>
            <a:pPr marL="0" lvl="1">
              <a:spcBef>
                <a:spcPct val="0"/>
              </a:spcBef>
            </a:pPr>
            <a:r>
              <a:rPr lang="ko-KR" altLang="en-US" sz="170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다수 군</a:t>
            </a:r>
            <a:r>
              <a:rPr lang="en-US" altLang="ko-KR" sz="170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, </a:t>
            </a:r>
            <a:r>
              <a:rPr lang="ko-KR" altLang="en-US" sz="170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공공</a:t>
            </a:r>
            <a:r>
              <a:rPr lang="en-US" altLang="ko-KR" sz="170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, </a:t>
            </a:r>
            <a:r>
              <a:rPr lang="ko-KR" altLang="en-US" sz="170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민간 기관에서 검증 완료</a:t>
            </a:r>
          </a:p>
        </p:txBody>
      </p:sp>
      <p:cxnSp>
        <p:nvCxnSpPr>
          <p:cNvPr id="66" name="직선 연결선 65"/>
          <p:cNvCxnSpPr/>
          <p:nvPr/>
        </p:nvCxnSpPr>
        <p:spPr>
          <a:xfrm>
            <a:off x="7206715" y="942106"/>
            <a:ext cx="0" cy="315104"/>
          </a:xfrm>
          <a:prstGeom prst="line">
            <a:avLst/>
          </a:prstGeom>
          <a:ln w="38100">
            <a:solidFill>
              <a:srgbClr val="1B91C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7" name="그룹 66"/>
          <p:cNvGrpSpPr/>
          <p:nvPr/>
        </p:nvGrpSpPr>
        <p:grpSpPr>
          <a:xfrm>
            <a:off x="5442623" y="6358788"/>
            <a:ext cx="5250777" cy="774569"/>
            <a:chOff x="5392691" y="6358788"/>
            <a:chExt cx="5300709" cy="774569"/>
          </a:xfrm>
        </p:grpSpPr>
        <p:sp>
          <p:nvSpPr>
            <p:cNvPr id="68" name="직사각형 67"/>
            <p:cNvSpPr/>
            <p:nvPr/>
          </p:nvSpPr>
          <p:spPr>
            <a:xfrm>
              <a:off x="5412880" y="6358788"/>
              <a:ext cx="5280520" cy="774569"/>
            </a:xfrm>
            <a:prstGeom prst="rect">
              <a:avLst/>
            </a:prstGeom>
            <a:solidFill>
              <a:schemeClr val="tx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ko-KR" altLang="en-US" dirty="0"/>
            </a:p>
          </p:txBody>
        </p:sp>
        <p:sp>
          <p:nvSpPr>
            <p:cNvPr id="69" name="직사각형 68"/>
            <p:cNvSpPr/>
            <p:nvPr/>
          </p:nvSpPr>
          <p:spPr>
            <a:xfrm>
              <a:off x="5392691" y="6401656"/>
              <a:ext cx="5245825" cy="68018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0" tIns="0" rIns="0" bIns="0" anchor="ctr" anchorCtr="0">
              <a:spAutoFit/>
              <a:scene3d>
                <a:camera prst="orthographicFront"/>
                <a:lightRig rig="threePt" dir="t"/>
              </a:scene3d>
              <a:sp3d>
                <a:bevelT w="0"/>
              </a:sp3d>
            </a:bodyPr>
            <a:lstStyle/>
            <a:p>
              <a:pPr marL="0" lvl="1" algn="ctr" defTabSz="1050652" fontAlgn="base">
                <a:lnSpc>
                  <a:spcPct val="130000"/>
                </a:lnSpc>
                <a:spcBef>
                  <a:spcPct val="0"/>
                </a:spcBef>
                <a:spcAft>
                  <a:spcPct val="0"/>
                </a:spcAft>
                <a:buClr>
                  <a:prstClr val="white"/>
                </a:buClr>
                <a:buSzPct val="80000"/>
                <a:tabLst>
                  <a:tab pos="5724151" algn="l"/>
                </a:tabLst>
              </a:pPr>
              <a:r>
                <a:rPr lang="ko-KR" altLang="en-US" sz="1700" spc="-211" dirty="0">
                  <a:solidFill>
                    <a:prstClr val="white"/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</a:rPr>
                <a:t>육군본부 등 </a:t>
              </a:r>
              <a:r>
                <a:rPr lang="en-US" altLang="ko-KR" sz="1700" spc="-211" dirty="0">
                  <a:solidFill>
                    <a:prstClr val="white"/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</a:rPr>
                <a:t>16</a:t>
              </a:r>
              <a:r>
                <a:rPr lang="ko-KR" altLang="en-US" sz="1700" spc="-211" dirty="0">
                  <a:solidFill>
                    <a:prstClr val="white"/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</a:rPr>
                <a:t>개 군 기관 및 경찰청</a:t>
              </a:r>
              <a:r>
                <a:rPr lang="en-US" altLang="ko-KR" sz="1700" spc="-211" dirty="0">
                  <a:solidFill>
                    <a:prstClr val="white"/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</a:rPr>
                <a:t>, </a:t>
              </a:r>
              <a:r>
                <a:rPr lang="ko-KR" altLang="en-US" sz="1700" spc="-211" dirty="0">
                  <a:solidFill>
                    <a:prstClr val="white"/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</a:rPr>
                <a:t>수자원공사 등 </a:t>
              </a:r>
              <a:r>
                <a:rPr lang="en-US" altLang="ko-KR" sz="1700" spc="-211" dirty="0">
                  <a:solidFill>
                    <a:prstClr val="white"/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</a:rPr>
                <a:t>16</a:t>
              </a:r>
              <a:r>
                <a:rPr lang="ko-KR" altLang="en-US" sz="1700" spc="-211" dirty="0">
                  <a:solidFill>
                    <a:prstClr val="white"/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</a:rPr>
                <a:t>개 </a:t>
              </a:r>
            </a:p>
            <a:p>
              <a:pPr marL="0" lvl="1" algn="ctr" defTabSz="1050652" fontAlgn="base">
                <a:lnSpc>
                  <a:spcPct val="130000"/>
                </a:lnSpc>
                <a:spcBef>
                  <a:spcPct val="0"/>
                </a:spcBef>
                <a:spcAft>
                  <a:spcPct val="0"/>
                </a:spcAft>
                <a:buClr>
                  <a:prstClr val="white"/>
                </a:buClr>
                <a:buSzPct val="80000"/>
                <a:tabLst>
                  <a:tab pos="5724151" algn="l"/>
                </a:tabLst>
              </a:pPr>
              <a:r>
                <a:rPr lang="ko-KR" altLang="en-US" sz="1700" spc="-211" dirty="0">
                  <a:solidFill>
                    <a:prstClr val="white"/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</a:rPr>
                <a:t>공공 민간 기관에 구축되어 안정성 및 성능이 검증된 시스템</a:t>
              </a:r>
            </a:p>
          </p:txBody>
        </p:sp>
      </p:grpSp>
      <p:sp>
        <p:nvSpPr>
          <p:cNvPr id="70" name="직사각형 69"/>
          <p:cNvSpPr/>
          <p:nvPr/>
        </p:nvSpPr>
        <p:spPr>
          <a:xfrm>
            <a:off x="5382187" y="1863189"/>
            <a:ext cx="5123889" cy="2602131"/>
          </a:xfrm>
          <a:prstGeom prst="rect">
            <a:avLst/>
          </a:prstGeom>
          <a:solidFill>
            <a:schemeClr val="bg1">
              <a:alpha val="13000"/>
            </a:schemeClr>
          </a:solidFill>
          <a:ln w="25400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dirty="0"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71" name="직사각형 70"/>
          <p:cNvSpPr/>
          <p:nvPr/>
        </p:nvSpPr>
        <p:spPr>
          <a:xfrm>
            <a:off x="5362211" y="1465520"/>
            <a:ext cx="5147216" cy="35956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defRPr/>
            </a:pPr>
            <a:r>
              <a:rPr lang="ko-KR" altLang="en-US" sz="1600" spc="-150" dirty="0">
                <a:solidFill>
                  <a:schemeClr val="bg1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시스템 구성도</a:t>
            </a:r>
          </a:p>
        </p:txBody>
      </p:sp>
      <p:sp>
        <p:nvSpPr>
          <p:cNvPr id="80" name="직사각형 79"/>
          <p:cNvSpPr/>
          <p:nvPr/>
        </p:nvSpPr>
        <p:spPr>
          <a:xfrm>
            <a:off x="5516443" y="3940521"/>
            <a:ext cx="4933951" cy="4062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t" anchorCtr="0">
            <a:spAutoFit/>
            <a:scene3d>
              <a:camera prst="orthographicFront"/>
              <a:lightRig rig="threePt" dir="t"/>
            </a:scene3d>
            <a:sp3d>
              <a:bevelT w="0"/>
            </a:sp3d>
          </a:bodyPr>
          <a:lstStyle/>
          <a:p>
            <a:pPr marL="108000" lvl="1" indent="-108000" defTabSz="1078664" fontAlgn="base" latinLnBrk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chemeClr val="tx1">
                  <a:lumMod val="75000"/>
                  <a:lumOff val="25000"/>
                </a:schemeClr>
              </a:buClr>
              <a:buSzPct val="80000"/>
              <a:buFont typeface="Arial" panose="020B0604020202020204" pitchFamily="34" charset="0"/>
              <a:buChar char="•"/>
              <a:tabLst>
                <a:tab pos="6150461" algn="l"/>
              </a:tabLst>
              <a:defRPr/>
            </a:pPr>
            <a:r>
              <a:rPr lang="ko-KR" altLang="en-US" sz="1200" spc="-100" dirty="0">
                <a:latin typeface="Rix모던고딕 M" pitchFamily="18" charset="-127"/>
                <a:ea typeface="Rix모던고딕 M" pitchFamily="18" charset="-127"/>
              </a:rPr>
              <a:t>내부망에 설치된 </a:t>
            </a:r>
            <a:r>
              <a:rPr lang="en-US" altLang="ko-KR" sz="1200" spc="-100" dirty="0">
                <a:latin typeface="Rix모던고딕 M" pitchFamily="18" charset="-127"/>
                <a:ea typeface="Rix모던고딕 M" pitchFamily="18" charset="-127"/>
              </a:rPr>
              <a:t>m-station</a:t>
            </a:r>
            <a:r>
              <a:rPr lang="ko-KR" altLang="en-US" sz="1200" spc="-100" dirty="0">
                <a:latin typeface="Rix모던고딕 M" pitchFamily="18" charset="-127"/>
                <a:ea typeface="Rix모던고딕 M" pitchFamily="18" charset="-127"/>
              </a:rPr>
              <a:t>을 통해 다수의 </a:t>
            </a:r>
            <a:r>
              <a:rPr lang="en-US" altLang="ko-KR" sz="1200" spc="-100" dirty="0">
                <a:latin typeface="Rix모던고딕 M" pitchFamily="18" charset="-127"/>
                <a:ea typeface="Rix모던고딕 M" pitchFamily="18" charset="-127"/>
              </a:rPr>
              <a:t>Client</a:t>
            </a:r>
            <a:r>
              <a:rPr lang="ko-KR" altLang="en-US" sz="1200" spc="-100" dirty="0">
                <a:latin typeface="Rix모던고딕 M" pitchFamily="18" charset="-127"/>
                <a:ea typeface="Rix모던고딕 M" pitchFamily="18" charset="-127"/>
              </a:rPr>
              <a:t>가 작성한 문자 </a:t>
            </a:r>
            <a:r>
              <a:rPr lang="ko-KR" altLang="en-US" sz="1200" spc="-100" dirty="0" smtClean="0">
                <a:latin typeface="Rix모던고딕 M" pitchFamily="18" charset="-127"/>
                <a:ea typeface="Rix모던고딕 M" pitchFamily="18" charset="-127"/>
              </a:rPr>
              <a:t>메시지를 </a:t>
            </a:r>
            <a:r>
              <a:rPr lang="ko-KR" altLang="en-US" sz="1200" spc="-100" dirty="0">
                <a:latin typeface="Rix모던고딕 M" pitchFamily="18" charset="-127"/>
                <a:ea typeface="Rix모던고딕 M" pitchFamily="18" charset="-127"/>
              </a:rPr>
              <a:t>최단거리에 위치한 이동통신사 기지국에 전달하여 </a:t>
            </a:r>
            <a:r>
              <a:rPr lang="ko-KR" altLang="en-US" sz="1200" spc="-100" dirty="0" smtClean="0">
                <a:latin typeface="Rix모던고딕 M" pitchFamily="18" charset="-127"/>
                <a:ea typeface="Rix모던고딕 M" pitchFamily="18" charset="-127"/>
              </a:rPr>
              <a:t>이동통신망을 </a:t>
            </a:r>
            <a:r>
              <a:rPr lang="ko-KR" altLang="en-US" sz="1200" spc="-100" dirty="0">
                <a:latin typeface="Rix모던고딕 M" pitchFamily="18" charset="-127"/>
                <a:ea typeface="Rix모던고딕 M" pitchFamily="18" charset="-127"/>
              </a:rPr>
              <a:t>통해 문자메시지를 전달</a:t>
            </a:r>
          </a:p>
        </p:txBody>
      </p:sp>
      <p:pic>
        <p:nvPicPr>
          <p:cNvPr id="81" name="Picture 2" descr="C:\Users\User\Desktop\Untitled-1-02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3925" y="1939205"/>
            <a:ext cx="4903787" cy="1917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2" name="그룹 81"/>
          <p:cNvGrpSpPr/>
          <p:nvPr/>
        </p:nvGrpSpPr>
        <p:grpSpPr>
          <a:xfrm>
            <a:off x="5336680" y="4693443"/>
            <a:ext cx="1454626" cy="904558"/>
            <a:chOff x="5073568" y="4800123"/>
            <a:chExt cx="1454626" cy="904558"/>
          </a:xfrm>
        </p:grpSpPr>
        <p:pic>
          <p:nvPicPr>
            <p:cNvPr id="83" name="Picture 3" descr="C:\Users\User\Desktop\Untitled-1-03.png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73568" y="4800123"/>
              <a:ext cx="1454626" cy="90455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84" name="직사각형 83"/>
            <p:cNvSpPr/>
            <p:nvPr/>
          </p:nvSpPr>
          <p:spPr bwMode="auto">
            <a:xfrm>
              <a:off x="5500148" y="5098902"/>
              <a:ext cx="866775" cy="332399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  <a:scene3d>
                <a:camera prst="orthographicFront"/>
                <a:lightRig rig="threePt" dir="t"/>
              </a:scene3d>
              <a:sp3d>
                <a:bevelT w="1270"/>
              </a:sp3d>
            </a:bodyPr>
            <a:lstStyle/>
            <a:p>
              <a:pPr marL="0" lvl="1">
                <a:lnSpc>
                  <a:spcPct val="90000"/>
                </a:lnSpc>
              </a:pPr>
              <a:r>
                <a:rPr lang="ko-KR" altLang="en-US" sz="1200" kern="0" spc="-100" dirty="0" smtClean="0">
                  <a:ln>
                    <a:noFill/>
                    <a:prstDash val="solid"/>
                  </a:ln>
                  <a:effectLst>
                    <a:glow rad="63500">
                      <a:schemeClr val="bg1">
                        <a:alpha val="86000"/>
                      </a:schemeClr>
                    </a:glow>
                  </a:effectLst>
                  <a:latin typeface="Rix고딕 B" pitchFamily="18" charset="-127"/>
                  <a:ea typeface="Rix고딕 B" pitchFamily="18" charset="-127"/>
                </a:rPr>
                <a:t>개인정보</a:t>
              </a:r>
              <a:endParaRPr lang="en-US" altLang="ko-KR" sz="1200" kern="0" spc="-100" dirty="0" smtClean="0">
                <a:ln>
                  <a:noFill/>
                  <a:prstDash val="solid"/>
                </a:ln>
                <a:effectLst>
                  <a:glow rad="63500">
                    <a:schemeClr val="bg1">
                      <a:alpha val="86000"/>
                    </a:schemeClr>
                  </a:glow>
                </a:effectLst>
                <a:latin typeface="Rix고딕 B" pitchFamily="18" charset="-127"/>
                <a:ea typeface="Rix고딕 B" pitchFamily="18" charset="-127"/>
              </a:endParaRPr>
            </a:p>
            <a:p>
              <a:pPr marL="0" lvl="1">
                <a:lnSpc>
                  <a:spcPct val="90000"/>
                </a:lnSpc>
              </a:pPr>
              <a:r>
                <a:rPr lang="ko-KR" altLang="en-US" sz="1200" kern="0" spc="-100" dirty="0" smtClean="0">
                  <a:ln>
                    <a:noFill/>
                    <a:prstDash val="solid"/>
                  </a:ln>
                  <a:effectLst>
                    <a:glow rad="63500">
                      <a:schemeClr val="bg1">
                        <a:alpha val="86000"/>
                      </a:schemeClr>
                    </a:glow>
                  </a:effectLst>
                  <a:latin typeface="Rix고딕 B" pitchFamily="18" charset="-127"/>
                  <a:ea typeface="Rix고딕 B" pitchFamily="18" charset="-127"/>
                </a:rPr>
                <a:t>유출 경로 차단</a:t>
              </a:r>
              <a:endParaRPr lang="ko-KR" altLang="en-US" sz="1200" kern="0" spc="-100" dirty="0">
                <a:ln>
                  <a:noFill/>
                  <a:prstDash val="solid"/>
                </a:ln>
                <a:effectLst>
                  <a:glow rad="63500">
                    <a:schemeClr val="bg1">
                      <a:alpha val="86000"/>
                    </a:schemeClr>
                  </a:glow>
                </a:effectLst>
                <a:latin typeface="Rix고딕 B" pitchFamily="18" charset="-127"/>
                <a:ea typeface="Rix고딕 B" pitchFamily="18" charset="-127"/>
              </a:endParaRPr>
            </a:p>
          </p:txBody>
        </p:sp>
      </p:grpSp>
      <p:grpSp>
        <p:nvGrpSpPr>
          <p:cNvPr id="85" name="그룹 84"/>
          <p:cNvGrpSpPr/>
          <p:nvPr/>
        </p:nvGrpSpPr>
        <p:grpSpPr>
          <a:xfrm>
            <a:off x="7027099" y="4693443"/>
            <a:ext cx="1454626" cy="904558"/>
            <a:chOff x="6865063" y="4800123"/>
            <a:chExt cx="1454626" cy="904558"/>
          </a:xfrm>
        </p:grpSpPr>
        <p:pic>
          <p:nvPicPr>
            <p:cNvPr id="86" name="Picture 3" descr="C:\Users\User\Desktop\Untitled-1-03.png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865063" y="4800123"/>
              <a:ext cx="1454626" cy="90455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87" name="직사각형 86"/>
            <p:cNvSpPr/>
            <p:nvPr/>
          </p:nvSpPr>
          <p:spPr bwMode="auto">
            <a:xfrm>
              <a:off x="7263528" y="5095727"/>
              <a:ext cx="807846" cy="332399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  <a:scene3d>
                <a:camera prst="orthographicFront"/>
                <a:lightRig rig="threePt" dir="t"/>
              </a:scene3d>
              <a:sp3d>
                <a:bevelT w="1270"/>
              </a:sp3d>
            </a:bodyPr>
            <a:lstStyle/>
            <a:p>
              <a:pPr marL="0" lvl="1">
                <a:lnSpc>
                  <a:spcPct val="90000"/>
                </a:lnSpc>
              </a:pPr>
              <a:r>
                <a:rPr lang="ko-KR" altLang="en-US" sz="1200" kern="0" spc="-100" dirty="0">
                  <a:ln>
                    <a:noFill/>
                    <a:prstDash val="solid"/>
                  </a:ln>
                  <a:effectLst>
                    <a:glow rad="63500">
                      <a:schemeClr val="bg1">
                        <a:alpha val="86000"/>
                      </a:schemeClr>
                    </a:glow>
                  </a:effectLst>
                  <a:latin typeface="Rix고딕 B" pitchFamily="18" charset="-127"/>
                  <a:ea typeface="Rix고딕 B" pitchFamily="18" charset="-127"/>
                </a:rPr>
                <a:t>시스템</a:t>
              </a:r>
              <a:endParaRPr lang="en-US" altLang="ko-KR" sz="1200" kern="0" spc="-100" dirty="0">
                <a:ln>
                  <a:noFill/>
                  <a:prstDash val="solid"/>
                </a:ln>
                <a:effectLst>
                  <a:glow rad="63500">
                    <a:schemeClr val="bg1">
                      <a:alpha val="86000"/>
                    </a:schemeClr>
                  </a:glow>
                </a:effectLst>
                <a:latin typeface="Rix고딕 B" pitchFamily="18" charset="-127"/>
                <a:ea typeface="Rix고딕 B" pitchFamily="18" charset="-127"/>
              </a:endParaRPr>
            </a:p>
            <a:p>
              <a:pPr marL="0" lvl="1">
                <a:lnSpc>
                  <a:spcPct val="90000"/>
                </a:lnSpc>
              </a:pPr>
              <a:r>
                <a:rPr lang="ko-KR" altLang="en-US" sz="1200" kern="0" spc="-100" dirty="0" smtClean="0">
                  <a:ln>
                    <a:noFill/>
                    <a:prstDash val="solid"/>
                  </a:ln>
                  <a:effectLst>
                    <a:glow rad="63500">
                      <a:schemeClr val="bg1">
                        <a:alpha val="86000"/>
                      </a:schemeClr>
                    </a:glow>
                  </a:effectLst>
                  <a:latin typeface="Rix고딕 B" pitchFamily="18" charset="-127"/>
                  <a:ea typeface="Rix고딕 B" pitchFamily="18" charset="-127"/>
                </a:rPr>
                <a:t>안전성 확보</a:t>
              </a:r>
              <a:endParaRPr lang="ko-KR" altLang="en-US" sz="1200" kern="0" spc="-100" dirty="0">
                <a:ln>
                  <a:noFill/>
                  <a:prstDash val="solid"/>
                </a:ln>
                <a:effectLst>
                  <a:glow rad="63500">
                    <a:schemeClr val="bg1">
                      <a:alpha val="86000"/>
                    </a:schemeClr>
                  </a:glow>
                </a:effectLst>
                <a:latin typeface="Rix고딕 B" pitchFamily="18" charset="-127"/>
                <a:ea typeface="Rix고딕 B" pitchFamily="18" charset="-127"/>
              </a:endParaRPr>
            </a:p>
          </p:txBody>
        </p:sp>
      </p:grpSp>
      <p:grpSp>
        <p:nvGrpSpPr>
          <p:cNvPr id="96" name="그룹 95"/>
          <p:cNvGrpSpPr/>
          <p:nvPr/>
        </p:nvGrpSpPr>
        <p:grpSpPr>
          <a:xfrm>
            <a:off x="8786098" y="4693443"/>
            <a:ext cx="1454626" cy="904558"/>
            <a:chOff x="8725138" y="4800123"/>
            <a:chExt cx="1454626" cy="904558"/>
          </a:xfrm>
        </p:grpSpPr>
        <p:pic>
          <p:nvPicPr>
            <p:cNvPr id="97" name="Picture 3" descr="C:\Users\User\Desktop\Untitled-1-03.png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725138" y="4800123"/>
              <a:ext cx="1454626" cy="90455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98" name="직사각형 97"/>
            <p:cNvSpPr/>
            <p:nvPr/>
          </p:nvSpPr>
          <p:spPr bwMode="auto">
            <a:xfrm>
              <a:off x="9160908" y="5095727"/>
              <a:ext cx="762872" cy="332399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  <a:scene3d>
                <a:camera prst="orthographicFront"/>
                <a:lightRig rig="threePt" dir="t"/>
              </a:scene3d>
              <a:sp3d>
                <a:bevelT w="1270"/>
              </a:sp3d>
            </a:bodyPr>
            <a:lstStyle/>
            <a:p>
              <a:pPr marL="0" lvl="1">
                <a:lnSpc>
                  <a:spcPct val="90000"/>
                </a:lnSpc>
              </a:pPr>
              <a:r>
                <a:rPr lang="ko-KR" altLang="en-US" sz="1200" kern="0" spc="-100" dirty="0">
                  <a:ln>
                    <a:noFill/>
                    <a:prstDash val="solid"/>
                  </a:ln>
                  <a:effectLst>
                    <a:glow rad="63500">
                      <a:schemeClr val="bg1">
                        <a:alpha val="86000"/>
                      </a:schemeClr>
                    </a:glow>
                  </a:effectLst>
                  <a:latin typeface="Rix고딕 B" pitchFamily="18" charset="-127"/>
                  <a:ea typeface="Rix고딕 B" pitchFamily="18" charset="-127"/>
                </a:rPr>
                <a:t>업무</a:t>
              </a:r>
              <a:endParaRPr lang="en-US" altLang="ko-KR" sz="1200" kern="0" spc="-100" dirty="0">
                <a:ln>
                  <a:noFill/>
                  <a:prstDash val="solid"/>
                </a:ln>
                <a:effectLst>
                  <a:glow rad="63500">
                    <a:schemeClr val="bg1">
                      <a:alpha val="86000"/>
                    </a:schemeClr>
                  </a:glow>
                </a:effectLst>
                <a:latin typeface="Rix고딕 B" pitchFamily="18" charset="-127"/>
                <a:ea typeface="Rix고딕 B" pitchFamily="18" charset="-127"/>
              </a:endParaRPr>
            </a:p>
            <a:p>
              <a:pPr marL="0" lvl="1">
                <a:lnSpc>
                  <a:spcPct val="90000"/>
                </a:lnSpc>
              </a:pPr>
              <a:r>
                <a:rPr lang="ko-KR" altLang="en-US" sz="1200" kern="0" spc="-100" dirty="0" smtClean="0">
                  <a:ln>
                    <a:noFill/>
                    <a:prstDash val="solid"/>
                  </a:ln>
                  <a:effectLst>
                    <a:glow rad="63500">
                      <a:schemeClr val="bg1">
                        <a:alpha val="86000"/>
                      </a:schemeClr>
                    </a:glow>
                  </a:effectLst>
                  <a:latin typeface="Rix고딕 B" pitchFamily="18" charset="-127"/>
                  <a:ea typeface="Rix고딕 B" pitchFamily="18" charset="-127"/>
                </a:rPr>
                <a:t>효율성 향상</a:t>
              </a:r>
              <a:endParaRPr lang="ko-KR" altLang="en-US" sz="1200" kern="0" spc="-100" dirty="0">
                <a:ln>
                  <a:noFill/>
                  <a:prstDash val="solid"/>
                </a:ln>
                <a:effectLst>
                  <a:glow rad="63500">
                    <a:schemeClr val="bg1">
                      <a:alpha val="86000"/>
                    </a:schemeClr>
                  </a:glow>
                </a:effectLst>
                <a:latin typeface="Rix고딕 B" pitchFamily="18" charset="-127"/>
                <a:ea typeface="Rix고딕 B" pitchFamily="18" charset="-127"/>
              </a:endParaRPr>
            </a:p>
          </p:txBody>
        </p:sp>
      </p:grpSp>
      <p:sp>
        <p:nvSpPr>
          <p:cNvPr id="99" name="직사각형 98"/>
          <p:cNvSpPr/>
          <p:nvPr/>
        </p:nvSpPr>
        <p:spPr>
          <a:xfrm>
            <a:off x="5533440" y="5646071"/>
            <a:ext cx="1499635" cy="5586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t" anchorCtr="0">
            <a:spAutoFit/>
            <a:scene3d>
              <a:camera prst="orthographicFront"/>
              <a:lightRig rig="threePt" dir="t"/>
            </a:scene3d>
            <a:sp3d>
              <a:bevelT w="0"/>
            </a:sp3d>
          </a:bodyPr>
          <a:lstStyle/>
          <a:p>
            <a:pPr marL="0" lvl="1" defTabSz="1078664" fontAlgn="base" latinLnBrk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chemeClr val="tx1">
                  <a:lumMod val="75000"/>
                  <a:lumOff val="25000"/>
                </a:schemeClr>
              </a:buClr>
              <a:buSzPct val="80000"/>
              <a:tabLst>
                <a:tab pos="6150461" algn="l"/>
              </a:tabLst>
              <a:defRPr/>
            </a:pPr>
            <a:r>
              <a:rPr lang="ko-KR" altLang="en-US" sz="1100" spc="-100" dirty="0" smtClean="0">
                <a:latin typeface="Rix모던고딕 M" pitchFamily="18" charset="-127"/>
                <a:ea typeface="Rix모던고딕 M" pitchFamily="18" charset="-127"/>
              </a:rPr>
              <a:t>대행 업체 이용에 따른</a:t>
            </a:r>
            <a:endParaRPr lang="en-US" altLang="ko-KR" sz="1100" spc="-100" dirty="0" smtClean="0">
              <a:latin typeface="Rix모던고딕 M" pitchFamily="18" charset="-127"/>
              <a:ea typeface="Rix모던고딕 M" pitchFamily="18" charset="-127"/>
            </a:endParaRPr>
          </a:p>
          <a:p>
            <a:pPr marL="0" lvl="1" defTabSz="1078664" fontAlgn="base" latinLnBrk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chemeClr val="tx1">
                  <a:lumMod val="75000"/>
                  <a:lumOff val="25000"/>
                </a:schemeClr>
              </a:buClr>
              <a:buSzPct val="80000"/>
              <a:tabLst>
                <a:tab pos="6150461" algn="l"/>
              </a:tabLst>
              <a:defRPr/>
            </a:pPr>
            <a:r>
              <a:rPr lang="ko-KR" altLang="en-US" sz="1100" spc="-100" dirty="0" smtClean="0">
                <a:latin typeface="Rix모던고딕 M" pitchFamily="18" charset="-127"/>
                <a:ea typeface="Rix모던고딕 M" pitchFamily="18" charset="-127"/>
              </a:rPr>
              <a:t>불신감 해소</a:t>
            </a:r>
            <a:endParaRPr lang="en-US" altLang="ko-KR" sz="1100" spc="-100" dirty="0" smtClean="0">
              <a:latin typeface="Rix모던고딕 M" pitchFamily="18" charset="-127"/>
              <a:ea typeface="Rix모던고딕 M" pitchFamily="18" charset="-127"/>
            </a:endParaRPr>
          </a:p>
          <a:p>
            <a:pPr marL="0" lvl="1" defTabSz="1078664" fontAlgn="base" latinLnBrk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chemeClr val="tx1">
                  <a:lumMod val="75000"/>
                  <a:lumOff val="25000"/>
                </a:schemeClr>
              </a:buClr>
              <a:buSzPct val="80000"/>
              <a:tabLst>
                <a:tab pos="6150461" algn="l"/>
              </a:tabLst>
              <a:defRPr/>
            </a:pPr>
            <a:r>
              <a:rPr lang="ko-KR" altLang="en-US" sz="1100" spc="-100" dirty="0">
                <a:latin typeface="Rix모던고딕 M" pitchFamily="18" charset="-127"/>
                <a:ea typeface="Rix모던고딕 M" pitchFamily="18" charset="-127"/>
              </a:rPr>
              <a:t>및 </a:t>
            </a:r>
            <a:r>
              <a:rPr lang="ko-KR" altLang="en-US" sz="1100" spc="-100" dirty="0" smtClean="0">
                <a:latin typeface="Rix모던고딕 M" pitchFamily="18" charset="-127"/>
                <a:ea typeface="Rix모던고딕 M" pitchFamily="18" charset="-127"/>
              </a:rPr>
              <a:t>불필요한 불편 감소</a:t>
            </a:r>
            <a:endParaRPr lang="ko-KR" altLang="en-US" sz="1100" spc="-100" dirty="0">
              <a:latin typeface="Rix모던고딕 M" pitchFamily="18" charset="-127"/>
              <a:ea typeface="Rix모던고딕 M" pitchFamily="18" charset="-127"/>
            </a:endParaRPr>
          </a:p>
        </p:txBody>
      </p:sp>
      <p:sp>
        <p:nvSpPr>
          <p:cNvPr id="100" name="직사각형 99"/>
          <p:cNvSpPr/>
          <p:nvPr/>
        </p:nvSpPr>
        <p:spPr>
          <a:xfrm>
            <a:off x="7210690" y="5646071"/>
            <a:ext cx="1499635" cy="5586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t" anchorCtr="0">
            <a:spAutoFit/>
            <a:scene3d>
              <a:camera prst="orthographicFront"/>
              <a:lightRig rig="threePt" dir="t"/>
            </a:scene3d>
            <a:sp3d>
              <a:bevelT w="0"/>
            </a:sp3d>
          </a:bodyPr>
          <a:lstStyle/>
          <a:p>
            <a:pPr marL="0" lvl="1" defTabSz="1078664" fontAlgn="base" latinLnBrk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chemeClr val="tx1">
                  <a:lumMod val="75000"/>
                  <a:lumOff val="25000"/>
                </a:schemeClr>
              </a:buClr>
              <a:buSzPct val="80000"/>
              <a:tabLst>
                <a:tab pos="6150461" algn="l"/>
              </a:tabLst>
              <a:defRPr/>
            </a:pPr>
            <a:r>
              <a:rPr lang="ko-KR" altLang="en-US" sz="1100" spc="-100" dirty="0" smtClean="0">
                <a:latin typeface="Rix모던고딕 M" pitchFamily="18" charset="-127"/>
                <a:ea typeface="Rix모던고딕 M" pitchFamily="18" charset="-127"/>
              </a:rPr>
              <a:t>내부망 </a:t>
            </a:r>
            <a:r>
              <a:rPr lang="en-US" altLang="ko-KR" sz="1100" spc="-100" dirty="0" smtClean="0">
                <a:latin typeface="Rix모던고딕 M" pitchFamily="18" charset="-127"/>
                <a:ea typeface="Rix모던고딕 M" pitchFamily="18" charset="-127"/>
              </a:rPr>
              <a:t>&amp; </a:t>
            </a:r>
            <a:r>
              <a:rPr lang="ko-KR" altLang="en-US" sz="1100" spc="-100" dirty="0" smtClean="0">
                <a:latin typeface="Rix모던고딕 M" pitchFamily="18" charset="-127"/>
                <a:ea typeface="Rix모던고딕 M" pitchFamily="18" charset="-127"/>
              </a:rPr>
              <a:t>외부망의 이원화를</a:t>
            </a:r>
            <a:endParaRPr lang="en-US" altLang="ko-KR" sz="1100" spc="-100" dirty="0" smtClean="0">
              <a:latin typeface="Rix모던고딕 M" pitchFamily="18" charset="-127"/>
              <a:ea typeface="Rix모던고딕 M" pitchFamily="18" charset="-127"/>
            </a:endParaRPr>
          </a:p>
          <a:p>
            <a:pPr marL="0" lvl="1" defTabSz="1078664" fontAlgn="base" latinLnBrk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chemeClr val="tx1">
                  <a:lumMod val="75000"/>
                  <a:lumOff val="25000"/>
                </a:schemeClr>
              </a:buClr>
              <a:buSzPct val="80000"/>
              <a:tabLst>
                <a:tab pos="6150461" algn="l"/>
              </a:tabLst>
              <a:defRPr/>
            </a:pPr>
            <a:r>
              <a:rPr lang="ko-KR" altLang="en-US" sz="1100" spc="-100" dirty="0" smtClean="0">
                <a:latin typeface="Rix모던고딕 M" pitchFamily="18" charset="-127"/>
                <a:ea typeface="Rix모던고딕 M" pitchFamily="18" charset="-127"/>
              </a:rPr>
              <a:t>통한 보안성 제공</a:t>
            </a:r>
            <a:endParaRPr lang="en-US" altLang="ko-KR" sz="1100" spc="-100" dirty="0" smtClean="0">
              <a:latin typeface="Rix모던고딕 M" pitchFamily="18" charset="-127"/>
              <a:ea typeface="Rix모던고딕 M" pitchFamily="18" charset="-127"/>
            </a:endParaRPr>
          </a:p>
          <a:p>
            <a:pPr marL="0" lvl="1" defTabSz="1078664" fontAlgn="base" latinLnBrk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chemeClr val="tx1">
                  <a:lumMod val="75000"/>
                  <a:lumOff val="25000"/>
                </a:schemeClr>
              </a:buClr>
              <a:buSzPct val="80000"/>
              <a:tabLst>
                <a:tab pos="6150461" algn="l"/>
              </a:tabLst>
              <a:defRPr/>
            </a:pPr>
            <a:r>
              <a:rPr lang="ko-KR" altLang="en-US" sz="1100" spc="-100" dirty="0" smtClean="0">
                <a:latin typeface="Rix모던고딕 M" pitchFamily="18" charset="-127"/>
                <a:ea typeface="Rix모던고딕 M" pitchFamily="18" charset="-127"/>
              </a:rPr>
              <a:t>안정적</a:t>
            </a:r>
            <a:r>
              <a:rPr lang="ko-KR" altLang="en-US" sz="1100" spc="-100" dirty="0">
                <a:latin typeface="Rix모던고딕 M" pitchFamily="18" charset="-127"/>
                <a:ea typeface="Rix모던고딕 M" pitchFamily="18" charset="-127"/>
              </a:rPr>
              <a:t>인 </a:t>
            </a:r>
            <a:r>
              <a:rPr lang="ko-KR" altLang="en-US" sz="1100" spc="-100" dirty="0" smtClean="0">
                <a:latin typeface="Rix모던고딕 M" pitchFamily="18" charset="-127"/>
                <a:ea typeface="Rix모던고딕 M" pitchFamily="18" charset="-127"/>
              </a:rPr>
              <a:t>시스템 운영</a:t>
            </a:r>
            <a:endParaRPr lang="ko-KR" altLang="en-US" sz="1100" spc="-100" dirty="0">
              <a:latin typeface="Rix모던고딕 M" pitchFamily="18" charset="-127"/>
              <a:ea typeface="Rix모던고딕 M" pitchFamily="18" charset="-127"/>
            </a:endParaRPr>
          </a:p>
        </p:txBody>
      </p:sp>
      <p:sp>
        <p:nvSpPr>
          <p:cNvPr id="101" name="직사각형 100"/>
          <p:cNvSpPr/>
          <p:nvPr/>
        </p:nvSpPr>
        <p:spPr>
          <a:xfrm>
            <a:off x="8960721" y="5646071"/>
            <a:ext cx="1499635" cy="5586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t" anchorCtr="0">
            <a:spAutoFit/>
            <a:scene3d>
              <a:camera prst="orthographicFront"/>
              <a:lightRig rig="threePt" dir="t"/>
            </a:scene3d>
            <a:sp3d>
              <a:bevelT w="0"/>
            </a:sp3d>
          </a:bodyPr>
          <a:lstStyle/>
          <a:p>
            <a:pPr marL="0" lvl="1" defTabSz="1078664" fontAlgn="base" latinLnBrk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chemeClr val="tx1">
                  <a:lumMod val="75000"/>
                  <a:lumOff val="25000"/>
                </a:schemeClr>
              </a:buClr>
              <a:buSzPct val="80000"/>
              <a:tabLst>
                <a:tab pos="6150461" algn="l"/>
              </a:tabLst>
              <a:defRPr/>
            </a:pPr>
            <a:r>
              <a:rPr lang="ko-KR" altLang="en-US" sz="1100" spc="-100" dirty="0" smtClean="0">
                <a:latin typeface="Rix모던고딕 M" pitchFamily="18" charset="-127"/>
                <a:ea typeface="Rix모던고딕 M" pitchFamily="18" charset="-127"/>
              </a:rPr>
              <a:t>안정된 시스템을 통한 다양한</a:t>
            </a:r>
            <a:endParaRPr lang="en-US" altLang="ko-KR" sz="1100" spc="-100" dirty="0" smtClean="0">
              <a:latin typeface="Rix모던고딕 M" pitchFamily="18" charset="-127"/>
              <a:ea typeface="Rix모던고딕 M" pitchFamily="18" charset="-127"/>
            </a:endParaRPr>
          </a:p>
          <a:p>
            <a:pPr marL="0" lvl="1" defTabSz="1078664" fontAlgn="base" latinLnBrk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chemeClr val="tx1">
                  <a:lumMod val="75000"/>
                  <a:lumOff val="25000"/>
                </a:schemeClr>
              </a:buClr>
              <a:buSzPct val="80000"/>
              <a:tabLst>
                <a:tab pos="6150461" algn="l"/>
              </a:tabLst>
              <a:defRPr/>
            </a:pPr>
            <a:r>
              <a:rPr lang="ko-KR" altLang="en-US" sz="1100" spc="-100" dirty="0" smtClean="0">
                <a:latin typeface="Rix모던고딕 M" pitchFamily="18" charset="-127"/>
                <a:ea typeface="Rix모던고딕 M" pitchFamily="18" charset="-127"/>
              </a:rPr>
              <a:t>업무</a:t>
            </a:r>
            <a:r>
              <a:rPr lang="ko-KR" altLang="en-US" sz="1100" spc="-100" dirty="0">
                <a:latin typeface="Rix모던고딕 M" pitchFamily="18" charset="-127"/>
                <a:ea typeface="Rix모던고딕 M" pitchFamily="18" charset="-127"/>
              </a:rPr>
              <a:t>의 </a:t>
            </a:r>
            <a:r>
              <a:rPr lang="ko-KR" altLang="en-US" sz="1100" spc="-100" dirty="0" smtClean="0">
                <a:latin typeface="Rix모던고딕 M" pitchFamily="18" charset="-127"/>
                <a:ea typeface="Rix모던고딕 M" pitchFamily="18" charset="-127"/>
              </a:rPr>
              <a:t>적용 및 활용 가능</a:t>
            </a:r>
            <a:endParaRPr lang="en-US" altLang="ko-KR" sz="1100" spc="-100" dirty="0" smtClean="0">
              <a:latin typeface="Rix모던고딕 M" pitchFamily="18" charset="-127"/>
              <a:ea typeface="Rix모던고딕 M" pitchFamily="18" charset="-127"/>
            </a:endParaRPr>
          </a:p>
          <a:p>
            <a:pPr marL="0" lvl="1" defTabSz="1078664" fontAlgn="base" latinLnBrk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chemeClr val="tx1">
                  <a:lumMod val="75000"/>
                  <a:lumOff val="25000"/>
                </a:schemeClr>
              </a:buClr>
              <a:buSzPct val="80000"/>
              <a:tabLst>
                <a:tab pos="6150461" algn="l"/>
              </a:tabLst>
              <a:defRPr/>
            </a:pPr>
            <a:r>
              <a:rPr lang="ko-KR" altLang="en-US" sz="1100" spc="-100" dirty="0" smtClean="0">
                <a:latin typeface="Rix모던고딕 M" pitchFamily="18" charset="-127"/>
                <a:ea typeface="Rix모던고딕 M" pitchFamily="18" charset="-127"/>
              </a:rPr>
              <a:t>자</a:t>
            </a:r>
            <a:r>
              <a:rPr lang="ko-KR" altLang="en-US" sz="1100" spc="-100" dirty="0">
                <a:latin typeface="Rix모던고딕 M" pitchFamily="18" charset="-127"/>
                <a:ea typeface="Rix모던고딕 M" pitchFamily="18" charset="-127"/>
              </a:rPr>
              <a:t>동 </a:t>
            </a:r>
            <a:r>
              <a:rPr lang="ko-KR" altLang="en-US" sz="1100" spc="-100" dirty="0" smtClean="0">
                <a:latin typeface="Rix모던고딕 M" pitchFamily="18" charset="-127"/>
                <a:ea typeface="Rix모던고딕 M" pitchFamily="18" charset="-127"/>
              </a:rPr>
              <a:t>발송에 따른 효율성 향상</a:t>
            </a:r>
            <a:endParaRPr lang="ko-KR" altLang="en-US" sz="1100" spc="-100" dirty="0">
              <a:latin typeface="Rix모던고딕 M" pitchFamily="18" charset="-127"/>
              <a:ea typeface="Rix모던고딕 M" pitchFamily="18" charset="-127"/>
            </a:endParaRPr>
          </a:p>
        </p:txBody>
      </p:sp>
      <p:sp>
        <p:nvSpPr>
          <p:cNvPr id="102" name="직사각형 101"/>
          <p:cNvSpPr/>
          <p:nvPr/>
        </p:nvSpPr>
        <p:spPr>
          <a:xfrm>
            <a:off x="159524" y="1863189"/>
            <a:ext cx="5057776" cy="2602131"/>
          </a:xfrm>
          <a:prstGeom prst="rect">
            <a:avLst/>
          </a:prstGeom>
          <a:solidFill>
            <a:schemeClr val="bg1">
              <a:alpha val="13000"/>
            </a:schemeClr>
          </a:solidFill>
          <a:ln w="25400">
            <a:solidFill>
              <a:srgbClr val="0DB7C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dirty="0"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103" name="직사각형 102"/>
          <p:cNvSpPr/>
          <p:nvPr/>
        </p:nvSpPr>
        <p:spPr>
          <a:xfrm>
            <a:off x="156955" y="1465520"/>
            <a:ext cx="5060345" cy="359569"/>
          </a:xfrm>
          <a:prstGeom prst="rect">
            <a:avLst/>
          </a:prstGeom>
          <a:solidFill>
            <a:srgbClr val="1B91C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defRPr/>
            </a:pPr>
            <a:r>
              <a:rPr lang="ko-KR" altLang="en-US" sz="1600" spc="-150" dirty="0">
                <a:solidFill>
                  <a:schemeClr val="bg1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시스템 구성도</a:t>
            </a:r>
          </a:p>
        </p:txBody>
      </p:sp>
      <p:sp>
        <p:nvSpPr>
          <p:cNvPr id="106" name="직사각형 105"/>
          <p:cNvSpPr/>
          <p:nvPr/>
        </p:nvSpPr>
        <p:spPr>
          <a:xfrm>
            <a:off x="139271" y="6358788"/>
            <a:ext cx="5078029" cy="774569"/>
          </a:xfrm>
          <a:prstGeom prst="rect">
            <a:avLst/>
          </a:prstGeom>
          <a:solidFill>
            <a:srgbClr val="1B91C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ko-KR" altLang="en-US" dirty="0"/>
          </a:p>
        </p:txBody>
      </p:sp>
      <p:sp>
        <p:nvSpPr>
          <p:cNvPr id="107" name="직사각형 106"/>
          <p:cNvSpPr/>
          <p:nvPr/>
        </p:nvSpPr>
        <p:spPr>
          <a:xfrm>
            <a:off x="156277" y="6405980"/>
            <a:ext cx="5055576" cy="6801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  <a:scene3d>
              <a:camera prst="orthographicFront"/>
              <a:lightRig rig="threePt" dir="t"/>
            </a:scene3d>
            <a:sp3d>
              <a:bevelT w="0"/>
            </a:sp3d>
          </a:bodyPr>
          <a:lstStyle/>
          <a:p>
            <a:pPr marL="0" lvl="1" algn="ctr" defTabSz="1050652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>
                <a:prstClr val="white"/>
              </a:buClr>
              <a:buSzPct val="80000"/>
              <a:tabLst>
                <a:tab pos="5724151" algn="l"/>
              </a:tabLst>
            </a:pPr>
            <a:r>
              <a:rPr lang="ko-KR" altLang="en-US" sz="1700" spc="-211" dirty="0" smtClean="0">
                <a:solidFill>
                  <a:prstClr val="white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기존 국방부에서 사용중인 장비와 동일 제조사 제품으로</a:t>
            </a:r>
            <a:endParaRPr lang="en-US" altLang="ko-KR" sz="1700" spc="-211" dirty="0" smtClean="0">
              <a:solidFill>
                <a:prstClr val="white"/>
              </a:solidFill>
              <a:latin typeface="Rix모던고딕 B" panose="02020603020101020101" pitchFamily="18" charset="-127"/>
              <a:ea typeface="Rix모던고딕 B" panose="02020603020101020101" pitchFamily="18" charset="-127"/>
            </a:endParaRPr>
          </a:p>
          <a:p>
            <a:pPr marL="0" lvl="1" algn="ctr" defTabSz="1050652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>
                <a:prstClr val="white"/>
              </a:buClr>
              <a:buSzPct val="80000"/>
              <a:tabLst>
                <a:tab pos="5724151" algn="l"/>
              </a:tabLst>
            </a:pPr>
            <a:r>
              <a:rPr lang="ko-KR" altLang="en-US" sz="1700" spc="-60" dirty="0" smtClean="0">
                <a:solidFill>
                  <a:prstClr val="white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성능 및 기능 업그레이드</a:t>
            </a:r>
            <a:r>
              <a:rPr lang="en-US" altLang="ko-KR" sz="1700" spc="-60" dirty="0">
                <a:solidFill>
                  <a:prstClr val="white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 </a:t>
            </a:r>
            <a:r>
              <a:rPr lang="ko-KR" altLang="en-US" sz="1700" spc="-60" dirty="0" smtClean="0">
                <a:solidFill>
                  <a:prstClr val="white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및 안정성이 확보된 제품 제공</a:t>
            </a:r>
            <a:endParaRPr lang="ko-KR" altLang="en-US" sz="1700" spc="-60" dirty="0">
              <a:solidFill>
                <a:prstClr val="white"/>
              </a:solidFill>
              <a:latin typeface="Rix모던고딕 B" panose="02020603020101020101" pitchFamily="18" charset="-127"/>
              <a:ea typeface="Rix모던고딕 B" panose="02020603020101020101" pitchFamily="18" charset="-127"/>
            </a:endParaRPr>
          </a:p>
        </p:txBody>
      </p:sp>
      <p:grpSp>
        <p:nvGrpSpPr>
          <p:cNvPr id="109" name="그룹 108"/>
          <p:cNvGrpSpPr/>
          <p:nvPr/>
        </p:nvGrpSpPr>
        <p:grpSpPr>
          <a:xfrm>
            <a:off x="139271" y="4583145"/>
            <a:ext cx="5078029" cy="1738280"/>
            <a:chOff x="139271" y="4583145"/>
            <a:chExt cx="5078029" cy="1738280"/>
          </a:xfrm>
        </p:grpSpPr>
        <p:sp>
          <p:nvSpPr>
            <p:cNvPr id="110" name="직사각형 109"/>
            <p:cNvSpPr/>
            <p:nvPr/>
          </p:nvSpPr>
          <p:spPr>
            <a:xfrm>
              <a:off x="139271" y="4583145"/>
              <a:ext cx="5078029" cy="314613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6487" tIns="48244" rIns="96487" bIns="48244" anchor="ctr"/>
            <a:lstStyle/>
            <a:p>
              <a:pPr algn="ctr"/>
              <a:endParaRPr lang="ko-KR" altLang="en-US" sz="1700" dirty="0">
                <a:latin typeface="나눔고딕" pitchFamily="50" charset="-127"/>
                <a:ea typeface="나눔고딕" pitchFamily="50" charset="-127"/>
              </a:endParaRPr>
            </a:p>
          </p:txBody>
        </p:sp>
        <p:sp>
          <p:nvSpPr>
            <p:cNvPr id="111" name="직사각형 110"/>
            <p:cNvSpPr/>
            <p:nvPr/>
          </p:nvSpPr>
          <p:spPr>
            <a:xfrm>
              <a:off x="172223" y="4634693"/>
              <a:ext cx="2466201" cy="200055"/>
            </a:xfrm>
            <a:prstGeom prst="rect">
              <a:avLst/>
            </a:prstGeom>
          </p:spPr>
          <p:txBody>
            <a:bodyPr wrap="square" lIns="0" tIns="0" rIns="0" bIns="0" anchor="ctr" anchorCtr="0">
              <a:spAutoFit/>
            </a:bodyPr>
            <a:lstStyle/>
            <a:p>
              <a:pPr marL="0" lvl="1" algn="ctr">
                <a:spcBef>
                  <a:spcPct val="0"/>
                </a:spcBef>
              </a:pPr>
              <a:r>
                <a:rPr lang="ko-KR" altLang="en-US" sz="1300" spc="-100" dirty="0">
                  <a:solidFill>
                    <a:schemeClr val="bg1"/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</a:rPr>
                <a:t> </a:t>
              </a:r>
              <a:r>
                <a:rPr lang="en-US" altLang="ko-KR" sz="1300" spc="-100" dirty="0">
                  <a:solidFill>
                    <a:schemeClr val="bg1"/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</a:rPr>
                <a:t>Layer 2 </a:t>
              </a:r>
              <a:r>
                <a:rPr lang="ko-KR" altLang="en-US" sz="1300" spc="-100" dirty="0">
                  <a:solidFill>
                    <a:schemeClr val="bg1"/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</a:rPr>
                <a:t>접속 제어 솔루션</a:t>
              </a:r>
            </a:p>
          </p:txBody>
        </p:sp>
        <p:sp>
          <p:nvSpPr>
            <p:cNvPr id="112" name="직사각형 111"/>
            <p:cNvSpPr/>
            <p:nvPr/>
          </p:nvSpPr>
          <p:spPr>
            <a:xfrm>
              <a:off x="2688411" y="4634693"/>
              <a:ext cx="2523441" cy="200055"/>
            </a:xfrm>
            <a:prstGeom prst="rect">
              <a:avLst/>
            </a:prstGeom>
          </p:spPr>
          <p:txBody>
            <a:bodyPr wrap="square" lIns="0" tIns="0" rIns="0" bIns="0" anchor="ctr" anchorCtr="0">
              <a:spAutoFit/>
            </a:bodyPr>
            <a:lstStyle/>
            <a:p>
              <a:pPr marL="0" lvl="1" algn="ctr">
                <a:spcBef>
                  <a:spcPct val="0"/>
                </a:spcBef>
              </a:pPr>
              <a:r>
                <a:rPr lang="ko-KR" altLang="en-US" sz="1300" spc="-100" dirty="0">
                  <a:solidFill>
                    <a:schemeClr val="bg1"/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</a:rPr>
                <a:t>실시간 제어 및 관리</a:t>
              </a:r>
            </a:p>
          </p:txBody>
        </p:sp>
        <p:sp>
          <p:nvSpPr>
            <p:cNvPr id="113" name="직사각형 112"/>
            <p:cNvSpPr/>
            <p:nvPr/>
          </p:nvSpPr>
          <p:spPr>
            <a:xfrm>
              <a:off x="190071" y="4950158"/>
              <a:ext cx="2280079" cy="3385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0" tIns="0" rIns="0" bIns="0" anchor="t" anchorCtr="0">
              <a:spAutoFit/>
              <a:scene3d>
                <a:camera prst="orthographicFront"/>
                <a:lightRig rig="threePt" dir="t"/>
              </a:scene3d>
              <a:sp3d>
                <a:bevelT w="0"/>
              </a:sp3d>
            </a:bodyPr>
            <a:lstStyle/>
            <a:p>
              <a:pPr marL="108000" lvl="1" indent="-108000" defTabSz="1078664" fontAlgn="base" latinLnBrk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1">
                    <a:lumMod val="75000"/>
                    <a:lumOff val="25000"/>
                  </a:schemeClr>
                </a:buClr>
                <a:buSzPct val="80000"/>
                <a:buFont typeface="Arial" panose="020B0604020202020204" pitchFamily="34" charset="0"/>
                <a:buChar char="•"/>
                <a:tabLst>
                  <a:tab pos="6150461" algn="l"/>
                </a:tabLst>
                <a:defRPr/>
              </a:pPr>
              <a:r>
                <a:rPr lang="en-US" altLang="ko-KR" sz="1000" spc="-100" dirty="0">
                  <a:latin typeface="Rix모던고딕 M" pitchFamily="18" charset="-127"/>
                  <a:ea typeface="Rix모던고딕 M" pitchFamily="18" charset="-127"/>
                </a:rPr>
                <a:t>OS </a:t>
              </a:r>
              <a:r>
                <a:rPr lang="ko-KR" altLang="en-US" sz="1000" spc="-100" dirty="0">
                  <a:latin typeface="Rix모던고딕 M" pitchFamily="18" charset="-127"/>
                  <a:ea typeface="Rix모던고딕 M" pitchFamily="18" charset="-127"/>
                </a:rPr>
                <a:t>제한 없이 모든 </a:t>
              </a:r>
              <a:r>
                <a:rPr lang="en-US" altLang="ko-KR" sz="1000" spc="-100" dirty="0">
                  <a:latin typeface="Rix모던고딕 M" pitchFamily="18" charset="-127"/>
                  <a:ea typeface="Rix모던고딕 M" pitchFamily="18" charset="-127"/>
                </a:rPr>
                <a:t>IP </a:t>
              </a:r>
              <a:r>
                <a:rPr lang="ko-KR" altLang="en-US" sz="1000" spc="-100" dirty="0">
                  <a:latin typeface="Rix모던고딕 M" pitchFamily="18" charset="-127"/>
                  <a:ea typeface="Rix모던고딕 M" pitchFamily="18" charset="-127"/>
                </a:rPr>
                <a:t>장비 제어 가능</a:t>
              </a:r>
            </a:p>
            <a:p>
              <a:pPr marL="108000" lvl="1" indent="-108000" defTabSz="1078664" fontAlgn="base" latinLnBrk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1">
                    <a:lumMod val="75000"/>
                    <a:lumOff val="25000"/>
                  </a:schemeClr>
                </a:buClr>
                <a:buSzPct val="80000"/>
                <a:buFont typeface="Arial" panose="020B0604020202020204" pitchFamily="34" charset="0"/>
                <a:buChar char="•"/>
                <a:tabLst>
                  <a:tab pos="6150461" algn="l"/>
                </a:tabLst>
                <a:defRPr/>
              </a:pPr>
              <a:r>
                <a:rPr lang="ko-KR" altLang="en-US" sz="1000" spc="-100" dirty="0">
                  <a:latin typeface="Rix모던고딕 M" pitchFamily="18" charset="-127"/>
                  <a:ea typeface="Rix모던고딕 M" pitchFamily="18" charset="-127"/>
                </a:rPr>
                <a:t>철저하고 강력한 네트워크 접속 제어</a:t>
              </a:r>
            </a:p>
          </p:txBody>
        </p:sp>
        <p:cxnSp>
          <p:nvCxnSpPr>
            <p:cNvPr id="114" name="직선 연결선 113"/>
            <p:cNvCxnSpPr/>
            <p:nvPr/>
          </p:nvCxnSpPr>
          <p:spPr>
            <a:xfrm>
              <a:off x="2678285" y="4583145"/>
              <a:ext cx="0" cy="314613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5" name="직사각형 114"/>
            <p:cNvSpPr/>
            <p:nvPr/>
          </p:nvSpPr>
          <p:spPr>
            <a:xfrm>
              <a:off x="2752296" y="4950158"/>
              <a:ext cx="2459556" cy="3385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0" tIns="0" rIns="0" bIns="0" anchor="t" anchorCtr="0">
              <a:spAutoFit/>
              <a:scene3d>
                <a:camera prst="orthographicFront"/>
                <a:lightRig rig="threePt" dir="t"/>
              </a:scene3d>
              <a:sp3d>
                <a:bevelT w="0"/>
              </a:sp3d>
            </a:bodyPr>
            <a:lstStyle/>
            <a:p>
              <a:pPr marL="108000" lvl="1" indent="-108000" defTabSz="1078664" fontAlgn="base" latinLnBrk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1">
                    <a:lumMod val="75000"/>
                    <a:lumOff val="25000"/>
                  </a:schemeClr>
                </a:buClr>
                <a:buSzPct val="80000"/>
                <a:buFont typeface="Arial" panose="020B0604020202020204" pitchFamily="34" charset="0"/>
                <a:buChar char="•"/>
                <a:tabLst>
                  <a:tab pos="6150461" algn="l"/>
                </a:tabLst>
                <a:defRPr/>
              </a:pPr>
              <a:r>
                <a:rPr lang="ko-KR" altLang="en-US" sz="1000" spc="-100" dirty="0">
                  <a:latin typeface="Rix모던고딕 M" pitchFamily="18" charset="-127"/>
                  <a:ea typeface="Rix모던고딕 M" pitchFamily="18" charset="-127"/>
                </a:rPr>
                <a:t>실시간 </a:t>
              </a:r>
              <a:r>
                <a:rPr lang="en-US" altLang="ko-KR" sz="1000" spc="-100" dirty="0">
                  <a:latin typeface="Rix모던고딕 M" pitchFamily="18" charset="-127"/>
                  <a:ea typeface="Rix모던고딕 M" pitchFamily="18" charset="-127"/>
                </a:rPr>
                <a:t>IP/MAC </a:t>
              </a:r>
              <a:r>
                <a:rPr lang="ko-KR" altLang="en-US" sz="1000" spc="-100" dirty="0">
                  <a:latin typeface="Rix모던고딕 M" pitchFamily="18" charset="-127"/>
                  <a:ea typeface="Rix모던고딕 M" pitchFamily="18" charset="-127"/>
                </a:rPr>
                <a:t>사용 현황</a:t>
              </a:r>
              <a:r>
                <a:rPr lang="en-US" altLang="ko-KR" sz="1000" spc="-100" dirty="0">
                  <a:latin typeface="Rix모던고딕 M" pitchFamily="18" charset="-127"/>
                  <a:ea typeface="Rix모던고딕 M" pitchFamily="18" charset="-127"/>
                </a:rPr>
                <a:t>/</a:t>
              </a:r>
              <a:r>
                <a:rPr lang="ko-KR" altLang="en-US" sz="1000" spc="-100" dirty="0">
                  <a:latin typeface="Rix모던고딕 M" pitchFamily="18" charset="-127"/>
                  <a:ea typeface="Rix모던고딕 M" pitchFamily="18" charset="-127"/>
                </a:rPr>
                <a:t>이벤트 경고</a:t>
              </a:r>
              <a:r>
                <a:rPr lang="en-US" altLang="ko-KR" sz="1000" spc="-100" dirty="0">
                  <a:latin typeface="Rix모던고딕 M" pitchFamily="18" charset="-127"/>
                  <a:ea typeface="Rix모던고딕 M" pitchFamily="18" charset="-127"/>
                </a:rPr>
                <a:t>/</a:t>
              </a:r>
              <a:r>
                <a:rPr lang="ko-KR" altLang="en-US" sz="1000" spc="-100" dirty="0">
                  <a:latin typeface="Rix모던고딕 M" pitchFamily="18" charset="-127"/>
                  <a:ea typeface="Rix모던고딕 M" pitchFamily="18" charset="-127"/>
                </a:rPr>
                <a:t>차단 및 인증</a:t>
              </a:r>
            </a:p>
            <a:p>
              <a:pPr marL="108000" lvl="1" indent="-108000" defTabSz="1078664" fontAlgn="base" latinLnBrk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1">
                    <a:lumMod val="75000"/>
                    <a:lumOff val="25000"/>
                  </a:schemeClr>
                </a:buClr>
                <a:buSzPct val="80000"/>
                <a:buFont typeface="Arial" panose="020B0604020202020204" pitchFamily="34" charset="0"/>
                <a:buChar char="•"/>
                <a:tabLst>
                  <a:tab pos="6150461" algn="l"/>
                </a:tabLst>
                <a:defRPr/>
              </a:pPr>
              <a:r>
                <a:rPr lang="ko-KR" altLang="en-US" sz="1000" spc="-100" dirty="0">
                  <a:latin typeface="Rix모던고딕 M" pitchFamily="18" charset="-127"/>
                  <a:ea typeface="Rix모던고딕 M" pitchFamily="18" charset="-127"/>
                </a:rPr>
                <a:t>실시간 </a:t>
              </a:r>
              <a:r>
                <a:rPr lang="en-US" altLang="ko-KR" sz="1000" spc="-100" dirty="0">
                  <a:latin typeface="Rix모던고딕 M" pitchFamily="18" charset="-127"/>
                  <a:ea typeface="Rix모던고딕 M" pitchFamily="18" charset="-127"/>
                </a:rPr>
                <a:t>IP </a:t>
              </a:r>
              <a:r>
                <a:rPr lang="ko-KR" altLang="en-US" sz="1000" spc="-100" dirty="0">
                  <a:latin typeface="Rix모던고딕 M" pitchFamily="18" charset="-127"/>
                  <a:ea typeface="Rix모던고딕 M" pitchFamily="18" charset="-127"/>
                </a:rPr>
                <a:t>충돌 감지 및 방지</a:t>
              </a:r>
            </a:p>
          </p:txBody>
        </p:sp>
        <p:sp>
          <p:nvSpPr>
            <p:cNvPr id="116" name="직사각형 115"/>
            <p:cNvSpPr/>
            <p:nvPr/>
          </p:nvSpPr>
          <p:spPr>
            <a:xfrm>
              <a:off x="139271" y="5374976"/>
              <a:ext cx="5078029" cy="314613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6487" tIns="48244" rIns="96487" bIns="48244" anchor="ctr"/>
            <a:lstStyle/>
            <a:p>
              <a:pPr algn="ctr"/>
              <a:endParaRPr lang="ko-KR" altLang="en-US" sz="1700" dirty="0">
                <a:latin typeface="나눔고딕" pitchFamily="50" charset="-127"/>
                <a:ea typeface="나눔고딕" pitchFamily="50" charset="-127"/>
              </a:endParaRPr>
            </a:p>
          </p:txBody>
        </p:sp>
        <p:sp>
          <p:nvSpPr>
            <p:cNvPr id="117" name="직사각형 116"/>
            <p:cNvSpPr/>
            <p:nvPr/>
          </p:nvSpPr>
          <p:spPr>
            <a:xfrm>
              <a:off x="172223" y="5426524"/>
              <a:ext cx="2466201" cy="200055"/>
            </a:xfrm>
            <a:prstGeom prst="rect">
              <a:avLst/>
            </a:prstGeom>
          </p:spPr>
          <p:txBody>
            <a:bodyPr wrap="square" lIns="0" tIns="0" rIns="0" bIns="0" anchor="ctr" anchorCtr="0">
              <a:spAutoFit/>
            </a:bodyPr>
            <a:lstStyle/>
            <a:p>
              <a:pPr marL="0" lvl="1" algn="ctr">
                <a:spcBef>
                  <a:spcPct val="0"/>
                </a:spcBef>
              </a:pPr>
              <a:r>
                <a:rPr lang="ko-KR" altLang="en-US" sz="1300" spc="-100" dirty="0">
                  <a:solidFill>
                    <a:schemeClr val="bg1"/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</a:rPr>
                <a:t> 쉽고 편리한 제품 설치 및 운영</a:t>
              </a:r>
            </a:p>
          </p:txBody>
        </p:sp>
        <p:sp>
          <p:nvSpPr>
            <p:cNvPr id="118" name="직사각형 117"/>
            <p:cNvSpPr/>
            <p:nvPr/>
          </p:nvSpPr>
          <p:spPr>
            <a:xfrm>
              <a:off x="2688411" y="5426524"/>
              <a:ext cx="2523441" cy="200055"/>
            </a:xfrm>
            <a:prstGeom prst="rect">
              <a:avLst/>
            </a:prstGeom>
          </p:spPr>
          <p:txBody>
            <a:bodyPr wrap="square" lIns="0" tIns="0" rIns="0" bIns="0" anchor="ctr" anchorCtr="0">
              <a:spAutoFit/>
            </a:bodyPr>
            <a:lstStyle/>
            <a:p>
              <a:pPr marL="0" lvl="1" algn="ctr">
                <a:spcBef>
                  <a:spcPct val="0"/>
                </a:spcBef>
              </a:pPr>
              <a:r>
                <a:rPr lang="ko-KR" altLang="en-US" sz="1300" spc="-100" dirty="0">
                  <a:solidFill>
                    <a:schemeClr val="bg1"/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</a:rPr>
                <a:t>최적의 보고서 제공</a:t>
              </a:r>
            </a:p>
          </p:txBody>
        </p:sp>
        <p:sp>
          <p:nvSpPr>
            <p:cNvPr id="119" name="직사각형 118"/>
            <p:cNvSpPr/>
            <p:nvPr/>
          </p:nvSpPr>
          <p:spPr>
            <a:xfrm>
              <a:off x="190071" y="5741989"/>
              <a:ext cx="2448353" cy="53347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0" tIns="0" rIns="0" bIns="0" anchor="t" anchorCtr="0">
              <a:spAutoFit/>
              <a:scene3d>
                <a:camera prst="orthographicFront"/>
                <a:lightRig rig="threePt" dir="t"/>
              </a:scene3d>
              <a:sp3d>
                <a:bevelT w="0"/>
              </a:sp3d>
            </a:bodyPr>
            <a:lstStyle/>
            <a:p>
              <a:pPr marL="108000" lvl="1" indent="-108000" defTabSz="1078664" fontAlgn="base" latinLnBrk="0">
                <a:lnSpc>
                  <a:spcPct val="110000"/>
                </a:lnSpc>
                <a:spcBef>
                  <a:spcPts val="200"/>
                </a:spcBef>
                <a:spcAft>
                  <a:spcPct val="0"/>
                </a:spcAft>
                <a:buClr>
                  <a:schemeClr val="tx1">
                    <a:lumMod val="75000"/>
                    <a:lumOff val="25000"/>
                  </a:schemeClr>
                </a:buClr>
                <a:buSzPct val="80000"/>
                <a:buFont typeface="Arial" panose="020B0604020202020204" pitchFamily="34" charset="0"/>
                <a:buChar char="•"/>
                <a:tabLst>
                  <a:tab pos="6150461" algn="l"/>
                </a:tabLst>
                <a:defRPr/>
              </a:pPr>
              <a:r>
                <a:rPr lang="ko-KR" altLang="en-US" sz="1000" spc="-100" dirty="0">
                  <a:latin typeface="Rix모던고딕 M" pitchFamily="18" charset="-127"/>
                  <a:ea typeface="Rix모던고딕 M" pitchFamily="18" charset="-127"/>
                </a:rPr>
                <a:t>사용자 </a:t>
              </a:r>
              <a:r>
                <a:rPr lang="en-US" altLang="ko-KR" sz="1000" spc="-100" dirty="0" smtClean="0">
                  <a:latin typeface="Rix모던고딕 M" pitchFamily="18" charset="-127"/>
                  <a:ea typeface="Rix모던고딕 M" pitchFamily="18" charset="-127"/>
                </a:rPr>
                <a:t>PC</a:t>
              </a:r>
              <a:r>
                <a:rPr lang="ko-KR" altLang="en-US" sz="1000" spc="-100" dirty="0" smtClean="0">
                  <a:latin typeface="Rix모던고딕 M" pitchFamily="18" charset="-127"/>
                  <a:ea typeface="Rix모던고딕 M" pitchFamily="18" charset="-127"/>
                </a:rPr>
                <a:t> </a:t>
              </a:r>
              <a:r>
                <a:rPr lang="en-US" altLang="ko-KR" sz="1000" spc="-100" dirty="0">
                  <a:latin typeface="Rix모던고딕 M" pitchFamily="18" charset="-127"/>
                  <a:ea typeface="Rix모던고딕 M" pitchFamily="18" charset="-127"/>
                </a:rPr>
                <a:t>Agent </a:t>
              </a:r>
              <a:r>
                <a:rPr lang="ko-KR" altLang="en-US" sz="1000" spc="-100" dirty="0">
                  <a:latin typeface="Rix모던고딕 M" pitchFamily="18" charset="-127"/>
                  <a:ea typeface="Rix모던고딕 M" pitchFamily="18" charset="-127"/>
                </a:rPr>
                <a:t>설치 및 네트워크 업그레이드 불필요</a:t>
              </a:r>
            </a:p>
            <a:p>
              <a:pPr marL="108000" lvl="1" indent="-108000" defTabSz="1078664" fontAlgn="base" latinLnBrk="0">
                <a:lnSpc>
                  <a:spcPct val="110000"/>
                </a:lnSpc>
                <a:spcBef>
                  <a:spcPts val="200"/>
                </a:spcBef>
                <a:spcAft>
                  <a:spcPct val="0"/>
                </a:spcAft>
                <a:buClr>
                  <a:schemeClr val="tx1">
                    <a:lumMod val="75000"/>
                    <a:lumOff val="25000"/>
                  </a:schemeClr>
                </a:buClr>
                <a:buSzPct val="80000"/>
                <a:buFont typeface="Arial" panose="020B0604020202020204" pitchFamily="34" charset="0"/>
                <a:buChar char="•"/>
                <a:tabLst>
                  <a:tab pos="6150461" algn="l"/>
                </a:tabLst>
                <a:defRPr/>
              </a:pPr>
              <a:r>
                <a:rPr lang="en-US" altLang="ko-KR" sz="1000" spc="-100" dirty="0">
                  <a:latin typeface="Rix모던고딕 M" pitchFamily="18" charset="-127"/>
                  <a:ea typeface="Rix모던고딕 M" pitchFamily="18" charset="-127"/>
                </a:rPr>
                <a:t>802.1q</a:t>
              </a:r>
              <a:r>
                <a:rPr lang="ko-KR" altLang="en-US" sz="1000" spc="-100" dirty="0">
                  <a:latin typeface="Rix모던고딕 M" pitchFamily="18" charset="-127"/>
                  <a:ea typeface="Rix모던고딕 M" pitchFamily="18" charset="-127"/>
                </a:rPr>
                <a:t>를 통한 멀티 </a:t>
              </a:r>
              <a:r>
                <a:rPr lang="en-US" altLang="ko-KR" sz="1000" spc="-100" dirty="0">
                  <a:latin typeface="Rix모던고딕 M" pitchFamily="18" charset="-127"/>
                  <a:ea typeface="Rix모던고딕 M" pitchFamily="18" charset="-127"/>
                </a:rPr>
                <a:t>VLAN </a:t>
              </a:r>
              <a:r>
                <a:rPr lang="ko-KR" altLang="en-US" sz="1000" spc="-100" dirty="0">
                  <a:latin typeface="Rix모던고딕 M" pitchFamily="18" charset="-127"/>
                  <a:ea typeface="Rix모던고딕 M" pitchFamily="18" charset="-127"/>
                </a:rPr>
                <a:t>통합 관리</a:t>
              </a:r>
            </a:p>
          </p:txBody>
        </p:sp>
        <p:cxnSp>
          <p:nvCxnSpPr>
            <p:cNvPr id="120" name="직선 연결선 119"/>
            <p:cNvCxnSpPr/>
            <p:nvPr/>
          </p:nvCxnSpPr>
          <p:spPr>
            <a:xfrm>
              <a:off x="2678285" y="5374976"/>
              <a:ext cx="0" cy="314613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1" name="직사각형 120"/>
            <p:cNvSpPr/>
            <p:nvPr/>
          </p:nvSpPr>
          <p:spPr>
            <a:xfrm>
              <a:off x="2752296" y="5741989"/>
              <a:ext cx="2459556" cy="3385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0" tIns="0" rIns="0" bIns="0" anchor="t" anchorCtr="0">
              <a:spAutoFit/>
              <a:scene3d>
                <a:camera prst="orthographicFront"/>
                <a:lightRig rig="threePt" dir="t"/>
              </a:scene3d>
              <a:sp3d>
                <a:bevelT w="0"/>
              </a:sp3d>
            </a:bodyPr>
            <a:lstStyle/>
            <a:p>
              <a:pPr marL="108000" lvl="1" indent="-108000" defTabSz="1078664" fontAlgn="base" latinLnBrk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1">
                    <a:lumMod val="75000"/>
                    <a:lumOff val="25000"/>
                  </a:schemeClr>
                </a:buClr>
                <a:buSzPct val="80000"/>
                <a:buFont typeface="Arial" panose="020B0604020202020204" pitchFamily="34" charset="0"/>
                <a:buChar char="•"/>
                <a:tabLst>
                  <a:tab pos="6150461" algn="l"/>
                </a:tabLst>
                <a:defRPr/>
              </a:pPr>
              <a:r>
                <a:rPr lang="ko-KR" altLang="en-US" sz="1000" spc="-100" dirty="0">
                  <a:latin typeface="Rix모던고딕 M" pitchFamily="18" charset="-127"/>
                  <a:ea typeface="Rix모던고딕 M" pitchFamily="18" charset="-127"/>
                </a:rPr>
                <a:t>관리 대역의 정책 정보 </a:t>
              </a:r>
              <a:r>
                <a:rPr lang="en-US" altLang="ko-KR" sz="1000" spc="-100" dirty="0">
                  <a:latin typeface="Rix모던고딕 M" pitchFamily="18" charset="-127"/>
                  <a:ea typeface="Rix모던고딕 M" pitchFamily="18" charset="-127"/>
                </a:rPr>
                <a:t>/</a:t>
              </a:r>
              <a:r>
                <a:rPr lang="ko-KR" altLang="en-US" sz="1000" spc="-100" dirty="0">
                  <a:latin typeface="Rix모던고딕 M" pitchFamily="18" charset="-127"/>
                  <a:ea typeface="Rix모던고딕 M" pitchFamily="18" charset="-127"/>
                </a:rPr>
                <a:t>다양한 형태의 보고서</a:t>
              </a:r>
            </a:p>
            <a:p>
              <a:pPr marL="108000" lvl="1" indent="-108000" defTabSz="1078664" fontAlgn="base" latinLnBrk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1">
                    <a:lumMod val="75000"/>
                    <a:lumOff val="25000"/>
                  </a:schemeClr>
                </a:buClr>
                <a:buSzPct val="80000"/>
                <a:buFont typeface="Arial" panose="020B0604020202020204" pitchFamily="34" charset="0"/>
                <a:buChar char="•"/>
                <a:tabLst>
                  <a:tab pos="6150461" algn="l"/>
                </a:tabLst>
                <a:defRPr/>
              </a:pPr>
              <a:r>
                <a:rPr lang="ko-KR" altLang="en-US" sz="1000" spc="-100" dirty="0">
                  <a:latin typeface="Rix모던고딕 M" pitchFamily="18" charset="-127"/>
                  <a:ea typeface="Rix모던고딕 M" pitchFamily="18" charset="-127"/>
                </a:rPr>
                <a:t>호스트 이벤트 로그</a:t>
              </a:r>
              <a:r>
                <a:rPr lang="en-US" altLang="ko-KR" sz="1000" spc="-100" dirty="0">
                  <a:latin typeface="Rix모던고딕 M" pitchFamily="18" charset="-127"/>
                  <a:ea typeface="Rix모던고딕 M" pitchFamily="18" charset="-127"/>
                </a:rPr>
                <a:t>/</a:t>
              </a:r>
              <a:r>
                <a:rPr lang="ko-KR" altLang="en-US" sz="1000" spc="-100" dirty="0">
                  <a:latin typeface="Rix모던고딕 M" pitchFamily="18" charset="-127"/>
                  <a:ea typeface="Rix모던고딕 M" pitchFamily="18" charset="-127"/>
                </a:rPr>
                <a:t>정책 적용</a:t>
              </a:r>
              <a:r>
                <a:rPr lang="en-US" altLang="ko-KR" sz="1000" spc="-100" dirty="0">
                  <a:latin typeface="Rix모던고딕 M" pitchFamily="18" charset="-127"/>
                  <a:ea typeface="Rix모던고딕 M" pitchFamily="18" charset="-127"/>
                </a:rPr>
                <a:t>/</a:t>
              </a:r>
              <a:r>
                <a:rPr lang="ko-KR" altLang="en-US" sz="1000" spc="-100" dirty="0">
                  <a:latin typeface="Rix모던고딕 M" pitchFamily="18" charset="-127"/>
                  <a:ea typeface="Rix모던고딕 M" pitchFamily="18" charset="-127"/>
                </a:rPr>
                <a:t>이력 정보</a:t>
              </a:r>
            </a:p>
          </p:txBody>
        </p:sp>
        <p:cxnSp>
          <p:nvCxnSpPr>
            <p:cNvPr id="122" name="직선 연결선 121"/>
            <p:cNvCxnSpPr>
              <a:endCxn id="116" idx="0"/>
            </p:cNvCxnSpPr>
            <p:nvPr/>
          </p:nvCxnSpPr>
          <p:spPr>
            <a:xfrm>
              <a:off x="2678285" y="4910458"/>
              <a:ext cx="1" cy="464518"/>
            </a:xfrm>
            <a:prstGeom prst="line">
              <a:avLst/>
            </a:prstGeom>
            <a:ln w="12700">
              <a:solidFill>
                <a:schemeClr val="tx1">
                  <a:lumMod val="50000"/>
                  <a:lumOff val="50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직선 연결선 122"/>
            <p:cNvCxnSpPr/>
            <p:nvPr/>
          </p:nvCxnSpPr>
          <p:spPr>
            <a:xfrm>
              <a:off x="2678285" y="5693119"/>
              <a:ext cx="0" cy="628306"/>
            </a:xfrm>
            <a:prstGeom prst="line">
              <a:avLst/>
            </a:prstGeom>
            <a:ln w="12700">
              <a:solidFill>
                <a:schemeClr val="tx1">
                  <a:lumMod val="50000"/>
                  <a:lumOff val="50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24" name="Picture 2" descr="C:\Users\User\Desktop\Untitled-2-02.jpg"/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01"/>
          <a:stretch/>
        </p:blipFill>
        <p:spPr bwMode="auto">
          <a:xfrm>
            <a:off x="318658" y="1920153"/>
            <a:ext cx="4791075" cy="2511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038995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직사각형 96"/>
          <p:cNvSpPr/>
          <p:nvPr/>
        </p:nvSpPr>
        <p:spPr>
          <a:xfrm>
            <a:off x="0" y="0"/>
            <a:ext cx="10693400" cy="7561263"/>
          </a:xfrm>
          <a:prstGeom prst="rect">
            <a:avLst/>
          </a:prstGeom>
          <a:solidFill>
            <a:schemeClr val="tx1">
              <a:alpha val="8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98" name="직사각형 97"/>
          <p:cNvSpPr/>
          <p:nvPr/>
        </p:nvSpPr>
        <p:spPr>
          <a:xfrm>
            <a:off x="0" y="763588"/>
            <a:ext cx="10693399" cy="631031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 smtClean="0"/>
          </a:p>
        </p:txBody>
      </p:sp>
      <p:sp>
        <p:nvSpPr>
          <p:cNvPr id="99" name="직사각형 98"/>
          <p:cNvSpPr/>
          <p:nvPr/>
        </p:nvSpPr>
        <p:spPr>
          <a:xfrm rot="5400000" flipV="1">
            <a:off x="5042365" y="-4205332"/>
            <a:ext cx="608672" cy="1069339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00" name="Rectangle 209"/>
          <p:cNvSpPr>
            <a:spLocks noChangeArrowheads="1"/>
          </p:cNvSpPr>
          <p:nvPr/>
        </p:nvSpPr>
        <p:spPr bwMode="auto">
          <a:xfrm>
            <a:off x="514350" y="877813"/>
            <a:ext cx="9612416" cy="5208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104306" tIns="52153" rIns="104306" bIns="52153">
            <a:spAutoFit/>
          </a:bodyPr>
          <a:lstStyle/>
          <a:p>
            <a:pPr algn="ctr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ko-KR" altLang="en-US" sz="3000" spc="-250" dirty="0">
                <a:ln/>
                <a:solidFill>
                  <a:schemeClr val="bg1"/>
                </a:solidFill>
                <a:latin typeface="Rix모던고딕 EB" pitchFamily="18" charset="-127"/>
                <a:ea typeface="Rix모던고딕 EB" pitchFamily="18" charset="-127"/>
              </a:rPr>
              <a:t>업무 중단 최소화를 위한 </a:t>
            </a:r>
            <a:r>
              <a:rPr lang="en-US" altLang="ko-KR" sz="3000" spc="-250" dirty="0">
                <a:ln/>
                <a:solidFill>
                  <a:schemeClr val="bg1"/>
                </a:solidFill>
                <a:latin typeface="Rix모던고딕 EB" pitchFamily="18" charset="-127"/>
                <a:ea typeface="Rix모던고딕 EB" pitchFamily="18" charset="-127"/>
              </a:rPr>
              <a:t>4</a:t>
            </a:r>
            <a:r>
              <a:rPr lang="ko-KR" altLang="en-US" sz="3000" spc="-250" dirty="0">
                <a:ln/>
                <a:solidFill>
                  <a:schemeClr val="bg1"/>
                </a:solidFill>
                <a:latin typeface="Rix모던고딕 EB" pitchFamily="18" charset="-127"/>
                <a:ea typeface="Rix모던고딕 EB" pitchFamily="18" charset="-127"/>
              </a:rPr>
              <a:t>단계 사전 점검</a:t>
            </a:r>
          </a:p>
        </p:txBody>
      </p:sp>
      <p:grpSp>
        <p:nvGrpSpPr>
          <p:cNvPr id="3" name="그룹 2"/>
          <p:cNvGrpSpPr/>
          <p:nvPr/>
        </p:nvGrpSpPr>
        <p:grpSpPr>
          <a:xfrm>
            <a:off x="-3" y="1519147"/>
            <a:ext cx="10693404" cy="5453153"/>
            <a:chOff x="-3" y="1807368"/>
            <a:chExt cx="10693404" cy="5075954"/>
          </a:xfrm>
        </p:grpSpPr>
        <p:pic>
          <p:nvPicPr>
            <p:cNvPr id="102" name="Picture 2" descr="G:\work\지에프티GFT\이상호부장님\발표자료\마스터-03.png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rightnessContrast bright="-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-3" y="5345820"/>
              <a:ext cx="10693404" cy="96361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03" name="모서리가 둥근 직사각형 102"/>
            <p:cNvSpPr/>
            <p:nvPr/>
          </p:nvSpPr>
          <p:spPr>
            <a:xfrm rot="10800000" flipV="1">
              <a:off x="-3" y="6309432"/>
              <a:ext cx="10693400" cy="573890"/>
            </a:xfrm>
            <a:prstGeom prst="roundRect">
              <a:avLst>
                <a:gd name="adj" fmla="val 0"/>
              </a:avLst>
            </a:prstGeom>
            <a:solidFill>
              <a:srgbClr val="1B91C1"/>
            </a:solidFill>
            <a:ln w="3175" cap="flat" cmpd="sng" algn="ctr">
              <a:noFill/>
              <a:prstDash val="solid"/>
            </a:ln>
            <a:effectLst/>
          </p:spPr>
          <p:txBody>
            <a:bodyPr lIns="96487" tIns="48244" rIns="96487" bIns="48244" anchor="ctr"/>
            <a:lstStyle/>
            <a:p>
              <a:pPr defTabSz="964875"/>
              <a:endParaRPr lang="ko-KR" altLang="en-US" sz="1900" dirty="0">
                <a:solidFill>
                  <a:schemeClr val="tx1"/>
                </a:solidFill>
              </a:endParaRPr>
            </a:p>
          </p:txBody>
        </p:sp>
        <p:sp>
          <p:nvSpPr>
            <p:cNvPr id="104" name="이등변 삼각형 9"/>
            <p:cNvSpPr/>
            <p:nvPr/>
          </p:nvSpPr>
          <p:spPr>
            <a:xfrm rot="10800000" flipV="1">
              <a:off x="924763" y="6423870"/>
              <a:ext cx="8919279" cy="374911"/>
            </a:xfrm>
            <a:prstGeom prst="rect">
              <a:avLst/>
            </a:prstGeom>
            <a:noFill/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algn="ctr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ko-KR" altLang="en-US" sz="2700" spc="-250" dirty="0" smtClean="0">
                  <a:ln/>
                  <a:solidFill>
                    <a:schemeClr val="bg1"/>
                  </a:solidFill>
                  <a:latin typeface="Rix모던고딕 EB" pitchFamily="18" charset="-127"/>
                  <a:ea typeface="Rix모던고딕 EB" pitchFamily="18" charset="-127"/>
                </a:rPr>
                <a:t>내부 구성에 대한 이해</a:t>
              </a:r>
              <a:endParaRPr lang="ko-KR" altLang="en-US" sz="2700" spc="-250" dirty="0">
                <a:ln/>
                <a:solidFill>
                  <a:schemeClr val="bg1"/>
                </a:solidFill>
                <a:latin typeface="Rix모던고딕 EB" pitchFamily="18" charset="-127"/>
                <a:ea typeface="Rix모던고딕 EB" pitchFamily="18" charset="-127"/>
              </a:endParaRPr>
            </a:p>
          </p:txBody>
        </p:sp>
        <p:grpSp>
          <p:nvGrpSpPr>
            <p:cNvPr id="105" name="그룹 104"/>
            <p:cNvGrpSpPr/>
            <p:nvPr/>
          </p:nvGrpSpPr>
          <p:grpSpPr>
            <a:xfrm>
              <a:off x="1295890" y="4292466"/>
              <a:ext cx="775842" cy="792415"/>
              <a:chOff x="1244446" y="4096300"/>
              <a:chExt cx="823198" cy="823198"/>
            </a:xfrm>
          </p:grpSpPr>
          <p:pic>
            <p:nvPicPr>
              <p:cNvPr id="106" name="Picture 3" descr="G:\work\지에프티GFT\이상호부장님\제안서\마스터\제안서마스터Fixed-47.png"/>
              <p:cNvPicPr>
                <a:picLocks noChangeAspect="1" noChangeArrowheads="1"/>
              </p:cNvPicPr>
              <p:nvPr/>
            </p:nvPicPr>
            <p:blipFill>
              <a:blip r:embed="rId5" cstate="print">
                <a:grayscl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244446" y="4096300"/>
                <a:ext cx="823198" cy="82319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07" name="직사각형 106"/>
              <p:cNvSpPr/>
              <p:nvPr/>
            </p:nvSpPr>
            <p:spPr bwMode="auto">
              <a:xfrm>
                <a:off x="1275856" y="4357218"/>
                <a:ext cx="680746" cy="271773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  <a:scene3d>
                  <a:camera prst="orthographicFront"/>
                  <a:lightRig rig="threePt" dir="t"/>
                </a:scene3d>
                <a:sp3d>
                  <a:bevelT w="1270"/>
                </a:sp3d>
              </a:bodyPr>
              <a:lstStyle/>
              <a:p>
                <a:pPr marL="0" lvl="1" algn="ctr"/>
                <a:r>
                  <a:rPr lang="en-US" altLang="ko-KR" sz="1700" kern="0" spc="-197" dirty="0">
                    <a:ln>
                      <a:noFill/>
                      <a:prstDash val="solid"/>
                    </a:ln>
                    <a:effectLst>
                      <a:glow rad="63500">
                        <a:schemeClr val="bg1">
                          <a:alpha val="86000"/>
                        </a:schemeClr>
                      </a:glow>
                    </a:effectLst>
                    <a:latin typeface="Rix고딕 B" pitchFamily="18" charset="-127"/>
                    <a:ea typeface="Rix고딕 B" pitchFamily="18" charset="-127"/>
                  </a:rPr>
                  <a:t>1</a:t>
                </a:r>
                <a:r>
                  <a:rPr lang="ko-KR" altLang="en-US" sz="1700" kern="0" spc="-197" dirty="0">
                    <a:ln>
                      <a:noFill/>
                      <a:prstDash val="solid"/>
                    </a:ln>
                    <a:effectLst>
                      <a:glow rad="63500">
                        <a:schemeClr val="bg1">
                          <a:alpha val="86000"/>
                        </a:schemeClr>
                      </a:glow>
                    </a:effectLst>
                    <a:latin typeface="Rix고딕 B" pitchFamily="18" charset="-127"/>
                    <a:ea typeface="Rix고딕 B" pitchFamily="18" charset="-127"/>
                  </a:rPr>
                  <a:t>단계</a:t>
                </a:r>
              </a:p>
            </p:txBody>
          </p:sp>
        </p:grpSp>
        <p:grpSp>
          <p:nvGrpSpPr>
            <p:cNvPr id="108" name="그룹 107"/>
            <p:cNvGrpSpPr/>
            <p:nvPr/>
          </p:nvGrpSpPr>
          <p:grpSpPr>
            <a:xfrm>
              <a:off x="3580347" y="4292466"/>
              <a:ext cx="775842" cy="792415"/>
              <a:chOff x="1244446" y="4096300"/>
              <a:chExt cx="823198" cy="823198"/>
            </a:xfrm>
          </p:grpSpPr>
          <p:pic>
            <p:nvPicPr>
              <p:cNvPr id="109" name="Picture 3" descr="G:\work\지에프티GFT\이상호부장님\제안서\마스터\제안서마스터Fixed-47.png"/>
              <p:cNvPicPr>
                <a:picLocks noChangeAspect="1" noChangeArrowheads="1"/>
              </p:cNvPicPr>
              <p:nvPr/>
            </p:nvPicPr>
            <p:blipFill>
              <a:blip r:embed="rId5" cstate="print">
                <a:grayscl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244446" y="4096300"/>
                <a:ext cx="823198" cy="82319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10" name="직사각형 109"/>
              <p:cNvSpPr/>
              <p:nvPr/>
            </p:nvSpPr>
            <p:spPr bwMode="auto">
              <a:xfrm>
                <a:off x="1275856" y="4354576"/>
                <a:ext cx="680746" cy="277056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  <a:scene3d>
                  <a:camera prst="orthographicFront"/>
                  <a:lightRig rig="threePt" dir="t"/>
                </a:scene3d>
                <a:sp3d>
                  <a:bevelT w="1270"/>
                </a:sp3d>
              </a:bodyPr>
              <a:lstStyle/>
              <a:p>
                <a:pPr marL="0" lvl="1" algn="ctr"/>
                <a:r>
                  <a:rPr lang="en-US" altLang="ko-KR" sz="1700" kern="0" spc="-197" dirty="0">
                    <a:ln>
                      <a:noFill/>
                      <a:prstDash val="solid"/>
                    </a:ln>
                    <a:effectLst>
                      <a:glow rad="63500">
                        <a:schemeClr val="bg1">
                          <a:alpha val="86000"/>
                        </a:schemeClr>
                      </a:glow>
                    </a:effectLst>
                    <a:latin typeface="Rix고딕 B" pitchFamily="18" charset="-127"/>
                    <a:ea typeface="Rix고딕 B" pitchFamily="18" charset="-127"/>
                  </a:rPr>
                  <a:t>2</a:t>
                </a:r>
                <a:r>
                  <a:rPr lang="ko-KR" altLang="en-US" sz="1700" kern="0" spc="-197" dirty="0">
                    <a:ln>
                      <a:noFill/>
                      <a:prstDash val="solid"/>
                    </a:ln>
                    <a:effectLst>
                      <a:glow rad="63500">
                        <a:schemeClr val="bg1">
                          <a:alpha val="86000"/>
                        </a:schemeClr>
                      </a:glow>
                    </a:effectLst>
                    <a:latin typeface="Rix고딕 B" pitchFamily="18" charset="-127"/>
                    <a:ea typeface="Rix고딕 B" pitchFamily="18" charset="-127"/>
                  </a:rPr>
                  <a:t>단계</a:t>
                </a:r>
              </a:p>
            </p:txBody>
          </p:sp>
        </p:grpSp>
        <p:grpSp>
          <p:nvGrpSpPr>
            <p:cNvPr id="111" name="그룹 110"/>
            <p:cNvGrpSpPr/>
            <p:nvPr/>
          </p:nvGrpSpPr>
          <p:grpSpPr>
            <a:xfrm>
              <a:off x="5865622" y="4292466"/>
              <a:ext cx="775842" cy="792415"/>
              <a:chOff x="1244446" y="4096300"/>
              <a:chExt cx="823198" cy="823198"/>
            </a:xfrm>
          </p:grpSpPr>
          <p:pic>
            <p:nvPicPr>
              <p:cNvPr id="112" name="Picture 3" descr="G:\work\지에프티GFT\이상호부장님\제안서\마스터\제안서마스터Fixed-47.png"/>
              <p:cNvPicPr>
                <a:picLocks noChangeAspect="1" noChangeArrowheads="1"/>
              </p:cNvPicPr>
              <p:nvPr/>
            </p:nvPicPr>
            <p:blipFill>
              <a:blip r:embed="rId5" cstate="print">
                <a:grayscl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244446" y="4096300"/>
                <a:ext cx="823198" cy="82319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13" name="직사각형 112"/>
              <p:cNvSpPr/>
              <p:nvPr/>
            </p:nvSpPr>
            <p:spPr bwMode="auto">
              <a:xfrm>
                <a:off x="1275856" y="4354576"/>
                <a:ext cx="680746" cy="277056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  <a:scene3d>
                  <a:camera prst="orthographicFront"/>
                  <a:lightRig rig="threePt" dir="t"/>
                </a:scene3d>
                <a:sp3d>
                  <a:bevelT w="1270"/>
                </a:sp3d>
              </a:bodyPr>
              <a:lstStyle/>
              <a:p>
                <a:pPr marL="0" lvl="1" algn="ctr"/>
                <a:r>
                  <a:rPr lang="en-US" altLang="ko-KR" sz="1700" kern="0" spc="-197" dirty="0">
                    <a:ln>
                      <a:noFill/>
                      <a:prstDash val="solid"/>
                    </a:ln>
                    <a:effectLst>
                      <a:glow rad="63500">
                        <a:schemeClr val="bg1">
                          <a:alpha val="86000"/>
                        </a:schemeClr>
                      </a:glow>
                    </a:effectLst>
                    <a:latin typeface="Rix고딕 B" pitchFamily="18" charset="-127"/>
                    <a:ea typeface="Rix고딕 B" pitchFamily="18" charset="-127"/>
                  </a:rPr>
                  <a:t>3</a:t>
                </a:r>
                <a:r>
                  <a:rPr lang="ko-KR" altLang="en-US" sz="1700" kern="0" spc="-197" dirty="0">
                    <a:ln>
                      <a:noFill/>
                      <a:prstDash val="solid"/>
                    </a:ln>
                    <a:effectLst>
                      <a:glow rad="63500">
                        <a:schemeClr val="bg1">
                          <a:alpha val="86000"/>
                        </a:schemeClr>
                      </a:glow>
                    </a:effectLst>
                    <a:latin typeface="Rix고딕 B" pitchFamily="18" charset="-127"/>
                    <a:ea typeface="Rix고딕 B" pitchFamily="18" charset="-127"/>
                  </a:rPr>
                  <a:t>단계</a:t>
                </a:r>
              </a:p>
            </p:txBody>
          </p:sp>
        </p:grpSp>
        <p:grpSp>
          <p:nvGrpSpPr>
            <p:cNvPr id="114" name="그룹 113"/>
            <p:cNvGrpSpPr/>
            <p:nvPr/>
          </p:nvGrpSpPr>
          <p:grpSpPr>
            <a:xfrm>
              <a:off x="8077941" y="4292466"/>
              <a:ext cx="775842" cy="792415"/>
              <a:chOff x="1244446" y="4096300"/>
              <a:chExt cx="823198" cy="823198"/>
            </a:xfrm>
          </p:grpSpPr>
          <p:pic>
            <p:nvPicPr>
              <p:cNvPr id="115" name="Picture 3" descr="G:\work\지에프티GFT\이상호부장님\제안서\마스터\제안서마스터Fixed-47.png"/>
              <p:cNvPicPr>
                <a:picLocks noChangeAspect="1" noChangeArrowheads="1"/>
              </p:cNvPicPr>
              <p:nvPr/>
            </p:nvPicPr>
            <p:blipFill>
              <a:blip r:embed="rId5" cstate="print">
                <a:grayscl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244446" y="4096300"/>
                <a:ext cx="823198" cy="82319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16" name="직사각형 115"/>
              <p:cNvSpPr/>
              <p:nvPr/>
            </p:nvSpPr>
            <p:spPr bwMode="auto">
              <a:xfrm>
                <a:off x="1275856" y="4354576"/>
                <a:ext cx="680746" cy="277056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  <a:scene3d>
                  <a:camera prst="orthographicFront"/>
                  <a:lightRig rig="threePt" dir="t"/>
                </a:scene3d>
                <a:sp3d>
                  <a:bevelT w="1270"/>
                </a:sp3d>
              </a:bodyPr>
              <a:lstStyle/>
              <a:p>
                <a:pPr marL="0" lvl="1" algn="ctr"/>
                <a:r>
                  <a:rPr lang="en-US" altLang="ko-KR" sz="1700" kern="0" spc="-197" dirty="0">
                    <a:ln>
                      <a:noFill/>
                      <a:prstDash val="solid"/>
                    </a:ln>
                    <a:effectLst>
                      <a:glow rad="63500">
                        <a:schemeClr val="bg1">
                          <a:alpha val="86000"/>
                        </a:schemeClr>
                      </a:glow>
                    </a:effectLst>
                    <a:latin typeface="Rix고딕 B" pitchFamily="18" charset="-127"/>
                    <a:ea typeface="Rix고딕 B" pitchFamily="18" charset="-127"/>
                  </a:rPr>
                  <a:t>4</a:t>
                </a:r>
                <a:r>
                  <a:rPr lang="ko-KR" altLang="en-US" sz="1700" kern="0" spc="-197" dirty="0">
                    <a:ln>
                      <a:noFill/>
                      <a:prstDash val="solid"/>
                    </a:ln>
                    <a:effectLst>
                      <a:glow rad="63500">
                        <a:schemeClr val="bg1">
                          <a:alpha val="86000"/>
                        </a:schemeClr>
                      </a:glow>
                    </a:effectLst>
                    <a:latin typeface="Rix고딕 B" pitchFamily="18" charset="-127"/>
                    <a:ea typeface="Rix고딕 B" pitchFamily="18" charset="-127"/>
                  </a:rPr>
                  <a:t>단계</a:t>
                </a:r>
              </a:p>
            </p:txBody>
          </p:sp>
        </p:grpSp>
        <p:pic>
          <p:nvPicPr>
            <p:cNvPr id="117" name="Picture 4" descr="G:\work\지에프티GFT\이상호부장님\발표자료\이미지들-08.png"/>
            <p:cNvPicPr>
              <a:picLocks noChangeAspect="1" noChangeArrowheads="1"/>
            </p:cNvPicPr>
            <p:nvPr/>
          </p:nvPicPr>
          <p:blipFill>
            <a:blip r:embed="rId6" cstate="print">
              <a:duotone>
                <a:prstClr val="black"/>
                <a:schemeClr val="accent1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4897" y="4852909"/>
              <a:ext cx="9161085" cy="30257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18" name="직사각형 141"/>
            <p:cNvSpPr>
              <a:spLocks noChangeArrowheads="1"/>
            </p:cNvSpPr>
            <p:nvPr/>
          </p:nvSpPr>
          <p:spPr bwMode="auto">
            <a:xfrm>
              <a:off x="616035" y="5153777"/>
              <a:ext cx="2224925" cy="851002"/>
            </a:xfrm>
            <a:prstGeom prst="rect">
              <a:avLst/>
            </a:prstGeom>
            <a:noFill/>
            <a:ln w="3175" algn="ctr">
              <a:noFill/>
              <a:miter lim="800000"/>
              <a:headEnd/>
              <a:tailEnd/>
            </a:ln>
          </p:spPr>
          <p:txBody>
            <a:bodyPr wrap="square" lIns="0" tIns="0" rIns="0" bIns="0">
              <a:spAutoFit/>
              <a:scene3d>
                <a:camera prst="orthographicFront"/>
                <a:lightRig rig="threePt" dir="t"/>
              </a:scene3d>
              <a:sp3d>
                <a:bevelT w="0"/>
              </a:sp3d>
            </a:bodyPr>
            <a:lstStyle/>
            <a:p>
              <a:pPr marL="71110" indent="-71110" defTabSz="903091" latinLnBrk="0">
                <a:lnSpc>
                  <a:spcPct val="110000"/>
                </a:lnSpc>
                <a:spcAft>
                  <a:spcPts val="296"/>
                </a:spcAft>
                <a:buClr>
                  <a:schemeClr val="accent5">
                    <a:lumMod val="75000"/>
                  </a:schemeClr>
                </a:buClr>
                <a:buFont typeface="Arial" panose="020B0604020202020204" pitchFamily="34" charset="0"/>
                <a:buChar char="•"/>
                <a:defRPr/>
              </a:pPr>
              <a:r>
                <a:rPr lang="ko-KR" altLang="en-US" sz="1200" kern="0" spc="-49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Rix고딕 B" pitchFamily="18" charset="-127"/>
                  <a:ea typeface="Rix고딕 B" pitchFamily="18" charset="-127"/>
                </a:rPr>
                <a:t>담당자</a:t>
              </a:r>
              <a:r>
                <a:rPr lang="en-US" altLang="ko-KR" sz="1200" kern="0" spc="-49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Rix고딕 B" pitchFamily="18" charset="-127"/>
                  <a:ea typeface="Rix고딕 B" pitchFamily="18" charset="-127"/>
                </a:rPr>
                <a:t>, </a:t>
              </a:r>
              <a:r>
                <a:rPr lang="ko-KR" altLang="en-US" sz="1200" kern="0" spc="-49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Rix고딕 B" pitchFamily="18" charset="-127"/>
                  <a:ea typeface="Rix고딕 B" pitchFamily="18" charset="-127"/>
                </a:rPr>
                <a:t>제안사</a:t>
              </a:r>
              <a:r>
                <a:rPr lang="en-US" altLang="ko-KR" sz="1200" kern="0" spc="-49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Rix고딕 B" pitchFamily="18" charset="-127"/>
                  <a:ea typeface="Rix고딕 B" pitchFamily="18" charset="-127"/>
                </a:rPr>
                <a:t>, </a:t>
              </a:r>
              <a:r>
                <a:rPr lang="ko-KR" altLang="en-US" sz="1200" kern="0" spc="-49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Rix고딕 B" pitchFamily="18" charset="-127"/>
                  <a:ea typeface="Rix고딕 B" pitchFamily="18" charset="-127"/>
                </a:rPr>
                <a:t>제조사 엔지니어</a:t>
              </a:r>
              <a:r>
                <a:rPr lang="en-US" altLang="ko-KR" sz="1200" kern="0" spc="-49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Rix고딕 B" pitchFamily="18" charset="-127"/>
                  <a:ea typeface="Rix고딕 B" pitchFamily="18" charset="-127"/>
                </a:rPr>
                <a:t>, </a:t>
              </a:r>
              <a:r>
                <a:rPr lang="ko-KR" altLang="en-US" sz="1200" kern="0" spc="-49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Rix고딕 B" pitchFamily="18" charset="-127"/>
                  <a:ea typeface="Rix고딕 B" pitchFamily="18" charset="-127"/>
                </a:rPr>
                <a:t>유지보수 담당</a:t>
              </a:r>
            </a:p>
            <a:p>
              <a:pPr marL="71110" indent="-71110" defTabSz="903091" latinLnBrk="0">
                <a:lnSpc>
                  <a:spcPct val="110000"/>
                </a:lnSpc>
                <a:spcAft>
                  <a:spcPts val="296"/>
                </a:spcAft>
                <a:buClr>
                  <a:schemeClr val="accent5">
                    <a:lumMod val="75000"/>
                  </a:schemeClr>
                </a:buClr>
                <a:buFont typeface="Arial" panose="020B0604020202020204" pitchFamily="34" charset="0"/>
                <a:buChar char="•"/>
                <a:defRPr/>
              </a:pPr>
              <a:r>
                <a:rPr lang="ko-KR" altLang="en-US" sz="1200" kern="0" spc="-49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Rix고딕 B" pitchFamily="18" charset="-127"/>
                  <a:ea typeface="Rix고딕 B" pitchFamily="18" charset="-127"/>
                </a:rPr>
                <a:t>전문가가 참여한 시나리오 작성 </a:t>
              </a:r>
              <a:r>
                <a:rPr lang="en-US" altLang="ko-KR" sz="1200" kern="0" spc="-49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Rix고딕 B" pitchFamily="18" charset="-127"/>
                  <a:ea typeface="Rix고딕 B" pitchFamily="18" charset="-127"/>
                </a:rPr>
                <a:t/>
              </a:r>
              <a:br>
                <a:rPr lang="en-US" altLang="ko-KR" sz="1200" kern="0" spc="-49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Rix고딕 B" pitchFamily="18" charset="-127"/>
                  <a:ea typeface="Rix고딕 B" pitchFamily="18" charset="-127"/>
                </a:rPr>
              </a:br>
              <a:r>
                <a:rPr lang="ko-KR" altLang="en-US" sz="1200" kern="0" spc="-49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Rix고딕 B" pitchFamily="18" charset="-127"/>
                  <a:ea typeface="Rix고딕 B" pitchFamily="18" charset="-127"/>
                </a:rPr>
                <a:t>및 검토</a:t>
              </a:r>
            </a:p>
          </p:txBody>
        </p:sp>
        <p:grpSp>
          <p:nvGrpSpPr>
            <p:cNvPr id="119" name="그룹 118"/>
            <p:cNvGrpSpPr/>
            <p:nvPr/>
          </p:nvGrpSpPr>
          <p:grpSpPr>
            <a:xfrm>
              <a:off x="1355419" y="4891122"/>
              <a:ext cx="691180" cy="158926"/>
              <a:chOff x="1017927" y="6400822"/>
              <a:chExt cx="733367" cy="165100"/>
            </a:xfrm>
          </p:grpSpPr>
          <p:pic>
            <p:nvPicPr>
              <p:cNvPr id="120" name="Picture 3" descr="G:\work\지에프티GFT\이상호부장님\발표자료\이미지들-07.png"/>
              <p:cNvPicPr>
                <a:picLocks noChangeAspect="1" noChangeArrowheads="1"/>
              </p:cNvPicPr>
              <p:nvPr/>
            </p:nvPicPr>
            <p:blipFill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017927" y="6400822"/>
                <a:ext cx="131763" cy="1651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21" name="Picture 3" descr="G:\work\지에프티GFT\이상호부장님\발표자료\이미지들-07.png"/>
              <p:cNvPicPr>
                <a:picLocks noChangeAspect="1" noChangeArrowheads="1"/>
              </p:cNvPicPr>
              <p:nvPr/>
            </p:nvPicPr>
            <p:blipFill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317964" y="6400822"/>
                <a:ext cx="131763" cy="1651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22" name="Picture 3" descr="G:\work\지에프티GFT\이상호부장님\발표자료\이미지들-07.png"/>
              <p:cNvPicPr>
                <a:picLocks noChangeAspect="1" noChangeArrowheads="1"/>
              </p:cNvPicPr>
              <p:nvPr/>
            </p:nvPicPr>
            <p:blipFill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619531" y="6400822"/>
                <a:ext cx="131763" cy="1651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123" name="그룹 122"/>
            <p:cNvGrpSpPr/>
            <p:nvPr/>
          </p:nvGrpSpPr>
          <p:grpSpPr>
            <a:xfrm>
              <a:off x="539858" y="4498178"/>
              <a:ext cx="9098831" cy="1639196"/>
              <a:chOff x="442268" y="3555082"/>
              <a:chExt cx="9654208" cy="2128849"/>
            </a:xfrm>
          </p:grpSpPr>
          <p:cxnSp>
            <p:nvCxnSpPr>
              <p:cNvPr id="124" name="직선 연결선 123"/>
              <p:cNvCxnSpPr/>
              <p:nvPr/>
            </p:nvCxnSpPr>
            <p:spPr>
              <a:xfrm>
                <a:off x="442268" y="3555082"/>
                <a:ext cx="0" cy="2128849"/>
              </a:xfrm>
              <a:prstGeom prst="line">
                <a:avLst/>
              </a:prstGeom>
              <a:ln w="19050">
                <a:gradFill>
                  <a:gsLst>
                    <a:gs pos="0">
                      <a:schemeClr val="accent1">
                        <a:tint val="66000"/>
                        <a:satMod val="160000"/>
                        <a:alpha val="0"/>
                      </a:schemeClr>
                    </a:gs>
                    <a:gs pos="73000">
                      <a:schemeClr val="accent5">
                        <a:lumMod val="75000"/>
                      </a:schemeClr>
                    </a:gs>
                    <a:gs pos="29000">
                      <a:schemeClr val="accent5">
                        <a:lumMod val="75000"/>
                      </a:schemeClr>
                    </a:gs>
                    <a:gs pos="100000">
                      <a:schemeClr val="accent1">
                        <a:tint val="23500"/>
                        <a:satMod val="160000"/>
                        <a:alpha val="0"/>
                      </a:schemeClr>
                    </a:gs>
                  </a:gsLst>
                  <a:lin ang="5400000" scaled="0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5" name="직선 연결선 124"/>
              <p:cNvCxnSpPr/>
              <p:nvPr/>
            </p:nvCxnSpPr>
            <p:spPr>
              <a:xfrm>
                <a:off x="10096476" y="3555082"/>
                <a:ext cx="0" cy="2128849"/>
              </a:xfrm>
              <a:prstGeom prst="line">
                <a:avLst/>
              </a:prstGeom>
              <a:ln w="19050">
                <a:gradFill>
                  <a:gsLst>
                    <a:gs pos="0">
                      <a:schemeClr val="accent1">
                        <a:tint val="66000"/>
                        <a:satMod val="160000"/>
                        <a:alpha val="0"/>
                      </a:schemeClr>
                    </a:gs>
                    <a:gs pos="73000">
                      <a:schemeClr val="accent5">
                        <a:lumMod val="75000"/>
                      </a:schemeClr>
                    </a:gs>
                    <a:gs pos="29000">
                      <a:schemeClr val="accent5">
                        <a:lumMod val="75000"/>
                      </a:schemeClr>
                    </a:gs>
                    <a:gs pos="100000">
                      <a:schemeClr val="accent1">
                        <a:tint val="23500"/>
                        <a:satMod val="160000"/>
                        <a:alpha val="0"/>
                      </a:schemeClr>
                    </a:gs>
                  </a:gsLst>
                  <a:lin ang="5400000" scaled="0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6" name="직선 연결선 125"/>
              <p:cNvCxnSpPr/>
              <p:nvPr/>
            </p:nvCxnSpPr>
            <p:spPr>
              <a:xfrm>
                <a:off x="2867654" y="3555082"/>
                <a:ext cx="0" cy="2128849"/>
              </a:xfrm>
              <a:prstGeom prst="line">
                <a:avLst/>
              </a:prstGeom>
              <a:ln w="19050">
                <a:gradFill>
                  <a:gsLst>
                    <a:gs pos="0">
                      <a:schemeClr val="accent1">
                        <a:tint val="66000"/>
                        <a:satMod val="160000"/>
                        <a:alpha val="0"/>
                      </a:schemeClr>
                    </a:gs>
                    <a:gs pos="73000">
                      <a:schemeClr val="accent5">
                        <a:lumMod val="75000"/>
                      </a:schemeClr>
                    </a:gs>
                    <a:gs pos="29000">
                      <a:schemeClr val="accent5">
                        <a:lumMod val="75000"/>
                      </a:schemeClr>
                    </a:gs>
                    <a:gs pos="100000">
                      <a:schemeClr val="accent1">
                        <a:tint val="23500"/>
                        <a:satMod val="160000"/>
                        <a:alpha val="0"/>
                      </a:schemeClr>
                    </a:gs>
                  </a:gsLst>
                  <a:lin ang="5400000" scaled="0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7" name="직선 연결선 126"/>
              <p:cNvCxnSpPr/>
              <p:nvPr/>
            </p:nvCxnSpPr>
            <p:spPr>
              <a:xfrm>
                <a:off x="5275913" y="3555082"/>
                <a:ext cx="0" cy="2128849"/>
              </a:xfrm>
              <a:prstGeom prst="line">
                <a:avLst/>
              </a:prstGeom>
              <a:ln w="19050">
                <a:gradFill>
                  <a:gsLst>
                    <a:gs pos="0">
                      <a:schemeClr val="accent1">
                        <a:tint val="66000"/>
                        <a:satMod val="160000"/>
                        <a:alpha val="0"/>
                      </a:schemeClr>
                    </a:gs>
                    <a:gs pos="73000">
                      <a:schemeClr val="accent5">
                        <a:lumMod val="75000"/>
                      </a:schemeClr>
                    </a:gs>
                    <a:gs pos="29000">
                      <a:schemeClr val="accent5">
                        <a:lumMod val="75000"/>
                      </a:schemeClr>
                    </a:gs>
                    <a:gs pos="100000">
                      <a:schemeClr val="accent1">
                        <a:tint val="23500"/>
                        <a:satMod val="160000"/>
                        <a:alpha val="0"/>
                      </a:schemeClr>
                    </a:gs>
                  </a:gsLst>
                  <a:lin ang="5400000" scaled="0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8" name="직선 연결선 127"/>
              <p:cNvCxnSpPr/>
              <p:nvPr/>
            </p:nvCxnSpPr>
            <p:spPr>
              <a:xfrm>
                <a:off x="7685566" y="3555082"/>
                <a:ext cx="0" cy="2128849"/>
              </a:xfrm>
              <a:prstGeom prst="line">
                <a:avLst/>
              </a:prstGeom>
              <a:ln w="19050">
                <a:gradFill>
                  <a:gsLst>
                    <a:gs pos="0">
                      <a:schemeClr val="accent1">
                        <a:tint val="66000"/>
                        <a:satMod val="160000"/>
                        <a:alpha val="0"/>
                      </a:schemeClr>
                    </a:gs>
                    <a:gs pos="73000">
                      <a:schemeClr val="accent5">
                        <a:lumMod val="75000"/>
                      </a:schemeClr>
                    </a:gs>
                    <a:gs pos="29000">
                      <a:schemeClr val="accent5">
                        <a:lumMod val="75000"/>
                      </a:schemeClr>
                    </a:gs>
                    <a:gs pos="100000">
                      <a:schemeClr val="accent1">
                        <a:tint val="23500"/>
                        <a:satMod val="160000"/>
                        <a:alpha val="0"/>
                      </a:schemeClr>
                    </a:gs>
                  </a:gsLst>
                  <a:lin ang="5400000" scaled="0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pic>
          <p:nvPicPr>
            <p:cNvPr id="129" name="Picture 2" descr="G:\work\지에프티GFT\이상호부장님\발표자료\이미지들-06.png"/>
            <p:cNvPicPr>
              <a:picLocks noChangeAspect="1" noChangeArrowheads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81938" y="4739828"/>
              <a:ext cx="330654" cy="36980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30" name="Picture 2" descr="G:\work\지에프티GFT\이상호부장님\발표자료\이미지들-06.png"/>
            <p:cNvPicPr>
              <a:picLocks noChangeAspect="1" noChangeArrowheads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52315" y="4739828"/>
              <a:ext cx="330654" cy="36980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31" name="Picture 2" descr="G:\work\지에프티GFT\이상호부장님\발표자료\이미지들-06.png"/>
            <p:cNvPicPr>
              <a:picLocks noChangeAspect="1" noChangeArrowheads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222690" y="4739828"/>
              <a:ext cx="330654" cy="36980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132" name="그룹 131"/>
            <p:cNvGrpSpPr/>
            <p:nvPr/>
          </p:nvGrpSpPr>
          <p:grpSpPr>
            <a:xfrm>
              <a:off x="3669110" y="4891122"/>
              <a:ext cx="691180" cy="158926"/>
              <a:chOff x="1017927" y="6400822"/>
              <a:chExt cx="733367" cy="165100"/>
            </a:xfrm>
          </p:grpSpPr>
          <p:pic>
            <p:nvPicPr>
              <p:cNvPr id="133" name="Picture 3" descr="G:\work\지에프티GFT\이상호부장님\발표자료\이미지들-07.png"/>
              <p:cNvPicPr>
                <a:picLocks noChangeAspect="1" noChangeArrowheads="1"/>
              </p:cNvPicPr>
              <p:nvPr/>
            </p:nvPicPr>
            <p:blipFill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017927" y="6400822"/>
                <a:ext cx="131763" cy="1651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34" name="Picture 3" descr="G:\work\지에프티GFT\이상호부장님\발표자료\이미지들-07.png"/>
              <p:cNvPicPr>
                <a:picLocks noChangeAspect="1" noChangeArrowheads="1"/>
              </p:cNvPicPr>
              <p:nvPr/>
            </p:nvPicPr>
            <p:blipFill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317964" y="6400822"/>
                <a:ext cx="131763" cy="1651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35" name="Picture 3" descr="G:\work\지에프티GFT\이상호부장님\발표자료\이미지들-07.png"/>
              <p:cNvPicPr>
                <a:picLocks noChangeAspect="1" noChangeArrowheads="1"/>
              </p:cNvPicPr>
              <p:nvPr/>
            </p:nvPicPr>
            <p:blipFill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619531" y="6400822"/>
                <a:ext cx="131763" cy="1651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136" name="그룹 135"/>
            <p:cNvGrpSpPr/>
            <p:nvPr/>
          </p:nvGrpSpPr>
          <p:grpSpPr>
            <a:xfrm>
              <a:off x="5908675" y="4891122"/>
              <a:ext cx="691180" cy="158926"/>
              <a:chOff x="1017927" y="6400822"/>
              <a:chExt cx="733367" cy="165100"/>
            </a:xfrm>
          </p:grpSpPr>
          <p:pic>
            <p:nvPicPr>
              <p:cNvPr id="137" name="Picture 3" descr="G:\work\지에프티GFT\이상호부장님\발표자료\이미지들-07.png"/>
              <p:cNvPicPr>
                <a:picLocks noChangeAspect="1" noChangeArrowheads="1"/>
              </p:cNvPicPr>
              <p:nvPr/>
            </p:nvPicPr>
            <p:blipFill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017927" y="6400822"/>
                <a:ext cx="131763" cy="1651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38" name="Picture 3" descr="G:\work\지에프티GFT\이상호부장님\발표자료\이미지들-07.png"/>
              <p:cNvPicPr>
                <a:picLocks noChangeAspect="1" noChangeArrowheads="1"/>
              </p:cNvPicPr>
              <p:nvPr/>
            </p:nvPicPr>
            <p:blipFill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317964" y="6400822"/>
                <a:ext cx="131763" cy="1651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39" name="Picture 3" descr="G:\work\지에프티GFT\이상호부장님\발표자료\이미지들-07.png"/>
              <p:cNvPicPr>
                <a:picLocks noChangeAspect="1" noChangeArrowheads="1"/>
              </p:cNvPicPr>
              <p:nvPr/>
            </p:nvPicPr>
            <p:blipFill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619531" y="6400822"/>
                <a:ext cx="131763" cy="1651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140" name="그룹 139"/>
            <p:cNvGrpSpPr/>
            <p:nvPr/>
          </p:nvGrpSpPr>
          <p:grpSpPr>
            <a:xfrm>
              <a:off x="8162603" y="4891122"/>
              <a:ext cx="691180" cy="158926"/>
              <a:chOff x="1017927" y="6400822"/>
              <a:chExt cx="733367" cy="165100"/>
            </a:xfrm>
          </p:grpSpPr>
          <p:pic>
            <p:nvPicPr>
              <p:cNvPr id="141" name="Picture 3" descr="G:\work\지에프티GFT\이상호부장님\발표자료\이미지들-07.png"/>
              <p:cNvPicPr>
                <a:picLocks noChangeAspect="1" noChangeArrowheads="1"/>
              </p:cNvPicPr>
              <p:nvPr/>
            </p:nvPicPr>
            <p:blipFill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017927" y="6400822"/>
                <a:ext cx="131763" cy="1651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42" name="Picture 3" descr="G:\work\지에프티GFT\이상호부장님\발표자료\이미지들-07.png"/>
              <p:cNvPicPr>
                <a:picLocks noChangeAspect="1" noChangeArrowheads="1"/>
              </p:cNvPicPr>
              <p:nvPr/>
            </p:nvPicPr>
            <p:blipFill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317964" y="6400822"/>
                <a:ext cx="131763" cy="1651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43" name="Picture 3" descr="G:\work\지에프티GFT\이상호부장님\발표자료\이미지들-07.png"/>
              <p:cNvPicPr>
                <a:picLocks noChangeAspect="1" noChangeArrowheads="1"/>
              </p:cNvPicPr>
              <p:nvPr/>
            </p:nvPicPr>
            <p:blipFill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619531" y="6400822"/>
                <a:ext cx="131763" cy="1651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144" name="직사각형 141"/>
            <p:cNvSpPr>
              <a:spLocks noChangeArrowheads="1"/>
            </p:cNvSpPr>
            <p:nvPr/>
          </p:nvSpPr>
          <p:spPr bwMode="auto">
            <a:xfrm>
              <a:off x="2903188" y="5153777"/>
              <a:ext cx="2224925" cy="863759"/>
            </a:xfrm>
            <a:prstGeom prst="rect">
              <a:avLst/>
            </a:prstGeom>
            <a:noFill/>
            <a:ln w="3175" algn="ctr">
              <a:noFill/>
              <a:miter lim="800000"/>
              <a:headEnd/>
              <a:tailEnd/>
            </a:ln>
          </p:spPr>
          <p:txBody>
            <a:bodyPr wrap="square" lIns="0" tIns="0" rIns="0" bIns="0">
              <a:spAutoFit/>
              <a:scene3d>
                <a:camera prst="orthographicFront"/>
                <a:lightRig rig="threePt" dir="t"/>
              </a:scene3d>
              <a:sp3d>
                <a:bevelT w="0"/>
              </a:sp3d>
            </a:bodyPr>
            <a:lstStyle/>
            <a:p>
              <a:pPr marL="71110" indent="-71110" defTabSz="903091" latinLnBrk="0">
                <a:lnSpc>
                  <a:spcPct val="110000"/>
                </a:lnSpc>
                <a:spcAft>
                  <a:spcPts val="296"/>
                </a:spcAft>
                <a:buClr>
                  <a:schemeClr val="accent5">
                    <a:lumMod val="75000"/>
                  </a:schemeClr>
                </a:buClr>
                <a:buFont typeface="Arial" panose="020B0604020202020204" pitchFamily="34" charset="0"/>
                <a:buChar char="•"/>
                <a:defRPr/>
              </a:pPr>
              <a:r>
                <a:rPr lang="ko-KR" altLang="en-US" sz="1200" kern="0" spc="-49" dirty="0" smtClean="0">
                  <a:solidFill>
                    <a:schemeClr val="tx1">
                      <a:lumMod val="85000"/>
                      <a:lumOff val="15000"/>
                    </a:schemeClr>
                  </a:solidFill>
                  <a:latin typeface="Rix고딕 B" pitchFamily="18" charset="-127"/>
                  <a:ea typeface="Rix고딕 B" pitchFamily="18" charset="-127"/>
                </a:rPr>
                <a:t>네트워크 </a:t>
              </a:r>
              <a:r>
                <a:rPr lang="ko-KR" altLang="en-US" sz="1200" kern="0" spc="-49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Rix고딕 B" pitchFamily="18" charset="-127"/>
                  <a:ea typeface="Rix고딕 B" pitchFamily="18" charset="-127"/>
                </a:rPr>
                <a:t>환경</a:t>
              </a:r>
            </a:p>
            <a:p>
              <a:pPr marL="71110" indent="-71110" defTabSz="903091" latinLnBrk="0">
                <a:lnSpc>
                  <a:spcPct val="110000"/>
                </a:lnSpc>
                <a:spcAft>
                  <a:spcPts val="296"/>
                </a:spcAft>
                <a:buClr>
                  <a:schemeClr val="accent5">
                    <a:lumMod val="75000"/>
                  </a:schemeClr>
                </a:buClr>
                <a:buFont typeface="Arial" panose="020B0604020202020204" pitchFamily="34" charset="0"/>
                <a:buChar char="•"/>
                <a:defRPr/>
              </a:pPr>
              <a:r>
                <a:rPr lang="ko-KR" altLang="en-US" sz="1200" kern="0" spc="-49" dirty="0" smtClean="0">
                  <a:solidFill>
                    <a:schemeClr val="tx1">
                      <a:lumMod val="85000"/>
                      <a:lumOff val="15000"/>
                    </a:schemeClr>
                  </a:solidFill>
                  <a:latin typeface="Rix고딕 B" pitchFamily="18" charset="-127"/>
                  <a:ea typeface="Rix고딕 B" pitchFamily="18" charset="-127"/>
                </a:rPr>
                <a:t>관제 환경</a:t>
              </a:r>
              <a:r>
                <a:rPr lang="en-US" altLang="ko-KR" sz="1200" kern="0" spc="-49" dirty="0" smtClean="0">
                  <a:solidFill>
                    <a:schemeClr val="tx1">
                      <a:lumMod val="85000"/>
                      <a:lumOff val="15000"/>
                    </a:schemeClr>
                  </a:solidFill>
                  <a:latin typeface="Rix고딕 B" pitchFamily="18" charset="-127"/>
                  <a:ea typeface="Rix고딕 B" pitchFamily="18" charset="-127"/>
                </a:rPr>
                <a:t>, </a:t>
              </a:r>
              <a:r>
                <a:rPr lang="ko-KR" altLang="en-US" sz="1200" kern="0" spc="-49" dirty="0" smtClean="0">
                  <a:solidFill>
                    <a:schemeClr val="tx1">
                      <a:lumMod val="85000"/>
                      <a:lumOff val="15000"/>
                    </a:schemeClr>
                  </a:solidFill>
                  <a:latin typeface="Rix고딕 B" pitchFamily="18" charset="-127"/>
                  <a:ea typeface="Rix고딕 B" pitchFamily="18" charset="-127"/>
                </a:rPr>
                <a:t>보안 </a:t>
              </a:r>
              <a:r>
                <a:rPr lang="ko-KR" altLang="en-US" sz="1200" kern="0" spc="-49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Rix고딕 B" pitchFamily="18" charset="-127"/>
                  <a:ea typeface="Rix고딕 B" pitchFamily="18" charset="-127"/>
                </a:rPr>
                <a:t>환경</a:t>
              </a:r>
            </a:p>
            <a:p>
              <a:pPr marL="71110" indent="-71110" defTabSz="903091" latinLnBrk="0">
                <a:lnSpc>
                  <a:spcPct val="110000"/>
                </a:lnSpc>
                <a:spcAft>
                  <a:spcPts val="296"/>
                </a:spcAft>
                <a:buClr>
                  <a:schemeClr val="accent5">
                    <a:lumMod val="75000"/>
                  </a:schemeClr>
                </a:buClr>
                <a:buFont typeface="Arial" panose="020B0604020202020204" pitchFamily="34" charset="0"/>
                <a:buChar char="•"/>
                <a:defRPr/>
              </a:pPr>
              <a:r>
                <a:rPr lang="ko-KR" altLang="en-US" sz="1200" kern="0" spc="-49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Rix고딕 B" pitchFamily="18" charset="-127"/>
                  <a:ea typeface="Rix고딕 B" pitchFamily="18" charset="-127"/>
                </a:rPr>
                <a:t>서버 환경</a:t>
              </a:r>
            </a:p>
            <a:p>
              <a:pPr marL="71110" indent="-71110" defTabSz="903091" latinLnBrk="0">
                <a:lnSpc>
                  <a:spcPct val="110000"/>
                </a:lnSpc>
                <a:spcAft>
                  <a:spcPts val="296"/>
                </a:spcAft>
                <a:buClr>
                  <a:schemeClr val="accent5">
                    <a:lumMod val="75000"/>
                  </a:schemeClr>
                </a:buClr>
                <a:buFont typeface="Arial" panose="020B0604020202020204" pitchFamily="34" charset="0"/>
                <a:buChar char="•"/>
                <a:defRPr/>
              </a:pPr>
              <a:r>
                <a:rPr lang="ko-KR" altLang="en-US" sz="1200" kern="0" spc="-49" dirty="0" smtClean="0">
                  <a:solidFill>
                    <a:schemeClr val="tx1">
                      <a:lumMod val="85000"/>
                      <a:lumOff val="15000"/>
                    </a:schemeClr>
                  </a:solidFill>
                  <a:latin typeface="Rix고딕 B" pitchFamily="18" charset="-127"/>
                  <a:ea typeface="Rix고딕 B" pitchFamily="18" charset="-127"/>
                </a:rPr>
                <a:t>문제점 </a:t>
              </a:r>
              <a:r>
                <a:rPr lang="ko-KR" altLang="en-US" sz="1200" kern="0" spc="-49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Rix고딕 B" pitchFamily="18" charset="-127"/>
                  <a:ea typeface="Rix고딕 B" pitchFamily="18" charset="-127"/>
                </a:rPr>
                <a:t>및 개선사항 도출</a:t>
              </a:r>
            </a:p>
          </p:txBody>
        </p:sp>
        <p:sp>
          <p:nvSpPr>
            <p:cNvPr id="145" name="직사각형 141"/>
            <p:cNvSpPr>
              <a:spLocks noChangeArrowheads="1"/>
            </p:cNvSpPr>
            <p:nvPr/>
          </p:nvSpPr>
          <p:spPr bwMode="auto">
            <a:xfrm>
              <a:off x="5180893" y="5153777"/>
              <a:ext cx="2030066" cy="444737"/>
            </a:xfrm>
            <a:prstGeom prst="rect">
              <a:avLst/>
            </a:prstGeom>
            <a:noFill/>
            <a:ln w="3175" algn="ctr">
              <a:noFill/>
              <a:miter lim="800000"/>
              <a:headEnd/>
              <a:tailEnd/>
            </a:ln>
          </p:spPr>
          <p:txBody>
            <a:bodyPr wrap="square" lIns="0" tIns="0" rIns="0" bIns="0">
              <a:spAutoFit/>
              <a:scene3d>
                <a:camera prst="orthographicFront"/>
                <a:lightRig rig="threePt" dir="t"/>
              </a:scene3d>
              <a:sp3d>
                <a:bevelT w="0"/>
              </a:sp3d>
            </a:bodyPr>
            <a:lstStyle/>
            <a:p>
              <a:pPr marL="71110" indent="-71110" defTabSz="903091" latinLnBrk="0">
                <a:lnSpc>
                  <a:spcPct val="110000"/>
                </a:lnSpc>
                <a:spcAft>
                  <a:spcPts val="296"/>
                </a:spcAft>
                <a:buClr>
                  <a:schemeClr val="accent5">
                    <a:lumMod val="75000"/>
                  </a:schemeClr>
                </a:buClr>
                <a:buFont typeface="Arial" panose="020B0604020202020204" pitchFamily="34" charset="0"/>
                <a:buChar char="•"/>
                <a:defRPr/>
              </a:pPr>
              <a:r>
                <a:rPr lang="ko-KR" altLang="en-US" sz="1200" kern="0" spc="-49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Rix고딕 B" pitchFamily="18" charset="-127"/>
                  <a:ea typeface="Rix고딕 B" pitchFamily="18" charset="-127"/>
                </a:rPr>
                <a:t>실제 환경과 동일한 환경 적용</a:t>
              </a:r>
            </a:p>
            <a:p>
              <a:pPr marL="71110" indent="-71110" defTabSz="903091" latinLnBrk="0">
                <a:lnSpc>
                  <a:spcPct val="110000"/>
                </a:lnSpc>
                <a:spcAft>
                  <a:spcPts val="296"/>
                </a:spcAft>
                <a:buClr>
                  <a:schemeClr val="accent5">
                    <a:lumMod val="75000"/>
                  </a:schemeClr>
                </a:buClr>
                <a:buFont typeface="Arial" panose="020B0604020202020204" pitchFamily="34" charset="0"/>
                <a:buChar char="•"/>
                <a:defRPr/>
              </a:pPr>
              <a:r>
                <a:rPr lang="ko-KR" altLang="en-US" sz="1200" kern="0" spc="-49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Rix고딕 B" pitchFamily="18" charset="-127"/>
                  <a:ea typeface="Rix고딕 B" pitchFamily="18" charset="-127"/>
                </a:rPr>
                <a:t>적용 시나리오의 적정성 검토</a:t>
              </a:r>
            </a:p>
          </p:txBody>
        </p:sp>
        <p:sp>
          <p:nvSpPr>
            <p:cNvPr id="146" name="직사각형 141"/>
            <p:cNvSpPr>
              <a:spLocks noChangeArrowheads="1"/>
            </p:cNvSpPr>
            <p:nvPr/>
          </p:nvSpPr>
          <p:spPr bwMode="auto">
            <a:xfrm>
              <a:off x="7457129" y="5153777"/>
              <a:ext cx="2064402" cy="686342"/>
            </a:xfrm>
            <a:prstGeom prst="rect">
              <a:avLst/>
            </a:prstGeom>
            <a:noFill/>
            <a:ln w="3175" algn="ctr">
              <a:noFill/>
              <a:miter lim="800000"/>
              <a:headEnd/>
              <a:tailEnd/>
            </a:ln>
          </p:spPr>
          <p:txBody>
            <a:bodyPr wrap="square" lIns="0" tIns="0" rIns="0" bIns="0">
              <a:spAutoFit/>
              <a:scene3d>
                <a:camera prst="orthographicFront"/>
                <a:lightRig rig="threePt" dir="t"/>
              </a:scene3d>
              <a:sp3d>
                <a:bevelT w="0"/>
              </a:sp3d>
            </a:bodyPr>
            <a:lstStyle/>
            <a:p>
              <a:pPr marL="71110" indent="-71110" defTabSz="903091" latinLnBrk="0">
                <a:lnSpc>
                  <a:spcPct val="110000"/>
                </a:lnSpc>
                <a:spcAft>
                  <a:spcPts val="296"/>
                </a:spcAft>
                <a:buClr>
                  <a:schemeClr val="accent5">
                    <a:lumMod val="75000"/>
                  </a:schemeClr>
                </a:buClr>
                <a:buFont typeface="Arial" panose="020B0604020202020204" pitchFamily="34" charset="0"/>
                <a:buChar char="•"/>
                <a:defRPr/>
              </a:pPr>
              <a:r>
                <a:rPr lang="en-US" altLang="ko-KR" sz="1200" kern="0" spc="-49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Rix고딕 B" pitchFamily="18" charset="-127"/>
                  <a:ea typeface="Rix고딕 B" pitchFamily="18" charset="-127"/>
                </a:rPr>
                <a:t>Roll-Back </a:t>
              </a:r>
              <a:r>
                <a:rPr lang="ko-KR" altLang="en-US" sz="1200" kern="0" spc="-49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Rix고딕 B" pitchFamily="18" charset="-127"/>
                  <a:ea typeface="Rix고딕 B" pitchFamily="18" charset="-127"/>
                </a:rPr>
                <a:t>프로세스 점검</a:t>
              </a:r>
            </a:p>
            <a:p>
              <a:pPr marL="71110" indent="-71110" defTabSz="903091" latinLnBrk="0">
                <a:lnSpc>
                  <a:spcPct val="110000"/>
                </a:lnSpc>
                <a:spcAft>
                  <a:spcPts val="296"/>
                </a:spcAft>
                <a:buClr>
                  <a:schemeClr val="accent5">
                    <a:lumMod val="75000"/>
                  </a:schemeClr>
                </a:buClr>
                <a:buFont typeface="Arial" panose="020B0604020202020204" pitchFamily="34" charset="0"/>
                <a:buChar char="•"/>
                <a:defRPr/>
              </a:pPr>
              <a:r>
                <a:rPr lang="ko-KR" altLang="en-US" sz="1200" kern="0" spc="-49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Rix고딕 B" pitchFamily="18" charset="-127"/>
                  <a:ea typeface="Rix고딕 B" pitchFamily="18" charset="-127"/>
                </a:rPr>
                <a:t>작업자 상태</a:t>
              </a:r>
              <a:r>
                <a:rPr lang="en-US" altLang="ko-KR" sz="1200" kern="0" spc="-49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Rix고딕 B" pitchFamily="18" charset="-127"/>
                  <a:ea typeface="Rix고딕 B" pitchFamily="18" charset="-127"/>
                </a:rPr>
                <a:t>, </a:t>
              </a:r>
              <a:r>
                <a:rPr lang="ko-KR" altLang="en-US" sz="1200" kern="0" spc="-49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Rix고딕 B" pitchFamily="18" charset="-127"/>
                  <a:ea typeface="Rix고딕 B" pitchFamily="18" charset="-127"/>
                </a:rPr>
                <a:t>작업 콘솔 점검</a:t>
              </a:r>
              <a:endParaRPr lang="en-US" altLang="ko-KR" sz="1200" kern="0" spc="-49" dirty="0">
                <a:solidFill>
                  <a:schemeClr val="tx1">
                    <a:lumMod val="85000"/>
                    <a:lumOff val="15000"/>
                  </a:schemeClr>
                </a:solidFill>
                <a:latin typeface="Rix고딕 B" pitchFamily="18" charset="-127"/>
                <a:ea typeface="Rix고딕 B" pitchFamily="18" charset="-127"/>
              </a:endParaRPr>
            </a:p>
            <a:p>
              <a:pPr marL="71110" indent="-71110" defTabSz="903091" latinLnBrk="0">
                <a:lnSpc>
                  <a:spcPct val="110000"/>
                </a:lnSpc>
                <a:spcAft>
                  <a:spcPts val="296"/>
                </a:spcAft>
                <a:buClr>
                  <a:schemeClr val="accent5">
                    <a:lumMod val="75000"/>
                  </a:schemeClr>
                </a:buClr>
                <a:buFont typeface="Arial" panose="020B0604020202020204" pitchFamily="34" charset="0"/>
                <a:buChar char="•"/>
                <a:defRPr/>
              </a:pPr>
              <a:r>
                <a:rPr lang="ko-KR" altLang="en-US" sz="1200" kern="0" spc="-49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Rix고딕 B" pitchFamily="18" charset="-127"/>
                  <a:ea typeface="Rix고딕 B" pitchFamily="18" charset="-127"/>
                </a:rPr>
                <a:t>결과 완료 보고</a:t>
              </a:r>
            </a:p>
          </p:txBody>
        </p:sp>
        <p:pic>
          <p:nvPicPr>
            <p:cNvPr id="147" name="Picture 2" descr="G:\work\지에프티GFT\이상호부장님\발표자료\이미지들-06.png"/>
            <p:cNvPicPr>
              <a:picLocks noChangeAspect="1" noChangeArrowheads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493066" y="4739828"/>
              <a:ext cx="330654" cy="36980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48" name="Picture 2" descr="G:\work\지에프티GFT\이상호부장님\발표자료\이미지들-06.png"/>
            <p:cNvPicPr>
              <a:picLocks noChangeAspect="1" noChangeArrowheads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11562" y="4739828"/>
              <a:ext cx="330654" cy="36980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49" name="위쪽 화살표 148"/>
            <p:cNvSpPr/>
            <p:nvPr/>
          </p:nvSpPr>
          <p:spPr>
            <a:xfrm rot="5400000">
              <a:off x="4787307" y="-492149"/>
              <a:ext cx="632943" cy="9177765"/>
            </a:xfrm>
            <a:prstGeom prst="upArrow">
              <a:avLst>
                <a:gd name="adj1" fmla="val 50000"/>
                <a:gd name="adj2" fmla="val 39053"/>
              </a:avLst>
            </a:prstGeom>
            <a:solidFill>
              <a:schemeClr val="accent5">
                <a:lumMod val="50000"/>
              </a:schemeClr>
            </a:solidFill>
            <a:effectLst>
              <a:innerShdw blurRad="88900">
                <a:prstClr val="black">
                  <a:alpha val="89000"/>
                </a:prstClr>
              </a:innerShdw>
            </a:effectLst>
          </p:spPr>
          <p:txBody>
            <a:bodyPr wrap="square" lIns="0" tIns="0" rIns="0" bIns="0" anchor="ctr" anchorCtr="0">
              <a:noAutofit/>
            </a:bodyPr>
            <a:lstStyle/>
            <a:p>
              <a:pPr algn="ctr" latinLnBrk="0">
                <a:buSzPct val="135000"/>
              </a:pPr>
              <a:endParaRPr lang="ko-KR" altLang="en-US" sz="1500" kern="0" spc="-197" dirty="0">
                <a:solidFill>
                  <a:schemeClr val="bg1"/>
                </a:solidFill>
                <a:latin typeface="Rix정고딕 M" pitchFamily="18" charset="-127"/>
                <a:ea typeface="Rix정고딕 M" pitchFamily="18" charset="-127"/>
              </a:endParaRPr>
            </a:p>
          </p:txBody>
        </p:sp>
        <p:sp>
          <p:nvSpPr>
            <p:cNvPr id="151" name="직사각형 141"/>
            <p:cNvSpPr>
              <a:spLocks noChangeArrowheads="1"/>
            </p:cNvSpPr>
            <p:nvPr/>
          </p:nvSpPr>
          <p:spPr bwMode="auto">
            <a:xfrm>
              <a:off x="959378" y="3966619"/>
              <a:ext cx="3445120" cy="244510"/>
            </a:xfrm>
            <a:prstGeom prst="rect">
              <a:avLst/>
            </a:prstGeom>
            <a:noFill/>
            <a:ln w="3175" algn="ctr">
              <a:noFill/>
              <a:miter lim="800000"/>
              <a:headEnd/>
              <a:tailEnd/>
            </a:ln>
          </p:spPr>
          <p:txBody>
            <a:bodyPr wrap="square" lIns="0" tIns="0" rIns="0" bIns="0">
              <a:spAutoFit/>
              <a:scene3d>
                <a:camera prst="orthographicFront"/>
                <a:lightRig rig="threePt" dir="t"/>
              </a:scene3d>
              <a:sp3d>
                <a:bevelT w="0"/>
              </a:sp3d>
            </a:bodyPr>
            <a:lstStyle/>
            <a:p>
              <a:pPr defTabSz="903091" latinLnBrk="0">
                <a:lnSpc>
                  <a:spcPct val="110000"/>
                </a:lnSpc>
                <a:spcAft>
                  <a:spcPts val="296"/>
                </a:spcAft>
                <a:buClr>
                  <a:schemeClr val="accent5">
                    <a:lumMod val="75000"/>
                  </a:schemeClr>
                </a:buClr>
                <a:defRPr/>
              </a:pPr>
              <a:r>
                <a:rPr lang="ko-KR" altLang="en-US" sz="1500" kern="0" spc="-49" dirty="0">
                  <a:solidFill>
                    <a:schemeClr val="bg1"/>
                  </a:solidFill>
                  <a:latin typeface="Rix고딕 B" pitchFamily="18" charset="-127"/>
                  <a:ea typeface="Rix고딕 B" pitchFamily="18" charset="-127"/>
                </a:rPr>
                <a:t>최단 거리에서 기술 지원 및 장애 대응</a:t>
              </a:r>
            </a:p>
          </p:txBody>
        </p:sp>
        <p:sp>
          <p:nvSpPr>
            <p:cNvPr id="152" name="위쪽 화살표 151"/>
            <p:cNvSpPr/>
            <p:nvPr/>
          </p:nvSpPr>
          <p:spPr>
            <a:xfrm rot="5400000">
              <a:off x="4524088" y="-728807"/>
              <a:ext cx="632943" cy="8651328"/>
            </a:xfrm>
            <a:prstGeom prst="upArrow">
              <a:avLst>
                <a:gd name="adj1" fmla="val 50000"/>
                <a:gd name="adj2" fmla="val 39053"/>
              </a:avLst>
            </a:prstGeom>
            <a:solidFill>
              <a:schemeClr val="accent5">
                <a:lumMod val="50000"/>
              </a:schemeClr>
            </a:solidFill>
            <a:effectLst>
              <a:innerShdw blurRad="88900">
                <a:prstClr val="black">
                  <a:alpha val="89000"/>
                </a:prstClr>
              </a:innerShdw>
            </a:effectLst>
          </p:spPr>
          <p:txBody>
            <a:bodyPr wrap="square" lIns="0" tIns="0" rIns="0" bIns="0" anchor="ctr" anchorCtr="0">
              <a:noAutofit/>
            </a:bodyPr>
            <a:lstStyle/>
            <a:p>
              <a:pPr algn="ctr" latinLnBrk="0">
                <a:buSzPct val="135000"/>
              </a:pPr>
              <a:endParaRPr lang="ko-KR" altLang="en-US" sz="1500" kern="0" spc="-197" dirty="0">
                <a:solidFill>
                  <a:schemeClr val="bg1"/>
                </a:solidFill>
                <a:latin typeface="Rix정고딕 M" pitchFamily="18" charset="-127"/>
                <a:ea typeface="Rix정고딕 M" pitchFamily="18" charset="-127"/>
              </a:endParaRPr>
            </a:p>
          </p:txBody>
        </p:sp>
        <p:sp>
          <p:nvSpPr>
            <p:cNvPr id="153" name="직사각형 141"/>
            <p:cNvSpPr>
              <a:spLocks noChangeArrowheads="1"/>
            </p:cNvSpPr>
            <p:nvPr/>
          </p:nvSpPr>
          <p:spPr bwMode="auto">
            <a:xfrm>
              <a:off x="959377" y="3467026"/>
              <a:ext cx="3851276" cy="244510"/>
            </a:xfrm>
            <a:prstGeom prst="rect">
              <a:avLst/>
            </a:prstGeom>
            <a:noFill/>
            <a:ln w="3175" algn="ctr">
              <a:noFill/>
              <a:miter lim="800000"/>
              <a:headEnd/>
              <a:tailEnd/>
            </a:ln>
          </p:spPr>
          <p:txBody>
            <a:bodyPr wrap="square" lIns="0" tIns="0" rIns="0" bIns="0">
              <a:spAutoFit/>
              <a:scene3d>
                <a:camera prst="orthographicFront"/>
                <a:lightRig rig="threePt" dir="t"/>
              </a:scene3d>
              <a:sp3d>
                <a:bevelT w="0"/>
              </a:sp3d>
            </a:bodyPr>
            <a:lstStyle/>
            <a:p>
              <a:pPr defTabSz="903091" latinLnBrk="0">
                <a:lnSpc>
                  <a:spcPct val="110000"/>
                </a:lnSpc>
                <a:spcAft>
                  <a:spcPts val="296"/>
                </a:spcAft>
                <a:buClr>
                  <a:schemeClr val="accent5">
                    <a:lumMod val="75000"/>
                  </a:schemeClr>
                </a:buClr>
                <a:defRPr/>
              </a:pPr>
              <a:r>
                <a:rPr lang="ko-KR" altLang="en-US" sz="1500" kern="0" spc="-49" dirty="0">
                  <a:solidFill>
                    <a:schemeClr val="bg1"/>
                  </a:solidFill>
                  <a:latin typeface="Rix고딕 B" pitchFamily="18" charset="-127"/>
                  <a:ea typeface="Rix고딕 B" pitchFamily="18" charset="-127"/>
                </a:rPr>
                <a:t>다수 네트워크 구축 및 유지보수 노하우 활용</a:t>
              </a:r>
            </a:p>
          </p:txBody>
        </p:sp>
        <p:sp>
          <p:nvSpPr>
            <p:cNvPr id="154" name="위쪽 화살표 153"/>
            <p:cNvSpPr/>
            <p:nvPr/>
          </p:nvSpPr>
          <p:spPr>
            <a:xfrm rot="5400000">
              <a:off x="4332060" y="-1041672"/>
              <a:ext cx="632943" cy="8267272"/>
            </a:xfrm>
            <a:prstGeom prst="upArrow">
              <a:avLst>
                <a:gd name="adj1" fmla="val 50000"/>
                <a:gd name="adj2" fmla="val 39053"/>
              </a:avLst>
            </a:prstGeom>
            <a:solidFill>
              <a:schemeClr val="accent5">
                <a:lumMod val="50000"/>
              </a:schemeClr>
            </a:solidFill>
            <a:effectLst>
              <a:innerShdw blurRad="88900">
                <a:prstClr val="black">
                  <a:alpha val="89000"/>
                </a:prstClr>
              </a:innerShdw>
            </a:effectLst>
          </p:spPr>
          <p:txBody>
            <a:bodyPr wrap="square" lIns="0" tIns="0" rIns="0" bIns="0" anchor="ctr" anchorCtr="0">
              <a:noAutofit/>
            </a:bodyPr>
            <a:lstStyle/>
            <a:p>
              <a:pPr algn="ctr" latinLnBrk="0">
                <a:buSzPct val="135000"/>
              </a:pPr>
              <a:endParaRPr lang="ko-KR" altLang="en-US" sz="1500" kern="0" spc="-197" dirty="0">
                <a:solidFill>
                  <a:schemeClr val="bg1"/>
                </a:solidFill>
                <a:latin typeface="Rix정고딕 M" pitchFamily="18" charset="-127"/>
                <a:ea typeface="Rix정고딕 M" pitchFamily="18" charset="-127"/>
              </a:endParaRPr>
            </a:p>
          </p:txBody>
        </p:sp>
        <p:grpSp>
          <p:nvGrpSpPr>
            <p:cNvPr id="170" name="그룹 169"/>
            <p:cNvGrpSpPr/>
            <p:nvPr/>
          </p:nvGrpSpPr>
          <p:grpSpPr>
            <a:xfrm>
              <a:off x="3892016" y="1911846"/>
              <a:ext cx="6801381" cy="638293"/>
              <a:chOff x="3999035" y="1644628"/>
              <a:chExt cx="6694366" cy="663089"/>
            </a:xfrm>
          </p:grpSpPr>
          <p:cxnSp>
            <p:nvCxnSpPr>
              <p:cNvPr id="171" name="직선 연결선 170"/>
              <p:cNvCxnSpPr/>
              <p:nvPr/>
            </p:nvCxnSpPr>
            <p:spPr>
              <a:xfrm>
                <a:off x="3999035" y="2307717"/>
                <a:ext cx="4472837" cy="0"/>
              </a:xfrm>
              <a:prstGeom prst="line">
                <a:avLst/>
              </a:prstGeom>
              <a:ln w="190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2" name="직선 연결선 171"/>
              <p:cNvCxnSpPr/>
              <p:nvPr/>
            </p:nvCxnSpPr>
            <p:spPr>
              <a:xfrm>
                <a:off x="8812245" y="1644628"/>
                <a:ext cx="1881156" cy="0"/>
              </a:xfrm>
              <a:prstGeom prst="line">
                <a:avLst/>
              </a:prstGeom>
              <a:ln w="190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3" name="직선 연결선 172"/>
              <p:cNvCxnSpPr/>
              <p:nvPr/>
            </p:nvCxnSpPr>
            <p:spPr>
              <a:xfrm flipH="1">
                <a:off x="8471872" y="1644628"/>
                <a:ext cx="340373" cy="663089"/>
              </a:xfrm>
              <a:prstGeom prst="line">
                <a:avLst/>
              </a:prstGeom>
              <a:ln w="190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74" name="양쪽 모서리가 둥근 사각형 173"/>
            <p:cNvSpPr/>
            <p:nvPr/>
          </p:nvSpPr>
          <p:spPr>
            <a:xfrm rot="10800000">
              <a:off x="514895" y="2409305"/>
              <a:ext cx="3721212" cy="367854"/>
            </a:xfrm>
            <a:prstGeom prst="round2SameRect">
              <a:avLst/>
            </a:pr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endParaRPr lang="ko-KR" altLang="en-US" sz="1800" dirty="0"/>
            </a:p>
          </p:txBody>
        </p:sp>
        <p:sp>
          <p:nvSpPr>
            <p:cNvPr id="175" name="직각 삼각형 174"/>
            <p:cNvSpPr/>
            <p:nvPr/>
          </p:nvSpPr>
          <p:spPr>
            <a:xfrm>
              <a:off x="4236107" y="2409305"/>
              <a:ext cx="98298" cy="140834"/>
            </a:xfrm>
            <a:prstGeom prst="rtTriangl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/>
            </a:p>
          </p:txBody>
        </p:sp>
        <p:sp>
          <p:nvSpPr>
            <p:cNvPr id="176" name="직사각형 141"/>
            <p:cNvSpPr>
              <a:spLocks noChangeArrowheads="1"/>
            </p:cNvSpPr>
            <p:nvPr/>
          </p:nvSpPr>
          <p:spPr bwMode="auto">
            <a:xfrm>
              <a:off x="678863" y="2445197"/>
              <a:ext cx="3445122" cy="277040"/>
            </a:xfrm>
            <a:prstGeom prst="rect">
              <a:avLst/>
            </a:prstGeom>
            <a:noFill/>
            <a:ln w="3175" algn="ctr">
              <a:noFill/>
              <a:miter lim="800000"/>
              <a:headEnd/>
              <a:tailEnd/>
            </a:ln>
          </p:spPr>
          <p:txBody>
            <a:bodyPr wrap="square" lIns="0" tIns="0" rIns="0" bIns="0">
              <a:spAutoFit/>
              <a:scene3d>
                <a:camera prst="orthographicFront"/>
                <a:lightRig rig="threePt" dir="t"/>
              </a:scene3d>
              <a:sp3d>
                <a:bevelT w="0"/>
              </a:sp3d>
            </a:bodyPr>
            <a:lstStyle/>
            <a:p>
              <a:pPr algn="ctr" defTabSz="903091" latinLnBrk="0">
                <a:lnSpc>
                  <a:spcPct val="110000"/>
                </a:lnSpc>
                <a:spcAft>
                  <a:spcPts val="296"/>
                </a:spcAft>
                <a:buClr>
                  <a:schemeClr val="accent5">
                    <a:lumMod val="75000"/>
                  </a:schemeClr>
                </a:buClr>
                <a:defRPr/>
              </a:pPr>
              <a:r>
                <a:rPr lang="ko-KR" altLang="en-US" sz="1700" kern="0" spc="-49" dirty="0">
                  <a:solidFill>
                    <a:schemeClr val="bg1"/>
                  </a:solidFill>
                  <a:latin typeface="Rix고딕 B" pitchFamily="18" charset="-127"/>
                  <a:ea typeface="Rix고딕 B" pitchFamily="18" charset="-127"/>
                </a:rPr>
                <a:t>군 사업에 최적화된 제안사 구축 방법론</a:t>
              </a:r>
            </a:p>
          </p:txBody>
        </p:sp>
        <p:grpSp>
          <p:nvGrpSpPr>
            <p:cNvPr id="177" name="그룹 176"/>
            <p:cNvGrpSpPr/>
            <p:nvPr/>
          </p:nvGrpSpPr>
          <p:grpSpPr>
            <a:xfrm>
              <a:off x="9108933" y="1807368"/>
              <a:ext cx="1259819" cy="1667280"/>
              <a:chOff x="8989251" y="1536092"/>
              <a:chExt cx="1336717" cy="1732048"/>
            </a:xfrm>
          </p:grpSpPr>
          <p:grpSp>
            <p:nvGrpSpPr>
              <p:cNvPr id="178" name="그룹 177"/>
              <p:cNvGrpSpPr/>
              <p:nvPr/>
            </p:nvGrpSpPr>
            <p:grpSpPr>
              <a:xfrm>
                <a:off x="8989251" y="1536092"/>
                <a:ext cx="1336717" cy="1732048"/>
                <a:chOff x="8989251" y="1536092"/>
                <a:chExt cx="1336717" cy="1732048"/>
              </a:xfrm>
            </p:grpSpPr>
            <p:sp>
              <p:nvSpPr>
                <p:cNvPr id="183" name="오각형 182"/>
                <p:cNvSpPr/>
                <p:nvPr/>
              </p:nvSpPr>
              <p:spPr>
                <a:xfrm rot="16200000" flipH="1">
                  <a:off x="8841436" y="1783608"/>
                  <a:ext cx="1731365" cy="1237699"/>
                </a:xfrm>
                <a:prstGeom prst="homePlate">
                  <a:avLst>
                    <a:gd name="adj" fmla="val 51847"/>
                  </a:avLst>
                </a:prstGeom>
                <a:pattFill prst="ltUpDiag">
                  <a:fgClr>
                    <a:srgbClr val="0563A3"/>
                  </a:fgClr>
                  <a:bgClr>
                    <a:schemeClr val="tx2">
                      <a:lumMod val="50000"/>
                    </a:schemeClr>
                  </a:bgClr>
                </a:pattFill>
                <a:ln w="12700">
                  <a:noFill/>
                </a:ln>
                <a:effectLst>
                  <a:innerShdw blurRad="101600">
                    <a:schemeClr val="tx1">
                      <a:lumMod val="85000"/>
                      <a:lumOff val="15000"/>
                    </a:schemeClr>
                  </a:inn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800" spc="-128" dirty="0">
                    <a:solidFill>
                      <a:prstClr val="white"/>
                    </a:solidFill>
                    <a:latin typeface="Rix고딕 B" panose="02020603020101020101" pitchFamily="18" charset="-127"/>
                    <a:ea typeface="Rix고딕 B" panose="02020603020101020101" pitchFamily="18" charset="-127"/>
                  </a:endParaRPr>
                </a:p>
              </p:txBody>
            </p:sp>
            <p:sp>
              <p:nvSpPr>
                <p:cNvPr id="184" name="직각 삼각형 183"/>
                <p:cNvSpPr/>
                <p:nvPr/>
              </p:nvSpPr>
              <p:spPr>
                <a:xfrm rot="2700000" flipH="1">
                  <a:off x="9280676" y="2217991"/>
                  <a:ext cx="846693" cy="846693"/>
                </a:xfrm>
                <a:prstGeom prst="rtTriangle">
                  <a:avLst/>
                </a:prstGeom>
                <a:gradFill>
                  <a:gsLst>
                    <a:gs pos="0">
                      <a:schemeClr val="bg1">
                        <a:lumMod val="64000"/>
                        <a:lumOff val="36000"/>
                        <a:alpha val="31000"/>
                      </a:schemeClr>
                    </a:gs>
                    <a:gs pos="50000">
                      <a:schemeClr val="bg1">
                        <a:alpha val="0"/>
                      </a:schemeClr>
                    </a:gs>
                  </a:gsLst>
                  <a:lin ang="18600000" scaled="0"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800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85" name="TextBox 184"/>
                <p:cNvSpPr txBox="1"/>
                <p:nvPr/>
              </p:nvSpPr>
              <p:spPr>
                <a:xfrm rot="10800000" flipH="1" flipV="1">
                  <a:off x="9106833" y="1554597"/>
                  <a:ext cx="1194381" cy="543101"/>
                </a:xfrm>
                <a:custGeom>
                  <a:avLst/>
                  <a:gdLst>
                    <a:gd name="connsiteX0" fmla="*/ 0 w 1225551"/>
                    <a:gd name="connsiteY0" fmla="*/ 0 h 373125"/>
                    <a:gd name="connsiteX1" fmla="*/ 1225551 w 1225551"/>
                    <a:gd name="connsiteY1" fmla="*/ 0 h 373125"/>
                    <a:gd name="connsiteX2" fmla="*/ 1225551 w 1225551"/>
                    <a:gd name="connsiteY2" fmla="*/ 373125 h 373125"/>
                    <a:gd name="connsiteX3" fmla="*/ 0 w 1225551"/>
                    <a:gd name="connsiteY3" fmla="*/ 373125 h 373125"/>
                    <a:gd name="connsiteX4" fmla="*/ 0 w 1225551"/>
                    <a:gd name="connsiteY4" fmla="*/ 0 h 373125"/>
                    <a:gd name="connsiteX0" fmla="*/ 0 w 1225551"/>
                    <a:gd name="connsiteY0" fmla="*/ 0 h 373125"/>
                    <a:gd name="connsiteX1" fmla="*/ 1225551 w 1225551"/>
                    <a:gd name="connsiteY1" fmla="*/ 0 h 373125"/>
                    <a:gd name="connsiteX2" fmla="*/ 1225551 w 1225551"/>
                    <a:gd name="connsiteY2" fmla="*/ 373125 h 373125"/>
                    <a:gd name="connsiteX3" fmla="*/ 590550 w 1225551"/>
                    <a:gd name="connsiteY3" fmla="*/ 188975 h 373125"/>
                    <a:gd name="connsiteX4" fmla="*/ 0 w 1225551"/>
                    <a:gd name="connsiteY4" fmla="*/ 0 h 373125"/>
                    <a:gd name="connsiteX0" fmla="*/ 0 w 1225551"/>
                    <a:gd name="connsiteY0" fmla="*/ 0 h 557275"/>
                    <a:gd name="connsiteX1" fmla="*/ 1225551 w 1225551"/>
                    <a:gd name="connsiteY1" fmla="*/ 0 h 557275"/>
                    <a:gd name="connsiteX2" fmla="*/ 1219201 w 1225551"/>
                    <a:gd name="connsiteY2" fmla="*/ 557275 h 557275"/>
                    <a:gd name="connsiteX3" fmla="*/ 590550 w 1225551"/>
                    <a:gd name="connsiteY3" fmla="*/ 188975 h 557275"/>
                    <a:gd name="connsiteX4" fmla="*/ 0 w 1225551"/>
                    <a:gd name="connsiteY4" fmla="*/ 0 h 557275"/>
                    <a:gd name="connsiteX0" fmla="*/ 0 w 1225551"/>
                    <a:gd name="connsiteY0" fmla="*/ 0 h 557275"/>
                    <a:gd name="connsiteX1" fmla="*/ 1225551 w 1225551"/>
                    <a:gd name="connsiteY1" fmla="*/ 0 h 557275"/>
                    <a:gd name="connsiteX2" fmla="*/ 1219201 w 1225551"/>
                    <a:gd name="connsiteY2" fmla="*/ 557275 h 557275"/>
                    <a:gd name="connsiteX3" fmla="*/ 685800 w 1225551"/>
                    <a:gd name="connsiteY3" fmla="*/ 277875 h 557275"/>
                    <a:gd name="connsiteX4" fmla="*/ 0 w 1225551"/>
                    <a:gd name="connsiteY4" fmla="*/ 0 h 5572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225551" h="557275">
                      <a:moveTo>
                        <a:pt x="0" y="0"/>
                      </a:moveTo>
                      <a:lnTo>
                        <a:pt x="1225551" y="0"/>
                      </a:lnTo>
                      <a:cubicBezTo>
                        <a:pt x="1223434" y="185758"/>
                        <a:pt x="1221318" y="371517"/>
                        <a:pt x="1219201" y="557275"/>
                      </a:cubicBezTo>
                      <a:lnTo>
                        <a:pt x="685800" y="277875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bg1">
                        <a:lumMod val="64000"/>
                        <a:lumOff val="36000"/>
                        <a:alpha val="31000"/>
                      </a:schemeClr>
                    </a:gs>
                    <a:gs pos="50000">
                      <a:schemeClr val="bg1">
                        <a:alpha val="0"/>
                      </a:schemeClr>
                    </a:gs>
                  </a:gsLst>
                  <a:lin ang="5400000" scaled="0"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82935" tIns="41468" rIns="82935" bIns="41468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>
                  <a:defPPr>
                    <a:defRPr lang="ko-KR"/>
                  </a:defPPr>
                  <a:lvl1pPr algn="ctr">
                    <a:defRPr>
                      <a:solidFill>
                        <a:schemeClr val="bg1"/>
                      </a:solidFill>
                    </a:defRPr>
                  </a:lvl1pPr>
                  <a:lvl2pPr>
                    <a:defRPr>
                      <a:solidFill>
                        <a:schemeClr val="lt1"/>
                      </a:solidFill>
                    </a:defRPr>
                  </a:lvl2pPr>
                  <a:lvl3pPr>
                    <a:defRPr>
                      <a:solidFill>
                        <a:schemeClr val="lt1"/>
                      </a:solidFill>
                    </a:defRPr>
                  </a:lvl3pPr>
                  <a:lvl4pPr>
                    <a:defRPr>
                      <a:solidFill>
                        <a:schemeClr val="lt1"/>
                      </a:solidFill>
                    </a:defRPr>
                  </a:lvl4pPr>
                  <a:lvl5pPr>
                    <a:defRPr>
                      <a:solidFill>
                        <a:schemeClr val="lt1"/>
                      </a:solidFill>
                    </a:defRPr>
                  </a:lvl5pPr>
                  <a:lvl6pPr>
                    <a:defRPr>
                      <a:solidFill>
                        <a:schemeClr val="lt1"/>
                      </a:solidFill>
                    </a:defRPr>
                  </a:lvl6pPr>
                  <a:lvl7pPr>
                    <a:defRPr>
                      <a:solidFill>
                        <a:schemeClr val="lt1"/>
                      </a:solidFill>
                    </a:defRPr>
                  </a:lvl7pPr>
                  <a:lvl8pPr>
                    <a:defRPr>
                      <a:solidFill>
                        <a:schemeClr val="lt1"/>
                      </a:solidFill>
                    </a:defRPr>
                  </a:lvl8pPr>
                  <a:lvl9pPr>
                    <a:defRPr>
                      <a:solidFill>
                        <a:schemeClr val="lt1"/>
                      </a:solidFill>
                    </a:defRPr>
                  </a:lvl9pPr>
                </a:lstStyle>
                <a:p>
                  <a:endParaRPr lang="ko-KR" altLang="en-US" sz="1800" dirty="0"/>
                </a:p>
              </p:txBody>
            </p:sp>
            <p:sp>
              <p:nvSpPr>
                <p:cNvPr id="186" name="직각 삼각형 185"/>
                <p:cNvSpPr/>
                <p:nvPr/>
              </p:nvSpPr>
              <p:spPr>
                <a:xfrm flipH="1">
                  <a:off x="8989251" y="1536092"/>
                  <a:ext cx="99016" cy="116809"/>
                </a:xfrm>
                <a:prstGeom prst="rtTriangle">
                  <a:avLst/>
                </a:prstGeom>
                <a:solidFill>
                  <a:schemeClr val="tx1">
                    <a:lumMod val="75000"/>
                    <a:lumOff val="2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800" dirty="0"/>
                </a:p>
              </p:txBody>
            </p:sp>
          </p:grpSp>
          <p:sp>
            <p:nvSpPr>
              <p:cNvPr id="179" name="타원 178"/>
              <p:cNvSpPr/>
              <p:nvPr/>
            </p:nvSpPr>
            <p:spPr>
              <a:xfrm>
                <a:off x="9211229" y="1696907"/>
                <a:ext cx="103023" cy="103023"/>
              </a:xfrm>
              <a:prstGeom prst="ellipse">
                <a:avLst/>
              </a:prstGeom>
              <a:gradFill>
                <a:gsLst>
                  <a:gs pos="0">
                    <a:schemeClr val="bg1"/>
                  </a:gs>
                  <a:gs pos="14000">
                    <a:schemeClr val="bg1">
                      <a:lumMod val="85000"/>
                    </a:schemeClr>
                  </a:gs>
                  <a:gs pos="50000">
                    <a:schemeClr val="bg1"/>
                  </a:gs>
                  <a:gs pos="73750">
                    <a:srgbClr val="848484"/>
                  </a:gs>
                  <a:gs pos="100000">
                    <a:schemeClr val="bg1"/>
                  </a:gs>
                </a:gsLst>
                <a:lin ang="2700000" scaled="0"/>
              </a:gra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800" dirty="0"/>
              </a:p>
            </p:txBody>
          </p:sp>
          <p:sp>
            <p:nvSpPr>
              <p:cNvPr id="180" name="타원 179"/>
              <p:cNvSpPr/>
              <p:nvPr/>
            </p:nvSpPr>
            <p:spPr>
              <a:xfrm>
                <a:off x="9211229" y="2499868"/>
                <a:ext cx="103023" cy="103023"/>
              </a:xfrm>
              <a:prstGeom prst="ellipse">
                <a:avLst/>
              </a:prstGeom>
              <a:gradFill>
                <a:gsLst>
                  <a:gs pos="0">
                    <a:schemeClr val="bg1"/>
                  </a:gs>
                  <a:gs pos="14000">
                    <a:schemeClr val="bg1">
                      <a:lumMod val="85000"/>
                    </a:schemeClr>
                  </a:gs>
                  <a:gs pos="50000">
                    <a:schemeClr val="bg1"/>
                  </a:gs>
                  <a:gs pos="73750">
                    <a:srgbClr val="848484"/>
                  </a:gs>
                  <a:gs pos="100000">
                    <a:schemeClr val="bg1"/>
                  </a:gs>
                </a:gsLst>
                <a:lin ang="2700000" scaled="0"/>
              </a:gra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800" dirty="0"/>
              </a:p>
            </p:txBody>
          </p:sp>
          <p:sp>
            <p:nvSpPr>
              <p:cNvPr id="181" name="타원 180"/>
              <p:cNvSpPr/>
              <p:nvPr/>
            </p:nvSpPr>
            <p:spPr>
              <a:xfrm>
                <a:off x="10111076" y="1696907"/>
                <a:ext cx="103023" cy="103023"/>
              </a:xfrm>
              <a:prstGeom prst="ellipse">
                <a:avLst/>
              </a:prstGeom>
              <a:gradFill>
                <a:gsLst>
                  <a:gs pos="0">
                    <a:schemeClr val="bg1"/>
                  </a:gs>
                  <a:gs pos="14000">
                    <a:schemeClr val="bg1">
                      <a:lumMod val="85000"/>
                    </a:schemeClr>
                  </a:gs>
                  <a:gs pos="50000">
                    <a:schemeClr val="bg1"/>
                  </a:gs>
                  <a:gs pos="73750">
                    <a:srgbClr val="848484"/>
                  </a:gs>
                  <a:gs pos="100000">
                    <a:schemeClr val="bg1"/>
                  </a:gs>
                </a:gsLst>
                <a:lin ang="2700000" scaled="0"/>
              </a:gra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800" dirty="0"/>
              </a:p>
            </p:txBody>
          </p:sp>
          <p:sp>
            <p:nvSpPr>
              <p:cNvPr id="182" name="타원 181"/>
              <p:cNvSpPr/>
              <p:nvPr/>
            </p:nvSpPr>
            <p:spPr>
              <a:xfrm>
                <a:off x="10111076" y="2499868"/>
                <a:ext cx="103023" cy="103023"/>
              </a:xfrm>
              <a:prstGeom prst="ellipse">
                <a:avLst/>
              </a:prstGeom>
              <a:gradFill>
                <a:gsLst>
                  <a:gs pos="0">
                    <a:schemeClr val="bg1"/>
                  </a:gs>
                  <a:gs pos="14000">
                    <a:schemeClr val="bg1">
                      <a:lumMod val="85000"/>
                    </a:schemeClr>
                  </a:gs>
                  <a:gs pos="50000">
                    <a:schemeClr val="bg1"/>
                  </a:gs>
                  <a:gs pos="73750">
                    <a:srgbClr val="848484"/>
                  </a:gs>
                  <a:gs pos="100000">
                    <a:schemeClr val="bg1"/>
                  </a:gs>
                </a:gsLst>
                <a:lin ang="2700000" scaled="0"/>
              </a:gra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800" dirty="0"/>
              </a:p>
            </p:txBody>
          </p:sp>
        </p:grpSp>
        <p:sp>
          <p:nvSpPr>
            <p:cNvPr id="187" name="직사각형 186"/>
            <p:cNvSpPr/>
            <p:nvPr/>
          </p:nvSpPr>
          <p:spPr>
            <a:xfrm>
              <a:off x="9310102" y="2084323"/>
              <a:ext cx="950773" cy="83099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spAutoFit/>
            </a:bodyPr>
            <a:lstStyle/>
            <a:p>
              <a:pPr algn="ctr"/>
              <a:r>
                <a:rPr lang="ko-KR" altLang="en-US" sz="1800" spc="-148" dirty="0">
                  <a:solidFill>
                    <a:srgbClr val="FFFF00"/>
                  </a:solidFill>
                  <a:latin typeface="Rix고딕 EB" panose="02020603020101020101" pitchFamily="18" charset="-127"/>
                  <a:ea typeface="Rix고딕 EB" panose="02020603020101020101" pitchFamily="18" charset="-127"/>
                </a:rPr>
                <a:t>업무</a:t>
              </a:r>
              <a:endParaRPr lang="en-US" altLang="ko-KR" sz="1800" spc="-148" dirty="0">
                <a:solidFill>
                  <a:srgbClr val="FFFF00"/>
                </a:solidFill>
                <a:latin typeface="Rix고딕 EB" panose="02020603020101020101" pitchFamily="18" charset="-127"/>
                <a:ea typeface="Rix고딕 EB" panose="02020603020101020101" pitchFamily="18" charset="-127"/>
              </a:endParaRPr>
            </a:p>
            <a:p>
              <a:pPr algn="ctr"/>
              <a:r>
                <a:rPr lang="ko-KR" altLang="en-US" sz="1800" spc="-148" dirty="0">
                  <a:solidFill>
                    <a:srgbClr val="FFFF00"/>
                  </a:solidFill>
                  <a:latin typeface="Rix고딕 EB" panose="02020603020101020101" pitchFamily="18" charset="-127"/>
                  <a:ea typeface="Rix고딕 EB" panose="02020603020101020101" pitchFamily="18" charset="-127"/>
                </a:rPr>
                <a:t>연속성</a:t>
              </a:r>
              <a:endParaRPr lang="en-US" altLang="ko-KR" sz="1800" spc="-148" dirty="0">
                <a:solidFill>
                  <a:srgbClr val="FFFF00"/>
                </a:solidFill>
                <a:latin typeface="Rix고딕 EB" panose="02020603020101020101" pitchFamily="18" charset="-127"/>
                <a:ea typeface="Rix고딕 EB" panose="02020603020101020101" pitchFamily="18" charset="-127"/>
              </a:endParaRPr>
            </a:p>
            <a:p>
              <a:pPr algn="ctr"/>
              <a:r>
                <a:rPr lang="ko-KR" altLang="en-US" sz="1800" spc="-148" dirty="0">
                  <a:solidFill>
                    <a:srgbClr val="FFFF00"/>
                  </a:solidFill>
                  <a:latin typeface="Rix고딕 EB" panose="02020603020101020101" pitchFamily="18" charset="-127"/>
                  <a:ea typeface="Rix고딕 EB" panose="02020603020101020101" pitchFamily="18" charset="-127"/>
                </a:rPr>
                <a:t>확보</a:t>
              </a:r>
            </a:p>
          </p:txBody>
        </p:sp>
        <p:grpSp>
          <p:nvGrpSpPr>
            <p:cNvPr id="2" name="그룹 1"/>
            <p:cNvGrpSpPr/>
            <p:nvPr/>
          </p:nvGrpSpPr>
          <p:grpSpPr>
            <a:xfrm>
              <a:off x="612124" y="2893117"/>
              <a:ext cx="7698191" cy="377392"/>
              <a:chOff x="10940683" y="3615148"/>
              <a:chExt cx="8628378" cy="377392"/>
            </a:xfrm>
          </p:grpSpPr>
          <p:sp>
            <p:nvSpPr>
              <p:cNvPr id="156" name="직사각형 155"/>
              <p:cNvSpPr/>
              <p:nvPr/>
            </p:nvSpPr>
            <p:spPr>
              <a:xfrm>
                <a:off x="10940683" y="3615148"/>
                <a:ext cx="1025897" cy="377392"/>
              </a:xfrm>
              <a:prstGeom prst="rect">
                <a:avLst/>
              </a:prstGeom>
              <a:gradFill>
                <a:gsLst>
                  <a:gs pos="0">
                    <a:schemeClr val="tx1">
                      <a:lumMod val="85000"/>
                      <a:lumOff val="15000"/>
                    </a:schemeClr>
                  </a:gs>
                  <a:gs pos="50000">
                    <a:schemeClr val="tx1">
                      <a:lumMod val="75000"/>
                      <a:lumOff val="25000"/>
                    </a:schemeClr>
                  </a:gs>
                  <a:gs pos="100000">
                    <a:schemeClr val="tx1">
                      <a:lumMod val="85000"/>
                      <a:lumOff val="15000"/>
                    </a:schemeClr>
                  </a:gs>
                </a:gsLst>
                <a:lin ang="2700000" scaled="0"/>
              </a:gradFill>
              <a:ln>
                <a:noFill/>
              </a:ln>
              <a:effectLst>
                <a:innerShdw blurRad="114300">
                  <a:prstClr val="black"/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800" dirty="0"/>
              </a:p>
            </p:txBody>
          </p:sp>
          <p:sp>
            <p:nvSpPr>
              <p:cNvPr id="157" name="직사각형 156"/>
              <p:cNvSpPr/>
              <p:nvPr/>
            </p:nvSpPr>
            <p:spPr>
              <a:xfrm>
                <a:off x="12028780" y="3615148"/>
                <a:ext cx="1025897" cy="377392"/>
              </a:xfrm>
              <a:prstGeom prst="rect">
                <a:avLst/>
              </a:prstGeom>
              <a:gradFill>
                <a:gsLst>
                  <a:gs pos="0">
                    <a:schemeClr val="tx1">
                      <a:lumMod val="85000"/>
                      <a:lumOff val="15000"/>
                    </a:schemeClr>
                  </a:gs>
                  <a:gs pos="50000">
                    <a:schemeClr val="tx1">
                      <a:lumMod val="75000"/>
                      <a:lumOff val="25000"/>
                    </a:schemeClr>
                  </a:gs>
                  <a:gs pos="100000">
                    <a:schemeClr val="tx1">
                      <a:lumMod val="85000"/>
                      <a:lumOff val="15000"/>
                    </a:schemeClr>
                  </a:gs>
                </a:gsLst>
                <a:lin ang="2700000" scaled="0"/>
              </a:gradFill>
              <a:ln>
                <a:noFill/>
              </a:ln>
              <a:effectLst>
                <a:innerShdw blurRad="114300">
                  <a:prstClr val="black"/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800" dirty="0"/>
              </a:p>
            </p:txBody>
          </p:sp>
          <p:sp>
            <p:nvSpPr>
              <p:cNvPr id="158" name="직사각형 157"/>
              <p:cNvSpPr/>
              <p:nvPr/>
            </p:nvSpPr>
            <p:spPr>
              <a:xfrm>
                <a:off x="13116877" y="3615148"/>
                <a:ext cx="1025897" cy="377392"/>
              </a:xfrm>
              <a:prstGeom prst="rect">
                <a:avLst/>
              </a:prstGeom>
              <a:gradFill>
                <a:gsLst>
                  <a:gs pos="0">
                    <a:schemeClr val="tx1">
                      <a:lumMod val="85000"/>
                      <a:lumOff val="15000"/>
                    </a:schemeClr>
                  </a:gs>
                  <a:gs pos="50000">
                    <a:schemeClr val="tx1">
                      <a:lumMod val="75000"/>
                      <a:lumOff val="25000"/>
                    </a:schemeClr>
                  </a:gs>
                  <a:gs pos="100000">
                    <a:schemeClr val="tx1">
                      <a:lumMod val="85000"/>
                      <a:lumOff val="15000"/>
                    </a:schemeClr>
                  </a:gs>
                </a:gsLst>
                <a:lin ang="2700000" scaled="0"/>
              </a:gradFill>
              <a:ln>
                <a:noFill/>
              </a:ln>
              <a:effectLst>
                <a:innerShdw blurRad="114300">
                  <a:prstClr val="black"/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800" dirty="0"/>
              </a:p>
            </p:txBody>
          </p:sp>
          <p:sp>
            <p:nvSpPr>
              <p:cNvPr id="159" name="직사각형 158"/>
              <p:cNvSpPr/>
              <p:nvPr/>
            </p:nvSpPr>
            <p:spPr>
              <a:xfrm>
                <a:off x="14204974" y="3615148"/>
                <a:ext cx="1025897" cy="377392"/>
              </a:xfrm>
              <a:prstGeom prst="rect">
                <a:avLst/>
              </a:prstGeom>
              <a:gradFill>
                <a:gsLst>
                  <a:gs pos="0">
                    <a:schemeClr val="tx1">
                      <a:lumMod val="85000"/>
                      <a:lumOff val="15000"/>
                    </a:schemeClr>
                  </a:gs>
                  <a:gs pos="50000">
                    <a:schemeClr val="tx1">
                      <a:lumMod val="75000"/>
                      <a:lumOff val="25000"/>
                    </a:schemeClr>
                  </a:gs>
                  <a:gs pos="100000">
                    <a:schemeClr val="tx1">
                      <a:lumMod val="85000"/>
                      <a:lumOff val="15000"/>
                    </a:schemeClr>
                  </a:gs>
                </a:gsLst>
                <a:lin ang="2700000" scaled="0"/>
              </a:gradFill>
              <a:ln>
                <a:noFill/>
              </a:ln>
              <a:effectLst>
                <a:innerShdw blurRad="114300">
                  <a:prstClr val="black"/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800" dirty="0"/>
              </a:p>
            </p:txBody>
          </p:sp>
          <p:sp>
            <p:nvSpPr>
              <p:cNvPr id="160" name="직사각형 159"/>
              <p:cNvSpPr/>
              <p:nvPr/>
            </p:nvSpPr>
            <p:spPr>
              <a:xfrm>
                <a:off x="15293071" y="3615148"/>
                <a:ext cx="1025897" cy="377392"/>
              </a:xfrm>
              <a:prstGeom prst="rect">
                <a:avLst/>
              </a:prstGeom>
              <a:gradFill>
                <a:gsLst>
                  <a:gs pos="0">
                    <a:schemeClr val="tx1">
                      <a:lumMod val="85000"/>
                      <a:lumOff val="15000"/>
                    </a:schemeClr>
                  </a:gs>
                  <a:gs pos="50000">
                    <a:schemeClr val="tx1">
                      <a:lumMod val="75000"/>
                      <a:lumOff val="25000"/>
                    </a:schemeClr>
                  </a:gs>
                  <a:gs pos="100000">
                    <a:schemeClr val="tx1">
                      <a:lumMod val="85000"/>
                      <a:lumOff val="15000"/>
                    </a:schemeClr>
                  </a:gs>
                </a:gsLst>
                <a:lin ang="2700000" scaled="0"/>
              </a:gradFill>
              <a:ln>
                <a:noFill/>
              </a:ln>
              <a:effectLst>
                <a:innerShdw blurRad="114300">
                  <a:prstClr val="black"/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800" dirty="0"/>
              </a:p>
            </p:txBody>
          </p:sp>
          <p:sp>
            <p:nvSpPr>
              <p:cNvPr id="161" name="직사각형 160"/>
              <p:cNvSpPr/>
              <p:nvPr/>
            </p:nvSpPr>
            <p:spPr>
              <a:xfrm>
                <a:off x="16381168" y="3615148"/>
                <a:ext cx="1025897" cy="377392"/>
              </a:xfrm>
              <a:prstGeom prst="rect">
                <a:avLst/>
              </a:prstGeom>
              <a:gradFill>
                <a:gsLst>
                  <a:gs pos="0">
                    <a:schemeClr val="tx1">
                      <a:lumMod val="85000"/>
                      <a:lumOff val="15000"/>
                    </a:schemeClr>
                  </a:gs>
                  <a:gs pos="50000">
                    <a:schemeClr val="tx1">
                      <a:lumMod val="75000"/>
                      <a:lumOff val="25000"/>
                    </a:schemeClr>
                  </a:gs>
                  <a:gs pos="100000">
                    <a:schemeClr val="tx1">
                      <a:lumMod val="85000"/>
                      <a:lumOff val="15000"/>
                    </a:schemeClr>
                  </a:gs>
                </a:gsLst>
                <a:lin ang="2700000" scaled="0"/>
              </a:gradFill>
              <a:ln>
                <a:noFill/>
              </a:ln>
              <a:effectLst>
                <a:innerShdw blurRad="114300">
                  <a:prstClr val="black"/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800" dirty="0"/>
              </a:p>
            </p:txBody>
          </p:sp>
          <p:sp>
            <p:nvSpPr>
              <p:cNvPr id="162" name="직사각형 161"/>
              <p:cNvSpPr/>
              <p:nvPr/>
            </p:nvSpPr>
            <p:spPr>
              <a:xfrm>
                <a:off x="17469265" y="3615148"/>
                <a:ext cx="1025897" cy="377392"/>
              </a:xfrm>
              <a:prstGeom prst="rect">
                <a:avLst/>
              </a:prstGeom>
              <a:gradFill>
                <a:gsLst>
                  <a:gs pos="0">
                    <a:schemeClr val="tx1">
                      <a:lumMod val="85000"/>
                      <a:lumOff val="15000"/>
                    </a:schemeClr>
                  </a:gs>
                  <a:gs pos="50000">
                    <a:schemeClr val="tx1">
                      <a:lumMod val="75000"/>
                      <a:lumOff val="25000"/>
                    </a:schemeClr>
                  </a:gs>
                  <a:gs pos="100000">
                    <a:schemeClr val="tx1">
                      <a:lumMod val="85000"/>
                      <a:lumOff val="15000"/>
                    </a:schemeClr>
                  </a:gs>
                </a:gsLst>
                <a:lin ang="2700000" scaled="0"/>
              </a:gradFill>
              <a:ln>
                <a:noFill/>
              </a:ln>
              <a:effectLst>
                <a:innerShdw blurRad="114300">
                  <a:prstClr val="black"/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800" dirty="0"/>
              </a:p>
            </p:txBody>
          </p:sp>
          <p:sp>
            <p:nvSpPr>
              <p:cNvPr id="163" name="직사각형 162"/>
              <p:cNvSpPr/>
              <p:nvPr/>
            </p:nvSpPr>
            <p:spPr>
              <a:xfrm>
                <a:off x="11058173" y="3639598"/>
                <a:ext cx="812312" cy="327021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9569" tIns="49785" rIns="99569" bIns="49785" rtlCol="0" anchor="ctr"/>
              <a:lstStyle/>
              <a:p>
                <a:pPr algn="ctr"/>
                <a:r>
                  <a:rPr lang="ko-KR" altLang="en-US" sz="1600" spc="-99" dirty="0">
                    <a:gradFill>
                      <a:gsLst>
                        <a:gs pos="0">
                          <a:schemeClr val="bg1"/>
                        </a:gs>
                        <a:gs pos="23000">
                          <a:schemeClr val="bg1">
                            <a:lumMod val="95000"/>
                          </a:schemeClr>
                        </a:gs>
                        <a:gs pos="50000">
                          <a:schemeClr val="bg1"/>
                        </a:gs>
                        <a:gs pos="73750">
                          <a:schemeClr val="bg1">
                            <a:lumMod val="85000"/>
                          </a:schemeClr>
                        </a:gs>
                        <a:gs pos="100000">
                          <a:schemeClr val="bg1"/>
                        </a:gs>
                      </a:gsLst>
                      <a:lin ang="2700000" scaled="0"/>
                    </a:gradFill>
                    <a:latin typeface="Rix고딕 EB" panose="02020603020101020101" pitchFamily="18" charset="-127"/>
                    <a:ea typeface="Rix고딕 EB" panose="02020603020101020101" pitchFamily="18" charset="-127"/>
                  </a:rPr>
                  <a:t>착수</a:t>
                </a:r>
              </a:p>
            </p:txBody>
          </p:sp>
          <p:sp>
            <p:nvSpPr>
              <p:cNvPr id="164" name="직사각형 163"/>
              <p:cNvSpPr/>
              <p:nvPr/>
            </p:nvSpPr>
            <p:spPr>
              <a:xfrm>
                <a:off x="12135571" y="3639598"/>
                <a:ext cx="812312" cy="327021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9569" tIns="49785" rIns="99569" bIns="49785" rtlCol="0" anchor="ctr"/>
              <a:lstStyle/>
              <a:p>
                <a:pPr algn="ctr"/>
                <a:r>
                  <a:rPr lang="ko-KR" altLang="en-US" sz="1600" spc="-99" dirty="0">
                    <a:gradFill>
                      <a:gsLst>
                        <a:gs pos="0">
                          <a:schemeClr val="bg1"/>
                        </a:gs>
                        <a:gs pos="23000">
                          <a:schemeClr val="bg1">
                            <a:lumMod val="95000"/>
                          </a:schemeClr>
                        </a:gs>
                        <a:gs pos="50000">
                          <a:schemeClr val="bg1"/>
                        </a:gs>
                        <a:gs pos="73750">
                          <a:schemeClr val="bg1">
                            <a:lumMod val="85000"/>
                          </a:schemeClr>
                        </a:gs>
                        <a:gs pos="100000">
                          <a:schemeClr val="bg1"/>
                        </a:gs>
                      </a:gsLst>
                      <a:lin ang="2700000" scaled="0"/>
                    </a:gradFill>
                    <a:latin typeface="Rix고딕 EB" panose="02020603020101020101" pitchFamily="18" charset="-127"/>
                    <a:ea typeface="Rix고딕 EB" panose="02020603020101020101" pitchFamily="18" charset="-127"/>
                  </a:rPr>
                  <a:t>분석</a:t>
                </a:r>
              </a:p>
            </p:txBody>
          </p:sp>
          <p:sp>
            <p:nvSpPr>
              <p:cNvPr id="165" name="직사각형 164"/>
              <p:cNvSpPr/>
              <p:nvPr/>
            </p:nvSpPr>
            <p:spPr>
              <a:xfrm>
                <a:off x="13226671" y="3639598"/>
                <a:ext cx="812312" cy="327021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9569" tIns="49785" rIns="99569" bIns="49785" rtlCol="0" anchor="ctr"/>
              <a:lstStyle/>
              <a:p>
                <a:pPr algn="ctr"/>
                <a:r>
                  <a:rPr lang="ko-KR" altLang="en-US" sz="1600" spc="-99" dirty="0">
                    <a:gradFill>
                      <a:gsLst>
                        <a:gs pos="0">
                          <a:schemeClr val="bg1"/>
                        </a:gs>
                        <a:gs pos="23000">
                          <a:schemeClr val="bg1">
                            <a:lumMod val="95000"/>
                          </a:schemeClr>
                        </a:gs>
                        <a:gs pos="50000">
                          <a:schemeClr val="bg1"/>
                        </a:gs>
                        <a:gs pos="73750">
                          <a:schemeClr val="bg1">
                            <a:lumMod val="85000"/>
                          </a:schemeClr>
                        </a:gs>
                        <a:gs pos="100000">
                          <a:schemeClr val="bg1"/>
                        </a:gs>
                      </a:gsLst>
                      <a:lin ang="2700000" scaled="0"/>
                    </a:gradFill>
                    <a:latin typeface="Rix고딕 EB" panose="02020603020101020101" pitchFamily="18" charset="-127"/>
                    <a:ea typeface="Rix고딕 EB" panose="02020603020101020101" pitchFamily="18" charset="-127"/>
                  </a:rPr>
                  <a:t>설계</a:t>
                </a:r>
              </a:p>
            </p:txBody>
          </p:sp>
          <p:sp>
            <p:nvSpPr>
              <p:cNvPr id="166" name="직사각형 165"/>
              <p:cNvSpPr/>
              <p:nvPr/>
            </p:nvSpPr>
            <p:spPr>
              <a:xfrm>
                <a:off x="14306123" y="3639598"/>
                <a:ext cx="812312" cy="327021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9569" tIns="49785" rIns="99569" bIns="49785" rtlCol="0" anchor="ctr"/>
              <a:lstStyle/>
              <a:p>
                <a:pPr algn="ctr"/>
                <a:r>
                  <a:rPr lang="ko-KR" altLang="en-US" sz="1600" spc="-99" dirty="0">
                    <a:gradFill>
                      <a:gsLst>
                        <a:gs pos="0">
                          <a:schemeClr val="bg1"/>
                        </a:gs>
                        <a:gs pos="23000">
                          <a:schemeClr val="bg1">
                            <a:lumMod val="95000"/>
                          </a:schemeClr>
                        </a:gs>
                        <a:gs pos="50000">
                          <a:schemeClr val="bg1"/>
                        </a:gs>
                        <a:gs pos="73750">
                          <a:schemeClr val="bg1">
                            <a:lumMod val="85000"/>
                          </a:schemeClr>
                        </a:gs>
                        <a:gs pos="100000">
                          <a:schemeClr val="bg1"/>
                        </a:gs>
                      </a:gsLst>
                      <a:lin ang="2700000" scaled="0"/>
                    </a:gradFill>
                    <a:latin typeface="Rix고딕 EB" panose="02020603020101020101" pitchFamily="18" charset="-127"/>
                    <a:ea typeface="Rix고딕 EB" panose="02020603020101020101" pitchFamily="18" charset="-127"/>
                  </a:rPr>
                  <a:t>시험</a:t>
                </a:r>
              </a:p>
            </p:txBody>
          </p:sp>
          <p:sp>
            <p:nvSpPr>
              <p:cNvPr id="167" name="직사각형 166"/>
              <p:cNvSpPr/>
              <p:nvPr/>
            </p:nvSpPr>
            <p:spPr>
              <a:xfrm>
                <a:off x="15241776" y="3639598"/>
                <a:ext cx="1128487" cy="327021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9569" tIns="49785" rIns="99569" bIns="49785" rtlCol="0" anchor="ctr"/>
              <a:lstStyle/>
              <a:p>
                <a:pPr algn="ctr"/>
                <a:r>
                  <a:rPr lang="ko-KR" altLang="en-US" sz="1600" spc="-99" dirty="0">
                    <a:gradFill>
                      <a:gsLst>
                        <a:gs pos="0">
                          <a:schemeClr val="bg1"/>
                        </a:gs>
                        <a:gs pos="23000">
                          <a:schemeClr val="bg1">
                            <a:lumMod val="95000"/>
                          </a:schemeClr>
                        </a:gs>
                        <a:gs pos="50000">
                          <a:schemeClr val="bg1"/>
                        </a:gs>
                        <a:gs pos="73750">
                          <a:schemeClr val="bg1">
                            <a:lumMod val="85000"/>
                          </a:schemeClr>
                        </a:gs>
                        <a:gs pos="100000">
                          <a:schemeClr val="bg1"/>
                        </a:gs>
                      </a:gsLst>
                      <a:lin ang="2700000" scaled="0"/>
                    </a:gradFill>
                    <a:latin typeface="Rix고딕 EB" panose="02020603020101020101" pitchFamily="18" charset="-127"/>
                    <a:ea typeface="Rix고딕 EB" panose="02020603020101020101" pitchFamily="18" charset="-127"/>
                  </a:rPr>
                  <a:t>설치</a:t>
                </a:r>
                <a:r>
                  <a:rPr lang="en-US" altLang="ko-KR" sz="1600" spc="-99" dirty="0">
                    <a:gradFill>
                      <a:gsLst>
                        <a:gs pos="0">
                          <a:schemeClr val="bg1"/>
                        </a:gs>
                        <a:gs pos="23000">
                          <a:schemeClr val="bg1">
                            <a:lumMod val="95000"/>
                          </a:schemeClr>
                        </a:gs>
                        <a:gs pos="50000">
                          <a:schemeClr val="bg1"/>
                        </a:gs>
                        <a:gs pos="73750">
                          <a:schemeClr val="bg1">
                            <a:lumMod val="85000"/>
                          </a:schemeClr>
                        </a:gs>
                        <a:gs pos="100000">
                          <a:schemeClr val="bg1"/>
                        </a:gs>
                      </a:gsLst>
                      <a:lin ang="2700000" scaled="0"/>
                    </a:gradFill>
                    <a:latin typeface="Rix고딕 EB" panose="02020603020101020101" pitchFamily="18" charset="-127"/>
                    <a:ea typeface="Rix고딕 EB" panose="02020603020101020101" pitchFamily="18" charset="-127"/>
                  </a:rPr>
                  <a:t>/</a:t>
                </a:r>
                <a:r>
                  <a:rPr lang="ko-KR" altLang="en-US" sz="1600" spc="-99" dirty="0">
                    <a:gradFill>
                      <a:gsLst>
                        <a:gs pos="0">
                          <a:schemeClr val="bg1"/>
                        </a:gs>
                        <a:gs pos="23000">
                          <a:schemeClr val="bg1">
                            <a:lumMod val="95000"/>
                          </a:schemeClr>
                        </a:gs>
                        <a:gs pos="50000">
                          <a:schemeClr val="bg1"/>
                        </a:gs>
                        <a:gs pos="73750">
                          <a:schemeClr val="bg1">
                            <a:lumMod val="85000"/>
                          </a:schemeClr>
                        </a:gs>
                        <a:gs pos="100000">
                          <a:schemeClr val="bg1"/>
                        </a:gs>
                      </a:gsLst>
                      <a:lin ang="2700000" scaled="0"/>
                    </a:gradFill>
                    <a:latin typeface="Rix고딕 EB" panose="02020603020101020101" pitchFamily="18" charset="-127"/>
                    <a:ea typeface="Rix고딕 EB" panose="02020603020101020101" pitchFamily="18" charset="-127"/>
                  </a:rPr>
                  <a:t>구축</a:t>
                </a:r>
              </a:p>
            </p:txBody>
          </p:sp>
          <p:sp>
            <p:nvSpPr>
              <p:cNvPr id="168" name="직사각형 167"/>
              <p:cNvSpPr/>
              <p:nvPr/>
            </p:nvSpPr>
            <p:spPr>
              <a:xfrm>
                <a:off x="16489511" y="3639598"/>
                <a:ext cx="812312" cy="327021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9569" tIns="49785" rIns="99569" bIns="49785" rtlCol="0" anchor="ctr"/>
              <a:lstStyle/>
              <a:p>
                <a:pPr algn="ctr"/>
                <a:r>
                  <a:rPr lang="ko-KR" altLang="en-US" sz="1600" spc="-99" dirty="0">
                    <a:gradFill>
                      <a:gsLst>
                        <a:gs pos="0">
                          <a:schemeClr val="bg1"/>
                        </a:gs>
                        <a:gs pos="23000">
                          <a:schemeClr val="bg1">
                            <a:lumMod val="95000"/>
                          </a:schemeClr>
                        </a:gs>
                        <a:gs pos="50000">
                          <a:schemeClr val="bg1"/>
                        </a:gs>
                        <a:gs pos="73750">
                          <a:schemeClr val="bg1">
                            <a:lumMod val="85000"/>
                          </a:schemeClr>
                        </a:gs>
                        <a:gs pos="100000">
                          <a:schemeClr val="bg1"/>
                        </a:gs>
                      </a:gsLst>
                      <a:lin ang="2700000" scaled="0"/>
                    </a:gradFill>
                    <a:latin typeface="Rix고딕 EB" panose="02020603020101020101" pitchFamily="18" charset="-127"/>
                    <a:ea typeface="Rix고딕 EB" panose="02020603020101020101" pitchFamily="18" charset="-127"/>
                  </a:rPr>
                  <a:t>안정화</a:t>
                </a:r>
              </a:p>
            </p:txBody>
          </p:sp>
          <p:sp>
            <p:nvSpPr>
              <p:cNvPr id="169" name="직사각형 168"/>
              <p:cNvSpPr/>
              <p:nvPr/>
            </p:nvSpPr>
            <p:spPr>
              <a:xfrm>
                <a:off x="17419208" y="3639598"/>
                <a:ext cx="1101234" cy="327021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9569" tIns="49785" rIns="99569" bIns="49785" rtlCol="0" anchor="ctr"/>
              <a:lstStyle/>
              <a:p>
                <a:pPr algn="ctr"/>
                <a:r>
                  <a:rPr lang="ko-KR" altLang="en-US" sz="1600" spc="-99" dirty="0" smtClean="0">
                    <a:gradFill>
                      <a:gsLst>
                        <a:gs pos="0">
                          <a:schemeClr val="bg1"/>
                        </a:gs>
                        <a:gs pos="23000">
                          <a:schemeClr val="bg1">
                            <a:lumMod val="95000"/>
                          </a:schemeClr>
                        </a:gs>
                        <a:gs pos="50000">
                          <a:schemeClr val="bg1"/>
                        </a:gs>
                        <a:gs pos="73750">
                          <a:schemeClr val="bg1">
                            <a:lumMod val="85000"/>
                          </a:schemeClr>
                        </a:gs>
                        <a:gs pos="100000">
                          <a:schemeClr val="bg1"/>
                        </a:gs>
                      </a:gsLst>
                      <a:lin ang="2700000" scaled="0"/>
                    </a:gradFill>
                    <a:latin typeface="Rix고딕 EB" panose="02020603020101020101" pitchFamily="18" charset="-127"/>
                    <a:ea typeface="Rix고딕 EB" panose="02020603020101020101" pitchFamily="18" charset="-127"/>
                  </a:rPr>
                  <a:t>이전 지원</a:t>
                </a:r>
                <a:endParaRPr lang="ko-KR" altLang="en-US" sz="1600" spc="-99" dirty="0">
                  <a:gradFill>
                    <a:gsLst>
                      <a:gs pos="0">
                        <a:schemeClr val="bg1"/>
                      </a:gs>
                      <a:gs pos="23000">
                        <a:schemeClr val="bg1">
                          <a:lumMod val="95000"/>
                        </a:schemeClr>
                      </a:gs>
                      <a:gs pos="50000">
                        <a:schemeClr val="bg1"/>
                      </a:gs>
                      <a:gs pos="73750">
                        <a:schemeClr val="bg1">
                          <a:lumMod val="85000"/>
                        </a:schemeClr>
                      </a:gs>
                      <a:gs pos="100000">
                        <a:schemeClr val="bg1"/>
                      </a:gs>
                    </a:gsLst>
                    <a:lin ang="2700000" scaled="0"/>
                  </a:gradFill>
                  <a:latin typeface="Rix고딕 EB" panose="02020603020101020101" pitchFamily="18" charset="-127"/>
                  <a:ea typeface="Rix고딕 EB" panose="02020603020101020101" pitchFamily="18" charset="-127"/>
                </a:endParaRPr>
              </a:p>
            </p:txBody>
          </p:sp>
          <p:sp>
            <p:nvSpPr>
              <p:cNvPr id="91" name="직사각형 90"/>
              <p:cNvSpPr/>
              <p:nvPr/>
            </p:nvSpPr>
            <p:spPr>
              <a:xfrm>
                <a:off x="18543164" y="3615148"/>
                <a:ext cx="1025897" cy="377392"/>
              </a:xfrm>
              <a:prstGeom prst="rect">
                <a:avLst/>
              </a:prstGeom>
              <a:gradFill>
                <a:gsLst>
                  <a:gs pos="0">
                    <a:schemeClr val="tx1">
                      <a:lumMod val="85000"/>
                      <a:lumOff val="15000"/>
                    </a:schemeClr>
                  </a:gs>
                  <a:gs pos="50000">
                    <a:schemeClr val="tx1">
                      <a:lumMod val="75000"/>
                      <a:lumOff val="25000"/>
                    </a:schemeClr>
                  </a:gs>
                  <a:gs pos="100000">
                    <a:schemeClr val="tx1">
                      <a:lumMod val="85000"/>
                      <a:lumOff val="15000"/>
                    </a:schemeClr>
                  </a:gs>
                </a:gsLst>
                <a:lin ang="2700000" scaled="0"/>
              </a:gradFill>
              <a:ln>
                <a:noFill/>
              </a:ln>
              <a:effectLst>
                <a:innerShdw blurRad="114300">
                  <a:prstClr val="black"/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800" dirty="0"/>
              </a:p>
            </p:txBody>
          </p:sp>
          <p:sp>
            <p:nvSpPr>
              <p:cNvPr id="92" name="직사각형 91"/>
              <p:cNvSpPr/>
              <p:nvPr/>
            </p:nvSpPr>
            <p:spPr>
              <a:xfrm>
                <a:off x="18543163" y="3639598"/>
                <a:ext cx="1001121" cy="327021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9569" tIns="49785" rIns="99569" bIns="49785" rtlCol="0" anchor="ctr"/>
              <a:lstStyle/>
              <a:p>
                <a:pPr algn="ctr"/>
                <a:r>
                  <a:rPr lang="ko-KR" altLang="en-US" sz="1600" spc="-99" dirty="0">
                    <a:gradFill>
                      <a:gsLst>
                        <a:gs pos="0">
                          <a:schemeClr val="bg1"/>
                        </a:gs>
                        <a:gs pos="23000">
                          <a:schemeClr val="bg1">
                            <a:lumMod val="95000"/>
                          </a:schemeClr>
                        </a:gs>
                        <a:gs pos="50000">
                          <a:schemeClr val="bg1"/>
                        </a:gs>
                        <a:gs pos="73750">
                          <a:schemeClr val="bg1">
                            <a:lumMod val="85000"/>
                          </a:schemeClr>
                        </a:gs>
                        <a:gs pos="100000">
                          <a:schemeClr val="bg1"/>
                        </a:gs>
                      </a:gsLst>
                      <a:lin ang="2700000" scaled="0"/>
                    </a:gradFill>
                    <a:latin typeface="Rix고딕 EB" panose="02020603020101020101" pitchFamily="18" charset="-127"/>
                    <a:ea typeface="Rix고딕 EB" panose="02020603020101020101" pitchFamily="18" charset="-127"/>
                  </a:rPr>
                  <a:t>유지보수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219956769"/>
      </p:ext>
    </p:extLst>
  </p:cSld>
  <p:clrMapOvr>
    <a:masterClrMapping/>
  </p:clrMapOvr>
  <p:transition spd="slow">
    <p:split orient="vert"/>
  </p:transition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그림 1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446"/>
            <a:ext cx="10693399" cy="7561263"/>
          </a:xfrm>
          <a:prstGeom prst="rect">
            <a:avLst/>
          </a:prstGeom>
        </p:spPr>
      </p:pic>
      <p:sp>
        <p:nvSpPr>
          <p:cNvPr id="15" name="직사각형 14"/>
          <p:cNvSpPr/>
          <p:nvPr/>
        </p:nvSpPr>
        <p:spPr>
          <a:xfrm>
            <a:off x="-1" y="5662662"/>
            <a:ext cx="10693401" cy="1898604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6487" tIns="48244" rIns="96487" bIns="48244" anchor="ctr"/>
          <a:lstStyle/>
          <a:p>
            <a:pPr algn="ctr" defTabSz="952942">
              <a:defRPr/>
            </a:pPr>
            <a:endParaRPr lang="ko-KR" altLang="en-US" dirty="0">
              <a:solidFill>
                <a:prstClr val="white"/>
              </a:solidFill>
              <a:latin typeface="나눔고딕" pitchFamily="50" charset="-127"/>
              <a:ea typeface="나눔고딕" pitchFamily="50" charset="-127"/>
            </a:endParaRPr>
          </a:p>
        </p:txBody>
      </p:sp>
      <p:grpSp>
        <p:nvGrpSpPr>
          <p:cNvPr id="17" name="그룹 16"/>
          <p:cNvGrpSpPr/>
          <p:nvPr/>
        </p:nvGrpSpPr>
        <p:grpSpPr>
          <a:xfrm>
            <a:off x="2371114" y="3378411"/>
            <a:ext cx="1791636" cy="3237667"/>
            <a:chOff x="4769791" y="3365709"/>
            <a:chExt cx="1829907" cy="3237667"/>
          </a:xfrm>
        </p:grpSpPr>
        <p:sp>
          <p:nvSpPr>
            <p:cNvPr id="18" name="직사각형 17"/>
            <p:cNvSpPr/>
            <p:nvPr/>
          </p:nvSpPr>
          <p:spPr>
            <a:xfrm>
              <a:off x="4769791" y="3365709"/>
              <a:ext cx="1829907" cy="3237667"/>
            </a:xfrm>
            <a:prstGeom prst="rect">
              <a:avLst/>
            </a:prstGeom>
            <a:gradFill>
              <a:gsLst>
                <a:gs pos="0">
                  <a:schemeClr val="accent1">
                    <a:lumMod val="50000"/>
                  </a:schemeClr>
                </a:gs>
                <a:gs pos="100000">
                  <a:srgbClr val="081422"/>
                </a:gs>
              </a:gsLst>
              <a:lin ang="5400000" scaled="0"/>
            </a:gradFill>
            <a:ln>
              <a:noFill/>
            </a:ln>
            <a:effectLst>
              <a:outerShdw blurRad="50800" dist="25400" dir="5400000" algn="t" rotWithShape="0">
                <a:prstClr val="black">
                  <a:alpha val="40000"/>
                </a:prstClr>
              </a:outerShdw>
            </a:effectLst>
            <a:scene3d>
              <a:camera prst="orthographicFront"/>
              <a:lightRig rig="threePt" dir="t"/>
            </a:scene3d>
            <a:sp3d>
              <a:bevelT h="635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52942"/>
              <a:endParaRPr lang="ko-KR" altLang="en-US" sz="1300" dirty="0">
                <a:solidFill>
                  <a:prstClr val="white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cxnSp>
          <p:nvCxnSpPr>
            <p:cNvPr id="20" name="직선 연결선 19"/>
            <p:cNvCxnSpPr/>
            <p:nvPr/>
          </p:nvCxnSpPr>
          <p:spPr>
            <a:xfrm>
              <a:off x="4891873" y="4118238"/>
              <a:ext cx="1585743" cy="0"/>
            </a:xfrm>
            <a:prstGeom prst="line">
              <a:avLst/>
            </a:prstGeom>
            <a:ln w="12700" cap="rnd">
              <a:solidFill>
                <a:schemeClr val="bg1">
                  <a:lumMod val="8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TextBox 21"/>
            <p:cNvSpPr txBox="1"/>
            <p:nvPr/>
          </p:nvSpPr>
          <p:spPr>
            <a:xfrm>
              <a:off x="5343527" y="3369356"/>
              <a:ext cx="742764" cy="823439"/>
            </a:xfrm>
            <a:prstGeom prst="rect">
              <a:avLst/>
            </a:prstGeom>
            <a:noFill/>
          </p:spPr>
          <p:txBody>
            <a:bodyPr wrap="none" lIns="90308" tIns="45155" rIns="90308" bIns="45155" rtlCol="0">
              <a:normAutofit/>
            </a:bodyPr>
            <a:lstStyle/>
            <a:p>
              <a:pPr algn="ctr" defTabSz="952942"/>
              <a:r>
                <a:rPr lang="en-US" altLang="ko-KR" sz="3800" b="1" dirty="0">
                  <a:solidFill>
                    <a:prstClr val="white">
                      <a:alpha val="20000"/>
                    </a:prstClr>
                  </a:solidFill>
                  <a:latin typeface="나눔명조 ExtraBold" panose="02020603020101020101" pitchFamily="18" charset="-127"/>
                  <a:ea typeface="나눔명조 ExtraBold" panose="02020603020101020101" pitchFamily="18" charset="-127"/>
                </a:rPr>
                <a:t>Ⅱ</a:t>
              </a:r>
              <a:endParaRPr lang="ko-KR" altLang="en-US" sz="3800" b="1" dirty="0">
                <a:solidFill>
                  <a:prstClr val="white">
                    <a:alpha val="20000"/>
                  </a:prstClr>
                </a:solidFill>
                <a:latin typeface="나눔명조 ExtraBold" panose="02020603020101020101" pitchFamily="18" charset="-127"/>
                <a:ea typeface="나눔명조 ExtraBold" panose="02020603020101020101" pitchFamily="18" charset="-127"/>
              </a:endParaRP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4851572" y="4219839"/>
              <a:ext cx="1656370" cy="996108"/>
            </a:xfrm>
            <a:prstGeom prst="rect">
              <a:avLst/>
            </a:prstGeom>
            <a:noFill/>
          </p:spPr>
          <p:txBody>
            <a:bodyPr wrap="square" lIns="90308" tIns="45155" rIns="90308" bIns="45155" rtlCol="0">
              <a:noAutofit/>
            </a:bodyPr>
            <a:lstStyle/>
            <a:p>
              <a:pPr algn="ctr" defTabSz="952942"/>
              <a:r>
                <a:rPr lang="ko-KR" altLang="en-US" sz="2900" spc="-334" dirty="0">
                  <a:solidFill>
                    <a:prstClr val="white">
                      <a:alpha val="20000"/>
                    </a:prstClr>
                  </a:solidFill>
                  <a:latin typeface="Rix모던고딕 EB" panose="02020603020101020101" pitchFamily="18" charset="-127"/>
                  <a:ea typeface="Rix모던고딕 EB" panose="02020603020101020101" pitchFamily="18" charset="-127"/>
                </a:rPr>
                <a:t>추진</a:t>
              </a:r>
              <a:endParaRPr lang="en-US" altLang="ko-KR" sz="2900" spc="-334" dirty="0">
                <a:solidFill>
                  <a:prstClr val="white">
                    <a:alpha val="20000"/>
                  </a:prstClr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endParaRPr>
            </a:p>
            <a:p>
              <a:pPr algn="ctr" defTabSz="952942"/>
              <a:r>
                <a:rPr lang="ko-KR" altLang="en-US" sz="2900" spc="-334" dirty="0">
                  <a:solidFill>
                    <a:prstClr val="white">
                      <a:alpha val="20000"/>
                    </a:prstClr>
                  </a:solidFill>
                  <a:latin typeface="Rix모던고딕 EB" panose="02020603020101020101" pitchFamily="18" charset="-127"/>
                  <a:ea typeface="Rix모던고딕 EB" panose="02020603020101020101" pitchFamily="18" charset="-127"/>
                </a:rPr>
                <a:t>전략</a:t>
              </a:r>
            </a:p>
          </p:txBody>
        </p:sp>
        <p:cxnSp>
          <p:nvCxnSpPr>
            <p:cNvPr id="24" name="직선 연결선 23"/>
            <p:cNvCxnSpPr/>
            <p:nvPr/>
          </p:nvCxnSpPr>
          <p:spPr>
            <a:xfrm>
              <a:off x="4891873" y="6490000"/>
              <a:ext cx="1585743" cy="0"/>
            </a:xfrm>
            <a:prstGeom prst="line">
              <a:avLst/>
            </a:prstGeom>
            <a:ln w="12700" cap="rnd">
              <a:solidFill>
                <a:schemeClr val="bg1">
                  <a:lumMod val="8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25" name="Picture 3" descr="G:\work\아이티센시스템즈\경찰청공조조회유지보수\icon&amp;dia\제안서클립아트-56.png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rightnessContrast bright="-54000" contrast="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497714" y="5863298"/>
              <a:ext cx="374060" cy="53555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26" name="그룹 25"/>
          <p:cNvGrpSpPr/>
          <p:nvPr/>
        </p:nvGrpSpPr>
        <p:grpSpPr>
          <a:xfrm>
            <a:off x="4162750" y="3369358"/>
            <a:ext cx="1791636" cy="3237667"/>
            <a:chOff x="6599699" y="3369356"/>
            <a:chExt cx="1829907" cy="3237667"/>
          </a:xfrm>
        </p:grpSpPr>
        <p:sp>
          <p:nvSpPr>
            <p:cNvPr id="27" name="직사각형 26"/>
            <p:cNvSpPr/>
            <p:nvPr/>
          </p:nvSpPr>
          <p:spPr>
            <a:xfrm>
              <a:off x="6599699" y="3369356"/>
              <a:ext cx="1829907" cy="3237667"/>
            </a:xfrm>
            <a:prstGeom prst="rect">
              <a:avLst/>
            </a:prstGeom>
            <a:gradFill>
              <a:gsLst>
                <a:gs pos="0">
                  <a:schemeClr val="bg1">
                    <a:lumMod val="85000"/>
                  </a:schemeClr>
                </a:gs>
                <a:gs pos="100000">
                  <a:schemeClr val="bg1">
                    <a:lumMod val="85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0800" dist="25400" dir="5400000" algn="t" rotWithShape="0">
                <a:prstClr val="black">
                  <a:alpha val="40000"/>
                </a:prstClr>
              </a:outerShdw>
            </a:effectLst>
            <a:scene3d>
              <a:camera prst="orthographicFront"/>
              <a:lightRig rig="threePt" dir="t"/>
            </a:scene3d>
            <a:sp3d>
              <a:bevelT h="635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52942"/>
              <a:endParaRPr lang="ko-KR" altLang="en-US" sz="1300" dirty="0">
                <a:solidFill>
                  <a:prstClr val="white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cxnSp>
          <p:nvCxnSpPr>
            <p:cNvPr id="28" name="직선 연결선 27"/>
            <p:cNvCxnSpPr/>
            <p:nvPr/>
          </p:nvCxnSpPr>
          <p:spPr>
            <a:xfrm>
              <a:off x="6723366" y="5998208"/>
              <a:ext cx="1585743" cy="0"/>
            </a:xfrm>
            <a:prstGeom prst="line">
              <a:avLst/>
            </a:prstGeom>
            <a:ln w="12700" cap="rnd">
              <a:solidFill>
                <a:schemeClr val="bg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/>
            <p:cNvCxnSpPr/>
            <p:nvPr/>
          </p:nvCxnSpPr>
          <p:spPr>
            <a:xfrm>
              <a:off x="6732866" y="4118238"/>
              <a:ext cx="1585743" cy="0"/>
            </a:xfrm>
            <a:prstGeom prst="line">
              <a:avLst/>
            </a:prstGeom>
            <a:ln w="12700" cap="rnd">
              <a:solidFill>
                <a:schemeClr val="tx2">
                  <a:lumMod val="7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TextBox 29"/>
            <p:cNvSpPr txBox="1"/>
            <p:nvPr/>
          </p:nvSpPr>
          <p:spPr>
            <a:xfrm>
              <a:off x="7177868" y="3369356"/>
              <a:ext cx="742765" cy="823439"/>
            </a:xfrm>
            <a:prstGeom prst="rect">
              <a:avLst/>
            </a:prstGeom>
            <a:noFill/>
          </p:spPr>
          <p:txBody>
            <a:bodyPr wrap="none" lIns="90308" tIns="45155" rIns="90308" bIns="45155" rtlCol="0">
              <a:normAutofit/>
            </a:bodyPr>
            <a:lstStyle/>
            <a:p>
              <a:pPr algn="ctr" defTabSz="952942"/>
              <a:r>
                <a:rPr lang="en-US" altLang="ko-KR" sz="3800" b="1" dirty="0">
                  <a:solidFill>
                    <a:srgbClr val="1F497D">
                      <a:lumMod val="75000"/>
                      <a:alpha val="20000"/>
                    </a:srgbClr>
                  </a:solidFill>
                  <a:latin typeface="나눔명조 ExtraBold" panose="02020603020101020101" pitchFamily="18" charset="-127"/>
                  <a:ea typeface="나눔명조 ExtraBold" panose="02020603020101020101" pitchFamily="18" charset="-127"/>
                </a:rPr>
                <a:t>Ⅲ</a:t>
              </a:r>
              <a:endParaRPr lang="ko-KR" altLang="en-US" sz="3800" b="1" dirty="0">
                <a:solidFill>
                  <a:srgbClr val="1F497D">
                    <a:lumMod val="75000"/>
                    <a:alpha val="20000"/>
                  </a:srgbClr>
                </a:solidFill>
                <a:latin typeface="나눔명조 ExtraBold" panose="02020603020101020101" pitchFamily="18" charset="-127"/>
                <a:ea typeface="나눔명조 ExtraBold" panose="02020603020101020101" pitchFamily="18" charset="-127"/>
              </a:endParaRP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6692566" y="4219839"/>
              <a:ext cx="1656370" cy="996108"/>
            </a:xfrm>
            <a:prstGeom prst="rect">
              <a:avLst/>
            </a:prstGeom>
            <a:noFill/>
          </p:spPr>
          <p:txBody>
            <a:bodyPr wrap="square" lIns="90308" tIns="45155" rIns="90308" bIns="45155" rtlCol="0">
              <a:noAutofit/>
            </a:bodyPr>
            <a:lstStyle/>
            <a:p>
              <a:pPr algn="ctr" defTabSz="952942"/>
              <a:r>
                <a:rPr lang="ko-KR" altLang="en-US" sz="2900" spc="-334" dirty="0">
                  <a:solidFill>
                    <a:srgbClr val="1F497D">
                      <a:lumMod val="75000"/>
                      <a:alpha val="20000"/>
                    </a:srgbClr>
                  </a:solidFill>
                  <a:latin typeface="Rix모던고딕 EB" panose="02020603020101020101" pitchFamily="18" charset="-127"/>
                  <a:ea typeface="Rix모던고딕 EB" panose="02020603020101020101" pitchFamily="18" charset="-127"/>
                </a:rPr>
                <a:t>기술</a:t>
              </a:r>
              <a:endParaRPr lang="en-US" altLang="ko-KR" sz="2900" spc="-334" dirty="0">
                <a:solidFill>
                  <a:srgbClr val="1F497D">
                    <a:lumMod val="75000"/>
                    <a:alpha val="20000"/>
                  </a:srgbClr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endParaRPr>
            </a:p>
            <a:p>
              <a:pPr algn="ctr" defTabSz="952942"/>
              <a:r>
                <a:rPr lang="ko-KR" altLang="en-US" sz="2900" spc="-334" dirty="0">
                  <a:solidFill>
                    <a:srgbClr val="1F497D">
                      <a:lumMod val="75000"/>
                      <a:alpha val="20000"/>
                    </a:srgbClr>
                  </a:solidFill>
                  <a:latin typeface="Rix모던고딕 EB" panose="02020603020101020101" pitchFamily="18" charset="-127"/>
                  <a:ea typeface="Rix모던고딕 EB" panose="02020603020101020101" pitchFamily="18" charset="-127"/>
                </a:rPr>
                <a:t>전략</a:t>
              </a:r>
            </a:p>
          </p:txBody>
        </p:sp>
        <p:cxnSp>
          <p:nvCxnSpPr>
            <p:cNvPr id="32" name="직선 연결선 31"/>
            <p:cNvCxnSpPr/>
            <p:nvPr/>
          </p:nvCxnSpPr>
          <p:spPr>
            <a:xfrm>
              <a:off x="6732866" y="6490000"/>
              <a:ext cx="1585743" cy="0"/>
            </a:xfrm>
            <a:prstGeom prst="line">
              <a:avLst/>
            </a:prstGeom>
            <a:ln w="12700" cap="rnd">
              <a:solidFill>
                <a:schemeClr val="tx2">
                  <a:lumMod val="7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33" name="Picture 4" descr="G:\work\아이티센시스템즈\경찰청공조조회유지보수\icon&amp;dia\제안서클립아트-58.png"/>
            <p:cNvPicPr>
              <a:picLocks noChangeAspect="1" noChangeArrowheads="1"/>
            </p:cNvPicPr>
            <p:nvPr/>
          </p:nvPicPr>
          <p:blipFill>
            <a:blip r:embed="rId6" cstate="print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brightnessContrast bright="-47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253325" y="5979209"/>
              <a:ext cx="591849" cy="387620"/>
            </a:xfrm>
            <a:prstGeom prst="rect">
              <a:avLst/>
            </a:prstGeom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35" name="그룹 34"/>
          <p:cNvGrpSpPr/>
          <p:nvPr/>
        </p:nvGrpSpPr>
        <p:grpSpPr>
          <a:xfrm>
            <a:off x="579479" y="3369358"/>
            <a:ext cx="1791636" cy="3237667"/>
            <a:chOff x="6599699" y="3369356"/>
            <a:chExt cx="1829907" cy="3237667"/>
          </a:xfrm>
        </p:grpSpPr>
        <p:sp>
          <p:nvSpPr>
            <p:cNvPr id="36" name="직사각형 35"/>
            <p:cNvSpPr/>
            <p:nvPr/>
          </p:nvSpPr>
          <p:spPr>
            <a:xfrm>
              <a:off x="6599699" y="3369356"/>
              <a:ext cx="1829907" cy="3237667"/>
            </a:xfrm>
            <a:prstGeom prst="rect">
              <a:avLst/>
            </a:prstGeom>
            <a:gradFill>
              <a:gsLst>
                <a:gs pos="0">
                  <a:schemeClr val="bg1">
                    <a:lumMod val="85000"/>
                  </a:schemeClr>
                </a:gs>
                <a:gs pos="100000">
                  <a:schemeClr val="bg1">
                    <a:lumMod val="85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0800" dist="25400" dir="5400000" algn="t" rotWithShape="0">
                <a:prstClr val="black">
                  <a:alpha val="40000"/>
                </a:prstClr>
              </a:outerShdw>
            </a:effectLst>
            <a:scene3d>
              <a:camera prst="orthographicFront"/>
              <a:lightRig rig="threePt" dir="t"/>
            </a:scene3d>
            <a:sp3d>
              <a:bevelT h="635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52942"/>
              <a:endParaRPr lang="ko-KR" altLang="en-US" sz="1300" dirty="0">
                <a:solidFill>
                  <a:prstClr val="white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cxnSp>
          <p:nvCxnSpPr>
            <p:cNvPr id="37" name="직선 연결선 36"/>
            <p:cNvCxnSpPr/>
            <p:nvPr/>
          </p:nvCxnSpPr>
          <p:spPr>
            <a:xfrm>
              <a:off x="6723366" y="5998208"/>
              <a:ext cx="1585743" cy="0"/>
            </a:xfrm>
            <a:prstGeom prst="line">
              <a:avLst/>
            </a:prstGeom>
            <a:ln w="12700" cap="rnd">
              <a:solidFill>
                <a:schemeClr val="bg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직선 연결선 37"/>
            <p:cNvCxnSpPr/>
            <p:nvPr/>
          </p:nvCxnSpPr>
          <p:spPr>
            <a:xfrm>
              <a:off x="6732866" y="4118238"/>
              <a:ext cx="1585743" cy="0"/>
            </a:xfrm>
            <a:prstGeom prst="line">
              <a:avLst/>
            </a:prstGeom>
            <a:ln w="12700" cap="rnd">
              <a:solidFill>
                <a:schemeClr val="tx2">
                  <a:lumMod val="7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TextBox 38"/>
            <p:cNvSpPr txBox="1"/>
            <p:nvPr/>
          </p:nvSpPr>
          <p:spPr>
            <a:xfrm>
              <a:off x="7177868" y="3369356"/>
              <a:ext cx="742765" cy="823439"/>
            </a:xfrm>
            <a:prstGeom prst="rect">
              <a:avLst/>
            </a:prstGeom>
            <a:noFill/>
          </p:spPr>
          <p:txBody>
            <a:bodyPr wrap="none" lIns="90308" tIns="45155" rIns="90308" bIns="45155" rtlCol="0">
              <a:normAutofit/>
            </a:bodyPr>
            <a:lstStyle/>
            <a:p>
              <a:pPr algn="ctr" defTabSz="952942"/>
              <a:r>
                <a:rPr lang="en-US" altLang="ko-KR" sz="3800" b="1" dirty="0">
                  <a:solidFill>
                    <a:srgbClr val="1F497D">
                      <a:lumMod val="75000"/>
                      <a:alpha val="20000"/>
                    </a:srgbClr>
                  </a:solidFill>
                  <a:latin typeface="나눔명조 ExtraBold" panose="02020603020101020101" pitchFamily="18" charset="-127"/>
                  <a:ea typeface="나눔명조 ExtraBold" panose="02020603020101020101" pitchFamily="18" charset="-127"/>
                </a:rPr>
                <a:t>Ⅰ</a:t>
              </a:r>
              <a:endParaRPr lang="ko-KR" altLang="en-US" sz="3800" b="1" dirty="0">
                <a:solidFill>
                  <a:srgbClr val="1F497D">
                    <a:lumMod val="75000"/>
                    <a:alpha val="20000"/>
                  </a:srgbClr>
                </a:solidFill>
                <a:latin typeface="나눔명조 ExtraBold" panose="02020603020101020101" pitchFamily="18" charset="-127"/>
                <a:ea typeface="나눔명조 ExtraBold" panose="02020603020101020101" pitchFamily="18" charset="-127"/>
              </a:endParaRPr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6692566" y="4219839"/>
              <a:ext cx="1656370" cy="996108"/>
            </a:xfrm>
            <a:prstGeom prst="rect">
              <a:avLst/>
            </a:prstGeom>
            <a:noFill/>
          </p:spPr>
          <p:txBody>
            <a:bodyPr wrap="square" lIns="90308" tIns="45155" rIns="90308" bIns="45155" rtlCol="0">
              <a:noAutofit/>
            </a:bodyPr>
            <a:lstStyle/>
            <a:p>
              <a:pPr algn="ctr" defTabSz="952942"/>
              <a:r>
                <a:rPr lang="ko-KR" altLang="en-US" sz="2900" spc="-334" dirty="0">
                  <a:solidFill>
                    <a:srgbClr val="1F497D">
                      <a:lumMod val="75000"/>
                      <a:alpha val="20000"/>
                    </a:srgbClr>
                  </a:solidFill>
                  <a:latin typeface="Rix모던고딕 EB" panose="02020603020101020101" pitchFamily="18" charset="-127"/>
                  <a:ea typeface="Rix모던고딕 EB" panose="02020603020101020101" pitchFamily="18" charset="-127"/>
                </a:rPr>
                <a:t>사업의</a:t>
              </a:r>
              <a:endParaRPr lang="en-US" altLang="ko-KR" sz="2900" spc="-334" dirty="0">
                <a:solidFill>
                  <a:srgbClr val="1F497D">
                    <a:lumMod val="75000"/>
                    <a:alpha val="20000"/>
                  </a:srgbClr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endParaRPr>
            </a:p>
            <a:p>
              <a:pPr algn="ctr" defTabSz="952942"/>
              <a:r>
                <a:rPr lang="ko-KR" altLang="en-US" sz="2900" spc="-334" dirty="0">
                  <a:solidFill>
                    <a:srgbClr val="1F497D">
                      <a:lumMod val="75000"/>
                      <a:alpha val="20000"/>
                    </a:srgbClr>
                  </a:solidFill>
                  <a:latin typeface="Rix모던고딕 EB" panose="02020603020101020101" pitchFamily="18" charset="-127"/>
                  <a:ea typeface="Rix모던고딕 EB" panose="02020603020101020101" pitchFamily="18" charset="-127"/>
                </a:rPr>
                <a:t>이해</a:t>
              </a:r>
            </a:p>
          </p:txBody>
        </p:sp>
        <p:cxnSp>
          <p:nvCxnSpPr>
            <p:cNvPr id="41" name="직선 연결선 40"/>
            <p:cNvCxnSpPr/>
            <p:nvPr/>
          </p:nvCxnSpPr>
          <p:spPr>
            <a:xfrm>
              <a:off x="6732866" y="6490000"/>
              <a:ext cx="1585743" cy="0"/>
            </a:xfrm>
            <a:prstGeom prst="line">
              <a:avLst/>
            </a:prstGeom>
            <a:ln w="12700" cap="rnd">
              <a:solidFill>
                <a:schemeClr val="tx2">
                  <a:lumMod val="7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42" name="그림 41"/>
          <p:cNvPicPr>
            <a:picLocks noChangeAspect="1"/>
          </p:cNvPicPr>
          <p:nvPr/>
        </p:nvPicPr>
        <p:blipFill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bright="-21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6890" y="6021784"/>
            <a:ext cx="571945" cy="444485"/>
          </a:xfrm>
          <a:prstGeom prst="rect">
            <a:avLst/>
          </a:prstGeom>
        </p:spPr>
      </p:pic>
      <p:grpSp>
        <p:nvGrpSpPr>
          <p:cNvPr id="43" name="그룹 42"/>
          <p:cNvGrpSpPr/>
          <p:nvPr/>
        </p:nvGrpSpPr>
        <p:grpSpPr>
          <a:xfrm>
            <a:off x="5586215" y="1993900"/>
            <a:ext cx="4582985" cy="4902589"/>
            <a:chOff x="1918817" y="1993899"/>
            <a:chExt cx="4680882" cy="4902589"/>
          </a:xfrm>
        </p:grpSpPr>
        <p:grpSp>
          <p:nvGrpSpPr>
            <p:cNvPr id="44" name="그룹 43"/>
            <p:cNvGrpSpPr/>
            <p:nvPr/>
          </p:nvGrpSpPr>
          <p:grpSpPr>
            <a:xfrm>
              <a:off x="1918817" y="1993899"/>
              <a:ext cx="392076" cy="4902589"/>
              <a:chOff x="-1760315" y="1993899"/>
              <a:chExt cx="392076" cy="4902589"/>
            </a:xfrm>
          </p:grpSpPr>
          <p:sp>
            <p:nvSpPr>
              <p:cNvPr id="50" name="이등변 삼각형 49"/>
              <p:cNvSpPr/>
              <p:nvPr/>
            </p:nvSpPr>
            <p:spPr>
              <a:xfrm>
                <a:off x="-1750691" y="1993899"/>
                <a:ext cx="366411" cy="1371809"/>
              </a:xfrm>
              <a:prstGeom prst="triangle">
                <a:avLst>
                  <a:gd name="adj" fmla="val 100000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52942"/>
                <a:endParaRPr lang="ko-KR" altLang="en-US" dirty="0">
                  <a:solidFill>
                    <a:prstClr val="white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51" name="이등변 삼각형 50"/>
              <p:cNvSpPr/>
              <p:nvPr/>
            </p:nvSpPr>
            <p:spPr>
              <a:xfrm rot="10800000" flipH="1">
                <a:off x="-1760315" y="6616522"/>
                <a:ext cx="392076" cy="279966"/>
              </a:xfrm>
              <a:prstGeom prst="triangle">
                <a:avLst>
                  <a:gd name="adj" fmla="val 100000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52942"/>
                <a:endParaRPr lang="ko-KR" altLang="en-US" dirty="0">
                  <a:solidFill>
                    <a:prstClr val="white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</p:grpSp>
        <p:sp>
          <p:nvSpPr>
            <p:cNvPr id="45" name="직사각형 44"/>
            <p:cNvSpPr/>
            <p:nvPr/>
          </p:nvSpPr>
          <p:spPr>
            <a:xfrm>
              <a:off x="2294852" y="1993900"/>
              <a:ext cx="4304847" cy="4897838"/>
            </a:xfrm>
            <a:prstGeom prst="rect">
              <a:avLst/>
            </a:prstGeom>
            <a:gradFill>
              <a:gsLst>
                <a:gs pos="0">
                  <a:schemeClr val="accent1">
                    <a:lumMod val="50000"/>
                  </a:schemeClr>
                </a:gs>
                <a:gs pos="100000">
                  <a:srgbClr val="081422"/>
                </a:gs>
              </a:gsLst>
              <a:lin ang="5400000" scaled="0"/>
            </a:gradFill>
            <a:ln>
              <a:noFill/>
            </a:ln>
            <a:effectLst>
              <a:outerShdw blurRad="50800" dist="25400" dir="5400000" algn="t" rotWithShape="0">
                <a:prstClr val="black">
                  <a:alpha val="40000"/>
                </a:prstClr>
              </a:outerShdw>
            </a:effectLst>
            <a:scene3d>
              <a:camera prst="orthographicFront"/>
              <a:lightRig rig="threePt" dir="t"/>
            </a:scene3d>
            <a:sp3d>
              <a:bevelT h="635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52942"/>
              <a:endParaRPr lang="ko-KR" altLang="en-US" sz="1300" dirty="0">
                <a:solidFill>
                  <a:prstClr val="white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cxnSp>
          <p:nvCxnSpPr>
            <p:cNvPr id="49" name="직선 연결선 48"/>
            <p:cNvCxnSpPr/>
            <p:nvPr/>
          </p:nvCxnSpPr>
          <p:spPr>
            <a:xfrm>
              <a:off x="2460177" y="6756505"/>
              <a:ext cx="4013777" cy="0"/>
            </a:xfrm>
            <a:prstGeom prst="line">
              <a:avLst/>
            </a:prstGeom>
            <a:ln w="12700" cap="rnd">
              <a:solidFill>
                <a:schemeClr val="bg1">
                  <a:lumMod val="8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52" name="그림 36"/>
          <p:cNvPicPr>
            <a:picLocks noChangeAspect="1"/>
          </p:cNvPicPr>
          <p:nvPr/>
        </p:nvPicPr>
        <p:blipFill>
          <a:blip r:embed="rId10" cstate="print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29499" y="5873581"/>
            <a:ext cx="726341" cy="6720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3" name="TextBox 52"/>
          <p:cNvSpPr txBox="1"/>
          <p:nvPr/>
        </p:nvSpPr>
        <p:spPr>
          <a:xfrm>
            <a:off x="6116253" y="1968501"/>
            <a:ext cx="947462" cy="1050334"/>
          </a:xfrm>
          <a:prstGeom prst="rect">
            <a:avLst/>
          </a:prstGeom>
          <a:noFill/>
        </p:spPr>
        <p:txBody>
          <a:bodyPr wrap="none" lIns="95293" tIns="47648" rIns="95293" bIns="47648" rtlCol="0">
            <a:spAutoFit/>
          </a:bodyPr>
          <a:lstStyle/>
          <a:p>
            <a:pPr defTabSz="952942"/>
            <a:r>
              <a:rPr lang="en-US" altLang="ko-KR" sz="6200" b="1" dirty="0">
                <a:solidFill>
                  <a:prstClr val="white"/>
                </a:solidFill>
                <a:latin typeface="나눔명조 ExtraBold" panose="02020603020101020101" pitchFamily="18" charset="-127"/>
                <a:ea typeface="나눔명조 ExtraBold" panose="02020603020101020101" pitchFamily="18" charset="-127"/>
              </a:rPr>
              <a:t>Ⅳ</a:t>
            </a:r>
            <a:endParaRPr lang="ko-KR" altLang="en-US" sz="6200" b="1" dirty="0">
              <a:solidFill>
                <a:srgbClr val="1F497D">
                  <a:lumMod val="75000"/>
                </a:srgbClr>
              </a:solidFill>
              <a:latin typeface="나눔명조 ExtraBold" panose="02020603020101020101" pitchFamily="18" charset="-127"/>
              <a:ea typeface="나눔명조 ExtraBold" panose="02020603020101020101" pitchFamily="18" charset="-127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6526595" y="2165609"/>
            <a:ext cx="3473688" cy="711780"/>
          </a:xfrm>
          <a:prstGeom prst="rect">
            <a:avLst/>
          </a:prstGeom>
          <a:noFill/>
        </p:spPr>
        <p:txBody>
          <a:bodyPr wrap="square" lIns="95293" tIns="47648" rIns="95293" bIns="47648" rtlCol="0">
            <a:spAutoFit/>
          </a:bodyPr>
          <a:lstStyle/>
          <a:p>
            <a:pPr algn="r" defTabSz="952942"/>
            <a:r>
              <a:rPr lang="ko-KR" altLang="en-US" sz="4000" spc="-334" dirty="0">
                <a:solidFill>
                  <a:schemeClr val="bg1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관리 전략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273179" y="2991897"/>
            <a:ext cx="3043830" cy="2977015"/>
          </a:xfrm>
          <a:prstGeom prst="rect">
            <a:avLst/>
          </a:prstGeom>
          <a:noFill/>
        </p:spPr>
        <p:txBody>
          <a:bodyPr wrap="square" lIns="95293" tIns="47648" rIns="95293" bIns="47648" rtlCol="0">
            <a:spAutoFit/>
          </a:bodyPr>
          <a:lstStyle/>
          <a:p>
            <a:pPr defTabSz="952942">
              <a:lnSpc>
                <a:spcPct val="120000"/>
              </a:lnSpc>
            </a:pPr>
            <a:r>
              <a:rPr lang="en-US" altLang="ko-KR" sz="2600" spc="-191" dirty="0">
                <a:ln/>
                <a:solidFill>
                  <a:schemeClr val="bg1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1. </a:t>
            </a:r>
            <a:r>
              <a:rPr lang="ko-KR" altLang="en-US" sz="2600" spc="-191" dirty="0">
                <a:ln/>
                <a:solidFill>
                  <a:schemeClr val="bg1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조직 구성</a:t>
            </a:r>
          </a:p>
          <a:p>
            <a:pPr defTabSz="952942">
              <a:lnSpc>
                <a:spcPct val="120000"/>
              </a:lnSpc>
            </a:pPr>
            <a:r>
              <a:rPr lang="en-US" altLang="ko-KR" sz="2600" spc="-191" dirty="0">
                <a:ln/>
                <a:solidFill>
                  <a:schemeClr val="bg1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2. </a:t>
            </a:r>
            <a:r>
              <a:rPr lang="ko-KR" altLang="en-US" sz="2600" spc="-191" dirty="0" smtClean="0">
                <a:ln/>
                <a:solidFill>
                  <a:schemeClr val="bg1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사업 관리</a:t>
            </a:r>
            <a:endParaRPr lang="ko-KR" altLang="en-US" sz="2600" spc="-191" dirty="0">
              <a:ln/>
              <a:solidFill>
                <a:schemeClr val="bg1"/>
              </a:solidFill>
              <a:latin typeface="Rix모던고딕 B" panose="02020603020101020101" pitchFamily="18" charset="-127"/>
              <a:ea typeface="Rix모던고딕 B" panose="02020603020101020101" pitchFamily="18" charset="-127"/>
            </a:endParaRPr>
          </a:p>
          <a:p>
            <a:pPr defTabSz="952942">
              <a:lnSpc>
                <a:spcPct val="120000"/>
              </a:lnSpc>
            </a:pPr>
            <a:r>
              <a:rPr lang="en-US" altLang="ko-KR" sz="2600" spc="-191" dirty="0">
                <a:ln/>
                <a:solidFill>
                  <a:schemeClr val="bg1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3. </a:t>
            </a:r>
            <a:r>
              <a:rPr lang="ko-KR" altLang="en-US" sz="2600" spc="-191" dirty="0" smtClean="0">
                <a:ln/>
                <a:solidFill>
                  <a:schemeClr val="bg1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시험 평가</a:t>
            </a:r>
            <a:endParaRPr lang="ko-KR" altLang="en-US" sz="2600" spc="-191" dirty="0">
              <a:ln/>
              <a:solidFill>
                <a:schemeClr val="bg1"/>
              </a:solidFill>
              <a:latin typeface="Rix모던고딕 B" panose="02020603020101020101" pitchFamily="18" charset="-127"/>
              <a:ea typeface="Rix모던고딕 B" panose="02020603020101020101" pitchFamily="18" charset="-127"/>
            </a:endParaRPr>
          </a:p>
          <a:p>
            <a:pPr defTabSz="952942">
              <a:lnSpc>
                <a:spcPct val="120000"/>
              </a:lnSpc>
            </a:pPr>
            <a:r>
              <a:rPr lang="en-US" altLang="ko-KR" sz="2600" spc="-191" dirty="0">
                <a:ln/>
                <a:solidFill>
                  <a:schemeClr val="bg1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4. </a:t>
            </a:r>
            <a:r>
              <a:rPr lang="ko-KR" altLang="en-US" sz="2600" spc="-191" dirty="0" smtClean="0">
                <a:ln/>
                <a:solidFill>
                  <a:schemeClr val="bg1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보안 관리</a:t>
            </a:r>
            <a:endParaRPr lang="ko-KR" altLang="en-US" sz="2600" spc="-191" dirty="0">
              <a:ln/>
              <a:solidFill>
                <a:schemeClr val="bg1"/>
              </a:solidFill>
              <a:latin typeface="Rix모던고딕 B" panose="02020603020101020101" pitchFamily="18" charset="-127"/>
              <a:ea typeface="Rix모던고딕 B" panose="02020603020101020101" pitchFamily="18" charset="-127"/>
            </a:endParaRPr>
          </a:p>
          <a:p>
            <a:pPr defTabSz="952942">
              <a:lnSpc>
                <a:spcPct val="120000"/>
              </a:lnSpc>
            </a:pPr>
            <a:r>
              <a:rPr lang="en-US" altLang="ko-KR" sz="2600" spc="-191" dirty="0">
                <a:ln/>
                <a:solidFill>
                  <a:schemeClr val="bg1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5. </a:t>
            </a:r>
            <a:r>
              <a:rPr lang="ko-KR" altLang="en-US" sz="2600" spc="-191" dirty="0">
                <a:ln/>
                <a:solidFill>
                  <a:schemeClr val="bg1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교육</a:t>
            </a:r>
            <a:r>
              <a:rPr lang="en-US" altLang="ko-KR" sz="2600" spc="-191" dirty="0">
                <a:ln/>
                <a:solidFill>
                  <a:schemeClr val="bg1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 </a:t>
            </a:r>
            <a:r>
              <a:rPr lang="ko-KR" altLang="en-US" sz="2600" spc="-191" dirty="0">
                <a:ln/>
                <a:solidFill>
                  <a:schemeClr val="bg1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훈련</a:t>
            </a:r>
            <a:endParaRPr lang="en-US" altLang="ko-KR" sz="2600" spc="-191" dirty="0">
              <a:ln/>
              <a:solidFill>
                <a:schemeClr val="bg1"/>
              </a:solidFill>
              <a:latin typeface="Rix모던고딕 B" panose="02020603020101020101" pitchFamily="18" charset="-127"/>
              <a:ea typeface="Rix모던고딕 B" panose="02020603020101020101" pitchFamily="18" charset="-127"/>
            </a:endParaRPr>
          </a:p>
          <a:p>
            <a:pPr defTabSz="952942">
              <a:lnSpc>
                <a:spcPct val="120000"/>
              </a:lnSpc>
            </a:pPr>
            <a:r>
              <a:rPr lang="en-US" altLang="ko-KR" sz="2600" spc="-191" dirty="0">
                <a:ln/>
                <a:solidFill>
                  <a:schemeClr val="bg1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6</a:t>
            </a:r>
            <a:r>
              <a:rPr lang="en-US" altLang="ko-KR" sz="2600" spc="-191" dirty="0" smtClean="0">
                <a:ln/>
                <a:solidFill>
                  <a:schemeClr val="bg1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. </a:t>
            </a:r>
            <a:r>
              <a:rPr lang="ko-KR" altLang="en-US" sz="2600" spc="-191" dirty="0">
                <a:ln/>
                <a:solidFill>
                  <a:schemeClr val="bg1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추진 일정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317612" y="559948"/>
            <a:ext cx="6001560" cy="1019556"/>
          </a:xfrm>
          <a:prstGeom prst="rect">
            <a:avLst/>
          </a:prstGeom>
          <a:noFill/>
        </p:spPr>
        <p:txBody>
          <a:bodyPr wrap="square" lIns="95293" tIns="47648" rIns="95293" bIns="47648" rtlCol="0">
            <a:spAutoFit/>
          </a:bodyPr>
          <a:lstStyle>
            <a:defPPr>
              <a:defRPr lang="ko-KR"/>
            </a:defPPr>
            <a:lvl1pPr>
              <a:defRPr sz="2000" b="1">
                <a:ln/>
                <a:pattFill prst="dkUpDiag">
                  <a:fgClr>
                    <a:schemeClr val="bg1"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</a:defRPr>
            </a:lvl1pPr>
          </a:lstStyle>
          <a:p>
            <a:pPr defTabSz="952942"/>
            <a:r>
              <a:rPr lang="ko-KR" altLang="en-US" sz="2300" b="0" spc="-144" dirty="0">
                <a:solidFill>
                  <a:srgbClr val="1F497D">
                    <a:lumMod val="75000"/>
                  </a:srgbClr>
                </a:solidFill>
                <a:effectLst/>
                <a:latin typeface="Rix모던고딕 B" panose="02020603020101020101" pitchFamily="18" charset="-127"/>
                <a:ea typeface="Rix모던고딕 B" panose="02020603020101020101" pitchFamily="18" charset="-127"/>
              </a:rPr>
              <a:t>모든 업무의 중심은 결국 사람 </a:t>
            </a:r>
            <a:r>
              <a:rPr lang="ko-KR" altLang="en-US" sz="1600" b="0" spc="-144" dirty="0">
                <a:solidFill>
                  <a:prstClr val="black">
                    <a:lumMod val="75000"/>
                    <a:lumOff val="25000"/>
                  </a:prstClr>
                </a:solidFill>
                <a:effectLst/>
                <a:latin typeface="Rix모던고딕 B" panose="02020603020101020101" pitchFamily="18" charset="-127"/>
                <a:ea typeface="Rix모던고딕 B" panose="02020603020101020101" pitchFamily="18" charset="-127"/>
              </a:rPr>
              <a:t>입니다</a:t>
            </a:r>
            <a:r>
              <a:rPr lang="en-US" altLang="ko-KR" sz="1600" b="0" spc="-144" dirty="0">
                <a:solidFill>
                  <a:prstClr val="black">
                    <a:lumMod val="75000"/>
                    <a:lumOff val="25000"/>
                  </a:prstClr>
                </a:solidFill>
                <a:effectLst/>
                <a:latin typeface="Rix모던고딕 B" panose="02020603020101020101" pitchFamily="18" charset="-127"/>
                <a:ea typeface="Rix모던고딕 B" panose="02020603020101020101" pitchFamily="18" charset="-127"/>
              </a:rPr>
              <a:t>. </a:t>
            </a:r>
          </a:p>
          <a:p>
            <a:pPr defTabSz="952942">
              <a:spcBef>
                <a:spcPts val="600"/>
              </a:spcBef>
            </a:pPr>
            <a:r>
              <a:rPr lang="ko-KR" altLang="en-US" sz="1600" b="0" spc="-144" dirty="0">
                <a:solidFill>
                  <a:prstClr val="black">
                    <a:lumMod val="75000"/>
                    <a:lumOff val="25000"/>
                  </a:prstClr>
                </a:solidFill>
                <a:effectLst/>
                <a:latin typeface="Rix모던고딕 B" panose="02020603020101020101" pitchFamily="18" charset="-127"/>
                <a:ea typeface="Rix모던고딕 B" panose="02020603020101020101" pitchFamily="18" charset="-127"/>
              </a:rPr>
              <a:t>제안사는 본 사업을 성공적으로 수행하기 위해 최적의 인력을 투입하고 </a:t>
            </a:r>
          </a:p>
          <a:p>
            <a:pPr defTabSz="952942"/>
            <a:r>
              <a:rPr lang="ko-KR" altLang="en-US" sz="1600" b="0" spc="-144" dirty="0">
                <a:solidFill>
                  <a:prstClr val="black">
                    <a:lumMod val="75000"/>
                    <a:lumOff val="25000"/>
                  </a:prstClr>
                </a:solidFill>
                <a:effectLst/>
                <a:latin typeface="Rix모던고딕 B" panose="02020603020101020101" pitchFamily="18" charset="-127"/>
                <a:ea typeface="Rix모던고딕 B" panose="02020603020101020101" pitchFamily="18" charset="-127"/>
              </a:rPr>
              <a:t>관리하기 위해 이인위본의 마음으로 본 사업을 수행하겠습니다</a:t>
            </a:r>
            <a:r>
              <a:rPr lang="en-US" altLang="ko-KR" sz="1600" b="0" spc="-144" dirty="0">
                <a:solidFill>
                  <a:prstClr val="black">
                    <a:lumMod val="75000"/>
                    <a:lumOff val="25000"/>
                  </a:prstClr>
                </a:solidFill>
                <a:effectLst/>
                <a:latin typeface="Rix모던고딕 B" panose="02020603020101020101" pitchFamily="18" charset="-127"/>
                <a:ea typeface="Rix모던고딕 B" panose="02020603020101020101" pitchFamily="18" charset="-127"/>
              </a:rPr>
              <a:t>. </a:t>
            </a:r>
          </a:p>
        </p:txBody>
      </p:sp>
      <p:grpSp>
        <p:nvGrpSpPr>
          <p:cNvPr id="47" name="그룹 46"/>
          <p:cNvGrpSpPr/>
          <p:nvPr/>
        </p:nvGrpSpPr>
        <p:grpSpPr>
          <a:xfrm>
            <a:off x="1254699" y="552110"/>
            <a:ext cx="2981916" cy="1001250"/>
            <a:chOff x="1462021" y="552110"/>
            <a:chExt cx="2981916" cy="1001250"/>
          </a:xfrm>
        </p:grpSpPr>
        <p:sp>
          <p:nvSpPr>
            <p:cNvPr id="61" name="직사각형 60"/>
            <p:cNvSpPr/>
            <p:nvPr/>
          </p:nvSpPr>
          <p:spPr>
            <a:xfrm>
              <a:off x="1491455" y="1277845"/>
              <a:ext cx="2857239" cy="250115"/>
            </a:xfrm>
            <a:prstGeom prst="rect">
              <a:avLst/>
            </a:prstGeom>
          </p:spPr>
          <p:txBody>
            <a:bodyPr wrap="square" lIns="95293" tIns="47648" rIns="95293" bIns="47648">
              <a:spAutoFit/>
            </a:bodyPr>
            <a:lstStyle/>
            <a:p>
              <a:pPr algn="ctr"/>
              <a:r>
                <a:rPr lang="ko-KR" altLang="en-US" sz="1000" spc="-70" dirty="0">
                  <a:ln/>
                  <a:solidFill>
                    <a:schemeClr val="tx1">
                      <a:lumMod val="75000"/>
                      <a:lumOff val="25000"/>
                    </a:schemeClr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</a:rPr>
                <a:t>이인위본</a:t>
              </a:r>
              <a:r>
                <a:rPr lang="en-US" altLang="ko-KR" sz="1000" spc="-70" dirty="0">
                  <a:ln/>
                  <a:solidFill>
                    <a:schemeClr val="tx1">
                      <a:lumMod val="75000"/>
                      <a:lumOff val="25000"/>
                    </a:schemeClr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</a:rPr>
                <a:t>| </a:t>
              </a:r>
              <a:r>
                <a:rPr lang="ko-KR" altLang="en-US" sz="1000" spc="-70" dirty="0">
                  <a:ln/>
                  <a:solidFill>
                    <a:schemeClr val="tx1">
                      <a:lumMod val="75000"/>
                      <a:lumOff val="25000"/>
                    </a:schemeClr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</a:rPr>
                <a:t>만물에는 근본이 있고 그 근본에는 사람이 있다</a:t>
              </a:r>
              <a:r>
                <a:rPr lang="en-US" altLang="ko-KR" sz="1000" spc="-70" dirty="0">
                  <a:ln/>
                  <a:solidFill>
                    <a:schemeClr val="tx1">
                      <a:lumMod val="75000"/>
                      <a:lumOff val="25000"/>
                    </a:schemeClr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</a:rPr>
                <a:t>.</a:t>
              </a:r>
            </a:p>
          </p:txBody>
        </p:sp>
        <p:sp>
          <p:nvSpPr>
            <p:cNvPr id="62" name="직사각형 61"/>
            <p:cNvSpPr/>
            <p:nvPr/>
          </p:nvSpPr>
          <p:spPr>
            <a:xfrm>
              <a:off x="1462021" y="552110"/>
              <a:ext cx="2981916" cy="1001250"/>
            </a:xfrm>
            <a:prstGeom prst="rect">
              <a:avLst/>
            </a:prstGeom>
            <a:noFill/>
            <a:ln w="31750">
              <a:gradFill>
                <a:gsLst>
                  <a:gs pos="0">
                    <a:schemeClr val="tx1">
                      <a:lumMod val="85000"/>
                      <a:lumOff val="15000"/>
                    </a:schemeClr>
                  </a:gs>
                  <a:gs pos="50000">
                    <a:schemeClr val="bg1">
                      <a:lumMod val="65000"/>
                    </a:schemeClr>
                  </a:gs>
                  <a:gs pos="100000">
                    <a:schemeClr val="tx1">
                      <a:lumMod val="75000"/>
                      <a:lumOff val="25000"/>
                    </a:schemeClr>
                  </a:gs>
                </a:gsLst>
                <a:lin ang="2400000" scaled="0"/>
              </a:gra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700" dirty="0"/>
            </a:p>
          </p:txBody>
        </p:sp>
      </p:grpSp>
      <p:pic>
        <p:nvPicPr>
          <p:cNvPr id="63" name="Picture 2" descr="G:\work\다원아이씨티\국방전산정보원\이미지들-03.png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6152" y="629423"/>
            <a:ext cx="2284468" cy="5991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4" name="직선 연결선 63"/>
          <p:cNvCxnSpPr/>
          <p:nvPr/>
        </p:nvCxnSpPr>
        <p:spPr>
          <a:xfrm>
            <a:off x="6116254" y="2928397"/>
            <a:ext cx="3929831" cy="0"/>
          </a:xfrm>
          <a:prstGeom prst="line">
            <a:avLst/>
          </a:prstGeom>
          <a:ln w="12700" cap="rnd">
            <a:solidFill>
              <a:schemeClr val="bg1">
                <a:lumMod val="8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447689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모서리가 둥근 직사각형 185"/>
          <p:cNvSpPr/>
          <p:nvPr/>
        </p:nvSpPr>
        <p:spPr bwMode="gray">
          <a:xfrm>
            <a:off x="7399780" y="1491532"/>
            <a:ext cx="2724053" cy="5569668"/>
          </a:xfrm>
          <a:prstGeom prst="roundRect">
            <a:avLst>
              <a:gd name="adj" fmla="val 1626"/>
            </a:avLst>
          </a:prstGeom>
          <a:noFill/>
          <a:ln w="12700">
            <a:solidFill>
              <a:schemeClr val="bg1">
                <a:lumMod val="6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9569" tIns="49785" rIns="99569" bIns="49785" rtlCol="0" anchor="ctr"/>
          <a:lstStyle/>
          <a:p>
            <a:pPr algn="ctr" defTabSz="1043079" latinLnBrk="0">
              <a:lnSpc>
                <a:spcPct val="110000"/>
              </a:lnSpc>
            </a:pPr>
            <a:endParaRPr lang="ko-KR" altLang="en-US" sz="1600" dirty="0">
              <a:gradFill>
                <a:gsLst>
                  <a:gs pos="0">
                    <a:prstClr val="white"/>
                  </a:gs>
                  <a:gs pos="100000">
                    <a:prstClr val="white"/>
                  </a:gs>
                </a:gsLst>
                <a:lin ang="5400000" scaled="0"/>
              </a:gradFill>
              <a:latin typeface="Yoon 윤고딕 550_TT" panose="02090603020101020101" pitchFamily="18" charset="-127"/>
              <a:ea typeface="Yoon 윤고딕 550_TT" panose="02090603020101020101" pitchFamily="18" charset="-127"/>
            </a:endParaRPr>
          </a:p>
        </p:txBody>
      </p:sp>
      <p:sp>
        <p:nvSpPr>
          <p:cNvPr id="187" name="양쪽 모서리가 둥근 사각형 186"/>
          <p:cNvSpPr/>
          <p:nvPr/>
        </p:nvSpPr>
        <p:spPr bwMode="gray">
          <a:xfrm>
            <a:off x="7397875" y="1491532"/>
            <a:ext cx="2724053" cy="379239"/>
          </a:xfrm>
          <a:prstGeom prst="round2SameRect">
            <a:avLst>
              <a:gd name="adj1" fmla="val 13318"/>
              <a:gd name="adj2" fmla="val 0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700" spc="-100" dirty="0" smtClean="0">
                <a:latin typeface="Rix고딕 B" pitchFamily="18" charset="-127"/>
                <a:ea typeface="Rix고딕 B" pitchFamily="18" charset="-127"/>
              </a:rPr>
              <a:t>27</a:t>
            </a:r>
            <a:r>
              <a:rPr lang="ko-KR" altLang="en-US" sz="1700" spc="-100" dirty="0" smtClean="0">
                <a:latin typeface="Rix고딕 B" pitchFamily="18" charset="-127"/>
                <a:ea typeface="Rix고딕 B" pitchFamily="18" charset="-127"/>
              </a:rPr>
              <a:t>명 </a:t>
            </a:r>
            <a:r>
              <a:rPr lang="en-US" altLang="ko-KR" sz="1700" spc="-100" dirty="0" smtClean="0">
                <a:latin typeface="Rix고딕 B" pitchFamily="18" charset="-127"/>
                <a:ea typeface="Rix고딕 B" pitchFamily="18" charset="-127"/>
              </a:rPr>
              <a:t>65.5M/M </a:t>
            </a:r>
            <a:r>
              <a:rPr lang="ko-KR" altLang="en-US" sz="1700" spc="-100" dirty="0">
                <a:latin typeface="Rix고딕 B" pitchFamily="18" charset="-127"/>
                <a:ea typeface="Rix고딕 B" pitchFamily="18" charset="-127"/>
              </a:rPr>
              <a:t>투입</a:t>
            </a:r>
          </a:p>
        </p:txBody>
      </p:sp>
      <p:sp>
        <p:nvSpPr>
          <p:cNvPr id="188" name="모서리가 둥근 직사각형 187"/>
          <p:cNvSpPr/>
          <p:nvPr/>
        </p:nvSpPr>
        <p:spPr>
          <a:xfrm>
            <a:off x="7399780" y="2008406"/>
            <a:ext cx="2724053" cy="399814"/>
          </a:xfrm>
          <a:prstGeom prst="roundRect">
            <a:avLst>
              <a:gd name="adj" fmla="val 1296"/>
            </a:avLst>
          </a:prstGeom>
          <a:solidFill>
            <a:srgbClr val="335A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89" name="직사각형 188"/>
          <p:cNvSpPr/>
          <p:nvPr/>
        </p:nvSpPr>
        <p:spPr>
          <a:xfrm>
            <a:off x="7548561" y="2084437"/>
            <a:ext cx="2447925" cy="246221"/>
          </a:xfrm>
          <a:prstGeom prst="rect">
            <a:avLst/>
          </a:prstGeom>
          <a:noFill/>
        </p:spPr>
        <p:txBody>
          <a:bodyPr wrap="square" lIns="0" tIns="0" rIns="0" bIns="0" anchor="ctr" anchorCtr="0">
            <a:spAutoFit/>
          </a:bodyPr>
          <a:lstStyle/>
          <a:p>
            <a:pPr algn="ctr"/>
            <a:r>
              <a:rPr lang="ko-KR" altLang="en-US" sz="1600" spc="-100" dirty="0">
                <a:solidFill>
                  <a:schemeClr val="bg1"/>
                </a:solidFill>
                <a:latin typeface="Rix고딕 M" pitchFamily="18" charset="-127"/>
                <a:ea typeface="Rix고딕 M" pitchFamily="18" charset="-127"/>
                <a:cs typeface="+mj-cs"/>
              </a:rPr>
              <a:t>조직 특장점</a:t>
            </a:r>
          </a:p>
        </p:txBody>
      </p:sp>
      <p:grpSp>
        <p:nvGrpSpPr>
          <p:cNvPr id="191" name="그룹 190"/>
          <p:cNvGrpSpPr/>
          <p:nvPr/>
        </p:nvGrpSpPr>
        <p:grpSpPr>
          <a:xfrm>
            <a:off x="7471139" y="2573466"/>
            <a:ext cx="366744" cy="284737"/>
            <a:chOff x="7539404" y="2522666"/>
            <a:chExt cx="366744" cy="284737"/>
          </a:xfrm>
        </p:grpSpPr>
        <p:sp>
          <p:nvSpPr>
            <p:cNvPr id="192" name="직사각형 191"/>
            <p:cNvSpPr/>
            <p:nvPr/>
          </p:nvSpPr>
          <p:spPr>
            <a:xfrm>
              <a:off x="7539404" y="2522666"/>
              <a:ext cx="366744" cy="284737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lvl="1" algn="ctr">
                <a:spcBef>
                  <a:spcPct val="0"/>
                </a:spcBef>
              </a:pPr>
              <a:endParaRPr lang="ko-KR" altLang="en-US" spc="-100" dirty="0">
                <a:solidFill>
                  <a:schemeClr val="bg1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  <a:cs typeface="+mj-cs"/>
              </a:endParaRPr>
            </a:p>
          </p:txBody>
        </p:sp>
        <p:sp>
          <p:nvSpPr>
            <p:cNvPr id="193" name="TextBox 192"/>
            <p:cNvSpPr txBox="1"/>
            <p:nvPr/>
          </p:nvSpPr>
          <p:spPr>
            <a:xfrm>
              <a:off x="7543484" y="2542132"/>
              <a:ext cx="356314" cy="2462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ko-KR"/>
              </a:defPPr>
              <a:lvl1pPr algn="ctr">
                <a:defRPr sz="2000" b="1">
                  <a:ln w="22225">
                    <a:solidFill>
                      <a:schemeClr val="accent2"/>
                    </a:solidFill>
                    <a:prstDash val="solid"/>
                  </a:ln>
                  <a:solidFill>
                    <a:schemeClr val="accent2">
                      <a:lumMod val="40000"/>
                      <a:lumOff val="60000"/>
                    </a:schemeClr>
                  </a:solidFill>
                  <a:latin typeface="+mn-ea"/>
                </a:defRPr>
              </a:lvl1pPr>
            </a:lstStyle>
            <a:p>
              <a:pPr defTabSz="801639" latinLnBrk="0">
                <a:spcBef>
                  <a:spcPts val="88"/>
                </a:spcBef>
                <a:spcAft>
                  <a:spcPts val="88"/>
                </a:spcAft>
              </a:pPr>
              <a:r>
                <a:rPr lang="en-US" altLang="ko-KR" sz="1600" b="0" spc="-200" dirty="0" smtClean="0">
                  <a:ln>
                    <a:solidFill>
                      <a:prstClr val="white">
                        <a:alpha val="10000"/>
                      </a:prstClr>
                    </a:solidFill>
                  </a:ln>
                  <a:solidFill>
                    <a:schemeClr val="bg1"/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</a:rPr>
                <a:t>01</a:t>
              </a:r>
              <a:endParaRPr lang="en-US" altLang="ko-KR" sz="1600" b="0" spc="-200" dirty="0">
                <a:ln>
                  <a:solidFill>
                    <a:prstClr val="white">
                      <a:alpha val="10000"/>
                    </a:prstClr>
                  </a:solidFill>
                </a:ln>
                <a:solidFill>
                  <a:schemeClr val="bg1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endParaRPr>
            </a:p>
          </p:txBody>
        </p:sp>
      </p:grpSp>
      <p:sp>
        <p:nvSpPr>
          <p:cNvPr id="194" name="Text Box 118"/>
          <p:cNvSpPr txBox="1">
            <a:spLocks noChangeArrowheads="1"/>
          </p:cNvSpPr>
          <p:nvPr/>
        </p:nvSpPr>
        <p:spPr bwMode="gray">
          <a:xfrm>
            <a:off x="7886550" y="2674490"/>
            <a:ext cx="2144832" cy="1800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t" anchorCtr="0">
            <a:spAutoFit/>
            <a:scene3d>
              <a:camera prst="orthographicFront"/>
              <a:lightRig rig="threePt" dir="t"/>
            </a:scene3d>
            <a:sp3d>
              <a:bevelT w="1270" h="6350"/>
            </a:sp3d>
          </a:bodyPr>
          <a:lstStyle>
            <a:defPPr>
              <a:defRPr lang="ko-KR"/>
            </a:defPPr>
            <a:lvl1pPr marL="342900" indent="-342900" defTabSz="1135063" eaLnBrk="0" hangingPunct="0">
              <a:tabLst>
                <a:tab pos="6149975" algn="l"/>
              </a:tabLst>
            </a:lvl1pPr>
            <a:lvl2pPr marL="0" lvl="1" algn="ctr" defTabSz="1135063" eaLnBrk="0" latinLnBrk="0" hangingPunct="0">
              <a:lnSpc>
                <a:spcPct val="90000"/>
              </a:lnSpc>
              <a:buClr>
                <a:srgbClr val="3271AA"/>
              </a:buClr>
              <a:buSzPct val="140000"/>
              <a:tabLst>
                <a:tab pos="6149975" algn="l"/>
              </a:tabLst>
              <a:defRPr sz="900">
                <a:latin typeface="Rix고딕 B" pitchFamily="18" charset="-127"/>
                <a:ea typeface="Rix고딕 B" pitchFamily="18" charset="-127"/>
              </a:defRPr>
            </a:lvl2pPr>
            <a:lvl3pPr marL="1143000" indent="-228600" defTabSz="1135063" eaLnBrk="0" hangingPunct="0">
              <a:tabLst>
                <a:tab pos="6149975" algn="l"/>
              </a:tabLst>
            </a:lvl3pPr>
            <a:lvl4pPr marL="1600200" indent="-228600" defTabSz="1135063" eaLnBrk="0" hangingPunct="0">
              <a:tabLst>
                <a:tab pos="6149975" algn="l"/>
              </a:tabLst>
            </a:lvl4pPr>
            <a:lvl5pPr marL="2057400" indent="-228600" defTabSz="1135063" eaLnBrk="0" hangingPunct="0">
              <a:tabLst>
                <a:tab pos="6149975" algn="l"/>
              </a:tabLst>
            </a:lvl5pPr>
            <a:lvl6pPr marL="2514600" indent="-228600" defTabSz="1135063" eaLnBrk="0" fontAlgn="base" hangingPunct="0">
              <a:spcBef>
                <a:spcPct val="0"/>
              </a:spcBef>
              <a:spcAft>
                <a:spcPct val="0"/>
              </a:spcAft>
              <a:tabLst>
                <a:tab pos="6149975" algn="l"/>
              </a:tabLst>
            </a:lvl6pPr>
            <a:lvl7pPr marL="2971800" indent="-228600" defTabSz="1135063" eaLnBrk="0" fontAlgn="base" hangingPunct="0">
              <a:spcBef>
                <a:spcPct val="0"/>
              </a:spcBef>
              <a:spcAft>
                <a:spcPct val="0"/>
              </a:spcAft>
              <a:tabLst>
                <a:tab pos="6149975" algn="l"/>
              </a:tabLst>
            </a:lvl7pPr>
            <a:lvl8pPr marL="3429000" indent="-228600" defTabSz="1135063" eaLnBrk="0" fontAlgn="base" hangingPunct="0">
              <a:spcBef>
                <a:spcPct val="0"/>
              </a:spcBef>
              <a:spcAft>
                <a:spcPct val="0"/>
              </a:spcAft>
              <a:tabLst>
                <a:tab pos="6149975" algn="l"/>
              </a:tabLst>
            </a:lvl8pPr>
            <a:lvl9pPr marL="3886200" indent="-228600" defTabSz="1135063" eaLnBrk="0" fontAlgn="base" hangingPunct="0">
              <a:spcBef>
                <a:spcPct val="0"/>
              </a:spcBef>
              <a:spcAft>
                <a:spcPct val="0"/>
              </a:spcAft>
              <a:tabLst>
                <a:tab pos="6149975" algn="l"/>
              </a:tabLst>
            </a:lvl9pPr>
          </a:lstStyle>
          <a:p>
            <a:pPr lvl="1" algn="l"/>
            <a:r>
              <a:rPr lang="ko-KR" altLang="en-US" sz="130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Rix고딕 M" pitchFamily="18" charset="-127"/>
                <a:ea typeface="Rix고딕 M" pitchFamily="18" charset="-127"/>
                <a:sym typeface="Symbol" pitchFamily="18" charset="2"/>
              </a:rPr>
              <a:t>업무영역에 </a:t>
            </a:r>
            <a:r>
              <a:rPr lang="ko-KR" altLang="en-US" sz="1300" spc="-100" dirty="0">
                <a:sym typeface="Symbol" pitchFamily="18" charset="2"/>
              </a:rPr>
              <a:t>특화된 전문인력</a:t>
            </a:r>
          </a:p>
        </p:txBody>
      </p:sp>
      <p:grpSp>
        <p:nvGrpSpPr>
          <p:cNvPr id="195" name="그룹 194"/>
          <p:cNvGrpSpPr/>
          <p:nvPr/>
        </p:nvGrpSpPr>
        <p:grpSpPr>
          <a:xfrm>
            <a:off x="7669964" y="3009737"/>
            <a:ext cx="994161" cy="1015398"/>
            <a:chOff x="7631864" y="2914487"/>
            <a:chExt cx="994161" cy="1015398"/>
          </a:xfrm>
        </p:grpSpPr>
        <p:sp>
          <p:nvSpPr>
            <p:cNvPr id="196" name="타원 195"/>
            <p:cNvSpPr/>
            <p:nvPr/>
          </p:nvSpPr>
          <p:spPr>
            <a:xfrm>
              <a:off x="7631864" y="2914487"/>
              <a:ext cx="994161" cy="1015398"/>
            </a:xfrm>
            <a:prstGeom prst="ellipse">
              <a:avLst/>
            </a:prstGeom>
            <a:gradFill flip="none" rotWithShape="1">
              <a:gsLst>
                <a:gs pos="0">
                  <a:schemeClr val="tx1">
                    <a:lumMod val="50000"/>
                    <a:lumOff val="50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 w="63500">
              <a:noFill/>
            </a:ln>
            <a:effectLst/>
          </p:spPr>
          <p:txBody>
            <a:bodyPr vert="horz" wrap="none" lIns="80649" tIns="40325" rIns="80649" bIns="40325" numCol="1" anchor="ctr" anchorCtr="0" compatLnSpc="1">
              <a:prstTxWarp prst="textNoShape">
                <a:avLst/>
              </a:prstTxWarp>
            </a:bodyPr>
            <a:lstStyle/>
            <a:p>
              <a:pPr latinLnBrk="0"/>
              <a:endParaRPr lang="ko-KR" altLang="en-US" sz="900" dirty="0">
                <a:solidFill>
                  <a:prstClr val="black"/>
                </a:solidFill>
                <a:latin typeface="Rix고딕 M" pitchFamily="18" charset="-127"/>
                <a:ea typeface="Rix고딕 M" pitchFamily="18" charset="-127"/>
              </a:endParaRPr>
            </a:p>
          </p:txBody>
        </p:sp>
        <p:sp>
          <p:nvSpPr>
            <p:cNvPr id="197" name="원형 196"/>
            <p:cNvSpPr/>
            <p:nvPr/>
          </p:nvSpPr>
          <p:spPr>
            <a:xfrm flipH="1">
              <a:off x="7672603" y="2956097"/>
              <a:ext cx="912683" cy="932180"/>
            </a:xfrm>
            <a:prstGeom prst="pie">
              <a:avLst>
                <a:gd name="adj1" fmla="val 14871455"/>
                <a:gd name="adj2" fmla="val 7136911"/>
              </a:avLst>
            </a:prstGeom>
            <a:solidFill>
              <a:schemeClr val="accent6">
                <a:lumMod val="75000"/>
              </a:schemeClr>
            </a:solidFill>
            <a:ln w="6350"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0"/>
              <a:endParaRPr lang="ko-KR" altLang="en-US" sz="900" dirty="0">
                <a:solidFill>
                  <a:prstClr val="black"/>
                </a:solidFill>
                <a:latin typeface="Rix고딕 M" pitchFamily="18" charset="-127"/>
                <a:ea typeface="Rix고딕 M" pitchFamily="18" charset="-127"/>
              </a:endParaRPr>
            </a:p>
          </p:txBody>
        </p:sp>
        <p:sp>
          <p:nvSpPr>
            <p:cNvPr id="198" name="원형 197"/>
            <p:cNvSpPr/>
            <p:nvPr/>
          </p:nvSpPr>
          <p:spPr>
            <a:xfrm flipH="1">
              <a:off x="7672603" y="2956097"/>
              <a:ext cx="912683" cy="932180"/>
            </a:xfrm>
            <a:prstGeom prst="pie">
              <a:avLst>
                <a:gd name="adj1" fmla="val 20949872"/>
                <a:gd name="adj2" fmla="val 15059351"/>
              </a:avLst>
            </a:prstGeom>
            <a:solidFill>
              <a:srgbClr val="00B0F0"/>
            </a:solidFill>
            <a:ln w="635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0"/>
              <a:endParaRPr lang="ko-KR" altLang="en-US" sz="900" dirty="0">
                <a:solidFill>
                  <a:prstClr val="black"/>
                </a:solidFill>
                <a:latin typeface="Rix고딕 M" pitchFamily="18" charset="-127"/>
                <a:ea typeface="Rix고딕 M" pitchFamily="18" charset="-127"/>
              </a:endParaRPr>
            </a:p>
          </p:txBody>
        </p:sp>
        <p:sp>
          <p:nvSpPr>
            <p:cNvPr id="199" name="원형 198"/>
            <p:cNvSpPr/>
            <p:nvPr/>
          </p:nvSpPr>
          <p:spPr>
            <a:xfrm flipH="1">
              <a:off x="7672603" y="2956097"/>
              <a:ext cx="912683" cy="932180"/>
            </a:xfrm>
            <a:prstGeom prst="pie">
              <a:avLst>
                <a:gd name="adj1" fmla="val 9911554"/>
                <a:gd name="adj2" fmla="val 15103427"/>
              </a:avLst>
            </a:prstGeom>
            <a:solidFill>
              <a:schemeClr val="tx1">
                <a:lumMod val="65000"/>
                <a:lumOff val="35000"/>
              </a:schemeClr>
            </a:solidFill>
            <a:ln w="635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0"/>
              <a:endParaRPr lang="ko-KR" altLang="en-US" sz="900" dirty="0">
                <a:solidFill>
                  <a:prstClr val="black"/>
                </a:solidFill>
                <a:latin typeface="Rix고딕 M" pitchFamily="18" charset="-127"/>
                <a:ea typeface="Rix고딕 M" pitchFamily="18" charset="-127"/>
              </a:endParaRPr>
            </a:p>
          </p:txBody>
        </p:sp>
        <p:sp>
          <p:nvSpPr>
            <p:cNvPr id="202" name="TextBox 201"/>
            <p:cNvSpPr txBox="1"/>
            <p:nvPr/>
          </p:nvSpPr>
          <p:spPr>
            <a:xfrm>
              <a:off x="7879454" y="3001120"/>
              <a:ext cx="191848" cy="246221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spAutoFit/>
            </a:bodyPr>
            <a:lstStyle/>
            <a:p>
              <a:pPr algn="ctr" defTabSz="1025473" latinLnBrk="0"/>
              <a:r>
                <a:rPr lang="ko-KR" altLang="en-US" sz="800" spc="-68" dirty="0">
                  <a:ln w="11430">
                    <a:noFill/>
                  </a:ln>
                  <a:solidFill>
                    <a:schemeClr val="bg1"/>
                  </a:solidFill>
                  <a:latin typeface="Rix고딕 M" pitchFamily="18" charset="-127"/>
                  <a:ea typeface="Rix고딕 M" pitchFamily="18" charset="-127"/>
                  <a:cs typeface="Arial" pitchFamily="34" charset="0"/>
                </a:rPr>
                <a:t>특급</a:t>
              </a:r>
              <a:endParaRPr lang="en-US" altLang="ko-KR" sz="800" spc="-68" dirty="0">
                <a:ln w="11430">
                  <a:noFill/>
                </a:ln>
                <a:solidFill>
                  <a:schemeClr val="bg1"/>
                </a:solidFill>
                <a:latin typeface="Rix고딕 M" pitchFamily="18" charset="-127"/>
                <a:ea typeface="Rix고딕 M" pitchFamily="18" charset="-127"/>
                <a:cs typeface="Arial" pitchFamily="34" charset="0"/>
              </a:endParaRPr>
            </a:p>
            <a:p>
              <a:pPr algn="ctr" defTabSz="1025473" latinLnBrk="0"/>
              <a:r>
                <a:rPr lang="en-US" altLang="ko-KR" sz="800" spc="-68" dirty="0" smtClean="0">
                  <a:ln w="11430">
                    <a:noFill/>
                  </a:ln>
                  <a:solidFill>
                    <a:schemeClr val="bg1"/>
                  </a:solidFill>
                  <a:latin typeface="Rix고딕 M" pitchFamily="18" charset="-127"/>
                  <a:ea typeface="Rix고딕 M" pitchFamily="18" charset="-127"/>
                  <a:cs typeface="Arial" pitchFamily="34" charset="0"/>
                </a:rPr>
                <a:t>10</a:t>
              </a:r>
              <a:r>
                <a:rPr lang="ko-KR" altLang="en-US" sz="800" spc="-68" dirty="0" smtClean="0">
                  <a:ln w="11430">
                    <a:noFill/>
                  </a:ln>
                  <a:solidFill>
                    <a:schemeClr val="bg1"/>
                  </a:solidFill>
                  <a:latin typeface="Rix고딕 M" pitchFamily="18" charset="-127"/>
                  <a:ea typeface="Rix고딕 M" pitchFamily="18" charset="-127"/>
                  <a:cs typeface="Arial" pitchFamily="34" charset="0"/>
                </a:rPr>
                <a:t>명</a:t>
              </a:r>
              <a:endParaRPr lang="ko-KR" altLang="en-US" sz="800" spc="-68" dirty="0">
                <a:ln w="11430">
                  <a:noFill/>
                </a:ln>
                <a:solidFill>
                  <a:schemeClr val="bg1"/>
                </a:solidFill>
                <a:latin typeface="Rix고딕 M" pitchFamily="18" charset="-127"/>
                <a:ea typeface="Rix고딕 M" pitchFamily="18" charset="-127"/>
                <a:cs typeface="Arial" pitchFamily="34" charset="0"/>
              </a:endParaRPr>
            </a:p>
          </p:txBody>
        </p:sp>
        <p:sp>
          <p:nvSpPr>
            <p:cNvPr id="204" name="TextBox 203"/>
            <p:cNvSpPr txBox="1"/>
            <p:nvPr/>
          </p:nvSpPr>
          <p:spPr>
            <a:xfrm>
              <a:off x="8317094" y="3147072"/>
              <a:ext cx="168509" cy="246221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spAutoFit/>
            </a:bodyPr>
            <a:lstStyle/>
            <a:p>
              <a:pPr algn="ctr" defTabSz="1025473" latinLnBrk="0"/>
              <a:r>
                <a:rPr lang="ko-KR" altLang="en-US" sz="800" spc="-68" dirty="0">
                  <a:ln w="11430">
                    <a:noFill/>
                  </a:ln>
                  <a:solidFill>
                    <a:schemeClr val="bg1"/>
                  </a:solidFill>
                  <a:latin typeface="Rix고딕 M" pitchFamily="18" charset="-127"/>
                  <a:ea typeface="Rix고딕 M" pitchFamily="18" charset="-127"/>
                  <a:cs typeface="Arial" pitchFamily="34" charset="0"/>
                </a:rPr>
                <a:t>초</a:t>
              </a:r>
              <a:r>
                <a:rPr lang="ko-KR" altLang="en-US" sz="800" spc="-68" dirty="0" smtClean="0">
                  <a:ln w="11430">
                    <a:noFill/>
                  </a:ln>
                  <a:solidFill>
                    <a:schemeClr val="bg1"/>
                  </a:solidFill>
                  <a:latin typeface="Rix고딕 M" pitchFamily="18" charset="-127"/>
                  <a:ea typeface="Rix고딕 M" pitchFamily="18" charset="-127"/>
                  <a:cs typeface="Arial" pitchFamily="34" charset="0"/>
                </a:rPr>
                <a:t>급</a:t>
              </a:r>
              <a:endParaRPr lang="en-US" altLang="ko-KR" sz="800" spc="-68" dirty="0">
                <a:ln w="11430">
                  <a:noFill/>
                </a:ln>
                <a:solidFill>
                  <a:schemeClr val="bg1"/>
                </a:solidFill>
                <a:latin typeface="Rix고딕 M" pitchFamily="18" charset="-127"/>
                <a:ea typeface="Rix고딕 M" pitchFamily="18" charset="-127"/>
                <a:cs typeface="Arial" pitchFamily="34" charset="0"/>
              </a:endParaRPr>
            </a:p>
            <a:p>
              <a:pPr algn="ctr" defTabSz="1025473" latinLnBrk="0"/>
              <a:r>
                <a:rPr lang="en-US" altLang="ko-KR" sz="800" spc="-68" dirty="0">
                  <a:ln w="11430">
                    <a:noFill/>
                  </a:ln>
                  <a:solidFill>
                    <a:schemeClr val="bg1"/>
                  </a:solidFill>
                  <a:latin typeface="Rix고딕 M" pitchFamily="18" charset="-127"/>
                  <a:ea typeface="Rix고딕 M" pitchFamily="18" charset="-127"/>
                  <a:cs typeface="Arial" pitchFamily="34" charset="0"/>
                </a:rPr>
                <a:t>7</a:t>
              </a:r>
              <a:r>
                <a:rPr lang="ko-KR" altLang="en-US" sz="800" spc="-68" dirty="0" smtClean="0">
                  <a:ln w="11430">
                    <a:noFill/>
                  </a:ln>
                  <a:solidFill>
                    <a:schemeClr val="bg1"/>
                  </a:solidFill>
                  <a:latin typeface="Rix고딕 M" pitchFamily="18" charset="-127"/>
                  <a:ea typeface="Rix고딕 M" pitchFamily="18" charset="-127"/>
                  <a:cs typeface="Arial" pitchFamily="34" charset="0"/>
                </a:rPr>
                <a:t>명</a:t>
              </a:r>
              <a:endParaRPr lang="ko-KR" altLang="en-US" sz="800" spc="-68" dirty="0">
                <a:ln w="11430">
                  <a:noFill/>
                </a:ln>
                <a:solidFill>
                  <a:schemeClr val="bg1"/>
                </a:solidFill>
                <a:latin typeface="Rix고딕 M" pitchFamily="18" charset="-127"/>
                <a:ea typeface="Rix고딕 M" pitchFamily="18" charset="-127"/>
                <a:cs typeface="Arial" pitchFamily="34" charset="0"/>
              </a:endParaRPr>
            </a:p>
          </p:txBody>
        </p:sp>
        <p:sp>
          <p:nvSpPr>
            <p:cNvPr id="157" name="원형 156"/>
            <p:cNvSpPr/>
            <p:nvPr/>
          </p:nvSpPr>
          <p:spPr>
            <a:xfrm flipH="1">
              <a:off x="7672603" y="2963637"/>
              <a:ext cx="912683" cy="932180"/>
            </a:xfrm>
            <a:prstGeom prst="pie">
              <a:avLst>
                <a:gd name="adj1" fmla="val 6319165"/>
                <a:gd name="adj2" fmla="val 10069190"/>
              </a:avLst>
            </a:prstGeom>
            <a:solidFill>
              <a:schemeClr val="accent1">
                <a:lumMod val="50000"/>
              </a:schemeClr>
            </a:solidFill>
            <a:ln w="635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0"/>
              <a:endParaRPr lang="ko-KR" altLang="en-US" sz="900" dirty="0">
                <a:solidFill>
                  <a:prstClr val="black"/>
                </a:solidFill>
                <a:latin typeface="Rix고딕 M" pitchFamily="18" charset="-127"/>
                <a:ea typeface="Rix고딕 M" pitchFamily="18" charset="-127"/>
              </a:endParaRPr>
            </a:p>
          </p:txBody>
        </p:sp>
        <p:sp>
          <p:nvSpPr>
            <p:cNvPr id="200" name="타원 199"/>
            <p:cNvSpPr/>
            <p:nvPr/>
          </p:nvSpPr>
          <p:spPr>
            <a:xfrm>
              <a:off x="7933419" y="3222486"/>
              <a:ext cx="391050" cy="399400"/>
            </a:xfrm>
            <a:prstGeom prst="ellipse">
              <a:avLst/>
            </a:prstGeom>
            <a:solidFill>
              <a:schemeClr val="bg1"/>
            </a:solidFill>
            <a:ln w="19050" algn="ctr">
              <a:noFill/>
              <a:round/>
              <a:headEnd/>
              <a:tailEnd/>
            </a:ln>
            <a:effectLst>
              <a:outerShdw blurRad="25400" dist="25400" dir="2700000" algn="tl" rotWithShape="0">
                <a:prstClr val="black">
                  <a:alpha val="40000"/>
                </a:prstClr>
              </a:outerShdw>
            </a:effectLst>
            <a:scene3d>
              <a:camera prst="orthographicFront"/>
              <a:lightRig rig="threePt" dir="t"/>
            </a:scene3d>
            <a:sp3d/>
          </p:spPr>
          <p:txBody>
            <a:bodyPr wrap="square" lIns="0" tIns="0" rIns="0" bIns="0" anchor="ctr">
              <a:noAutofit/>
              <a:sp3d contourW="25400">
                <a:bevelT w="0" h="25400"/>
                <a:contourClr>
                  <a:schemeClr val="tx2">
                    <a:lumMod val="50000"/>
                  </a:schemeClr>
                </a:contourClr>
              </a:sp3d>
            </a:bodyPr>
            <a:lstStyle/>
            <a:p>
              <a:pPr algn="ctr" defTabSz="859903" latinLnBrk="0">
                <a:lnSpc>
                  <a:spcPct val="90000"/>
                </a:lnSpc>
                <a:buSzPct val="120000"/>
              </a:pPr>
              <a:endParaRPr kumimoji="1" lang="ko-KR" altLang="en-US" sz="900" kern="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ix고딕 M" pitchFamily="18" charset="-127"/>
                <a:ea typeface="Rix고딕 M" pitchFamily="18" charset="-127"/>
                <a:cs typeface="Tahoma" pitchFamily="34" charset="0"/>
              </a:endParaRPr>
            </a:p>
          </p:txBody>
        </p:sp>
        <p:sp>
          <p:nvSpPr>
            <p:cNvPr id="201" name="TextBox 200"/>
            <p:cNvSpPr txBox="1"/>
            <p:nvPr/>
          </p:nvSpPr>
          <p:spPr>
            <a:xfrm>
              <a:off x="7999193" y="3311771"/>
              <a:ext cx="240450" cy="246221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spAutoFit/>
            </a:bodyPr>
            <a:lstStyle/>
            <a:p>
              <a:pPr algn="ctr" defTabSz="1025473" latinLnBrk="0"/>
              <a:r>
                <a:rPr lang="ko-KR" altLang="en-US" sz="800" spc="-100" dirty="0" smtClean="0">
                  <a:ln w="11430">
                    <a:noFill/>
                  </a:ln>
                  <a:solidFill>
                    <a:srgbClr val="0070C0"/>
                  </a:solidFill>
                  <a:latin typeface="Rix고딕 B" pitchFamily="18" charset="-127"/>
                  <a:ea typeface="Rix고딕 B" pitchFamily="18" charset="-127"/>
                  <a:cs typeface="Arial" pitchFamily="34" charset="0"/>
                </a:rPr>
                <a:t>등급별</a:t>
              </a:r>
              <a:endParaRPr lang="en-US" altLang="ko-KR" sz="800" spc="-100" dirty="0">
                <a:ln w="11430">
                  <a:noFill/>
                </a:ln>
                <a:solidFill>
                  <a:srgbClr val="0070C0"/>
                </a:solidFill>
                <a:latin typeface="Rix고딕 B" pitchFamily="18" charset="-127"/>
                <a:ea typeface="Rix고딕 B" pitchFamily="18" charset="-127"/>
                <a:cs typeface="Arial" pitchFamily="34" charset="0"/>
              </a:endParaRPr>
            </a:p>
            <a:p>
              <a:pPr algn="ctr" defTabSz="1025473" latinLnBrk="0"/>
              <a:r>
                <a:rPr lang="ko-KR" altLang="en-US" sz="800" spc="-100" dirty="0" smtClean="0">
                  <a:ln w="11430">
                    <a:noFill/>
                  </a:ln>
                  <a:solidFill>
                    <a:srgbClr val="0070C0"/>
                  </a:solidFill>
                  <a:latin typeface="Rix고딕 B" pitchFamily="18" charset="-127"/>
                  <a:ea typeface="Rix고딕 B" pitchFamily="18" charset="-127"/>
                  <a:cs typeface="Arial" pitchFamily="34" charset="0"/>
                </a:rPr>
                <a:t>비율</a:t>
              </a:r>
              <a:endParaRPr lang="ko-KR" altLang="en-US" sz="800" spc="-100" dirty="0">
                <a:ln w="11430">
                  <a:noFill/>
                </a:ln>
                <a:solidFill>
                  <a:srgbClr val="0070C0"/>
                </a:solidFill>
                <a:latin typeface="Rix고딕 B" pitchFamily="18" charset="-127"/>
                <a:ea typeface="Rix고딕 B" pitchFamily="18" charset="-127"/>
                <a:cs typeface="Arial" pitchFamily="34" charset="0"/>
              </a:endParaRPr>
            </a:p>
          </p:txBody>
        </p:sp>
        <p:sp>
          <p:nvSpPr>
            <p:cNvPr id="203" name="TextBox 202"/>
            <p:cNvSpPr txBox="1"/>
            <p:nvPr/>
          </p:nvSpPr>
          <p:spPr>
            <a:xfrm>
              <a:off x="8256376" y="3546744"/>
              <a:ext cx="187039" cy="246221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spAutoFit/>
            </a:bodyPr>
            <a:lstStyle/>
            <a:p>
              <a:pPr algn="ctr" defTabSz="1025473" latinLnBrk="0"/>
              <a:r>
                <a:rPr lang="ko-KR" altLang="en-US" sz="800" spc="-68" dirty="0">
                  <a:ln w="11430">
                    <a:noFill/>
                  </a:ln>
                  <a:solidFill>
                    <a:schemeClr val="bg1"/>
                  </a:solidFill>
                  <a:latin typeface="Rix고딕 M" pitchFamily="18" charset="-127"/>
                  <a:ea typeface="Rix고딕 M" pitchFamily="18" charset="-127"/>
                  <a:cs typeface="Arial" pitchFamily="34" charset="0"/>
                </a:rPr>
                <a:t>고급 </a:t>
              </a:r>
              <a:endParaRPr lang="en-US" altLang="ko-KR" sz="800" spc="-68" dirty="0" smtClean="0">
                <a:ln w="11430">
                  <a:noFill/>
                </a:ln>
                <a:solidFill>
                  <a:schemeClr val="bg1"/>
                </a:solidFill>
                <a:latin typeface="Rix고딕 M" pitchFamily="18" charset="-127"/>
                <a:ea typeface="Rix고딕 M" pitchFamily="18" charset="-127"/>
                <a:cs typeface="Arial" pitchFamily="34" charset="0"/>
              </a:endParaRPr>
            </a:p>
            <a:p>
              <a:pPr algn="ctr" defTabSz="1025473" latinLnBrk="0"/>
              <a:r>
                <a:rPr lang="en-US" altLang="ko-KR" sz="800" spc="-68" dirty="0" smtClean="0">
                  <a:ln w="11430">
                    <a:noFill/>
                  </a:ln>
                  <a:solidFill>
                    <a:schemeClr val="bg1"/>
                  </a:solidFill>
                  <a:latin typeface="Rix고딕 M" pitchFamily="18" charset="-127"/>
                  <a:ea typeface="Rix고딕 M" pitchFamily="18" charset="-127"/>
                  <a:cs typeface="Arial" pitchFamily="34" charset="0"/>
                </a:rPr>
                <a:t>3</a:t>
              </a:r>
              <a:r>
                <a:rPr lang="ko-KR" altLang="en-US" sz="800" spc="-68" dirty="0" smtClean="0">
                  <a:ln w="11430">
                    <a:noFill/>
                  </a:ln>
                  <a:solidFill>
                    <a:schemeClr val="bg1"/>
                  </a:solidFill>
                  <a:latin typeface="Rix고딕 M" pitchFamily="18" charset="-127"/>
                  <a:ea typeface="Rix고딕 M" pitchFamily="18" charset="-127"/>
                  <a:cs typeface="Arial" pitchFamily="34" charset="0"/>
                </a:rPr>
                <a:t>명</a:t>
              </a:r>
              <a:endParaRPr lang="ko-KR" altLang="en-US" sz="800" spc="-68" dirty="0">
                <a:ln w="11430">
                  <a:noFill/>
                </a:ln>
                <a:solidFill>
                  <a:schemeClr val="bg1"/>
                </a:solidFill>
                <a:latin typeface="Rix고딕 M" pitchFamily="18" charset="-127"/>
                <a:ea typeface="Rix고딕 M" pitchFamily="18" charset="-127"/>
                <a:cs typeface="Arial" pitchFamily="34" charset="0"/>
              </a:endParaRPr>
            </a:p>
          </p:txBody>
        </p:sp>
        <p:sp>
          <p:nvSpPr>
            <p:cNvPr id="158" name="TextBox 157"/>
            <p:cNvSpPr txBox="1"/>
            <p:nvPr/>
          </p:nvSpPr>
          <p:spPr>
            <a:xfrm>
              <a:off x="7878521" y="3592209"/>
              <a:ext cx="168509" cy="246221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spAutoFit/>
            </a:bodyPr>
            <a:lstStyle/>
            <a:p>
              <a:pPr algn="ctr" defTabSz="1025473" latinLnBrk="0"/>
              <a:r>
                <a:rPr lang="ko-KR" altLang="en-US" sz="800" spc="-68" dirty="0" smtClean="0">
                  <a:ln w="11430">
                    <a:noFill/>
                  </a:ln>
                  <a:solidFill>
                    <a:schemeClr val="bg1"/>
                  </a:solidFill>
                  <a:latin typeface="Rix고딕 M" pitchFamily="18" charset="-127"/>
                  <a:ea typeface="Rix고딕 M" pitchFamily="18" charset="-127"/>
                  <a:cs typeface="Arial" pitchFamily="34" charset="0"/>
                </a:rPr>
                <a:t>중급</a:t>
              </a:r>
              <a:endParaRPr lang="en-US" altLang="ko-KR" sz="800" spc="-68" dirty="0">
                <a:ln w="11430">
                  <a:noFill/>
                </a:ln>
                <a:solidFill>
                  <a:schemeClr val="bg1"/>
                </a:solidFill>
                <a:latin typeface="Rix고딕 M" pitchFamily="18" charset="-127"/>
                <a:ea typeface="Rix고딕 M" pitchFamily="18" charset="-127"/>
                <a:cs typeface="Arial" pitchFamily="34" charset="0"/>
              </a:endParaRPr>
            </a:p>
            <a:p>
              <a:pPr algn="ctr" defTabSz="1025473" latinLnBrk="0"/>
              <a:r>
                <a:rPr lang="en-US" altLang="ko-KR" sz="800" spc="-68" dirty="0">
                  <a:ln w="11430">
                    <a:noFill/>
                  </a:ln>
                  <a:solidFill>
                    <a:schemeClr val="bg1"/>
                  </a:solidFill>
                  <a:latin typeface="Rix고딕 M" pitchFamily="18" charset="-127"/>
                  <a:ea typeface="Rix고딕 M" pitchFamily="18" charset="-127"/>
                  <a:cs typeface="Arial" pitchFamily="34" charset="0"/>
                </a:rPr>
                <a:t>7</a:t>
              </a:r>
              <a:r>
                <a:rPr lang="ko-KR" altLang="en-US" sz="800" spc="-68" dirty="0" smtClean="0">
                  <a:ln w="11430">
                    <a:noFill/>
                  </a:ln>
                  <a:solidFill>
                    <a:schemeClr val="bg1"/>
                  </a:solidFill>
                  <a:latin typeface="Rix고딕 M" pitchFamily="18" charset="-127"/>
                  <a:ea typeface="Rix고딕 M" pitchFamily="18" charset="-127"/>
                  <a:cs typeface="Arial" pitchFamily="34" charset="0"/>
                </a:rPr>
                <a:t>명</a:t>
              </a:r>
              <a:endParaRPr lang="ko-KR" altLang="en-US" sz="800" spc="-68" dirty="0">
                <a:ln w="11430">
                  <a:noFill/>
                </a:ln>
                <a:solidFill>
                  <a:schemeClr val="bg1"/>
                </a:solidFill>
                <a:latin typeface="Rix고딕 M" pitchFamily="18" charset="-127"/>
                <a:ea typeface="Rix고딕 M" pitchFamily="18" charset="-127"/>
                <a:cs typeface="Arial" pitchFamily="34" charset="0"/>
              </a:endParaRPr>
            </a:p>
          </p:txBody>
        </p:sp>
      </p:grpSp>
      <p:grpSp>
        <p:nvGrpSpPr>
          <p:cNvPr id="211" name="그룹 210"/>
          <p:cNvGrpSpPr/>
          <p:nvPr/>
        </p:nvGrpSpPr>
        <p:grpSpPr>
          <a:xfrm>
            <a:off x="7471139" y="4296793"/>
            <a:ext cx="366744" cy="284737"/>
            <a:chOff x="7539404" y="2522666"/>
            <a:chExt cx="366744" cy="284737"/>
          </a:xfrm>
        </p:grpSpPr>
        <p:sp>
          <p:nvSpPr>
            <p:cNvPr id="212" name="직사각형 211"/>
            <p:cNvSpPr/>
            <p:nvPr/>
          </p:nvSpPr>
          <p:spPr>
            <a:xfrm>
              <a:off x="7539404" y="2522666"/>
              <a:ext cx="366744" cy="284737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lvl="1" algn="ctr">
                <a:spcBef>
                  <a:spcPct val="0"/>
                </a:spcBef>
              </a:pPr>
              <a:endParaRPr lang="ko-KR" altLang="en-US" spc="-100" dirty="0">
                <a:solidFill>
                  <a:schemeClr val="bg1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  <a:cs typeface="+mj-cs"/>
              </a:endParaRPr>
            </a:p>
          </p:txBody>
        </p:sp>
        <p:sp>
          <p:nvSpPr>
            <p:cNvPr id="213" name="TextBox 212"/>
            <p:cNvSpPr txBox="1"/>
            <p:nvPr/>
          </p:nvSpPr>
          <p:spPr>
            <a:xfrm>
              <a:off x="7543484" y="2542132"/>
              <a:ext cx="356314" cy="2462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ko-KR"/>
              </a:defPPr>
              <a:lvl1pPr algn="ctr">
                <a:defRPr sz="2000" b="1">
                  <a:ln w="22225">
                    <a:solidFill>
                      <a:schemeClr val="accent2"/>
                    </a:solidFill>
                    <a:prstDash val="solid"/>
                  </a:ln>
                  <a:solidFill>
                    <a:schemeClr val="accent2">
                      <a:lumMod val="40000"/>
                      <a:lumOff val="60000"/>
                    </a:schemeClr>
                  </a:solidFill>
                  <a:latin typeface="+mn-ea"/>
                </a:defRPr>
              </a:lvl1pPr>
            </a:lstStyle>
            <a:p>
              <a:pPr defTabSz="801639" latinLnBrk="0">
                <a:spcBef>
                  <a:spcPts val="88"/>
                </a:spcBef>
                <a:spcAft>
                  <a:spcPts val="88"/>
                </a:spcAft>
              </a:pPr>
              <a:r>
                <a:rPr lang="en-US" altLang="ko-KR" sz="1600" b="0" spc="-200" dirty="0" smtClean="0">
                  <a:ln>
                    <a:solidFill>
                      <a:prstClr val="white">
                        <a:alpha val="10000"/>
                      </a:prstClr>
                    </a:solidFill>
                  </a:ln>
                  <a:solidFill>
                    <a:schemeClr val="bg1"/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</a:rPr>
                <a:t>02</a:t>
              </a:r>
              <a:endParaRPr lang="en-US" altLang="ko-KR" sz="1600" b="0" spc="-200" dirty="0">
                <a:ln>
                  <a:solidFill>
                    <a:prstClr val="white">
                      <a:alpha val="10000"/>
                    </a:prstClr>
                  </a:solidFill>
                </a:ln>
                <a:solidFill>
                  <a:schemeClr val="bg1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endParaRPr>
            </a:p>
          </p:txBody>
        </p:sp>
      </p:grpSp>
      <p:sp>
        <p:nvSpPr>
          <p:cNvPr id="214" name="Text Box 118"/>
          <p:cNvSpPr txBox="1">
            <a:spLocks noChangeArrowheads="1"/>
          </p:cNvSpPr>
          <p:nvPr/>
        </p:nvSpPr>
        <p:spPr bwMode="gray">
          <a:xfrm>
            <a:off x="7886549" y="4397817"/>
            <a:ext cx="2211563" cy="1800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t" anchorCtr="0">
            <a:spAutoFit/>
            <a:scene3d>
              <a:camera prst="orthographicFront"/>
              <a:lightRig rig="threePt" dir="t"/>
            </a:scene3d>
            <a:sp3d>
              <a:bevelT w="1270" h="6350"/>
            </a:sp3d>
          </a:bodyPr>
          <a:lstStyle>
            <a:defPPr>
              <a:defRPr lang="ko-KR"/>
            </a:defPPr>
            <a:lvl1pPr marL="342900" indent="-342900" defTabSz="1135063" eaLnBrk="0" hangingPunct="0">
              <a:tabLst>
                <a:tab pos="6149975" algn="l"/>
              </a:tabLst>
            </a:lvl1pPr>
            <a:lvl2pPr marL="0" lvl="1" algn="ctr" defTabSz="1135063" eaLnBrk="0" latinLnBrk="0" hangingPunct="0">
              <a:lnSpc>
                <a:spcPct val="90000"/>
              </a:lnSpc>
              <a:buClr>
                <a:srgbClr val="3271AA"/>
              </a:buClr>
              <a:buSzPct val="140000"/>
              <a:tabLst>
                <a:tab pos="6149975" algn="l"/>
              </a:tabLst>
              <a:defRPr sz="900">
                <a:latin typeface="Rix고딕 B" pitchFamily="18" charset="-127"/>
                <a:ea typeface="Rix고딕 B" pitchFamily="18" charset="-127"/>
              </a:defRPr>
            </a:lvl2pPr>
            <a:lvl3pPr marL="1143000" indent="-228600" defTabSz="1135063" eaLnBrk="0" hangingPunct="0">
              <a:tabLst>
                <a:tab pos="6149975" algn="l"/>
              </a:tabLst>
            </a:lvl3pPr>
            <a:lvl4pPr marL="1600200" indent="-228600" defTabSz="1135063" eaLnBrk="0" hangingPunct="0">
              <a:tabLst>
                <a:tab pos="6149975" algn="l"/>
              </a:tabLst>
            </a:lvl4pPr>
            <a:lvl5pPr marL="2057400" indent="-228600" defTabSz="1135063" eaLnBrk="0" hangingPunct="0">
              <a:tabLst>
                <a:tab pos="6149975" algn="l"/>
              </a:tabLst>
            </a:lvl5pPr>
            <a:lvl6pPr marL="2514600" indent="-228600" defTabSz="1135063" eaLnBrk="0" fontAlgn="base" hangingPunct="0">
              <a:spcBef>
                <a:spcPct val="0"/>
              </a:spcBef>
              <a:spcAft>
                <a:spcPct val="0"/>
              </a:spcAft>
              <a:tabLst>
                <a:tab pos="6149975" algn="l"/>
              </a:tabLst>
            </a:lvl6pPr>
            <a:lvl7pPr marL="2971800" indent="-228600" defTabSz="1135063" eaLnBrk="0" fontAlgn="base" hangingPunct="0">
              <a:spcBef>
                <a:spcPct val="0"/>
              </a:spcBef>
              <a:spcAft>
                <a:spcPct val="0"/>
              </a:spcAft>
              <a:tabLst>
                <a:tab pos="6149975" algn="l"/>
              </a:tabLst>
            </a:lvl7pPr>
            <a:lvl8pPr marL="3429000" indent="-228600" defTabSz="1135063" eaLnBrk="0" fontAlgn="base" hangingPunct="0">
              <a:spcBef>
                <a:spcPct val="0"/>
              </a:spcBef>
              <a:spcAft>
                <a:spcPct val="0"/>
              </a:spcAft>
              <a:tabLst>
                <a:tab pos="6149975" algn="l"/>
              </a:tabLst>
            </a:lvl8pPr>
            <a:lvl9pPr marL="3886200" indent="-228600" defTabSz="1135063" eaLnBrk="0" fontAlgn="base" hangingPunct="0">
              <a:spcBef>
                <a:spcPct val="0"/>
              </a:spcBef>
              <a:spcAft>
                <a:spcPct val="0"/>
              </a:spcAft>
              <a:tabLst>
                <a:tab pos="6149975" algn="l"/>
              </a:tabLst>
            </a:lvl9pPr>
          </a:lstStyle>
          <a:p>
            <a:pPr lvl="1" algn="l"/>
            <a:r>
              <a:rPr lang="ko-KR" altLang="en-US" sz="130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Rix고딕 M" pitchFamily="18" charset="-127"/>
                <a:ea typeface="Rix고딕 M" pitchFamily="18" charset="-127"/>
                <a:sym typeface="Symbol" pitchFamily="18" charset="2"/>
              </a:rPr>
              <a:t>구축기간 탄력적인 </a:t>
            </a:r>
            <a:r>
              <a:rPr lang="ko-KR" altLang="en-US" sz="1300" spc="-100" dirty="0">
                <a:sym typeface="Symbol" pitchFamily="18" charset="2"/>
              </a:rPr>
              <a:t>특화된 조직 투입</a:t>
            </a:r>
          </a:p>
        </p:txBody>
      </p:sp>
      <p:grpSp>
        <p:nvGrpSpPr>
          <p:cNvPr id="215" name="그룹 214"/>
          <p:cNvGrpSpPr/>
          <p:nvPr/>
        </p:nvGrpSpPr>
        <p:grpSpPr>
          <a:xfrm>
            <a:off x="7471139" y="6064568"/>
            <a:ext cx="366744" cy="284737"/>
            <a:chOff x="7539404" y="2522666"/>
            <a:chExt cx="366744" cy="284737"/>
          </a:xfrm>
        </p:grpSpPr>
        <p:sp>
          <p:nvSpPr>
            <p:cNvPr id="216" name="직사각형 215"/>
            <p:cNvSpPr/>
            <p:nvPr/>
          </p:nvSpPr>
          <p:spPr>
            <a:xfrm>
              <a:off x="7539404" y="2522666"/>
              <a:ext cx="366744" cy="284737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lvl="1" algn="ctr">
                <a:spcBef>
                  <a:spcPct val="0"/>
                </a:spcBef>
              </a:pPr>
              <a:endParaRPr lang="ko-KR" altLang="en-US" spc="-100" dirty="0">
                <a:solidFill>
                  <a:schemeClr val="bg1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  <a:cs typeface="+mj-cs"/>
              </a:endParaRPr>
            </a:p>
          </p:txBody>
        </p:sp>
        <p:sp>
          <p:nvSpPr>
            <p:cNvPr id="217" name="TextBox 216"/>
            <p:cNvSpPr txBox="1"/>
            <p:nvPr/>
          </p:nvSpPr>
          <p:spPr>
            <a:xfrm>
              <a:off x="7543484" y="2542132"/>
              <a:ext cx="356314" cy="2462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ko-KR"/>
              </a:defPPr>
              <a:lvl1pPr algn="ctr">
                <a:defRPr sz="2000" b="1">
                  <a:ln w="22225">
                    <a:solidFill>
                      <a:schemeClr val="accent2"/>
                    </a:solidFill>
                    <a:prstDash val="solid"/>
                  </a:ln>
                  <a:solidFill>
                    <a:schemeClr val="accent2">
                      <a:lumMod val="40000"/>
                      <a:lumOff val="60000"/>
                    </a:schemeClr>
                  </a:solidFill>
                  <a:latin typeface="+mn-ea"/>
                </a:defRPr>
              </a:lvl1pPr>
            </a:lstStyle>
            <a:p>
              <a:pPr defTabSz="801639" latinLnBrk="0">
                <a:spcBef>
                  <a:spcPts val="88"/>
                </a:spcBef>
                <a:spcAft>
                  <a:spcPts val="88"/>
                </a:spcAft>
              </a:pPr>
              <a:r>
                <a:rPr lang="en-US" altLang="ko-KR" sz="1600" b="0" spc="-200" dirty="0" smtClean="0">
                  <a:ln>
                    <a:solidFill>
                      <a:prstClr val="white">
                        <a:alpha val="10000"/>
                      </a:prstClr>
                    </a:solidFill>
                  </a:ln>
                  <a:solidFill>
                    <a:schemeClr val="bg1"/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</a:rPr>
                <a:t>03</a:t>
              </a:r>
              <a:endParaRPr lang="en-US" altLang="ko-KR" sz="1600" b="0" spc="-200" dirty="0">
                <a:ln>
                  <a:solidFill>
                    <a:prstClr val="white">
                      <a:alpha val="10000"/>
                    </a:prstClr>
                  </a:solidFill>
                </a:ln>
                <a:solidFill>
                  <a:schemeClr val="bg1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endParaRPr>
            </a:p>
          </p:txBody>
        </p:sp>
      </p:grpSp>
      <p:sp>
        <p:nvSpPr>
          <p:cNvPr id="218" name="Text Box 118"/>
          <p:cNvSpPr txBox="1">
            <a:spLocks noChangeArrowheads="1"/>
          </p:cNvSpPr>
          <p:nvPr/>
        </p:nvSpPr>
        <p:spPr bwMode="gray">
          <a:xfrm>
            <a:off x="7886549" y="6165592"/>
            <a:ext cx="2211563" cy="1800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t" anchorCtr="0">
            <a:spAutoFit/>
            <a:scene3d>
              <a:camera prst="orthographicFront"/>
              <a:lightRig rig="threePt" dir="t"/>
            </a:scene3d>
            <a:sp3d>
              <a:bevelT w="1270" h="6350"/>
            </a:sp3d>
          </a:bodyPr>
          <a:lstStyle>
            <a:defPPr>
              <a:defRPr lang="ko-KR"/>
            </a:defPPr>
            <a:lvl1pPr marL="342900" indent="-342900" defTabSz="1135063" eaLnBrk="0" hangingPunct="0">
              <a:tabLst>
                <a:tab pos="6149975" algn="l"/>
              </a:tabLst>
            </a:lvl1pPr>
            <a:lvl2pPr marL="0" lvl="1" algn="ctr" defTabSz="1135063" eaLnBrk="0" latinLnBrk="0" hangingPunct="0">
              <a:lnSpc>
                <a:spcPct val="90000"/>
              </a:lnSpc>
              <a:buClr>
                <a:srgbClr val="3271AA"/>
              </a:buClr>
              <a:buSzPct val="140000"/>
              <a:tabLst>
                <a:tab pos="6149975" algn="l"/>
              </a:tabLst>
              <a:defRPr sz="900">
                <a:latin typeface="Rix고딕 B" pitchFamily="18" charset="-127"/>
                <a:ea typeface="Rix고딕 B" pitchFamily="18" charset="-127"/>
              </a:defRPr>
            </a:lvl2pPr>
            <a:lvl3pPr marL="1143000" indent="-228600" defTabSz="1135063" eaLnBrk="0" hangingPunct="0">
              <a:tabLst>
                <a:tab pos="6149975" algn="l"/>
              </a:tabLst>
            </a:lvl3pPr>
            <a:lvl4pPr marL="1600200" indent="-228600" defTabSz="1135063" eaLnBrk="0" hangingPunct="0">
              <a:tabLst>
                <a:tab pos="6149975" algn="l"/>
              </a:tabLst>
            </a:lvl4pPr>
            <a:lvl5pPr marL="2057400" indent="-228600" defTabSz="1135063" eaLnBrk="0" hangingPunct="0">
              <a:tabLst>
                <a:tab pos="6149975" algn="l"/>
              </a:tabLst>
            </a:lvl5pPr>
            <a:lvl6pPr marL="2514600" indent="-228600" defTabSz="1135063" eaLnBrk="0" fontAlgn="base" hangingPunct="0">
              <a:spcBef>
                <a:spcPct val="0"/>
              </a:spcBef>
              <a:spcAft>
                <a:spcPct val="0"/>
              </a:spcAft>
              <a:tabLst>
                <a:tab pos="6149975" algn="l"/>
              </a:tabLst>
            </a:lvl6pPr>
            <a:lvl7pPr marL="2971800" indent="-228600" defTabSz="1135063" eaLnBrk="0" fontAlgn="base" hangingPunct="0">
              <a:spcBef>
                <a:spcPct val="0"/>
              </a:spcBef>
              <a:spcAft>
                <a:spcPct val="0"/>
              </a:spcAft>
              <a:tabLst>
                <a:tab pos="6149975" algn="l"/>
              </a:tabLst>
            </a:lvl7pPr>
            <a:lvl8pPr marL="3429000" indent="-228600" defTabSz="1135063" eaLnBrk="0" fontAlgn="base" hangingPunct="0">
              <a:spcBef>
                <a:spcPct val="0"/>
              </a:spcBef>
              <a:spcAft>
                <a:spcPct val="0"/>
              </a:spcAft>
              <a:tabLst>
                <a:tab pos="6149975" algn="l"/>
              </a:tabLst>
            </a:lvl8pPr>
            <a:lvl9pPr marL="3886200" indent="-228600" defTabSz="1135063" eaLnBrk="0" fontAlgn="base" hangingPunct="0">
              <a:spcBef>
                <a:spcPct val="0"/>
              </a:spcBef>
              <a:spcAft>
                <a:spcPct val="0"/>
              </a:spcAft>
              <a:tabLst>
                <a:tab pos="6149975" algn="l"/>
              </a:tabLst>
            </a:lvl9pPr>
          </a:lstStyle>
          <a:p>
            <a:pPr lvl="1" algn="l"/>
            <a:r>
              <a:rPr lang="ko-KR" altLang="en-US" sz="130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Rix고딕 M" pitchFamily="18" charset="-127"/>
                <a:ea typeface="Rix고딕 M" pitchFamily="18" charset="-127"/>
                <a:sym typeface="Symbol" pitchFamily="18" charset="2"/>
              </a:rPr>
              <a:t>유관사업자와 </a:t>
            </a:r>
            <a:r>
              <a:rPr lang="en-US" altLang="ko-KR" sz="1300" spc="-100" dirty="0">
                <a:sym typeface="Symbol" pitchFamily="18" charset="2"/>
              </a:rPr>
              <a:t>Single Team </a:t>
            </a:r>
            <a:r>
              <a:rPr lang="ko-KR" altLang="en-US" sz="1300" spc="-100" dirty="0">
                <a:sym typeface="Symbol" pitchFamily="18" charset="2"/>
              </a:rPr>
              <a:t>구성</a:t>
            </a:r>
          </a:p>
        </p:txBody>
      </p:sp>
      <p:grpSp>
        <p:nvGrpSpPr>
          <p:cNvPr id="219" name="그룹 218"/>
          <p:cNvGrpSpPr/>
          <p:nvPr/>
        </p:nvGrpSpPr>
        <p:grpSpPr>
          <a:xfrm>
            <a:off x="7471139" y="6574155"/>
            <a:ext cx="366744" cy="284737"/>
            <a:chOff x="7539404" y="2522666"/>
            <a:chExt cx="366744" cy="284737"/>
          </a:xfrm>
        </p:grpSpPr>
        <p:sp>
          <p:nvSpPr>
            <p:cNvPr id="220" name="직사각형 219"/>
            <p:cNvSpPr/>
            <p:nvPr/>
          </p:nvSpPr>
          <p:spPr>
            <a:xfrm>
              <a:off x="7539404" y="2522666"/>
              <a:ext cx="366744" cy="284737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lvl="1" algn="ctr">
                <a:spcBef>
                  <a:spcPct val="0"/>
                </a:spcBef>
              </a:pPr>
              <a:endParaRPr lang="ko-KR" altLang="en-US" spc="-100" dirty="0">
                <a:solidFill>
                  <a:schemeClr val="bg1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  <a:cs typeface="+mj-cs"/>
              </a:endParaRPr>
            </a:p>
          </p:txBody>
        </p:sp>
        <p:sp>
          <p:nvSpPr>
            <p:cNvPr id="221" name="TextBox 220"/>
            <p:cNvSpPr txBox="1"/>
            <p:nvPr/>
          </p:nvSpPr>
          <p:spPr>
            <a:xfrm>
              <a:off x="7543484" y="2542132"/>
              <a:ext cx="356314" cy="2462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ko-KR"/>
              </a:defPPr>
              <a:lvl1pPr algn="ctr">
                <a:defRPr sz="2000" b="1">
                  <a:ln w="22225">
                    <a:solidFill>
                      <a:schemeClr val="accent2"/>
                    </a:solidFill>
                    <a:prstDash val="solid"/>
                  </a:ln>
                  <a:solidFill>
                    <a:schemeClr val="accent2">
                      <a:lumMod val="40000"/>
                      <a:lumOff val="60000"/>
                    </a:schemeClr>
                  </a:solidFill>
                  <a:latin typeface="+mn-ea"/>
                </a:defRPr>
              </a:lvl1pPr>
            </a:lstStyle>
            <a:p>
              <a:pPr defTabSz="801639" latinLnBrk="0">
                <a:spcBef>
                  <a:spcPts val="88"/>
                </a:spcBef>
                <a:spcAft>
                  <a:spcPts val="88"/>
                </a:spcAft>
              </a:pPr>
              <a:r>
                <a:rPr lang="en-US" altLang="ko-KR" sz="1600" b="0" spc="-200" dirty="0" smtClean="0">
                  <a:ln>
                    <a:solidFill>
                      <a:prstClr val="white">
                        <a:alpha val="10000"/>
                      </a:prstClr>
                    </a:solidFill>
                  </a:ln>
                  <a:solidFill>
                    <a:schemeClr val="bg1"/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</a:rPr>
                <a:t>04</a:t>
              </a:r>
              <a:endParaRPr lang="en-US" altLang="ko-KR" sz="1600" b="0" spc="-200" dirty="0">
                <a:ln>
                  <a:solidFill>
                    <a:prstClr val="white">
                      <a:alpha val="10000"/>
                    </a:prstClr>
                  </a:solidFill>
                </a:ln>
                <a:solidFill>
                  <a:schemeClr val="bg1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endParaRPr>
            </a:p>
          </p:txBody>
        </p:sp>
      </p:grpSp>
      <p:sp>
        <p:nvSpPr>
          <p:cNvPr id="222" name="Text Box 118"/>
          <p:cNvSpPr txBox="1">
            <a:spLocks noChangeArrowheads="1"/>
          </p:cNvSpPr>
          <p:nvPr/>
        </p:nvSpPr>
        <p:spPr bwMode="gray">
          <a:xfrm>
            <a:off x="7886549" y="6675179"/>
            <a:ext cx="2211563" cy="1800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t" anchorCtr="0">
            <a:spAutoFit/>
            <a:scene3d>
              <a:camera prst="orthographicFront"/>
              <a:lightRig rig="threePt" dir="t"/>
            </a:scene3d>
            <a:sp3d>
              <a:bevelT w="1270" h="6350"/>
            </a:sp3d>
          </a:bodyPr>
          <a:lstStyle>
            <a:defPPr>
              <a:defRPr lang="ko-KR"/>
            </a:defPPr>
            <a:lvl1pPr marL="342900" indent="-342900" defTabSz="1135063" eaLnBrk="0" hangingPunct="0">
              <a:tabLst>
                <a:tab pos="6149975" algn="l"/>
              </a:tabLst>
            </a:lvl1pPr>
            <a:lvl2pPr marL="0" lvl="1" algn="ctr" defTabSz="1135063" eaLnBrk="0" latinLnBrk="0" hangingPunct="0">
              <a:lnSpc>
                <a:spcPct val="90000"/>
              </a:lnSpc>
              <a:buClr>
                <a:srgbClr val="3271AA"/>
              </a:buClr>
              <a:buSzPct val="140000"/>
              <a:tabLst>
                <a:tab pos="6149975" algn="l"/>
              </a:tabLst>
              <a:defRPr sz="900">
                <a:latin typeface="Rix고딕 B" pitchFamily="18" charset="-127"/>
                <a:ea typeface="Rix고딕 B" pitchFamily="18" charset="-127"/>
              </a:defRPr>
            </a:lvl2pPr>
            <a:lvl3pPr marL="1143000" indent="-228600" defTabSz="1135063" eaLnBrk="0" hangingPunct="0">
              <a:tabLst>
                <a:tab pos="6149975" algn="l"/>
              </a:tabLst>
            </a:lvl3pPr>
            <a:lvl4pPr marL="1600200" indent="-228600" defTabSz="1135063" eaLnBrk="0" hangingPunct="0">
              <a:tabLst>
                <a:tab pos="6149975" algn="l"/>
              </a:tabLst>
            </a:lvl4pPr>
            <a:lvl5pPr marL="2057400" indent="-228600" defTabSz="1135063" eaLnBrk="0" hangingPunct="0">
              <a:tabLst>
                <a:tab pos="6149975" algn="l"/>
              </a:tabLst>
            </a:lvl5pPr>
            <a:lvl6pPr marL="2514600" indent="-228600" defTabSz="1135063" eaLnBrk="0" fontAlgn="base" hangingPunct="0">
              <a:spcBef>
                <a:spcPct val="0"/>
              </a:spcBef>
              <a:spcAft>
                <a:spcPct val="0"/>
              </a:spcAft>
              <a:tabLst>
                <a:tab pos="6149975" algn="l"/>
              </a:tabLst>
            </a:lvl6pPr>
            <a:lvl7pPr marL="2971800" indent="-228600" defTabSz="1135063" eaLnBrk="0" fontAlgn="base" hangingPunct="0">
              <a:spcBef>
                <a:spcPct val="0"/>
              </a:spcBef>
              <a:spcAft>
                <a:spcPct val="0"/>
              </a:spcAft>
              <a:tabLst>
                <a:tab pos="6149975" algn="l"/>
              </a:tabLst>
            </a:lvl7pPr>
            <a:lvl8pPr marL="3429000" indent="-228600" defTabSz="1135063" eaLnBrk="0" fontAlgn="base" hangingPunct="0">
              <a:spcBef>
                <a:spcPct val="0"/>
              </a:spcBef>
              <a:spcAft>
                <a:spcPct val="0"/>
              </a:spcAft>
              <a:tabLst>
                <a:tab pos="6149975" algn="l"/>
              </a:tabLst>
            </a:lvl8pPr>
            <a:lvl9pPr marL="3886200" indent="-228600" defTabSz="1135063" eaLnBrk="0" fontAlgn="base" hangingPunct="0">
              <a:spcBef>
                <a:spcPct val="0"/>
              </a:spcBef>
              <a:spcAft>
                <a:spcPct val="0"/>
              </a:spcAft>
              <a:tabLst>
                <a:tab pos="6149975" algn="l"/>
              </a:tabLst>
            </a:lvl9pPr>
          </a:lstStyle>
          <a:p>
            <a:pPr lvl="1" algn="l"/>
            <a:r>
              <a:rPr lang="ko-KR" altLang="en-US" sz="1300" spc="-130" dirty="0">
                <a:solidFill>
                  <a:schemeClr val="tx1">
                    <a:lumMod val="75000"/>
                    <a:lumOff val="25000"/>
                  </a:schemeClr>
                </a:solidFill>
                <a:latin typeface="Rix고딕 M" pitchFamily="18" charset="-127"/>
                <a:ea typeface="Rix고딕 M" pitchFamily="18" charset="-127"/>
                <a:sym typeface="Symbol" pitchFamily="18" charset="2"/>
              </a:rPr>
              <a:t>전사 조직을 활용한 </a:t>
            </a:r>
            <a:r>
              <a:rPr lang="ko-KR" altLang="en-US" sz="1300" spc="-130" dirty="0">
                <a:sym typeface="Symbol" pitchFamily="18" charset="2"/>
              </a:rPr>
              <a:t>품질 및 기술지원</a:t>
            </a:r>
          </a:p>
        </p:txBody>
      </p:sp>
      <p:sp>
        <p:nvSpPr>
          <p:cNvPr id="237" name="모서리가 둥근 직사각형 236"/>
          <p:cNvSpPr/>
          <p:nvPr/>
        </p:nvSpPr>
        <p:spPr bwMode="auto">
          <a:xfrm>
            <a:off x="5440786" y="2201788"/>
            <a:ext cx="1386715" cy="948137"/>
          </a:xfrm>
          <a:prstGeom prst="roundRect">
            <a:avLst>
              <a:gd name="adj" fmla="val 1782"/>
            </a:avLst>
          </a:prstGeom>
          <a:noFill/>
          <a:ln w="12700">
            <a:solidFill>
              <a:schemeClr val="bg1">
                <a:lumMod val="6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9569" tIns="49785" rIns="99569" bIns="49785" rtlCol="0" anchor="ctr"/>
          <a:lstStyle/>
          <a:p>
            <a:pPr algn="ctr" defTabSz="1043079" latinLnBrk="0">
              <a:lnSpc>
                <a:spcPct val="110000"/>
              </a:lnSpc>
            </a:pPr>
            <a:endParaRPr lang="ko-KR" altLang="en-US" sz="1600" dirty="0">
              <a:gradFill>
                <a:gsLst>
                  <a:gs pos="0">
                    <a:prstClr val="white"/>
                  </a:gs>
                  <a:gs pos="100000">
                    <a:prstClr val="white"/>
                  </a:gs>
                </a:gsLst>
                <a:lin ang="5400000" scaled="0"/>
              </a:gradFill>
              <a:latin typeface="Yoon 윤고딕 550_TT" panose="02090603020101020101" pitchFamily="18" charset="-127"/>
              <a:ea typeface="Yoon 윤고딕 550_TT" panose="02090603020101020101" pitchFamily="18" charset="-127"/>
            </a:endParaRPr>
          </a:p>
        </p:txBody>
      </p:sp>
      <p:sp>
        <p:nvSpPr>
          <p:cNvPr id="238" name="양쪽 모서리가 둥근 사각형 237"/>
          <p:cNvSpPr/>
          <p:nvPr/>
        </p:nvSpPr>
        <p:spPr bwMode="gray">
          <a:xfrm>
            <a:off x="5438858" y="2200846"/>
            <a:ext cx="1394807" cy="322280"/>
          </a:xfrm>
          <a:prstGeom prst="round2SameRect">
            <a:avLst>
              <a:gd name="adj1" fmla="val 11952"/>
              <a:gd name="adj2" fmla="val 0"/>
            </a:avLst>
          </a:prstGeom>
          <a:solidFill>
            <a:srgbClr val="1B91C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600" dirty="0">
              <a:latin typeface="Rix고딕 B" pitchFamily="18" charset="-127"/>
              <a:ea typeface="Rix고딕 B" pitchFamily="18" charset="-127"/>
            </a:endParaRPr>
          </a:p>
        </p:txBody>
      </p:sp>
      <p:sp>
        <p:nvSpPr>
          <p:cNvPr id="239" name="모서리가 둥근 직사각형 238"/>
          <p:cNvSpPr/>
          <p:nvPr/>
        </p:nvSpPr>
        <p:spPr bwMode="auto">
          <a:xfrm>
            <a:off x="3099550" y="2423184"/>
            <a:ext cx="2141530" cy="725089"/>
          </a:xfrm>
          <a:prstGeom prst="roundRect">
            <a:avLst>
              <a:gd name="adj" fmla="val 2724"/>
            </a:avLst>
          </a:prstGeom>
          <a:noFill/>
          <a:ln w="12700">
            <a:solidFill>
              <a:schemeClr val="bg1">
                <a:lumMod val="6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9569" tIns="49785" rIns="99569" bIns="49785" rtlCol="0" anchor="ctr"/>
          <a:lstStyle/>
          <a:p>
            <a:pPr algn="ctr" defTabSz="1043079" latinLnBrk="0">
              <a:lnSpc>
                <a:spcPct val="110000"/>
              </a:lnSpc>
            </a:pPr>
            <a:endParaRPr lang="ko-KR" altLang="en-US" sz="1600" dirty="0">
              <a:gradFill>
                <a:gsLst>
                  <a:gs pos="0">
                    <a:prstClr val="white"/>
                  </a:gs>
                  <a:gs pos="100000">
                    <a:prstClr val="white"/>
                  </a:gs>
                </a:gsLst>
                <a:lin ang="5400000" scaled="0"/>
              </a:gradFill>
              <a:latin typeface="Yoon 윤고딕 550_TT" panose="02090603020101020101" pitchFamily="18" charset="-127"/>
              <a:ea typeface="Yoon 윤고딕 550_TT" panose="02090603020101020101" pitchFamily="18" charset="-127"/>
            </a:endParaRPr>
          </a:p>
        </p:txBody>
      </p:sp>
      <p:sp>
        <p:nvSpPr>
          <p:cNvPr id="240" name="양쪽 모서리가 둥근 사각형 239"/>
          <p:cNvSpPr/>
          <p:nvPr/>
        </p:nvSpPr>
        <p:spPr bwMode="gray">
          <a:xfrm>
            <a:off x="3095801" y="2420803"/>
            <a:ext cx="2155133" cy="322280"/>
          </a:xfrm>
          <a:prstGeom prst="round2SameRect">
            <a:avLst>
              <a:gd name="adj1" fmla="val 11952"/>
              <a:gd name="adj2" fmla="val 0"/>
            </a:avLst>
          </a:prstGeom>
          <a:solidFill>
            <a:schemeClr val="accent5">
              <a:lumMod val="7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anchor="ctr"/>
          <a:lstStyle/>
          <a:p>
            <a:endParaRPr lang="ko-KR" altLang="en-US" dirty="0"/>
          </a:p>
        </p:txBody>
      </p:sp>
      <p:sp>
        <p:nvSpPr>
          <p:cNvPr id="241" name="모서리가 둥근 직사각형 240"/>
          <p:cNvSpPr/>
          <p:nvPr/>
        </p:nvSpPr>
        <p:spPr bwMode="auto">
          <a:xfrm>
            <a:off x="3099550" y="1530931"/>
            <a:ext cx="2141530" cy="725089"/>
          </a:xfrm>
          <a:prstGeom prst="roundRect">
            <a:avLst>
              <a:gd name="adj" fmla="val 2724"/>
            </a:avLst>
          </a:prstGeom>
          <a:noFill/>
          <a:ln w="12700">
            <a:solidFill>
              <a:schemeClr val="bg1">
                <a:lumMod val="6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9569" tIns="49785" rIns="99569" bIns="49785" rtlCol="0" anchor="ctr"/>
          <a:lstStyle/>
          <a:p>
            <a:pPr algn="ctr" defTabSz="1043079" latinLnBrk="0">
              <a:lnSpc>
                <a:spcPct val="110000"/>
              </a:lnSpc>
            </a:pPr>
            <a:endParaRPr lang="ko-KR" altLang="en-US" sz="1600" dirty="0">
              <a:gradFill>
                <a:gsLst>
                  <a:gs pos="0">
                    <a:prstClr val="white"/>
                  </a:gs>
                  <a:gs pos="100000">
                    <a:prstClr val="white"/>
                  </a:gs>
                </a:gsLst>
                <a:lin ang="5400000" scaled="0"/>
              </a:gradFill>
              <a:latin typeface="Yoon 윤고딕 550_TT" panose="02090603020101020101" pitchFamily="18" charset="-127"/>
              <a:ea typeface="Yoon 윤고딕 550_TT" panose="02090603020101020101" pitchFamily="18" charset="-127"/>
            </a:endParaRPr>
          </a:p>
        </p:txBody>
      </p:sp>
      <p:sp>
        <p:nvSpPr>
          <p:cNvPr id="242" name="양쪽 모서리가 둥근 사각형 241"/>
          <p:cNvSpPr/>
          <p:nvPr/>
        </p:nvSpPr>
        <p:spPr bwMode="gray">
          <a:xfrm>
            <a:off x="3095801" y="1528037"/>
            <a:ext cx="2155133" cy="322280"/>
          </a:xfrm>
          <a:prstGeom prst="round2SameRect">
            <a:avLst>
              <a:gd name="adj1" fmla="val 11952"/>
              <a:gd name="adj2" fmla="val 0"/>
            </a:avLst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600" dirty="0">
              <a:latin typeface="Rix고딕 B" pitchFamily="18" charset="-127"/>
              <a:ea typeface="Rix고딕 B" pitchFamily="18" charset="-127"/>
            </a:endParaRPr>
          </a:p>
        </p:txBody>
      </p:sp>
      <p:sp>
        <p:nvSpPr>
          <p:cNvPr id="243" name="Text Box 118"/>
          <p:cNvSpPr txBox="1">
            <a:spLocks noChangeArrowheads="1"/>
          </p:cNvSpPr>
          <p:nvPr/>
        </p:nvSpPr>
        <p:spPr bwMode="gray">
          <a:xfrm>
            <a:off x="3712143" y="1880556"/>
            <a:ext cx="916342" cy="346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>
            <a:scene3d>
              <a:camera prst="orthographicFront"/>
              <a:lightRig rig="threePt" dir="t"/>
            </a:scene3d>
            <a:sp3d>
              <a:bevelT w="1270" h="6350"/>
            </a:sp3d>
          </a:bodyPr>
          <a:lstStyle>
            <a:defPPr>
              <a:defRPr lang="ko-KR"/>
            </a:defPPr>
            <a:lvl1pPr marL="342900" indent="-342900" defTabSz="1135063" eaLnBrk="0" hangingPunct="0">
              <a:tabLst>
                <a:tab pos="6149975" algn="l"/>
              </a:tabLst>
            </a:lvl1pPr>
            <a:lvl2pPr marL="0" lvl="1" algn="ctr" defTabSz="1135063" eaLnBrk="0" latinLnBrk="0" hangingPunct="0">
              <a:lnSpc>
                <a:spcPct val="90000"/>
              </a:lnSpc>
              <a:buClr>
                <a:srgbClr val="3271AA"/>
              </a:buClr>
              <a:buSzPct val="140000"/>
              <a:tabLst>
                <a:tab pos="6149975" algn="l"/>
              </a:tabLst>
              <a:defRPr sz="900">
                <a:latin typeface="Rix고딕 B" pitchFamily="18" charset="-127"/>
                <a:ea typeface="Rix고딕 B" pitchFamily="18" charset="-127"/>
              </a:defRPr>
            </a:lvl2pPr>
            <a:lvl3pPr marL="1143000" indent="-228600" defTabSz="1135063" eaLnBrk="0" hangingPunct="0">
              <a:tabLst>
                <a:tab pos="6149975" algn="l"/>
              </a:tabLst>
            </a:lvl3pPr>
            <a:lvl4pPr marL="1600200" indent="-228600" defTabSz="1135063" eaLnBrk="0" hangingPunct="0">
              <a:tabLst>
                <a:tab pos="6149975" algn="l"/>
              </a:tabLst>
            </a:lvl4pPr>
            <a:lvl5pPr marL="2057400" indent="-228600" defTabSz="1135063" eaLnBrk="0" hangingPunct="0">
              <a:tabLst>
                <a:tab pos="6149975" algn="l"/>
              </a:tabLst>
            </a:lvl5pPr>
            <a:lvl6pPr marL="2514600" indent="-228600" defTabSz="1135063" eaLnBrk="0" fontAlgn="base" hangingPunct="0">
              <a:spcBef>
                <a:spcPct val="0"/>
              </a:spcBef>
              <a:spcAft>
                <a:spcPct val="0"/>
              </a:spcAft>
              <a:tabLst>
                <a:tab pos="6149975" algn="l"/>
              </a:tabLst>
            </a:lvl6pPr>
            <a:lvl7pPr marL="2971800" indent="-228600" defTabSz="1135063" eaLnBrk="0" fontAlgn="base" hangingPunct="0">
              <a:spcBef>
                <a:spcPct val="0"/>
              </a:spcBef>
              <a:spcAft>
                <a:spcPct val="0"/>
              </a:spcAft>
              <a:tabLst>
                <a:tab pos="6149975" algn="l"/>
              </a:tabLst>
            </a:lvl7pPr>
            <a:lvl8pPr marL="3429000" indent="-228600" defTabSz="1135063" eaLnBrk="0" fontAlgn="base" hangingPunct="0">
              <a:spcBef>
                <a:spcPct val="0"/>
              </a:spcBef>
              <a:spcAft>
                <a:spcPct val="0"/>
              </a:spcAft>
              <a:tabLst>
                <a:tab pos="6149975" algn="l"/>
              </a:tabLst>
            </a:lvl8pPr>
            <a:lvl9pPr marL="3886200" indent="-228600" defTabSz="1135063" eaLnBrk="0" fontAlgn="base" hangingPunct="0">
              <a:spcBef>
                <a:spcPct val="0"/>
              </a:spcBef>
              <a:spcAft>
                <a:spcPct val="0"/>
              </a:spcAft>
              <a:tabLst>
                <a:tab pos="6149975" algn="l"/>
              </a:tabLst>
            </a:lvl9pPr>
          </a:lstStyle>
          <a:p>
            <a:pPr lvl="1"/>
            <a:r>
              <a:rPr lang="ko-KR" altLang="en-US" sz="1300" spc="-100" dirty="0">
                <a:solidFill>
                  <a:schemeClr val="tx1">
                    <a:lumMod val="75000"/>
                    <a:lumOff val="25000"/>
                  </a:schemeClr>
                </a:solidFill>
                <a:sym typeface="Symbol" pitchFamily="18" charset="2"/>
              </a:rPr>
              <a:t>이상훈 전무</a:t>
            </a:r>
          </a:p>
        </p:txBody>
      </p:sp>
      <p:sp>
        <p:nvSpPr>
          <p:cNvPr id="244" name="Text Box 118"/>
          <p:cNvSpPr txBox="1">
            <a:spLocks noChangeArrowheads="1"/>
          </p:cNvSpPr>
          <p:nvPr/>
        </p:nvSpPr>
        <p:spPr bwMode="gray">
          <a:xfrm>
            <a:off x="3212833" y="1593756"/>
            <a:ext cx="1910640" cy="208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  <a:scene3d>
              <a:camera prst="orthographicFront"/>
              <a:lightRig rig="threePt" dir="t"/>
            </a:scene3d>
            <a:sp3d>
              <a:bevelT w="1270" h="6350"/>
            </a:sp3d>
          </a:bodyPr>
          <a:lstStyle>
            <a:defPPr>
              <a:defRPr lang="ko-KR"/>
            </a:defPPr>
            <a:lvl1pPr marL="342900" indent="-342900" defTabSz="1135063" eaLnBrk="0" hangingPunct="0">
              <a:tabLst>
                <a:tab pos="6149975" algn="l"/>
              </a:tabLst>
            </a:lvl1pPr>
            <a:lvl2pPr marL="0" lvl="1" algn="ctr" defTabSz="1135063" eaLnBrk="0" latinLnBrk="0" hangingPunct="0">
              <a:lnSpc>
                <a:spcPct val="90000"/>
              </a:lnSpc>
              <a:buClr>
                <a:srgbClr val="3271AA"/>
              </a:buClr>
              <a:buSzPct val="140000"/>
              <a:tabLst>
                <a:tab pos="6149975" algn="l"/>
              </a:tabLst>
              <a:defRPr sz="900">
                <a:latin typeface="Rix고딕 B" pitchFamily="18" charset="-127"/>
                <a:ea typeface="Rix고딕 B" pitchFamily="18" charset="-127"/>
              </a:defRPr>
            </a:lvl2pPr>
            <a:lvl3pPr marL="1143000" indent="-228600" defTabSz="1135063" eaLnBrk="0" hangingPunct="0">
              <a:tabLst>
                <a:tab pos="6149975" algn="l"/>
              </a:tabLst>
            </a:lvl3pPr>
            <a:lvl4pPr marL="1600200" indent="-228600" defTabSz="1135063" eaLnBrk="0" hangingPunct="0">
              <a:tabLst>
                <a:tab pos="6149975" algn="l"/>
              </a:tabLst>
            </a:lvl4pPr>
            <a:lvl5pPr marL="2057400" indent="-228600" defTabSz="1135063" eaLnBrk="0" hangingPunct="0">
              <a:tabLst>
                <a:tab pos="6149975" algn="l"/>
              </a:tabLst>
            </a:lvl5pPr>
            <a:lvl6pPr marL="2514600" indent="-228600" defTabSz="1135063" eaLnBrk="0" fontAlgn="base" hangingPunct="0">
              <a:spcBef>
                <a:spcPct val="0"/>
              </a:spcBef>
              <a:spcAft>
                <a:spcPct val="0"/>
              </a:spcAft>
              <a:tabLst>
                <a:tab pos="6149975" algn="l"/>
              </a:tabLst>
            </a:lvl6pPr>
            <a:lvl7pPr marL="2971800" indent="-228600" defTabSz="1135063" eaLnBrk="0" fontAlgn="base" hangingPunct="0">
              <a:spcBef>
                <a:spcPct val="0"/>
              </a:spcBef>
              <a:spcAft>
                <a:spcPct val="0"/>
              </a:spcAft>
              <a:tabLst>
                <a:tab pos="6149975" algn="l"/>
              </a:tabLst>
            </a:lvl7pPr>
            <a:lvl8pPr marL="3429000" indent="-228600" defTabSz="1135063" eaLnBrk="0" fontAlgn="base" hangingPunct="0">
              <a:spcBef>
                <a:spcPct val="0"/>
              </a:spcBef>
              <a:spcAft>
                <a:spcPct val="0"/>
              </a:spcAft>
              <a:tabLst>
                <a:tab pos="6149975" algn="l"/>
              </a:tabLst>
            </a:lvl8pPr>
            <a:lvl9pPr marL="3886200" indent="-228600" defTabSz="1135063" eaLnBrk="0" fontAlgn="base" hangingPunct="0">
              <a:spcBef>
                <a:spcPct val="0"/>
              </a:spcBef>
              <a:spcAft>
                <a:spcPct val="0"/>
              </a:spcAft>
              <a:tabLst>
                <a:tab pos="6149975" algn="l"/>
              </a:tabLst>
            </a:lvl9pPr>
          </a:lstStyle>
          <a:p>
            <a:pPr lvl="1"/>
            <a:r>
              <a:rPr lang="ko-KR" altLang="en-US" sz="1500" spc="-100" dirty="0">
                <a:solidFill>
                  <a:schemeClr val="bg1"/>
                </a:solidFill>
                <a:sym typeface="Symbol" pitchFamily="18" charset="2"/>
              </a:rPr>
              <a:t>사업 총괄 임원</a:t>
            </a:r>
          </a:p>
        </p:txBody>
      </p:sp>
      <p:sp>
        <p:nvSpPr>
          <p:cNvPr id="245" name="Text Box 118"/>
          <p:cNvSpPr txBox="1">
            <a:spLocks noChangeArrowheads="1"/>
          </p:cNvSpPr>
          <p:nvPr/>
        </p:nvSpPr>
        <p:spPr bwMode="gray">
          <a:xfrm>
            <a:off x="3712143" y="2772809"/>
            <a:ext cx="916342" cy="346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>
            <a:scene3d>
              <a:camera prst="orthographicFront"/>
              <a:lightRig rig="threePt" dir="t"/>
            </a:scene3d>
            <a:sp3d>
              <a:bevelT w="1270" h="6350"/>
            </a:sp3d>
          </a:bodyPr>
          <a:lstStyle>
            <a:defPPr>
              <a:defRPr lang="ko-KR"/>
            </a:defPPr>
            <a:lvl1pPr marL="342900" indent="-342900" defTabSz="1135063" eaLnBrk="0" hangingPunct="0">
              <a:tabLst>
                <a:tab pos="6149975" algn="l"/>
              </a:tabLst>
            </a:lvl1pPr>
            <a:lvl2pPr marL="0" lvl="1" algn="ctr" defTabSz="1135063" eaLnBrk="0" latinLnBrk="0" hangingPunct="0">
              <a:lnSpc>
                <a:spcPct val="90000"/>
              </a:lnSpc>
              <a:buClr>
                <a:srgbClr val="3271AA"/>
              </a:buClr>
              <a:buSzPct val="140000"/>
              <a:tabLst>
                <a:tab pos="6149975" algn="l"/>
              </a:tabLst>
              <a:defRPr sz="900">
                <a:latin typeface="Rix고딕 B" pitchFamily="18" charset="-127"/>
                <a:ea typeface="Rix고딕 B" pitchFamily="18" charset="-127"/>
              </a:defRPr>
            </a:lvl2pPr>
            <a:lvl3pPr marL="1143000" indent="-228600" defTabSz="1135063" eaLnBrk="0" hangingPunct="0">
              <a:tabLst>
                <a:tab pos="6149975" algn="l"/>
              </a:tabLst>
            </a:lvl3pPr>
            <a:lvl4pPr marL="1600200" indent="-228600" defTabSz="1135063" eaLnBrk="0" hangingPunct="0">
              <a:tabLst>
                <a:tab pos="6149975" algn="l"/>
              </a:tabLst>
            </a:lvl4pPr>
            <a:lvl5pPr marL="2057400" indent="-228600" defTabSz="1135063" eaLnBrk="0" hangingPunct="0">
              <a:tabLst>
                <a:tab pos="6149975" algn="l"/>
              </a:tabLst>
            </a:lvl5pPr>
            <a:lvl6pPr marL="2514600" indent="-228600" defTabSz="1135063" eaLnBrk="0" fontAlgn="base" hangingPunct="0">
              <a:spcBef>
                <a:spcPct val="0"/>
              </a:spcBef>
              <a:spcAft>
                <a:spcPct val="0"/>
              </a:spcAft>
              <a:tabLst>
                <a:tab pos="6149975" algn="l"/>
              </a:tabLst>
            </a:lvl6pPr>
            <a:lvl7pPr marL="2971800" indent="-228600" defTabSz="1135063" eaLnBrk="0" fontAlgn="base" hangingPunct="0">
              <a:spcBef>
                <a:spcPct val="0"/>
              </a:spcBef>
              <a:spcAft>
                <a:spcPct val="0"/>
              </a:spcAft>
              <a:tabLst>
                <a:tab pos="6149975" algn="l"/>
              </a:tabLst>
            </a:lvl7pPr>
            <a:lvl8pPr marL="3429000" indent="-228600" defTabSz="1135063" eaLnBrk="0" fontAlgn="base" hangingPunct="0">
              <a:spcBef>
                <a:spcPct val="0"/>
              </a:spcBef>
              <a:spcAft>
                <a:spcPct val="0"/>
              </a:spcAft>
              <a:tabLst>
                <a:tab pos="6149975" algn="l"/>
              </a:tabLst>
            </a:lvl8pPr>
            <a:lvl9pPr marL="3886200" indent="-228600" defTabSz="1135063" eaLnBrk="0" fontAlgn="base" hangingPunct="0">
              <a:spcBef>
                <a:spcPct val="0"/>
              </a:spcBef>
              <a:spcAft>
                <a:spcPct val="0"/>
              </a:spcAft>
              <a:tabLst>
                <a:tab pos="6149975" algn="l"/>
              </a:tabLst>
            </a:lvl9pPr>
          </a:lstStyle>
          <a:p>
            <a:pPr lvl="1"/>
            <a:r>
              <a:rPr lang="ko-KR" altLang="en-US" sz="1300" spc="-100" dirty="0">
                <a:solidFill>
                  <a:schemeClr val="tx1">
                    <a:lumMod val="75000"/>
                    <a:lumOff val="25000"/>
                  </a:schemeClr>
                </a:solidFill>
                <a:sym typeface="Symbol" pitchFamily="18" charset="2"/>
              </a:rPr>
              <a:t>최창식 이사</a:t>
            </a:r>
          </a:p>
        </p:txBody>
      </p:sp>
      <p:sp>
        <p:nvSpPr>
          <p:cNvPr id="246" name="Text Box 118"/>
          <p:cNvSpPr txBox="1">
            <a:spLocks noChangeArrowheads="1"/>
          </p:cNvSpPr>
          <p:nvPr/>
        </p:nvSpPr>
        <p:spPr bwMode="gray">
          <a:xfrm>
            <a:off x="3212833" y="2486009"/>
            <a:ext cx="1910640" cy="208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  <a:scene3d>
              <a:camera prst="orthographicFront"/>
              <a:lightRig rig="threePt" dir="t"/>
            </a:scene3d>
            <a:sp3d>
              <a:bevelT w="1270" h="6350"/>
            </a:sp3d>
          </a:bodyPr>
          <a:lstStyle>
            <a:defPPr>
              <a:defRPr lang="ko-KR"/>
            </a:defPPr>
            <a:lvl1pPr marL="342900" indent="-342900" defTabSz="1135063" eaLnBrk="0" hangingPunct="0">
              <a:tabLst>
                <a:tab pos="6149975" algn="l"/>
              </a:tabLst>
            </a:lvl1pPr>
            <a:lvl2pPr marL="0" lvl="1" algn="ctr" defTabSz="1135063" eaLnBrk="0" latinLnBrk="0" hangingPunct="0">
              <a:lnSpc>
                <a:spcPct val="90000"/>
              </a:lnSpc>
              <a:buClr>
                <a:srgbClr val="3271AA"/>
              </a:buClr>
              <a:buSzPct val="140000"/>
              <a:tabLst>
                <a:tab pos="6149975" algn="l"/>
              </a:tabLst>
              <a:defRPr sz="900">
                <a:latin typeface="Rix고딕 B" pitchFamily="18" charset="-127"/>
                <a:ea typeface="Rix고딕 B" pitchFamily="18" charset="-127"/>
              </a:defRPr>
            </a:lvl2pPr>
            <a:lvl3pPr marL="1143000" indent="-228600" defTabSz="1135063" eaLnBrk="0" hangingPunct="0">
              <a:tabLst>
                <a:tab pos="6149975" algn="l"/>
              </a:tabLst>
            </a:lvl3pPr>
            <a:lvl4pPr marL="1600200" indent="-228600" defTabSz="1135063" eaLnBrk="0" hangingPunct="0">
              <a:tabLst>
                <a:tab pos="6149975" algn="l"/>
              </a:tabLst>
            </a:lvl4pPr>
            <a:lvl5pPr marL="2057400" indent="-228600" defTabSz="1135063" eaLnBrk="0" hangingPunct="0">
              <a:tabLst>
                <a:tab pos="6149975" algn="l"/>
              </a:tabLst>
            </a:lvl5pPr>
            <a:lvl6pPr marL="2514600" indent="-228600" defTabSz="1135063" eaLnBrk="0" fontAlgn="base" hangingPunct="0">
              <a:spcBef>
                <a:spcPct val="0"/>
              </a:spcBef>
              <a:spcAft>
                <a:spcPct val="0"/>
              </a:spcAft>
              <a:tabLst>
                <a:tab pos="6149975" algn="l"/>
              </a:tabLst>
            </a:lvl6pPr>
            <a:lvl7pPr marL="2971800" indent="-228600" defTabSz="1135063" eaLnBrk="0" fontAlgn="base" hangingPunct="0">
              <a:spcBef>
                <a:spcPct val="0"/>
              </a:spcBef>
              <a:spcAft>
                <a:spcPct val="0"/>
              </a:spcAft>
              <a:tabLst>
                <a:tab pos="6149975" algn="l"/>
              </a:tabLst>
            </a:lvl7pPr>
            <a:lvl8pPr marL="3429000" indent="-228600" defTabSz="1135063" eaLnBrk="0" fontAlgn="base" hangingPunct="0">
              <a:spcBef>
                <a:spcPct val="0"/>
              </a:spcBef>
              <a:spcAft>
                <a:spcPct val="0"/>
              </a:spcAft>
              <a:tabLst>
                <a:tab pos="6149975" algn="l"/>
              </a:tabLst>
            </a:lvl8pPr>
            <a:lvl9pPr marL="3886200" indent="-228600" defTabSz="1135063" eaLnBrk="0" fontAlgn="base" hangingPunct="0">
              <a:spcBef>
                <a:spcPct val="0"/>
              </a:spcBef>
              <a:spcAft>
                <a:spcPct val="0"/>
              </a:spcAft>
              <a:tabLst>
                <a:tab pos="6149975" algn="l"/>
              </a:tabLst>
            </a:lvl9pPr>
          </a:lstStyle>
          <a:p>
            <a:pPr lvl="1"/>
            <a:r>
              <a:rPr lang="ko-KR" altLang="en-US" sz="1500" spc="-100" dirty="0">
                <a:solidFill>
                  <a:schemeClr val="bg1"/>
                </a:solidFill>
                <a:sym typeface="Symbol" pitchFamily="18" charset="2"/>
              </a:rPr>
              <a:t>프로젝트 관리자</a:t>
            </a:r>
            <a:r>
              <a:rPr lang="en-US" altLang="ko-KR" sz="1500" spc="-100" dirty="0">
                <a:solidFill>
                  <a:schemeClr val="bg1"/>
                </a:solidFill>
                <a:sym typeface="Symbol" pitchFamily="18" charset="2"/>
              </a:rPr>
              <a:t>(PM)</a:t>
            </a:r>
          </a:p>
        </p:txBody>
      </p:sp>
      <p:sp>
        <p:nvSpPr>
          <p:cNvPr id="247" name="Text Box 118"/>
          <p:cNvSpPr txBox="1">
            <a:spLocks noChangeArrowheads="1"/>
          </p:cNvSpPr>
          <p:nvPr/>
        </p:nvSpPr>
        <p:spPr bwMode="gray">
          <a:xfrm>
            <a:off x="5459838" y="2257670"/>
            <a:ext cx="1333800" cy="208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  <a:scene3d>
              <a:camera prst="orthographicFront"/>
              <a:lightRig rig="threePt" dir="t"/>
            </a:scene3d>
            <a:sp3d>
              <a:bevelT w="1270" h="6350"/>
            </a:sp3d>
          </a:bodyPr>
          <a:lstStyle>
            <a:defPPr>
              <a:defRPr lang="ko-KR"/>
            </a:defPPr>
            <a:lvl1pPr marL="342900" indent="-342900" defTabSz="1135063" eaLnBrk="0" hangingPunct="0">
              <a:tabLst>
                <a:tab pos="6149975" algn="l"/>
              </a:tabLst>
            </a:lvl1pPr>
            <a:lvl2pPr marL="0" lvl="1" algn="ctr" defTabSz="1135063" eaLnBrk="0" latinLnBrk="0" hangingPunct="0">
              <a:lnSpc>
                <a:spcPct val="90000"/>
              </a:lnSpc>
              <a:buClr>
                <a:srgbClr val="3271AA"/>
              </a:buClr>
              <a:buSzPct val="140000"/>
              <a:tabLst>
                <a:tab pos="6149975" algn="l"/>
              </a:tabLst>
              <a:defRPr sz="900">
                <a:latin typeface="Rix고딕 B" pitchFamily="18" charset="-127"/>
                <a:ea typeface="Rix고딕 B" pitchFamily="18" charset="-127"/>
              </a:defRPr>
            </a:lvl2pPr>
            <a:lvl3pPr marL="1143000" indent="-228600" defTabSz="1135063" eaLnBrk="0" hangingPunct="0">
              <a:tabLst>
                <a:tab pos="6149975" algn="l"/>
              </a:tabLst>
            </a:lvl3pPr>
            <a:lvl4pPr marL="1600200" indent="-228600" defTabSz="1135063" eaLnBrk="0" hangingPunct="0">
              <a:tabLst>
                <a:tab pos="6149975" algn="l"/>
              </a:tabLst>
            </a:lvl4pPr>
            <a:lvl5pPr marL="2057400" indent="-228600" defTabSz="1135063" eaLnBrk="0" hangingPunct="0">
              <a:tabLst>
                <a:tab pos="6149975" algn="l"/>
              </a:tabLst>
            </a:lvl5pPr>
            <a:lvl6pPr marL="2514600" indent="-228600" defTabSz="1135063" eaLnBrk="0" fontAlgn="base" hangingPunct="0">
              <a:spcBef>
                <a:spcPct val="0"/>
              </a:spcBef>
              <a:spcAft>
                <a:spcPct val="0"/>
              </a:spcAft>
              <a:tabLst>
                <a:tab pos="6149975" algn="l"/>
              </a:tabLst>
            </a:lvl6pPr>
            <a:lvl7pPr marL="2971800" indent="-228600" defTabSz="1135063" eaLnBrk="0" fontAlgn="base" hangingPunct="0">
              <a:spcBef>
                <a:spcPct val="0"/>
              </a:spcBef>
              <a:spcAft>
                <a:spcPct val="0"/>
              </a:spcAft>
              <a:tabLst>
                <a:tab pos="6149975" algn="l"/>
              </a:tabLst>
            </a:lvl7pPr>
            <a:lvl8pPr marL="3429000" indent="-228600" defTabSz="1135063" eaLnBrk="0" fontAlgn="base" hangingPunct="0">
              <a:spcBef>
                <a:spcPct val="0"/>
              </a:spcBef>
              <a:spcAft>
                <a:spcPct val="0"/>
              </a:spcAft>
              <a:tabLst>
                <a:tab pos="6149975" algn="l"/>
              </a:tabLst>
            </a:lvl8pPr>
            <a:lvl9pPr marL="3886200" indent="-228600" defTabSz="1135063" eaLnBrk="0" fontAlgn="base" hangingPunct="0">
              <a:spcBef>
                <a:spcPct val="0"/>
              </a:spcBef>
              <a:spcAft>
                <a:spcPct val="0"/>
              </a:spcAft>
              <a:tabLst>
                <a:tab pos="6149975" algn="l"/>
              </a:tabLst>
            </a:lvl9pPr>
          </a:lstStyle>
          <a:p>
            <a:pPr lvl="1"/>
            <a:r>
              <a:rPr lang="ko-KR" altLang="en-US" sz="1500" spc="-100" dirty="0">
                <a:solidFill>
                  <a:schemeClr val="bg1"/>
                </a:solidFill>
                <a:sym typeface="Symbol" pitchFamily="18" charset="2"/>
              </a:rPr>
              <a:t>국방부</a:t>
            </a:r>
          </a:p>
        </p:txBody>
      </p:sp>
      <p:sp>
        <p:nvSpPr>
          <p:cNvPr id="248" name="Text Box 118"/>
          <p:cNvSpPr txBox="1">
            <a:spLocks noChangeArrowheads="1"/>
          </p:cNvSpPr>
          <p:nvPr/>
        </p:nvSpPr>
        <p:spPr bwMode="gray">
          <a:xfrm>
            <a:off x="5668567" y="2666692"/>
            <a:ext cx="916342" cy="346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>
            <a:scene3d>
              <a:camera prst="orthographicFront"/>
              <a:lightRig rig="threePt" dir="t"/>
            </a:scene3d>
            <a:sp3d>
              <a:bevelT w="1270" h="6350"/>
            </a:sp3d>
          </a:bodyPr>
          <a:lstStyle>
            <a:defPPr>
              <a:defRPr lang="ko-KR"/>
            </a:defPPr>
            <a:lvl1pPr marL="342900" indent="-342900" defTabSz="1135063" eaLnBrk="0" hangingPunct="0">
              <a:tabLst>
                <a:tab pos="6149975" algn="l"/>
              </a:tabLst>
            </a:lvl1pPr>
            <a:lvl2pPr marL="0" lvl="1" algn="ctr" defTabSz="1135063" eaLnBrk="0" latinLnBrk="0" hangingPunct="0">
              <a:lnSpc>
                <a:spcPct val="90000"/>
              </a:lnSpc>
              <a:buClr>
                <a:srgbClr val="3271AA"/>
              </a:buClr>
              <a:buSzPct val="140000"/>
              <a:tabLst>
                <a:tab pos="6149975" algn="l"/>
              </a:tabLst>
              <a:defRPr sz="900">
                <a:latin typeface="Rix고딕 B" pitchFamily="18" charset="-127"/>
                <a:ea typeface="Rix고딕 B" pitchFamily="18" charset="-127"/>
              </a:defRPr>
            </a:lvl2pPr>
            <a:lvl3pPr marL="1143000" indent="-228600" defTabSz="1135063" eaLnBrk="0" hangingPunct="0">
              <a:tabLst>
                <a:tab pos="6149975" algn="l"/>
              </a:tabLst>
            </a:lvl3pPr>
            <a:lvl4pPr marL="1600200" indent="-228600" defTabSz="1135063" eaLnBrk="0" hangingPunct="0">
              <a:tabLst>
                <a:tab pos="6149975" algn="l"/>
              </a:tabLst>
            </a:lvl4pPr>
            <a:lvl5pPr marL="2057400" indent="-228600" defTabSz="1135063" eaLnBrk="0" hangingPunct="0">
              <a:tabLst>
                <a:tab pos="6149975" algn="l"/>
              </a:tabLst>
            </a:lvl5pPr>
            <a:lvl6pPr marL="2514600" indent="-228600" defTabSz="1135063" eaLnBrk="0" fontAlgn="base" hangingPunct="0">
              <a:spcBef>
                <a:spcPct val="0"/>
              </a:spcBef>
              <a:spcAft>
                <a:spcPct val="0"/>
              </a:spcAft>
              <a:tabLst>
                <a:tab pos="6149975" algn="l"/>
              </a:tabLst>
            </a:lvl6pPr>
            <a:lvl7pPr marL="2971800" indent="-228600" defTabSz="1135063" eaLnBrk="0" fontAlgn="base" hangingPunct="0">
              <a:spcBef>
                <a:spcPct val="0"/>
              </a:spcBef>
              <a:spcAft>
                <a:spcPct val="0"/>
              </a:spcAft>
              <a:tabLst>
                <a:tab pos="6149975" algn="l"/>
              </a:tabLst>
            </a:lvl7pPr>
            <a:lvl8pPr marL="3429000" indent="-228600" defTabSz="1135063" eaLnBrk="0" fontAlgn="base" hangingPunct="0">
              <a:spcBef>
                <a:spcPct val="0"/>
              </a:spcBef>
              <a:spcAft>
                <a:spcPct val="0"/>
              </a:spcAft>
              <a:tabLst>
                <a:tab pos="6149975" algn="l"/>
              </a:tabLst>
            </a:lvl8pPr>
            <a:lvl9pPr marL="3886200" indent="-228600" defTabSz="1135063" eaLnBrk="0" fontAlgn="base" hangingPunct="0">
              <a:spcBef>
                <a:spcPct val="0"/>
              </a:spcBef>
              <a:spcAft>
                <a:spcPct val="0"/>
              </a:spcAft>
              <a:tabLst>
                <a:tab pos="6149975" algn="l"/>
              </a:tabLst>
            </a:lvl9pPr>
          </a:lstStyle>
          <a:p>
            <a:pPr lvl="1"/>
            <a:r>
              <a:rPr lang="ko-KR" altLang="en-US" sz="130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Rix고딕 M" pitchFamily="18" charset="-127"/>
                <a:ea typeface="Rix고딕 M" pitchFamily="18" charset="-127"/>
                <a:sym typeface="Symbol" pitchFamily="18" charset="2"/>
              </a:rPr>
              <a:t>사업관리</a:t>
            </a:r>
          </a:p>
        </p:txBody>
      </p:sp>
      <p:grpSp>
        <p:nvGrpSpPr>
          <p:cNvPr id="249" name="그룹 248"/>
          <p:cNvGrpSpPr/>
          <p:nvPr/>
        </p:nvGrpSpPr>
        <p:grpSpPr>
          <a:xfrm>
            <a:off x="5123473" y="2615026"/>
            <a:ext cx="422505" cy="470619"/>
            <a:chOff x="5229030" y="2696988"/>
            <a:chExt cx="422505" cy="470619"/>
          </a:xfrm>
          <a:solidFill>
            <a:schemeClr val="tx2"/>
          </a:solidFill>
        </p:grpSpPr>
        <p:sp>
          <p:nvSpPr>
            <p:cNvPr id="250" name="원형 화살표 249"/>
            <p:cNvSpPr/>
            <p:nvPr/>
          </p:nvSpPr>
          <p:spPr>
            <a:xfrm>
              <a:off x="5229030" y="2696988"/>
              <a:ext cx="422505" cy="422505"/>
            </a:xfrm>
            <a:prstGeom prst="circularArrow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 smtClean="0">
                <a:solidFill>
                  <a:schemeClr val="tx1"/>
                </a:solidFill>
              </a:endParaRPr>
            </a:p>
          </p:txBody>
        </p:sp>
        <p:sp>
          <p:nvSpPr>
            <p:cNvPr id="251" name="원형 화살표 250"/>
            <p:cNvSpPr/>
            <p:nvPr/>
          </p:nvSpPr>
          <p:spPr>
            <a:xfrm rot="10800000">
              <a:off x="5229030" y="2745102"/>
              <a:ext cx="422505" cy="422505"/>
            </a:xfrm>
            <a:prstGeom prst="circularArrow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 smtClean="0">
                <a:solidFill>
                  <a:schemeClr val="tx1"/>
                </a:solidFill>
              </a:endParaRPr>
            </a:p>
          </p:txBody>
        </p:sp>
      </p:grpSp>
      <p:sp>
        <p:nvSpPr>
          <p:cNvPr id="252" name="모서리가 둥근 직사각형 251"/>
          <p:cNvSpPr/>
          <p:nvPr/>
        </p:nvSpPr>
        <p:spPr bwMode="auto">
          <a:xfrm>
            <a:off x="414059" y="1963638"/>
            <a:ext cx="1386715" cy="1181484"/>
          </a:xfrm>
          <a:prstGeom prst="roundRect">
            <a:avLst>
              <a:gd name="adj" fmla="val 1782"/>
            </a:avLst>
          </a:prstGeom>
          <a:noFill/>
          <a:ln w="12700">
            <a:solidFill>
              <a:schemeClr val="bg1">
                <a:lumMod val="6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9569" tIns="49785" rIns="99569" bIns="49785" rtlCol="0" anchor="ctr"/>
          <a:lstStyle/>
          <a:p>
            <a:pPr algn="ctr" defTabSz="1043079" latinLnBrk="0">
              <a:lnSpc>
                <a:spcPct val="110000"/>
              </a:lnSpc>
            </a:pPr>
            <a:endParaRPr lang="ko-KR" altLang="en-US" sz="1600" dirty="0">
              <a:gradFill>
                <a:gsLst>
                  <a:gs pos="0">
                    <a:prstClr val="white"/>
                  </a:gs>
                  <a:gs pos="100000">
                    <a:prstClr val="white"/>
                  </a:gs>
                </a:gsLst>
                <a:lin ang="5400000" scaled="0"/>
              </a:gradFill>
              <a:latin typeface="Yoon 윤고딕 550_TT" panose="02090603020101020101" pitchFamily="18" charset="-127"/>
              <a:ea typeface="Yoon 윤고딕 550_TT" panose="02090603020101020101" pitchFamily="18" charset="-127"/>
            </a:endParaRPr>
          </a:p>
        </p:txBody>
      </p:sp>
      <p:sp>
        <p:nvSpPr>
          <p:cNvPr id="253" name="양쪽 모서리가 둥근 사각형 252"/>
          <p:cNvSpPr/>
          <p:nvPr/>
        </p:nvSpPr>
        <p:spPr bwMode="gray">
          <a:xfrm>
            <a:off x="412131" y="1962696"/>
            <a:ext cx="1394807" cy="322280"/>
          </a:xfrm>
          <a:prstGeom prst="round2SameRect">
            <a:avLst>
              <a:gd name="adj1" fmla="val 11952"/>
              <a:gd name="adj2" fmla="val 0"/>
            </a:avLst>
          </a:prstGeom>
          <a:solidFill>
            <a:srgbClr val="1B91C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600" dirty="0">
              <a:latin typeface="Rix고딕 B" pitchFamily="18" charset="-127"/>
              <a:ea typeface="Rix고딕 B" pitchFamily="18" charset="-127"/>
            </a:endParaRPr>
          </a:p>
        </p:txBody>
      </p:sp>
      <p:sp>
        <p:nvSpPr>
          <p:cNvPr id="254" name="Text Box 118"/>
          <p:cNvSpPr txBox="1">
            <a:spLocks noChangeArrowheads="1"/>
          </p:cNvSpPr>
          <p:nvPr/>
        </p:nvSpPr>
        <p:spPr bwMode="gray">
          <a:xfrm>
            <a:off x="433111" y="2019520"/>
            <a:ext cx="1333800" cy="208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  <a:scene3d>
              <a:camera prst="orthographicFront"/>
              <a:lightRig rig="threePt" dir="t"/>
            </a:scene3d>
            <a:sp3d>
              <a:bevelT w="1270" h="6350"/>
            </a:sp3d>
          </a:bodyPr>
          <a:lstStyle>
            <a:defPPr>
              <a:defRPr lang="ko-KR"/>
            </a:defPPr>
            <a:lvl1pPr marL="342900" indent="-342900" defTabSz="1135063" eaLnBrk="0" hangingPunct="0">
              <a:tabLst>
                <a:tab pos="6149975" algn="l"/>
              </a:tabLst>
            </a:lvl1pPr>
            <a:lvl2pPr marL="0" lvl="1" algn="ctr" defTabSz="1135063" eaLnBrk="0" latinLnBrk="0" hangingPunct="0">
              <a:lnSpc>
                <a:spcPct val="90000"/>
              </a:lnSpc>
              <a:buClr>
                <a:srgbClr val="3271AA"/>
              </a:buClr>
              <a:buSzPct val="140000"/>
              <a:tabLst>
                <a:tab pos="6149975" algn="l"/>
              </a:tabLst>
              <a:defRPr sz="900">
                <a:latin typeface="Rix고딕 B" pitchFamily="18" charset="-127"/>
                <a:ea typeface="Rix고딕 B" pitchFamily="18" charset="-127"/>
              </a:defRPr>
            </a:lvl2pPr>
            <a:lvl3pPr marL="1143000" indent="-228600" defTabSz="1135063" eaLnBrk="0" hangingPunct="0">
              <a:tabLst>
                <a:tab pos="6149975" algn="l"/>
              </a:tabLst>
            </a:lvl3pPr>
            <a:lvl4pPr marL="1600200" indent="-228600" defTabSz="1135063" eaLnBrk="0" hangingPunct="0">
              <a:tabLst>
                <a:tab pos="6149975" algn="l"/>
              </a:tabLst>
            </a:lvl4pPr>
            <a:lvl5pPr marL="2057400" indent="-228600" defTabSz="1135063" eaLnBrk="0" hangingPunct="0">
              <a:tabLst>
                <a:tab pos="6149975" algn="l"/>
              </a:tabLst>
            </a:lvl5pPr>
            <a:lvl6pPr marL="2514600" indent="-228600" defTabSz="1135063" eaLnBrk="0" fontAlgn="base" hangingPunct="0">
              <a:spcBef>
                <a:spcPct val="0"/>
              </a:spcBef>
              <a:spcAft>
                <a:spcPct val="0"/>
              </a:spcAft>
              <a:tabLst>
                <a:tab pos="6149975" algn="l"/>
              </a:tabLst>
            </a:lvl6pPr>
            <a:lvl7pPr marL="2971800" indent="-228600" defTabSz="1135063" eaLnBrk="0" fontAlgn="base" hangingPunct="0">
              <a:spcBef>
                <a:spcPct val="0"/>
              </a:spcBef>
              <a:spcAft>
                <a:spcPct val="0"/>
              </a:spcAft>
              <a:tabLst>
                <a:tab pos="6149975" algn="l"/>
              </a:tabLst>
            </a:lvl7pPr>
            <a:lvl8pPr marL="3429000" indent="-228600" defTabSz="1135063" eaLnBrk="0" fontAlgn="base" hangingPunct="0">
              <a:spcBef>
                <a:spcPct val="0"/>
              </a:spcBef>
              <a:spcAft>
                <a:spcPct val="0"/>
              </a:spcAft>
              <a:tabLst>
                <a:tab pos="6149975" algn="l"/>
              </a:tabLst>
            </a:lvl8pPr>
            <a:lvl9pPr marL="3886200" indent="-228600" defTabSz="1135063" eaLnBrk="0" fontAlgn="base" hangingPunct="0">
              <a:spcBef>
                <a:spcPct val="0"/>
              </a:spcBef>
              <a:spcAft>
                <a:spcPct val="0"/>
              </a:spcAft>
              <a:tabLst>
                <a:tab pos="6149975" algn="l"/>
              </a:tabLst>
            </a:lvl9pPr>
          </a:lstStyle>
          <a:p>
            <a:pPr lvl="1"/>
            <a:r>
              <a:rPr lang="ko-KR" altLang="en-US" sz="1500" spc="-100" dirty="0">
                <a:solidFill>
                  <a:schemeClr val="bg1"/>
                </a:solidFill>
                <a:sym typeface="Symbol" pitchFamily="18" charset="2"/>
              </a:rPr>
              <a:t>전사지원 조직</a:t>
            </a:r>
          </a:p>
        </p:txBody>
      </p:sp>
      <p:sp>
        <p:nvSpPr>
          <p:cNvPr id="255" name="AutoShape 140"/>
          <p:cNvSpPr>
            <a:spLocks noChangeArrowheads="1"/>
          </p:cNvSpPr>
          <p:nvPr/>
        </p:nvSpPr>
        <p:spPr bwMode="gray">
          <a:xfrm>
            <a:off x="478616" y="2365914"/>
            <a:ext cx="1261835" cy="303333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4" tIns="45717" rIns="91434" bIns="45717" anchor="ctr"/>
          <a:lstStyle/>
          <a:p>
            <a:pPr marL="0" lvl="1" algn="ctr"/>
            <a:r>
              <a:rPr lang="ko-KR" altLang="en-US" sz="1300" spc="-100" dirty="0">
                <a:solidFill>
                  <a:schemeClr val="tx1"/>
                </a:solidFill>
                <a:latin typeface="Rix고딕 M" pitchFamily="18" charset="-127"/>
                <a:ea typeface="Rix고딕 M" pitchFamily="18" charset="-127"/>
              </a:rPr>
              <a:t>서울 지사</a:t>
            </a:r>
          </a:p>
        </p:txBody>
      </p:sp>
      <p:sp>
        <p:nvSpPr>
          <p:cNvPr id="256" name="AutoShape 140"/>
          <p:cNvSpPr>
            <a:spLocks noChangeArrowheads="1"/>
          </p:cNvSpPr>
          <p:nvPr/>
        </p:nvSpPr>
        <p:spPr bwMode="gray">
          <a:xfrm>
            <a:off x="478616" y="2746119"/>
            <a:ext cx="1261835" cy="303333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4" tIns="45717" rIns="91434" bIns="45717" anchor="ctr"/>
          <a:lstStyle/>
          <a:p>
            <a:pPr marL="0" lvl="1" algn="ctr"/>
            <a:r>
              <a:rPr lang="ko-KR" altLang="en-US" sz="1300" spc="-100" dirty="0">
                <a:solidFill>
                  <a:schemeClr val="tx1"/>
                </a:solidFill>
                <a:latin typeface="Rix고딕 M" pitchFamily="18" charset="-127"/>
                <a:ea typeface="Rix고딕 M" pitchFamily="18" charset="-127"/>
              </a:rPr>
              <a:t>기술연구소</a:t>
            </a:r>
          </a:p>
        </p:txBody>
      </p:sp>
      <p:sp>
        <p:nvSpPr>
          <p:cNvPr id="257" name="TextBox 256"/>
          <p:cNvSpPr txBox="1"/>
          <p:nvPr/>
        </p:nvSpPr>
        <p:spPr>
          <a:xfrm>
            <a:off x="1869833" y="3014308"/>
            <a:ext cx="1013058" cy="18466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spAutoFit/>
          </a:bodyPr>
          <a:lstStyle>
            <a:defPPr>
              <a:defRPr lang="ko-KR"/>
            </a:defPPr>
            <a:lvl2pPr marL="0" lvl="1" algn="ctr" defTabSz="1135063" eaLnBrk="0" latinLnBrk="0" hangingPunct="0">
              <a:lnSpc>
                <a:spcPct val="90000"/>
              </a:lnSpc>
              <a:buClr>
                <a:srgbClr val="3271AA"/>
              </a:buClr>
              <a:buSzPct val="140000"/>
              <a:tabLst>
                <a:tab pos="6149975" algn="l"/>
              </a:tabLst>
              <a:defRPr sz="800">
                <a:latin typeface="Rix고딕 B" pitchFamily="18" charset="-127"/>
                <a:ea typeface="Rix고딕 B" pitchFamily="18" charset="-127"/>
              </a:defRPr>
            </a:lvl2pPr>
          </a:lstStyle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1200" spc="-100" dirty="0">
                <a:latin typeface="Rix고딕 M" pitchFamily="18" charset="-127"/>
                <a:ea typeface="Rix고딕 M" pitchFamily="18" charset="-127"/>
                <a:cs typeface="굴림" pitchFamily="50" charset="-127"/>
                <a:sym typeface="Monotype Sorts"/>
              </a:rPr>
              <a:t>전사지원 체계</a:t>
            </a:r>
          </a:p>
        </p:txBody>
      </p:sp>
      <p:sp>
        <p:nvSpPr>
          <p:cNvPr id="258" name="오른쪽 화살표 257"/>
          <p:cNvSpPr/>
          <p:nvPr/>
        </p:nvSpPr>
        <p:spPr>
          <a:xfrm>
            <a:off x="1800774" y="2736333"/>
            <a:ext cx="1279817" cy="318299"/>
          </a:xfrm>
          <a:prstGeom prst="rightArrow">
            <a:avLst>
              <a:gd name="adj1" fmla="val 50001"/>
              <a:gd name="adj2" fmla="val 64717"/>
            </a:avLst>
          </a:prstGeom>
          <a:solidFill>
            <a:schemeClr val="tx1">
              <a:lumMod val="50000"/>
              <a:lumOff val="50000"/>
            </a:schemeClr>
          </a:solidFill>
          <a:ln w="825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ko-KR" altLang="en-US" dirty="0"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259" name="TextBox 258"/>
          <p:cNvSpPr txBox="1"/>
          <p:nvPr/>
        </p:nvSpPr>
        <p:spPr>
          <a:xfrm>
            <a:off x="1869833" y="2259083"/>
            <a:ext cx="1013058" cy="18466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spAutoFit/>
          </a:bodyPr>
          <a:lstStyle>
            <a:defPPr>
              <a:defRPr lang="ko-KR"/>
            </a:defPPr>
            <a:lvl2pPr marL="0" lvl="1" algn="ctr" defTabSz="1135063" eaLnBrk="0" latinLnBrk="0" hangingPunct="0">
              <a:lnSpc>
                <a:spcPct val="90000"/>
              </a:lnSpc>
              <a:buClr>
                <a:srgbClr val="3271AA"/>
              </a:buClr>
              <a:buSzPct val="140000"/>
              <a:tabLst>
                <a:tab pos="6149975" algn="l"/>
              </a:tabLst>
              <a:defRPr sz="800">
                <a:latin typeface="Rix고딕 B" pitchFamily="18" charset="-127"/>
                <a:ea typeface="Rix고딕 B" pitchFamily="18" charset="-127"/>
              </a:defRPr>
            </a:lvl2pPr>
          </a:lstStyle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1200" spc="-100" dirty="0">
                <a:latin typeface="Rix고딕 M" pitchFamily="18" charset="-127"/>
                <a:ea typeface="Rix고딕 M" pitchFamily="18" charset="-127"/>
                <a:cs typeface="굴림" pitchFamily="50" charset="-127"/>
                <a:sym typeface="Monotype Sorts"/>
              </a:rPr>
              <a:t>휴일 비상지원</a:t>
            </a:r>
          </a:p>
        </p:txBody>
      </p:sp>
      <p:sp>
        <p:nvSpPr>
          <p:cNvPr id="260" name="오른쪽 화살표 259"/>
          <p:cNvSpPr/>
          <p:nvPr/>
        </p:nvSpPr>
        <p:spPr>
          <a:xfrm>
            <a:off x="1800774" y="2410750"/>
            <a:ext cx="1279817" cy="318299"/>
          </a:xfrm>
          <a:prstGeom prst="rightArrow">
            <a:avLst>
              <a:gd name="adj1" fmla="val 50001"/>
              <a:gd name="adj2" fmla="val 64717"/>
            </a:avLst>
          </a:prstGeom>
          <a:solidFill>
            <a:schemeClr val="tx1">
              <a:lumMod val="50000"/>
              <a:lumOff val="50000"/>
            </a:schemeClr>
          </a:solidFill>
          <a:ln w="825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ko-KR" altLang="en-US" dirty="0"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261" name="모서리가 둥근 직사각형 260"/>
          <p:cNvSpPr/>
          <p:nvPr/>
        </p:nvSpPr>
        <p:spPr bwMode="auto">
          <a:xfrm>
            <a:off x="2343870" y="3428111"/>
            <a:ext cx="1386715" cy="733180"/>
          </a:xfrm>
          <a:prstGeom prst="roundRect">
            <a:avLst>
              <a:gd name="adj" fmla="val 2433"/>
            </a:avLst>
          </a:prstGeom>
          <a:noFill/>
          <a:ln w="12700">
            <a:solidFill>
              <a:schemeClr val="bg1">
                <a:lumMod val="6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9569" tIns="49785" rIns="99569" bIns="49785" rtlCol="0" anchor="ctr"/>
          <a:lstStyle/>
          <a:p>
            <a:pPr algn="ctr" defTabSz="1043079" latinLnBrk="0">
              <a:lnSpc>
                <a:spcPct val="110000"/>
              </a:lnSpc>
            </a:pPr>
            <a:endParaRPr lang="ko-KR" altLang="en-US" sz="1600" dirty="0">
              <a:gradFill>
                <a:gsLst>
                  <a:gs pos="0">
                    <a:prstClr val="white"/>
                  </a:gs>
                  <a:gs pos="100000">
                    <a:prstClr val="white"/>
                  </a:gs>
                </a:gsLst>
                <a:lin ang="5400000" scaled="0"/>
              </a:gradFill>
              <a:latin typeface="Yoon 윤고딕 550_TT" panose="02090603020101020101" pitchFamily="18" charset="-127"/>
              <a:ea typeface="Yoon 윤고딕 550_TT" panose="02090603020101020101" pitchFamily="18" charset="-127"/>
            </a:endParaRPr>
          </a:p>
        </p:txBody>
      </p:sp>
      <p:sp>
        <p:nvSpPr>
          <p:cNvPr id="262" name="양쪽 모서리가 둥근 사각형 261"/>
          <p:cNvSpPr/>
          <p:nvPr/>
        </p:nvSpPr>
        <p:spPr bwMode="gray">
          <a:xfrm>
            <a:off x="2342515" y="3425008"/>
            <a:ext cx="1394807" cy="322280"/>
          </a:xfrm>
          <a:prstGeom prst="round2SameRect">
            <a:avLst>
              <a:gd name="adj1" fmla="val 11952"/>
              <a:gd name="adj2" fmla="val 0"/>
            </a:avLst>
          </a:prstGeom>
          <a:solidFill>
            <a:srgbClr val="335A75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anchor="ctr"/>
          <a:lstStyle/>
          <a:p>
            <a:endParaRPr lang="ko-KR" altLang="en-US" dirty="0"/>
          </a:p>
        </p:txBody>
      </p:sp>
      <p:sp>
        <p:nvSpPr>
          <p:cNvPr id="263" name="Text Box 118"/>
          <p:cNvSpPr txBox="1">
            <a:spLocks noChangeArrowheads="1"/>
          </p:cNvSpPr>
          <p:nvPr/>
        </p:nvSpPr>
        <p:spPr bwMode="gray">
          <a:xfrm>
            <a:off x="2365331" y="3482327"/>
            <a:ext cx="1346202" cy="194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  <a:scene3d>
              <a:camera prst="orthographicFront"/>
              <a:lightRig rig="threePt" dir="t"/>
            </a:scene3d>
            <a:sp3d>
              <a:bevelT w="1270" h="6350"/>
            </a:sp3d>
          </a:bodyPr>
          <a:lstStyle>
            <a:defPPr>
              <a:defRPr lang="ko-KR"/>
            </a:defPPr>
            <a:lvl1pPr marL="342900" indent="-342900" defTabSz="1135063" eaLnBrk="0" hangingPunct="0">
              <a:tabLst>
                <a:tab pos="6149975" algn="l"/>
              </a:tabLst>
            </a:lvl1pPr>
            <a:lvl2pPr marL="0" lvl="1" algn="ctr" defTabSz="1135063" eaLnBrk="0" latinLnBrk="0" hangingPunct="0">
              <a:lnSpc>
                <a:spcPct val="90000"/>
              </a:lnSpc>
              <a:buClr>
                <a:srgbClr val="3271AA"/>
              </a:buClr>
              <a:buSzPct val="140000"/>
              <a:tabLst>
                <a:tab pos="6149975" algn="l"/>
              </a:tabLst>
              <a:defRPr sz="900">
                <a:latin typeface="Rix고딕 B" pitchFamily="18" charset="-127"/>
                <a:ea typeface="Rix고딕 B" pitchFamily="18" charset="-127"/>
              </a:defRPr>
            </a:lvl2pPr>
            <a:lvl3pPr marL="1143000" indent="-228600" defTabSz="1135063" eaLnBrk="0" hangingPunct="0">
              <a:tabLst>
                <a:tab pos="6149975" algn="l"/>
              </a:tabLst>
            </a:lvl3pPr>
            <a:lvl4pPr marL="1600200" indent="-228600" defTabSz="1135063" eaLnBrk="0" hangingPunct="0">
              <a:tabLst>
                <a:tab pos="6149975" algn="l"/>
              </a:tabLst>
            </a:lvl4pPr>
            <a:lvl5pPr marL="2057400" indent="-228600" defTabSz="1135063" eaLnBrk="0" hangingPunct="0">
              <a:tabLst>
                <a:tab pos="6149975" algn="l"/>
              </a:tabLst>
            </a:lvl5pPr>
            <a:lvl6pPr marL="2514600" indent="-228600" defTabSz="1135063" eaLnBrk="0" fontAlgn="base" hangingPunct="0">
              <a:spcBef>
                <a:spcPct val="0"/>
              </a:spcBef>
              <a:spcAft>
                <a:spcPct val="0"/>
              </a:spcAft>
              <a:tabLst>
                <a:tab pos="6149975" algn="l"/>
              </a:tabLst>
            </a:lvl6pPr>
            <a:lvl7pPr marL="2971800" indent="-228600" defTabSz="1135063" eaLnBrk="0" fontAlgn="base" hangingPunct="0">
              <a:spcBef>
                <a:spcPct val="0"/>
              </a:spcBef>
              <a:spcAft>
                <a:spcPct val="0"/>
              </a:spcAft>
              <a:tabLst>
                <a:tab pos="6149975" algn="l"/>
              </a:tabLst>
            </a:lvl7pPr>
            <a:lvl8pPr marL="3429000" indent="-228600" defTabSz="1135063" eaLnBrk="0" fontAlgn="base" hangingPunct="0">
              <a:spcBef>
                <a:spcPct val="0"/>
              </a:spcBef>
              <a:spcAft>
                <a:spcPct val="0"/>
              </a:spcAft>
              <a:tabLst>
                <a:tab pos="6149975" algn="l"/>
              </a:tabLst>
            </a:lvl8pPr>
            <a:lvl9pPr marL="3886200" indent="-228600" defTabSz="1135063" eaLnBrk="0" fontAlgn="base" hangingPunct="0">
              <a:spcBef>
                <a:spcPct val="0"/>
              </a:spcBef>
              <a:spcAft>
                <a:spcPct val="0"/>
              </a:spcAft>
              <a:tabLst>
                <a:tab pos="6149975" algn="l"/>
              </a:tabLst>
            </a:lvl9pPr>
          </a:lstStyle>
          <a:p>
            <a:pPr lvl="1"/>
            <a:r>
              <a:rPr lang="ko-KR" altLang="en-US" sz="1400" spc="-100" dirty="0">
                <a:solidFill>
                  <a:schemeClr val="bg1"/>
                </a:solidFill>
                <a:sym typeface="Symbol" pitchFamily="18" charset="2"/>
              </a:rPr>
              <a:t>군사전문가</a:t>
            </a:r>
          </a:p>
        </p:txBody>
      </p:sp>
      <p:sp>
        <p:nvSpPr>
          <p:cNvPr id="264" name="Text Box 118"/>
          <p:cNvSpPr txBox="1">
            <a:spLocks noChangeArrowheads="1"/>
          </p:cNvSpPr>
          <p:nvPr/>
        </p:nvSpPr>
        <p:spPr bwMode="gray">
          <a:xfrm>
            <a:off x="2587170" y="3862006"/>
            <a:ext cx="916342" cy="1800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>
            <a:spAutoFit/>
            <a:scene3d>
              <a:camera prst="orthographicFront"/>
              <a:lightRig rig="threePt" dir="t"/>
            </a:scene3d>
            <a:sp3d>
              <a:bevelT w="1270" h="6350"/>
            </a:sp3d>
          </a:bodyPr>
          <a:lstStyle>
            <a:defPPr>
              <a:defRPr lang="ko-KR"/>
            </a:defPPr>
            <a:lvl1pPr marL="342900" indent="-342900" defTabSz="1135063" eaLnBrk="0" hangingPunct="0">
              <a:tabLst>
                <a:tab pos="6149975" algn="l"/>
              </a:tabLst>
            </a:lvl1pPr>
            <a:lvl2pPr marL="0" lvl="1" algn="ctr" defTabSz="1135063" eaLnBrk="0" latinLnBrk="0" hangingPunct="0">
              <a:lnSpc>
                <a:spcPct val="90000"/>
              </a:lnSpc>
              <a:buClr>
                <a:srgbClr val="3271AA"/>
              </a:buClr>
              <a:buSzPct val="140000"/>
              <a:tabLst>
                <a:tab pos="6149975" algn="l"/>
              </a:tabLst>
              <a:defRPr sz="900">
                <a:latin typeface="Rix고딕 B" pitchFamily="18" charset="-127"/>
                <a:ea typeface="Rix고딕 B" pitchFamily="18" charset="-127"/>
              </a:defRPr>
            </a:lvl2pPr>
            <a:lvl3pPr marL="1143000" indent="-228600" defTabSz="1135063" eaLnBrk="0" hangingPunct="0">
              <a:tabLst>
                <a:tab pos="6149975" algn="l"/>
              </a:tabLst>
            </a:lvl3pPr>
            <a:lvl4pPr marL="1600200" indent="-228600" defTabSz="1135063" eaLnBrk="0" hangingPunct="0">
              <a:tabLst>
                <a:tab pos="6149975" algn="l"/>
              </a:tabLst>
            </a:lvl4pPr>
            <a:lvl5pPr marL="2057400" indent="-228600" defTabSz="1135063" eaLnBrk="0" hangingPunct="0">
              <a:tabLst>
                <a:tab pos="6149975" algn="l"/>
              </a:tabLst>
            </a:lvl5pPr>
            <a:lvl6pPr marL="2514600" indent="-228600" defTabSz="1135063" eaLnBrk="0" fontAlgn="base" hangingPunct="0">
              <a:spcBef>
                <a:spcPct val="0"/>
              </a:spcBef>
              <a:spcAft>
                <a:spcPct val="0"/>
              </a:spcAft>
              <a:tabLst>
                <a:tab pos="6149975" algn="l"/>
              </a:tabLst>
            </a:lvl6pPr>
            <a:lvl7pPr marL="2971800" indent="-228600" defTabSz="1135063" eaLnBrk="0" fontAlgn="base" hangingPunct="0">
              <a:spcBef>
                <a:spcPct val="0"/>
              </a:spcBef>
              <a:spcAft>
                <a:spcPct val="0"/>
              </a:spcAft>
              <a:tabLst>
                <a:tab pos="6149975" algn="l"/>
              </a:tabLst>
            </a:lvl7pPr>
            <a:lvl8pPr marL="3429000" indent="-228600" defTabSz="1135063" eaLnBrk="0" fontAlgn="base" hangingPunct="0">
              <a:spcBef>
                <a:spcPct val="0"/>
              </a:spcBef>
              <a:spcAft>
                <a:spcPct val="0"/>
              </a:spcAft>
              <a:tabLst>
                <a:tab pos="6149975" algn="l"/>
              </a:tabLst>
            </a:lvl8pPr>
            <a:lvl9pPr marL="3886200" indent="-228600" defTabSz="1135063" eaLnBrk="0" fontAlgn="base" hangingPunct="0">
              <a:spcBef>
                <a:spcPct val="0"/>
              </a:spcBef>
              <a:spcAft>
                <a:spcPct val="0"/>
              </a:spcAft>
              <a:tabLst>
                <a:tab pos="6149975" algn="l"/>
              </a:tabLst>
            </a:lvl9pPr>
          </a:lstStyle>
          <a:p>
            <a:pPr lvl="1"/>
            <a:r>
              <a:rPr lang="ko-KR" altLang="en-US" sz="130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Rix고딕 M" pitchFamily="18" charset="-127"/>
                <a:ea typeface="Rix고딕 M" pitchFamily="18" charset="-127"/>
                <a:sym typeface="Symbol" pitchFamily="18" charset="2"/>
              </a:rPr>
              <a:t>권오식 이사</a:t>
            </a:r>
          </a:p>
        </p:txBody>
      </p:sp>
      <p:grpSp>
        <p:nvGrpSpPr>
          <p:cNvPr id="265" name="그룹 264"/>
          <p:cNvGrpSpPr/>
          <p:nvPr/>
        </p:nvGrpSpPr>
        <p:grpSpPr>
          <a:xfrm>
            <a:off x="4488237" y="3425008"/>
            <a:ext cx="2682164" cy="736283"/>
            <a:chOff x="4277531" y="3507304"/>
            <a:chExt cx="1394807" cy="736283"/>
          </a:xfrm>
        </p:grpSpPr>
        <p:sp>
          <p:nvSpPr>
            <p:cNvPr id="266" name="모서리가 둥근 직사각형 265"/>
            <p:cNvSpPr/>
            <p:nvPr/>
          </p:nvSpPr>
          <p:spPr bwMode="auto">
            <a:xfrm>
              <a:off x="4278886" y="3510407"/>
              <a:ext cx="1386715" cy="733180"/>
            </a:xfrm>
            <a:prstGeom prst="roundRect">
              <a:avLst>
                <a:gd name="adj" fmla="val 2433"/>
              </a:avLst>
            </a:prstGeom>
            <a:noFill/>
            <a:ln w="12700">
              <a:solidFill>
                <a:schemeClr val="bg1">
                  <a:lumMod val="65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9569" tIns="49785" rIns="99569" bIns="49785" rtlCol="0" anchor="ctr"/>
            <a:lstStyle/>
            <a:p>
              <a:pPr algn="ctr" defTabSz="1043079" latinLnBrk="0">
                <a:lnSpc>
                  <a:spcPct val="110000"/>
                </a:lnSpc>
              </a:pPr>
              <a:endParaRPr lang="ko-KR" altLang="en-US" sz="1600" dirty="0">
                <a:gradFill>
                  <a:gsLst>
                    <a:gs pos="0">
                      <a:prstClr val="white"/>
                    </a:gs>
                    <a:gs pos="100000">
                      <a:prstClr val="white"/>
                    </a:gs>
                  </a:gsLst>
                  <a:lin ang="5400000" scaled="0"/>
                </a:gradFill>
                <a:latin typeface="Yoon 윤고딕 550_TT" panose="02090603020101020101" pitchFamily="18" charset="-127"/>
                <a:ea typeface="Yoon 윤고딕 550_TT" panose="02090603020101020101" pitchFamily="18" charset="-127"/>
              </a:endParaRPr>
            </a:p>
          </p:txBody>
        </p:sp>
        <p:sp>
          <p:nvSpPr>
            <p:cNvPr id="267" name="양쪽 모서리가 둥근 사각형 266"/>
            <p:cNvSpPr/>
            <p:nvPr/>
          </p:nvSpPr>
          <p:spPr bwMode="gray">
            <a:xfrm>
              <a:off x="4277531" y="3507304"/>
              <a:ext cx="1394807" cy="322280"/>
            </a:xfrm>
            <a:prstGeom prst="round2SameRect">
              <a:avLst>
                <a:gd name="adj1" fmla="val 11952"/>
                <a:gd name="adj2" fmla="val 0"/>
              </a:avLst>
            </a:prstGeom>
            <a:solidFill>
              <a:srgbClr val="335A75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0000" anchor="ctr"/>
            <a:lstStyle/>
            <a:p>
              <a:endParaRPr lang="ko-KR" altLang="en-US" dirty="0"/>
            </a:p>
          </p:txBody>
        </p:sp>
      </p:grpSp>
      <p:sp>
        <p:nvSpPr>
          <p:cNvPr id="268" name="Text Box 118"/>
          <p:cNvSpPr txBox="1">
            <a:spLocks noChangeArrowheads="1"/>
          </p:cNvSpPr>
          <p:nvPr/>
        </p:nvSpPr>
        <p:spPr bwMode="gray">
          <a:xfrm>
            <a:off x="4511053" y="3482327"/>
            <a:ext cx="2659348" cy="194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  <a:scene3d>
              <a:camera prst="orthographicFront"/>
              <a:lightRig rig="threePt" dir="t"/>
            </a:scene3d>
            <a:sp3d>
              <a:bevelT w="1270" h="6350"/>
            </a:sp3d>
          </a:bodyPr>
          <a:lstStyle>
            <a:defPPr>
              <a:defRPr lang="ko-KR"/>
            </a:defPPr>
            <a:lvl1pPr marL="342900" indent="-342900" defTabSz="1135063" eaLnBrk="0" hangingPunct="0">
              <a:tabLst>
                <a:tab pos="6149975" algn="l"/>
              </a:tabLst>
            </a:lvl1pPr>
            <a:lvl2pPr marL="0" lvl="1" algn="ctr" defTabSz="1135063" eaLnBrk="0" latinLnBrk="0" hangingPunct="0">
              <a:lnSpc>
                <a:spcPct val="90000"/>
              </a:lnSpc>
              <a:buClr>
                <a:srgbClr val="3271AA"/>
              </a:buClr>
              <a:buSzPct val="140000"/>
              <a:tabLst>
                <a:tab pos="6149975" algn="l"/>
              </a:tabLst>
              <a:defRPr sz="900">
                <a:latin typeface="Rix고딕 B" pitchFamily="18" charset="-127"/>
                <a:ea typeface="Rix고딕 B" pitchFamily="18" charset="-127"/>
              </a:defRPr>
            </a:lvl2pPr>
            <a:lvl3pPr marL="1143000" indent="-228600" defTabSz="1135063" eaLnBrk="0" hangingPunct="0">
              <a:tabLst>
                <a:tab pos="6149975" algn="l"/>
              </a:tabLst>
            </a:lvl3pPr>
            <a:lvl4pPr marL="1600200" indent="-228600" defTabSz="1135063" eaLnBrk="0" hangingPunct="0">
              <a:tabLst>
                <a:tab pos="6149975" algn="l"/>
              </a:tabLst>
            </a:lvl4pPr>
            <a:lvl5pPr marL="2057400" indent="-228600" defTabSz="1135063" eaLnBrk="0" hangingPunct="0">
              <a:tabLst>
                <a:tab pos="6149975" algn="l"/>
              </a:tabLst>
            </a:lvl5pPr>
            <a:lvl6pPr marL="2514600" indent="-228600" defTabSz="1135063" eaLnBrk="0" fontAlgn="base" hangingPunct="0">
              <a:spcBef>
                <a:spcPct val="0"/>
              </a:spcBef>
              <a:spcAft>
                <a:spcPct val="0"/>
              </a:spcAft>
              <a:tabLst>
                <a:tab pos="6149975" algn="l"/>
              </a:tabLst>
            </a:lvl6pPr>
            <a:lvl7pPr marL="2971800" indent="-228600" defTabSz="1135063" eaLnBrk="0" fontAlgn="base" hangingPunct="0">
              <a:spcBef>
                <a:spcPct val="0"/>
              </a:spcBef>
              <a:spcAft>
                <a:spcPct val="0"/>
              </a:spcAft>
              <a:tabLst>
                <a:tab pos="6149975" algn="l"/>
              </a:tabLst>
            </a:lvl7pPr>
            <a:lvl8pPr marL="3429000" indent="-228600" defTabSz="1135063" eaLnBrk="0" fontAlgn="base" hangingPunct="0">
              <a:spcBef>
                <a:spcPct val="0"/>
              </a:spcBef>
              <a:spcAft>
                <a:spcPct val="0"/>
              </a:spcAft>
              <a:tabLst>
                <a:tab pos="6149975" algn="l"/>
              </a:tabLst>
            </a:lvl8pPr>
            <a:lvl9pPr marL="3886200" indent="-228600" defTabSz="1135063" eaLnBrk="0" fontAlgn="base" hangingPunct="0">
              <a:spcBef>
                <a:spcPct val="0"/>
              </a:spcBef>
              <a:spcAft>
                <a:spcPct val="0"/>
              </a:spcAft>
              <a:tabLst>
                <a:tab pos="6149975" algn="l"/>
              </a:tabLst>
            </a:lvl9pPr>
          </a:lstStyle>
          <a:p>
            <a:pPr lvl="1"/>
            <a:r>
              <a:rPr lang="ko-KR" altLang="en-US" sz="1400" spc="-100" dirty="0">
                <a:solidFill>
                  <a:schemeClr val="bg1"/>
                </a:solidFill>
                <a:sym typeface="Symbol" pitchFamily="18" charset="2"/>
              </a:rPr>
              <a:t>사업관리 </a:t>
            </a:r>
            <a:r>
              <a:rPr lang="en-US" altLang="ko-KR" sz="1400" spc="-100" dirty="0">
                <a:solidFill>
                  <a:schemeClr val="bg1"/>
                </a:solidFill>
                <a:sym typeface="Symbol" pitchFamily="18" charset="2"/>
              </a:rPr>
              <a:t>/ </a:t>
            </a:r>
            <a:r>
              <a:rPr lang="ko-KR" altLang="en-US" sz="1400" spc="-100" dirty="0">
                <a:solidFill>
                  <a:schemeClr val="bg1"/>
                </a:solidFill>
                <a:sym typeface="Symbol" pitchFamily="18" charset="2"/>
              </a:rPr>
              <a:t>품질관리</a:t>
            </a:r>
          </a:p>
        </p:txBody>
      </p:sp>
      <p:sp>
        <p:nvSpPr>
          <p:cNvPr id="269" name="Text Box 118"/>
          <p:cNvSpPr txBox="1">
            <a:spLocks noChangeArrowheads="1"/>
          </p:cNvSpPr>
          <p:nvPr/>
        </p:nvSpPr>
        <p:spPr bwMode="gray">
          <a:xfrm>
            <a:off x="4694792" y="3862006"/>
            <a:ext cx="2265964" cy="1800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  <a:scene3d>
              <a:camera prst="orthographicFront"/>
              <a:lightRig rig="threePt" dir="t"/>
            </a:scene3d>
            <a:sp3d>
              <a:bevelT w="1270" h="6350"/>
            </a:sp3d>
          </a:bodyPr>
          <a:lstStyle>
            <a:defPPr>
              <a:defRPr lang="ko-KR"/>
            </a:defPPr>
            <a:lvl1pPr marL="342900" indent="-342900" defTabSz="1135063" eaLnBrk="0" hangingPunct="0">
              <a:tabLst>
                <a:tab pos="6149975" algn="l"/>
              </a:tabLst>
            </a:lvl1pPr>
            <a:lvl2pPr marL="0" lvl="1" algn="ctr" defTabSz="1135063" eaLnBrk="0" latinLnBrk="0" hangingPunct="0">
              <a:lnSpc>
                <a:spcPct val="90000"/>
              </a:lnSpc>
              <a:buClr>
                <a:srgbClr val="3271AA"/>
              </a:buClr>
              <a:buSzPct val="140000"/>
              <a:tabLst>
                <a:tab pos="6149975" algn="l"/>
              </a:tabLst>
              <a:defRPr sz="900">
                <a:latin typeface="Rix고딕 B" pitchFamily="18" charset="-127"/>
                <a:ea typeface="Rix고딕 B" pitchFamily="18" charset="-127"/>
              </a:defRPr>
            </a:lvl2pPr>
            <a:lvl3pPr marL="1143000" indent="-228600" defTabSz="1135063" eaLnBrk="0" hangingPunct="0">
              <a:tabLst>
                <a:tab pos="6149975" algn="l"/>
              </a:tabLst>
            </a:lvl3pPr>
            <a:lvl4pPr marL="1600200" indent="-228600" defTabSz="1135063" eaLnBrk="0" hangingPunct="0">
              <a:tabLst>
                <a:tab pos="6149975" algn="l"/>
              </a:tabLst>
            </a:lvl4pPr>
            <a:lvl5pPr marL="2057400" indent="-228600" defTabSz="1135063" eaLnBrk="0" hangingPunct="0">
              <a:tabLst>
                <a:tab pos="6149975" algn="l"/>
              </a:tabLst>
            </a:lvl5pPr>
            <a:lvl6pPr marL="2514600" indent="-228600" defTabSz="1135063" eaLnBrk="0" fontAlgn="base" hangingPunct="0">
              <a:spcBef>
                <a:spcPct val="0"/>
              </a:spcBef>
              <a:spcAft>
                <a:spcPct val="0"/>
              </a:spcAft>
              <a:tabLst>
                <a:tab pos="6149975" algn="l"/>
              </a:tabLst>
            </a:lvl6pPr>
            <a:lvl7pPr marL="2971800" indent="-228600" defTabSz="1135063" eaLnBrk="0" fontAlgn="base" hangingPunct="0">
              <a:spcBef>
                <a:spcPct val="0"/>
              </a:spcBef>
              <a:spcAft>
                <a:spcPct val="0"/>
              </a:spcAft>
              <a:tabLst>
                <a:tab pos="6149975" algn="l"/>
              </a:tabLst>
            </a:lvl7pPr>
            <a:lvl8pPr marL="3429000" indent="-228600" defTabSz="1135063" eaLnBrk="0" fontAlgn="base" hangingPunct="0">
              <a:spcBef>
                <a:spcPct val="0"/>
              </a:spcBef>
              <a:spcAft>
                <a:spcPct val="0"/>
              </a:spcAft>
              <a:tabLst>
                <a:tab pos="6149975" algn="l"/>
              </a:tabLst>
            </a:lvl8pPr>
            <a:lvl9pPr marL="3886200" indent="-228600" defTabSz="1135063" eaLnBrk="0" fontAlgn="base" hangingPunct="0">
              <a:spcBef>
                <a:spcPct val="0"/>
              </a:spcBef>
              <a:spcAft>
                <a:spcPct val="0"/>
              </a:spcAft>
              <a:tabLst>
                <a:tab pos="6149975" algn="l"/>
              </a:tabLst>
            </a:lvl9pPr>
          </a:lstStyle>
          <a:p>
            <a:pPr lvl="1"/>
            <a:r>
              <a:rPr lang="ko-KR" altLang="en-US" sz="130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Rix고딕 M" pitchFamily="18" charset="-127"/>
                <a:ea typeface="Rix고딕 M" pitchFamily="18" charset="-127"/>
                <a:sym typeface="Symbol" pitchFamily="18" charset="2"/>
              </a:rPr>
              <a:t>홍종규 차장 </a:t>
            </a:r>
            <a:r>
              <a:rPr lang="en-US" altLang="ko-KR" sz="130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Rix고딕 M" pitchFamily="18" charset="-127"/>
                <a:ea typeface="Rix고딕 M" pitchFamily="18" charset="-127"/>
                <a:sym typeface="Symbol" pitchFamily="18" charset="2"/>
              </a:rPr>
              <a:t>/ </a:t>
            </a:r>
            <a:r>
              <a:rPr lang="ko-KR" altLang="en-US" sz="130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Rix고딕 M" pitchFamily="18" charset="-127"/>
                <a:ea typeface="Rix고딕 M" pitchFamily="18" charset="-127"/>
                <a:sym typeface="Symbol" pitchFamily="18" charset="2"/>
              </a:rPr>
              <a:t>김주형 부장</a:t>
            </a:r>
          </a:p>
        </p:txBody>
      </p:sp>
      <p:sp>
        <p:nvSpPr>
          <p:cNvPr id="270" name="모서리가 둥근 직사각형 269"/>
          <p:cNvSpPr/>
          <p:nvPr/>
        </p:nvSpPr>
        <p:spPr bwMode="auto">
          <a:xfrm>
            <a:off x="317847" y="4364331"/>
            <a:ext cx="1716485" cy="2052344"/>
          </a:xfrm>
          <a:prstGeom prst="roundRect">
            <a:avLst>
              <a:gd name="adj" fmla="val 2433"/>
            </a:avLst>
          </a:prstGeom>
          <a:noFill/>
          <a:ln w="12700">
            <a:solidFill>
              <a:schemeClr val="bg1">
                <a:lumMod val="6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9569" tIns="49785" rIns="99569" bIns="49785" rtlCol="0" anchor="ctr"/>
          <a:lstStyle/>
          <a:p>
            <a:pPr algn="ctr" defTabSz="1043079" latinLnBrk="0">
              <a:lnSpc>
                <a:spcPct val="110000"/>
              </a:lnSpc>
            </a:pPr>
            <a:endParaRPr lang="ko-KR" altLang="en-US" sz="1600" dirty="0">
              <a:gradFill>
                <a:gsLst>
                  <a:gs pos="0">
                    <a:prstClr val="white"/>
                  </a:gs>
                  <a:gs pos="100000">
                    <a:prstClr val="white"/>
                  </a:gs>
                </a:gsLst>
                <a:lin ang="5400000" scaled="0"/>
              </a:gradFill>
              <a:latin typeface="Yoon 윤고딕 550_TT" panose="02090603020101020101" pitchFamily="18" charset="-127"/>
              <a:ea typeface="Yoon 윤고딕 550_TT" panose="02090603020101020101" pitchFamily="18" charset="-127"/>
            </a:endParaRPr>
          </a:p>
        </p:txBody>
      </p:sp>
      <p:sp>
        <p:nvSpPr>
          <p:cNvPr id="271" name="양쪽 모서리가 둥근 사각형 270"/>
          <p:cNvSpPr/>
          <p:nvPr/>
        </p:nvSpPr>
        <p:spPr bwMode="gray">
          <a:xfrm>
            <a:off x="315564" y="4284687"/>
            <a:ext cx="1718769" cy="395006"/>
          </a:xfrm>
          <a:prstGeom prst="round2SameRect">
            <a:avLst>
              <a:gd name="adj1" fmla="val 11952"/>
              <a:gd name="adj2" fmla="val 0"/>
            </a:avLst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  <a:effectLst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400" spc="-150" dirty="0">
                <a:solidFill>
                  <a:schemeClr val="bg1"/>
                </a:solidFill>
                <a:latin typeface="Rix고딕 B" pitchFamily="18" charset="-127"/>
                <a:ea typeface="Rix고딕 B" pitchFamily="18" charset="-127"/>
              </a:rPr>
              <a:t>시험</a:t>
            </a:r>
            <a:r>
              <a:rPr lang="en-US" altLang="ko-KR" sz="1400" spc="-150" dirty="0">
                <a:solidFill>
                  <a:schemeClr val="bg1"/>
                </a:solidFill>
                <a:latin typeface="Rix고딕 B" pitchFamily="18" charset="-127"/>
                <a:ea typeface="Rix고딕 B" pitchFamily="18" charset="-127"/>
              </a:rPr>
              <a:t>/</a:t>
            </a:r>
            <a:r>
              <a:rPr lang="ko-KR" altLang="en-US" sz="1400" spc="-150" dirty="0" smtClean="0">
                <a:solidFill>
                  <a:schemeClr val="bg1"/>
                </a:solidFill>
                <a:latin typeface="Rix고딕 B" pitchFamily="18" charset="-127"/>
                <a:ea typeface="Rix고딕 B" pitchFamily="18" charset="-127"/>
              </a:rPr>
              <a:t>보안 적합성 </a:t>
            </a:r>
            <a:r>
              <a:rPr lang="ko-KR" altLang="en-US" sz="1400" spc="-150" dirty="0">
                <a:solidFill>
                  <a:schemeClr val="bg1"/>
                </a:solidFill>
                <a:latin typeface="Rix고딕 B" pitchFamily="18" charset="-127"/>
                <a:ea typeface="Rix고딕 B" pitchFamily="18" charset="-127"/>
              </a:rPr>
              <a:t>검증 팀</a:t>
            </a:r>
          </a:p>
        </p:txBody>
      </p:sp>
      <p:sp>
        <p:nvSpPr>
          <p:cNvPr id="272" name="모서리가 둥근 직사각형 271"/>
          <p:cNvSpPr/>
          <p:nvPr/>
        </p:nvSpPr>
        <p:spPr bwMode="auto">
          <a:xfrm>
            <a:off x="2112171" y="4364331"/>
            <a:ext cx="2304928" cy="2052344"/>
          </a:xfrm>
          <a:prstGeom prst="roundRect">
            <a:avLst>
              <a:gd name="adj" fmla="val 2433"/>
            </a:avLst>
          </a:prstGeom>
          <a:noFill/>
          <a:ln w="12700">
            <a:solidFill>
              <a:schemeClr val="bg1">
                <a:lumMod val="6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9569" tIns="49785" rIns="99569" bIns="49785" rtlCol="0" anchor="ctr"/>
          <a:lstStyle/>
          <a:p>
            <a:pPr algn="ctr" defTabSz="1043079" latinLnBrk="0">
              <a:lnSpc>
                <a:spcPct val="110000"/>
              </a:lnSpc>
            </a:pPr>
            <a:endParaRPr lang="ko-KR" altLang="en-US" sz="1600" dirty="0">
              <a:gradFill>
                <a:gsLst>
                  <a:gs pos="0">
                    <a:prstClr val="white"/>
                  </a:gs>
                  <a:gs pos="100000">
                    <a:prstClr val="white"/>
                  </a:gs>
                </a:gsLst>
                <a:lin ang="5400000" scaled="0"/>
              </a:gradFill>
              <a:latin typeface="Yoon 윤고딕 550_TT" panose="02090603020101020101" pitchFamily="18" charset="-127"/>
              <a:ea typeface="Yoon 윤고딕 550_TT" panose="02090603020101020101" pitchFamily="18" charset="-127"/>
            </a:endParaRPr>
          </a:p>
        </p:txBody>
      </p:sp>
      <p:sp>
        <p:nvSpPr>
          <p:cNvPr id="273" name="양쪽 모서리가 둥근 사각형 272"/>
          <p:cNvSpPr/>
          <p:nvPr/>
        </p:nvSpPr>
        <p:spPr bwMode="gray">
          <a:xfrm>
            <a:off x="2109325" y="4284687"/>
            <a:ext cx="2304993" cy="395006"/>
          </a:xfrm>
          <a:prstGeom prst="round2SameRect">
            <a:avLst>
              <a:gd name="adj1" fmla="val 11952"/>
              <a:gd name="adj2" fmla="val 0"/>
            </a:avLst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  <a:effectLst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spc="-100" dirty="0" smtClean="0">
                <a:solidFill>
                  <a:schemeClr val="bg1"/>
                </a:solidFill>
                <a:latin typeface="Rix고딕 B" pitchFamily="18" charset="-127"/>
                <a:ea typeface="Rix고딕 B" pitchFamily="18" charset="-127"/>
              </a:rPr>
              <a:t>네트워크</a:t>
            </a:r>
            <a:r>
              <a:rPr lang="en-US" altLang="ko-KR" sz="1400" spc="-100" dirty="0" smtClean="0">
                <a:solidFill>
                  <a:schemeClr val="bg1"/>
                </a:solidFill>
                <a:latin typeface="Rix고딕 B" pitchFamily="18" charset="-127"/>
                <a:ea typeface="Rix고딕 B" pitchFamily="18" charset="-127"/>
              </a:rPr>
              <a:t> </a:t>
            </a:r>
            <a:r>
              <a:rPr lang="ko-KR" altLang="en-US" sz="1400" spc="-100" dirty="0">
                <a:solidFill>
                  <a:schemeClr val="bg1"/>
                </a:solidFill>
                <a:latin typeface="Rix고딕 B" pitchFamily="18" charset="-127"/>
                <a:ea typeface="Rix고딕 B" pitchFamily="18" charset="-127"/>
              </a:rPr>
              <a:t>구축 팀</a:t>
            </a:r>
          </a:p>
        </p:txBody>
      </p:sp>
      <p:sp>
        <p:nvSpPr>
          <p:cNvPr id="274" name="모서리가 둥근 직사각형 273"/>
          <p:cNvSpPr/>
          <p:nvPr/>
        </p:nvSpPr>
        <p:spPr bwMode="auto">
          <a:xfrm>
            <a:off x="4493714" y="4364331"/>
            <a:ext cx="2663731" cy="2052344"/>
          </a:xfrm>
          <a:prstGeom prst="roundRect">
            <a:avLst>
              <a:gd name="adj" fmla="val 2433"/>
            </a:avLst>
          </a:prstGeom>
          <a:noFill/>
          <a:ln w="12700">
            <a:solidFill>
              <a:schemeClr val="bg1">
                <a:lumMod val="6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9569" tIns="49785" rIns="99569" bIns="49785" rtlCol="0" anchor="ctr"/>
          <a:lstStyle/>
          <a:p>
            <a:pPr algn="ctr" defTabSz="1043079" latinLnBrk="0">
              <a:lnSpc>
                <a:spcPct val="110000"/>
              </a:lnSpc>
            </a:pPr>
            <a:endParaRPr lang="ko-KR" altLang="en-US" sz="1600" dirty="0">
              <a:gradFill>
                <a:gsLst>
                  <a:gs pos="0">
                    <a:prstClr val="white"/>
                  </a:gs>
                  <a:gs pos="100000">
                    <a:prstClr val="white"/>
                  </a:gs>
                </a:gsLst>
                <a:lin ang="5400000" scaled="0"/>
              </a:gradFill>
              <a:latin typeface="Yoon 윤고딕 550_TT" panose="02090603020101020101" pitchFamily="18" charset="-127"/>
              <a:ea typeface="Yoon 윤고딕 550_TT" panose="02090603020101020101" pitchFamily="18" charset="-127"/>
            </a:endParaRPr>
          </a:p>
        </p:txBody>
      </p:sp>
      <p:sp>
        <p:nvSpPr>
          <p:cNvPr id="275" name="양쪽 모서리가 둥근 사각형 274"/>
          <p:cNvSpPr/>
          <p:nvPr/>
        </p:nvSpPr>
        <p:spPr bwMode="gray">
          <a:xfrm>
            <a:off x="4490869" y="4284687"/>
            <a:ext cx="2666576" cy="395006"/>
          </a:xfrm>
          <a:prstGeom prst="round2SameRect">
            <a:avLst>
              <a:gd name="adj1" fmla="val 11952"/>
              <a:gd name="adj2" fmla="val 0"/>
            </a:avLst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  <a:effectLst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400" spc="-140" dirty="0" smtClean="0">
                <a:solidFill>
                  <a:schemeClr val="bg1"/>
                </a:solidFill>
                <a:latin typeface="Rix고딕 B" pitchFamily="18" charset="-127"/>
                <a:ea typeface="Rix고딕 B" pitchFamily="18" charset="-127"/>
              </a:rPr>
              <a:t>영상장비</a:t>
            </a:r>
            <a:r>
              <a:rPr lang="en-US" altLang="ko-KR" sz="1400" spc="-140" dirty="0" smtClean="0">
                <a:solidFill>
                  <a:schemeClr val="bg1"/>
                </a:solidFill>
                <a:latin typeface="Rix고딕 B" pitchFamily="18" charset="-127"/>
                <a:ea typeface="Rix고딕 B" pitchFamily="18" charset="-127"/>
              </a:rPr>
              <a:t>/IP</a:t>
            </a:r>
            <a:r>
              <a:rPr lang="ko-KR" altLang="en-US" sz="1400" spc="-140" dirty="0" smtClean="0">
                <a:solidFill>
                  <a:schemeClr val="bg1"/>
                </a:solidFill>
                <a:latin typeface="Rix고딕 B" pitchFamily="18" charset="-127"/>
                <a:ea typeface="Rix고딕 B" pitchFamily="18" charset="-127"/>
              </a:rPr>
              <a:t>관리체계</a:t>
            </a:r>
            <a:r>
              <a:rPr lang="en-US" altLang="ko-KR" sz="1400" spc="-140" dirty="0" smtClean="0">
                <a:solidFill>
                  <a:schemeClr val="bg1"/>
                </a:solidFill>
                <a:latin typeface="Rix고딕 B" pitchFamily="18" charset="-127"/>
                <a:ea typeface="Rix고딕 B" pitchFamily="18" charset="-127"/>
              </a:rPr>
              <a:t>/</a:t>
            </a:r>
            <a:r>
              <a:rPr lang="ko-KR" altLang="en-US" sz="1400" spc="-140" dirty="0" smtClean="0">
                <a:solidFill>
                  <a:schemeClr val="bg1"/>
                </a:solidFill>
                <a:latin typeface="Rix고딕 B" pitchFamily="18" charset="-127"/>
                <a:ea typeface="Rix고딕 B" pitchFamily="18" charset="-127"/>
              </a:rPr>
              <a:t>문자전송 구축 </a:t>
            </a:r>
            <a:r>
              <a:rPr lang="ko-KR" altLang="en-US" sz="1400" spc="-140" dirty="0">
                <a:solidFill>
                  <a:schemeClr val="bg1"/>
                </a:solidFill>
                <a:latin typeface="Rix고딕 B" pitchFamily="18" charset="-127"/>
                <a:ea typeface="Rix고딕 B" pitchFamily="18" charset="-127"/>
              </a:rPr>
              <a:t>팀</a:t>
            </a:r>
          </a:p>
        </p:txBody>
      </p:sp>
      <p:sp>
        <p:nvSpPr>
          <p:cNvPr id="276" name="모서리가 둥근 직사각형 275"/>
          <p:cNvSpPr/>
          <p:nvPr/>
        </p:nvSpPr>
        <p:spPr>
          <a:xfrm>
            <a:off x="311119" y="6321487"/>
            <a:ext cx="1723214" cy="293786"/>
          </a:xfrm>
          <a:prstGeom prst="roundRect">
            <a:avLst>
              <a:gd name="adj" fmla="val 0"/>
            </a:avLst>
          </a:prstGeom>
          <a:solidFill>
            <a:srgbClr val="335A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>
            <a:noAutofit/>
          </a:bodyPr>
          <a:lstStyle/>
          <a:p>
            <a:pPr algn="ctr"/>
            <a:r>
              <a:rPr lang="en-US" altLang="ko-KR" sz="1500" dirty="0" smtClean="0">
                <a:solidFill>
                  <a:schemeClr val="bg1"/>
                </a:solidFill>
                <a:latin typeface="Rix고딕 B" pitchFamily="18" charset="-127"/>
                <a:ea typeface="Rix고딕 B" pitchFamily="18" charset="-127"/>
              </a:rPr>
              <a:t>4</a:t>
            </a:r>
            <a:r>
              <a:rPr lang="ko-KR" altLang="en-US" sz="1500" dirty="0" smtClean="0">
                <a:solidFill>
                  <a:schemeClr val="bg1"/>
                </a:solidFill>
                <a:latin typeface="Rix고딕 B" pitchFamily="18" charset="-127"/>
                <a:ea typeface="Rix고딕 B" pitchFamily="18" charset="-127"/>
              </a:rPr>
              <a:t>명</a:t>
            </a:r>
            <a:endParaRPr lang="ko-KR" altLang="en-US" sz="1500" dirty="0">
              <a:solidFill>
                <a:schemeClr val="bg1"/>
              </a:solidFill>
              <a:latin typeface="Rix고딕 B" pitchFamily="18" charset="-127"/>
              <a:ea typeface="Rix고딕 B" pitchFamily="18" charset="-127"/>
            </a:endParaRPr>
          </a:p>
        </p:txBody>
      </p:sp>
      <p:sp>
        <p:nvSpPr>
          <p:cNvPr id="277" name="모서리가 둥근 직사각형 276"/>
          <p:cNvSpPr/>
          <p:nvPr/>
        </p:nvSpPr>
        <p:spPr>
          <a:xfrm>
            <a:off x="2108996" y="6321487"/>
            <a:ext cx="2308103" cy="293786"/>
          </a:xfrm>
          <a:prstGeom prst="roundRect">
            <a:avLst>
              <a:gd name="adj" fmla="val 0"/>
            </a:avLst>
          </a:prstGeom>
          <a:solidFill>
            <a:srgbClr val="335A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>
            <a:noAutofit/>
          </a:bodyPr>
          <a:lstStyle/>
          <a:p>
            <a:pPr algn="ctr"/>
            <a:r>
              <a:rPr lang="en-US" altLang="ko-KR" sz="1500" dirty="0">
                <a:solidFill>
                  <a:schemeClr val="bg1"/>
                </a:solidFill>
                <a:latin typeface="Rix고딕 B" pitchFamily="18" charset="-127"/>
                <a:ea typeface="Rix고딕 B" pitchFamily="18" charset="-127"/>
              </a:rPr>
              <a:t>7</a:t>
            </a:r>
            <a:r>
              <a:rPr lang="ko-KR" altLang="en-US" sz="1500" dirty="0" smtClean="0">
                <a:solidFill>
                  <a:schemeClr val="bg1"/>
                </a:solidFill>
                <a:latin typeface="Rix고딕 B" pitchFamily="18" charset="-127"/>
                <a:ea typeface="Rix고딕 B" pitchFamily="18" charset="-127"/>
              </a:rPr>
              <a:t>명</a:t>
            </a:r>
            <a:endParaRPr lang="ko-KR" altLang="en-US" sz="1500" dirty="0">
              <a:solidFill>
                <a:schemeClr val="bg1"/>
              </a:solidFill>
              <a:latin typeface="Rix고딕 B" pitchFamily="18" charset="-127"/>
              <a:ea typeface="Rix고딕 B" pitchFamily="18" charset="-127"/>
            </a:endParaRPr>
          </a:p>
        </p:txBody>
      </p:sp>
      <p:sp>
        <p:nvSpPr>
          <p:cNvPr id="278" name="모서리가 둥근 직사각형 277"/>
          <p:cNvSpPr/>
          <p:nvPr/>
        </p:nvSpPr>
        <p:spPr>
          <a:xfrm>
            <a:off x="4490540" y="6321487"/>
            <a:ext cx="2666906" cy="293786"/>
          </a:xfrm>
          <a:prstGeom prst="roundRect">
            <a:avLst>
              <a:gd name="adj" fmla="val 0"/>
            </a:avLst>
          </a:prstGeom>
          <a:solidFill>
            <a:srgbClr val="335A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>
            <a:noAutofit/>
          </a:bodyPr>
          <a:lstStyle/>
          <a:p>
            <a:pPr algn="ctr"/>
            <a:r>
              <a:rPr lang="en-US" altLang="ko-KR" sz="1500" dirty="0" smtClean="0">
                <a:solidFill>
                  <a:schemeClr val="bg1"/>
                </a:solidFill>
                <a:latin typeface="Rix고딕 B" pitchFamily="18" charset="-127"/>
                <a:ea typeface="Rix고딕 B" pitchFamily="18" charset="-127"/>
              </a:rPr>
              <a:t>10</a:t>
            </a:r>
            <a:r>
              <a:rPr lang="ko-KR" altLang="en-US" sz="1500" dirty="0" smtClean="0">
                <a:solidFill>
                  <a:schemeClr val="bg1"/>
                </a:solidFill>
                <a:latin typeface="Rix고딕 B" pitchFamily="18" charset="-127"/>
                <a:ea typeface="Rix고딕 B" pitchFamily="18" charset="-127"/>
              </a:rPr>
              <a:t>명</a:t>
            </a:r>
            <a:endParaRPr lang="ko-KR" altLang="en-US" sz="1500" dirty="0">
              <a:solidFill>
                <a:schemeClr val="bg1"/>
              </a:solidFill>
              <a:latin typeface="Rix고딕 B" pitchFamily="18" charset="-127"/>
              <a:ea typeface="Rix고딕 B" pitchFamily="18" charset="-127"/>
            </a:endParaRPr>
          </a:p>
        </p:txBody>
      </p:sp>
      <p:sp>
        <p:nvSpPr>
          <p:cNvPr id="279" name="양쪽 모서리가 둥근 사각형 278"/>
          <p:cNvSpPr/>
          <p:nvPr/>
        </p:nvSpPr>
        <p:spPr bwMode="gray">
          <a:xfrm>
            <a:off x="317847" y="4767726"/>
            <a:ext cx="596554" cy="245166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tx1">
              <a:lumMod val="50000"/>
              <a:lumOff val="5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anchor="ctr"/>
          <a:lstStyle/>
          <a:p>
            <a:pPr algn="ctr"/>
            <a:r>
              <a:rPr lang="en-US" altLang="ko-KR" sz="1400" dirty="0">
                <a:latin typeface="Rix고딕 B" pitchFamily="18" charset="-127"/>
                <a:ea typeface="Rix고딕 B" pitchFamily="18" charset="-127"/>
              </a:rPr>
              <a:t>PL</a:t>
            </a:r>
            <a:endParaRPr lang="ko-KR" altLang="en-US" sz="1400" dirty="0">
              <a:latin typeface="Rix고딕 B" pitchFamily="18" charset="-127"/>
              <a:ea typeface="Rix고딕 B" pitchFamily="18" charset="-127"/>
            </a:endParaRPr>
          </a:p>
        </p:txBody>
      </p:sp>
      <p:sp>
        <p:nvSpPr>
          <p:cNvPr id="280" name="Text Box 118"/>
          <p:cNvSpPr txBox="1">
            <a:spLocks noChangeArrowheads="1"/>
          </p:cNvSpPr>
          <p:nvPr/>
        </p:nvSpPr>
        <p:spPr bwMode="gray">
          <a:xfrm>
            <a:off x="989183" y="4796515"/>
            <a:ext cx="916342" cy="1800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>
            <a:spAutoFit/>
            <a:scene3d>
              <a:camera prst="orthographicFront"/>
              <a:lightRig rig="threePt" dir="t"/>
            </a:scene3d>
            <a:sp3d>
              <a:bevelT w="1270" h="6350"/>
            </a:sp3d>
          </a:bodyPr>
          <a:lstStyle>
            <a:defPPr>
              <a:defRPr lang="ko-KR"/>
            </a:defPPr>
            <a:lvl1pPr marL="342900" indent="-342900" defTabSz="1135063" eaLnBrk="0" hangingPunct="0">
              <a:tabLst>
                <a:tab pos="6149975" algn="l"/>
              </a:tabLst>
            </a:lvl1pPr>
            <a:lvl2pPr marL="0" lvl="1" algn="ctr" defTabSz="1135063" eaLnBrk="0" latinLnBrk="0" hangingPunct="0">
              <a:lnSpc>
                <a:spcPct val="90000"/>
              </a:lnSpc>
              <a:buClr>
                <a:srgbClr val="3271AA"/>
              </a:buClr>
              <a:buSzPct val="140000"/>
              <a:tabLst>
                <a:tab pos="6149975" algn="l"/>
              </a:tabLst>
              <a:defRPr sz="900">
                <a:latin typeface="Rix고딕 B" pitchFamily="18" charset="-127"/>
                <a:ea typeface="Rix고딕 B" pitchFamily="18" charset="-127"/>
              </a:defRPr>
            </a:lvl2pPr>
            <a:lvl3pPr marL="1143000" indent="-228600" defTabSz="1135063" eaLnBrk="0" hangingPunct="0">
              <a:tabLst>
                <a:tab pos="6149975" algn="l"/>
              </a:tabLst>
            </a:lvl3pPr>
            <a:lvl4pPr marL="1600200" indent="-228600" defTabSz="1135063" eaLnBrk="0" hangingPunct="0">
              <a:tabLst>
                <a:tab pos="6149975" algn="l"/>
              </a:tabLst>
            </a:lvl4pPr>
            <a:lvl5pPr marL="2057400" indent="-228600" defTabSz="1135063" eaLnBrk="0" hangingPunct="0">
              <a:tabLst>
                <a:tab pos="6149975" algn="l"/>
              </a:tabLst>
            </a:lvl5pPr>
            <a:lvl6pPr marL="2514600" indent="-228600" defTabSz="1135063" eaLnBrk="0" fontAlgn="base" hangingPunct="0">
              <a:spcBef>
                <a:spcPct val="0"/>
              </a:spcBef>
              <a:spcAft>
                <a:spcPct val="0"/>
              </a:spcAft>
              <a:tabLst>
                <a:tab pos="6149975" algn="l"/>
              </a:tabLst>
            </a:lvl6pPr>
            <a:lvl7pPr marL="2971800" indent="-228600" defTabSz="1135063" eaLnBrk="0" fontAlgn="base" hangingPunct="0">
              <a:spcBef>
                <a:spcPct val="0"/>
              </a:spcBef>
              <a:spcAft>
                <a:spcPct val="0"/>
              </a:spcAft>
              <a:tabLst>
                <a:tab pos="6149975" algn="l"/>
              </a:tabLst>
            </a:lvl7pPr>
            <a:lvl8pPr marL="3429000" indent="-228600" defTabSz="1135063" eaLnBrk="0" fontAlgn="base" hangingPunct="0">
              <a:spcBef>
                <a:spcPct val="0"/>
              </a:spcBef>
              <a:spcAft>
                <a:spcPct val="0"/>
              </a:spcAft>
              <a:tabLst>
                <a:tab pos="6149975" algn="l"/>
              </a:tabLst>
            </a:lvl8pPr>
            <a:lvl9pPr marL="3886200" indent="-228600" defTabSz="1135063" eaLnBrk="0" fontAlgn="base" hangingPunct="0">
              <a:spcBef>
                <a:spcPct val="0"/>
              </a:spcBef>
              <a:spcAft>
                <a:spcPct val="0"/>
              </a:spcAft>
              <a:tabLst>
                <a:tab pos="6149975" algn="l"/>
              </a:tabLst>
            </a:lvl9pPr>
          </a:lstStyle>
          <a:p>
            <a:pPr lvl="1"/>
            <a:r>
              <a:rPr lang="ko-KR" altLang="en-US" sz="130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Rix고딕 M" pitchFamily="18" charset="-127"/>
                <a:ea typeface="Rix고딕 M" pitchFamily="18" charset="-127"/>
                <a:sym typeface="Symbol" pitchFamily="18" charset="2"/>
              </a:rPr>
              <a:t>이인성 부장</a:t>
            </a:r>
          </a:p>
        </p:txBody>
      </p:sp>
      <p:sp>
        <p:nvSpPr>
          <p:cNvPr id="281" name="양쪽 모서리가 둥근 사각형 280"/>
          <p:cNvSpPr/>
          <p:nvPr/>
        </p:nvSpPr>
        <p:spPr bwMode="gray">
          <a:xfrm>
            <a:off x="317847" y="5101239"/>
            <a:ext cx="1716486" cy="245166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tx1">
              <a:lumMod val="50000"/>
              <a:lumOff val="5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anchor="ctr"/>
          <a:lstStyle/>
          <a:p>
            <a:pPr algn="ctr"/>
            <a:r>
              <a:rPr lang="en-US" altLang="ko-KR" sz="1400" dirty="0">
                <a:latin typeface="Rix고딕 B" pitchFamily="18" charset="-127"/>
                <a:ea typeface="Rix고딕 B" pitchFamily="18" charset="-127"/>
              </a:rPr>
              <a:t>SE</a:t>
            </a:r>
            <a:endParaRPr lang="ko-KR" altLang="en-US" sz="1400" dirty="0">
              <a:latin typeface="Rix고딕 B" pitchFamily="18" charset="-127"/>
              <a:ea typeface="Rix고딕 B" pitchFamily="18" charset="-127"/>
            </a:endParaRPr>
          </a:p>
        </p:txBody>
      </p:sp>
      <p:sp>
        <p:nvSpPr>
          <p:cNvPr id="282" name="Text Box 118"/>
          <p:cNvSpPr txBox="1">
            <a:spLocks noChangeArrowheads="1"/>
          </p:cNvSpPr>
          <p:nvPr/>
        </p:nvSpPr>
        <p:spPr bwMode="gray">
          <a:xfrm>
            <a:off x="791063" y="5419967"/>
            <a:ext cx="916342" cy="1800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>
            <a:spAutoFit/>
            <a:scene3d>
              <a:camera prst="orthographicFront"/>
              <a:lightRig rig="threePt" dir="t"/>
            </a:scene3d>
            <a:sp3d>
              <a:bevelT w="1270" h="6350"/>
            </a:sp3d>
          </a:bodyPr>
          <a:lstStyle>
            <a:defPPr>
              <a:defRPr lang="ko-KR"/>
            </a:defPPr>
            <a:lvl1pPr marL="342900" indent="-342900" defTabSz="1135063" eaLnBrk="0" hangingPunct="0">
              <a:tabLst>
                <a:tab pos="6149975" algn="l"/>
              </a:tabLst>
            </a:lvl1pPr>
            <a:lvl2pPr marL="0" lvl="1" algn="ctr" defTabSz="1135063" eaLnBrk="0" latinLnBrk="0" hangingPunct="0">
              <a:lnSpc>
                <a:spcPct val="90000"/>
              </a:lnSpc>
              <a:buClr>
                <a:srgbClr val="3271AA"/>
              </a:buClr>
              <a:buSzPct val="140000"/>
              <a:tabLst>
                <a:tab pos="6149975" algn="l"/>
              </a:tabLst>
              <a:defRPr sz="900">
                <a:latin typeface="Rix고딕 B" pitchFamily="18" charset="-127"/>
                <a:ea typeface="Rix고딕 B" pitchFamily="18" charset="-127"/>
              </a:defRPr>
            </a:lvl2pPr>
            <a:lvl3pPr marL="1143000" indent="-228600" defTabSz="1135063" eaLnBrk="0" hangingPunct="0">
              <a:tabLst>
                <a:tab pos="6149975" algn="l"/>
              </a:tabLst>
            </a:lvl3pPr>
            <a:lvl4pPr marL="1600200" indent="-228600" defTabSz="1135063" eaLnBrk="0" hangingPunct="0">
              <a:tabLst>
                <a:tab pos="6149975" algn="l"/>
              </a:tabLst>
            </a:lvl4pPr>
            <a:lvl5pPr marL="2057400" indent="-228600" defTabSz="1135063" eaLnBrk="0" hangingPunct="0">
              <a:tabLst>
                <a:tab pos="6149975" algn="l"/>
              </a:tabLst>
            </a:lvl5pPr>
            <a:lvl6pPr marL="2514600" indent="-228600" defTabSz="1135063" eaLnBrk="0" fontAlgn="base" hangingPunct="0">
              <a:spcBef>
                <a:spcPct val="0"/>
              </a:spcBef>
              <a:spcAft>
                <a:spcPct val="0"/>
              </a:spcAft>
              <a:tabLst>
                <a:tab pos="6149975" algn="l"/>
              </a:tabLst>
            </a:lvl6pPr>
            <a:lvl7pPr marL="2971800" indent="-228600" defTabSz="1135063" eaLnBrk="0" fontAlgn="base" hangingPunct="0">
              <a:spcBef>
                <a:spcPct val="0"/>
              </a:spcBef>
              <a:spcAft>
                <a:spcPct val="0"/>
              </a:spcAft>
              <a:tabLst>
                <a:tab pos="6149975" algn="l"/>
              </a:tabLst>
            </a:lvl7pPr>
            <a:lvl8pPr marL="3429000" indent="-228600" defTabSz="1135063" eaLnBrk="0" fontAlgn="base" hangingPunct="0">
              <a:spcBef>
                <a:spcPct val="0"/>
              </a:spcBef>
              <a:spcAft>
                <a:spcPct val="0"/>
              </a:spcAft>
              <a:tabLst>
                <a:tab pos="6149975" algn="l"/>
              </a:tabLst>
            </a:lvl8pPr>
            <a:lvl9pPr marL="3886200" indent="-228600" defTabSz="1135063" eaLnBrk="0" fontAlgn="base" hangingPunct="0">
              <a:spcBef>
                <a:spcPct val="0"/>
              </a:spcBef>
              <a:spcAft>
                <a:spcPct val="0"/>
              </a:spcAft>
              <a:tabLst>
                <a:tab pos="6149975" algn="l"/>
              </a:tabLst>
            </a:lvl9pPr>
          </a:lstStyle>
          <a:p>
            <a:pPr lvl="1"/>
            <a:r>
              <a:rPr lang="ko-KR" altLang="en-US" sz="1300" spc="-1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Rix고딕 M" pitchFamily="18" charset="-127"/>
                <a:ea typeface="Rix고딕 M" pitchFamily="18" charset="-127"/>
                <a:sym typeface="Symbol" pitchFamily="18" charset="2"/>
              </a:rPr>
              <a:t>윤주성 대리</a:t>
            </a:r>
            <a:endParaRPr lang="ko-KR" altLang="en-US" sz="1300" spc="-100" dirty="0">
              <a:solidFill>
                <a:schemeClr val="tx1">
                  <a:lumMod val="75000"/>
                  <a:lumOff val="25000"/>
                </a:schemeClr>
              </a:solidFill>
              <a:latin typeface="Rix고딕 M" pitchFamily="18" charset="-127"/>
              <a:ea typeface="Rix고딕 M" pitchFamily="18" charset="-127"/>
              <a:sym typeface="Symbol" pitchFamily="18" charset="2"/>
            </a:endParaRPr>
          </a:p>
        </p:txBody>
      </p:sp>
      <p:sp>
        <p:nvSpPr>
          <p:cNvPr id="283" name="Text Box 118"/>
          <p:cNvSpPr txBox="1">
            <a:spLocks noChangeArrowheads="1"/>
          </p:cNvSpPr>
          <p:nvPr/>
        </p:nvSpPr>
        <p:spPr bwMode="gray">
          <a:xfrm>
            <a:off x="791063" y="5770600"/>
            <a:ext cx="916342" cy="180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>
            <a:spAutoFit/>
            <a:scene3d>
              <a:camera prst="orthographicFront"/>
              <a:lightRig rig="threePt" dir="t"/>
            </a:scene3d>
            <a:sp3d>
              <a:bevelT w="1270" h="6350"/>
            </a:sp3d>
          </a:bodyPr>
          <a:lstStyle>
            <a:defPPr>
              <a:defRPr lang="ko-KR"/>
            </a:defPPr>
            <a:lvl1pPr marL="342900" indent="-342900" defTabSz="1135063" eaLnBrk="0" hangingPunct="0">
              <a:tabLst>
                <a:tab pos="6149975" algn="l"/>
              </a:tabLst>
            </a:lvl1pPr>
            <a:lvl2pPr marL="0" lvl="1" algn="ctr" defTabSz="1135063" eaLnBrk="0" latinLnBrk="0" hangingPunct="0">
              <a:lnSpc>
                <a:spcPct val="90000"/>
              </a:lnSpc>
              <a:buClr>
                <a:srgbClr val="3271AA"/>
              </a:buClr>
              <a:buSzPct val="140000"/>
              <a:tabLst>
                <a:tab pos="6149975" algn="l"/>
              </a:tabLst>
              <a:defRPr sz="900">
                <a:latin typeface="Rix고딕 B" pitchFamily="18" charset="-127"/>
                <a:ea typeface="Rix고딕 B" pitchFamily="18" charset="-127"/>
              </a:defRPr>
            </a:lvl2pPr>
            <a:lvl3pPr marL="1143000" indent="-228600" defTabSz="1135063" eaLnBrk="0" hangingPunct="0">
              <a:tabLst>
                <a:tab pos="6149975" algn="l"/>
              </a:tabLst>
            </a:lvl3pPr>
            <a:lvl4pPr marL="1600200" indent="-228600" defTabSz="1135063" eaLnBrk="0" hangingPunct="0">
              <a:tabLst>
                <a:tab pos="6149975" algn="l"/>
              </a:tabLst>
            </a:lvl4pPr>
            <a:lvl5pPr marL="2057400" indent="-228600" defTabSz="1135063" eaLnBrk="0" hangingPunct="0">
              <a:tabLst>
                <a:tab pos="6149975" algn="l"/>
              </a:tabLst>
            </a:lvl5pPr>
            <a:lvl6pPr marL="2514600" indent="-228600" defTabSz="1135063" eaLnBrk="0" fontAlgn="base" hangingPunct="0">
              <a:spcBef>
                <a:spcPct val="0"/>
              </a:spcBef>
              <a:spcAft>
                <a:spcPct val="0"/>
              </a:spcAft>
              <a:tabLst>
                <a:tab pos="6149975" algn="l"/>
              </a:tabLst>
            </a:lvl6pPr>
            <a:lvl7pPr marL="2971800" indent="-228600" defTabSz="1135063" eaLnBrk="0" fontAlgn="base" hangingPunct="0">
              <a:spcBef>
                <a:spcPct val="0"/>
              </a:spcBef>
              <a:spcAft>
                <a:spcPct val="0"/>
              </a:spcAft>
              <a:tabLst>
                <a:tab pos="6149975" algn="l"/>
              </a:tabLst>
            </a:lvl7pPr>
            <a:lvl8pPr marL="3429000" indent="-228600" defTabSz="1135063" eaLnBrk="0" fontAlgn="base" hangingPunct="0">
              <a:spcBef>
                <a:spcPct val="0"/>
              </a:spcBef>
              <a:spcAft>
                <a:spcPct val="0"/>
              </a:spcAft>
              <a:tabLst>
                <a:tab pos="6149975" algn="l"/>
              </a:tabLst>
            </a:lvl8pPr>
            <a:lvl9pPr marL="3886200" indent="-228600" defTabSz="1135063" eaLnBrk="0" fontAlgn="base" hangingPunct="0">
              <a:spcBef>
                <a:spcPct val="0"/>
              </a:spcBef>
              <a:spcAft>
                <a:spcPct val="0"/>
              </a:spcAft>
              <a:tabLst>
                <a:tab pos="6149975" algn="l"/>
              </a:tabLst>
            </a:lvl9pPr>
          </a:lstStyle>
          <a:p>
            <a:pPr lvl="1"/>
            <a:r>
              <a:rPr lang="ko-KR" altLang="en-US" sz="1300" spc="-1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Rix고딕 M" pitchFamily="18" charset="-127"/>
                <a:ea typeface="Rix고딕 M" pitchFamily="18" charset="-127"/>
                <a:sym typeface="Symbol" pitchFamily="18" charset="2"/>
              </a:rPr>
              <a:t>배승준</a:t>
            </a:r>
            <a:r>
              <a:rPr lang="en-US" altLang="ko-KR" sz="1300" spc="-1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Rix고딕 M" pitchFamily="18" charset="-127"/>
                <a:ea typeface="Rix고딕 M" pitchFamily="18" charset="-127"/>
                <a:sym typeface="Symbol" pitchFamily="18" charset="2"/>
              </a:rPr>
              <a:t> </a:t>
            </a:r>
            <a:r>
              <a:rPr lang="ko-KR" altLang="en-US" sz="1300" spc="-1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Rix고딕 M" pitchFamily="18" charset="-127"/>
                <a:ea typeface="Rix고딕 M" pitchFamily="18" charset="-127"/>
                <a:sym typeface="Symbol" pitchFamily="18" charset="2"/>
              </a:rPr>
              <a:t>이사</a:t>
            </a:r>
            <a:endParaRPr lang="ko-KR" altLang="en-US" sz="1300" spc="-100" dirty="0">
              <a:solidFill>
                <a:schemeClr val="tx1">
                  <a:lumMod val="75000"/>
                  <a:lumOff val="25000"/>
                </a:schemeClr>
              </a:solidFill>
              <a:latin typeface="Rix고딕 M" pitchFamily="18" charset="-127"/>
              <a:ea typeface="Rix고딕 M" pitchFamily="18" charset="-127"/>
              <a:sym typeface="Symbol" pitchFamily="18" charset="2"/>
            </a:endParaRPr>
          </a:p>
        </p:txBody>
      </p:sp>
      <p:sp>
        <p:nvSpPr>
          <p:cNvPr id="284" name="모서리가 둥근 직사각형 283"/>
          <p:cNvSpPr/>
          <p:nvPr/>
        </p:nvSpPr>
        <p:spPr>
          <a:xfrm>
            <a:off x="757443" y="5689416"/>
            <a:ext cx="1096942" cy="539488"/>
          </a:xfrm>
          <a:prstGeom prst="roundRect">
            <a:avLst>
              <a:gd name="adj" fmla="val 3228"/>
            </a:avLst>
          </a:prstGeom>
          <a:noFill/>
          <a:ln w="25400">
            <a:solidFill>
              <a:srgbClr val="C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86" name="Text Box 118"/>
          <p:cNvSpPr txBox="1">
            <a:spLocks noChangeArrowheads="1"/>
          </p:cNvSpPr>
          <p:nvPr/>
        </p:nvSpPr>
        <p:spPr bwMode="gray">
          <a:xfrm>
            <a:off x="2832439" y="4819375"/>
            <a:ext cx="916342" cy="1800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>
            <a:spAutoFit/>
            <a:scene3d>
              <a:camera prst="orthographicFront"/>
              <a:lightRig rig="threePt" dir="t"/>
            </a:scene3d>
            <a:sp3d>
              <a:bevelT w="1270" h="6350"/>
            </a:sp3d>
          </a:bodyPr>
          <a:lstStyle>
            <a:defPPr>
              <a:defRPr lang="ko-KR"/>
            </a:defPPr>
            <a:lvl1pPr marL="342900" indent="-342900" defTabSz="1135063" eaLnBrk="0" hangingPunct="0">
              <a:tabLst>
                <a:tab pos="6149975" algn="l"/>
              </a:tabLst>
            </a:lvl1pPr>
            <a:lvl2pPr marL="0" lvl="1" algn="ctr" defTabSz="1135063" eaLnBrk="0" latinLnBrk="0" hangingPunct="0">
              <a:lnSpc>
                <a:spcPct val="90000"/>
              </a:lnSpc>
              <a:buClr>
                <a:srgbClr val="3271AA"/>
              </a:buClr>
              <a:buSzPct val="140000"/>
              <a:tabLst>
                <a:tab pos="6149975" algn="l"/>
              </a:tabLst>
              <a:defRPr sz="900">
                <a:latin typeface="Rix고딕 B" pitchFamily="18" charset="-127"/>
                <a:ea typeface="Rix고딕 B" pitchFamily="18" charset="-127"/>
              </a:defRPr>
            </a:lvl2pPr>
            <a:lvl3pPr marL="1143000" indent="-228600" defTabSz="1135063" eaLnBrk="0" hangingPunct="0">
              <a:tabLst>
                <a:tab pos="6149975" algn="l"/>
              </a:tabLst>
            </a:lvl3pPr>
            <a:lvl4pPr marL="1600200" indent="-228600" defTabSz="1135063" eaLnBrk="0" hangingPunct="0">
              <a:tabLst>
                <a:tab pos="6149975" algn="l"/>
              </a:tabLst>
            </a:lvl4pPr>
            <a:lvl5pPr marL="2057400" indent="-228600" defTabSz="1135063" eaLnBrk="0" hangingPunct="0">
              <a:tabLst>
                <a:tab pos="6149975" algn="l"/>
              </a:tabLst>
            </a:lvl5pPr>
            <a:lvl6pPr marL="2514600" indent="-228600" defTabSz="1135063" eaLnBrk="0" fontAlgn="base" hangingPunct="0">
              <a:spcBef>
                <a:spcPct val="0"/>
              </a:spcBef>
              <a:spcAft>
                <a:spcPct val="0"/>
              </a:spcAft>
              <a:tabLst>
                <a:tab pos="6149975" algn="l"/>
              </a:tabLst>
            </a:lvl6pPr>
            <a:lvl7pPr marL="2971800" indent="-228600" defTabSz="1135063" eaLnBrk="0" fontAlgn="base" hangingPunct="0">
              <a:spcBef>
                <a:spcPct val="0"/>
              </a:spcBef>
              <a:spcAft>
                <a:spcPct val="0"/>
              </a:spcAft>
              <a:tabLst>
                <a:tab pos="6149975" algn="l"/>
              </a:tabLst>
            </a:lvl7pPr>
            <a:lvl8pPr marL="3429000" indent="-228600" defTabSz="1135063" eaLnBrk="0" fontAlgn="base" hangingPunct="0">
              <a:spcBef>
                <a:spcPct val="0"/>
              </a:spcBef>
              <a:spcAft>
                <a:spcPct val="0"/>
              </a:spcAft>
              <a:tabLst>
                <a:tab pos="6149975" algn="l"/>
              </a:tabLst>
            </a:lvl8pPr>
            <a:lvl9pPr marL="3886200" indent="-228600" defTabSz="1135063" eaLnBrk="0" fontAlgn="base" hangingPunct="0">
              <a:spcBef>
                <a:spcPct val="0"/>
              </a:spcBef>
              <a:spcAft>
                <a:spcPct val="0"/>
              </a:spcAft>
              <a:tabLst>
                <a:tab pos="6149975" algn="l"/>
              </a:tabLst>
            </a:lvl9pPr>
          </a:lstStyle>
          <a:p>
            <a:pPr lvl="1"/>
            <a:r>
              <a:rPr lang="ko-KR" altLang="en-US" sz="130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Rix고딕 M" pitchFamily="18" charset="-127"/>
                <a:ea typeface="Rix고딕 M" pitchFamily="18" charset="-127"/>
                <a:sym typeface="Symbol" pitchFamily="18" charset="2"/>
              </a:rPr>
              <a:t>송지훈 부장</a:t>
            </a:r>
          </a:p>
        </p:txBody>
      </p:sp>
      <p:sp>
        <p:nvSpPr>
          <p:cNvPr id="287" name="양쪽 모서리가 둥근 사각형 286"/>
          <p:cNvSpPr/>
          <p:nvPr/>
        </p:nvSpPr>
        <p:spPr bwMode="gray">
          <a:xfrm>
            <a:off x="2114095" y="5105546"/>
            <a:ext cx="2316374" cy="245166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tx1">
              <a:lumMod val="50000"/>
              <a:lumOff val="5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anchor="ctr"/>
          <a:lstStyle/>
          <a:p>
            <a:pPr algn="ctr"/>
            <a:r>
              <a:rPr lang="en-US" altLang="ko-KR" sz="1400" dirty="0">
                <a:latin typeface="Rix고딕 B" pitchFamily="18" charset="-127"/>
                <a:ea typeface="Rix고딕 B" pitchFamily="18" charset="-127"/>
              </a:rPr>
              <a:t>SE</a:t>
            </a:r>
            <a:endParaRPr lang="ko-KR" altLang="en-US" sz="1400" dirty="0">
              <a:latin typeface="Rix고딕 B" pitchFamily="18" charset="-127"/>
              <a:ea typeface="Rix고딕 B" pitchFamily="18" charset="-127"/>
            </a:endParaRPr>
          </a:p>
        </p:txBody>
      </p:sp>
      <p:sp>
        <p:nvSpPr>
          <p:cNvPr id="288" name="Text Box 118"/>
          <p:cNvSpPr txBox="1">
            <a:spLocks noChangeArrowheads="1"/>
          </p:cNvSpPr>
          <p:nvPr/>
        </p:nvSpPr>
        <p:spPr bwMode="gray">
          <a:xfrm>
            <a:off x="2255175" y="5424049"/>
            <a:ext cx="916342" cy="180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>
            <a:spAutoFit/>
            <a:scene3d>
              <a:camera prst="orthographicFront"/>
              <a:lightRig rig="threePt" dir="t"/>
            </a:scene3d>
            <a:sp3d>
              <a:bevelT w="1270" h="6350"/>
            </a:sp3d>
          </a:bodyPr>
          <a:lstStyle>
            <a:defPPr>
              <a:defRPr lang="ko-KR"/>
            </a:defPPr>
            <a:lvl1pPr marL="342900" indent="-342900" defTabSz="1135063" eaLnBrk="0" hangingPunct="0">
              <a:tabLst>
                <a:tab pos="6149975" algn="l"/>
              </a:tabLst>
            </a:lvl1pPr>
            <a:lvl2pPr marL="0" lvl="1" algn="ctr" defTabSz="1135063" eaLnBrk="0" latinLnBrk="0" hangingPunct="0">
              <a:lnSpc>
                <a:spcPct val="90000"/>
              </a:lnSpc>
              <a:buClr>
                <a:srgbClr val="3271AA"/>
              </a:buClr>
              <a:buSzPct val="140000"/>
              <a:tabLst>
                <a:tab pos="6149975" algn="l"/>
              </a:tabLst>
              <a:defRPr sz="900">
                <a:latin typeface="Rix고딕 B" pitchFamily="18" charset="-127"/>
                <a:ea typeface="Rix고딕 B" pitchFamily="18" charset="-127"/>
              </a:defRPr>
            </a:lvl2pPr>
            <a:lvl3pPr marL="1143000" indent="-228600" defTabSz="1135063" eaLnBrk="0" hangingPunct="0">
              <a:tabLst>
                <a:tab pos="6149975" algn="l"/>
              </a:tabLst>
            </a:lvl3pPr>
            <a:lvl4pPr marL="1600200" indent="-228600" defTabSz="1135063" eaLnBrk="0" hangingPunct="0">
              <a:tabLst>
                <a:tab pos="6149975" algn="l"/>
              </a:tabLst>
            </a:lvl4pPr>
            <a:lvl5pPr marL="2057400" indent="-228600" defTabSz="1135063" eaLnBrk="0" hangingPunct="0">
              <a:tabLst>
                <a:tab pos="6149975" algn="l"/>
              </a:tabLst>
            </a:lvl5pPr>
            <a:lvl6pPr marL="2514600" indent="-228600" defTabSz="1135063" eaLnBrk="0" fontAlgn="base" hangingPunct="0">
              <a:spcBef>
                <a:spcPct val="0"/>
              </a:spcBef>
              <a:spcAft>
                <a:spcPct val="0"/>
              </a:spcAft>
              <a:tabLst>
                <a:tab pos="6149975" algn="l"/>
              </a:tabLst>
            </a:lvl6pPr>
            <a:lvl7pPr marL="2971800" indent="-228600" defTabSz="1135063" eaLnBrk="0" fontAlgn="base" hangingPunct="0">
              <a:spcBef>
                <a:spcPct val="0"/>
              </a:spcBef>
              <a:spcAft>
                <a:spcPct val="0"/>
              </a:spcAft>
              <a:tabLst>
                <a:tab pos="6149975" algn="l"/>
              </a:tabLst>
            </a:lvl7pPr>
            <a:lvl8pPr marL="3429000" indent="-228600" defTabSz="1135063" eaLnBrk="0" fontAlgn="base" hangingPunct="0">
              <a:spcBef>
                <a:spcPct val="0"/>
              </a:spcBef>
              <a:spcAft>
                <a:spcPct val="0"/>
              </a:spcAft>
              <a:tabLst>
                <a:tab pos="6149975" algn="l"/>
              </a:tabLst>
            </a:lvl8pPr>
            <a:lvl9pPr marL="3886200" indent="-228600" defTabSz="1135063" eaLnBrk="0" fontAlgn="base" hangingPunct="0">
              <a:spcBef>
                <a:spcPct val="0"/>
              </a:spcBef>
              <a:spcAft>
                <a:spcPct val="0"/>
              </a:spcAft>
              <a:tabLst>
                <a:tab pos="6149975" algn="l"/>
              </a:tabLst>
            </a:lvl9pPr>
          </a:lstStyle>
          <a:p>
            <a:pPr lvl="1"/>
            <a:r>
              <a:rPr lang="ko-KR" altLang="en-US" sz="1300" spc="-1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Rix고딕 M" pitchFamily="18" charset="-127"/>
                <a:ea typeface="Rix고딕 M" pitchFamily="18" charset="-127"/>
                <a:sym typeface="Symbol" pitchFamily="18" charset="2"/>
              </a:rPr>
              <a:t>임재원 부장</a:t>
            </a:r>
            <a:endParaRPr lang="ko-KR" altLang="en-US" sz="1300" spc="-100" dirty="0">
              <a:solidFill>
                <a:schemeClr val="tx1">
                  <a:lumMod val="75000"/>
                  <a:lumOff val="25000"/>
                </a:schemeClr>
              </a:solidFill>
              <a:latin typeface="Rix고딕 M" pitchFamily="18" charset="-127"/>
              <a:ea typeface="Rix고딕 M" pitchFamily="18" charset="-127"/>
              <a:sym typeface="Symbol" pitchFamily="18" charset="2"/>
            </a:endParaRPr>
          </a:p>
        </p:txBody>
      </p:sp>
      <p:sp>
        <p:nvSpPr>
          <p:cNvPr id="290" name="Text Box 118"/>
          <p:cNvSpPr txBox="1">
            <a:spLocks noChangeArrowheads="1"/>
          </p:cNvSpPr>
          <p:nvPr/>
        </p:nvSpPr>
        <p:spPr bwMode="gray">
          <a:xfrm>
            <a:off x="2255175" y="5680335"/>
            <a:ext cx="916342" cy="1800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>
            <a:spAutoFit/>
            <a:scene3d>
              <a:camera prst="orthographicFront"/>
              <a:lightRig rig="threePt" dir="t"/>
            </a:scene3d>
            <a:sp3d>
              <a:bevelT w="1270" h="6350"/>
            </a:sp3d>
          </a:bodyPr>
          <a:lstStyle>
            <a:defPPr>
              <a:defRPr lang="ko-KR"/>
            </a:defPPr>
            <a:lvl1pPr marL="342900" indent="-342900" defTabSz="1135063" eaLnBrk="0" hangingPunct="0">
              <a:tabLst>
                <a:tab pos="6149975" algn="l"/>
              </a:tabLst>
            </a:lvl1pPr>
            <a:lvl2pPr marL="0" lvl="1" algn="ctr" defTabSz="1135063" eaLnBrk="0" latinLnBrk="0" hangingPunct="0">
              <a:lnSpc>
                <a:spcPct val="90000"/>
              </a:lnSpc>
              <a:buClr>
                <a:srgbClr val="3271AA"/>
              </a:buClr>
              <a:buSzPct val="140000"/>
              <a:tabLst>
                <a:tab pos="6149975" algn="l"/>
              </a:tabLst>
              <a:defRPr sz="900">
                <a:latin typeface="Rix고딕 B" pitchFamily="18" charset="-127"/>
                <a:ea typeface="Rix고딕 B" pitchFamily="18" charset="-127"/>
              </a:defRPr>
            </a:lvl2pPr>
            <a:lvl3pPr marL="1143000" indent="-228600" defTabSz="1135063" eaLnBrk="0" hangingPunct="0">
              <a:tabLst>
                <a:tab pos="6149975" algn="l"/>
              </a:tabLst>
            </a:lvl3pPr>
            <a:lvl4pPr marL="1600200" indent="-228600" defTabSz="1135063" eaLnBrk="0" hangingPunct="0">
              <a:tabLst>
                <a:tab pos="6149975" algn="l"/>
              </a:tabLst>
            </a:lvl4pPr>
            <a:lvl5pPr marL="2057400" indent="-228600" defTabSz="1135063" eaLnBrk="0" hangingPunct="0">
              <a:tabLst>
                <a:tab pos="6149975" algn="l"/>
              </a:tabLst>
            </a:lvl5pPr>
            <a:lvl6pPr marL="2514600" indent="-228600" defTabSz="1135063" eaLnBrk="0" fontAlgn="base" hangingPunct="0">
              <a:spcBef>
                <a:spcPct val="0"/>
              </a:spcBef>
              <a:spcAft>
                <a:spcPct val="0"/>
              </a:spcAft>
              <a:tabLst>
                <a:tab pos="6149975" algn="l"/>
              </a:tabLst>
            </a:lvl6pPr>
            <a:lvl7pPr marL="2971800" indent="-228600" defTabSz="1135063" eaLnBrk="0" fontAlgn="base" hangingPunct="0">
              <a:spcBef>
                <a:spcPct val="0"/>
              </a:spcBef>
              <a:spcAft>
                <a:spcPct val="0"/>
              </a:spcAft>
              <a:tabLst>
                <a:tab pos="6149975" algn="l"/>
              </a:tabLst>
            </a:lvl7pPr>
            <a:lvl8pPr marL="3429000" indent="-228600" defTabSz="1135063" eaLnBrk="0" fontAlgn="base" hangingPunct="0">
              <a:spcBef>
                <a:spcPct val="0"/>
              </a:spcBef>
              <a:spcAft>
                <a:spcPct val="0"/>
              </a:spcAft>
              <a:tabLst>
                <a:tab pos="6149975" algn="l"/>
              </a:tabLst>
            </a:lvl8pPr>
            <a:lvl9pPr marL="3886200" indent="-228600" defTabSz="1135063" eaLnBrk="0" fontAlgn="base" hangingPunct="0">
              <a:spcBef>
                <a:spcPct val="0"/>
              </a:spcBef>
              <a:spcAft>
                <a:spcPct val="0"/>
              </a:spcAft>
              <a:tabLst>
                <a:tab pos="6149975" algn="l"/>
              </a:tabLst>
            </a:lvl9pPr>
          </a:lstStyle>
          <a:p>
            <a:pPr lvl="1"/>
            <a:r>
              <a:rPr lang="ko-KR" altLang="en-US" sz="1300" spc="-1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Rix고딕 M" pitchFamily="18" charset="-127"/>
                <a:ea typeface="Rix고딕 M" pitchFamily="18" charset="-127"/>
                <a:sym typeface="Symbol" pitchFamily="18" charset="2"/>
              </a:rPr>
              <a:t>전준모 대리</a:t>
            </a:r>
            <a:endParaRPr lang="ko-KR" altLang="en-US" sz="1300" spc="-100" dirty="0">
              <a:solidFill>
                <a:schemeClr val="tx1">
                  <a:lumMod val="75000"/>
                  <a:lumOff val="25000"/>
                </a:schemeClr>
              </a:solidFill>
              <a:latin typeface="Rix고딕 M" pitchFamily="18" charset="-127"/>
              <a:ea typeface="Rix고딕 M" pitchFamily="18" charset="-127"/>
              <a:sym typeface="Symbol" pitchFamily="18" charset="2"/>
            </a:endParaRPr>
          </a:p>
        </p:txBody>
      </p:sp>
      <p:sp>
        <p:nvSpPr>
          <p:cNvPr id="291" name="Text Box 118"/>
          <p:cNvSpPr txBox="1">
            <a:spLocks noChangeArrowheads="1"/>
          </p:cNvSpPr>
          <p:nvPr/>
        </p:nvSpPr>
        <p:spPr bwMode="gray">
          <a:xfrm>
            <a:off x="3293400" y="5442374"/>
            <a:ext cx="916342" cy="1800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>
            <a:spAutoFit/>
            <a:scene3d>
              <a:camera prst="orthographicFront"/>
              <a:lightRig rig="threePt" dir="t"/>
            </a:scene3d>
            <a:sp3d>
              <a:bevelT w="1270" h="6350"/>
            </a:sp3d>
          </a:bodyPr>
          <a:lstStyle>
            <a:defPPr>
              <a:defRPr lang="ko-KR"/>
            </a:defPPr>
            <a:lvl1pPr marL="342900" indent="-342900" defTabSz="1135063" eaLnBrk="0" hangingPunct="0">
              <a:tabLst>
                <a:tab pos="6149975" algn="l"/>
              </a:tabLst>
            </a:lvl1pPr>
            <a:lvl2pPr marL="0" lvl="1" algn="ctr" defTabSz="1135063" eaLnBrk="0" latinLnBrk="0" hangingPunct="0">
              <a:lnSpc>
                <a:spcPct val="90000"/>
              </a:lnSpc>
              <a:buClr>
                <a:srgbClr val="3271AA"/>
              </a:buClr>
              <a:buSzPct val="140000"/>
              <a:tabLst>
                <a:tab pos="6149975" algn="l"/>
              </a:tabLst>
              <a:defRPr sz="900">
                <a:latin typeface="Rix고딕 B" pitchFamily="18" charset="-127"/>
                <a:ea typeface="Rix고딕 B" pitchFamily="18" charset="-127"/>
              </a:defRPr>
            </a:lvl2pPr>
            <a:lvl3pPr marL="1143000" indent="-228600" defTabSz="1135063" eaLnBrk="0" hangingPunct="0">
              <a:tabLst>
                <a:tab pos="6149975" algn="l"/>
              </a:tabLst>
            </a:lvl3pPr>
            <a:lvl4pPr marL="1600200" indent="-228600" defTabSz="1135063" eaLnBrk="0" hangingPunct="0">
              <a:tabLst>
                <a:tab pos="6149975" algn="l"/>
              </a:tabLst>
            </a:lvl4pPr>
            <a:lvl5pPr marL="2057400" indent="-228600" defTabSz="1135063" eaLnBrk="0" hangingPunct="0">
              <a:tabLst>
                <a:tab pos="6149975" algn="l"/>
              </a:tabLst>
            </a:lvl5pPr>
            <a:lvl6pPr marL="2514600" indent="-228600" defTabSz="1135063" eaLnBrk="0" fontAlgn="base" hangingPunct="0">
              <a:spcBef>
                <a:spcPct val="0"/>
              </a:spcBef>
              <a:spcAft>
                <a:spcPct val="0"/>
              </a:spcAft>
              <a:tabLst>
                <a:tab pos="6149975" algn="l"/>
              </a:tabLst>
            </a:lvl6pPr>
            <a:lvl7pPr marL="2971800" indent="-228600" defTabSz="1135063" eaLnBrk="0" fontAlgn="base" hangingPunct="0">
              <a:spcBef>
                <a:spcPct val="0"/>
              </a:spcBef>
              <a:spcAft>
                <a:spcPct val="0"/>
              </a:spcAft>
              <a:tabLst>
                <a:tab pos="6149975" algn="l"/>
              </a:tabLst>
            </a:lvl7pPr>
            <a:lvl8pPr marL="3429000" indent="-228600" defTabSz="1135063" eaLnBrk="0" fontAlgn="base" hangingPunct="0">
              <a:spcBef>
                <a:spcPct val="0"/>
              </a:spcBef>
              <a:spcAft>
                <a:spcPct val="0"/>
              </a:spcAft>
              <a:tabLst>
                <a:tab pos="6149975" algn="l"/>
              </a:tabLst>
            </a:lvl8pPr>
            <a:lvl9pPr marL="3886200" indent="-228600" defTabSz="1135063" eaLnBrk="0" fontAlgn="base" hangingPunct="0">
              <a:spcBef>
                <a:spcPct val="0"/>
              </a:spcBef>
              <a:spcAft>
                <a:spcPct val="0"/>
              </a:spcAft>
              <a:tabLst>
                <a:tab pos="6149975" algn="l"/>
              </a:tabLst>
            </a:lvl9pPr>
          </a:lstStyle>
          <a:p>
            <a:pPr lvl="1"/>
            <a:r>
              <a:rPr lang="ko-KR" altLang="en-US" sz="1300" spc="-100" smtClean="0">
                <a:solidFill>
                  <a:schemeClr val="tx1">
                    <a:lumMod val="75000"/>
                    <a:lumOff val="25000"/>
                  </a:schemeClr>
                </a:solidFill>
                <a:latin typeface="Rix고딕 M" pitchFamily="18" charset="-127"/>
                <a:ea typeface="Rix고딕 M" pitchFamily="18" charset="-127"/>
                <a:sym typeface="Symbol" pitchFamily="18" charset="2"/>
              </a:rPr>
              <a:t>박상민 사원</a:t>
            </a:r>
            <a:endParaRPr lang="ko-KR" altLang="en-US" sz="1300" spc="-100" dirty="0">
              <a:solidFill>
                <a:schemeClr val="tx1">
                  <a:lumMod val="75000"/>
                  <a:lumOff val="25000"/>
                </a:schemeClr>
              </a:solidFill>
              <a:latin typeface="Rix고딕 M" pitchFamily="18" charset="-127"/>
              <a:ea typeface="Rix고딕 M" pitchFamily="18" charset="-127"/>
              <a:sym typeface="Symbol" pitchFamily="18" charset="2"/>
            </a:endParaRPr>
          </a:p>
        </p:txBody>
      </p:sp>
      <p:sp>
        <p:nvSpPr>
          <p:cNvPr id="292" name="Text Box 118"/>
          <p:cNvSpPr txBox="1">
            <a:spLocks noChangeArrowheads="1"/>
          </p:cNvSpPr>
          <p:nvPr/>
        </p:nvSpPr>
        <p:spPr bwMode="gray">
          <a:xfrm>
            <a:off x="2271050" y="5974219"/>
            <a:ext cx="916342" cy="1800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>
            <a:spAutoFit/>
            <a:scene3d>
              <a:camera prst="orthographicFront"/>
              <a:lightRig rig="threePt" dir="t"/>
            </a:scene3d>
            <a:sp3d>
              <a:bevelT w="1270" h="6350"/>
            </a:sp3d>
          </a:bodyPr>
          <a:lstStyle>
            <a:defPPr>
              <a:defRPr lang="ko-KR"/>
            </a:defPPr>
            <a:lvl1pPr marL="342900" indent="-342900" defTabSz="1135063" eaLnBrk="0" hangingPunct="0">
              <a:tabLst>
                <a:tab pos="6149975" algn="l"/>
              </a:tabLst>
            </a:lvl1pPr>
            <a:lvl2pPr marL="0" lvl="1" algn="ctr" defTabSz="1135063" eaLnBrk="0" latinLnBrk="0" hangingPunct="0">
              <a:lnSpc>
                <a:spcPct val="90000"/>
              </a:lnSpc>
              <a:buClr>
                <a:srgbClr val="3271AA"/>
              </a:buClr>
              <a:buSzPct val="140000"/>
              <a:tabLst>
                <a:tab pos="6149975" algn="l"/>
              </a:tabLst>
              <a:defRPr sz="900">
                <a:latin typeface="Rix고딕 B" pitchFamily="18" charset="-127"/>
                <a:ea typeface="Rix고딕 B" pitchFamily="18" charset="-127"/>
              </a:defRPr>
            </a:lvl2pPr>
            <a:lvl3pPr marL="1143000" indent="-228600" defTabSz="1135063" eaLnBrk="0" hangingPunct="0">
              <a:tabLst>
                <a:tab pos="6149975" algn="l"/>
              </a:tabLst>
            </a:lvl3pPr>
            <a:lvl4pPr marL="1600200" indent="-228600" defTabSz="1135063" eaLnBrk="0" hangingPunct="0">
              <a:tabLst>
                <a:tab pos="6149975" algn="l"/>
              </a:tabLst>
            </a:lvl4pPr>
            <a:lvl5pPr marL="2057400" indent="-228600" defTabSz="1135063" eaLnBrk="0" hangingPunct="0">
              <a:tabLst>
                <a:tab pos="6149975" algn="l"/>
              </a:tabLst>
            </a:lvl5pPr>
            <a:lvl6pPr marL="2514600" indent="-228600" defTabSz="1135063" eaLnBrk="0" fontAlgn="base" hangingPunct="0">
              <a:spcBef>
                <a:spcPct val="0"/>
              </a:spcBef>
              <a:spcAft>
                <a:spcPct val="0"/>
              </a:spcAft>
              <a:tabLst>
                <a:tab pos="6149975" algn="l"/>
              </a:tabLst>
            </a:lvl6pPr>
            <a:lvl7pPr marL="2971800" indent="-228600" defTabSz="1135063" eaLnBrk="0" fontAlgn="base" hangingPunct="0">
              <a:spcBef>
                <a:spcPct val="0"/>
              </a:spcBef>
              <a:spcAft>
                <a:spcPct val="0"/>
              </a:spcAft>
              <a:tabLst>
                <a:tab pos="6149975" algn="l"/>
              </a:tabLst>
            </a:lvl7pPr>
            <a:lvl8pPr marL="3429000" indent="-228600" defTabSz="1135063" eaLnBrk="0" fontAlgn="base" hangingPunct="0">
              <a:spcBef>
                <a:spcPct val="0"/>
              </a:spcBef>
              <a:spcAft>
                <a:spcPct val="0"/>
              </a:spcAft>
              <a:tabLst>
                <a:tab pos="6149975" algn="l"/>
              </a:tabLst>
            </a:lvl8pPr>
            <a:lvl9pPr marL="3886200" indent="-228600" defTabSz="1135063" eaLnBrk="0" fontAlgn="base" hangingPunct="0">
              <a:spcBef>
                <a:spcPct val="0"/>
              </a:spcBef>
              <a:spcAft>
                <a:spcPct val="0"/>
              </a:spcAft>
              <a:tabLst>
                <a:tab pos="6149975" algn="l"/>
              </a:tabLst>
            </a:lvl9pPr>
          </a:lstStyle>
          <a:p>
            <a:pPr lvl="1"/>
            <a:r>
              <a:rPr lang="ko-KR" altLang="en-US" sz="1300" spc="-1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Rix고딕 M" pitchFamily="18" charset="-127"/>
                <a:ea typeface="Rix고딕 M" pitchFamily="18" charset="-127"/>
                <a:sym typeface="Symbol" pitchFamily="18" charset="2"/>
              </a:rPr>
              <a:t>최장엽 차장</a:t>
            </a:r>
            <a:endParaRPr lang="ko-KR" altLang="en-US" sz="1300" spc="-100" dirty="0">
              <a:solidFill>
                <a:schemeClr val="tx1">
                  <a:lumMod val="75000"/>
                  <a:lumOff val="25000"/>
                </a:schemeClr>
              </a:solidFill>
              <a:latin typeface="Rix고딕 M" pitchFamily="18" charset="-127"/>
              <a:ea typeface="Rix고딕 M" pitchFamily="18" charset="-127"/>
              <a:sym typeface="Symbol" pitchFamily="18" charset="2"/>
            </a:endParaRPr>
          </a:p>
        </p:txBody>
      </p:sp>
      <p:sp>
        <p:nvSpPr>
          <p:cNvPr id="293" name="모서리가 둥근 직사각형 292"/>
          <p:cNvSpPr/>
          <p:nvPr/>
        </p:nvSpPr>
        <p:spPr>
          <a:xfrm>
            <a:off x="2295184" y="5932930"/>
            <a:ext cx="1982782" cy="263694"/>
          </a:xfrm>
          <a:prstGeom prst="roundRect">
            <a:avLst>
              <a:gd name="adj" fmla="val 3228"/>
            </a:avLst>
          </a:prstGeom>
          <a:noFill/>
          <a:ln w="25400">
            <a:solidFill>
              <a:srgbClr val="C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95" name="Text Box 118"/>
          <p:cNvSpPr txBox="1">
            <a:spLocks noChangeArrowheads="1"/>
          </p:cNvSpPr>
          <p:nvPr/>
        </p:nvSpPr>
        <p:spPr bwMode="gray">
          <a:xfrm>
            <a:off x="5605843" y="4811359"/>
            <a:ext cx="916342" cy="1800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>
            <a:spAutoFit/>
            <a:scene3d>
              <a:camera prst="orthographicFront"/>
              <a:lightRig rig="threePt" dir="t"/>
            </a:scene3d>
            <a:sp3d>
              <a:bevelT w="1270" h="6350"/>
            </a:sp3d>
          </a:bodyPr>
          <a:lstStyle>
            <a:defPPr>
              <a:defRPr lang="ko-KR"/>
            </a:defPPr>
            <a:lvl1pPr marL="342900" indent="-342900" defTabSz="1135063" eaLnBrk="0" hangingPunct="0">
              <a:tabLst>
                <a:tab pos="6149975" algn="l"/>
              </a:tabLst>
            </a:lvl1pPr>
            <a:lvl2pPr marL="0" lvl="1" algn="ctr" defTabSz="1135063" eaLnBrk="0" latinLnBrk="0" hangingPunct="0">
              <a:lnSpc>
                <a:spcPct val="90000"/>
              </a:lnSpc>
              <a:buClr>
                <a:srgbClr val="3271AA"/>
              </a:buClr>
              <a:buSzPct val="140000"/>
              <a:tabLst>
                <a:tab pos="6149975" algn="l"/>
              </a:tabLst>
              <a:defRPr sz="900">
                <a:latin typeface="Rix고딕 B" pitchFamily="18" charset="-127"/>
                <a:ea typeface="Rix고딕 B" pitchFamily="18" charset="-127"/>
              </a:defRPr>
            </a:lvl2pPr>
            <a:lvl3pPr marL="1143000" indent="-228600" defTabSz="1135063" eaLnBrk="0" hangingPunct="0">
              <a:tabLst>
                <a:tab pos="6149975" algn="l"/>
              </a:tabLst>
            </a:lvl3pPr>
            <a:lvl4pPr marL="1600200" indent="-228600" defTabSz="1135063" eaLnBrk="0" hangingPunct="0">
              <a:tabLst>
                <a:tab pos="6149975" algn="l"/>
              </a:tabLst>
            </a:lvl4pPr>
            <a:lvl5pPr marL="2057400" indent="-228600" defTabSz="1135063" eaLnBrk="0" hangingPunct="0">
              <a:tabLst>
                <a:tab pos="6149975" algn="l"/>
              </a:tabLst>
            </a:lvl5pPr>
            <a:lvl6pPr marL="2514600" indent="-228600" defTabSz="1135063" eaLnBrk="0" fontAlgn="base" hangingPunct="0">
              <a:spcBef>
                <a:spcPct val="0"/>
              </a:spcBef>
              <a:spcAft>
                <a:spcPct val="0"/>
              </a:spcAft>
              <a:tabLst>
                <a:tab pos="6149975" algn="l"/>
              </a:tabLst>
            </a:lvl6pPr>
            <a:lvl7pPr marL="2971800" indent="-228600" defTabSz="1135063" eaLnBrk="0" fontAlgn="base" hangingPunct="0">
              <a:spcBef>
                <a:spcPct val="0"/>
              </a:spcBef>
              <a:spcAft>
                <a:spcPct val="0"/>
              </a:spcAft>
              <a:tabLst>
                <a:tab pos="6149975" algn="l"/>
              </a:tabLst>
            </a:lvl7pPr>
            <a:lvl8pPr marL="3429000" indent="-228600" defTabSz="1135063" eaLnBrk="0" fontAlgn="base" hangingPunct="0">
              <a:spcBef>
                <a:spcPct val="0"/>
              </a:spcBef>
              <a:spcAft>
                <a:spcPct val="0"/>
              </a:spcAft>
              <a:tabLst>
                <a:tab pos="6149975" algn="l"/>
              </a:tabLst>
            </a:lvl8pPr>
            <a:lvl9pPr marL="3886200" indent="-228600" defTabSz="1135063" eaLnBrk="0" fontAlgn="base" hangingPunct="0">
              <a:spcBef>
                <a:spcPct val="0"/>
              </a:spcBef>
              <a:spcAft>
                <a:spcPct val="0"/>
              </a:spcAft>
              <a:tabLst>
                <a:tab pos="6149975" algn="l"/>
              </a:tabLst>
            </a:lvl9pPr>
          </a:lstStyle>
          <a:p>
            <a:pPr lvl="1"/>
            <a:r>
              <a:rPr lang="ko-KR" altLang="en-US" sz="1300" spc="-1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Rix고딕 M" pitchFamily="18" charset="-127"/>
                <a:ea typeface="Rix고딕 M" pitchFamily="18" charset="-127"/>
                <a:sym typeface="Symbol" pitchFamily="18" charset="2"/>
              </a:rPr>
              <a:t>문남호 부장</a:t>
            </a:r>
            <a:endParaRPr lang="ko-KR" altLang="en-US" sz="1300" spc="-100" dirty="0">
              <a:solidFill>
                <a:schemeClr val="tx1">
                  <a:lumMod val="75000"/>
                  <a:lumOff val="25000"/>
                </a:schemeClr>
              </a:solidFill>
              <a:latin typeface="Rix고딕 M" pitchFamily="18" charset="-127"/>
              <a:ea typeface="Rix고딕 M" pitchFamily="18" charset="-127"/>
              <a:sym typeface="Symbol" pitchFamily="18" charset="2"/>
            </a:endParaRPr>
          </a:p>
        </p:txBody>
      </p:sp>
      <p:sp>
        <p:nvSpPr>
          <p:cNvPr id="296" name="양쪽 모서리가 둥근 사각형 295"/>
          <p:cNvSpPr/>
          <p:nvPr/>
        </p:nvSpPr>
        <p:spPr bwMode="gray">
          <a:xfrm>
            <a:off x="4496973" y="5105546"/>
            <a:ext cx="2660472" cy="245166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tx1">
              <a:lumMod val="50000"/>
              <a:lumOff val="5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anchor="ctr"/>
          <a:lstStyle/>
          <a:p>
            <a:pPr algn="ctr"/>
            <a:r>
              <a:rPr lang="en-US" altLang="ko-KR" sz="1400" dirty="0">
                <a:latin typeface="Rix고딕 B" pitchFamily="18" charset="-127"/>
                <a:ea typeface="Rix고딕 B" pitchFamily="18" charset="-127"/>
              </a:rPr>
              <a:t>SE</a:t>
            </a:r>
            <a:endParaRPr lang="ko-KR" altLang="en-US" sz="1400" dirty="0">
              <a:latin typeface="Rix고딕 B" pitchFamily="18" charset="-127"/>
              <a:ea typeface="Rix고딕 B" pitchFamily="18" charset="-127"/>
            </a:endParaRPr>
          </a:p>
        </p:txBody>
      </p:sp>
      <p:sp>
        <p:nvSpPr>
          <p:cNvPr id="297" name="Text Box 118"/>
          <p:cNvSpPr txBox="1">
            <a:spLocks noChangeArrowheads="1"/>
          </p:cNvSpPr>
          <p:nvPr/>
        </p:nvSpPr>
        <p:spPr bwMode="gray">
          <a:xfrm>
            <a:off x="4719543" y="5458018"/>
            <a:ext cx="833532" cy="180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  <a:scene3d>
              <a:camera prst="orthographicFront"/>
              <a:lightRig rig="threePt" dir="t"/>
            </a:scene3d>
            <a:sp3d>
              <a:bevelT w="1270" h="6350"/>
            </a:sp3d>
          </a:bodyPr>
          <a:lstStyle>
            <a:defPPr>
              <a:defRPr lang="ko-KR"/>
            </a:defPPr>
            <a:lvl1pPr marL="342900" indent="-342900" defTabSz="1135063" eaLnBrk="0" hangingPunct="0">
              <a:tabLst>
                <a:tab pos="6149975" algn="l"/>
              </a:tabLst>
            </a:lvl1pPr>
            <a:lvl2pPr marL="0" lvl="1" algn="ctr" defTabSz="1135063" eaLnBrk="0" latinLnBrk="0" hangingPunct="0">
              <a:lnSpc>
                <a:spcPct val="90000"/>
              </a:lnSpc>
              <a:buClr>
                <a:srgbClr val="3271AA"/>
              </a:buClr>
              <a:buSzPct val="140000"/>
              <a:tabLst>
                <a:tab pos="6149975" algn="l"/>
              </a:tabLst>
              <a:defRPr sz="900">
                <a:latin typeface="Rix고딕 B" pitchFamily="18" charset="-127"/>
                <a:ea typeface="Rix고딕 B" pitchFamily="18" charset="-127"/>
              </a:defRPr>
            </a:lvl2pPr>
            <a:lvl3pPr marL="1143000" indent="-228600" defTabSz="1135063" eaLnBrk="0" hangingPunct="0">
              <a:tabLst>
                <a:tab pos="6149975" algn="l"/>
              </a:tabLst>
            </a:lvl3pPr>
            <a:lvl4pPr marL="1600200" indent="-228600" defTabSz="1135063" eaLnBrk="0" hangingPunct="0">
              <a:tabLst>
                <a:tab pos="6149975" algn="l"/>
              </a:tabLst>
            </a:lvl4pPr>
            <a:lvl5pPr marL="2057400" indent="-228600" defTabSz="1135063" eaLnBrk="0" hangingPunct="0">
              <a:tabLst>
                <a:tab pos="6149975" algn="l"/>
              </a:tabLst>
            </a:lvl5pPr>
            <a:lvl6pPr marL="2514600" indent="-228600" defTabSz="1135063" eaLnBrk="0" fontAlgn="base" hangingPunct="0">
              <a:spcBef>
                <a:spcPct val="0"/>
              </a:spcBef>
              <a:spcAft>
                <a:spcPct val="0"/>
              </a:spcAft>
              <a:tabLst>
                <a:tab pos="6149975" algn="l"/>
              </a:tabLst>
            </a:lvl6pPr>
            <a:lvl7pPr marL="2971800" indent="-228600" defTabSz="1135063" eaLnBrk="0" fontAlgn="base" hangingPunct="0">
              <a:spcBef>
                <a:spcPct val="0"/>
              </a:spcBef>
              <a:spcAft>
                <a:spcPct val="0"/>
              </a:spcAft>
              <a:tabLst>
                <a:tab pos="6149975" algn="l"/>
              </a:tabLst>
            </a:lvl7pPr>
            <a:lvl8pPr marL="3429000" indent="-228600" defTabSz="1135063" eaLnBrk="0" fontAlgn="base" hangingPunct="0">
              <a:spcBef>
                <a:spcPct val="0"/>
              </a:spcBef>
              <a:spcAft>
                <a:spcPct val="0"/>
              </a:spcAft>
              <a:tabLst>
                <a:tab pos="6149975" algn="l"/>
              </a:tabLst>
            </a:lvl8pPr>
            <a:lvl9pPr marL="3886200" indent="-228600" defTabSz="1135063" eaLnBrk="0" fontAlgn="base" hangingPunct="0">
              <a:spcBef>
                <a:spcPct val="0"/>
              </a:spcBef>
              <a:spcAft>
                <a:spcPct val="0"/>
              </a:spcAft>
              <a:tabLst>
                <a:tab pos="6149975" algn="l"/>
              </a:tabLst>
            </a:lvl9pPr>
          </a:lstStyle>
          <a:p>
            <a:pPr lvl="1" algn="l"/>
            <a:r>
              <a:rPr lang="ko-KR" altLang="en-US" sz="1300" spc="-13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Rix고딕 M" pitchFamily="18" charset="-127"/>
                <a:ea typeface="Rix고딕 M" pitchFamily="18" charset="-127"/>
                <a:sym typeface="Symbol" pitchFamily="18" charset="2"/>
              </a:rPr>
              <a:t>최병문 이사</a:t>
            </a:r>
            <a:endParaRPr lang="en-US" altLang="ko-KR" sz="1300" spc="-130" dirty="0">
              <a:solidFill>
                <a:schemeClr val="tx1">
                  <a:lumMod val="75000"/>
                  <a:lumOff val="25000"/>
                </a:schemeClr>
              </a:solidFill>
              <a:latin typeface="Rix고딕 M" pitchFamily="18" charset="-127"/>
              <a:ea typeface="Rix고딕 M" pitchFamily="18" charset="-127"/>
              <a:sym typeface="Symbol" pitchFamily="18" charset="2"/>
            </a:endParaRPr>
          </a:p>
        </p:txBody>
      </p:sp>
      <p:sp>
        <p:nvSpPr>
          <p:cNvPr id="298" name="Text Box 118"/>
          <p:cNvSpPr txBox="1">
            <a:spLocks noChangeArrowheads="1"/>
          </p:cNvSpPr>
          <p:nvPr/>
        </p:nvSpPr>
        <p:spPr bwMode="gray">
          <a:xfrm>
            <a:off x="5543436" y="5458018"/>
            <a:ext cx="897823" cy="180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  <a:scene3d>
              <a:camera prst="orthographicFront"/>
              <a:lightRig rig="threePt" dir="t"/>
            </a:scene3d>
            <a:sp3d>
              <a:bevelT w="1270" h="6350"/>
            </a:sp3d>
          </a:bodyPr>
          <a:lstStyle>
            <a:defPPr>
              <a:defRPr lang="ko-KR"/>
            </a:defPPr>
            <a:lvl1pPr marL="342900" indent="-342900" defTabSz="1135063" eaLnBrk="0" hangingPunct="0">
              <a:tabLst>
                <a:tab pos="6149975" algn="l"/>
              </a:tabLst>
            </a:lvl1pPr>
            <a:lvl2pPr marL="0" lvl="1" algn="ctr" defTabSz="1135063" eaLnBrk="0" latinLnBrk="0" hangingPunct="0">
              <a:lnSpc>
                <a:spcPct val="90000"/>
              </a:lnSpc>
              <a:buClr>
                <a:srgbClr val="3271AA"/>
              </a:buClr>
              <a:buSzPct val="140000"/>
              <a:tabLst>
                <a:tab pos="6149975" algn="l"/>
              </a:tabLst>
              <a:defRPr sz="900">
                <a:latin typeface="Rix고딕 B" pitchFamily="18" charset="-127"/>
                <a:ea typeface="Rix고딕 B" pitchFamily="18" charset="-127"/>
              </a:defRPr>
            </a:lvl2pPr>
            <a:lvl3pPr marL="1143000" indent="-228600" defTabSz="1135063" eaLnBrk="0" hangingPunct="0">
              <a:tabLst>
                <a:tab pos="6149975" algn="l"/>
              </a:tabLst>
            </a:lvl3pPr>
            <a:lvl4pPr marL="1600200" indent="-228600" defTabSz="1135063" eaLnBrk="0" hangingPunct="0">
              <a:tabLst>
                <a:tab pos="6149975" algn="l"/>
              </a:tabLst>
            </a:lvl4pPr>
            <a:lvl5pPr marL="2057400" indent="-228600" defTabSz="1135063" eaLnBrk="0" hangingPunct="0">
              <a:tabLst>
                <a:tab pos="6149975" algn="l"/>
              </a:tabLst>
            </a:lvl5pPr>
            <a:lvl6pPr marL="2514600" indent="-228600" defTabSz="1135063" eaLnBrk="0" fontAlgn="base" hangingPunct="0">
              <a:spcBef>
                <a:spcPct val="0"/>
              </a:spcBef>
              <a:spcAft>
                <a:spcPct val="0"/>
              </a:spcAft>
              <a:tabLst>
                <a:tab pos="6149975" algn="l"/>
              </a:tabLst>
            </a:lvl6pPr>
            <a:lvl7pPr marL="2971800" indent="-228600" defTabSz="1135063" eaLnBrk="0" fontAlgn="base" hangingPunct="0">
              <a:spcBef>
                <a:spcPct val="0"/>
              </a:spcBef>
              <a:spcAft>
                <a:spcPct val="0"/>
              </a:spcAft>
              <a:tabLst>
                <a:tab pos="6149975" algn="l"/>
              </a:tabLst>
            </a:lvl7pPr>
            <a:lvl8pPr marL="3429000" indent="-228600" defTabSz="1135063" eaLnBrk="0" fontAlgn="base" hangingPunct="0">
              <a:spcBef>
                <a:spcPct val="0"/>
              </a:spcBef>
              <a:spcAft>
                <a:spcPct val="0"/>
              </a:spcAft>
              <a:tabLst>
                <a:tab pos="6149975" algn="l"/>
              </a:tabLst>
            </a:lvl8pPr>
            <a:lvl9pPr marL="3886200" indent="-228600" defTabSz="1135063" eaLnBrk="0" fontAlgn="base" hangingPunct="0">
              <a:spcBef>
                <a:spcPct val="0"/>
              </a:spcBef>
              <a:spcAft>
                <a:spcPct val="0"/>
              </a:spcAft>
              <a:tabLst>
                <a:tab pos="6149975" algn="l"/>
              </a:tabLst>
            </a:lvl9pPr>
          </a:lstStyle>
          <a:p>
            <a:pPr lvl="1" algn="l"/>
            <a:r>
              <a:rPr lang="ko-KR" altLang="en-US" sz="1300" spc="-13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Rix고딕 M" pitchFamily="18" charset="-127"/>
                <a:ea typeface="Rix고딕 M" pitchFamily="18" charset="-127"/>
                <a:sym typeface="Symbol" pitchFamily="18" charset="2"/>
              </a:rPr>
              <a:t>백승일 부장</a:t>
            </a:r>
            <a:endParaRPr lang="en-US" altLang="ko-KR" sz="1300" spc="-130" dirty="0">
              <a:solidFill>
                <a:schemeClr val="tx1">
                  <a:lumMod val="75000"/>
                  <a:lumOff val="25000"/>
                </a:schemeClr>
              </a:solidFill>
              <a:latin typeface="Rix고딕 M" pitchFamily="18" charset="-127"/>
              <a:ea typeface="Rix고딕 M" pitchFamily="18" charset="-127"/>
              <a:sym typeface="Symbol" pitchFamily="18" charset="2"/>
            </a:endParaRPr>
          </a:p>
        </p:txBody>
      </p:sp>
      <p:sp>
        <p:nvSpPr>
          <p:cNvPr id="299" name="Text Box 118"/>
          <p:cNvSpPr txBox="1">
            <a:spLocks noChangeArrowheads="1"/>
          </p:cNvSpPr>
          <p:nvPr/>
        </p:nvSpPr>
        <p:spPr bwMode="gray">
          <a:xfrm>
            <a:off x="4719543" y="5740092"/>
            <a:ext cx="833532" cy="180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  <a:scene3d>
              <a:camera prst="orthographicFront"/>
              <a:lightRig rig="threePt" dir="t"/>
            </a:scene3d>
            <a:sp3d>
              <a:bevelT w="1270" h="6350"/>
            </a:sp3d>
          </a:bodyPr>
          <a:lstStyle>
            <a:defPPr>
              <a:defRPr lang="ko-KR"/>
            </a:defPPr>
            <a:lvl1pPr marL="342900" indent="-342900" defTabSz="1135063" eaLnBrk="0" hangingPunct="0">
              <a:tabLst>
                <a:tab pos="6149975" algn="l"/>
              </a:tabLst>
            </a:lvl1pPr>
            <a:lvl2pPr marL="0" lvl="1" algn="ctr" defTabSz="1135063" eaLnBrk="0" latinLnBrk="0" hangingPunct="0">
              <a:lnSpc>
                <a:spcPct val="90000"/>
              </a:lnSpc>
              <a:buClr>
                <a:srgbClr val="3271AA"/>
              </a:buClr>
              <a:buSzPct val="140000"/>
              <a:tabLst>
                <a:tab pos="6149975" algn="l"/>
              </a:tabLst>
              <a:defRPr sz="900">
                <a:latin typeface="Rix고딕 B" pitchFamily="18" charset="-127"/>
                <a:ea typeface="Rix고딕 B" pitchFamily="18" charset="-127"/>
              </a:defRPr>
            </a:lvl2pPr>
            <a:lvl3pPr marL="1143000" indent="-228600" defTabSz="1135063" eaLnBrk="0" hangingPunct="0">
              <a:tabLst>
                <a:tab pos="6149975" algn="l"/>
              </a:tabLst>
            </a:lvl3pPr>
            <a:lvl4pPr marL="1600200" indent="-228600" defTabSz="1135063" eaLnBrk="0" hangingPunct="0">
              <a:tabLst>
                <a:tab pos="6149975" algn="l"/>
              </a:tabLst>
            </a:lvl4pPr>
            <a:lvl5pPr marL="2057400" indent="-228600" defTabSz="1135063" eaLnBrk="0" hangingPunct="0">
              <a:tabLst>
                <a:tab pos="6149975" algn="l"/>
              </a:tabLst>
            </a:lvl5pPr>
            <a:lvl6pPr marL="2514600" indent="-228600" defTabSz="1135063" eaLnBrk="0" fontAlgn="base" hangingPunct="0">
              <a:spcBef>
                <a:spcPct val="0"/>
              </a:spcBef>
              <a:spcAft>
                <a:spcPct val="0"/>
              </a:spcAft>
              <a:tabLst>
                <a:tab pos="6149975" algn="l"/>
              </a:tabLst>
            </a:lvl6pPr>
            <a:lvl7pPr marL="2971800" indent="-228600" defTabSz="1135063" eaLnBrk="0" fontAlgn="base" hangingPunct="0">
              <a:spcBef>
                <a:spcPct val="0"/>
              </a:spcBef>
              <a:spcAft>
                <a:spcPct val="0"/>
              </a:spcAft>
              <a:tabLst>
                <a:tab pos="6149975" algn="l"/>
              </a:tabLst>
            </a:lvl7pPr>
            <a:lvl8pPr marL="3429000" indent="-228600" defTabSz="1135063" eaLnBrk="0" fontAlgn="base" hangingPunct="0">
              <a:spcBef>
                <a:spcPct val="0"/>
              </a:spcBef>
              <a:spcAft>
                <a:spcPct val="0"/>
              </a:spcAft>
              <a:tabLst>
                <a:tab pos="6149975" algn="l"/>
              </a:tabLst>
            </a:lvl8pPr>
            <a:lvl9pPr marL="3886200" indent="-228600" defTabSz="1135063" eaLnBrk="0" fontAlgn="base" hangingPunct="0">
              <a:spcBef>
                <a:spcPct val="0"/>
              </a:spcBef>
              <a:spcAft>
                <a:spcPct val="0"/>
              </a:spcAft>
              <a:tabLst>
                <a:tab pos="6149975" algn="l"/>
              </a:tabLst>
            </a:lvl9pPr>
          </a:lstStyle>
          <a:p>
            <a:pPr lvl="1" algn="l"/>
            <a:r>
              <a:rPr lang="ko-KR" altLang="en-US" sz="1300" spc="-130" dirty="0">
                <a:solidFill>
                  <a:schemeClr val="tx1">
                    <a:lumMod val="75000"/>
                    <a:lumOff val="25000"/>
                  </a:schemeClr>
                </a:solidFill>
                <a:latin typeface="Rix고딕 M" pitchFamily="18" charset="-127"/>
                <a:ea typeface="Rix고딕 M" pitchFamily="18" charset="-127"/>
                <a:sym typeface="Symbol" pitchFamily="18" charset="2"/>
              </a:rPr>
              <a:t>오승주 과장</a:t>
            </a:r>
            <a:endParaRPr lang="en-US" altLang="ko-KR" sz="1300" spc="-130" dirty="0">
              <a:solidFill>
                <a:schemeClr val="tx1">
                  <a:lumMod val="75000"/>
                  <a:lumOff val="25000"/>
                </a:schemeClr>
              </a:solidFill>
              <a:latin typeface="Rix고딕 M" pitchFamily="18" charset="-127"/>
              <a:ea typeface="Rix고딕 M" pitchFamily="18" charset="-127"/>
              <a:sym typeface="Symbol" pitchFamily="18" charset="2"/>
            </a:endParaRPr>
          </a:p>
        </p:txBody>
      </p:sp>
      <p:sp>
        <p:nvSpPr>
          <p:cNvPr id="300" name="Text Box 118"/>
          <p:cNvSpPr txBox="1">
            <a:spLocks noChangeArrowheads="1"/>
          </p:cNvSpPr>
          <p:nvPr/>
        </p:nvSpPr>
        <p:spPr bwMode="gray">
          <a:xfrm>
            <a:off x="5543436" y="5740092"/>
            <a:ext cx="897823" cy="180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  <a:scene3d>
              <a:camera prst="orthographicFront"/>
              <a:lightRig rig="threePt" dir="t"/>
            </a:scene3d>
            <a:sp3d>
              <a:bevelT w="1270" h="6350"/>
            </a:sp3d>
          </a:bodyPr>
          <a:lstStyle>
            <a:defPPr>
              <a:defRPr lang="ko-KR"/>
            </a:defPPr>
            <a:lvl1pPr marL="342900" indent="-342900" defTabSz="1135063" eaLnBrk="0" hangingPunct="0">
              <a:tabLst>
                <a:tab pos="6149975" algn="l"/>
              </a:tabLst>
            </a:lvl1pPr>
            <a:lvl2pPr marL="0" lvl="1" algn="ctr" defTabSz="1135063" eaLnBrk="0" latinLnBrk="0" hangingPunct="0">
              <a:lnSpc>
                <a:spcPct val="90000"/>
              </a:lnSpc>
              <a:buClr>
                <a:srgbClr val="3271AA"/>
              </a:buClr>
              <a:buSzPct val="140000"/>
              <a:tabLst>
                <a:tab pos="6149975" algn="l"/>
              </a:tabLst>
              <a:defRPr sz="900">
                <a:latin typeface="Rix고딕 B" pitchFamily="18" charset="-127"/>
                <a:ea typeface="Rix고딕 B" pitchFamily="18" charset="-127"/>
              </a:defRPr>
            </a:lvl2pPr>
            <a:lvl3pPr marL="1143000" indent="-228600" defTabSz="1135063" eaLnBrk="0" hangingPunct="0">
              <a:tabLst>
                <a:tab pos="6149975" algn="l"/>
              </a:tabLst>
            </a:lvl3pPr>
            <a:lvl4pPr marL="1600200" indent="-228600" defTabSz="1135063" eaLnBrk="0" hangingPunct="0">
              <a:tabLst>
                <a:tab pos="6149975" algn="l"/>
              </a:tabLst>
            </a:lvl4pPr>
            <a:lvl5pPr marL="2057400" indent="-228600" defTabSz="1135063" eaLnBrk="0" hangingPunct="0">
              <a:tabLst>
                <a:tab pos="6149975" algn="l"/>
              </a:tabLst>
            </a:lvl5pPr>
            <a:lvl6pPr marL="2514600" indent="-228600" defTabSz="1135063" eaLnBrk="0" fontAlgn="base" hangingPunct="0">
              <a:spcBef>
                <a:spcPct val="0"/>
              </a:spcBef>
              <a:spcAft>
                <a:spcPct val="0"/>
              </a:spcAft>
              <a:tabLst>
                <a:tab pos="6149975" algn="l"/>
              </a:tabLst>
            </a:lvl6pPr>
            <a:lvl7pPr marL="2971800" indent="-228600" defTabSz="1135063" eaLnBrk="0" fontAlgn="base" hangingPunct="0">
              <a:spcBef>
                <a:spcPct val="0"/>
              </a:spcBef>
              <a:spcAft>
                <a:spcPct val="0"/>
              </a:spcAft>
              <a:tabLst>
                <a:tab pos="6149975" algn="l"/>
              </a:tabLst>
            </a:lvl7pPr>
            <a:lvl8pPr marL="3429000" indent="-228600" defTabSz="1135063" eaLnBrk="0" fontAlgn="base" hangingPunct="0">
              <a:spcBef>
                <a:spcPct val="0"/>
              </a:spcBef>
              <a:spcAft>
                <a:spcPct val="0"/>
              </a:spcAft>
              <a:tabLst>
                <a:tab pos="6149975" algn="l"/>
              </a:tabLst>
            </a:lvl8pPr>
            <a:lvl9pPr marL="3886200" indent="-228600" defTabSz="1135063" eaLnBrk="0" fontAlgn="base" hangingPunct="0">
              <a:spcBef>
                <a:spcPct val="0"/>
              </a:spcBef>
              <a:spcAft>
                <a:spcPct val="0"/>
              </a:spcAft>
              <a:tabLst>
                <a:tab pos="6149975" algn="l"/>
              </a:tabLst>
            </a:lvl9pPr>
          </a:lstStyle>
          <a:p>
            <a:pPr lvl="1" algn="l"/>
            <a:r>
              <a:rPr lang="ko-KR" altLang="en-US" sz="1300" spc="-130" dirty="0">
                <a:solidFill>
                  <a:schemeClr val="tx1">
                    <a:lumMod val="75000"/>
                    <a:lumOff val="25000"/>
                  </a:schemeClr>
                </a:solidFill>
                <a:latin typeface="Rix고딕 M" pitchFamily="18" charset="-127"/>
                <a:ea typeface="Rix고딕 M" pitchFamily="18" charset="-127"/>
                <a:sym typeface="Symbol" pitchFamily="18" charset="2"/>
              </a:rPr>
              <a:t>윤상우 대리</a:t>
            </a:r>
          </a:p>
        </p:txBody>
      </p:sp>
      <p:sp>
        <p:nvSpPr>
          <p:cNvPr id="301" name="Text Box 118"/>
          <p:cNvSpPr txBox="1">
            <a:spLocks noChangeArrowheads="1"/>
          </p:cNvSpPr>
          <p:nvPr/>
        </p:nvSpPr>
        <p:spPr bwMode="gray">
          <a:xfrm>
            <a:off x="4719543" y="6013085"/>
            <a:ext cx="833532" cy="180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  <a:scene3d>
              <a:camera prst="orthographicFront"/>
              <a:lightRig rig="threePt" dir="t"/>
            </a:scene3d>
            <a:sp3d>
              <a:bevelT w="1270" h="6350"/>
            </a:sp3d>
          </a:bodyPr>
          <a:lstStyle>
            <a:defPPr>
              <a:defRPr lang="ko-KR"/>
            </a:defPPr>
            <a:lvl1pPr marL="342900" indent="-342900" defTabSz="1135063" eaLnBrk="0" hangingPunct="0">
              <a:tabLst>
                <a:tab pos="6149975" algn="l"/>
              </a:tabLst>
            </a:lvl1pPr>
            <a:lvl2pPr marL="0" lvl="1" algn="ctr" defTabSz="1135063" eaLnBrk="0" latinLnBrk="0" hangingPunct="0">
              <a:lnSpc>
                <a:spcPct val="90000"/>
              </a:lnSpc>
              <a:buClr>
                <a:srgbClr val="3271AA"/>
              </a:buClr>
              <a:buSzPct val="140000"/>
              <a:tabLst>
                <a:tab pos="6149975" algn="l"/>
              </a:tabLst>
              <a:defRPr sz="900">
                <a:latin typeface="Rix고딕 B" pitchFamily="18" charset="-127"/>
                <a:ea typeface="Rix고딕 B" pitchFamily="18" charset="-127"/>
              </a:defRPr>
            </a:lvl2pPr>
            <a:lvl3pPr marL="1143000" indent="-228600" defTabSz="1135063" eaLnBrk="0" hangingPunct="0">
              <a:tabLst>
                <a:tab pos="6149975" algn="l"/>
              </a:tabLst>
            </a:lvl3pPr>
            <a:lvl4pPr marL="1600200" indent="-228600" defTabSz="1135063" eaLnBrk="0" hangingPunct="0">
              <a:tabLst>
                <a:tab pos="6149975" algn="l"/>
              </a:tabLst>
            </a:lvl4pPr>
            <a:lvl5pPr marL="2057400" indent="-228600" defTabSz="1135063" eaLnBrk="0" hangingPunct="0">
              <a:tabLst>
                <a:tab pos="6149975" algn="l"/>
              </a:tabLst>
            </a:lvl5pPr>
            <a:lvl6pPr marL="2514600" indent="-228600" defTabSz="1135063" eaLnBrk="0" fontAlgn="base" hangingPunct="0">
              <a:spcBef>
                <a:spcPct val="0"/>
              </a:spcBef>
              <a:spcAft>
                <a:spcPct val="0"/>
              </a:spcAft>
              <a:tabLst>
                <a:tab pos="6149975" algn="l"/>
              </a:tabLst>
            </a:lvl6pPr>
            <a:lvl7pPr marL="2971800" indent="-228600" defTabSz="1135063" eaLnBrk="0" fontAlgn="base" hangingPunct="0">
              <a:spcBef>
                <a:spcPct val="0"/>
              </a:spcBef>
              <a:spcAft>
                <a:spcPct val="0"/>
              </a:spcAft>
              <a:tabLst>
                <a:tab pos="6149975" algn="l"/>
              </a:tabLst>
            </a:lvl7pPr>
            <a:lvl8pPr marL="3429000" indent="-228600" defTabSz="1135063" eaLnBrk="0" fontAlgn="base" hangingPunct="0">
              <a:spcBef>
                <a:spcPct val="0"/>
              </a:spcBef>
              <a:spcAft>
                <a:spcPct val="0"/>
              </a:spcAft>
              <a:tabLst>
                <a:tab pos="6149975" algn="l"/>
              </a:tabLst>
            </a:lvl8pPr>
            <a:lvl9pPr marL="3886200" indent="-228600" defTabSz="1135063" eaLnBrk="0" fontAlgn="base" hangingPunct="0">
              <a:spcBef>
                <a:spcPct val="0"/>
              </a:spcBef>
              <a:spcAft>
                <a:spcPct val="0"/>
              </a:spcAft>
              <a:tabLst>
                <a:tab pos="6149975" algn="l"/>
              </a:tabLst>
            </a:lvl9pPr>
          </a:lstStyle>
          <a:p>
            <a:pPr lvl="1" algn="l"/>
            <a:r>
              <a:rPr lang="ko-KR" altLang="en-US" sz="1300" spc="-13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Rix고딕 M" pitchFamily="18" charset="-127"/>
                <a:ea typeface="Rix고딕 M" pitchFamily="18" charset="-127"/>
                <a:sym typeface="Symbol" pitchFamily="18" charset="2"/>
              </a:rPr>
              <a:t>이승범 부장</a:t>
            </a:r>
            <a:endParaRPr lang="en-US" altLang="ko-KR" sz="1300" spc="-130" dirty="0">
              <a:solidFill>
                <a:schemeClr val="tx1">
                  <a:lumMod val="75000"/>
                  <a:lumOff val="25000"/>
                </a:schemeClr>
              </a:solidFill>
              <a:latin typeface="Rix고딕 M" pitchFamily="18" charset="-127"/>
              <a:ea typeface="Rix고딕 M" pitchFamily="18" charset="-127"/>
              <a:sym typeface="Symbol" pitchFamily="18" charset="2"/>
            </a:endParaRPr>
          </a:p>
        </p:txBody>
      </p:sp>
      <p:sp>
        <p:nvSpPr>
          <p:cNvPr id="302" name="Text Box 118"/>
          <p:cNvSpPr txBox="1">
            <a:spLocks noChangeArrowheads="1"/>
          </p:cNvSpPr>
          <p:nvPr/>
        </p:nvSpPr>
        <p:spPr bwMode="gray">
          <a:xfrm>
            <a:off x="5543436" y="6013085"/>
            <a:ext cx="897823" cy="180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  <a:scene3d>
              <a:camera prst="orthographicFront"/>
              <a:lightRig rig="threePt" dir="t"/>
            </a:scene3d>
            <a:sp3d>
              <a:bevelT w="1270" h="6350"/>
            </a:sp3d>
          </a:bodyPr>
          <a:lstStyle>
            <a:defPPr>
              <a:defRPr lang="ko-KR"/>
            </a:defPPr>
            <a:lvl1pPr marL="342900" indent="-342900" defTabSz="1135063" eaLnBrk="0" hangingPunct="0">
              <a:tabLst>
                <a:tab pos="6149975" algn="l"/>
              </a:tabLst>
            </a:lvl1pPr>
            <a:lvl2pPr marL="0" lvl="1" algn="ctr" defTabSz="1135063" eaLnBrk="0" latinLnBrk="0" hangingPunct="0">
              <a:lnSpc>
                <a:spcPct val="90000"/>
              </a:lnSpc>
              <a:buClr>
                <a:srgbClr val="3271AA"/>
              </a:buClr>
              <a:buSzPct val="140000"/>
              <a:tabLst>
                <a:tab pos="6149975" algn="l"/>
              </a:tabLst>
              <a:defRPr sz="900">
                <a:latin typeface="Rix고딕 B" pitchFamily="18" charset="-127"/>
                <a:ea typeface="Rix고딕 B" pitchFamily="18" charset="-127"/>
              </a:defRPr>
            </a:lvl2pPr>
            <a:lvl3pPr marL="1143000" indent="-228600" defTabSz="1135063" eaLnBrk="0" hangingPunct="0">
              <a:tabLst>
                <a:tab pos="6149975" algn="l"/>
              </a:tabLst>
            </a:lvl3pPr>
            <a:lvl4pPr marL="1600200" indent="-228600" defTabSz="1135063" eaLnBrk="0" hangingPunct="0">
              <a:tabLst>
                <a:tab pos="6149975" algn="l"/>
              </a:tabLst>
            </a:lvl4pPr>
            <a:lvl5pPr marL="2057400" indent="-228600" defTabSz="1135063" eaLnBrk="0" hangingPunct="0">
              <a:tabLst>
                <a:tab pos="6149975" algn="l"/>
              </a:tabLst>
            </a:lvl5pPr>
            <a:lvl6pPr marL="2514600" indent="-228600" defTabSz="1135063" eaLnBrk="0" fontAlgn="base" hangingPunct="0">
              <a:spcBef>
                <a:spcPct val="0"/>
              </a:spcBef>
              <a:spcAft>
                <a:spcPct val="0"/>
              </a:spcAft>
              <a:tabLst>
                <a:tab pos="6149975" algn="l"/>
              </a:tabLst>
            </a:lvl6pPr>
            <a:lvl7pPr marL="2971800" indent="-228600" defTabSz="1135063" eaLnBrk="0" fontAlgn="base" hangingPunct="0">
              <a:spcBef>
                <a:spcPct val="0"/>
              </a:spcBef>
              <a:spcAft>
                <a:spcPct val="0"/>
              </a:spcAft>
              <a:tabLst>
                <a:tab pos="6149975" algn="l"/>
              </a:tabLst>
            </a:lvl7pPr>
            <a:lvl8pPr marL="3429000" indent="-228600" defTabSz="1135063" eaLnBrk="0" fontAlgn="base" hangingPunct="0">
              <a:spcBef>
                <a:spcPct val="0"/>
              </a:spcBef>
              <a:spcAft>
                <a:spcPct val="0"/>
              </a:spcAft>
              <a:tabLst>
                <a:tab pos="6149975" algn="l"/>
              </a:tabLst>
            </a:lvl8pPr>
            <a:lvl9pPr marL="3886200" indent="-228600" defTabSz="1135063" eaLnBrk="0" fontAlgn="base" hangingPunct="0">
              <a:spcBef>
                <a:spcPct val="0"/>
              </a:spcBef>
              <a:spcAft>
                <a:spcPct val="0"/>
              </a:spcAft>
              <a:tabLst>
                <a:tab pos="6149975" algn="l"/>
              </a:tabLst>
            </a:lvl9pPr>
          </a:lstStyle>
          <a:p>
            <a:pPr lvl="1" algn="l"/>
            <a:r>
              <a:rPr lang="ko-KR" altLang="en-US" sz="1300" spc="-130" smtClean="0">
                <a:solidFill>
                  <a:schemeClr val="tx1">
                    <a:lumMod val="75000"/>
                    <a:lumOff val="25000"/>
                  </a:schemeClr>
                </a:solidFill>
                <a:latin typeface="Rix고딕 M" pitchFamily="18" charset="-127"/>
                <a:ea typeface="Rix고딕 M" pitchFamily="18" charset="-127"/>
                <a:sym typeface="Symbol" pitchFamily="18" charset="2"/>
              </a:rPr>
              <a:t>박지운 대리</a:t>
            </a:r>
            <a:endParaRPr lang="en-US" altLang="ko-KR" sz="1300" spc="-130" dirty="0">
              <a:solidFill>
                <a:schemeClr val="tx1">
                  <a:lumMod val="75000"/>
                  <a:lumOff val="25000"/>
                </a:schemeClr>
              </a:solidFill>
              <a:latin typeface="Rix고딕 M" pitchFamily="18" charset="-127"/>
              <a:ea typeface="Rix고딕 M" pitchFamily="18" charset="-127"/>
              <a:sym typeface="Symbol" pitchFamily="18" charset="2"/>
            </a:endParaRPr>
          </a:p>
        </p:txBody>
      </p:sp>
      <p:sp>
        <p:nvSpPr>
          <p:cNvPr id="304" name="모서리가 둥근 직사각형 303"/>
          <p:cNvSpPr/>
          <p:nvPr/>
        </p:nvSpPr>
        <p:spPr>
          <a:xfrm>
            <a:off x="4618617" y="5377338"/>
            <a:ext cx="2496557" cy="921854"/>
          </a:xfrm>
          <a:prstGeom prst="roundRect">
            <a:avLst>
              <a:gd name="adj" fmla="val 3228"/>
            </a:avLst>
          </a:prstGeom>
          <a:noFill/>
          <a:ln w="25400">
            <a:solidFill>
              <a:srgbClr val="C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 smtClean="0"/>
          </a:p>
        </p:txBody>
      </p:sp>
      <p:grpSp>
        <p:nvGrpSpPr>
          <p:cNvPr id="305" name="그룹 304"/>
          <p:cNvGrpSpPr/>
          <p:nvPr/>
        </p:nvGrpSpPr>
        <p:grpSpPr>
          <a:xfrm>
            <a:off x="332617" y="3870417"/>
            <a:ext cx="1062193" cy="369500"/>
            <a:chOff x="3600901" y="6332621"/>
            <a:chExt cx="1062193" cy="369500"/>
          </a:xfrm>
        </p:grpSpPr>
        <p:grpSp>
          <p:nvGrpSpPr>
            <p:cNvPr id="306" name="그룹 305"/>
            <p:cNvGrpSpPr/>
            <p:nvPr/>
          </p:nvGrpSpPr>
          <p:grpSpPr>
            <a:xfrm>
              <a:off x="3688421" y="6403577"/>
              <a:ext cx="974673" cy="221338"/>
              <a:chOff x="3818963" y="6298505"/>
              <a:chExt cx="974673" cy="221338"/>
            </a:xfrm>
          </p:grpSpPr>
          <p:sp>
            <p:nvSpPr>
              <p:cNvPr id="308" name="Text Box 118"/>
              <p:cNvSpPr txBox="1">
                <a:spLocks noChangeArrowheads="1"/>
              </p:cNvSpPr>
              <p:nvPr/>
            </p:nvSpPr>
            <p:spPr bwMode="gray">
              <a:xfrm>
                <a:off x="3846347" y="6337577"/>
                <a:ext cx="916342" cy="15273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 anchor="ctr">
                <a:spAutoFit/>
                <a:scene3d>
                  <a:camera prst="orthographicFront"/>
                  <a:lightRig rig="threePt" dir="t"/>
                </a:scene3d>
                <a:sp3d>
                  <a:bevelT w="1270" h="6350"/>
                </a:sp3d>
              </a:bodyPr>
              <a:lstStyle>
                <a:defPPr>
                  <a:defRPr lang="ko-KR"/>
                </a:defPPr>
                <a:lvl1pPr marL="342900" indent="-342900" defTabSz="1135063" eaLnBrk="0" hangingPunct="0">
                  <a:tabLst>
                    <a:tab pos="6149975" algn="l"/>
                  </a:tabLst>
                </a:lvl1pPr>
                <a:lvl2pPr marL="0" lvl="1" algn="ctr" defTabSz="1135063" eaLnBrk="0" latinLnBrk="0" hangingPunct="0">
                  <a:lnSpc>
                    <a:spcPct val="90000"/>
                  </a:lnSpc>
                  <a:buClr>
                    <a:srgbClr val="3271AA"/>
                  </a:buClr>
                  <a:buSzPct val="140000"/>
                  <a:tabLst>
                    <a:tab pos="6149975" algn="l"/>
                  </a:tabLst>
                  <a:defRPr sz="900">
                    <a:latin typeface="Rix고딕 B" pitchFamily="18" charset="-127"/>
                    <a:ea typeface="Rix고딕 B" pitchFamily="18" charset="-127"/>
                  </a:defRPr>
                </a:lvl2pPr>
                <a:lvl3pPr marL="1143000" indent="-228600" defTabSz="1135063" eaLnBrk="0" hangingPunct="0">
                  <a:tabLst>
                    <a:tab pos="6149975" algn="l"/>
                  </a:tabLst>
                </a:lvl3pPr>
                <a:lvl4pPr marL="1600200" indent="-228600" defTabSz="1135063" eaLnBrk="0" hangingPunct="0">
                  <a:tabLst>
                    <a:tab pos="6149975" algn="l"/>
                  </a:tabLst>
                </a:lvl4pPr>
                <a:lvl5pPr marL="2057400" indent="-228600" defTabSz="1135063" eaLnBrk="0" hangingPunct="0">
                  <a:tabLst>
                    <a:tab pos="6149975" algn="l"/>
                  </a:tabLst>
                </a:lvl5pPr>
                <a:lvl6pPr marL="2514600" indent="-228600" defTabSz="1135063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6149975" algn="l"/>
                  </a:tabLst>
                </a:lvl6pPr>
                <a:lvl7pPr marL="2971800" indent="-228600" defTabSz="1135063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6149975" algn="l"/>
                  </a:tabLst>
                </a:lvl7pPr>
                <a:lvl8pPr marL="3429000" indent="-228600" defTabSz="1135063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6149975" algn="l"/>
                  </a:tabLst>
                </a:lvl8pPr>
                <a:lvl9pPr marL="3886200" indent="-228600" defTabSz="1135063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6149975" algn="l"/>
                  </a:tabLst>
                </a:lvl9pPr>
              </a:lstStyle>
              <a:p>
                <a:pPr lvl="1"/>
                <a:r>
                  <a:rPr lang="ko-KR" altLang="en-US" sz="1100" spc="-1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Rix고딕 M" pitchFamily="18" charset="-127"/>
                    <a:ea typeface="Rix고딕 M" pitchFamily="18" charset="-127"/>
                    <a:sym typeface="Symbol" pitchFamily="18" charset="2"/>
                  </a:rPr>
                  <a:t>컨소시엄</a:t>
                </a:r>
                <a:r>
                  <a:rPr lang="en-US" altLang="ko-KR" sz="1100" spc="-1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Rix고딕 M" pitchFamily="18" charset="-127"/>
                    <a:ea typeface="Rix고딕 M" pitchFamily="18" charset="-127"/>
                    <a:sym typeface="Symbol" pitchFamily="18" charset="2"/>
                  </a:rPr>
                  <a:t>/ </a:t>
                </a:r>
                <a:r>
                  <a:rPr lang="ko-KR" altLang="en-US" sz="1100" spc="-1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Rix고딕 M" pitchFamily="18" charset="-127"/>
                    <a:ea typeface="Rix고딕 M" pitchFamily="18" charset="-127"/>
                    <a:sym typeface="Symbol" pitchFamily="18" charset="2"/>
                  </a:rPr>
                  <a:t>협력사</a:t>
                </a:r>
              </a:p>
            </p:txBody>
          </p:sp>
          <p:sp>
            <p:nvSpPr>
              <p:cNvPr id="309" name="모서리가 둥근 직사각형 308"/>
              <p:cNvSpPr/>
              <p:nvPr/>
            </p:nvSpPr>
            <p:spPr>
              <a:xfrm>
                <a:off x="3818963" y="6298505"/>
                <a:ext cx="974673" cy="221338"/>
              </a:xfrm>
              <a:prstGeom prst="roundRect">
                <a:avLst>
                  <a:gd name="adj" fmla="val 3228"/>
                </a:avLst>
              </a:prstGeom>
              <a:noFill/>
              <a:ln w="25400">
                <a:solidFill>
                  <a:srgbClr val="C00000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</p:grpSp>
        <p:pic>
          <p:nvPicPr>
            <p:cNvPr id="307" name="Picture 5" descr="C:\Users\User\Desktop\종다리\Untitled-1-05.png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600901" y="6332621"/>
              <a:ext cx="115507" cy="3695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310" name="Picture 5" descr="C:\Users\User\Desktop\종다리\Untitled-1-05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6945" y="5885107"/>
            <a:ext cx="115507" cy="369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1" name="Picture 5" descr="C:\Users\User\Desktop\종다리\Untitled-1-05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1630" y="5690646"/>
            <a:ext cx="115507" cy="369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2" name="Picture 5" descr="C:\Users\User\Desktop\종다리\Untitled-1-05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88597" y="5279882"/>
            <a:ext cx="115507" cy="369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13" name="자유형 312"/>
          <p:cNvSpPr/>
          <p:nvPr/>
        </p:nvSpPr>
        <p:spPr>
          <a:xfrm flipH="1">
            <a:off x="4333694" y="3146848"/>
            <a:ext cx="161249" cy="792000"/>
          </a:xfrm>
          <a:custGeom>
            <a:avLst/>
            <a:gdLst>
              <a:gd name="connsiteX0" fmla="*/ 129397 w 129397"/>
              <a:gd name="connsiteY0" fmla="*/ 0 h 508958"/>
              <a:gd name="connsiteX1" fmla="*/ 129397 w 129397"/>
              <a:gd name="connsiteY1" fmla="*/ 508958 h 508958"/>
              <a:gd name="connsiteX2" fmla="*/ 0 w 129397"/>
              <a:gd name="connsiteY2" fmla="*/ 508958 h 50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29397" h="508958">
                <a:moveTo>
                  <a:pt x="129397" y="0"/>
                </a:moveTo>
                <a:lnTo>
                  <a:pt x="129397" y="508958"/>
                </a:lnTo>
                <a:lnTo>
                  <a:pt x="0" y="508958"/>
                </a:lnTo>
              </a:path>
            </a:pathLst>
          </a:cu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Rix고딕 M" pitchFamily="18" charset="-127"/>
              <a:ea typeface="Rix고딕 M" pitchFamily="18" charset="-127"/>
            </a:endParaRPr>
          </a:p>
        </p:txBody>
      </p:sp>
      <p:sp>
        <p:nvSpPr>
          <p:cNvPr id="314" name="자유형 313"/>
          <p:cNvSpPr/>
          <p:nvPr/>
        </p:nvSpPr>
        <p:spPr>
          <a:xfrm>
            <a:off x="3737322" y="3146848"/>
            <a:ext cx="161249" cy="792000"/>
          </a:xfrm>
          <a:custGeom>
            <a:avLst/>
            <a:gdLst>
              <a:gd name="connsiteX0" fmla="*/ 129397 w 129397"/>
              <a:gd name="connsiteY0" fmla="*/ 0 h 508958"/>
              <a:gd name="connsiteX1" fmla="*/ 129397 w 129397"/>
              <a:gd name="connsiteY1" fmla="*/ 508958 h 508958"/>
              <a:gd name="connsiteX2" fmla="*/ 0 w 129397"/>
              <a:gd name="connsiteY2" fmla="*/ 508958 h 50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29397" h="508958">
                <a:moveTo>
                  <a:pt x="129397" y="0"/>
                </a:moveTo>
                <a:lnTo>
                  <a:pt x="129397" y="508958"/>
                </a:lnTo>
                <a:lnTo>
                  <a:pt x="0" y="508958"/>
                </a:lnTo>
              </a:path>
            </a:pathLst>
          </a:cu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Rix고딕 M" pitchFamily="18" charset="-127"/>
              <a:ea typeface="Rix고딕 M" pitchFamily="18" charset="-127"/>
            </a:endParaRPr>
          </a:p>
        </p:txBody>
      </p:sp>
      <p:sp>
        <p:nvSpPr>
          <p:cNvPr id="315" name="제목 1"/>
          <p:cNvSpPr txBox="1">
            <a:spLocks/>
          </p:cNvSpPr>
          <p:nvPr/>
        </p:nvSpPr>
        <p:spPr>
          <a:xfrm>
            <a:off x="1152636" y="292199"/>
            <a:ext cx="3264463" cy="421098"/>
          </a:xfrm>
          <a:prstGeom prst="rect">
            <a:avLst/>
          </a:prstGeom>
        </p:spPr>
        <p:txBody>
          <a:bodyPr lIns="96487" tIns="48244" rIns="96487" bIns="48244"/>
          <a:lstStyle>
            <a:lvl1pPr algn="l" defTabSz="995690" rtl="0" eaLnBrk="1" latinLnBrk="1" hangingPunct="1">
              <a:spcBef>
                <a:spcPct val="0"/>
              </a:spcBef>
              <a:buNone/>
              <a:defRPr sz="3500" kern="1200">
                <a:solidFill>
                  <a:schemeClr val="tx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+mj-cs"/>
              </a:defRPr>
            </a:lvl1pPr>
          </a:lstStyle>
          <a:p>
            <a:r>
              <a:rPr lang="en-US" altLang="ko-KR" sz="1900" spc="-96" dirty="0">
                <a:solidFill>
                  <a:schemeClr val="tx2">
                    <a:lumMod val="50000"/>
                  </a:schemeClr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1. </a:t>
            </a:r>
            <a:r>
              <a:rPr lang="ko-KR" altLang="en-US" sz="1900" spc="-96" dirty="0">
                <a:solidFill>
                  <a:schemeClr val="tx2">
                    <a:lumMod val="50000"/>
                  </a:schemeClr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조직 구성</a:t>
            </a:r>
          </a:p>
        </p:txBody>
      </p:sp>
      <p:pic>
        <p:nvPicPr>
          <p:cNvPr id="316" name="Picture 3" descr="G:\work\지에프티GFT\이상호부장님\발표자료\이미지들-05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69964" y="3407021"/>
            <a:ext cx="179715" cy="6769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18" name="그룹 317"/>
          <p:cNvGrpSpPr/>
          <p:nvPr/>
        </p:nvGrpSpPr>
        <p:grpSpPr>
          <a:xfrm>
            <a:off x="0" y="868564"/>
            <a:ext cx="10693400" cy="498994"/>
            <a:chOff x="0" y="778175"/>
            <a:chExt cx="11518770" cy="498994"/>
          </a:xfrm>
        </p:grpSpPr>
        <p:sp>
          <p:nvSpPr>
            <p:cNvPr id="319" name="직사각형 318"/>
            <p:cNvSpPr/>
            <p:nvPr/>
          </p:nvSpPr>
          <p:spPr>
            <a:xfrm>
              <a:off x="0" y="778175"/>
              <a:ext cx="11518770" cy="49899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2700" cap="rnd" cmpd="sng">
              <a:noFill/>
              <a:prstDash val="solid"/>
              <a:headEnd type="none" w="lg" len="med"/>
              <a:tailEnd type="none" w="lg" len="med"/>
            </a:ln>
            <a:effectLst/>
          </p:spPr>
          <p:style>
            <a:lnRef idx="1">
              <a:schemeClr val="accent5"/>
            </a:lnRef>
            <a:fillRef idx="3">
              <a:schemeClr val="accent5"/>
            </a:fillRef>
            <a:effectRef idx="2">
              <a:schemeClr val="accent5"/>
            </a:effectRef>
            <a:fontRef idx="minor">
              <a:schemeClr val="lt1"/>
            </a:fontRef>
          </p:style>
          <p:txBody>
            <a:bodyPr wrap="none" lIns="99569" tIns="172873" rIns="99569" bIns="49785"/>
            <a:lstStyle/>
            <a:p>
              <a:pPr algn="ctr" latinLnBrk="0"/>
              <a:endParaRPr lang="ko-KR" altLang="en-US" sz="1700" b="1" dirty="0">
                <a:gradFill>
                  <a:gsLst>
                    <a:gs pos="0">
                      <a:prstClr val="white"/>
                    </a:gs>
                    <a:gs pos="100000">
                      <a:prstClr val="white"/>
                    </a:gs>
                  </a:gsLst>
                  <a:lin ang="5400000" scaled="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고도 B" panose="02000503000000020004" pitchFamily="2" charset="-127"/>
                <a:ea typeface="고도 B" panose="02000503000000020004" pitchFamily="2" charset="-127"/>
              </a:endParaRPr>
            </a:p>
          </p:txBody>
        </p:sp>
        <p:sp>
          <p:nvSpPr>
            <p:cNvPr id="320" name="TextBox 319"/>
            <p:cNvSpPr txBox="1"/>
            <p:nvPr/>
          </p:nvSpPr>
          <p:spPr>
            <a:xfrm>
              <a:off x="387356" y="840817"/>
              <a:ext cx="1524704" cy="369332"/>
            </a:xfrm>
            <a:prstGeom prst="rect">
              <a:avLst/>
            </a:prstGeom>
            <a:noFill/>
            <a:ln w="6350">
              <a:noFill/>
            </a:ln>
            <a:effectLst/>
            <a:scene3d>
              <a:camera prst="orthographicFront"/>
              <a:lightRig rig="threePt" dir="t"/>
            </a:scene3d>
            <a:sp3d>
              <a:bevelT w="0" h="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 anchorCtr="0">
              <a:spAutoFit/>
              <a:sp3d>
                <a:bevelT w="0" h="0"/>
                <a:contourClr>
                  <a:schemeClr val="bg1"/>
                </a:contourClr>
              </a:sp3d>
            </a:bodyPr>
            <a:lstStyle>
              <a:defPPr>
                <a:defRPr lang="ko-KR"/>
              </a:defPPr>
              <a:lvl1pPr lvl="0" indent="0" defTabSz="801639" latinLnBrk="0">
                <a:lnSpc>
                  <a:spcPct val="100000"/>
                </a:lnSpc>
                <a:spcBef>
                  <a:spcPts val="88"/>
                </a:spcBef>
                <a:spcAft>
                  <a:spcPts val="88"/>
                </a:spcAft>
                <a:defRPr sz="2400" spc="0">
                  <a:ln>
                    <a:solidFill>
                      <a:prstClr val="white">
                        <a:alpha val="10000"/>
                      </a:prstClr>
                    </a:solidFill>
                  </a:ln>
                  <a:solidFill>
                    <a:prstClr val="white"/>
                  </a:solidFill>
                  <a:effectLst/>
                  <a:latin typeface="나눔고딕 ExtraBold" panose="020D0904000000000000" pitchFamily="50" charset="-127"/>
                  <a:ea typeface="나눔고딕 ExtraBold" panose="020D0904000000000000" pitchFamily="50" charset="-127"/>
                </a:defRPr>
              </a:lvl1pPr>
            </a:lstStyle>
            <a:p>
              <a:r>
                <a:rPr lang="ko-KR" altLang="en-US" spc="-150" dirty="0" smtClean="0">
                  <a:solidFill>
                    <a:schemeClr val="tx1"/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</a:rPr>
                <a:t>수행 팀 </a:t>
              </a:r>
              <a:r>
                <a:rPr lang="ko-KR" altLang="en-US" spc="-150" dirty="0">
                  <a:solidFill>
                    <a:schemeClr val="tx1"/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</a:rPr>
                <a:t>구성</a:t>
              </a:r>
            </a:p>
          </p:txBody>
        </p:sp>
        <p:sp>
          <p:nvSpPr>
            <p:cNvPr id="321" name="직사각형 320"/>
            <p:cNvSpPr/>
            <p:nvPr/>
          </p:nvSpPr>
          <p:spPr>
            <a:xfrm>
              <a:off x="2063660" y="817281"/>
              <a:ext cx="9414068" cy="380168"/>
            </a:xfrm>
            <a:prstGeom prst="rect">
              <a:avLst/>
            </a:prstGeom>
          </p:spPr>
          <p:txBody>
            <a:bodyPr/>
            <a:lstStyle/>
            <a:p>
              <a:pPr marL="0" lvl="1">
                <a:spcBef>
                  <a:spcPct val="0"/>
                </a:spcBef>
              </a:pPr>
              <a:r>
                <a:rPr lang="ko-KR" altLang="en-US" spc="-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</a:rPr>
                <a:t>분야별 전문인력 배치</a:t>
              </a:r>
              <a:r>
                <a:rPr lang="en-US" altLang="ko-KR" spc="-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</a:rPr>
                <a:t>, </a:t>
              </a:r>
              <a:r>
                <a:rPr lang="ko-KR" altLang="en-US" spc="-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</a:rPr>
                <a:t>탄력적인 조직구성</a:t>
              </a:r>
              <a:r>
                <a:rPr lang="en-US" altLang="ko-KR" spc="-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</a:rPr>
                <a:t>, </a:t>
              </a:r>
              <a:r>
                <a:rPr lang="ko-KR" altLang="en-US" spc="-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</a:rPr>
                <a:t>유관사업자와 </a:t>
              </a:r>
              <a:r>
                <a:rPr lang="en-US" altLang="ko-KR" spc="-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</a:rPr>
                <a:t>Single</a:t>
              </a:r>
              <a:r>
                <a:rPr lang="ko-KR" altLang="en-US" spc="-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</a:rPr>
                <a:t>팀 구성</a:t>
              </a:r>
            </a:p>
          </p:txBody>
        </p:sp>
        <p:cxnSp>
          <p:nvCxnSpPr>
            <p:cNvPr id="322" name="직선 연결선 321"/>
            <p:cNvCxnSpPr/>
            <p:nvPr/>
          </p:nvCxnSpPr>
          <p:spPr>
            <a:xfrm>
              <a:off x="2027521" y="851717"/>
              <a:ext cx="0" cy="315104"/>
            </a:xfrm>
            <a:prstGeom prst="line">
              <a:avLst/>
            </a:prstGeom>
            <a:ln w="38100">
              <a:solidFill>
                <a:srgbClr val="1B91C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8436877"/>
              </p:ext>
            </p:extLst>
          </p:nvPr>
        </p:nvGraphicFramePr>
        <p:xfrm>
          <a:off x="7471140" y="5563077"/>
          <a:ext cx="2582498" cy="44577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53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530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530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530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7530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7530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7530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7530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80074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147872">
                <a:tc>
                  <a:txBody>
                    <a:bodyPr/>
                    <a:lstStyle/>
                    <a:p>
                      <a:pPr marL="0" algn="ctr" defTabSz="920750" rtl="0" eaLnBrk="1" fontAlgn="ctr" latinLnBrk="0" hangingPunct="1"/>
                      <a:r>
                        <a:rPr kumimoji="1" lang="en-US" altLang="ko-KR" sz="1000" kern="1200" spc="-100" dirty="0">
                          <a:solidFill>
                            <a:schemeClr val="bg1"/>
                          </a:solidFill>
                          <a:latin typeface="Rix고딕 M" pitchFamily="18" charset="-127"/>
                          <a:ea typeface="Rix고딕 M" pitchFamily="18" charset="-127"/>
                          <a:cs typeface="+mn-cs"/>
                        </a:rPr>
                        <a:t>2</a:t>
                      </a:r>
                      <a:r>
                        <a:rPr kumimoji="1" lang="ko-KR" altLang="en-US" sz="1000" kern="1200" spc="-100" dirty="0">
                          <a:solidFill>
                            <a:schemeClr val="bg1"/>
                          </a:solidFill>
                          <a:latin typeface="Rix고딕 M" pitchFamily="18" charset="-127"/>
                          <a:ea typeface="Rix고딕 M" pitchFamily="18" charset="-127"/>
                          <a:cs typeface="+mn-cs"/>
                        </a:rPr>
                        <a:t>월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20750" rtl="0" eaLnBrk="1" fontAlgn="ctr" latinLnBrk="0" hangingPunct="1"/>
                      <a:r>
                        <a:rPr kumimoji="1" lang="en-US" altLang="ko-KR" sz="1000" kern="1200" spc="-100" dirty="0">
                          <a:solidFill>
                            <a:schemeClr val="bg1"/>
                          </a:solidFill>
                          <a:latin typeface="Rix고딕 M" pitchFamily="18" charset="-127"/>
                          <a:ea typeface="Rix고딕 M" pitchFamily="18" charset="-127"/>
                          <a:cs typeface="+mn-cs"/>
                        </a:rPr>
                        <a:t>3</a:t>
                      </a:r>
                      <a:r>
                        <a:rPr kumimoji="1" lang="ko-KR" altLang="en-US" sz="1000" kern="1200" spc="-100" dirty="0">
                          <a:solidFill>
                            <a:schemeClr val="bg1"/>
                          </a:solidFill>
                          <a:latin typeface="Rix고딕 M" pitchFamily="18" charset="-127"/>
                          <a:ea typeface="Rix고딕 M" pitchFamily="18" charset="-127"/>
                          <a:cs typeface="+mn-cs"/>
                        </a:rPr>
                        <a:t>월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20750" rtl="0" eaLnBrk="1" fontAlgn="ctr" latinLnBrk="0" hangingPunct="1"/>
                      <a:r>
                        <a:rPr kumimoji="1" lang="en-US" altLang="ko-KR" sz="1000" kern="1200" spc="-100" dirty="0">
                          <a:solidFill>
                            <a:schemeClr val="bg1"/>
                          </a:solidFill>
                          <a:latin typeface="Rix고딕 M" pitchFamily="18" charset="-127"/>
                          <a:ea typeface="Rix고딕 M" pitchFamily="18" charset="-127"/>
                          <a:cs typeface="+mn-cs"/>
                        </a:rPr>
                        <a:t>4</a:t>
                      </a:r>
                      <a:r>
                        <a:rPr kumimoji="1" lang="ko-KR" altLang="en-US" sz="1000" kern="1200" spc="-100" dirty="0">
                          <a:solidFill>
                            <a:schemeClr val="bg1"/>
                          </a:solidFill>
                          <a:latin typeface="Rix고딕 M" pitchFamily="18" charset="-127"/>
                          <a:ea typeface="Rix고딕 M" pitchFamily="18" charset="-127"/>
                          <a:cs typeface="+mn-cs"/>
                        </a:rPr>
                        <a:t>월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20750" rtl="0" eaLnBrk="1" fontAlgn="ctr" latinLnBrk="0" hangingPunct="1"/>
                      <a:r>
                        <a:rPr kumimoji="1" lang="en-US" altLang="ko-KR" sz="1000" kern="1200" spc="-100" dirty="0">
                          <a:solidFill>
                            <a:schemeClr val="bg1"/>
                          </a:solidFill>
                          <a:latin typeface="Rix고딕 M" pitchFamily="18" charset="-127"/>
                          <a:ea typeface="Rix고딕 M" pitchFamily="18" charset="-127"/>
                          <a:cs typeface="+mn-cs"/>
                        </a:rPr>
                        <a:t>5</a:t>
                      </a:r>
                      <a:r>
                        <a:rPr kumimoji="1" lang="ko-KR" altLang="en-US" sz="1000" kern="1200" spc="-100" dirty="0">
                          <a:solidFill>
                            <a:schemeClr val="bg1"/>
                          </a:solidFill>
                          <a:latin typeface="Rix고딕 M" pitchFamily="18" charset="-127"/>
                          <a:ea typeface="Rix고딕 M" pitchFamily="18" charset="-127"/>
                          <a:cs typeface="+mn-cs"/>
                        </a:rPr>
                        <a:t>월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20750" rtl="0" eaLnBrk="1" fontAlgn="ctr" latinLnBrk="0" hangingPunct="1"/>
                      <a:r>
                        <a:rPr kumimoji="1" lang="en-US" altLang="ko-KR" sz="1000" kern="1200" spc="-100" dirty="0">
                          <a:solidFill>
                            <a:schemeClr val="bg1"/>
                          </a:solidFill>
                          <a:latin typeface="Rix고딕 M" pitchFamily="18" charset="-127"/>
                          <a:ea typeface="Rix고딕 M" pitchFamily="18" charset="-127"/>
                          <a:cs typeface="+mn-cs"/>
                        </a:rPr>
                        <a:t>6</a:t>
                      </a:r>
                      <a:r>
                        <a:rPr kumimoji="1" lang="ko-KR" altLang="en-US" sz="1000" kern="1200" spc="-100" dirty="0">
                          <a:solidFill>
                            <a:schemeClr val="bg1"/>
                          </a:solidFill>
                          <a:latin typeface="Rix고딕 M" pitchFamily="18" charset="-127"/>
                          <a:ea typeface="Rix고딕 M" pitchFamily="18" charset="-127"/>
                          <a:cs typeface="+mn-cs"/>
                        </a:rPr>
                        <a:t>월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20750" rtl="0" eaLnBrk="1" fontAlgn="ctr" latinLnBrk="0" hangingPunct="1"/>
                      <a:r>
                        <a:rPr kumimoji="1" lang="en-US" altLang="ko-KR" sz="1000" kern="1200" spc="-100" dirty="0">
                          <a:solidFill>
                            <a:schemeClr val="bg1"/>
                          </a:solidFill>
                          <a:latin typeface="Rix고딕 M" pitchFamily="18" charset="-127"/>
                          <a:ea typeface="Rix고딕 M" pitchFamily="18" charset="-127"/>
                          <a:cs typeface="+mn-cs"/>
                        </a:rPr>
                        <a:t>7</a:t>
                      </a:r>
                      <a:r>
                        <a:rPr kumimoji="1" lang="ko-KR" altLang="en-US" sz="1000" kern="1200" spc="-100" dirty="0">
                          <a:solidFill>
                            <a:schemeClr val="bg1"/>
                          </a:solidFill>
                          <a:latin typeface="Rix고딕 M" pitchFamily="18" charset="-127"/>
                          <a:ea typeface="Rix고딕 M" pitchFamily="18" charset="-127"/>
                          <a:cs typeface="+mn-cs"/>
                        </a:rPr>
                        <a:t>월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20750" rtl="0" eaLnBrk="1" fontAlgn="ctr" latinLnBrk="0" hangingPunct="1"/>
                      <a:r>
                        <a:rPr kumimoji="1" lang="en-US" altLang="ko-KR" sz="1000" kern="1200" spc="-100" dirty="0">
                          <a:solidFill>
                            <a:schemeClr val="bg1"/>
                          </a:solidFill>
                          <a:latin typeface="Rix고딕 M" pitchFamily="18" charset="-127"/>
                          <a:ea typeface="Rix고딕 M" pitchFamily="18" charset="-127"/>
                          <a:cs typeface="+mn-cs"/>
                        </a:rPr>
                        <a:t>8</a:t>
                      </a:r>
                      <a:r>
                        <a:rPr kumimoji="1" lang="ko-KR" altLang="en-US" sz="1000" kern="1200" spc="-100" dirty="0">
                          <a:solidFill>
                            <a:schemeClr val="bg1"/>
                          </a:solidFill>
                          <a:latin typeface="Rix고딕 M" pitchFamily="18" charset="-127"/>
                          <a:ea typeface="Rix고딕 M" pitchFamily="18" charset="-127"/>
                          <a:cs typeface="+mn-cs"/>
                        </a:rPr>
                        <a:t>월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20750" rtl="0" eaLnBrk="1" fontAlgn="ctr" latinLnBrk="0" hangingPunct="1"/>
                      <a:r>
                        <a:rPr kumimoji="1" lang="en-US" altLang="ko-KR" sz="1000" kern="1200" spc="-100" dirty="0">
                          <a:solidFill>
                            <a:schemeClr val="bg1"/>
                          </a:solidFill>
                          <a:latin typeface="Rix고딕 M" pitchFamily="18" charset="-127"/>
                          <a:ea typeface="Rix고딕 M" pitchFamily="18" charset="-127"/>
                          <a:cs typeface="+mn-cs"/>
                        </a:rPr>
                        <a:t>9</a:t>
                      </a:r>
                      <a:r>
                        <a:rPr kumimoji="1" lang="ko-KR" altLang="en-US" sz="1000" kern="1200" spc="-100" dirty="0">
                          <a:solidFill>
                            <a:schemeClr val="bg1"/>
                          </a:solidFill>
                          <a:latin typeface="Rix고딕 M" pitchFamily="18" charset="-127"/>
                          <a:ea typeface="Rix고딕 M" pitchFamily="18" charset="-127"/>
                          <a:cs typeface="+mn-cs"/>
                        </a:rPr>
                        <a:t>월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20750" rtl="0" eaLnBrk="1" fontAlgn="ctr" latinLnBrk="0" hangingPunct="1"/>
                      <a:r>
                        <a:rPr kumimoji="1" lang="ko-KR" altLang="en-US" sz="1000" kern="1200" spc="-100" dirty="0">
                          <a:solidFill>
                            <a:schemeClr val="bg1"/>
                          </a:solidFill>
                          <a:latin typeface="Rix고딕 M" pitchFamily="18" charset="-127"/>
                          <a:ea typeface="Rix고딕 M" pitchFamily="18" charset="-127"/>
                          <a:cs typeface="+mn-cs"/>
                        </a:rPr>
                        <a:t>합</a:t>
                      </a:r>
                    </a:p>
                  </a:txBody>
                  <a:tcPr marL="9525" marR="9525" marT="9525" marB="0" anchor="ctr"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5124">
                <a:tc>
                  <a:txBody>
                    <a:bodyPr/>
                    <a:lstStyle/>
                    <a:p>
                      <a:pPr marL="0" algn="ctr" defTabSz="920750" rtl="0" eaLnBrk="1" fontAlgn="ctr" latinLnBrk="0" hangingPunct="1"/>
                      <a:r>
                        <a:rPr kumimoji="1" lang="en-US" altLang="ko-KR" sz="900" kern="1200" spc="-100" dirty="0" smtClean="0">
                          <a:solidFill>
                            <a:schemeClr val="tx1"/>
                          </a:solidFill>
                          <a:latin typeface="Rix고딕 M" pitchFamily="18" charset="-127"/>
                          <a:ea typeface="Rix고딕 M" pitchFamily="18" charset="-127"/>
                          <a:cs typeface="+mn-cs"/>
                        </a:rPr>
                        <a:t>14</a:t>
                      </a:r>
                    </a:p>
                    <a:p>
                      <a:pPr marL="0" algn="ctr" defTabSz="920750" rtl="0" eaLnBrk="1" fontAlgn="ctr" latinLnBrk="0" hangingPunct="1"/>
                      <a:r>
                        <a:rPr kumimoji="1" lang="en-US" altLang="ko-KR" sz="900" kern="1200" spc="-100" dirty="0" smtClean="0">
                          <a:solidFill>
                            <a:schemeClr val="tx1"/>
                          </a:solidFill>
                          <a:latin typeface="Rix고딕 M" pitchFamily="18" charset="-127"/>
                          <a:ea typeface="Rix고딕 M" pitchFamily="18" charset="-127"/>
                          <a:cs typeface="+mn-cs"/>
                        </a:rPr>
                        <a:t>M/M</a:t>
                      </a:r>
                      <a:endParaRPr kumimoji="1" lang="en-US" altLang="ko-KR" sz="900" kern="1200" spc="-100" dirty="0">
                        <a:solidFill>
                          <a:schemeClr val="tx1"/>
                        </a:solidFill>
                        <a:latin typeface="Rix고딕 M" pitchFamily="18" charset="-127"/>
                        <a:ea typeface="Rix고딕 M" pitchFamily="18" charset="-127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20750" rtl="0" eaLnBrk="1" fontAlgn="ctr" latinLnBrk="0" hangingPunct="1"/>
                      <a:r>
                        <a:rPr kumimoji="1" lang="en-US" altLang="ko-KR" sz="900" kern="1200" spc="-100" dirty="0" smtClean="0">
                          <a:solidFill>
                            <a:schemeClr val="tx1"/>
                          </a:solidFill>
                          <a:latin typeface="Rix고딕 M" pitchFamily="18" charset="-127"/>
                          <a:ea typeface="Rix고딕 M" pitchFamily="18" charset="-127"/>
                          <a:cs typeface="+mn-cs"/>
                        </a:rPr>
                        <a:t>20.5M/M</a:t>
                      </a:r>
                      <a:endParaRPr kumimoji="1" lang="en-US" altLang="ko-KR" sz="900" kern="1200" spc="-100" dirty="0">
                        <a:solidFill>
                          <a:schemeClr val="tx1"/>
                        </a:solidFill>
                        <a:latin typeface="Rix고딕 M" pitchFamily="18" charset="-127"/>
                        <a:ea typeface="Rix고딕 M" pitchFamily="18" charset="-127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20750" rtl="0" eaLnBrk="1" fontAlgn="ctr" latinLnBrk="0" hangingPunct="1"/>
                      <a:r>
                        <a:rPr kumimoji="1" lang="en-US" altLang="ko-KR" sz="900" kern="1200" spc="-100" dirty="0" smtClean="0">
                          <a:solidFill>
                            <a:schemeClr val="tx1"/>
                          </a:solidFill>
                          <a:latin typeface="Rix고딕 M" pitchFamily="18" charset="-127"/>
                          <a:ea typeface="Rix고딕 M" pitchFamily="18" charset="-127"/>
                          <a:cs typeface="+mn-cs"/>
                        </a:rPr>
                        <a:t>14.5M/M</a:t>
                      </a:r>
                      <a:endParaRPr kumimoji="1" lang="en-US" altLang="ko-KR" sz="900" kern="1200" spc="-100" dirty="0">
                        <a:solidFill>
                          <a:schemeClr val="tx1"/>
                        </a:solidFill>
                        <a:latin typeface="Rix고딕 M" pitchFamily="18" charset="-127"/>
                        <a:ea typeface="Rix고딕 M" pitchFamily="18" charset="-127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20750" rtl="0" eaLnBrk="1" fontAlgn="ctr" latinLnBrk="0" hangingPunct="1"/>
                      <a:r>
                        <a:rPr kumimoji="1" lang="en-US" altLang="ko-KR" sz="900" kern="1200" spc="-100" dirty="0" smtClean="0">
                          <a:solidFill>
                            <a:schemeClr val="tx1"/>
                          </a:solidFill>
                          <a:latin typeface="Rix고딕 M" pitchFamily="18" charset="-127"/>
                          <a:ea typeface="Rix고딕 M" pitchFamily="18" charset="-127"/>
                          <a:cs typeface="+mn-cs"/>
                        </a:rPr>
                        <a:t>4.5</a:t>
                      </a:r>
                    </a:p>
                    <a:p>
                      <a:pPr marL="0" marR="0" indent="0" algn="ctr" defTabSz="92075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900" kern="1200" spc="-100" dirty="0" smtClean="0">
                          <a:solidFill>
                            <a:schemeClr val="tx1"/>
                          </a:solidFill>
                          <a:latin typeface="Rix고딕 M" pitchFamily="18" charset="-127"/>
                          <a:ea typeface="Rix고딕 M" pitchFamily="18" charset="-127"/>
                          <a:cs typeface="+mn-cs"/>
                        </a:rPr>
                        <a:t>M/M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20750" rtl="0" eaLnBrk="1" fontAlgn="ctr" latinLnBrk="0" hangingPunct="1"/>
                      <a:r>
                        <a:rPr kumimoji="1" lang="en-US" altLang="ko-KR" sz="900" kern="1200" spc="-100" dirty="0" smtClean="0">
                          <a:solidFill>
                            <a:schemeClr val="tx1"/>
                          </a:solidFill>
                          <a:latin typeface="Rix고딕 M" pitchFamily="18" charset="-127"/>
                          <a:ea typeface="Rix고딕 M" pitchFamily="18" charset="-127"/>
                          <a:cs typeface="+mn-cs"/>
                        </a:rPr>
                        <a:t>4.5</a:t>
                      </a:r>
                    </a:p>
                    <a:p>
                      <a:pPr marL="0" marR="0" indent="0" algn="ctr" defTabSz="92075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900" kern="1200" spc="-100" dirty="0" smtClean="0">
                          <a:solidFill>
                            <a:schemeClr val="tx1"/>
                          </a:solidFill>
                          <a:latin typeface="Rix고딕 M" pitchFamily="18" charset="-127"/>
                          <a:ea typeface="Rix고딕 M" pitchFamily="18" charset="-127"/>
                          <a:cs typeface="+mn-cs"/>
                        </a:rPr>
                        <a:t>M/M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20750" rtl="0" eaLnBrk="1" fontAlgn="ctr" latinLnBrk="0" hangingPunct="1"/>
                      <a:r>
                        <a:rPr kumimoji="1" lang="en-US" altLang="ko-KR" sz="900" kern="1200" spc="-100" dirty="0" smtClean="0">
                          <a:solidFill>
                            <a:schemeClr val="tx1"/>
                          </a:solidFill>
                          <a:latin typeface="Rix고딕 M" pitchFamily="18" charset="-127"/>
                          <a:ea typeface="Rix고딕 M" pitchFamily="18" charset="-127"/>
                          <a:cs typeface="+mn-cs"/>
                        </a:rPr>
                        <a:t>3.5</a:t>
                      </a:r>
                    </a:p>
                    <a:p>
                      <a:pPr marL="0" marR="0" indent="0" algn="ctr" defTabSz="92075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900" kern="1200" spc="-100" dirty="0" smtClean="0">
                          <a:solidFill>
                            <a:schemeClr val="tx1"/>
                          </a:solidFill>
                          <a:latin typeface="Rix고딕 M" pitchFamily="18" charset="-127"/>
                          <a:ea typeface="Rix고딕 M" pitchFamily="18" charset="-127"/>
                          <a:cs typeface="+mn-cs"/>
                        </a:rPr>
                        <a:t>M/M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20750" rtl="0" eaLnBrk="1" fontAlgn="ctr" latinLnBrk="0" hangingPunct="1"/>
                      <a:r>
                        <a:rPr kumimoji="1" lang="en-US" altLang="ko-KR" sz="900" kern="1200" spc="-100" dirty="0" smtClean="0">
                          <a:solidFill>
                            <a:schemeClr val="tx1"/>
                          </a:solidFill>
                          <a:latin typeface="Rix고딕 M" pitchFamily="18" charset="-127"/>
                          <a:ea typeface="Rix고딕 M" pitchFamily="18" charset="-127"/>
                          <a:cs typeface="+mn-cs"/>
                        </a:rPr>
                        <a:t>2</a:t>
                      </a:r>
                      <a:br>
                        <a:rPr kumimoji="1" lang="en-US" altLang="ko-KR" sz="900" kern="1200" spc="-100" dirty="0" smtClean="0">
                          <a:solidFill>
                            <a:schemeClr val="tx1"/>
                          </a:solidFill>
                          <a:latin typeface="Rix고딕 M" pitchFamily="18" charset="-127"/>
                          <a:ea typeface="Rix고딕 M" pitchFamily="18" charset="-127"/>
                          <a:cs typeface="+mn-cs"/>
                        </a:rPr>
                      </a:br>
                      <a:r>
                        <a:rPr kumimoji="1" lang="en-US" altLang="ko-KR" sz="900" kern="1200" spc="-100" dirty="0" smtClean="0">
                          <a:solidFill>
                            <a:schemeClr val="tx1"/>
                          </a:solidFill>
                          <a:latin typeface="Rix고딕 M" pitchFamily="18" charset="-127"/>
                          <a:ea typeface="Rix고딕 M" pitchFamily="18" charset="-127"/>
                          <a:cs typeface="+mn-cs"/>
                        </a:rPr>
                        <a:t>M/M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20750" rtl="0" eaLnBrk="1" fontAlgn="ctr" latinLnBrk="0" hangingPunct="1"/>
                      <a:r>
                        <a:rPr kumimoji="1" lang="en-US" altLang="ko-KR" sz="900" kern="1200" spc="-100" dirty="0" smtClean="0">
                          <a:solidFill>
                            <a:schemeClr val="tx1"/>
                          </a:solidFill>
                          <a:latin typeface="Rix고딕 M" pitchFamily="18" charset="-127"/>
                          <a:ea typeface="Rix고딕 M" pitchFamily="18" charset="-127"/>
                          <a:cs typeface="+mn-cs"/>
                        </a:rPr>
                        <a:t>2</a:t>
                      </a:r>
                    </a:p>
                    <a:p>
                      <a:pPr marL="0" marR="0" indent="0" algn="ctr" defTabSz="92075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900" kern="1200" spc="-100" dirty="0" smtClean="0">
                          <a:solidFill>
                            <a:schemeClr val="tx1"/>
                          </a:solidFill>
                          <a:latin typeface="Rix고딕 M" pitchFamily="18" charset="-127"/>
                          <a:ea typeface="Rix고딕 M" pitchFamily="18" charset="-127"/>
                          <a:cs typeface="+mn-cs"/>
                        </a:rPr>
                        <a:t>M/M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20750" rtl="0" eaLnBrk="1" fontAlgn="ctr" latinLnBrk="0" hangingPunct="1"/>
                      <a:r>
                        <a:rPr kumimoji="1" lang="en-US" altLang="ko-KR" sz="900" kern="1200" spc="-100" dirty="0" smtClean="0">
                          <a:solidFill>
                            <a:schemeClr val="bg1"/>
                          </a:solidFill>
                          <a:latin typeface="Rix고딕 M" pitchFamily="18" charset="-127"/>
                          <a:ea typeface="Rix고딕 M" pitchFamily="18" charset="-127"/>
                          <a:cs typeface="+mn-cs"/>
                        </a:rPr>
                        <a:t>65.5</a:t>
                      </a:r>
                    </a:p>
                    <a:p>
                      <a:pPr marL="0" marR="0" indent="0" algn="ctr" defTabSz="92075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900" kern="1200" spc="-100" dirty="0" smtClean="0">
                          <a:solidFill>
                            <a:schemeClr val="bg1"/>
                          </a:solidFill>
                          <a:latin typeface="Rix고딕 M" pitchFamily="18" charset="-127"/>
                          <a:ea typeface="Rix고딕 M" pitchFamily="18" charset="-127"/>
                          <a:cs typeface="+mn-cs"/>
                        </a:rPr>
                        <a:t>M/M</a:t>
                      </a:r>
                    </a:p>
                  </a:txBody>
                  <a:tcPr marL="9525" marR="9525" marT="9525" marB="0" anchor="ctr"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42" name="Text Box 118"/>
          <p:cNvSpPr txBox="1">
            <a:spLocks noChangeArrowheads="1"/>
          </p:cNvSpPr>
          <p:nvPr/>
        </p:nvSpPr>
        <p:spPr bwMode="gray">
          <a:xfrm>
            <a:off x="3280700" y="5974219"/>
            <a:ext cx="916342" cy="1800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>
            <a:spAutoFit/>
            <a:scene3d>
              <a:camera prst="orthographicFront"/>
              <a:lightRig rig="threePt" dir="t"/>
            </a:scene3d>
            <a:sp3d>
              <a:bevelT w="1270" h="6350"/>
            </a:sp3d>
          </a:bodyPr>
          <a:lstStyle>
            <a:defPPr>
              <a:defRPr lang="ko-KR"/>
            </a:defPPr>
            <a:lvl1pPr marL="342900" indent="-342900" defTabSz="1135063" eaLnBrk="0" hangingPunct="0">
              <a:tabLst>
                <a:tab pos="6149975" algn="l"/>
              </a:tabLst>
            </a:lvl1pPr>
            <a:lvl2pPr marL="0" lvl="1" algn="ctr" defTabSz="1135063" eaLnBrk="0" latinLnBrk="0" hangingPunct="0">
              <a:lnSpc>
                <a:spcPct val="90000"/>
              </a:lnSpc>
              <a:buClr>
                <a:srgbClr val="3271AA"/>
              </a:buClr>
              <a:buSzPct val="140000"/>
              <a:tabLst>
                <a:tab pos="6149975" algn="l"/>
              </a:tabLst>
              <a:defRPr sz="900">
                <a:latin typeface="Rix고딕 B" pitchFamily="18" charset="-127"/>
                <a:ea typeface="Rix고딕 B" pitchFamily="18" charset="-127"/>
              </a:defRPr>
            </a:lvl2pPr>
            <a:lvl3pPr marL="1143000" indent="-228600" defTabSz="1135063" eaLnBrk="0" hangingPunct="0">
              <a:tabLst>
                <a:tab pos="6149975" algn="l"/>
              </a:tabLst>
            </a:lvl3pPr>
            <a:lvl4pPr marL="1600200" indent="-228600" defTabSz="1135063" eaLnBrk="0" hangingPunct="0">
              <a:tabLst>
                <a:tab pos="6149975" algn="l"/>
              </a:tabLst>
            </a:lvl4pPr>
            <a:lvl5pPr marL="2057400" indent="-228600" defTabSz="1135063" eaLnBrk="0" hangingPunct="0">
              <a:tabLst>
                <a:tab pos="6149975" algn="l"/>
              </a:tabLst>
            </a:lvl5pPr>
            <a:lvl6pPr marL="2514600" indent="-228600" defTabSz="1135063" eaLnBrk="0" fontAlgn="base" hangingPunct="0">
              <a:spcBef>
                <a:spcPct val="0"/>
              </a:spcBef>
              <a:spcAft>
                <a:spcPct val="0"/>
              </a:spcAft>
              <a:tabLst>
                <a:tab pos="6149975" algn="l"/>
              </a:tabLst>
            </a:lvl6pPr>
            <a:lvl7pPr marL="2971800" indent="-228600" defTabSz="1135063" eaLnBrk="0" fontAlgn="base" hangingPunct="0">
              <a:spcBef>
                <a:spcPct val="0"/>
              </a:spcBef>
              <a:spcAft>
                <a:spcPct val="0"/>
              </a:spcAft>
              <a:tabLst>
                <a:tab pos="6149975" algn="l"/>
              </a:tabLst>
            </a:lvl7pPr>
            <a:lvl8pPr marL="3429000" indent="-228600" defTabSz="1135063" eaLnBrk="0" fontAlgn="base" hangingPunct="0">
              <a:spcBef>
                <a:spcPct val="0"/>
              </a:spcBef>
              <a:spcAft>
                <a:spcPct val="0"/>
              </a:spcAft>
              <a:tabLst>
                <a:tab pos="6149975" algn="l"/>
              </a:tabLst>
            </a:lvl8pPr>
            <a:lvl9pPr marL="3886200" indent="-228600" defTabSz="1135063" eaLnBrk="0" fontAlgn="base" hangingPunct="0">
              <a:spcBef>
                <a:spcPct val="0"/>
              </a:spcBef>
              <a:spcAft>
                <a:spcPct val="0"/>
              </a:spcAft>
              <a:tabLst>
                <a:tab pos="6149975" algn="l"/>
              </a:tabLst>
            </a:lvl9pPr>
          </a:lstStyle>
          <a:p>
            <a:pPr lvl="1"/>
            <a:r>
              <a:rPr lang="ko-KR" altLang="en-US" sz="1300" spc="-1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Rix고딕 M" pitchFamily="18" charset="-127"/>
                <a:ea typeface="Rix고딕 M" pitchFamily="18" charset="-127"/>
                <a:sym typeface="Symbol" pitchFamily="18" charset="2"/>
              </a:rPr>
              <a:t>정종일 과장</a:t>
            </a:r>
            <a:endParaRPr lang="ko-KR" altLang="en-US" sz="1300" spc="-100" dirty="0">
              <a:solidFill>
                <a:schemeClr val="tx1">
                  <a:lumMod val="75000"/>
                  <a:lumOff val="25000"/>
                </a:schemeClr>
              </a:solidFill>
              <a:latin typeface="Rix고딕 M" pitchFamily="18" charset="-127"/>
              <a:ea typeface="Rix고딕 M" pitchFamily="18" charset="-127"/>
              <a:sym typeface="Symbol" pitchFamily="18" charset="2"/>
            </a:endParaRPr>
          </a:p>
        </p:txBody>
      </p:sp>
      <p:sp>
        <p:nvSpPr>
          <p:cNvPr id="143" name="모서리가 둥근 직사각형 142"/>
          <p:cNvSpPr/>
          <p:nvPr/>
        </p:nvSpPr>
        <p:spPr>
          <a:xfrm>
            <a:off x="5537211" y="4769536"/>
            <a:ext cx="1017481" cy="263694"/>
          </a:xfrm>
          <a:prstGeom prst="roundRect">
            <a:avLst>
              <a:gd name="adj" fmla="val 3228"/>
            </a:avLst>
          </a:prstGeom>
          <a:noFill/>
          <a:ln w="25400">
            <a:solidFill>
              <a:srgbClr val="C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144" name="Picture 5" descr="C:\Users\User\Desktop\종다리\Untitled-1-05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6142" y="4697562"/>
            <a:ext cx="115507" cy="369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5" name="양쪽 모서리가 둥근 사각형 144"/>
          <p:cNvSpPr/>
          <p:nvPr/>
        </p:nvSpPr>
        <p:spPr bwMode="gray">
          <a:xfrm>
            <a:off x="2119404" y="4767726"/>
            <a:ext cx="596554" cy="245166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tx1">
              <a:lumMod val="50000"/>
              <a:lumOff val="5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anchor="ctr"/>
          <a:lstStyle/>
          <a:p>
            <a:pPr algn="ctr"/>
            <a:r>
              <a:rPr lang="en-US" altLang="ko-KR" sz="1400" dirty="0">
                <a:latin typeface="Rix고딕 B" pitchFamily="18" charset="-127"/>
                <a:ea typeface="Rix고딕 B" pitchFamily="18" charset="-127"/>
              </a:rPr>
              <a:t>PL</a:t>
            </a:r>
            <a:endParaRPr lang="ko-KR" altLang="en-US" sz="1400" dirty="0">
              <a:latin typeface="Rix고딕 B" pitchFamily="18" charset="-127"/>
              <a:ea typeface="Rix고딕 B" pitchFamily="18" charset="-127"/>
            </a:endParaRPr>
          </a:p>
        </p:txBody>
      </p:sp>
      <p:sp>
        <p:nvSpPr>
          <p:cNvPr id="146" name="양쪽 모서리가 둥근 사각형 145"/>
          <p:cNvSpPr/>
          <p:nvPr/>
        </p:nvSpPr>
        <p:spPr bwMode="gray">
          <a:xfrm>
            <a:off x="4496974" y="4767726"/>
            <a:ext cx="596554" cy="245166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tx1">
              <a:lumMod val="50000"/>
              <a:lumOff val="5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anchor="ctr"/>
          <a:lstStyle/>
          <a:p>
            <a:pPr algn="ctr"/>
            <a:r>
              <a:rPr lang="en-US" altLang="ko-KR" sz="1400" dirty="0">
                <a:latin typeface="Rix고딕 B" pitchFamily="18" charset="-127"/>
                <a:ea typeface="Rix고딕 B" pitchFamily="18" charset="-127"/>
              </a:rPr>
              <a:t>PL</a:t>
            </a:r>
            <a:endParaRPr lang="ko-KR" altLang="en-US" sz="1400" dirty="0">
              <a:latin typeface="Rix고딕 B" pitchFamily="18" charset="-127"/>
              <a:ea typeface="Rix고딕 B" pitchFamily="18" charset="-127"/>
            </a:endParaRPr>
          </a:p>
        </p:txBody>
      </p:sp>
      <p:sp>
        <p:nvSpPr>
          <p:cNvPr id="147" name="모서리가 둥근 직사각형 146"/>
          <p:cNvSpPr/>
          <p:nvPr/>
        </p:nvSpPr>
        <p:spPr bwMode="auto">
          <a:xfrm>
            <a:off x="1755664" y="6686868"/>
            <a:ext cx="5401782" cy="492951"/>
          </a:xfrm>
          <a:prstGeom prst="roundRect">
            <a:avLst>
              <a:gd name="adj" fmla="val 2433"/>
            </a:avLst>
          </a:prstGeom>
          <a:noFill/>
          <a:ln w="12700">
            <a:solidFill>
              <a:schemeClr val="bg1">
                <a:lumMod val="6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9569" tIns="49785" rIns="99569" bIns="49785" rtlCol="0" anchor="ctr"/>
          <a:lstStyle/>
          <a:p>
            <a:pPr algn="ctr" defTabSz="1043079" latinLnBrk="0">
              <a:lnSpc>
                <a:spcPct val="110000"/>
              </a:lnSpc>
            </a:pPr>
            <a:endParaRPr lang="ko-KR" altLang="en-US" sz="1600" dirty="0">
              <a:gradFill>
                <a:gsLst>
                  <a:gs pos="0">
                    <a:prstClr val="white"/>
                  </a:gs>
                  <a:gs pos="100000">
                    <a:prstClr val="white"/>
                  </a:gs>
                </a:gsLst>
                <a:lin ang="5400000" scaled="0"/>
              </a:gradFill>
              <a:latin typeface="Yoon 윤고딕 550_TT" panose="02090603020101020101" pitchFamily="18" charset="-127"/>
              <a:ea typeface="Yoon 윤고딕 550_TT" panose="02090603020101020101" pitchFamily="18" charset="-127"/>
            </a:endParaRPr>
          </a:p>
        </p:txBody>
      </p:sp>
      <p:sp>
        <p:nvSpPr>
          <p:cNvPr id="148" name="양쪽 모서리가 둥근 사각형 147"/>
          <p:cNvSpPr/>
          <p:nvPr/>
        </p:nvSpPr>
        <p:spPr bwMode="gray">
          <a:xfrm>
            <a:off x="312598" y="6689600"/>
            <a:ext cx="1394807" cy="487486"/>
          </a:xfrm>
          <a:prstGeom prst="round2SameRect">
            <a:avLst>
              <a:gd name="adj1" fmla="val 0"/>
              <a:gd name="adj2" fmla="val 0"/>
            </a:avLst>
          </a:prstGeom>
          <a:solidFill>
            <a:srgbClr val="335A75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anchor="ctr"/>
          <a:lstStyle/>
          <a:p>
            <a:endParaRPr lang="ko-KR" altLang="en-US" dirty="0"/>
          </a:p>
        </p:txBody>
      </p:sp>
      <p:sp>
        <p:nvSpPr>
          <p:cNvPr id="149" name="Text Box 118"/>
          <p:cNvSpPr txBox="1">
            <a:spLocks noChangeArrowheads="1"/>
          </p:cNvSpPr>
          <p:nvPr/>
        </p:nvSpPr>
        <p:spPr bwMode="gray">
          <a:xfrm>
            <a:off x="335414" y="6739188"/>
            <a:ext cx="1346202" cy="3883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  <a:scene3d>
              <a:camera prst="orthographicFront"/>
              <a:lightRig rig="threePt" dir="t"/>
            </a:scene3d>
            <a:sp3d>
              <a:bevelT w="1270" h="6350"/>
            </a:sp3d>
          </a:bodyPr>
          <a:lstStyle>
            <a:defPPr>
              <a:defRPr lang="ko-KR"/>
            </a:defPPr>
            <a:lvl1pPr marL="342900" indent="-342900" defTabSz="1135063" eaLnBrk="0" hangingPunct="0">
              <a:tabLst>
                <a:tab pos="6149975" algn="l"/>
              </a:tabLst>
            </a:lvl1pPr>
            <a:lvl2pPr marL="0" lvl="1" algn="ctr" defTabSz="1135063" eaLnBrk="0" latinLnBrk="0" hangingPunct="0">
              <a:lnSpc>
                <a:spcPct val="90000"/>
              </a:lnSpc>
              <a:buClr>
                <a:srgbClr val="3271AA"/>
              </a:buClr>
              <a:buSzPct val="140000"/>
              <a:tabLst>
                <a:tab pos="6149975" algn="l"/>
              </a:tabLst>
              <a:defRPr sz="900">
                <a:latin typeface="Rix고딕 B" pitchFamily="18" charset="-127"/>
                <a:ea typeface="Rix고딕 B" pitchFamily="18" charset="-127"/>
              </a:defRPr>
            </a:lvl2pPr>
            <a:lvl3pPr marL="1143000" indent="-228600" defTabSz="1135063" eaLnBrk="0" hangingPunct="0">
              <a:tabLst>
                <a:tab pos="6149975" algn="l"/>
              </a:tabLst>
            </a:lvl3pPr>
            <a:lvl4pPr marL="1600200" indent="-228600" defTabSz="1135063" eaLnBrk="0" hangingPunct="0">
              <a:tabLst>
                <a:tab pos="6149975" algn="l"/>
              </a:tabLst>
            </a:lvl4pPr>
            <a:lvl5pPr marL="2057400" indent="-228600" defTabSz="1135063" eaLnBrk="0" hangingPunct="0">
              <a:tabLst>
                <a:tab pos="6149975" algn="l"/>
              </a:tabLst>
            </a:lvl5pPr>
            <a:lvl6pPr marL="2514600" indent="-228600" defTabSz="1135063" eaLnBrk="0" fontAlgn="base" hangingPunct="0">
              <a:spcBef>
                <a:spcPct val="0"/>
              </a:spcBef>
              <a:spcAft>
                <a:spcPct val="0"/>
              </a:spcAft>
              <a:tabLst>
                <a:tab pos="6149975" algn="l"/>
              </a:tabLst>
            </a:lvl6pPr>
            <a:lvl7pPr marL="2971800" indent="-228600" defTabSz="1135063" eaLnBrk="0" fontAlgn="base" hangingPunct="0">
              <a:spcBef>
                <a:spcPct val="0"/>
              </a:spcBef>
              <a:spcAft>
                <a:spcPct val="0"/>
              </a:spcAft>
              <a:tabLst>
                <a:tab pos="6149975" algn="l"/>
              </a:tabLst>
            </a:lvl7pPr>
            <a:lvl8pPr marL="3429000" indent="-228600" defTabSz="1135063" eaLnBrk="0" fontAlgn="base" hangingPunct="0">
              <a:spcBef>
                <a:spcPct val="0"/>
              </a:spcBef>
              <a:spcAft>
                <a:spcPct val="0"/>
              </a:spcAft>
              <a:tabLst>
                <a:tab pos="6149975" algn="l"/>
              </a:tabLst>
            </a:lvl8pPr>
            <a:lvl9pPr marL="3886200" indent="-228600" defTabSz="1135063" eaLnBrk="0" fontAlgn="base" hangingPunct="0">
              <a:spcBef>
                <a:spcPct val="0"/>
              </a:spcBef>
              <a:spcAft>
                <a:spcPct val="0"/>
              </a:spcAft>
              <a:tabLst>
                <a:tab pos="6149975" algn="l"/>
              </a:tabLst>
            </a:lvl9pPr>
          </a:lstStyle>
          <a:p>
            <a:pPr lvl="1"/>
            <a:r>
              <a:rPr lang="ko-KR" altLang="en-US" sz="1400" spc="-100" dirty="0" smtClean="0">
                <a:solidFill>
                  <a:schemeClr val="bg1"/>
                </a:solidFill>
                <a:sym typeface="Symbol" pitchFamily="18" charset="2"/>
              </a:rPr>
              <a:t>안정화</a:t>
            </a:r>
            <a:r>
              <a:rPr lang="en-US" altLang="ko-KR" sz="1400" spc="-100" dirty="0" smtClean="0">
                <a:solidFill>
                  <a:schemeClr val="bg1"/>
                </a:solidFill>
                <a:sym typeface="Symbol" pitchFamily="18" charset="2"/>
              </a:rPr>
              <a:t>/</a:t>
            </a:r>
            <a:r>
              <a:rPr lang="ko-KR" altLang="en-US" sz="1400" spc="-100" dirty="0" smtClean="0">
                <a:solidFill>
                  <a:schemeClr val="bg1"/>
                </a:solidFill>
                <a:sym typeface="Symbol" pitchFamily="18" charset="2"/>
              </a:rPr>
              <a:t>이전 지원 팀</a:t>
            </a:r>
            <a:endParaRPr lang="en-US" altLang="ko-KR" sz="1400" spc="-100" dirty="0" smtClean="0">
              <a:solidFill>
                <a:schemeClr val="bg1"/>
              </a:solidFill>
              <a:sym typeface="Symbol" pitchFamily="18" charset="2"/>
            </a:endParaRPr>
          </a:p>
          <a:p>
            <a:pPr lvl="1"/>
            <a:r>
              <a:rPr lang="en-US" altLang="ko-KR" sz="1400" spc="-100" dirty="0" smtClean="0">
                <a:solidFill>
                  <a:schemeClr val="bg1"/>
                </a:solidFill>
                <a:sym typeface="Symbol" pitchFamily="18" charset="2"/>
              </a:rPr>
              <a:t>(6</a:t>
            </a:r>
            <a:r>
              <a:rPr lang="ko-KR" altLang="en-US" sz="1400" spc="-100" dirty="0" smtClean="0">
                <a:solidFill>
                  <a:schemeClr val="bg1"/>
                </a:solidFill>
                <a:sym typeface="Symbol" pitchFamily="18" charset="2"/>
              </a:rPr>
              <a:t>명</a:t>
            </a:r>
            <a:r>
              <a:rPr lang="en-US" altLang="ko-KR" sz="1400" spc="-100" dirty="0" smtClean="0">
                <a:solidFill>
                  <a:schemeClr val="bg1"/>
                </a:solidFill>
                <a:sym typeface="Symbol" pitchFamily="18" charset="2"/>
              </a:rPr>
              <a:t>)</a:t>
            </a:r>
            <a:endParaRPr lang="ko-KR" altLang="en-US" sz="1400" spc="-100" dirty="0">
              <a:solidFill>
                <a:schemeClr val="bg1"/>
              </a:solidFill>
              <a:sym typeface="Symbol" pitchFamily="18" charset="2"/>
            </a:endParaRPr>
          </a:p>
        </p:txBody>
      </p:sp>
      <p:sp>
        <p:nvSpPr>
          <p:cNvPr id="151" name="Text Box 118"/>
          <p:cNvSpPr txBox="1">
            <a:spLocks noChangeArrowheads="1"/>
          </p:cNvSpPr>
          <p:nvPr/>
        </p:nvSpPr>
        <p:spPr bwMode="gray">
          <a:xfrm>
            <a:off x="3535042" y="6843319"/>
            <a:ext cx="916342" cy="1800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>
            <a:spAutoFit/>
            <a:scene3d>
              <a:camera prst="orthographicFront"/>
              <a:lightRig rig="threePt" dir="t"/>
            </a:scene3d>
            <a:sp3d>
              <a:bevelT w="1270" h="6350"/>
            </a:sp3d>
          </a:bodyPr>
          <a:lstStyle>
            <a:defPPr>
              <a:defRPr lang="ko-KR"/>
            </a:defPPr>
            <a:lvl1pPr marL="342900" indent="-342900" defTabSz="1135063" eaLnBrk="0" hangingPunct="0">
              <a:tabLst>
                <a:tab pos="6149975" algn="l"/>
              </a:tabLst>
            </a:lvl1pPr>
            <a:lvl2pPr marL="0" lvl="1" algn="ctr" defTabSz="1135063" eaLnBrk="0" latinLnBrk="0" hangingPunct="0">
              <a:lnSpc>
                <a:spcPct val="90000"/>
              </a:lnSpc>
              <a:buClr>
                <a:srgbClr val="3271AA"/>
              </a:buClr>
              <a:buSzPct val="140000"/>
              <a:tabLst>
                <a:tab pos="6149975" algn="l"/>
              </a:tabLst>
              <a:defRPr sz="900">
                <a:latin typeface="Rix고딕 B" pitchFamily="18" charset="-127"/>
                <a:ea typeface="Rix고딕 B" pitchFamily="18" charset="-127"/>
              </a:defRPr>
            </a:lvl2pPr>
            <a:lvl3pPr marL="1143000" indent="-228600" defTabSz="1135063" eaLnBrk="0" hangingPunct="0">
              <a:tabLst>
                <a:tab pos="6149975" algn="l"/>
              </a:tabLst>
            </a:lvl3pPr>
            <a:lvl4pPr marL="1600200" indent="-228600" defTabSz="1135063" eaLnBrk="0" hangingPunct="0">
              <a:tabLst>
                <a:tab pos="6149975" algn="l"/>
              </a:tabLst>
            </a:lvl4pPr>
            <a:lvl5pPr marL="2057400" indent="-228600" defTabSz="1135063" eaLnBrk="0" hangingPunct="0">
              <a:tabLst>
                <a:tab pos="6149975" algn="l"/>
              </a:tabLst>
            </a:lvl5pPr>
            <a:lvl6pPr marL="2514600" indent="-228600" defTabSz="1135063" eaLnBrk="0" fontAlgn="base" hangingPunct="0">
              <a:spcBef>
                <a:spcPct val="0"/>
              </a:spcBef>
              <a:spcAft>
                <a:spcPct val="0"/>
              </a:spcAft>
              <a:tabLst>
                <a:tab pos="6149975" algn="l"/>
              </a:tabLst>
            </a:lvl6pPr>
            <a:lvl7pPr marL="2971800" indent="-228600" defTabSz="1135063" eaLnBrk="0" fontAlgn="base" hangingPunct="0">
              <a:spcBef>
                <a:spcPct val="0"/>
              </a:spcBef>
              <a:spcAft>
                <a:spcPct val="0"/>
              </a:spcAft>
              <a:tabLst>
                <a:tab pos="6149975" algn="l"/>
              </a:tabLst>
            </a:lvl7pPr>
            <a:lvl8pPr marL="3429000" indent="-228600" defTabSz="1135063" eaLnBrk="0" fontAlgn="base" hangingPunct="0">
              <a:spcBef>
                <a:spcPct val="0"/>
              </a:spcBef>
              <a:spcAft>
                <a:spcPct val="0"/>
              </a:spcAft>
              <a:tabLst>
                <a:tab pos="6149975" algn="l"/>
              </a:tabLst>
            </a:lvl8pPr>
            <a:lvl9pPr marL="3886200" indent="-228600" defTabSz="1135063" eaLnBrk="0" fontAlgn="base" hangingPunct="0">
              <a:spcBef>
                <a:spcPct val="0"/>
              </a:spcBef>
              <a:spcAft>
                <a:spcPct val="0"/>
              </a:spcAft>
              <a:tabLst>
                <a:tab pos="6149975" algn="l"/>
              </a:tabLst>
            </a:lvl9pPr>
          </a:lstStyle>
          <a:p>
            <a:pPr lvl="1"/>
            <a:r>
              <a:rPr lang="ko-KR" altLang="en-US" sz="1300" spc="-1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Rix고딕 M" pitchFamily="18" charset="-127"/>
                <a:ea typeface="Rix고딕 M" pitchFamily="18" charset="-127"/>
                <a:sym typeface="Symbol" pitchFamily="18" charset="2"/>
              </a:rPr>
              <a:t>전준모 대리</a:t>
            </a:r>
            <a:endParaRPr lang="ko-KR" altLang="en-US" sz="1300" spc="-100" dirty="0">
              <a:solidFill>
                <a:schemeClr val="tx1">
                  <a:lumMod val="75000"/>
                  <a:lumOff val="25000"/>
                </a:schemeClr>
              </a:solidFill>
              <a:latin typeface="Rix고딕 M" pitchFamily="18" charset="-127"/>
              <a:ea typeface="Rix고딕 M" pitchFamily="18" charset="-127"/>
              <a:sym typeface="Symbol" pitchFamily="18" charset="2"/>
            </a:endParaRPr>
          </a:p>
        </p:txBody>
      </p:sp>
      <p:sp>
        <p:nvSpPr>
          <p:cNvPr id="152" name="Text Box 118"/>
          <p:cNvSpPr txBox="1">
            <a:spLocks noChangeArrowheads="1"/>
          </p:cNvSpPr>
          <p:nvPr/>
        </p:nvSpPr>
        <p:spPr bwMode="gray">
          <a:xfrm>
            <a:off x="6221325" y="6843319"/>
            <a:ext cx="916342" cy="1800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>
            <a:spAutoFit/>
            <a:scene3d>
              <a:camera prst="orthographicFront"/>
              <a:lightRig rig="threePt" dir="t"/>
            </a:scene3d>
            <a:sp3d>
              <a:bevelT w="1270" h="6350"/>
            </a:sp3d>
          </a:bodyPr>
          <a:lstStyle>
            <a:defPPr>
              <a:defRPr lang="ko-KR"/>
            </a:defPPr>
            <a:lvl1pPr marL="342900" indent="-342900" defTabSz="1135063" eaLnBrk="0" hangingPunct="0">
              <a:tabLst>
                <a:tab pos="6149975" algn="l"/>
              </a:tabLst>
            </a:lvl1pPr>
            <a:lvl2pPr marL="0" lvl="1" algn="ctr" defTabSz="1135063" eaLnBrk="0" latinLnBrk="0" hangingPunct="0">
              <a:lnSpc>
                <a:spcPct val="90000"/>
              </a:lnSpc>
              <a:buClr>
                <a:srgbClr val="3271AA"/>
              </a:buClr>
              <a:buSzPct val="140000"/>
              <a:tabLst>
                <a:tab pos="6149975" algn="l"/>
              </a:tabLst>
              <a:defRPr sz="900">
                <a:latin typeface="Rix고딕 B" pitchFamily="18" charset="-127"/>
                <a:ea typeface="Rix고딕 B" pitchFamily="18" charset="-127"/>
              </a:defRPr>
            </a:lvl2pPr>
            <a:lvl3pPr marL="1143000" indent="-228600" defTabSz="1135063" eaLnBrk="0" hangingPunct="0">
              <a:tabLst>
                <a:tab pos="6149975" algn="l"/>
              </a:tabLst>
            </a:lvl3pPr>
            <a:lvl4pPr marL="1600200" indent="-228600" defTabSz="1135063" eaLnBrk="0" hangingPunct="0">
              <a:tabLst>
                <a:tab pos="6149975" algn="l"/>
              </a:tabLst>
            </a:lvl4pPr>
            <a:lvl5pPr marL="2057400" indent="-228600" defTabSz="1135063" eaLnBrk="0" hangingPunct="0">
              <a:tabLst>
                <a:tab pos="6149975" algn="l"/>
              </a:tabLst>
            </a:lvl5pPr>
            <a:lvl6pPr marL="2514600" indent="-228600" defTabSz="1135063" eaLnBrk="0" fontAlgn="base" hangingPunct="0">
              <a:spcBef>
                <a:spcPct val="0"/>
              </a:spcBef>
              <a:spcAft>
                <a:spcPct val="0"/>
              </a:spcAft>
              <a:tabLst>
                <a:tab pos="6149975" algn="l"/>
              </a:tabLst>
            </a:lvl6pPr>
            <a:lvl7pPr marL="2971800" indent="-228600" defTabSz="1135063" eaLnBrk="0" fontAlgn="base" hangingPunct="0">
              <a:spcBef>
                <a:spcPct val="0"/>
              </a:spcBef>
              <a:spcAft>
                <a:spcPct val="0"/>
              </a:spcAft>
              <a:tabLst>
                <a:tab pos="6149975" algn="l"/>
              </a:tabLst>
            </a:lvl7pPr>
            <a:lvl8pPr marL="3429000" indent="-228600" defTabSz="1135063" eaLnBrk="0" fontAlgn="base" hangingPunct="0">
              <a:spcBef>
                <a:spcPct val="0"/>
              </a:spcBef>
              <a:spcAft>
                <a:spcPct val="0"/>
              </a:spcAft>
              <a:tabLst>
                <a:tab pos="6149975" algn="l"/>
              </a:tabLst>
            </a:lvl8pPr>
            <a:lvl9pPr marL="3886200" indent="-228600" defTabSz="1135063" eaLnBrk="0" fontAlgn="base" hangingPunct="0">
              <a:spcBef>
                <a:spcPct val="0"/>
              </a:spcBef>
              <a:spcAft>
                <a:spcPct val="0"/>
              </a:spcAft>
              <a:tabLst>
                <a:tab pos="6149975" algn="l"/>
              </a:tabLst>
            </a:lvl9pPr>
          </a:lstStyle>
          <a:p>
            <a:pPr lvl="1"/>
            <a:r>
              <a:rPr lang="ko-KR" altLang="en-US" sz="1300" spc="-1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Rix고딕 M" pitchFamily="18" charset="-127"/>
                <a:ea typeface="Rix고딕 M" pitchFamily="18" charset="-127"/>
                <a:sym typeface="Symbol" pitchFamily="18" charset="2"/>
              </a:rPr>
              <a:t>윤상원 과장</a:t>
            </a:r>
            <a:endParaRPr lang="ko-KR" altLang="en-US" sz="1300" spc="-100" dirty="0">
              <a:solidFill>
                <a:schemeClr val="tx1">
                  <a:lumMod val="75000"/>
                  <a:lumOff val="25000"/>
                </a:schemeClr>
              </a:solidFill>
              <a:latin typeface="Rix고딕 M" pitchFamily="18" charset="-127"/>
              <a:ea typeface="Rix고딕 M" pitchFamily="18" charset="-127"/>
              <a:sym typeface="Symbol" pitchFamily="18" charset="2"/>
            </a:endParaRPr>
          </a:p>
        </p:txBody>
      </p:sp>
      <p:sp>
        <p:nvSpPr>
          <p:cNvPr id="153" name="Text Box 118"/>
          <p:cNvSpPr txBox="1">
            <a:spLocks noChangeArrowheads="1"/>
          </p:cNvSpPr>
          <p:nvPr/>
        </p:nvSpPr>
        <p:spPr bwMode="gray">
          <a:xfrm>
            <a:off x="1744188" y="6843319"/>
            <a:ext cx="916342" cy="1800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>
            <a:spAutoFit/>
            <a:scene3d>
              <a:camera prst="orthographicFront"/>
              <a:lightRig rig="threePt" dir="t"/>
            </a:scene3d>
            <a:sp3d>
              <a:bevelT w="1270" h="6350"/>
            </a:sp3d>
          </a:bodyPr>
          <a:lstStyle>
            <a:defPPr>
              <a:defRPr lang="ko-KR"/>
            </a:defPPr>
            <a:lvl1pPr marL="342900" indent="-342900" defTabSz="1135063" eaLnBrk="0" hangingPunct="0">
              <a:tabLst>
                <a:tab pos="6149975" algn="l"/>
              </a:tabLst>
            </a:lvl1pPr>
            <a:lvl2pPr marL="0" lvl="1" algn="ctr" defTabSz="1135063" eaLnBrk="0" latinLnBrk="0" hangingPunct="0">
              <a:lnSpc>
                <a:spcPct val="90000"/>
              </a:lnSpc>
              <a:buClr>
                <a:srgbClr val="3271AA"/>
              </a:buClr>
              <a:buSzPct val="140000"/>
              <a:tabLst>
                <a:tab pos="6149975" algn="l"/>
              </a:tabLst>
              <a:defRPr sz="900">
                <a:latin typeface="Rix고딕 B" pitchFamily="18" charset="-127"/>
                <a:ea typeface="Rix고딕 B" pitchFamily="18" charset="-127"/>
              </a:defRPr>
            </a:lvl2pPr>
            <a:lvl3pPr marL="1143000" indent="-228600" defTabSz="1135063" eaLnBrk="0" hangingPunct="0">
              <a:tabLst>
                <a:tab pos="6149975" algn="l"/>
              </a:tabLst>
            </a:lvl3pPr>
            <a:lvl4pPr marL="1600200" indent="-228600" defTabSz="1135063" eaLnBrk="0" hangingPunct="0">
              <a:tabLst>
                <a:tab pos="6149975" algn="l"/>
              </a:tabLst>
            </a:lvl4pPr>
            <a:lvl5pPr marL="2057400" indent="-228600" defTabSz="1135063" eaLnBrk="0" hangingPunct="0">
              <a:tabLst>
                <a:tab pos="6149975" algn="l"/>
              </a:tabLst>
            </a:lvl5pPr>
            <a:lvl6pPr marL="2514600" indent="-228600" defTabSz="1135063" eaLnBrk="0" fontAlgn="base" hangingPunct="0">
              <a:spcBef>
                <a:spcPct val="0"/>
              </a:spcBef>
              <a:spcAft>
                <a:spcPct val="0"/>
              </a:spcAft>
              <a:tabLst>
                <a:tab pos="6149975" algn="l"/>
              </a:tabLst>
            </a:lvl6pPr>
            <a:lvl7pPr marL="2971800" indent="-228600" defTabSz="1135063" eaLnBrk="0" fontAlgn="base" hangingPunct="0">
              <a:spcBef>
                <a:spcPct val="0"/>
              </a:spcBef>
              <a:spcAft>
                <a:spcPct val="0"/>
              </a:spcAft>
              <a:tabLst>
                <a:tab pos="6149975" algn="l"/>
              </a:tabLst>
            </a:lvl7pPr>
            <a:lvl8pPr marL="3429000" indent="-228600" defTabSz="1135063" eaLnBrk="0" fontAlgn="base" hangingPunct="0">
              <a:spcBef>
                <a:spcPct val="0"/>
              </a:spcBef>
              <a:spcAft>
                <a:spcPct val="0"/>
              </a:spcAft>
              <a:tabLst>
                <a:tab pos="6149975" algn="l"/>
              </a:tabLst>
            </a:lvl8pPr>
            <a:lvl9pPr marL="3886200" indent="-228600" defTabSz="1135063" eaLnBrk="0" fontAlgn="base" hangingPunct="0">
              <a:spcBef>
                <a:spcPct val="0"/>
              </a:spcBef>
              <a:spcAft>
                <a:spcPct val="0"/>
              </a:spcAft>
              <a:tabLst>
                <a:tab pos="6149975" algn="l"/>
              </a:tabLst>
            </a:lvl9pPr>
          </a:lstStyle>
          <a:p>
            <a:pPr lvl="1"/>
            <a:r>
              <a:rPr lang="ko-KR" altLang="en-US" sz="1300" spc="-1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Rix고딕 M" pitchFamily="18" charset="-127"/>
                <a:ea typeface="Rix고딕 M" pitchFamily="18" charset="-127"/>
                <a:sym typeface="Symbol" pitchFamily="18" charset="2"/>
              </a:rPr>
              <a:t>이인성 부장</a:t>
            </a:r>
            <a:endParaRPr lang="ko-KR" altLang="en-US" sz="1300" spc="-100" dirty="0">
              <a:solidFill>
                <a:schemeClr val="tx1">
                  <a:lumMod val="75000"/>
                  <a:lumOff val="25000"/>
                </a:schemeClr>
              </a:solidFill>
              <a:latin typeface="Rix고딕 M" pitchFamily="18" charset="-127"/>
              <a:ea typeface="Rix고딕 M" pitchFamily="18" charset="-127"/>
              <a:sym typeface="Symbol" pitchFamily="18" charset="2"/>
            </a:endParaRPr>
          </a:p>
        </p:txBody>
      </p:sp>
      <p:sp>
        <p:nvSpPr>
          <p:cNvPr id="154" name="Text Box 118"/>
          <p:cNvSpPr txBox="1">
            <a:spLocks noChangeArrowheads="1"/>
          </p:cNvSpPr>
          <p:nvPr/>
        </p:nvSpPr>
        <p:spPr bwMode="gray">
          <a:xfrm>
            <a:off x="2639615" y="6843319"/>
            <a:ext cx="916342" cy="1800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>
            <a:spAutoFit/>
            <a:scene3d>
              <a:camera prst="orthographicFront"/>
              <a:lightRig rig="threePt" dir="t"/>
            </a:scene3d>
            <a:sp3d>
              <a:bevelT w="1270" h="6350"/>
            </a:sp3d>
          </a:bodyPr>
          <a:lstStyle>
            <a:defPPr>
              <a:defRPr lang="ko-KR"/>
            </a:defPPr>
            <a:lvl1pPr marL="342900" indent="-342900" defTabSz="1135063" eaLnBrk="0" hangingPunct="0">
              <a:tabLst>
                <a:tab pos="6149975" algn="l"/>
              </a:tabLst>
            </a:lvl1pPr>
            <a:lvl2pPr marL="0" lvl="1" algn="ctr" defTabSz="1135063" eaLnBrk="0" latinLnBrk="0" hangingPunct="0">
              <a:lnSpc>
                <a:spcPct val="90000"/>
              </a:lnSpc>
              <a:buClr>
                <a:srgbClr val="3271AA"/>
              </a:buClr>
              <a:buSzPct val="140000"/>
              <a:tabLst>
                <a:tab pos="6149975" algn="l"/>
              </a:tabLst>
              <a:defRPr sz="900">
                <a:latin typeface="Rix고딕 B" pitchFamily="18" charset="-127"/>
                <a:ea typeface="Rix고딕 B" pitchFamily="18" charset="-127"/>
              </a:defRPr>
            </a:lvl2pPr>
            <a:lvl3pPr marL="1143000" indent="-228600" defTabSz="1135063" eaLnBrk="0" hangingPunct="0">
              <a:tabLst>
                <a:tab pos="6149975" algn="l"/>
              </a:tabLst>
            </a:lvl3pPr>
            <a:lvl4pPr marL="1600200" indent="-228600" defTabSz="1135063" eaLnBrk="0" hangingPunct="0">
              <a:tabLst>
                <a:tab pos="6149975" algn="l"/>
              </a:tabLst>
            </a:lvl4pPr>
            <a:lvl5pPr marL="2057400" indent="-228600" defTabSz="1135063" eaLnBrk="0" hangingPunct="0">
              <a:tabLst>
                <a:tab pos="6149975" algn="l"/>
              </a:tabLst>
            </a:lvl5pPr>
            <a:lvl6pPr marL="2514600" indent="-228600" defTabSz="1135063" eaLnBrk="0" fontAlgn="base" hangingPunct="0">
              <a:spcBef>
                <a:spcPct val="0"/>
              </a:spcBef>
              <a:spcAft>
                <a:spcPct val="0"/>
              </a:spcAft>
              <a:tabLst>
                <a:tab pos="6149975" algn="l"/>
              </a:tabLst>
            </a:lvl6pPr>
            <a:lvl7pPr marL="2971800" indent="-228600" defTabSz="1135063" eaLnBrk="0" fontAlgn="base" hangingPunct="0">
              <a:spcBef>
                <a:spcPct val="0"/>
              </a:spcBef>
              <a:spcAft>
                <a:spcPct val="0"/>
              </a:spcAft>
              <a:tabLst>
                <a:tab pos="6149975" algn="l"/>
              </a:tabLst>
            </a:lvl7pPr>
            <a:lvl8pPr marL="3429000" indent="-228600" defTabSz="1135063" eaLnBrk="0" fontAlgn="base" hangingPunct="0">
              <a:spcBef>
                <a:spcPct val="0"/>
              </a:spcBef>
              <a:spcAft>
                <a:spcPct val="0"/>
              </a:spcAft>
              <a:tabLst>
                <a:tab pos="6149975" algn="l"/>
              </a:tabLst>
            </a:lvl8pPr>
            <a:lvl9pPr marL="3886200" indent="-228600" defTabSz="1135063" eaLnBrk="0" fontAlgn="base" hangingPunct="0">
              <a:spcBef>
                <a:spcPct val="0"/>
              </a:spcBef>
              <a:spcAft>
                <a:spcPct val="0"/>
              </a:spcAft>
              <a:tabLst>
                <a:tab pos="6149975" algn="l"/>
              </a:tabLst>
            </a:lvl9pPr>
          </a:lstStyle>
          <a:p>
            <a:pPr lvl="1"/>
            <a:r>
              <a:rPr lang="ko-KR" altLang="en-US" sz="1300" spc="-1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Rix고딕 M" pitchFamily="18" charset="-127"/>
                <a:ea typeface="Rix고딕 M" pitchFamily="18" charset="-127"/>
                <a:sym typeface="Symbol" pitchFamily="18" charset="2"/>
              </a:rPr>
              <a:t>윤주성 대리</a:t>
            </a:r>
            <a:endParaRPr lang="ko-KR" altLang="en-US" sz="1300" spc="-100" dirty="0">
              <a:solidFill>
                <a:schemeClr val="tx1">
                  <a:lumMod val="75000"/>
                  <a:lumOff val="25000"/>
                </a:schemeClr>
              </a:solidFill>
              <a:latin typeface="Rix고딕 M" pitchFamily="18" charset="-127"/>
              <a:ea typeface="Rix고딕 M" pitchFamily="18" charset="-127"/>
              <a:sym typeface="Symbol" pitchFamily="18" charset="2"/>
            </a:endParaRPr>
          </a:p>
        </p:txBody>
      </p:sp>
      <p:sp>
        <p:nvSpPr>
          <p:cNvPr id="155" name="Text Box 118"/>
          <p:cNvSpPr txBox="1">
            <a:spLocks noChangeArrowheads="1"/>
          </p:cNvSpPr>
          <p:nvPr/>
        </p:nvSpPr>
        <p:spPr bwMode="gray">
          <a:xfrm>
            <a:off x="4430469" y="6843319"/>
            <a:ext cx="916342" cy="1800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>
            <a:spAutoFit/>
            <a:scene3d>
              <a:camera prst="orthographicFront"/>
              <a:lightRig rig="threePt" dir="t"/>
            </a:scene3d>
            <a:sp3d>
              <a:bevelT w="1270" h="6350"/>
            </a:sp3d>
          </a:bodyPr>
          <a:lstStyle>
            <a:defPPr>
              <a:defRPr lang="ko-KR"/>
            </a:defPPr>
            <a:lvl1pPr marL="342900" indent="-342900" defTabSz="1135063" eaLnBrk="0" hangingPunct="0">
              <a:tabLst>
                <a:tab pos="6149975" algn="l"/>
              </a:tabLst>
            </a:lvl1pPr>
            <a:lvl2pPr marL="0" lvl="1" algn="ctr" defTabSz="1135063" eaLnBrk="0" latinLnBrk="0" hangingPunct="0">
              <a:lnSpc>
                <a:spcPct val="90000"/>
              </a:lnSpc>
              <a:buClr>
                <a:srgbClr val="3271AA"/>
              </a:buClr>
              <a:buSzPct val="140000"/>
              <a:tabLst>
                <a:tab pos="6149975" algn="l"/>
              </a:tabLst>
              <a:defRPr sz="900">
                <a:latin typeface="Rix고딕 B" pitchFamily="18" charset="-127"/>
                <a:ea typeface="Rix고딕 B" pitchFamily="18" charset="-127"/>
              </a:defRPr>
            </a:lvl2pPr>
            <a:lvl3pPr marL="1143000" indent="-228600" defTabSz="1135063" eaLnBrk="0" hangingPunct="0">
              <a:tabLst>
                <a:tab pos="6149975" algn="l"/>
              </a:tabLst>
            </a:lvl3pPr>
            <a:lvl4pPr marL="1600200" indent="-228600" defTabSz="1135063" eaLnBrk="0" hangingPunct="0">
              <a:tabLst>
                <a:tab pos="6149975" algn="l"/>
              </a:tabLst>
            </a:lvl4pPr>
            <a:lvl5pPr marL="2057400" indent="-228600" defTabSz="1135063" eaLnBrk="0" hangingPunct="0">
              <a:tabLst>
                <a:tab pos="6149975" algn="l"/>
              </a:tabLst>
            </a:lvl5pPr>
            <a:lvl6pPr marL="2514600" indent="-228600" defTabSz="1135063" eaLnBrk="0" fontAlgn="base" hangingPunct="0">
              <a:spcBef>
                <a:spcPct val="0"/>
              </a:spcBef>
              <a:spcAft>
                <a:spcPct val="0"/>
              </a:spcAft>
              <a:tabLst>
                <a:tab pos="6149975" algn="l"/>
              </a:tabLst>
            </a:lvl6pPr>
            <a:lvl7pPr marL="2971800" indent="-228600" defTabSz="1135063" eaLnBrk="0" fontAlgn="base" hangingPunct="0">
              <a:spcBef>
                <a:spcPct val="0"/>
              </a:spcBef>
              <a:spcAft>
                <a:spcPct val="0"/>
              </a:spcAft>
              <a:tabLst>
                <a:tab pos="6149975" algn="l"/>
              </a:tabLst>
            </a:lvl7pPr>
            <a:lvl8pPr marL="3429000" indent="-228600" defTabSz="1135063" eaLnBrk="0" fontAlgn="base" hangingPunct="0">
              <a:spcBef>
                <a:spcPct val="0"/>
              </a:spcBef>
              <a:spcAft>
                <a:spcPct val="0"/>
              </a:spcAft>
              <a:tabLst>
                <a:tab pos="6149975" algn="l"/>
              </a:tabLst>
            </a:lvl8pPr>
            <a:lvl9pPr marL="3886200" indent="-228600" defTabSz="1135063" eaLnBrk="0" fontAlgn="base" hangingPunct="0">
              <a:spcBef>
                <a:spcPct val="0"/>
              </a:spcBef>
              <a:spcAft>
                <a:spcPct val="0"/>
              </a:spcAft>
              <a:tabLst>
                <a:tab pos="6149975" algn="l"/>
              </a:tabLst>
            </a:lvl9pPr>
          </a:lstStyle>
          <a:p>
            <a:pPr lvl="1"/>
            <a:r>
              <a:rPr lang="ko-KR" altLang="en-US" sz="1300" spc="-1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Rix고딕 M" pitchFamily="18" charset="-127"/>
                <a:ea typeface="Rix고딕 M" pitchFamily="18" charset="-127"/>
                <a:sym typeface="Symbol" pitchFamily="18" charset="2"/>
              </a:rPr>
              <a:t>박상민 사원</a:t>
            </a:r>
            <a:endParaRPr lang="ko-KR" altLang="en-US" sz="1300" spc="-100" dirty="0">
              <a:solidFill>
                <a:schemeClr val="tx1">
                  <a:lumMod val="75000"/>
                  <a:lumOff val="25000"/>
                </a:schemeClr>
              </a:solidFill>
              <a:latin typeface="Rix고딕 M" pitchFamily="18" charset="-127"/>
              <a:ea typeface="Rix고딕 M" pitchFamily="18" charset="-127"/>
              <a:sym typeface="Symbol" pitchFamily="18" charset="2"/>
            </a:endParaRPr>
          </a:p>
        </p:txBody>
      </p:sp>
      <p:sp>
        <p:nvSpPr>
          <p:cNvPr id="156" name="Text Box 118"/>
          <p:cNvSpPr txBox="1">
            <a:spLocks noChangeArrowheads="1"/>
          </p:cNvSpPr>
          <p:nvPr/>
        </p:nvSpPr>
        <p:spPr bwMode="gray">
          <a:xfrm>
            <a:off x="5325896" y="6843319"/>
            <a:ext cx="916342" cy="1800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>
            <a:spAutoFit/>
            <a:scene3d>
              <a:camera prst="orthographicFront"/>
              <a:lightRig rig="threePt" dir="t"/>
            </a:scene3d>
            <a:sp3d>
              <a:bevelT w="1270" h="6350"/>
            </a:sp3d>
          </a:bodyPr>
          <a:lstStyle>
            <a:defPPr>
              <a:defRPr lang="ko-KR"/>
            </a:defPPr>
            <a:lvl1pPr marL="342900" indent="-342900" defTabSz="1135063" eaLnBrk="0" hangingPunct="0">
              <a:tabLst>
                <a:tab pos="6149975" algn="l"/>
              </a:tabLst>
            </a:lvl1pPr>
            <a:lvl2pPr marL="0" lvl="1" algn="ctr" defTabSz="1135063" eaLnBrk="0" latinLnBrk="0" hangingPunct="0">
              <a:lnSpc>
                <a:spcPct val="90000"/>
              </a:lnSpc>
              <a:buClr>
                <a:srgbClr val="3271AA"/>
              </a:buClr>
              <a:buSzPct val="140000"/>
              <a:tabLst>
                <a:tab pos="6149975" algn="l"/>
              </a:tabLst>
              <a:defRPr sz="900">
                <a:latin typeface="Rix고딕 B" pitchFamily="18" charset="-127"/>
                <a:ea typeface="Rix고딕 B" pitchFamily="18" charset="-127"/>
              </a:defRPr>
            </a:lvl2pPr>
            <a:lvl3pPr marL="1143000" indent="-228600" defTabSz="1135063" eaLnBrk="0" hangingPunct="0">
              <a:tabLst>
                <a:tab pos="6149975" algn="l"/>
              </a:tabLst>
            </a:lvl3pPr>
            <a:lvl4pPr marL="1600200" indent="-228600" defTabSz="1135063" eaLnBrk="0" hangingPunct="0">
              <a:tabLst>
                <a:tab pos="6149975" algn="l"/>
              </a:tabLst>
            </a:lvl4pPr>
            <a:lvl5pPr marL="2057400" indent="-228600" defTabSz="1135063" eaLnBrk="0" hangingPunct="0">
              <a:tabLst>
                <a:tab pos="6149975" algn="l"/>
              </a:tabLst>
            </a:lvl5pPr>
            <a:lvl6pPr marL="2514600" indent="-228600" defTabSz="1135063" eaLnBrk="0" fontAlgn="base" hangingPunct="0">
              <a:spcBef>
                <a:spcPct val="0"/>
              </a:spcBef>
              <a:spcAft>
                <a:spcPct val="0"/>
              </a:spcAft>
              <a:tabLst>
                <a:tab pos="6149975" algn="l"/>
              </a:tabLst>
            </a:lvl6pPr>
            <a:lvl7pPr marL="2971800" indent="-228600" defTabSz="1135063" eaLnBrk="0" fontAlgn="base" hangingPunct="0">
              <a:spcBef>
                <a:spcPct val="0"/>
              </a:spcBef>
              <a:spcAft>
                <a:spcPct val="0"/>
              </a:spcAft>
              <a:tabLst>
                <a:tab pos="6149975" algn="l"/>
              </a:tabLst>
            </a:lvl7pPr>
            <a:lvl8pPr marL="3429000" indent="-228600" defTabSz="1135063" eaLnBrk="0" fontAlgn="base" hangingPunct="0">
              <a:spcBef>
                <a:spcPct val="0"/>
              </a:spcBef>
              <a:spcAft>
                <a:spcPct val="0"/>
              </a:spcAft>
              <a:tabLst>
                <a:tab pos="6149975" algn="l"/>
              </a:tabLst>
            </a:lvl8pPr>
            <a:lvl9pPr marL="3886200" indent="-228600" defTabSz="1135063" eaLnBrk="0" fontAlgn="base" hangingPunct="0">
              <a:spcBef>
                <a:spcPct val="0"/>
              </a:spcBef>
              <a:spcAft>
                <a:spcPct val="0"/>
              </a:spcAft>
              <a:tabLst>
                <a:tab pos="6149975" algn="l"/>
              </a:tabLst>
            </a:lvl9pPr>
          </a:lstStyle>
          <a:p>
            <a:pPr lvl="1"/>
            <a:r>
              <a:rPr lang="ko-KR" altLang="en-US" sz="1300" spc="-1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Rix고딕 M" pitchFamily="18" charset="-127"/>
                <a:ea typeface="Rix고딕 M" pitchFamily="18" charset="-127"/>
                <a:sym typeface="Symbol" pitchFamily="18" charset="2"/>
              </a:rPr>
              <a:t>우희승 사원</a:t>
            </a:r>
            <a:endParaRPr lang="ko-KR" altLang="en-US" sz="1300" spc="-100" dirty="0">
              <a:solidFill>
                <a:schemeClr val="tx1">
                  <a:lumMod val="75000"/>
                  <a:lumOff val="25000"/>
                </a:schemeClr>
              </a:solidFill>
              <a:latin typeface="Rix고딕 M" pitchFamily="18" charset="-127"/>
              <a:ea typeface="Rix고딕 M" pitchFamily="18" charset="-127"/>
              <a:sym typeface="Symbol" pitchFamily="18" charset="2"/>
            </a:endParaRPr>
          </a:p>
        </p:txBody>
      </p:sp>
      <p:sp>
        <p:nvSpPr>
          <p:cNvPr id="141" name="직사각형 251"/>
          <p:cNvSpPr>
            <a:spLocks noChangeArrowheads="1"/>
          </p:cNvSpPr>
          <p:nvPr/>
        </p:nvSpPr>
        <p:spPr bwMode="auto">
          <a:xfrm>
            <a:off x="7831116" y="4786588"/>
            <a:ext cx="164659" cy="771364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rgbClr val="081422"/>
              </a:gs>
            </a:gsLst>
            <a:lin ang="5400000" scaled="0"/>
          </a:gradFill>
          <a:ln>
            <a:noFill/>
          </a:ln>
          <a:effectLst/>
          <a:scene3d>
            <a:camera prst="orthographicFront"/>
            <a:lightRig rig="threePt" dir="t"/>
          </a:scene3d>
          <a:sp3d>
            <a:bevelT h="6350"/>
          </a:sp3d>
          <a:ex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>
              <a:solidFill>
                <a:schemeClr val="lt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50" name="Text Box 349"/>
          <p:cNvSpPr txBox="1">
            <a:spLocks noChangeArrowheads="1"/>
          </p:cNvSpPr>
          <p:nvPr/>
        </p:nvSpPr>
        <p:spPr bwMode="auto">
          <a:xfrm>
            <a:off x="7787864" y="4636254"/>
            <a:ext cx="245260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 defTabSz="893763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defTabSz="893763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defTabSz="893763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defTabSz="893763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defTabSz="893763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defTabSz="8937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defTabSz="8937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defTabSz="8937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defTabSz="8937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fontAlgn="ctr" latinLnBrk="0" hangingPunct="1"/>
            <a:r>
              <a:rPr lang="en-US" altLang="ko-KR" sz="900" dirty="0" smtClean="0">
                <a:latin typeface="Rix고딕 B" pitchFamily="18" charset="-127"/>
                <a:ea typeface="Rix고딕 B" pitchFamily="18" charset="-127"/>
              </a:rPr>
              <a:t>31</a:t>
            </a:r>
            <a:r>
              <a:rPr lang="ko-KR" altLang="ko-KR" sz="900" dirty="0" smtClean="0">
                <a:latin typeface="Rix고딕 B" pitchFamily="18" charset="-127"/>
                <a:ea typeface="Rix고딕 B" pitchFamily="18" charset="-127"/>
              </a:rPr>
              <a:t>%</a:t>
            </a:r>
            <a:endParaRPr lang="ko-KR" altLang="ko-KR" sz="900" dirty="0">
              <a:latin typeface="Rix고딕 B" pitchFamily="18" charset="-127"/>
              <a:ea typeface="Rix고딕 B" pitchFamily="18" charset="-127"/>
            </a:endParaRPr>
          </a:p>
        </p:txBody>
      </p:sp>
      <p:sp>
        <p:nvSpPr>
          <p:cNvPr id="159" name="직사각형 251"/>
          <p:cNvSpPr>
            <a:spLocks noChangeArrowheads="1"/>
          </p:cNvSpPr>
          <p:nvPr/>
        </p:nvSpPr>
        <p:spPr bwMode="auto">
          <a:xfrm>
            <a:off x="7557458" y="5088145"/>
            <a:ext cx="164659" cy="469807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rgbClr val="081422"/>
              </a:gs>
            </a:gsLst>
            <a:lin ang="5400000" scaled="0"/>
          </a:gradFill>
          <a:ln>
            <a:noFill/>
          </a:ln>
          <a:effectLst/>
          <a:scene3d>
            <a:camera prst="orthographicFront"/>
            <a:lightRig rig="threePt" dir="t"/>
          </a:scene3d>
          <a:sp3d>
            <a:bevelT h="6350"/>
          </a:sp3d>
          <a:ex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>
              <a:solidFill>
                <a:schemeClr val="lt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60" name="Text Box 349"/>
          <p:cNvSpPr txBox="1">
            <a:spLocks noChangeArrowheads="1"/>
          </p:cNvSpPr>
          <p:nvPr/>
        </p:nvSpPr>
        <p:spPr bwMode="auto">
          <a:xfrm>
            <a:off x="7526910" y="4949645"/>
            <a:ext cx="245260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 defTabSz="893763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defTabSz="893763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defTabSz="893763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defTabSz="893763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defTabSz="893763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defTabSz="8937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defTabSz="8937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defTabSz="8937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defTabSz="8937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fontAlgn="ctr" latinLnBrk="0" hangingPunct="1"/>
            <a:r>
              <a:rPr lang="en-US" altLang="ko-KR" sz="900" dirty="0" smtClean="0">
                <a:latin typeface="Rix고딕 B" pitchFamily="18" charset="-127"/>
                <a:ea typeface="Rix고딕 B" pitchFamily="18" charset="-127"/>
              </a:rPr>
              <a:t>21</a:t>
            </a:r>
            <a:r>
              <a:rPr lang="ko-KR" altLang="ko-KR" sz="900" dirty="0" smtClean="0">
                <a:latin typeface="Rix고딕 B" pitchFamily="18" charset="-127"/>
                <a:ea typeface="Rix고딕 B" pitchFamily="18" charset="-127"/>
              </a:rPr>
              <a:t>%</a:t>
            </a:r>
            <a:endParaRPr lang="ko-KR" altLang="ko-KR" sz="900" dirty="0">
              <a:latin typeface="Rix고딕 B" pitchFamily="18" charset="-127"/>
              <a:ea typeface="Rix고딕 B" pitchFamily="18" charset="-127"/>
            </a:endParaRPr>
          </a:p>
        </p:txBody>
      </p:sp>
      <p:sp>
        <p:nvSpPr>
          <p:cNvPr id="168" name="직사각형 251"/>
          <p:cNvSpPr>
            <a:spLocks noChangeArrowheads="1"/>
          </p:cNvSpPr>
          <p:nvPr/>
        </p:nvSpPr>
        <p:spPr bwMode="auto">
          <a:xfrm>
            <a:off x="8067135" y="5076825"/>
            <a:ext cx="164659" cy="481127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rgbClr val="081422"/>
              </a:gs>
            </a:gsLst>
            <a:lin ang="5400000" scaled="0"/>
          </a:gradFill>
          <a:ln>
            <a:noFill/>
          </a:ln>
          <a:effectLst/>
          <a:scene3d>
            <a:camera prst="orthographicFront"/>
            <a:lightRig rig="threePt" dir="t"/>
          </a:scene3d>
          <a:sp3d>
            <a:bevelT h="6350"/>
          </a:sp3d>
          <a:ex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>
              <a:solidFill>
                <a:schemeClr val="lt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69" name="Text Box 349"/>
          <p:cNvSpPr txBox="1">
            <a:spLocks noChangeArrowheads="1"/>
          </p:cNvSpPr>
          <p:nvPr/>
        </p:nvSpPr>
        <p:spPr bwMode="auto">
          <a:xfrm>
            <a:off x="8042937" y="4949645"/>
            <a:ext cx="245260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 defTabSz="893763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defTabSz="893763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defTabSz="893763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defTabSz="893763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defTabSz="893763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defTabSz="8937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defTabSz="8937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defTabSz="8937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defTabSz="8937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fontAlgn="ctr" latinLnBrk="0" hangingPunct="1"/>
            <a:r>
              <a:rPr lang="en-US" altLang="ko-KR" sz="900" dirty="0" smtClean="0">
                <a:latin typeface="Rix고딕 B" pitchFamily="18" charset="-127"/>
                <a:ea typeface="Rix고딕 B" pitchFamily="18" charset="-127"/>
              </a:rPr>
              <a:t>22</a:t>
            </a:r>
            <a:r>
              <a:rPr lang="ko-KR" altLang="ko-KR" sz="900" dirty="0" smtClean="0">
                <a:latin typeface="Rix고딕 B" pitchFamily="18" charset="-127"/>
                <a:ea typeface="Rix고딕 B" pitchFamily="18" charset="-127"/>
              </a:rPr>
              <a:t>%</a:t>
            </a:r>
            <a:endParaRPr lang="ko-KR" altLang="ko-KR" sz="900" dirty="0">
              <a:latin typeface="Rix고딕 B" pitchFamily="18" charset="-127"/>
              <a:ea typeface="Rix고딕 B" pitchFamily="18" charset="-127"/>
            </a:endParaRPr>
          </a:p>
        </p:txBody>
      </p:sp>
      <p:sp>
        <p:nvSpPr>
          <p:cNvPr id="170" name="직사각형 251"/>
          <p:cNvSpPr>
            <a:spLocks noChangeArrowheads="1"/>
          </p:cNvSpPr>
          <p:nvPr/>
        </p:nvSpPr>
        <p:spPr bwMode="auto">
          <a:xfrm>
            <a:off x="8343360" y="5350712"/>
            <a:ext cx="164659" cy="207240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rgbClr val="081422"/>
              </a:gs>
            </a:gsLst>
            <a:lin ang="5400000" scaled="0"/>
          </a:gradFill>
          <a:ln>
            <a:noFill/>
          </a:ln>
          <a:effectLst/>
          <a:scene3d>
            <a:camera prst="orthographicFront"/>
            <a:lightRig rig="threePt" dir="t"/>
          </a:scene3d>
          <a:sp3d>
            <a:bevelT h="6350"/>
          </a:sp3d>
          <a:ex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>
              <a:solidFill>
                <a:schemeClr val="lt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71" name="Text Box 349"/>
          <p:cNvSpPr txBox="1">
            <a:spLocks noChangeArrowheads="1"/>
          </p:cNvSpPr>
          <p:nvPr/>
        </p:nvSpPr>
        <p:spPr bwMode="auto">
          <a:xfrm>
            <a:off x="8348078" y="5207089"/>
            <a:ext cx="174728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 defTabSz="893763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defTabSz="893763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defTabSz="893763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defTabSz="893763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defTabSz="893763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defTabSz="8937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defTabSz="8937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defTabSz="8937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defTabSz="8937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fontAlgn="ctr" latinLnBrk="0" hangingPunct="1"/>
            <a:r>
              <a:rPr lang="en-US" altLang="ko-KR" sz="900" dirty="0" smtClean="0">
                <a:latin typeface="Rix고딕 B" pitchFamily="18" charset="-127"/>
                <a:ea typeface="Rix고딕 B" pitchFamily="18" charset="-127"/>
              </a:rPr>
              <a:t>7</a:t>
            </a:r>
            <a:r>
              <a:rPr lang="ko-KR" altLang="ko-KR" sz="900" dirty="0" smtClean="0">
                <a:latin typeface="Rix고딕 B" pitchFamily="18" charset="-127"/>
                <a:ea typeface="Rix고딕 B" pitchFamily="18" charset="-127"/>
              </a:rPr>
              <a:t>%</a:t>
            </a:r>
            <a:endParaRPr lang="ko-KR" altLang="ko-KR" sz="900" dirty="0">
              <a:latin typeface="Rix고딕 B" pitchFamily="18" charset="-127"/>
              <a:ea typeface="Rix고딕 B" pitchFamily="18" charset="-127"/>
            </a:endParaRPr>
          </a:p>
        </p:txBody>
      </p:sp>
      <p:sp>
        <p:nvSpPr>
          <p:cNvPr id="172" name="직사각형 251"/>
          <p:cNvSpPr>
            <a:spLocks noChangeArrowheads="1"/>
          </p:cNvSpPr>
          <p:nvPr/>
        </p:nvSpPr>
        <p:spPr bwMode="auto">
          <a:xfrm>
            <a:off x="8619585" y="5353050"/>
            <a:ext cx="164659" cy="204902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rgbClr val="081422"/>
              </a:gs>
            </a:gsLst>
            <a:lin ang="5400000" scaled="0"/>
          </a:gradFill>
          <a:ln>
            <a:noFill/>
          </a:ln>
          <a:effectLst/>
          <a:scene3d>
            <a:camera prst="orthographicFront"/>
            <a:lightRig rig="threePt" dir="t"/>
          </a:scene3d>
          <a:sp3d>
            <a:bevelT h="6350"/>
          </a:sp3d>
          <a:ex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>
              <a:solidFill>
                <a:schemeClr val="lt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73" name="Text Box 349"/>
          <p:cNvSpPr txBox="1">
            <a:spLocks noChangeArrowheads="1"/>
          </p:cNvSpPr>
          <p:nvPr/>
        </p:nvSpPr>
        <p:spPr bwMode="auto">
          <a:xfrm>
            <a:off x="8624304" y="5211852"/>
            <a:ext cx="174728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 defTabSz="893763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defTabSz="893763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defTabSz="893763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defTabSz="893763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defTabSz="893763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defTabSz="8937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defTabSz="8937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defTabSz="8937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defTabSz="8937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fontAlgn="ctr" latinLnBrk="0" hangingPunct="1"/>
            <a:r>
              <a:rPr lang="en-US" altLang="ko-KR" sz="900" dirty="0" smtClean="0">
                <a:latin typeface="Rix고딕 B" pitchFamily="18" charset="-127"/>
                <a:ea typeface="Rix고딕 B" pitchFamily="18" charset="-127"/>
              </a:rPr>
              <a:t>6</a:t>
            </a:r>
            <a:r>
              <a:rPr lang="ko-KR" altLang="ko-KR" sz="900" dirty="0" smtClean="0">
                <a:latin typeface="Rix고딕 B" pitchFamily="18" charset="-127"/>
                <a:ea typeface="Rix고딕 B" pitchFamily="18" charset="-127"/>
              </a:rPr>
              <a:t>%</a:t>
            </a:r>
            <a:endParaRPr lang="ko-KR" altLang="ko-KR" sz="900" dirty="0">
              <a:latin typeface="Rix고딕 B" pitchFamily="18" charset="-127"/>
              <a:ea typeface="Rix고딕 B" pitchFamily="18" charset="-127"/>
            </a:endParaRPr>
          </a:p>
        </p:txBody>
      </p:sp>
      <p:sp>
        <p:nvSpPr>
          <p:cNvPr id="174" name="직사각형 251"/>
          <p:cNvSpPr>
            <a:spLocks noChangeArrowheads="1"/>
          </p:cNvSpPr>
          <p:nvPr/>
        </p:nvSpPr>
        <p:spPr bwMode="auto">
          <a:xfrm>
            <a:off x="8886285" y="5353050"/>
            <a:ext cx="164659" cy="204902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rgbClr val="081422"/>
              </a:gs>
            </a:gsLst>
            <a:lin ang="5400000" scaled="0"/>
          </a:gradFill>
          <a:ln>
            <a:noFill/>
          </a:ln>
          <a:effectLst/>
          <a:scene3d>
            <a:camera prst="orthographicFront"/>
            <a:lightRig rig="threePt" dir="t"/>
          </a:scene3d>
          <a:sp3d>
            <a:bevelT h="6350"/>
          </a:sp3d>
          <a:ex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>
              <a:solidFill>
                <a:schemeClr val="lt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75" name="Text Box 349"/>
          <p:cNvSpPr txBox="1">
            <a:spLocks noChangeArrowheads="1"/>
          </p:cNvSpPr>
          <p:nvPr/>
        </p:nvSpPr>
        <p:spPr bwMode="auto">
          <a:xfrm>
            <a:off x="8891004" y="5211852"/>
            <a:ext cx="174728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 defTabSz="893763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defTabSz="893763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defTabSz="893763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defTabSz="893763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defTabSz="893763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defTabSz="8937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defTabSz="8937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defTabSz="8937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defTabSz="8937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fontAlgn="ctr" latinLnBrk="0" hangingPunct="1"/>
            <a:r>
              <a:rPr lang="en-US" altLang="ko-KR" sz="900" dirty="0" smtClean="0">
                <a:latin typeface="Rix고딕 B" pitchFamily="18" charset="-127"/>
                <a:ea typeface="Rix고딕 B" pitchFamily="18" charset="-127"/>
              </a:rPr>
              <a:t>5</a:t>
            </a:r>
            <a:r>
              <a:rPr lang="ko-KR" altLang="ko-KR" sz="900" dirty="0" smtClean="0">
                <a:latin typeface="Rix고딕 B" pitchFamily="18" charset="-127"/>
                <a:ea typeface="Rix고딕 B" pitchFamily="18" charset="-127"/>
              </a:rPr>
              <a:t>%</a:t>
            </a:r>
            <a:endParaRPr lang="ko-KR" altLang="ko-KR" sz="900" dirty="0">
              <a:latin typeface="Rix고딕 B" pitchFamily="18" charset="-127"/>
              <a:ea typeface="Rix고딕 B" pitchFamily="18" charset="-127"/>
            </a:endParaRPr>
          </a:p>
        </p:txBody>
      </p:sp>
      <p:sp>
        <p:nvSpPr>
          <p:cNvPr id="176" name="직사각형 251"/>
          <p:cNvSpPr>
            <a:spLocks noChangeArrowheads="1"/>
          </p:cNvSpPr>
          <p:nvPr/>
        </p:nvSpPr>
        <p:spPr bwMode="auto">
          <a:xfrm>
            <a:off x="9181560" y="5408239"/>
            <a:ext cx="164659" cy="144000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rgbClr val="081422"/>
              </a:gs>
            </a:gsLst>
            <a:lin ang="5400000" scaled="0"/>
          </a:gradFill>
          <a:ln>
            <a:noFill/>
          </a:ln>
          <a:effectLst/>
          <a:scene3d>
            <a:camera prst="orthographicFront"/>
            <a:lightRig rig="threePt" dir="t"/>
          </a:scene3d>
          <a:sp3d>
            <a:bevelT h="6350"/>
          </a:sp3d>
          <a:ex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>
              <a:solidFill>
                <a:schemeClr val="lt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77" name="Text Box 349"/>
          <p:cNvSpPr txBox="1">
            <a:spLocks noChangeArrowheads="1"/>
          </p:cNvSpPr>
          <p:nvPr/>
        </p:nvSpPr>
        <p:spPr bwMode="auto">
          <a:xfrm>
            <a:off x="9176754" y="5244777"/>
            <a:ext cx="174728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 defTabSz="893763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defTabSz="893763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defTabSz="893763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defTabSz="893763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defTabSz="893763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defTabSz="8937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defTabSz="8937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defTabSz="8937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defTabSz="8937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fontAlgn="ctr" latinLnBrk="0" hangingPunct="1"/>
            <a:r>
              <a:rPr lang="en-US" altLang="ko-KR" sz="900" dirty="0">
                <a:latin typeface="Rix고딕 B" pitchFamily="18" charset="-127"/>
                <a:ea typeface="Rix고딕 B" pitchFamily="18" charset="-127"/>
              </a:rPr>
              <a:t>4</a:t>
            </a:r>
            <a:r>
              <a:rPr lang="ko-KR" altLang="ko-KR" sz="900" dirty="0" smtClean="0">
                <a:latin typeface="Rix고딕 B" pitchFamily="18" charset="-127"/>
                <a:ea typeface="Rix고딕 B" pitchFamily="18" charset="-127"/>
              </a:rPr>
              <a:t>%</a:t>
            </a:r>
            <a:endParaRPr lang="ko-KR" altLang="ko-KR" sz="900" dirty="0">
              <a:latin typeface="Rix고딕 B" pitchFamily="18" charset="-127"/>
              <a:ea typeface="Rix고딕 B" pitchFamily="18" charset="-127"/>
            </a:endParaRPr>
          </a:p>
        </p:txBody>
      </p:sp>
      <p:sp>
        <p:nvSpPr>
          <p:cNvPr id="178" name="직사각형 251"/>
          <p:cNvSpPr>
            <a:spLocks noChangeArrowheads="1"/>
          </p:cNvSpPr>
          <p:nvPr/>
        </p:nvSpPr>
        <p:spPr bwMode="auto">
          <a:xfrm>
            <a:off x="9419141" y="5442374"/>
            <a:ext cx="164659" cy="115578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rgbClr val="081422"/>
              </a:gs>
            </a:gsLst>
            <a:lin ang="5400000" scaled="0"/>
          </a:gradFill>
          <a:ln>
            <a:noFill/>
          </a:ln>
          <a:effectLst/>
          <a:scene3d>
            <a:camera prst="orthographicFront"/>
            <a:lightRig rig="threePt" dir="t"/>
          </a:scene3d>
          <a:sp3d>
            <a:bevelT h="6350"/>
          </a:sp3d>
          <a:ex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>
              <a:solidFill>
                <a:schemeClr val="lt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79" name="Text Box 349"/>
          <p:cNvSpPr txBox="1">
            <a:spLocks noChangeArrowheads="1"/>
          </p:cNvSpPr>
          <p:nvPr/>
        </p:nvSpPr>
        <p:spPr bwMode="auto">
          <a:xfrm>
            <a:off x="9423860" y="5301927"/>
            <a:ext cx="174728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 defTabSz="893763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defTabSz="893763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defTabSz="893763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defTabSz="893763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defTabSz="893763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defTabSz="8937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defTabSz="8937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defTabSz="8937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defTabSz="8937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fontAlgn="ctr" latinLnBrk="0" hangingPunct="1"/>
            <a:r>
              <a:rPr lang="en-US" altLang="ko-KR" sz="900" dirty="0" smtClean="0">
                <a:latin typeface="Rix고딕 B" pitchFamily="18" charset="-127"/>
                <a:ea typeface="Rix고딕 B" pitchFamily="18" charset="-127"/>
              </a:rPr>
              <a:t>3</a:t>
            </a:r>
            <a:r>
              <a:rPr lang="ko-KR" altLang="ko-KR" sz="900" dirty="0" smtClean="0">
                <a:latin typeface="Rix고딕 B" pitchFamily="18" charset="-127"/>
                <a:ea typeface="Rix고딕 B" pitchFamily="18" charset="-127"/>
              </a:rPr>
              <a:t>%</a:t>
            </a:r>
            <a:endParaRPr lang="ko-KR" altLang="ko-KR" sz="900" dirty="0">
              <a:latin typeface="Rix고딕 B" pitchFamily="18" charset="-127"/>
              <a:ea typeface="Rix고딕 B" pitchFamily="18" charset="-127"/>
            </a:endParaRPr>
          </a:p>
        </p:txBody>
      </p:sp>
      <p:sp>
        <p:nvSpPr>
          <p:cNvPr id="164" name="Text Box 118"/>
          <p:cNvSpPr txBox="1">
            <a:spLocks noChangeArrowheads="1"/>
          </p:cNvSpPr>
          <p:nvPr/>
        </p:nvSpPr>
        <p:spPr bwMode="gray">
          <a:xfrm>
            <a:off x="3286575" y="5680335"/>
            <a:ext cx="916342" cy="1800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>
            <a:spAutoFit/>
            <a:scene3d>
              <a:camera prst="orthographicFront"/>
              <a:lightRig rig="threePt" dir="t"/>
            </a:scene3d>
            <a:sp3d>
              <a:bevelT w="1270" h="6350"/>
            </a:sp3d>
          </a:bodyPr>
          <a:lstStyle>
            <a:defPPr>
              <a:defRPr lang="ko-KR"/>
            </a:defPPr>
            <a:lvl1pPr marL="342900" indent="-342900" defTabSz="1135063" eaLnBrk="0" hangingPunct="0">
              <a:tabLst>
                <a:tab pos="6149975" algn="l"/>
              </a:tabLst>
            </a:lvl1pPr>
            <a:lvl2pPr marL="0" lvl="1" algn="ctr" defTabSz="1135063" eaLnBrk="0" latinLnBrk="0" hangingPunct="0">
              <a:lnSpc>
                <a:spcPct val="90000"/>
              </a:lnSpc>
              <a:buClr>
                <a:srgbClr val="3271AA"/>
              </a:buClr>
              <a:buSzPct val="140000"/>
              <a:tabLst>
                <a:tab pos="6149975" algn="l"/>
              </a:tabLst>
              <a:defRPr sz="900">
                <a:latin typeface="Rix고딕 B" pitchFamily="18" charset="-127"/>
                <a:ea typeface="Rix고딕 B" pitchFamily="18" charset="-127"/>
              </a:defRPr>
            </a:lvl2pPr>
            <a:lvl3pPr marL="1143000" indent="-228600" defTabSz="1135063" eaLnBrk="0" hangingPunct="0">
              <a:tabLst>
                <a:tab pos="6149975" algn="l"/>
              </a:tabLst>
            </a:lvl3pPr>
            <a:lvl4pPr marL="1600200" indent="-228600" defTabSz="1135063" eaLnBrk="0" hangingPunct="0">
              <a:tabLst>
                <a:tab pos="6149975" algn="l"/>
              </a:tabLst>
            </a:lvl4pPr>
            <a:lvl5pPr marL="2057400" indent="-228600" defTabSz="1135063" eaLnBrk="0" hangingPunct="0">
              <a:tabLst>
                <a:tab pos="6149975" algn="l"/>
              </a:tabLst>
            </a:lvl5pPr>
            <a:lvl6pPr marL="2514600" indent="-228600" defTabSz="1135063" eaLnBrk="0" fontAlgn="base" hangingPunct="0">
              <a:spcBef>
                <a:spcPct val="0"/>
              </a:spcBef>
              <a:spcAft>
                <a:spcPct val="0"/>
              </a:spcAft>
              <a:tabLst>
                <a:tab pos="6149975" algn="l"/>
              </a:tabLst>
            </a:lvl6pPr>
            <a:lvl7pPr marL="2971800" indent="-228600" defTabSz="1135063" eaLnBrk="0" fontAlgn="base" hangingPunct="0">
              <a:spcBef>
                <a:spcPct val="0"/>
              </a:spcBef>
              <a:spcAft>
                <a:spcPct val="0"/>
              </a:spcAft>
              <a:tabLst>
                <a:tab pos="6149975" algn="l"/>
              </a:tabLst>
            </a:lvl7pPr>
            <a:lvl8pPr marL="3429000" indent="-228600" defTabSz="1135063" eaLnBrk="0" fontAlgn="base" hangingPunct="0">
              <a:spcBef>
                <a:spcPct val="0"/>
              </a:spcBef>
              <a:spcAft>
                <a:spcPct val="0"/>
              </a:spcAft>
              <a:tabLst>
                <a:tab pos="6149975" algn="l"/>
              </a:tabLst>
            </a:lvl8pPr>
            <a:lvl9pPr marL="3886200" indent="-228600" defTabSz="1135063" eaLnBrk="0" fontAlgn="base" hangingPunct="0">
              <a:spcBef>
                <a:spcPct val="0"/>
              </a:spcBef>
              <a:spcAft>
                <a:spcPct val="0"/>
              </a:spcAft>
              <a:tabLst>
                <a:tab pos="6149975" algn="l"/>
              </a:tabLst>
            </a:lvl9pPr>
          </a:lstStyle>
          <a:p>
            <a:pPr lvl="1"/>
            <a:r>
              <a:rPr lang="ko-KR" altLang="en-US" sz="1300" spc="-1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Rix고딕 M" pitchFamily="18" charset="-127"/>
                <a:ea typeface="Rix고딕 M" pitchFamily="18" charset="-127"/>
                <a:sym typeface="Symbol" pitchFamily="18" charset="2"/>
              </a:rPr>
              <a:t>우희승 사원</a:t>
            </a:r>
            <a:endParaRPr lang="ko-KR" altLang="en-US" sz="1300" spc="-100" dirty="0">
              <a:solidFill>
                <a:schemeClr val="tx1">
                  <a:lumMod val="75000"/>
                  <a:lumOff val="25000"/>
                </a:schemeClr>
              </a:solidFill>
              <a:latin typeface="Rix고딕 M" pitchFamily="18" charset="-127"/>
              <a:ea typeface="Rix고딕 M" pitchFamily="18" charset="-127"/>
              <a:sym typeface="Symbol" pitchFamily="18" charset="2"/>
            </a:endParaRPr>
          </a:p>
        </p:txBody>
      </p:sp>
      <p:sp>
        <p:nvSpPr>
          <p:cNvPr id="166" name="Text Box 118"/>
          <p:cNvSpPr txBox="1">
            <a:spLocks noChangeArrowheads="1"/>
          </p:cNvSpPr>
          <p:nvPr/>
        </p:nvSpPr>
        <p:spPr bwMode="gray">
          <a:xfrm>
            <a:off x="784458" y="5991914"/>
            <a:ext cx="916342" cy="180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>
            <a:spAutoFit/>
            <a:scene3d>
              <a:camera prst="orthographicFront"/>
              <a:lightRig rig="threePt" dir="t"/>
            </a:scene3d>
            <a:sp3d>
              <a:bevelT w="1270" h="6350"/>
            </a:sp3d>
          </a:bodyPr>
          <a:lstStyle>
            <a:defPPr>
              <a:defRPr lang="ko-KR"/>
            </a:defPPr>
            <a:lvl1pPr marL="342900" indent="-342900" defTabSz="1135063" eaLnBrk="0" hangingPunct="0">
              <a:tabLst>
                <a:tab pos="6149975" algn="l"/>
              </a:tabLst>
            </a:lvl1pPr>
            <a:lvl2pPr marL="0" lvl="1" algn="ctr" defTabSz="1135063" eaLnBrk="0" latinLnBrk="0" hangingPunct="0">
              <a:lnSpc>
                <a:spcPct val="90000"/>
              </a:lnSpc>
              <a:buClr>
                <a:srgbClr val="3271AA"/>
              </a:buClr>
              <a:buSzPct val="140000"/>
              <a:tabLst>
                <a:tab pos="6149975" algn="l"/>
              </a:tabLst>
              <a:defRPr sz="900">
                <a:latin typeface="Rix고딕 B" pitchFamily="18" charset="-127"/>
                <a:ea typeface="Rix고딕 B" pitchFamily="18" charset="-127"/>
              </a:defRPr>
            </a:lvl2pPr>
            <a:lvl3pPr marL="1143000" indent="-228600" defTabSz="1135063" eaLnBrk="0" hangingPunct="0">
              <a:tabLst>
                <a:tab pos="6149975" algn="l"/>
              </a:tabLst>
            </a:lvl3pPr>
            <a:lvl4pPr marL="1600200" indent="-228600" defTabSz="1135063" eaLnBrk="0" hangingPunct="0">
              <a:tabLst>
                <a:tab pos="6149975" algn="l"/>
              </a:tabLst>
            </a:lvl4pPr>
            <a:lvl5pPr marL="2057400" indent="-228600" defTabSz="1135063" eaLnBrk="0" hangingPunct="0">
              <a:tabLst>
                <a:tab pos="6149975" algn="l"/>
              </a:tabLst>
            </a:lvl5pPr>
            <a:lvl6pPr marL="2514600" indent="-228600" defTabSz="1135063" eaLnBrk="0" fontAlgn="base" hangingPunct="0">
              <a:spcBef>
                <a:spcPct val="0"/>
              </a:spcBef>
              <a:spcAft>
                <a:spcPct val="0"/>
              </a:spcAft>
              <a:tabLst>
                <a:tab pos="6149975" algn="l"/>
              </a:tabLst>
            </a:lvl6pPr>
            <a:lvl7pPr marL="2971800" indent="-228600" defTabSz="1135063" eaLnBrk="0" fontAlgn="base" hangingPunct="0">
              <a:spcBef>
                <a:spcPct val="0"/>
              </a:spcBef>
              <a:spcAft>
                <a:spcPct val="0"/>
              </a:spcAft>
              <a:tabLst>
                <a:tab pos="6149975" algn="l"/>
              </a:tabLst>
            </a:lvl7pPr>
            <a:lvl8pPr marL="3429000" indent="-228600" defTabSz="1135063" eaLnBrk="0" fontAlgn="base" hangingPunct="0">
              <a:spcBef>
                <a:spcPct val="0"/>
              </a:spcBef>
              <a:spcAft>
                <a:spcPct val="0"/>
              </a:spcAft>
              <a:tabLst>
                <a:tab pos="6149975" algn="l"/>
              </a:tabLst>
            </a:lvl8pPr>
            <a:lvl9pPr marL="3886200" indent="-228600" defTabSz="1135063" eaLnBrk="0" fontAlgn="base" hangingPunct="0">
              <a:spcBef>
                <a:spcPct val="0"/>
              </a:spcBef>
              <a:spcAft>
                <a:spcPct val="0"/>
              </a:spcAft>
              <a:tabLst>
                <a:tab pos="6149975" algn="l"/>
              </a:tabLst>
            </a:lvl9pPr>
          </a:lstStyle>
          <a:p>
            <a:pPr lvl="1"/>
            <a:r>
              <a:rPr lang="ko-KR" altLang="en-US" sz="1300" spc="-1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Rix고딕 M" pitchFamily="18" charset="-127"/>
                <a:ea typeface="Rix고딕 M" pitchFamily="18" charset="-127"/>
                <a:sym typeface="Symbol" pitchFamily="18" charset="2"/>
              </a:rPr>
              <a:t>이상호</a:t>
            </a:r>
            <a:r>
              <a:rPr lang="en-US" altLang="ko-KR" sz="1300" spc="-1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Rix고딕 M" pitchFamily="18" charset="-127"/>
                <a:ea typeface="Rix고딕 M" pitchFamily="18" charset="-127"/>
                <a:sym typeface="Symbol" pitchFamily="18" charset="2"/>
              </a:rPr>
              <a:t> </a:t>
            </a:r>
            <a:r>
              <a:rPr lang="ko-KR" altLang="en-US" sz="1300" spc="-1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Rix고딕 M" pitchFamily="18" charset="-127"/>
                <a:ea typeface="Rix고딕 M" pitchFamily="18" charset="-127"/>
                <a:sym typeface="Symbol" pitchFamily="18" charset="2"/>
              </a:rPr>
              <a:t>부장</a:t>
            </a:r>
            <a:endParaRPr lang="ko-KR" altLang="en-US" sz="1300" spc="-100" dirty="0">
              <a:solidFill>
                <a:schemeClr val="tx1">
                  <a:lumMod val="75000"/>
                  <a:lumOff val="25000"/>
                </a:schemeClr>
              </a:solidFill>
              <a:latin typeface="Rix고딕 M" pitchFamily="18" charset="-127"/>
              <a:ea typeface="Rix고딕 M" pitchFamily="18" charset="-127"/>
              <a:sym typeface="Symbol" pitchFamily="18" charset="2"/>
            </a:endParaRPr>
          </a:p>
        </p:txBody>
      </p:sp>
      <p:sp>
        <p:nvSpPr>
          <p:cNvPr id="165" name="Text Box 118"/>
          <p:cNvSpPr txBox="1">
            <a:spLocks noChangeArrowheads="1"/>
          </p:cNvSpPr>
          <p:nvPr/>
        </p:nvSpPr>
        <p:spPr bwMode="gray">
          <a:xfrm>
            <a:off x="6315191" y="5458067"/>
            <a:ext cx="768317" cy="180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  <a:scene3d>
              <a:camera prst="orthographicFront"/>
              <a:lightRig rig="threePt" dir="t"/>
            </a:scene3d>
            <a:sp3d>
              <a:bevelT w="1270" h="6350"/>
            </a:sp3d>
          </a:bodyPr>
          <a:lstStyle>
            <a:defPPr>
              <a:defRPr lang="ko-KR"/>
            </a:defPPr>
            <a:lvl1pPr marL="342900" indent="-342900" defTabSz="1135063" eaLnBrk="0" hangingPunct="0">
              <a:tabLst>
                <a:tab pos="6149975" algn="l"/>
              </a:tabLst>
            </a:lvl1pPr>
            <a:lvl2pPr marL="0" lvl="1" algn="ctr" defTabSz="1135063" eaLnBrk="0" latinLnBrk="0" hangingPunct="0">
              <a:lnSpc>
                <a:spcPct val="90000"/>
              </a:lnSpc>
              <a:buClr>
                <a:srgbClr val="3271AA"/>
              </a:buClr>
              <a:buSzPct val="140000"/>
              <a:tabLst>
                <a:tab pos="6149975" algn="l"/>
              </a:tabLst>
              <a:defRPr sz="900">
                <a:latin typeface="Rix고딕 B" pitchFamily="18" charset="-127"/>
                <a:ea typeface="Rix고딕 B" pitchFamily="18" charset="-127"/>
              </a:defRPr>
            </a:lvl2pPr>
            <a:lvl3pPr marL="1143000" indent="-228600" defTabSz="1135063" eaLnBrk="0" hangingPunct="0">
              <a:tabLst>
                <a:tab pos="6149975" algn="l"/>
              </a:tabLst>
            </a:lvl3pPr>
            <a:lvl4pPr marL="1600200" indent="-228600" defTabSz="1135063" eaLnBrk="0" hangingPunct="0">
              <a:tabLst>
                <a:tab pos="6149975" algn="l"/>
              </a:tabLst>
            </a:lvl4pPr>
            <a:lvl5pPr marL="2057400" indent="-228600" defTabSz="1135063" eaLnBrk="0" hangingPunct="0">
              <a:tabLst>
                <a:tab pos="6149975" algn="l"/>
              </a:tabLst>
            </a:lvl5pPr>
            <a:lvl6pPr marL="2514600" indent="-228600" defTabSz="1135063" eaLnBrk="0" fontAlgn="base" hangingPunct="0">
              <a:spcBef>
                <a:spcPct val="0"/>
              </a:spcBef>
              <a:spcAft>
                <a:spcPct val="0"/>
              </a:spcAft>
              <a:tabLst>
                <a:tab pos="6149975" algn="l"/>
              </a:tabLst>
            </a:lvl6pPr>
            <a:lvl7pPr marL="2971800" indent="-228600" defTabSz="1135063" eaLnBrk="0" fontAlgn="base" hangingPunct="0">
              <a:spcBef>
                <a:spcPct val="0"/>
              </a:spcBef>
              <a:spcAft>
                <a:spcPct val="0"/>
              </a:spcAft>
              <a:tabLst>
                <a:tab pos="6149975" algn="l"/>
              </a:tabLst>
            </a:lvl7pPr>
            <a:lvl8pPr marL="3429000" indent="-228600" defTabSz="1135063" eaLnBrk="0" fontAlgn="base" hangingPunct="0">
              <a:spcBef>
                <a:spcPct val="0"/>
              </a:spcBef>
              <a:spcAft>
                <a:spcPct val="0"/>
              </a:spcAft>
              <a:tabLst>
                <a:tab pos="6149975" algn="l"/>
              </a:tabLst>
            </a:lvl8pPr>
            <a:lvl9pPr marL="3886200" indent="-228600" defTabSz="1135063" eaLnBrk="0" fontAlgn="base" hangingPunct="0">
              <a:spcBef>
                <a:spcPct val="0"/>
              </a:spcBef>
              <a:spcAft>
                <a:spcPct val="0"/>
              </a:spcAft>
              <a:tabLst>
                <a:tab pos="6149975" algn="l"/>
              </a:tabLst>
            </a:lvl9pPr>
          </a:lstStyle>
          <a:p>
            <a:pPr lvl="1" algn="l"/>
            <a:r>
              <a:rPr lang="ko-KR" altLang="en-US" sz="1300" spc="-130" dirty="0">
                <a:solidFill>
                  <a:schemeClr val="tx1">
                    <a:lumMod val="75000"/>
                    <a:lumOff val="25000"/>
                  </a:schemeClr>
                </a:solidFill>
                <a:latin typeface="Rix고딕 M" pitchFamily="18" charset="-127"/>
                <a:ea typeface="Rix고딕 M" pitchFamily="18" charset="-127"/>
                <a:sym typeface="Symbol" pitchFamily="18" charset="2"/>
              </a:rPr>
              <a:t>채</a:t>
            </a:r>
            <a:r>
              <a:rPr lang="ko-KR" altLang="en-US" sz="1300" spc="-13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Rix고딕 M" pitchFamily="18" charset="-127"/>
                <a:ea typeface="Rix고딕 M" pitchFamily="18" charset="-127"/>
                <a:sym typeface="Symbol" pitchFamily="18" charset="2"/>
              </a:rPr>
              <a:t>동윤 팀장</a:t>
            </a:r>
            <a:endParaRPr lang="en-US" altLang="ko-KR" sz="1300" spc="-130" dirty="0">
              <a:solidFill>
                <a:schemeClr val="tx1">
                  <a:lumMod val="75000"/>
                  <a:lumOff val="25000"/>
                </a:schemeClr>
              </a:solidFill>
              <a:latin typeface="Rix고딕 M" pitchFamily="18" charset="-127"/>
              <a:ea typeface="Rix고딕 M" pitchFamily="18" charset="-127"/>
              <a:sym typeface="Symbol" pitchFamily="18" charset="2"/>
            </a:endParaRPr>
          </a:p>
        </p:txBody>
      </p:sp>
      <p:sp>
        <p:nvSpPr>
          <p:cNvPr id="167" name="Text Box 118"/>
          <p:cNvSpPr txBox="1">
            <a:spLocks noChangeArrowheads="1"/>
          </p:cNvSpPr>
          <p:nvPr/>
        </p:nvSpPr>
        <p:spPr bwMode="gray">
          <a:xfrm>
            <a:off x="6321146" y="5740092"/>
            <a:ext cx="827578" cy="180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  <a:scene3d>
              <a:camera prst="orthographicFront"/>
              <a:lightRig rig="threePt" dir="t"/>
            </a:scene3d>
            <a:sp3d>
              <a:bevelT w="1270" h="6350"/>
            </a:sp3d>
          </a:bodyPr>
          <a:lstStyle>
            <a:defPPr>
              <a:defRPr lang="ko-KR"/>
            </a:defPPr>
            <a:lvl1pPr marL="342900" indent="-342900" defTabSz="1135063" eaLnBrk="0" hangingPunct="0">
              <a:tabLst>
                <a:tab pos="6149975" algn="l"/>
              </a:tabLst>
            </a:lvl1pPr>
            <a:lvl2pPr marL="0" lvl="1" algn="ctr" defTabSz="1135063" eaLnBrk="0" latinLnBrk="0" hangingPunct="0">
              <a:lnSpc>
                <a:spcPct val="90000"/>
              </a:lnSpc>
              <a:buClr>
                <a:srgbClr val="3271AA"/>
              </a:buClr>
              <a:buSzPct val="140000"/>
              <a:tabLst>
                <a:tab pos="6149975" algn="l"/>
              </a:tabLst>
              <a:defRPr sz="900">
                <a:latin typeface="Rix고딕 B" pitchFamily="18" charset="-127"/>
                <a:ea typeface="Rix고딕 B" pitchFamily="18" charset="-127"/>
              </a:defRPr>
            </a:lvl2pPr>
            <a:lvl3pPr marL="1143000" indent="-228600" defTabSz="1135063" eaLnBrk="0" hangingPunct="0">
              <a:tabLst>
                <a:tab pos="6149975" algn="l"/>
              </a:tabLst>
            </a:lvl3pPr>
            <a:lvl4pPr marL="1600200" indent="-228600" defTabSz="1135063" eaLnBrk="0" hangingPunct="0">
              <a:tabLst>
                <a:tab pos="6149975" algn="l"/>
              </a:tabLst>
            </a:lvl4pPr>
            <a:lvl5pPr marL="2057400" indent="-228600" defTabSz="1135063" eaLnBrk="0" hangingPunct="0">
              <a:tabLst>
                <a:tab pos="6149975" algn="l"/>
              </a:tabLst>
            </a:lvl5pPr>
            <a:lvl6pPr marL="2514600" indent="-228600" defTabSz="1135063" eaLnBrk="0" fontAlgn="base" hangingPunct="0">
              <a:spcBef>
                <a:spcPct val="0"/>
              </a:spcBef>
              <a:spcAft>
                <a:spcPct val="0"/>
              </a:spcAft>
              <a:tabLst>
                <a:tab pos="6149975" algn="l"/>
              </a:tabLst>
            </a:lvl6pPr>
            <a:lvl7pPr marL="2971800" indent="-228600" defTabSz="1135063" eaLnBrk="0" fontAlgn="base" hangingPunct="0">
              <a:spcBef>
                <a:spcPct val="0"/>
              </a:spcBef>
              <a:spcAft>
                <a:spcPct val="0"/>
              </a:spcAft>
              <a:tabLst>
                <a:tab pos="6149975" algn="l"/>
              </a:tabLst>
            </a:lvl7pPr>
            <a:lvl8pPr marL="3429000" indent="-228600" defTabSz="1135063" eaLnBrk="0" fontAlgn="base" hangingPunct="0">
              <a:spcBef>
                <a:spcPct val="0"/>
              </a:spcBef>
              <a:spcAft>
                <a:spcPct val="0"/>
              </a:spcAft>
              <a:tabLst>
                <a:tab pos="6149975" algn="l"/>
              </a:tabLst>
            </a:lvl8pPr>
            <a:lvl9pPr marL="3886200" indent="-228600" defTabSz="1135063" eaLnBrk="0" fontAlgn="base" hangingPunct="0">
              <a:spcBef>
                <a:spcPct val="0"/>
              </a:spcBef>
              <a:spcAft>
                <a:spcPct val="0"/>
              </a:spcAft>
              <a:tabLst>
                <a:tab pos="6149975" algn="l"/>
              </a:tabLst>
            </a:lvl9pPr>
          </a:lstStyle>
          <a:p>
            <a:pPr lvl="1" algn="l"/>
            <a:r>
              <a:rPr lang="ko-KR" altLang="en-US" sz="1300" spc="-13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Rix고딕 M" pitchFamily="18" charset="-127"/>
                <a:ea typeface="Rix고딕 M" pitchFamily="18" charset="-127"/>
                <a:sym typeface="Symbol" pitchFamily="18" charset="2"/>
              </a:rPr>
              <a:t>김종옥 차장</a:t>
            </a:r>
            <a:endParaRPr lang="ko-KR" altLang="en-US" sz="1300" spc="-130" dirty="0">
              <a:solidFill>
                <a:schemeClr val="tx1">
                  <a:lumMod val="75000"/>
                  <a:lumOff val="25000"/>
                </a:schemeClr>
              </a:solidFill>
              <a:latin typeface="Rix고딕 M" pitchFamily="18" charset="-127"/>
              <a:ea typeface="Rix고딕 M" pitchFamily="18" charset="-127"/>
              <a:sym typeface="Symbol" pitchFamily="18" charset="2"/>
            </a:endParaRPr>
          </a:p>
        </p:txBody>
      </p:sp>
      <p:sp>
        <p:nvSpPr>
          <p:cNvPr id="180" name="Text Box 118"/>
          <p:cNvSpPr txBox="1">
            <a:spLocks noChangeArrowheads="1"/>
          </p:cNvSpPr>
          <p:nvPr/>
        </p:nvSpPr>
        <p:spPr bwMode="gray">
          <a:xfrm>
            <a:off x="6321146" y="5998285"/>
            <a:ext cx="827578" cy="180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  <a:scene3d>
              <a:camera prst="orthographicFront"/>
              <a:lightRig rig="threePt" dir="t"/>
            </a:scene3d>
            <a:sp3d>
              <a:bevelT w="1270" h="6350"/>
            </a:sp3d>
          </a:bodyPr>
          <a:lstStyle>
            <a:defPPr>
              <a:defRPr lang="ko-KR"/>
            </a:defPPr>
            <a:lvl1pPr marL="342900" indent="-342900" defTabSz="1135063" eaLnBrk="0" hangingPunct="0">
              <a:tabLst>
                <a:tab pos="6149975" algn="l"/>
              </a:tabLst>
            </a:lvl1pPr>
            <a:lvl2pPr marL="0" lvl="1" algn="ctr" defTabSz="1135063" eaLnBrk="0" latinLnBrk="0" hangingPunct="0">
              <a:lnSpc>
                <a:spcPct val="90000"/>
              </a:lnSpc>
              <a:buClr>
                <a:srgbClr val="3271AA"/>
              </a:buClr>
              <a:buSzPct val="140000"/>
              <a:tabLst>
                <a:tab pos="6149975" algn="l"/>
              </a:tabLst>
              <a:defRPr sz="900">
                <a:latin typeface="Rix고딕 B" pitchFamily="18" charset="-127"/>
                <a:ea typeface="Rix고딕 B" pitchFamily="18" charset="-127"/>
              </a:defRPr>
            </a:lvl2pPr>
            <a:lvl3pPr marL="1143000" indent="-228600" defTabSz="1135063" eaLnBrk="0" hangingPunct="0">
              <a:tabLst>
                <a:tab pos="6149975" algn="l"/>
              </a:tabLst>
            </a:lvl3pPr>
            <a:lvl4pPr marL="1600200" indent="-228600" defTabSz="1135063" eaLnBrk="0" hangingPunct="0">
              <a:tabLst>
                <a:tab pos="6149975" algn="l"/>
              </a:tabLst>
            </a:lvl4pPr>
            <a:lvl5pPr marL="2057400" indent="-228600" defTabSz="1135063" eaLnBrk="0" hangingPunct="0">
              <a:tabLst>
                <a:tab pos="6149975" algn="l"/>
              </a:tabLst>
            </a:lvl5pPr>
            <a:lvl6pPr marL="2514600" indent="-228600" defTabSz="1135063" eaLnBrk="0" fontAlgn="base" hangingPunct="0">
              <a:spcBef>
                <a:spcPct val="0"/>
              </a:spcBef>
              <a:spcAft>
                <a:spcPct val="0"/>
              </a:spcAft>
              <a:tabLst>
                <a:tab pos="6149975" algn="l"/>
              </a:tabLst>
            </a:lvl6pPr>
            <a:lvl7pPr marL="2971800" indent="-228600" defTabSz="1135063" eaLnBrk="0" fontAlgn="base" hangingPunct="0">
              <a:spcBef>
                <a:spcPct val="0"/>
              </a:spcBef>
              <a:spcAft>
                <a:spcPct val="0"/>
              </a:spcAft>
              <a:tabLst>
                <a:tab pos="6149975" algn="l"/>
              </a:tabLst>
            </a:lvl7pPr>
            <a:lvl8pPr marL="3429000" indent="-228600" defTabSz="1135063" eaLnBrk="0" fontAlgn="base" hangingPunct="0">
              <a:spcBef>
                <a:spcPct val="0"/>
              </a:spcBef>
              <a:spcAft>
                <a:spcPct val="0"/>
              </a:spcAft>
              <a:tabLst>
                <a:tab pos="6149975" algn="l"/>
              </a:tabLst>
            </a:lvl8pPr>
            <a:lvl9pPr marL="3886200" indent="-228600" defTabSz="1135063" eaLnBrk="0" fontAlgn="base" hangingPunct="0">
              <a:spcBef>
                <a:spcPct val="0"/>
              </a:spcBef>
              <a:spcAft>
                <a:spcPct val="0"/>
              </a:spcAft>
              <a:tabLst>
                <a:tab pos="6149975" algn="l"/>
              </a:tabLst>
            </a:lvl9pPr>
          </a:lstStyle>
          <a:p>
            <a:pPr lvl="1" algn="l"/>
            <a:r>
              <a:rPr lang="ko-KR" altLang="en-US" sz="1300" spc="-13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Rix고딕 M" pitchFamily="18" charset="-127"/>
                <a:ea typeface="Rix고딕 M" pitchFamily="18" charset="-127"/>
                <a:sym typeface="Symbol" pitchFamily="18" charset="2"/>
              </a:rPr>
              <a:t>김재범 이사</a:t>
            </a:r>
            <a:endParaRPr lang="ko-KR" altLang="en-US" sz="1300" spc="-130" dirty="0">
              <a:solidFill>
                <a:schemeClr val="tx1">
                  <a:lumMod val="75000"/>
                  <a:lumOff val="25000"/>
                </a:schemeClr>
              </a:solidFill>
              <a:latin typeface="Rix고딕 M" pitchFamily="18" charset="-127"/>
              <a:ea typeface="Rix고딕 M" pitchFamily="18" charset="-127"/>
              <a:sym typeface="Symbol" pitchFamily="18" charset="2"/>
            </a:endParaRPr>
          </a:p>
        </p:txBody>
      </p:sp>
      <p:cxnSp>
        <p:nvCxnSpPr>
          <p:cNvPr id="163" name="직선 연결선 162"/>
          <p:cNvCxnSpPr/>
          <p:nvPr/>
        </p:nvCxnSpPr>
        <p:spPr>
          <a:xfrm>
            <a:off x="7475823" y="5557952"/>
            <a:ext cx="2571965" cy="0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1" name="그룹 160"/>
          <p:cNvGrpSpPr/>
          <p:nvPr/>
        </p:nvGrpSpPr>
        <p:grpSpPr>
          <a:xfrm>
            <a:off x="8979630" y="3009737"/>
            <a:ext cx="994161" cy="1015398"/>
            <a:chOff x="7631864" y="2914487"/>
            <a:chExt cx="994161" cy="1015398"/>
          </a:xfrm>
        </p:grpSpPr>
        <p:sp>
          <p:nvSpPr>
            <p:cNvPr id="162" name="타원 161"/>
            <p:cNvSpPr/>
            <p:nvPr/>
          </p:nvSpPr>
          <p:spPr>
            <a:xfrm>
              <a:off x="7631864" y="2914487"/>
              <a:ext cx="994161" cy="1015398"/>
            </a:xfrm>
            <a:prstGeom prst="ellipse">
              <a:avLst/>
            </a:prstGeom>
            <a:gradFill flip="none" rotWithShape="1">
              <a:gsLst>
                <a:gs pos="0">
                  <a:schemeClr val="tx1">
                    <a:lumMod val="50000"/>
                    <a:lumOff val="50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 w="63500">
              <a:noFill/>
            </a:ln>
            <a:effectLst/>
          </p:spPr>
          <p:txBody>
            <a:bodyPr vert="horz" wrap="none" lIns="80649" tIns="40325" rIns="80649" bIns="40325" numCol="1" anchor="ctr" anchorCtr="0" compatLnSpc="1">
              <a:prstTxWarp prst="textNoShape">
                <a:avLst/>
              </a:prstTxWarp>
            </a:bodyPr>
            <a:lstStyle/>
            <a:p>
              <a:pPr latinLnBrk="0"/>
              <a:endParaRPr lang="ko-KR" altLang="en-US" sz="900" dirty="0">
                <a:solidFill>
                  <a:prstClr val="black"/>
                </a:solidFill>
                <a:latin typeface="Rix고딕 M" pitchFamily="18" charset="-127"/>
                <a:ea typeface="Rix고딕 M" pitchFamily="18" charset="-127"/>
              </a:endParaRPr>
            </a:p>
          </p:txBody>
        </p:sp>
        <p:sp>
          <p:nvSpPr>
            <p:cNvPr id="181" name="원형 180"/>
            <p:cNvSpPr/>
            <p:nvPr/>
          </p:nvSpPr>
          <p:spPr>
            <a:xfrm flipH="1">
              <a:off x="7672603" y="2956097"/>
              <a:ext cx="912683" cy="932180"/>
            </a:xfrm>
            <a:prstGeom prst="pie">
              <a:avLst>
                <a:gd name="adj1" fmla="val 6821087"/>
                <a:gd name="adj2" fmla="val 4597931"/>
              </a:avLst>
            </a:prstGeom>
            <a:solidFill>
              <a:schemeClr val="accent6">
                <a:lumMod val="75000"/>
              </a:schemeClr>
            </a:solidFill>
            <a:ln w="6350"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0"/>
              <a:endParaRPr lang="ko-KR" altLang="en-US" sz="900" dirty="0">
                <a:solidFill>
                  <a:prstClr val="black"/>
                </a:solidFill>
                <a:latin typeface="Rix고딕 M" pitchFamily="18" charset="-127"/>
                <a:ea typeface="Rix고딕 M" pitchFamily="18" charset="-127"/>
              </a:endParaRPr>
            </a:p>
          </p:txBody>
        </p:sp>
        <p:sp>
          <p:nvSpPr>
            <p:cNvPr id="182" name="원형 181"/>
            <p:cNvSpPr/>
            <p:nvPr/>
          </p:nvSpPr>
          <p:spPr>
            <a:xfrm flipH="1">
              <a:off x="7672603" y="2956097"/>
              <a:ext cx="912683" cy="932180"/>
            </a:xfrm>
            <a:prstGeom prst="pie">
              <a:avLst>
                <a:gd name="adj1" fmla="val 4261305"/>
                <a:gd name="adj2" fmla="val 6881134"/>
              </a:avLst>
            </a:prstGeom>
            <a:solidFill>
              <a:srgbClr val="00B0F0"/>
            </a:solidFill>
            <a:ln w="635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0"/>
              <a:endParaRPr lang="ko-KR" altLang="en-US" sz="900" dirty="0">
                <a:solidFill>
                  <a:prstClr val="black"/>
                </a:solidFill>
                <a:latin typeface="Rix고딕 M" pitchFamily="18" charset="-127"/>
                <a:ea typeface="Rix고딕 M" pitchFamily="18" charset="-127"/>
              </a:endParaRPr>
            </a:p>
          </p:txBody>
        </p:sp>
        <p:sp>
          <p:nvSpPr>
            <p:cNvPr id="184" name="TextBox 183"/>
            <p:cNvSpPr txBox="1"/>
            <p:nvPr/>
          </p:nvSpPr>
          <p:spPr>
            <a:xfrm>
              <a:off x="7997204" y="3009674"/>
              <a:ext cx="299249" cy="184666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spAutoFit/>
            </a:bodyPr>
            <a:lstStyle/>
            <a:p>
              <a:pPr algn="ctr" defTabSz="1025473" latinLnBrk="0"/>
              <a:r>
                <a:rPr lang="en-US" altLang="ko-KR" sz="1200" spc="-68" dirty="0" smtClean="0">
                  <a:ln w="11430">
                    <a:noFill/>
                  </a:ln>
                  <a:solidFill>
                    <a:schemeClr val="bg1"/>
                  </a:solidFill>
                  <a:latin typeface="Rix고딕 M" pitchFamily="18" charset="-127"/>
                  <a:ea typeface="Rix고딕 M" pitchFamily="18" charset="-127"/>
                  <a:cs typeface="Arial" pitchFamily="34" charset="0"/>
                </a:rPr>
                <a:t>92%</a:t>
              </a:r>
              <a:endParaRPr lang="ko-KR" altLang="en-US" sz="1200" spc="-68" dirty="0">
                <a:ln w="11430">
                  <a:noFill/>
                </a:ln>
                <a:solidFill>
                  <a:schemeClr val="bg1"/>
                </a:solidFill>
                <a:latin typeface="Rix고딕 M" pitchFamily="18" charset="-127"/>
                <a:ea typeface="Rix고딕 M" pitchFamily="18" charset="-127"/>
                <a:cs typeface="Arial" pitchFamily="34" charset="0"/>
              </a:endParaRPr>
            </a:p>
          </p:txBody>
        </p:sp>
        <p:sp>
          <p:nvSpPr>
            <p:cNvPr id="223" name="타원 222"/>
            <p:cNvSpPr/>
            <p:nvPr/>
          </p:nvSpPr>
          <p:spPr>
            <a:xfrm>
              <a:off x="7933419" y="3222486"/>
              <a:ext cx="391050" cy="399400"/>
            </a:xfrm>
            <a:prstGeom prst="ellipse">
              <a:avLst/>
            </a:prstGeom>
            <a:solidFill>
              <a:schemeClr val="bg1"/>
            </a:solidFill>
            <a:ln w="19050" algn="ctr">
              <a:noFill/>
              <a:round/>
              <a:headEnd/>
              <a:tailEnd/>
            </a:ln>
            <a:effectLst>
              <a:outerShdw blurRad="25400" dist="25400" dir="2700000" algn="tl" rotWithShape="0">
                <a:prstClr val="black">
                  <a:alpha val="40000"/>
                </a:prstClr>
              </a:outerShdw>
            </a:effectLst>
            <a:scene3d>
              <a:camera prst="orthographicFront"/>
              <a:lightRig rig="threePt" dir="t"/>
            </a:scene3d>
            <a:sp3d/>
          </p:spPr>
          <p:txBody>
            <a:bodyPr wrap="square" lIns="0" tIns="0" rIns="0" bIns="0" anchor="ctr">
              <a:noAutofit/>
              <a:sp3d contourW="25400">
                <a:bevelT w="0" h="25400"/>
                <a:contourClr>
                  <a:schemeClr val="tx2">
                    <a:lumMod val="50000"/>
                  </a:schemeClr>
                </a:contourClr>
              </a:sp3d>
            </a:bodyPr>
            <a:lstStyle/>
            <a:p>
              <a:pPr algn="ctr" defTabSz="859903" latinLnBrk="0">
                <a:lnSpc>
                  <a:spcPct val="90000"/>
                </a:lnSpc>
                <a:buSzPct val="120000"/>
              </a:pPr>
              <a:endParaRPr kumimoji="1" lang="ko-KR" altLang="en-US" sz="900" kern="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ix고딕 M" pitchFamily="18" charset="-127"/>
                <a:ea typeface="Rix고딕 M" pitchFamily="18" charset="-127"/>
                <a:cs typeface="Tahoma" pitchFamily="34" charset="0"/>
              </a:endParaRPr>
            </a:p>
          </p:txBody>
        </p:sp>
        <p:sp>
          <p:nvSpPr>
            <p:cNvPr id="224" name="TextBox 223"/>
            <p:cNvSpPr txBox="1"/>
            <p:nvPr/>
          </p:nvSpPr>
          <p:spPr>
            <a:xfrm>
              <a:off x="7959118" y="3311771"/>
              <a:ext cx="320601" cy="246221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spAutoFit/>
            </a:bodyPr>
            <a:lstStyle/>
            <a:p>
              <a:pPr algn="ctr" defTabSz="1025473" latinLnBrk="0"/>
              <a:r>
                <a:rPr lang="ko-KR" altLang="en-US" sz="800" spc="-100" dirty="0" smtClean="0">
                  <a:ln w="11430">
                    <a:noFill/>
                  </a:ln>
                  <a:solidFill>
                    <a:srgbClr val="0070C0"/>
                  </a:solidFill>
                  <a:latin typeface="Rix고딕 B" pitchFamily="18" charset="-127"/>
                  <a:ea typeface="Rix고딕 B" pitchFamily="18" charset="-127"/>
                  <a:cs typeface="Arial" pitchFamily="34" charset="0"/>
                </a:rPr>
                <a:t>유사사업</a:t>
              </a:r>
              <a:r>
                <a:rPr lang="en-US" altLang="ko-KR" sz="800" spc="-100" dirty="0" smtClean="0">
                  <a:ln w="11430">
                    <a:noFill/>
                  </a:ln>
                  <a:solidFill>
                    <a:srgbClr val="0070C0"/>
                  </a:solidFill>
                  <a:latin typeface="Rix고딕 B" pitchFamily="18" charset="-127"/>
                  <a:ea typeface="Rix고딕 B" pitchFamily="18" charset="-127"/>
                  <a:cs typeface="Arial" pitchFamily="34" charset="0"/>
                </a:rPr>
                <a:t/>
              </a:r>
              <a:br>
                <a:rPr lang="en-US" altLang="ko-KR" sz="800" spc="-100" dirty="0" smtClean="0">
                  <a:ln w="11430">
                    <a:noFill/>
                  </a:ln>
                  <a:solidFill>
                    <a:srgbClr val="0070C0"/>
                  </a:solidFill>
                  <a:latin typeface="Rix고딕 B" pitchFamily="18" charset="-127"/>
                  <a:ea typeface="Rix고딕 B" pitchFamily="18" charset="-127"/>
                  <a:cs typeface="Arial" pitchFamily="34" charset="0"/>
                </a:rPr>
              </a:br>
              <a:r>
                <a:rPr lang="ko-KR" altLang="en-US" sz="800" spc="-100" dirty="0" smtClean="0">
                  <a:ln w="11430">
                    <a:noFill/>
                  </a:ln>
                  <a:solidFill>
                    <a:srgbClr val="0070C0"/>
                  </a:solidFill>
                  <a:latin typeface="Rix고딕 B" pitchFamily="18" charset="-127"/>
                  <a:ea typeface="Rix고딕 B" pitchFamily="18" charset="-127"/>
                  <a:cs typeface="Arial" pitchFamily="34" charset="0"/>
                </a:rPr>
                <a:t>경험비율</a:t>
              </a:r>
              <a:endParaRPr lang="ko-KR" altLang="en-US" sz="800" spc="-100" dirty="0">
                <a:ln w="11430">
                  <a:noFill/>
                </a:ln>
                <a:solidFill>
                  <a:srgbClr val="0070C0"/>
                </a:solidFill>
                <a:latin typeface="Rix고딕 B" pitchFamily="18" charset="-127"/>
                <a:ea typeface="Rix고딕 B" pitchFamily="18" charset="-127"/>
                <a:cs typeface="Arial" pitchFamily="34" charset="0"/>
              </a:endParaRPr>
            </a:p>
          </p:txBody>
        </p:sp>
      </p:grpSp>
      <p:pic>
        <p:nvPicPr>
          <p:cNvPr id="227" name="Picture 3" descr="G:\work\지에프티GFT\이상호부장님\발표자료\이미지들-05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79630" y="3407021"/>
            <a:ext cx="179715" cy="6769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703340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직사각형 83"/>
          <p:cNvSpPr/>
          <p:nvPr/>
        </p:nvSpPr>
        <p:spPr>
          <a:xfrm>
            <a:off x="0" y="0"/>
            <a:ext cx="10693400" cy="7561263"/>
          </a:xfrm>
          <a:prstGeom prst="rect">
            <a:avLst/>
          </a:prstGeom>
          <a:solidFill>
            <a:schemeClr val="tx1">
              <a:alpha val="8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5" name="직사각형 84"/>
          <p:cNvSpPr/>
          <p:nvPr/>
        </p:nvSpPr>
        <p:spPr>
          <a:xfrm>
            <a:off x="0" y="763588"/>
            <a:ext cx="10693399" cy="63103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 smtClean="0"/>
          </a:p>
        </p:txBody>
      </p:sp>
      <p:sp>
        <p:nvSpPr>
          <p:cNvPr id="88" name="직사각형 87"/>
          <p:cNvSpPr/>
          <p:nvPr/>
        </p:nvSpPr>
        <p:spPr>
          <a:xfrm rot="5400000" flipV="1">
            <a:off x="5042365" y="-4163712"/>
            <a:ext cx="608672" cy="1069339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9" name="모서리가 둥근 직사각형 88"/>
          <p:cNvSpPr/>
          <p:nvPr/>
        </p:nvSpPr>
        <p:spPr>
          <a:xfrm rot="10800000" flipV="1">
            <a:off x="-3" y="6424959"/>
            <a:ext cx="10693400" cy="573890"/>
          </a:xfrm>
          <a:prstGeom prst="roundRect">
            <a:avLst>
              <a:gd name="adj" fmla="val 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90" name="이등변 삼각형 9"/>
          <p:cNvSpPr/>
          <p:nvPr/>
        </p:nvSpPr>
        <p:spPr>
          <a:xfrm rot="10800000" flipV="1">
            <a:off x="924763" y="6503642"/>
            <a:ext cx="8919279" cy="416524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ctr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ko-KR" altLang="en-US" sz="3000" spc="-250" dirty="0">
                <a:ln/>
                <a:solidFill>
                  <a:schemeClr val="bg1"/>
                </a:solidFill>
                <a:latin typeface="Rix모던고딕 EB" pitchFamily="18" charset="-127"/>
                <a:ea typeface="Rix모던고딕 EB" pitchFamily="18" charset="-127"/>
              </a:rPr>
              <a:t>경험</a:t>
            </a:r>
            <a:r>
              <a:rPr lang="en-US" altLang="ko-KR" sz="3000" spc="-250" dirty="0">
                <a:ln/>
                <a:solidFill>
                  <a:schemeClr val="bg1"/>
                </a:solidFill>
                <a:latin typeface="Rix모던고딕 EB" pitchFamily="18" charset="-127"/>
                <a:ea typeface="Rix모던고딕 EB" pitchFamily="18" charset="-127"/>
              </a:rPr>
              <a:t>, </a:t>
            </a:r>
            <a:r>
              <a:rPr lang="ko-KR" altLang="en-US" sz="3000" spc="-250" dirty="0">
                <a:ln/>
                <a:solidFill>
                  <a:schemeClr val="bg1"/>
                </a:solidFill>
                <a:latin typeface="Rix모던고딕 EB" pitchFamily="18" charset="-127"/>
                <a:ea typeface="Rix모던고딕 EB" pitchFamily="18" charset="-127"/>
              </a:rPr>
              <a:t>실력</a:t>
            </a:r>
            <a:r>
              <a:rPr lang="en-US" altLang="ko-KR" sz="3000" spc="-250" dirty="0">
                <a:ln/>
                <a:solidFill>
                  <a:schemeClr val="bg1"/>
                </a:solidFill>
                <a:latin typeface="Rix모던고딕 EB" pitchFamily="18" charset="-127"/>
                <a:ea typeface="Rix모던고딕 EB" pitchFamily="18" charset="-127"/>
              </a:rPr>
              <a:t>, </a:t>
            </a:r>
            <a:r>
              <a:rPr lang="ko-KR" altLang="en-US" sz="3000" spc="-250" dirty="0">
                <a:ln/>
                <a:solidFill>
                  <a:schemeClr val="bg1"/>
                </a:solidFill>
                <a:latin typeface="Rix모던고딕 EB" pitchFamily="18" charset="-127"/>
                <a:ea typeface="Rix모던고딕 EB" pitchFamily="18" charset="-127"/>
              </a:rPr>
              <a:t>책임감 있는 최적의 엔지니어</a:t>
            </a:r>
          </a:p>
        </p:txBody>
      </p:sp>
      <p:sp>
        <p:nvSpPr>
          <p:cNvPr id="91" name="Rectangle 209"/>
          <p:cNvSpPr>
            <a:spLocks noChangeArrowheads="1"/>
          </p:cNvSpPr>
          <p:nvPr/>
        </p:nvSpPr>
        <p:spPr bwMode="auto">
          <a:xfrm>
            <a:off x="2692789" y="919433"/>
            <a:ext cx="5365214" cy="5218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104306" tIns="52153" rIns="104306" bIns="52153">
            <a:spAutoFit/>
          </a:bodyPr>
          <a:lstStyle/>
          <a:p>
            <a:pPr algn="ctr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ko-KR" altLang="en-US" sz="3000" spc="-250" dirty="0">
                <a:ln/>
                <a:solidFill>
                  <a:schemeClr val="bg1"/>
                </a:solidFill>
                <a:latin typeface="Rix모던고딕 EB" pitchFamily="18" charset="-127"/>
                <a:ea typeface="Rix모던고딕 EB" pitchFamily="18" charset="-127"/>
              </a:rPr>
              <a:t>수행 인력 특징</a:t>
            </a:r>
          </a:p>
        </p:txBody>
      </p:sp>
      <p:sp>
        <p:nvSpPr>
          <p:cNvPr id="92" name="오각형 91"/>
          <p:cNvSpPr/>
          <p:nvPr/>
        </p:nvSpPr>
        <p:spPr>
          <a:xfrm>
            <a:off x="75053" y="3992680"/>
            <a:ext cx="4985950" cy="50291"/>
          </a:xfrm>
          <a:prstGeom prst="homePlate">
            <a:avLst>
              <a:gd name="adj" fmla="val 0"/>
            </a:avLst>
          </a:prstGeom>
          <a:solidFill>
            <a:srgbClr val="259DBB"/>
          </a:solidFill>
          <a:ln w="12700">
            <a:noFill/>
          </a:ln>
          <a:effectLst>
            <a:innerShdw blurRad="114300">
              <a:schemeClr val="tx1">
                <a:lumMod val="50000"/>
                <a:lumOff val="5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threePt" dir="t"/>
            </a:scene3d>
            <a:sp3d>
              <a:bevelT w="1270"/>
            </a:sp3d>
          </a:bodyPr>
          <a:lstStyle/>
          <a:p>
            <a:pPr marL="0" lvl="1" indent="-142863" algn="ctr" defTabSz="957263">
              <a:lnSpc>
                <a:spcPct val="110000"/>
              </a:lnSpc>
              <a:buClr>
                <a:sysClr val="windowText" lastClr="000000"/>
              </a:buClr>
              <a:buSzPct val="90000"/>
              <a:tabLst>
                <a:tab pos="5647876" algn="l"/>
              </a:tabLst>
              <a:defRPr/>
            </a:pPr>
            <a:endParaRPr lang="ko-KR" altLang="en-US" sz="1300" dirty="0" smtClean="0">
              <a:solidFill>
                <a:schemeClr val="tx1">
                  <a:lumMod val="75000"/>
                  <a:lumOff val="25000"/>
                </a:schemeClr>
              </a:solidFill>
              <a:latin typeface="나눔고딕 ExtraBold" pitchFamily="50" charset="-127"/>
              <a:ea typeface="나눔고딕 ExtraBold" pitchFamily="50" charset="-127"/>
            </a:endParaRPr>
          </a:p>
        </p:txBody>
      </p:sp>
      <p:grpSp>
        <p:nvGrpSpPr>
          <p:cNvPr id="106" name="그룹 105"/>
          <p:cNvGrpSpPr/>
          <p:nvPr/>
        </p:nvGrpSpPr>
        <p:grpSpPr>
          <a:xfrm>
            <a:off x="104586" y="1692258"/>
            <a:ext cx="4956418" cy="415241"/>
            <a:chOff x="429141" y="1824506"/>
            <a:chExt cx="4669170" cy="377492"/>
          </a:xfrm>
        </p:grpSpPr>
        <p:grpSp>
          <p:nvGrpSpPr>
            <p:cNvPr id="121" name="그룹 120"/>
            <p:cNvGrpSpPr/>
            <p:nvPr/>
          </p:nvGrpSpPr>
          <p:grpSpPr>
            <a:xfrm>
              <a:off x="439280" y="1824506"/>
              <a:ext cx="1002094" cy="307777"/>
              <a:chOff x="439280" y="1824506"/>
              <a:chExt cx="1002094" cy="307777"/>
            </a:xfrm>
          </p:grpSpPr>
          <p:sp>
            <p:nvSpPr>
              <p:cNvPr id="173" name="TextBox 172"/>
              <p:cNvSpPr txBox="1"/>
              <p:nvPr/>
            </p:nvSpPr>
            <p:spPr>
              <a:xfrm>
                <a:off x="1188100" y="1891482"/>
                <a:ext cx="253274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 anchorCtr="0">
                <a:spAutoFit/>
                <a:scene3d>
                  <a:camera prst="orthographicFront"/>
                  <a:lightRig rig="threePt" dir="t"/>
                </a:scene3d>
                <a:sp3d>
                  <a:bevelT w="1270"/>
                </a:sp3d>
              </a:bodyPr>
              <a:lstStyle/>
              <a:p>
                <a:pPr latinLnBrk="0">
                  <a:spcAft>
                    <a:spcPts val="400"/>
                  </a:spcAft>
                </a:pPr>
                <a:r>
                  <a:rPr lang="en-US" altLang="ko-KR" sz="1400" spc="-50" dirty="0">
                    <a:latin typeface="Rix고딕 L" panose="02020603020101020101" pitchFamily="18" charset="-127"/>
                    <a:ea typeface="Rix고딕 L" panose="02020603020101020101" pitchFamily="18" charset="-127"/>
                  </a:rPr>
                  <a:t>PM</a:t>
                </a:r>
                <a:endParaRPr lang="ko-KR" altLang="en-US" sz="1400" spc="-50" dirty="0">
                  <a:latin typeface="Rix고딕 L" panose="02020603020101020101" pitchFamily="18" charset="-127"/>
                  <a:ea typeface="Rix고딕 L" panose="02020603020101020101" pitchFamily="18" charset="-127"/>
                </a:endParaRPr>
              </a:p>
            </p:txBody>
          </p:sp>
          <p:sp>
            <p:nvSpPr>
              <p:cNvPr id="174" name="TextBox 173"/>
              <p:cNvSpPr txBox="1"/>
              <p:nvPr/>
            </p:nvSpPr>
            <p:spPr>
              <a:xfrm>
                <a:off x="439280" y="1824506"/>
                <a:ext cx="692497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 anchorCtr="0">
                <a:spAutoFit/>
                <a:scene3d>
                  <a:camera prst="orthographicFront"/>
                  <a:lightRig rig="threePt" dir="t"/>
                </a:scene3d>
                <a:sp3d>
                  <a:bevelT w="1270"/>
                </a:sp3d>
              </a:bodyPr>
              <a:lstStyle/>
              <a:p>
                <a:pPr defTabSz="762000" eaLnBrk="0" latinLnBrk="0" hangingPunct="0">
                  <a:tabLst>
                    <a:tab pos="5648325" algn="l"/>
                  </a:tabLst>
                  <a:defRPr/>
                </a:pPr>
                <a:r>
                  <a:rPr lang="ko-KR" altLang="en-US" dirty="0">
                    <a:latin typeface="Rix고딕 EB" panose="02020603020101020101" pitchFamily="18" charset="-127"/>
                    <a:ea typeface="Rix고딕 EB" panose="02020603020101020101" pitchFamily="18" charset="-127"/>
                  </a:rPr>
                  <a:t>최창식</a:t>
                </a:r>
                <a:endParaRPr lang="en-US" altLang="ko-KR" spc="-100" dirty="0">
                  <a:ln w="11430">
                    <a:noFill/>
                  </a:ln>
                  <a:latin typeface="Rix고딕 EB" panose="02020603020101020101" pitchFamily="18" charset="-127"/>
                  <a:ea typeface="Rix고딕 EB" panose="02020603020101020101" pitchFamily="18" charset="-127"/>
                  <a:cs typeface="Arial" pitchFamily="34" charset="0"/>
                </a:endParaRPr>
              </a:p>
            </p:txBody>
          </p:sp>
        </p:grpSp>
        <p:grpSp>
          <p:nvGrpSpPr>
            <p:cNvPr id="135" name="그룹 134"/>
            <p:cNvGrpSpPr/>
            <p:nvPr/>
          </p:nvGrpSpPr>
          <p:grpSpPr>
            <a:xfrm>
              <a:off x="1582419" y="1834031"/>
              <a:ext cx="3515891" cy="367967"/>
              <a:chOff x="1582419" y="1834031"/>
              <a:chExt cx="3515891" cy="367967"/>
            </a:xfrm>
          </p:grpSpPr>
          <p:sp>
            <p:nvSpPr>
              <p:cNvPr id="150" name="양쪽 모서리가 둥근 사각형 24"/>
              <p:cNvSpPr/>
              <p:nvPr/>
            </p:nvSpPr>
            <p:spPr>
              <a:xfrm>
                <a:off x="1582419" y="1834031"/>
                <a:ext cx="3515891" cy="367967"/>
              </a:xfrm>
              <a:prstGeom prst="rect">
                <a:avLst/>
              </a:prstGeom>
              <a:solidFill>
                <a:srgbClr val="1B91C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67" name="TextBox 166"/>
              <p:cNvSpPr txBox="1"/>
              <p:nvPr/>
            </p:nvSpPr>
            <p:spPr>
              <a:xfrm>
                <a:off x="1677512" y="1879843"/>
                <a:ext cx="3336447" cy="26161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  <a:scene3d>
                  <a:camera prst="orthographicFront"/>
                  <a:lightRig rig="threePt" dir="t"/>
                </a:scene3d>
                <a:sp3d>
                  <a:bevelT w="1270"/>
                </a:sp3d>
              </a:bodyPr>
              <a:lstStyle/>
              <a:p>
                <a:pPr algn="ctr" latinLnBrk="0">
                  <a:spcAft>
                    <a:spcPts val="400"/>
                  </a:spcAft>
                </a:pPr>
                <a:r>
                  <a:rPr lang="ko-KR" altLang="en-US" sz="1700" b="1" spc="-100" dirty="0">
                    <a:solidFill>
                      <a:schemeClr val="bg1"/>
                    </a:solidFill>
                    <a:latin typeface="Rix고딕 B" panose="02020603020101020101" pitchFamily="18" charset="-127"/>
                    <a:ea typeface="Rix고딕 B" panose="02020603020101020101" pitchFamily="18" charset="-127"/>
                  </a:rPr>
                  <a:t>군 네트워크 전문가</a:t>
                </a:r>
              </a:p>
            </p:txBody>
          </p:sp>
        </p:grpSp>
        <p:cxnSp>
          <p:nvCxnSpPr>
            <p:cNvPr id="149" name="직선 연결선 148"/>
            <p:cNvCxnSpPr/>
            <p:nvPr/>
          </p:nvCxnSpPr>
          <p:spPr>
            <a:xfrm>
              <a:off x="429141" y="2192473"/>
              <a:ext cx="4669170" cy="0"/>
            </a:xfrm>
            <a:prstGeom prst="line">
              <a:avLst/>
            </a:prstGeom>
            <a:ln w="15875">
              <a:solidFill>
                <a:schemeClr val="tx1">
                  <a:lumMod val="50000"/>
                  <a:lumOff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5" name="TextBox 174"/>
          <p:cNvSpPr txBox="1"/>
          <p:nvPr/>
        </p:nvSpPr>
        <p:spPr>
          <a:xfrm>
            <a:off x="1260602" y="2345448"/>
            <a:ext cx="3324098" cy="129266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  <a:scene3d>
              <a:camera prst="orthographicFront"/>
              <a:lightRig rig="threePt" dir="t"/>
            </a:scene3d>
            <a:sp3d>
              <a:bevelT w="1270"/>
            </a:sp3d>
          </a:bodyPr>
          <a:lstStyle/>
          <a:p>
            <a:pPr marL="108000" indent="-108000">
              <a:buFont typeface="Arial" panose="020B0604020202020204" pitchFamily="34" charset="0"/>
              <a:buChar char="•"/>
            </a:pPr>
            <a:r>
              <a:rPr lang="en-US" altLang="ko-KR" sz="1400" spc="-1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Rix고딕 M" panose="02020603020101020101" pitchFamily="18" charset="-127"/>
                <a:ea typeface="Rix고딕 M" panose="02020603020101020101" pitchFamily="18" charset="-127"/>
              </a:rPr>
              <a:t>256</a:t>
            </a:r>
            <a:r>
              <a:rPr lang="ko-KR" altLang="en-US" sz="140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Rix고딕 M" panose="02020603020101020101" pitchFamily="18" charset="-127"/>
                <a:ea typeface="Rix고딕 M" panose="02020603020101020101" pitchFamily="18" charset="-127"/>
              </a:rPr>
              <a:t>개 </a:t>
            </a:r>
            <a:r>
              <a:rPr lang="ko-KR" altLang="en-US" sz="1400" spc="-1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Rix고딕 M" panose="02020603020101020101" pitchFamily="18" charset="-127"/>
                <a:ea typeface="Rix고딕 M" panose="02020603020101020101" pitchFamily="18" charset="-127"/>
              </a:rPr>
              <a:t>대대</a:t>
            </a:r>
            <a:r>
              <a:rPr lang="en-US" altLang="ko-KR" sz="1400" spc="-1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Rix고딕 M" panose="02020603020101020101" pitchFamily="18" charset="-127"/>
                <a:ea typeface="Rix고딕 M" panose="02020603020101020101" pitchFamily="18" charset="-127"/>
              </a:rPr>
              <a:t> / 10</a:t>
            </a:r>
            <a:r>
              <a:rPr lang="ko-KR" altLang="en-US" sz="140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Rix고딕 M" panose="02020603020101020101" pitchFamily="18" charset="-127"/>
                <a:ea typeface="Rix고딕 M" panose="02020603020101020101" pitchFamily="18" charset="-127"/>
              </a:rPr>
              <a:t>개 </a:t>
            </a:r>
            <a:r>
              <a:rPr lang="ko-KR" altLang="en-US" sz="1400" spc="-1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Rix고딕 M" panose="02020603020101020101" pitchFamily="18" charset="-127"/>
                <a:ea typeface="Rix고딕 M" panose="02020603020101020101" pitchFamily="18" charset="-127"/>
              </a:rPr>
              <a:t>군단 </a:t>
            </a:r>
            <a:r>
              <a:rPr lang="en-US" altLang="ko-KR" sz="1400" spc="-1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Rix고딕 M" panose="02020603020101020101" pitchFamily="18" charset="-127"/>
                <a:ea typeface="Rix고딕 M" panose="02020603020101020101" pitchFamily="18" charset="-127"/>
              </a:rPr>
              <a:t>LAN </a:t>
            </a:r>
            <a:r>
              <a:rPr lang="ko-KR" altLang="en-US" sz="1400" spc="-1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Rix고딕 M" panose="02020603020101020101" pitchFamily="18" charset="-127"/>
                <a:ea typeface="Rix고딕 M" panose="02020603020101020101" pitchFamily="18" charset="-127"/>
              </a:rPr>
              <a:t>교체사업</a:t>
            </a:r>
            <a:r>
              <a:rPr lang="en-US" altLang="ko-KR" sz="1400" spc="-1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Rix고딕 M" panose="02020603020101020101" pitchFamily="18" charset="-127"/>
                <a:ea typeface="Rix고딕 M" panose="02020603020101020101" pitchFamily="18" charset="-127"/>
              </a:rPr>
              <a:t> </a:t>
            </a:r>
            <a:r>
              <a:rPr lang="ko-KR" altLang="en-US" sz="1400" spc="-1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Rix고딕 M" panose="02020603020101020101" pitchFamily="18" charset="-127"/>
                <a:ea typeface="Rix고딕 M" panose="02020603020101020101" pitchFamily="18" charset="-127"/>
              </a:rPr>
              <a:t>담당</a:t>
            </a:r>
            <a:endParaRPr lang="en-US" altLang="ko-KR" sz="1400" spc="-100" dirty="0" smtClean="0">
              <a:solidFill>
                <a:schemeClr val="tx1">
                  <a:lumMod val="75000"/>
                  <a:lumOff val="25000"/>
                </a:schemeClr>
              </a:solidFill>
              <a:latin typeface="Rix고딕 M" panose="02020603020101020101" pitchFamily="18" charset="-127"/>
              <a:ea typeface="Rix고딕 M" panose="02020603020101020101" pitchFamily="18" charset="-127"/>
            </a:endParaRPr>
          </a:p>
          <a:p>
            <a:pPr marL="108000" indent="-108000">
              <a:buFont typeface="Arial" panose="020B0604020202020204" pitchFamily="34" charset="0"/>
              <a:buChar char="•"/>
            </a:pPr>
            <a:r>
              <a:rPr lang="en-US" altLang="ko-KR" sz="1400" spc="-1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Rix고딕 M" panose="02020603020101020101" pitchFamily="18" charset="-127"/>
                <a:ea typeface="Rix고딕 M" panose="02020603020101020101" pitchFamily="18" charset="-127"/>
              </a:rPr>
              <a:t>13</a:t>
            </a:r>
            <a:r>
              <a:rPr lang="ko-KR" altLang="en-US" sz="140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Rix고딕 M" panose="02020603020101020101" pitchFamily="18" charset="-127"/>
                <a:ea typeface="Rix고딕 M" panose="02020603020101020101" pitchFamily="18" charset="-127"/>
              </a:rPr>
              <a:t>개 사단 </a:t>
            </a:r>
            <a:r>
              <a:rPr lang="en-US" altLang="ko-KR" sz="1400" spc="-1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Rix고딕 M" panose="02020603020101020101" pitchFamily="18" charset="-127"/>
                <a:ea typeface="Rix고딕 M" panose="02020603020101020101" pitchFamily="18" charset="-127"/>
              </a:rPr>
              <a:t>LAN </a:t>
            </a:r>
            <a:r>
              <a:rPr lang="ko-KR" altLang="en-US" sz="1400" spc="-1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Rix고딕 M" panose="02020603020101020101" pitchFamily="18" charset="-127"/>
                <a:ea typeface="Rix고딕 M" panose="02020603020101020101" pitchFamily="18" charset="-127"/>
              </a:rPr>
              <a:t>교</a:t>
            </a:r>
            <a:r>
              <a:rPr lang="ko-KR" altLang="en-US" sz="140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Rix고딕 M" panose="02020603020101020101" pitchFamily="18" charset="-127"/>
                <a:ea typeface="Rix고딕 M" panose="02020603020101020101" pitchFamily="18" charset="-127"/>
              </a:rPr>
              <a:t>체</a:t>
            </a:r>
            <a:r>
              <a:rPr lang="ko-KR" altLang="en-US" sz="1400" spc="-1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Rix고딕 M" panose="02020603020101020101" pitchFamily="18" charset="-127"/>
                <a:ea typeface="Rix고딕 M" panose="02020603020101020101" pitchFamily="18" charset="-127"/>
              </a:rPr>
              <a:t>사업 </a:t>
            </a:r>
            <a:r>
              <a:rPr lang="ko-KR" altLang="en-US" sz="140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Rix고딕 M" panose="02020603020101020101" pitchFamily="18" charset="-127"/>
                <a:ea typeface="Rix고딕 M" panose="02020603020101020101" pitchFamily="18" charset="-127"/>
              </a:rPr>
              <a:t>담당</a:t>
            </a:r>
          </a:p>
          <a:p>
            <a:pPr marL="108000" indent="-108000">
              <a:buFont typeface="Arial" panose="020B0604020202020204" pitchFamily="34" charset="0"/>
              <a:buChar char="•"/>
            </a:pPr>
            <a:r>
              <a:rPr lang="ko-KR" altLang="en-US" sz="140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Rix고딕 M" panose="02020603020101020101" pitchFamily="18" charset="-127"/>
                <a:ea typeface="Rix고딕 M" panose="02020603020101020101" pitchFamily="18" charset="-127"/>
              </a:rPr>
              <a:t>육군사관학교 등 </a:t>
            </a:r>
            <a:r>
              <a:rPr lang="en-US" altLang="ko-KR" sz="140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Rix고딕 M" panose="02020603020101020101" pitchFamily="18" charset="-127"/>
                <a:ea typeface="Rix고딕 M" panose="02020603020101020101" pitchFamily="18" charset="-127"/>
              </a:rPr>
              <a:t>6</a:t>
            </a:r>
            <a:r>
              <a:rPr lang="ko-KR" altLang="en-US" sz="140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Rix고딕 M" panose="02020603020101020101" pitchFamily="18" charset="-127"/>
                <a:ea typeface="Rix고딕 M" panose="02020603020101020101" pitchFamily="18" charset="-127"/>
              </a:rPr>
              <a:t>개 학교기관 </a:t>
            </a:r>
            <a:r>
              <a:rPr lang="en-US" altLang="ko-KR" sz="140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Rix고딕 M" panose="02020603020101020101" pitchFamily="18" charset="-127"/>
                <a:ea typeface="Rix고딕 M" panose="02020603020101020101" pitchFamily="18" charset="-127"/>
              </a:rPr>
              <a:t>LAN </a:t>
            </a:r>
            <a:r>
              <a:rPr lang="en-US" altLang="ko-KR" sz="1400" spc="-1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Rix고딕 M" panose="02020603020101020101" pitchFamily="18" charset="-127"/>
                <a:ea typeface="Rix고딕 M" panose="02020603020101020101" pitchFamily="18" charset="-127"/>
              </a:rPr>
              <a:t/>
            </a:r>
            <a:br>
              <a:rPr lang="en-US" altLang="ko-KR" sz="1400" spc="-1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Rix고딕 M" panose="02020603020101020101" pitchFamily="18" charset="-127"/>
                <a:ea typeface="Rix고딕 M" panose="02020603020101020101" pitchFamily="18" charset="-127"/>
              </a:rPr>
            </a:br>
            <a:r>
              <a:rPr lang="ko-KR" altLang="en-US" sz="1400" spc="-1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Rix고딕 M" panose="02020603020101020101" pitchFamily="18" charset="-127"/>
                <a:ea typeface="Rix고딕 M" panose="02020603020101020101" pitchFamily="18" charset="-127"/>
              </a:rPr>
              <a:t>교체사업 담당</a:t>
            </a:r>
            <a:endParaRPr lang="ko-KR" altLang="en-US" sz="1400" spc="-100" dirty="0">
              <a:solidFill>
                <a:schemeClr val="tx1">
                  <a:lumMod val="75000"/>
                  <a:lumOff val="25000"/>
                </a:schemeClr>
              </a:solidFill>
              <a:latin typeface="Rix고딕 M" panose="02020603020101020101" pitchFamily="18" charset="-127"/>
              <a:ea typeface="Rix고딕 M" panose="02020603020101020101" pitchFamily="18" charset="-127"/>
            </a:endParaRPr>
          </a:p>
          <a:p>
            <a:pPr marL="108000" indent="-108000">
              <a:buFont typeface="Arial" panose="020B0604020202020204" pitchFamily="34" charset="0"/>
              <a:buChar char="•"/>
            </a:pPr>
            <a:r>
              <a:rPr lang="ko-KR" altLang="en-US" sz="140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Rix고딕 M" panose="02020603020101020101" pitchFamily="18" charset="-127"/>
                <a:ea typeface="Rix고딕 M" panose="02020603020101020101" pitchFamily="18" charset="-127"/>
              </a:rPr>
              <a:t>육군본부 메가센터 구축</a:t>
            </a:r>
          </a:p>
          <a:p>
            <a:pPr marL="108000" indent="-108000">
              <a:buFont typeface="Arial" panose="020B0604020202020204" pitchFamily="34" charset="0"/>
              <a:buChar char="•"/>
            </a:pPr>
            <a:r>
              <a:rPr lang="ko-KR" altLang="en-US" sz="140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Rix고딕 M" panose="02020603020101020101" pitchFamily="18" charset="-127"/>
                <a:ea typeface="Rix고딕 M" panose="02020603020101020101" pitchFamily="18" charset="-127"/>
              </a:rPr>
              <a:t>국방 의료정보체계 구축</a:t>
            </a:r>
            <a:r>
              <a:rPr lang="en-US" altLang="ko-KR" sz="140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Rix고딕 M" panose="02020603020101020101" pitchFamily="18" charset="-127"/>
                <a:ea typeface="Rix고딕 M" panose="02020603020101020101" pitchFamily="18" charset="-127"/>
              </a:rPr>
              <a:t>(PACS)</a:t>
            </a:r>
            <a:r>
              <a:rPr lang="ko-KR" altLang="en-US" sz="140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Rix고딕 M" panose="02020603020101020101" pitchFamily="18" charset="-127"/>
                <a:ea typeface="Rix고딕 M" panose="02020603020101020101" pitchFamily="18" charset="-127"/>
              </a:rPr>
              <a:t>사업</a:t>
            </a:r>
          </a:p>
        </p:txBody>
      </p:sp>
      <p:grpSp>
        <p:nvGrpSpPr>
          <p:cNvPr id="176" name="그룹 175"/>
          <p:cNvGrpSpPr/>
          <p:nvPr/>
        </p:nvGrpSpPr>
        <p:grpSpPr>
          <a:xfrm>
            <a:off x="3682351" y="2780058"/>
            <a:ext cx="1385973" cy="1215610"/>
            <a:chOff x="12280900" y="3547361"/>
            <a:chExt cx="791533" cy="729333"/>
          </a:xfrm>
        </p:grpSpPr>
        <p:pic>
          <p:nvPicPr>
            <p:cNvPr id="177" name="Picture 2" descr="G:\work\다원아이씨티\한국정보화진흥원\슬라이드8-09.png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12280900" y="3547361"/>
              <a:ext cx="788592" cy="729333"/>
            </a:xfrm>
            <a:prstGeom prst="rect">
              <a:avLst/>
            </a:prstGeom>
            <a:noFill/>
            <a:ln>
              <a:noFill/>
            </a:ln>
            <a:effectLst>
              <a:innerShdw blurRad="114300">
                <a:prstClr val="black">
                  <a:alpha val="72000"/>
                </a:prstClr>
              </a:innerShdw>
            </a:effectLst>
          </p:spPr>
        </p:pic>
        <p:sp>
          <p:nvSpPr>
            <p:cNvPr id="178" name="TextBox 177"/>
            <p:cNvSpPr txBox="1"/>
            <p:nvPr/>
          </p:nvSpPr>
          <p:spPr>
            <a:xfrm>
              <a:off x="12283841" y="4112996"/>
              <a:ext cx="788592" cy="146116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spAutoFit/>
            </a:bodyPr>
            <a:lstStyle/>
            <a:p>
              <a:pPr algn="ctr">
                <a:defRPr/>
              </a:pPr>
              <a:r>
                <a:rPr lang="en-US" altLang="ko-KR" sz="1600" spc="-150" dirty="0" smtClean="0">
                  <a:solidFill>
                    <a:schemeClr val="bg1"/>
                  </a:solidFill>
                  <a:latin typeface="Rix고딕 B" pitchFamily="18" charset="-127"/>
                  <a:ea typeface="Rix고딕 B" pitchFamily="18" charset="-127"/>
                </a:rPr>
                <a:t>27</a:t>
              </a:r>
              <a:r>
                <a:rPr lang="ko-KR" altLang="en-US" sz="1600" spc="-150" dirty="0" smtClean="0">
                  <a:solidFill>
                    <a:schemeClr val="bg1"/>
                  </a:solidFill>
                  <a:latin typeface="Rix고딕 B" pitchFamily="18" charset="-127"/>
                  <a:ea typeface="Rix고딕 B" pitchFamily="18" charset="-127"/>
                </a:rPr>
                <a:t>년</a:t>
              </a:r>
              <a:endParaRPr lang="en-US" altLang="ko-KR" sz="1600" spc="-150" dirty="0">
                <a:solidFill>
                  <a:schemeClr val="bg1"/>
                </a:solidFill>
                <a:latin typeface="Rix고딕 B" pitchFamily="18" charset="-127"/>
                <a:ea typeface="Rix고딕 B" pitchFamily="18" charset="-127"/>
              </a:endParaRPr>
            </a:p>
          </p:txBody>
        </p:sp>
      </p:grpSp>
      <p:sp>
        <p:nvSpPr>
          <p:cNvPr id="179" name="오각형 178"/>
          <p:cNvSpPr/>
          <p:nvPr/>
        </p:nvSpPr>
        <p:spPr>
          <a:xfrm>
            <a:off x="75053" y="6201932"/>
            <a:ext cx="4985950" cy="50291"/>
          </a:xfrm>
          <a:prstGeom prst="homePlate">
            <a:avLst>
              <a:gd name="adj" fmla="val 0"/>
            </a:avLst>
          </a:prstGeom>
          <a:solidFill>
            <a:srgbClr val="259DBB"/>
          </a:solidFill>
          <a:ln w="12700">
            <a:noFill/>
          </a:ln>
          <a:effectLst>
            <a:innerShdw blurRad="114300">
              <a:schemeClr val="tx1">
                <a:lumMod val="50000"/>
                <a:lumOff val="5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threePt" dir="t"/>
            </a:scene3d>
            <a:sp3d>
              <a:bevelT w="1270"/>
            </a:sp3d>
          </a:bodyPr>
          <a:lstStyle/>
          <a:p>
            <a:pPr marL="0" lvl="1" indent="-142863" algn="ctr" defTabSz="957263">
              <a:lnSpc>
                <a:spcPct val="110000"/>
              </a:lnSpc>
              <a:buClr>
                <a:sysClr val="windowText" lastClr="000000"/>
              </a:buClr>
              <a:buSzPct val="90000"/>
              <a:tabLst>
                <a:tab pos="5647876" algn="l"/>
              </a:tabLst>
              <a:defRPr/>
            </a:pPr>
            <a:endParaRPr lang="ko-KR" altLang="en-US" sz="1300" dirty="0" smtClean="0">
              <a:solidFill>
                <a:schemeClr val="tx1">
                  <a:lumMod val="75000"/>
                  <a:lumOff val="25000"/>
                </a:schemeClr>
              </a:solidFill>
              <a:latin typeface="나눔고딕 ExtraBold" pitchFamily="50" charset="-127"/>
              <a:ea typeface="나눔고딕 ExtraBold" pitchFamily="50" charset="-127"/>
            </a:endParaRPr>
          </a:p>
        </p:txBody>
      </p:sp>
      <p:grpSp>
        <p:nvGrpSpPr>
          <p:cNvPr id="180" name="그룹 179"/>
          <p:cNvGrpSpPr/>
          <p:nvPr/>
        </p:nvGrpSpPr>
        <p:grpSpPr>
          <a:xfrm>
            <a:off x="104586" y="4232004"/>
            <a:ext cx="4956418" cy="415241"/>
            <a:chOff x="429141" y="4133366"/>
            <a:chExt cx="4669170" cy="377492"/>
          </a:xfrm>
        </p:grpSpPr>
        <p:grpSp>
          <p:nvGrpSpPr>
            <p:cNvPr id="181" name="그룹 180"/>
            <p:cNvGrpSpPr/>
            <p:nvPr/>
          </p:nvGrpSpPr>
          <p:grpSpPr>
            <a:xfrm>
              <a:off x="439280" y="4133366"/>
              <a:ext cx="1059803" cy="307777"/>
              <a:chOff x="439280" y="4133366"/>
              <a:chExt cx="1059803" cy="307777"/>
            </a:xfrm>
          </p:grpSpPr>
          <p:sp>
            <p:nvSpPr>
              <p:cNvPr id="186" name="TextBox 185"/>
              <p:cNvSpPr txBox="1"/>
              <p:nvPr/>
            </p:nvSpPr>
            <p:spPr>
              <a:xfrm>
                <a:off x="1188100" y="4200342"/>
                <a:ext cx="310983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 anchorCtr="0">
                <a:spAutoFit/>
                <a:scene3d>
                  <a:camera prst="orthographicFront"/>
                  <a:lightRig rig="threePt" dir="t"/>
                </a:scene3d>
                <a:sp3d>
                  <a:bevelT w="1270"/>
                </a:sp3d>
              </a:bodyPr>
              <a:lstStyle/>
              <a:p>
                <a:pPr latinLnBrk="0">
                  <a:spcAft>
                    <a:spcPts val="400"/>
                  </a:spcAft>
                </a:pPr>
                <a:r>
                  <a:rPr lang="ko-KR" altLang="en-US" sz="1400" spc="-50" dirty="0">
                    <a:latin typeface="Rix고딕 L" panose="02020603020101020101" pitchFamily="18" charset="-127"/>
                    <a:ea typeface="Rix고딕 L" panose="02020603020101020101" pitchFamily="18" charset="-127"/>
                  </a:rPr>
                  <a:t>이사</a:t>
                </a:r>
              </a:p>
            </p:txBody>
          </p:sp>
          <p:sp>
            <p:nvSpPr>
              <p:cNvPr id="187" name="TextBox 186"/>
              <p:cNvSpPr txBox="1"/>
              <p:nvPr/>
            </p:nvSpPr>
            <p:spPr>
              <a:xfrm>
                <a:off x="439280" y="4133366"/>
                <a:ext cx="692497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 anchorCtr="0">
                <a:spAutoFit/>
                <a:scene3d>
                  <a:camera prst="orthographicFront"/>
                  <a:lightRig rig="threePt" dir="t"/>
                </a:scene3d>
                <a:sp3d>
                  <a:bevelT w="1270"/>
                </a:sp3d>
              </a:bodyPr>
              <a:lstStyle/>
              <a:p>
                <a:pPr defTabSz="762000" eaLnBrk="0" latinLnBrk="0" hangingPunct="0">
                  <a:tabLst>
                    <a:tab pos="5648325" algn="l"/>
                  </a:tabLst>
                  <a:defRPr/>
                </a:pPr>
                <a:r>
                  <a:rPr lang="ko-KR" altLang="en-US" dirty="0" smtClean="0">
                    <a:latin typeface="Rix고딕 EB" panose="02020603020101020101" pitchFamily="18" charset="-127"/>
                    <a:ea typeface="Rix고딕 EB" panose="02020603020101020101" pitchFamily="18" charset="-127"/>
                  </a:rPr>
                  <a:t>권오식</a:t>
                </a:r>
                <a:endParaRPr lang="en-US" altLang="ko-KR" spc="-100" dirty="0">
                  <a:ln w="11430">
                    <a:noFill/>
                  </a:ln>
                  <a:latin typeface="Rix고딕 EB" panose="02020603020101020101" pitchFamily="18" charset="-127"/>
                  <a:ea typeface="Rix고딕 EB" panose="02020603020101020101" pitchFamily="18" charset="-127"/>
                  <a:cs typeface="Arial" pitchFamily="34" charset="0"/>
                </a:endParaRPr>
              </a:p>
            </p:txBody>
          </p:sp>
        </p:grpSp>
        <p:grpSp>
          <p:nvGrpSpPr>
            <p:cNvPr id="182" name="그룹 181"/>
            <p:cNvGrpSpPr/>
            <p:nvPr/>
          </p:nvGrpSpPr>
          <p:grpSpPr>
            <a:xfrm>
              <a:off x="1582419" y="4142891"/>
              <a:ext cx="3515891" cy="367967"/>
              <a:chOff x="1582419" y="4142891"/>
              <a:chExt cx="3515891" cy="367967"/>
            </a:xfrm>
          </p:grpSpPr>
          <p:sp>
            <p:nvSpPr>
              <p:cNvPr id="184" name="양쪽 모서리가 둥근 사각형 24"/>
              <p:cNvSpPr/>
              <p:nvPr/>
            </p:nvSpPr>
            <p:spPr>
              <a:xfrm>
                <a:off x="1582419" y="4142891"/>
                <a:ext cx="3515891" cy="367967"/>
              </a:xfrm>
              <a:prstGeom prst="rect">
                <a:avLst/>
              </a:prstGeom>
              <a:solidFill>
                <a:srgbClr val="1B91C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85" name="TextBox 184"/>
              <p:cNvSpPr txBox="1"/>
              <p:nvPr/>
            </p:nvSpPr>
            <p:spPr>
              <a:xfrm>
                <a:off x="1674583" y="4188703"/>
                <a:ext cx="3339375" cy="26161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  <a:scene3d>
                  <a:camera prst="orthographicFront"/>
                  <a:lightRig rig="threePt" dir="t"/>
                </a:scene3d>
                <a:sp3d>
                  <a:bevelT w="1270"/>
                </a:sp3d>
              </a:bodyPr>
              <a:lstStyle/>
              <a:p>
                <a:pPr algn="ctr" latinLnBrk="0">
                  <a:spcAft>
                    <a:spcPts val="400"/>
                  </a:spcAft>
                </a:pPr>
                <a:r>
                  <a:rPr lang="ko-KR" altLang="en-US" sz="1700" b="1" spc="-100" dirty="0">
                    <a:solidFill>
                      <a:schemeClr val="bg1"/>
                    </a:solidFill>
                    <a:latin typeface="Rix고딕 B" panose="02020603020101020101" pitchFamily="18" charset="-127"/>
                    <a:ea typeface="Rix고딕 B" panose="02020603020101020101" pitchFamily="18" charset="-127"/>
                  </a:rPr>
                  <a:t>군 전문가</a:t>
                </a:r>
              </a:p>
            </p:txBody>
          </p:sp>
        </p:grpSp>
        <p:cxnSp>
          <p:nvCxnSpPr>
            <p:cNvPr id="183" name="직선 연결선 182"/>
            <p:cNvCxnSpPr/>
            <p:nvPr/>
          </p:nvCxnSpPr>
          <p:spPr>
            <a:xfrm>
              <a:off x="429141" y="4501333"/>
              <a:ext cx="4669170" cy="0"/>
            </a:xfrm>
            <a:prstGeom prst="line">
              <a:avLst/>
            </a:prstGeom>
            <a:ln w="15875">
              <a:solidFill>
                <a:schemeClr val="tx1">
                  <a:lumMod val="50000"/>
                  <a:lumOff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8" name="TextBox 187"/>
          <p:cNvSpPr txBox="1"/>
          <p:nvPr/>
        </p:nvSpPr>
        <p:spPr>
          <a:xfrm>
            <a:off x="1121804" y="4851666"/>
            <a:ext cx="2560547" cy="10772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  <a:scene3d>
              <a:camera prst="orthographicFront"/>
              <a:lightRig rig="threePt" dir="t"/>
            </a:scene3d>
            <a:sp3d>
              <a:bevelT w="1270"/>
            </a:sp3d>
          </a:bodyPr>
          <a:lstStyle/>
          <a:p>
            <a:pPr marL="108000" indent="-108000">
              <a:buFont typeface="Arial" panose="020B0604020202020204" pitchFamily="34" charset="0"/>
              <a:buChar char="•"/>
            </a:pPr>
            <a:r>
              <a:rPr lang="ko-KR" altLang="en-US" sz="140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Rix고딕 M" panose="02020603020101020101" pitchFamily="18" charset="-127"/>
                <a:ea typeface="Rix고딕 M" panose="02020603020101020101" pitchFamily="18" charset="-127"/>
              </a:rPr>
              <a:t>국방정보통신망 </a:t>
            </a:r>
            <a:r>
              <a:rPr lang="en-US" altLang="ko-KR" sz="140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Rix고딕 M" panose="02020603020101020101" pitchFamily="18" charset="-127"/>
                <a:ea typeface="Rix고딕 M" panose="02020603020101020101" pitchFamily="18" charset="-127"/>
              </a:rPr>
              <a:t>3,4</a:t>
            </a:r>
            <a:r>
              <a:rPr lang="ko-KR" altLang="en-US" sz="140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Rix고딕 M" panose="02020603020101020101" pitchFamily="18" charset="-127"/>
                <a:ea typeface="Rix고딕 M" panose="02020603020101020101" pitchFamily="18" charset="-127"/>
              </a:rPr>
              <a:t>단계 구축사업</a:t>
            </a:r>
          </a:p>
          <a:p>
            <a:pPr marL="108000" indent="-108000">
              <a:buFont typeface="Arial" panose="020B0604020202020204" pitchFamily="34" charset="0"/>
              <a:buChar char="•"/>
            </a:pPr>
            <a:r>
              <a:rPr lang="ko-KR" altLang="en-US" sz="140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Rix고딕 M" panose="02020603020101020101" pitchFamily="18" charset="-127"/>
                <a:ea typeface="Rix고딕 M" panose="02020603020101020101" pitchFamily="18" charset="-127"/>
              </a:rPr>
              <a:t>국방인트라넷 구축사업 수행</a:t>
            </a:r>
          </a:p>
          <a:p>
            <a:pPr marL="108000" indent="-108000">
              <a:buFont typeface="Arial" panose="020B0604020202020204" pitchFamily="34" charset="0"/>
              <a:buChar char="•"/>
            </a:pPr>
            <a:r>
              <a:rPr lang="ko-KR" altLang="en-US" sz="140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Rix고딕 M" panose="02020603020101020101" pitchFamily="18" charset="-127"/>
                <a:ea typeface="Rix고딕 M" panose="02020603020101020101" pitchFamily="18" charset="-127"/>
              </a:rPr>
              <a:t>공군</a:t>
            </a:r>
            <a:r>
              <a:rPr lang="en-US" altLang="ko-KR" sz="140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Rix고딕 M" panose="02020603020101020101" pitchFamily="18" charset="-127"/>
                <a:ea typeface="Rix고딕 M" panose="02020603020101020101" pitchFamily="18" charset="-127"/>
              </a:rPr>
              <a:t>, </a:t>
            </a:r>
            <a:r>
              <a:rPr lang="ko-KR" altLang="en-US" sz="140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Rix고딕 M" panose="02020603020101020101" pitchFamily="18" charset="-127"/>
                <a:ea typeface="Rix고딕 M" panose="02020603020101020101" pitchFamily="18" charset="-127"/>
              </a:rPr>
              <a:t>육군 등 사단급 노후랜 장비 </a:t>
            </a:r>
            <a:r>
              <a:rPr lang="en-US" altLang="ko-KR" sz="1400" spc="-1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Rix고딕 M" panose="02020603020101020101" pitchFamily="18" charset="-127"/>
                <a:ea typeface="Rix고딕 M" panose="02020603020101020101" pitchFamily="18" charset="-127"/>
              </a:rPr>
              <a:t/>
            </a:r>
            <a:br>
              <a:rPr lang="en-US" altLang="ko-KR" sz="1400" spc="-1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Rix고딕 M" panose="02020603020101020101" pitchFamily="18" charset="-127"/>
                <a:ea typeface="Rix고딕 M" panose="02020603020101020101" pitchFamily="18" charset="-127"/>
              </a:rPr>
            </a:br>
            <a:r>
              <a:rPr lang="ko-KR" altLang="en-US" sz="1400" spc="-1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Rix고딕 M" panose="02020603020101020101" pitchFamily="18" charset="-127"/>
                <a:ea typeface="Rix고딕 M" panose="02020603020101020101" pitchFamily="18" charset="-127"/>
              </a:rPr>
              <a:t>교체 </a:t>
            </a:r>
            <a:r>
              <a:rPr lang="ko-KR" altLang="en-US" sz="140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Rix고딕 M" panose="02020603020101020101" pitchFamily="18" charset="-127"/>
                <a:ea typeface="Rix고딕 M" panose="02020603020101020101" pitchFamily="18" charset="-127"/>
              </a:rPr>
              <a:t>사업 </a:t>
            </a:r>
            <a:r>
              <a:rPr lang="en-US" altLang="ko-KR" sz="140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Rix고딕 M" panose="02020603020101020101" pitchFamily="18" charset="-127"/>
                <a:ea typeface="Rix고딕 M" panose="02020603020101020101" pitchFamily="18" charset="-127"/>
              </a:rPr>
              <a:t>10</a:t>
            </a:r>
            <a:r>
              <a:rPr lang="ko-KR" altLang="en-US" sz="140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Rix고딕 M" panose="02020603020101020101" pitchFamily="18" charset="-127"/>
                <a:ea typeface="Rix고딕 M" panose="02020603020101020101" pitchFamily="18" charset="-127"/>
              </a:rPr>
              <a:t>건 담당</a:t>
            </a:r>
          </a:p>
          <a:p>
            <a:pPr marL="108000" indent="-108000">
              <a:buFont typeface="Arial" panose="020B0604020202020204" pitchFamily="34" charset="0"/>
              <a:buChar char="•"/>
            </a:pPr>
            <a:r>
              <a:rPr lang="ko-KR" altLang="en-US" sz="140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Rix고딕 M" panose="02020603020101020101" pitchFamily="18" charset="-127"/>
                <a:ea typeface="Rix고딕 M" panose="02020603020101020101" pitchFamily="18" charset="-127"/>
              </a:rPr>
              <a:t>육군전산소 통합관제센터 구축</a:t>
            </a:r>
          </a:p>
        </p:txBody>
      </p:sp>
      <p:grpSp>
        <p:nvGrpSpPr>
          <p:cNvPr id="189" name="그룹 188"/>
          <p:cNvGrpSpPr/>
          <p:nvPr/>
        </p:nvGrpSpPr>
        <p:grpSpPr>
          <a:xfrm>
            <a:off x="3682351" y="4980990"/>
            <a:ext cx="1385973" cy="1215610"/>
            <a:chOff x="12280900" y="3547361"/>
            <a:chExt cx="791533" cy="729333"/>
          </a:xfrm>
        </p:grpSpPr>
        <p:pic>
          <p:nvPicPr>
            <p:cNvPr id="190" name="Picture 2" descr="G:\work\다원아이씨티\한국정보화진흥원\슬라이드8-09.png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12280900" y="3547361"/>
              <a:ext cx="788592" cy="729333"/>
            </a:xfrm>
            <a:prstGeom prst="rect">
              <a:avLst/>
            </a:prstGeom>
            <a:noFill/>
            <a:ln>
              <a:noFill/>
            </a:ln>
            <a:effectLst>
              <a:innerShdw blurRad="114300">
                <a:prstClr val="black">
                  <a:alpha val="72000"/>
                </a:prstClr>
              </a:innerShdw>
            </a:effectLst>
          </p:spPr>
        </p:pic>
        <p:sp>
          <p:nvSpPr>
            <p:cNvPr id="191" name="TextBox 190"/>
            <p:cNvSpPr txBox="1"/>
            <p:nvPr/>
          </p:nvSpPr>
          <p:spPr>
            <a:xfrm>
              <a:off x="12283841" y="4104805"/>
              <a:ext cx="788592" cy="162499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spAutoFit/>
            </a:bodyPr>
            <a:lstStyle/>
            <a:p>
              <a:pPr algn="ctr">
                <a:defRPr/>
              </a:pPr>
              <a:r>
                <a:rPr lang="en-US" altLang="ko-KR" sz="1600" spc="-150" dirty="0" smtClean="0">
                  <a:solidFill>
                    <a:schemeClr val="bg1"/>
                  </a:solidFill>
                  <a:latin typeface="Rix고딕 B" pitchFamily="18" charset="-127"/>
                  <a:ea typeface="Rix고딕 B" pitchFamily="18" charset="-127"/>
                </a:rPr>
                <a:t>30</a:t>
              </a:r>
              <a:r>
                <a:rPr lang="ko-KR" altLang="en-US" sz="1600" spc="-150" dirty="0" smtClean="0">
                  <a:solidFill>
                    <a:schemeClr val="bg1"/>
                  </a:solidFill>
                  <a:latin typeface="Rix고딕 B" pitchFamily="18" charset="-127"/>
                  <a:ea typeface="Rix고딕 B" pitchFamily="18" charset="-127"/>
                </a:rPr>
                <a:t>년</a:t>
              </a:r>
              <a:endParaRPr lang="en-US" altLang="ko-KR" sz="1600" spc="-150" dirty="0">
                <a:solidFill>
                  <a:schemeClr val="bg1"/>
                </a:solidFill>
                <a:latin typeface="Rix고딕 B" pitchFamily="18" charset="-127"/>
                <a:ea typeface="Rix고딕 B" pitchFamily="18" charset="-127"/>
              </a:endParaRPr>
            </a:p>
          </p:txBody>
        </p:sp>
      </p:grpSp>
      <p:grpSp>
        <p:nvGrpSpPr>
          <p:cNvPr id="192" name="그룹 191"/>
          <p:cNvGrpSpPr/>
          <p:nvPr/>
        </p:nvGrpSpPr>
        <p:grpSpPr>
          <a:xfrm>
            <a:off x="5491715" y="1641966"/>
            <a:ext cx="5120364" cy="415241"/>
            <a:chOff x="5504061" y="1778786"/>
            <a:chExt cx="4823615" cy="377492"/>
          </a:xfrm>
        </p:grpSpPr>
        <p:grpSp>
          <p:nvGrpSpPr>
            <p:cNvPr id="193" name="그룹 192"/>
            <p:cNvGrpSpPr/>
            <p:nvPr/>
          </p:nvGrpSpPr>
          <p:grpSpPr>
            <a:xfrm>
              <a:off x="5514200" y="1778786"/>
              <a:ext cx="934768" cy="307777"/>
              <a:chOff x="5514200" y="1778786"/>
              <a:chExt cx="934768" cy="307777"/>
            </a:xfrm>
          </p:grpSpPr>
          <p:sp>
            <p:nvSpPr>
              <p:cNvPr id="198" name="TextBox 197"/>
              <p:cNvSpPr txBox="1"/>
              <p:nvPr/>
            </p:nvSpPr>
            <p:spPr>
              <a:xfrm>
                <a:off x="6263020" y="1845762"/>
                <a:ext cx="185948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 anchorCtr="0">
                <a:spAutoFit/>
                <a:scene3d>
                  <a:camera prst="orthographicFront"/>
                  <a:lightRig rig="threePt" dir="t"/>
                </a:scene3d>
                <a:sp3d>
                  <a:bevelT w="1270"/>
                </a:sp3d>
              </a:bodyPr>
              <a:lstStyle/>
              <a:p>
                <a:pPr latinLnBrk="0">
                  <a:spcAft>
                    <a:spcPts val="400"/>
                  </a:spcAft>
                </a:pPr>
                <a:r>
                  <a:rPr lang="en-US" altLang="ko-KR" sz="1400" spc="-50" dirty="0">
                    <a:latin typeface="Rix고딕 L" panose="02020603020101020101" pitchFamily="18" charset="-127"/>
                    <a:ea typeface="Rix고딕 L" panose="02020603020101020101" pitchFamily="18" charset="-127"/>
                  </a:rPr>
                  <a:t>PL</a:t>
                </a:r>
                <a:endParaRPr lang="ko-KR" altLang="en-US" sz="1400" spc="-50" dirty="0">
                  <a:latin typeface="Rix고딕 L" panose="02020603020101020101" pitchFamily="18" charset="-127"/>
                  <a:ea typeface="Rix고딕 L" panose="02020603020101020101" pitchFamily="18" charset="-127"/>
                </a:endParaRPr>
              </a:p>
            </p:txBody>
          </p:sp>
          <p:sp>
            <p:nvSpPr>
              <p:cNvPr id="199" name="TextBox 198"/>
              <p:cNvSpPr txBox="1"/>
              <p:nvPr/>
            </p:nvSpPr>
            <p:spPr>
              <a:xfrm>
                <a:off x="5514200" y="1778786"/>
                <a:ext cx="692497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 anchorCtr="0">
                <a:spAutoFit/>
                <a:scene3d>
                  <a:camera prst="orthographicFront"/>
                  <a:lightRig rig="threePt" dir="t"/>
                </a:scene3d>
                <a:sp3d>
                  <a:bevelT w="1270"/>
                </a:sp3d>
              </a:bodyPr>
              <a:lstStyle/>
              <a:p>
                <a:pPr defTabSz="762000" eaLnBrk="0" latinLnBrk="0" hangingPunct="0">
                  <a:tabLst>
                    <a:tab pos="5648325" algn="l"/>
                  </a:tabLst>
                  <a:defRPr/>
                </a:pPr>
                <a:r>
                  <a:rPr lang="ko-KR" altLang="en-US" dirty="0" smtClean="0">
                    <a:latin typeface="Rix고딕 EB" panose="02020603020101020101" pitchFamily="18" charset="-127"/>
                    <a:ea typeface="Rix고딕 EB" panose="02020603020101020101" pitchFamily="18" charset="-127"/>
                  </a:rPr>
                  <a:t>송지훈</a:t>
                </a:r>
                <a:endParaRPr lang="en-US" altLang="ko-KR" spc="-100" dirty="0">
                  <a:ln w="11430">
                    <a:noFill/>
                  </a:ln>
                  <a:latin typeface="Rix고딕 EB" panose="02020603020101020101" pitchFamily="18" charset="-127"/>
                  <a:ea typeface="Rix고딕 EB" panose="02020603020101020101" pitchFamily="18" charset="-127"/>
                  <a:cs typeface="Arial" pitchFamily="34" charset="0"/>
                </a:endParaRPr>
              </a:p>
            </p:txBody>
          </p:sp>
        </p:grpSp>
        <p:grpSp>
          <p:nvGrpSpPr>
            <p:cNvPr id="194" name="그룹 193"/>
            <p:cNvGrpSpPr/>
            <p:nvPr/>
          </p:nvGrpSpPr>
          <p:grpSpPr>
            <a:xfrm>
              <a:off x="6657339" y="1788311"/>
              <a:ext cx="3670337" cy="367967"/>
              <a:chOff x="6657339" y="1788311"/>
              <a:chExt cx="3670337" cy="367967"/>
            </a:xfrm>
          </p:grpSpPr>
          <p:sp>
            <p:nvSpPr>
              <p:cNvPr id="196" name="양쪽 모서리가 둥근 사각형 24"/>
              <p:cNvSpPr/>
              <p:nvPr/>
            </p:nvSpPr>
            <p:spPr>
              <a:xfrm>
                <a:off x="6657339" y="1788311"/>
                <a:ext cx="3670337" cy="367967"/>
              </a:xfrm>
              <a:prstGeom prst="rect">
                <a:avLst/>
              </a:prstGeom>
              <a:solidFill>
                <a:srgbClr val="1B91C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97" name="TextBox 196"/>
              <p:cNvSpPr txBox="1"/>
              <p:nvPr/>
            </p:nvSpPr>
            <p:spPr>
              <a:xfrm>
                <a:off x="6743700" y="1834123"/>
                <a:ext cx="3368040" cy="26161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  <a:scene3d>
                  <a:camera prst="orthographicFront"/>
                  <a:lightRig rig="threePt" dir="t"/>
                </a:scene3d>
                <a:sp3d>
                  <a:bevelT w="1270"/>
                </a:sp3d>
              </a:bodyPr>
              <a:lstStyle/>
              <a:p>
                <a:pPr algn="ctr" latinLnBrk="0">
                  <a:spcAft>
                    <a:spcPts val="400"/>
                  </a:spcAft>
                </a:pPr>
                <a:r>
                  <a:rPr lang="en-US" altLang="ko-KR" sz="1700" b="1" spc="-100" dirty="0">
                    <a:solidFill>
                      <a:schemeClr val="bg1"/>
                    </a:solidFill>
                    <a:latin typeface="Rix고딕 B" panose="02020603020101020101" pitchFamily="18" charset="-127"/>
                    <a:ea typeface="Rix고딕 B" panose="02020603020101020101" pitchFamily="18" charset="-127"/>
                  </a:rPr>
                  <a:t>Network </a:t>
                </a:r>
                <a:r>
                  <a:rPr lang="ko-KR" altLang="en-US" sz="1700" b="1" spc="-100" dirty="0">
                    <a:solidFill>
                      <a:schemeClr val="bg1"/>
                    </a:solidFill>
                    <a:latin typeface="Rix고딕 B" panose="02020603020101020101" pitchFamily="18" charset="-127"/>
                    <a:ea typeface="Rix고딕 B" panose="02020603020101020101" pitchFamily="18" charset="-127"/>
                  </a:rPr>
                  <a:t>전문가</a:t>
                </a:r>
              </a:p>
            </p:txBody>
          </p:sp>
        </p:grpSp>
        <p:cxnSp>
          <p:nvCxnSpPr>
            <p:cNvPr id="195" name="직선 연결선 194"/>
            <p:cNvCxnSpPr/>
            <p:nvPr/>
          </p:nvCxnSpPr>
          <p:spPr>
            <a:xfrm>
              <a:off x="5504061" y="2146753"/>
              <a:ext cx="4669170" cy="0"/>
            </a:xfrm>
            <a:prstGeom prst="line">
              <a:avLst/>
            </a:prstGeom>
            <a:ln w="15875">
              <a:solidFill>
                <a:schemeClr val="tx1">
                  <a:lumMod val="50000"/>
                  <a:lumOff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00" name="TextBox 199"/>
          <p:cNvSpPr txBox="1"/>
          <p:nvPr/>
        </p:nvSpPr>
        <p:spPr>
          <a:xfrm>
            <a:off x="6508934" y="2184793"/>
            <a:ext cx="2717229" cy="94795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  <a:scene3d>
              <a:camera prst="orthographicFront"/>
              <a:lightRig rig="threePt" dir="t"/>
            </a:scene3d>
            <a:sp3d>
              <a:bevelT w="1270"/>
            </a:sp3d>
          </a:bodyPr>
          <a:lstStyle/>
          <a:p>
            <a:pPr marL="108000" indent="-108000">
              <a:buFont typeface="Arial" panose="020B0604020202020204" pitchFamily="34" charset="0"/>
              <a:buChar char="•"/>
            </a:pPr>
            <a:r>
              <a:rPr lang="en-US" altLang="ko-KR" sz="140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Rix고딕 M" panose="02020603020101020101" pitchFamily="18" charset="-127"/>
                <a:ea typeface="Rix고딕 M" panose="02020603020101020101" pitchFamily="18" charset="-127"/>
              </a:rPr>
              <a:t>CCIE</a:t>
            </a:r>
          </a:p>
          <a:p>
            <a:pPr marL="108000" indent="-108000">
              <a:buFont typeface="Arial" panose="020B0604020202020204" pitchFamily="34" charset="0"/>
              <a:buChar char="•"/>
            </a:pPr>
            <a:r>
              <a:rPr lang="ko-KR" altLang="en-US" sz="140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Rix고딕 M" panose="02020603020101020101" pitchFamily="18" charset="-127"/>
                <a:ea typeface="Rix고딕 M" panose="02020603020101020101" pitchFamily="18" charset="-127"/>
              </a:rPr>
              <a:t>국가정보통신망 구축</a:t>
            </a:r>
          </a:p>
          <a:p>
            <a:pPr marL="108000" indent="-108000">
              <a:buFont typeface="Arial" panose="020B0604020202020204" pitchFamily="34" charset="0"/>
              <a:buChar char="•"/>
            </a:pPr>
            <a:r>
              <a:rPr lang="ko-KR" altLang="en-US" sz="140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Rix고딕 M" panose="02020603020101020101" pitchFamily="18" charset="-127"/>
                <a:ea typeface="Rix고딕 M" panose="02020603020101020101" pitchFamily="18" charset="-127"/>
              </a:rPr>
              <a:t>통합전산센터 백본 구축</a:t>
            </a:r>
            <a:r>
              <a:rPr lang="en-US" altLang="ko-KR" sz="140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Rix고딕 M" panose="02020603020101020101" pitchFamily="18" charset="-127"/>
                <a:ea typeface="Rix고딕 M" panose="02020603020101020101" pitchFamily="18" charset="-127"/>
              </a:rPr>
              <a:t>/</a:t>
            </a:r>
            <a:r>
              <a:rPr lang="ko-KR" altLang="en-US" sz="140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Rix고딕 M" panose="02020603020101020101" pitchFamily="18" charset="-127"/>
                <a:ea typeface="Rix고딕 M" panose="02020603020101020101" pitchFamily="18" charset="-127"/>
              </a:rPr>
              <a:t>운영</a:t>
            </a:r>
          </a:p>
          <a:p>
            <a:pPr marL="108000" indent="-108000">
              <a:buFont typeface="Arial" panose="020B0604020202020204" pitchFamily="34" charset="0"/>
              <a:buChar char="•"/>
            </a:pPr>
            <a:r>
              <a:rPr lang="ko-KR" altLang="en-US" sz="140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Rix고딕 M" panose="02020603020101020101" pitchFamily="18" charset="-127"/>
                <a:ea typeface="Rix고딕 M" panose="02020603020101020101" pitchFamily="18" charset="-127"/>
              </a:rPr>
              <a:t>다수 공공 기관 네트워크 구축</a:t>
            </a:r>
          </a:p>
        </p:txBody>
      </p:sp>
      <p:grpSp>
        <p:nvGrpSpPr>
          <p:cNvPr id="201" name="그룹 200"/>
          <p:cNvGrpSpPr/>
          <p:nvPr/>
        </p:nvGrpSpPr>
        <p:grpSpPr>
          <a:xfrm>
            <a:off x="9231256" y="2015497"/>
            <a:ext cx="1385973" cy="1215610"/>
            <a:chOff x="12280900" y="3547361"/>
            <a:chExt cx="791533" cy="729333"/>
          </a:xfrm>
        </p:grpSpPr>
        <p:pic>
          <p:nvPicPr>
            <p:cNvPr id="202" name="Picture 2" descr="G:\work\다원아이씨티\한국정보화진흥원\슬라이드8-09.png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12280900" y="3547361"/>
              <a:ext cx="788592" cy="729333"/>
            </a:xfrm>
            <a:prstGeom prst="rect">
              <a:avLst/>
            </a:prstGeom>
            <a:noFill/>
            <a:ln>
              <a:noFill/>
            </a:ln>
            <a:effectLst>
              <a:innerShdw blurRad="114300">
                <a:prstClr val="black">
                  <a:alpha val="72000"/>
                </a:prstClr>
              </a:innerShdw>
            </a:effectLst>
          </p:spPr>
        </p:pic>
        <p:sp>
          <p:nvSpPr>
            <p:cNvPr id="203" name="TextBox 202"/>
            <p:cNvSpPr txBox="1"/>
            <p:nvPr/>
          </p:nvSpPr>
          <p:spPr>
            <a:xfrm>
              <a:off x="12283841" y="4104805"/>
              <a:ext cx="788592" cy="162499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spAutoFit/>
            </a:bodyPr>
            <a:lstStyle/>
            <a:p>
              <a:pPr algn="ctr">
                <a:defRPr/>
              </a:pPr>
              <a:r>
                <a:rPr lang="en-US" altLang="ko-KR" sz="1600" spc="-150" dirty="0">
                  <a:solidFill>
                    <a:schemeClr val="bg1"/>
                  </a:solidFill>
                  <a:latin typeface="Rix고딕 B" pitchFamily="18" charset="-127"/>
                  <a:ea typeface="Rix고딕 B" pitchFamily="18" charset="-127"/>
                </a:rPr>
                <a:t>1</a:t>
              </a:r>
              <a:r>
                <a:rPr lang="en-US" altLang="ko-KR" sz="1600" spc="-150" dirty="0" smtClean="0">
                  <a:solidFill>
                    <a:schemeClr val="bg1"/>
                  </a:solidFill>
                  <a:latin typeface="Rix고딕 B" pitchFamily="18" charset="-127"/>
                  <a:ea typeface="Rix고딕 B" pitchFamily="18" charset="-127"/>
                </a:rPr>
                <a:t>7</a:t>
              </a:r>
              <a:r>
                <a:rPr lang="ko-KR" altLang="en-US" sz="1600" spc="-150" dirty="0" smtClean="0">
                  <a:solidFill>
                    <a:schemeClr val="bg1"/>
                  </a:solidFill>
                  <a:latin typeface="Rix고딕 B" pitchFamily="18" charset="-127"/>
                  <a:ea typeface="Rix고딕 B" pitchFamily="18" charset="-127"/>
                </a:rPr>
                <a:t>년</a:t>
              </a:r>
              <a:endParaRPr lang="en-US" altLang="ko-KR" sz="1600" spc="-150" dirty="0">
                <a:solidFill>
                  <a:schemeClr val="bg1"/>
                </a:solidFill>
                <a:latin typeface="Rix고딕 B" pitchFamily="18" charset="-127"/>
                <a:ea typeface="Rix고딕 B" pitchFamily="18" charset="-127"/>
              </a:endParaRPr>
            </a:p>
          </p:txBody>
        </p:sp>
      </p:grpSp>
      <p:grpSp>
        <p:nvGrpSpPr>
          <p:cNvPr id="204" name="그룹 203"/>
          <p:cNvGrpSpPr/>
          <p:nvPr/>
        </p:nvGrpSpPr>
        <p:grpSpPr>
          <a:xfrm>
            <a:off x="5491715" y="3368605"/>
            <a:ext cx="5120364" cy="415241"/>
            <a:chOff x="5504061" y="3348458"/>
            <a:chExt cx="4823615" cy="377492"/>
          </a:xfrm>
        </p:grpSpPr>
        <p:grpSp>
          <p:nvGrpSpPr>
            <p:cNvPr id="205" name="그룹 204"/>
            <p:cNvGrpSpPr/>
            <p:nvPr/>
          </p:nvGrpSpPr>
          <p:grpSpPr>
            <a:xfrm>
              <a:off x="5514200" y="3348458"/>
              <a:ext cx="934768" cy="307777"/>
              <a:chOff x="5514200" y="3348458"/>
              <a:chExt cx="934768" cy="307777"/>
            </a:xfrm>
          </p:grpSpPr>
          <p:sp>
            <p:nvSpPr>
              <p:cNvPr id="210" name="TextBox 209"/>
              <p:cNvSpPr txBox="1"/>
              <p:nvPr/>
            </p:nvSpPr>
            <p:spPr>
              <a:xfrm>
                <a:off x="6263020" y="3415434"/>
                <a:ext cx="185948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 anchorCtr="0">
                <a:spAutoFit/>
                <a:scene3d>
                  <a:camera prst="orthographicFront"/>
                  <a:lightRig rig="threePt" dir="t"/>
                </a:scene3d>
                <a:sp3d>
                  <a:bevelT w="1270"/>
                </a:sp3d>
              </a:bodyPr>
              <a:lstStyle/>
              <a:p>
                <a:pPr latinLnBrk="0">
                  <a:spcAft>
                    <a:spcPts val="400"/>
                  </a:spcAft>
                </a:pPr>
                <a:r>
                  <a:rPr lang="en-US" altLang="ko-KR" sz="1400" spc="-50" dirty="0">
                    <a:latin typeface="Rix고딕 L" panose="02020603020101020101" pitchFamily="18" charset="-127"/>
                    <a:ea typeface="Rix고딕 L" panose="02020603020101020101" pitchFamily="18" charset="-127"/>
                  </a:rPr>
                  <a:t>PL</a:t>
                </a:r>
                <a:endParaRPr lang="ko-KR" altLang="en-US" sz="1400" spc="-50" dirty="0">
                  <a:latin typeface="Rix고딕 L" panose="02020603020101020101" pitchFamily="18" charset="-127"/>
                  <a:ea typeface="Rix고딕 L" panose="02020603020101020101" pitchFamily="18" charset="-127"/>
                </a:endParaRPr>
              </a:p>
            </p:txBody>
          </p:sp>
          <p:sp>
            <p:nvSpPr>
              <p:cNvPr id="211" name="TextBox 210"/>
              <p:cNvSpPr txBox="1"/>
              <p:nvPr/>
            </p:nvSpPr>
            <p:spPr>
              <a:xfrm>
                <a:off x="5514200" y="3348458"/>
                <a:ext cx="692497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 anchorCtr="0">
                <a:spAutoFit/>
                <a:scene3d>
                  <a:camera prst="orthographicFront"/>
                  <a:lightRig rig="threePt" dir="t"/>
                </a:scene3d>
                <a:sp3d>
                  <a:bevelT w="1270"/>
                </a:sp3d>
              </a:bodyPr>
              <a:lstStyle/>
              <a:p>
                <a:pPr defTabSz="762000" eaLnBrk="0" latinLnBrk="0" hangingPunct="0">
                  <a:tabLst>
                    <a:tab pos="5648325" algn="l"/>
                  </a:tabLst>
                  <a:defRPr/>
                </a:pPr>
                <a:r>
                  <a:rPr lang="ko-KR" altLang="en-US" dirty="0" smtClean="0">
                    <a:latin typeface="Rix고딕 EB" panose="02020603020101020101" pitchFamily="18" charset="-127"/>
                    <a:ea typeface="Rix고딕 EB" panose="02020603020101020101" pitchFamily="18" charset="-127"/>
                  </a:rPr>
                  <a:t>이인성</a:t>
                </a:r>
                <a:endParaRPr lang="en-US" altLang="ko-KR" spc="-100" dirty="0">
                  <a:ln w="11430">
                    <a:noFill/>
                  </a:ln>
                  <a:latin typeface="Rix고딕 EB" panose="02020603020101020101" pitchFamily="18" charset="-127"/>
                  <a:ea typeface="Rix고딕 EB" panose="02020603020101020101" pitchFamily="18" charset="-127"/>
                  <a:cs typeface="Arial" pitchFamily="34" charset="0"/>
                </a:endParaRPr>
              </a:p>
            </p:txBody>
          </p:sp>
        </p:grpSp>
        <p:grpSp>
          <p:nvGrpSpPr>
            <p:cNvPr id="206" name="그룹 205"/>
            <p:cNvGrpSpPr/>
            <p:nvPr/>
          </p:nvGrpSpPr>
          <p:grpSpPr>
            <a:xfrm>
              <a:off x="6657339" y="3357983"/>
              <a:ext cx="3670337" cy="367967"/>
              <a:chOff x="6657339" y="3357983"/>
              <a:chExt cx="3670337" cy="367967"/>
            </a:xfrm>
          </p:grpSpPr>
          <p:sp>
            <p:nvSpPr>
              <p:cNvPr id="208" name="양쪽 모서리가 둥근 사각형 24"/>
              <p:cNvSpPr/>
              <p:nvPr/>
            </p:nvSpPr>
            <p:spPr>
              <a:xfrm>
                <a:off x="6657339" y="3357983"/>
                <a:ext cx="3670337" cy="367967"/>
              </a:xfrm>
              <a:prstGeom prst="rect">
                <a:avLst/>
              </a:prstGeom>
              <a:solidFill>
                <a:srgbClr val="1B91C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209" name="TextBox 208"/>
              <p:cNvSpPr txBox="1"/>
              <p:nvPr/>
            </p:nvSpPr>
            <p:spPr>
              <a:xfrm>
                <a:off x="6743700" y="3403795"/>
                <a:ext cx="3368040" cy="26161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  <a:scene3d>
                  <a:camera prst="orthographicFront"/>
                  <a:lightRig rig="threePt" dir="t"/>
                </a:scene3d>
                <a:sp3d>
                  <a:bevelT w="1270"/>
                </a:sp3d>
              </a:bodyPr>
              <a:lstStyle/>
              <a:p>
                <a:pPr algn="ctr" latinLnBrk="0">
                  <a:spcAft>
                    <a:spcPts val="400"/>
                  </a:spcAft>
                </a:pPr>
                <a:r>
                  <a:rPr lang="en-US" altLang="ko-KR" sz="1700" b="1" spc="-100" dirty="0">
                    <a:solidFill>
                      <a:schemeClr val="bg1"/>
                    </a:solidFill>
                    <a:latin typeface="Rix고딕 B" panose="02020603020101020101" pitchFamily="18" charset="-127"/>
                    <a:ea typeface="Rix고딕 B" panose="02020603020101020101" pitchFamily="18" charset="-127"/>
                  </a:rPr>
                  <a:t>BMT/</a:t>
                </a:r>
                <a:r>
                  <a:rPr lang="ko-KR" altLang="en-US" sz="1700" b="1" spc="-100" dirty="0">
                    <a:solidFill>
                      <a:schemeClr val="bg1"/>
                    </a:solidFill>
                    <a:latin typeface="Rix고딕 B" panose="02020603020101020101" pitchFamily="18" charset="-127"/>
                    <a:ea typeface="Rix고딕 B" panose="02020603020101020101" pitchFamily="18" charset="-127"/>
                  </a:rPr>
                  <a:t>가상화 전문가</a:t>
                </a:r>
              </a:p>
            </p:txBody>
          </p:sp>
        </p:grpSp>
        <p:cxnSp>
          <p:nvCxnSpPr>
            <p:cNvPr id="207" name="직선 연결선 206"/>
            <p:cNvCxnSpPr/>
            <p:nvPr/>
          </p:nvCxnSpPr>
          <p:spPr>
            <a:xfrm>
              <a:off x="5504061" y="3716425"/>
              <a:ext cx="4669170" cy="0"/>
            </a:xfrm>
            <a:prstGeom prst="line">
              <a:avLst/>
            </a:prstGeom>
            <a:ln w="15875">
              <a:solidFill>
                <a:schemeClr val="tx1">
                  <a:lumMod val="50000"/>
                  <a:lumOff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2" name="TextBox 211"/>
          <p:cNvSpPr txBox="1"/>
          <p:nvPr/>
        </p:nvSpPr>
        <p:spPr>
          <a:xfrm>
            <a:off x="6508934" y="3910051"/>
            <a:ext cx="2717229" cy="64633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  <a:scene3d>
              <a:camera prst="orthographicFront"/>
              <a:lightRig rig="threePt" dir="t"/>
            </a:scene3d>
            <a:sp3d>
              <a:bevelT w="1270"/>
            </a:sp3d>
          </a:bodyPr>
          <a:lstStyle/>
          <a:p>
            <a:pPr marL="108000" indent="-108000">
              <a:buFont typeface="Arial" panose="020B0604020202020204" pitchFamily="34" charset="0"/>
              <a:buChar char="•"/>
            </a:pPr>
            <a:r>
              <a:rPr lang="ko-KR" altLang="en-US" sz="1400" spc="-1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Rix고딕 M" panose="02020603020101020101" pitchFamily="18" charset="-127"/>
                <a:ea typeface="Rix고딕 M" panose="02020603020101020101" pitchFamily="18" charset="-127"/>
              </a:rPr>
              <a:t>대규모 </a:t>
            </a:r>
            <a:r>
              <a:rPr lang="en-US" altLang="ko-KR" sz="1400" spc="-1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Rix고딕 M" panose="02020603020101020101" pitchFamily="18" charset="-127"/>
                <a:ea typeface="Rix고딕 M" panose="02020603020101020101" pitchFamily="18" charset="-127"/>
              </a:rPr>
              <a:t>Telco  </a:t>
            </a:r>
            <a:r>
              <a:rPr lang="ko-KR" altLang="en-US" sz="1400" spc="-1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Rix고딕 M" panose="02020603020101020101" pitchFamily="18" charset="-127"/>
                <a:ea typeface="Rix고딕 M" panose="02020603020101020101" pitchFamily="18" charset="-127"/>
              </a:rPr>
              <a:t>네트워크 </a:t>
            </a:r>
            <a:r>
              <a:rPr lang="ko-KR" altLang="en-US" sz="140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Rix고딕 M" panose="02020603020101020101" pitchFamily="18" charset="-127"/>
                <a:ea typeface="Rix고딕 M" panose="02020603020101020101" pitchFamily="18" charset="-127"/>
              </a:rPr>
              <a:t>구축</a:t>
            </a:r>
          </a:p>
          <a:p>
            <a:pPr marL="108000" indent="-108000">
              <a:buFont typeface="Arial" panose="020B0604020202020204" pitchFamily="34" charset="0"/>
              <a:buChar char="•"/>
            </a:pPr>
            <a:r>
              <a:rPr lang="ko-KR" altLang="en-US" sz="140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Rix고딕 M" panose="02020603020101020101" pitchFamily="18" charset="-127"/>
                <a:ea typeface="Rix고딕 M" panose="02020603020101020101" pitchFamily="18" charset="-127"/>
              </a:rPr>
              <a:t>다수 시험</a:t>
            </a:r>
            <a:r>
              <a:rPr lang="en-US" altLang="ko-KR" sz="140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Rix고딕 M" panose="02020603020101020101" pitchFamily="18" charset="-127"/>
                <a:ea typeface="Rix고딕 M" panose="02020603020101020101" pitchFamily="18" charset="-127"/>
              </a:rPr>
              <a:t>/</a:t>
            </a:r>
            <a:r>
              <a:rPr lang="ko-KR" altLang="en-US" sz="140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Rix고딕 M" panose="02020603020101020101" pitchFamily="18" charset="-127"/>
                <a:ea typeface="Rix고딕 M" panose="02020603020101020101" pitchFamily="18" charset="-127"/>
              </a:rPr>
              <a:t>검증</a:t>
            </a:r>
            <a:r>
              <a:rPr lang="en-US" altLang="ko-KR" sz="140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Rix고딕 M" panose="02020603020101020101" pitchFamily="18" charset="-127"/>
                <a:ea typeface="Rix고딕 M" panose="02020603020101020101" pitchFamily="18" charset="-127"/>
              </a:rPr>
              <a:t>(BMT) PM</a:t>
            </a:r>
          </a:p>
          <a:p>
            <a:pPr marL="108000" indent="-108000">
              <a:buFont typeface="Arial" panose="020B0604020202020204" pitchFamily="34" charset="0"/>
              <a:buChar char="•"/>
            </a:pPr>
            <a:r>
              <a:rPr lang="ko-KR" altLang="en-US" sz="140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Rix고딕 M" panose="02020603020101020101" pitchFamily="18" charset="-127"/>
                <a:ea typeface="Rix고딕 M" panose="02020603020101020101" pitchFamily="18" charset="-127"/>
              </a:rPr>
              <a:t>다수 민간 기관 네트워크 구축</a:t>
            </a:r>
          </a:p>
        </p:txBody>
      </p:sp>
      <p:grpSp>
        <p:nvGrpSpPr>
          <p:cNvPr id="213" name="그룹 212"/>
          <p:cNvGrpSpPr/>
          <p:nvPr/>
        </p:nvGrpSpPr>
        <p:grpSpPr>
          <a:xfrm>
            <a:off x="9231256" y="3503343"/>
            <a:ext cx="1385973" cy="1215610"/>
            <a:chOff x="12280900" y="3547361"/>
            <a:chExt cx="791533" cy="729333"/>
          </a:xfrm>
        </p:grpSpPr>
        <p:pic>
          <p:nvPicPr>
            <p:cNvPr id="214" name="Picture 2" descr="G:\work\다원아이씨티\한국정보화진흥원\슬라이드8-09.png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12280900" y="3547361"/>
              <a:ext cx="788592" cy="729333"/>
            </a:xfrm>
            <a:prstGeom prst="rect">
              <a:avLst/>
            </a:prstGeom>
            <a:noFill/>
            <a:ln>
              <a:noFill/>
            </a:ln>
            <a:effectLst>
              <a:innerShdw blurRad="114300">
                <a:prstClr val="black">
                  <a:alpha val="72000"/>
                </a:prstClr>
              </a:innerShdw>
            </a:effectLst>
          </p:spPr>
        </p:pic>
        <p:sp>
          <p:nvSpPr>
            <p:cNvPr id="215" name="TextBox 214"/>
            <p:cNvSpPr txBox="1"/>
            <p:nvPr/>
          </p:nvSpPr>
          <p:spPr>
            <a:xfrm>
              <a:off x="12283841" y="4104805"/>
              <a:ext cx="788592" cy="162499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spAutoFit/>
            </a:bodyPr>
            <a:lstStyle/>
            <a:p>
              <a:pPr algn="ctr">
                <a:defRPr/>
              </a:pPr>
              <a:r>
                <a:rPr lang="en-US" altLang="ko-KR" sz="1600" spc="-150" dirty="0" smtClean="0">
                  <a:solidFill>
                    <a:schemeClr val="bg1"/>
                  </a:solidFill>
                  <a:latin typeface="Rix고딕 B" pitchFamily="18" charset="-127"/>
                  <a:ea typeface="Rix고딕 B" pitchFamily="18" charset="-127"/>
                </a:rPr>
                <a:t>1</a:t>
              </a:r>
              <a:r>
                <a:rPr lang="en-US" altLang="ko-KR" sz="1600" spc="-150" dirty="0">
                  <a:solidFill>
                    <a:schemeClr val="bg1"/>
                  </a:solidFill>
                  <a:latin typeface="Rix고딕 B" pitchFamily="18" charset="-127"/>
                  <a:ea typeface="Rix고딕 B" pitchFamily="18" charset="-127"/>
                </a:rPr>
                <a:t>5</a:t>
              </a:r>
              <a:r>
                <a:rPr lang="ko-KR" altLang="en-US" sz="1600" spc="-150" dirty="0" smtClean="0">
                  <a:solidFill>
                    <a:schemeClr val="bg1"/>
                  </a:solidFill>
                  <a:latin typeface="Rix고딕 B" pitchFamily="18" charset="-127"/>
                  <a:ea typeface="Rix고딕 B" pitchFamily="18" charset="-127"/>
                </a:rPr>
                <a:t>년</a:t>
              </a:r>
              <a:endParaRPr lang="en-US" altLang="ko-KR" sz="1600" spc="-150" dirty="0">
                <a:solidFill>
                  <a:schemeClr val="bg1"/>
                </a:solidFill>
                <a:latin typeface="Rix고딕 B" pitchFamily="18" charset="-127"/>
                <a:ea typeface="Rix고딕 B" pitchFamily="18" charset="-127"/>
              </a:endParaRPr>
            </a:p>
          </p:txBody>
        </p:sp>
      </p:grpSp>
      <p:sp>
        <p:nvSpPr>
          <p:cNvPr id="216" name="오각형 215"/>
          <p:cNvSpPr/>
          <p:nvPr/>
        </p:nvSpPr>
        <p:spPr>
          <a:xfrm>
            <a:off x="5462183" y="3229513"/>
            <a:ext cx="5149897" cy="50291"/>
          </a:xfrm>
          <a:prstGeom prst="homePlate">
            <a:avLst>
              <a:gd name="adj" fmla="val 0"/>
            </a:avLst>
          </a:prstGeom>
          <a:solidFill>
            <a:srgbClr val="259DBB"/>
          </a:solidFill>
          <a:ln w="12700">
            <a:noFill/>
          </a:ln>
          <a:effectLst>
            <a:innerShdw blurRad="114300">
              <a:schemeClr val="tx1">
                <a:lumMod val="50000"/>
                <a:lumOff val="5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threePt" dir="t"/>
            </a:scene3d>
            <a:sp3d>
              <a:bevelT w="1270"/>
            </a:sp3d>
          </a:bodyPr>
          <a:lstStyle/>
          <a:p>
            <a:pPr marL="0" lvl="1" indent="-142863" algn="ctr" defTabSz="957263">
              <a:lnSpc>
                <a:spcPct val="110000"/>
              </a:lnSpc>
              <a:buClr>
                <a:sysClr val="windowText" lastClr="000000"/>
              </a:buClr>
              <a:buSzPct val="90000"/>
              <a:tabLst>
                <a:tab pos="5647876" algn="l"/>
              </a:tabLst>
              <a:defRPr/>
            </a:pPr>
            <a:endParaRPr lang="ko-KR" altLang="en-US" sz="1300" dirty="0" smtClean="0">
              <a:solidFill>
                <a:schemeClr val="tx1">
                  <a:lumMod val="75000"/>
                  <a:lumOff val="25000"/>
                </a:schemeClr>
              </a:solidFill>
              <a:latin typeface="나눔고딕 ExtraBold" pitchFamily="50" charset="-127"/>
              <a:ea typeface="나눔고딕 ExtraBold" pitchFamily="50" charset="-127"/>
            </a:endParaRPr>
          </a:p>
        </p:txBody>
      </p:sp>
      <p:sp>
        <p:nvSpPr>
          <p:cNvPr id="217" name="오각형 216"/>
          <p:cNvSpPr/>
          <p:nvPr/>
        </p:nvSpPr>
        <p:spPr>
          <a:xfrm>
            <a:off x="5462183" y="4718318"/>
            <a:ext cx="5149897" cy="50291"/>
          </a:xfrm>
          <a:prstGeom prst="homePlate">
            <a:avLst>
              <a:gd name="adj" fmla="val 0"/>
            </a:avLst>
          </a:prstGeom>
          <a:solidFill>
            <a:srgbClr val="259DBB"/>
          </a:solidFill>
          <a:ln w="12700">
            <a:noFill/>
          </a:ln>
          <a:effectLst>
            <a:innerShdw blurRad="114300">
              <a:schemeClr val="tx1">
                <a:lumMod val="50000"/>
                <a:lumOff val="5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threePt" dir="t"/>
            </a:scene3d>
            <a:sp3d>
              <a:bevelT w="1270"/>
            </a:sp3d>
          </a:bodyPr>
          <a:lstStyle/>
          <a:p>
            <a:pPr marL="0" lvl="1" indent="-142863" algn="ctr" defTabSz="957263">
              <a:lnSpc>
                <a:spcPct val="110000"/>
              </a:lnSpc>
              <a:buClr>
                <a:sysClr val="windowText" lastClr="000000"/>
              </a:buClr>
              <a:buSzPct val="90000"/>
              <a:tabLst>
                <a:tab pos="5647876" algn="l"/>
              </a:tabLst>
              <a:defRPr/>
            </a:pPr>
            <a:endParaRPr lang="ko-KR" altLang="en-US" sz="1300" dirty="0" smtClean="0">
              <a:solidFill>
                <a:schemeClr val="tx1">
                  <a:lumMod val="75000"/>
                  <a:lumOff val="25000"/>
                </a:schemeClr>
              </a:solidFill>
              <a:latin typeface="나눔고딕 ExtraBold" pitchFamily="50" charset="-127"/>
              <a:ea typeface="나눔고딕 ExtraBold" pitchFamily="50" charset="-127"/>
            </a:endParaRPr>
          </a:p>
        </p:txBody>
      </p:sp>
      <p:sp>
        <p:nvSpPr>
          <p:cNvPr id="218" name="오각형 217"/>
          <p:cNvSpPr/>
          <p:nvPr/>
        </p:nvSpPr>
        <p:spPr>
          <a:xfrm>
            <a:off x="5462183" y="6201932"/>
            <a:ext cx="5149897" cy="50291"/>
          </a:xfrm>
          <a:prstGeom prst="homePlate">
            <a:avLst>
              <a:gd name="adj" fmla="val 0"/>
            </a:avLst>
          </a:prstGeom>
          <a:solidFill>
            <a:srgbClr val="259DBB"/>
          </a:solidFill>
          <a:ln w="12700">
            <a:noFill/>
          </a:ln>
          <a:effectLst>
            <a:innerShdw blurRad="114300">
              <a:schemeClr val="tx1">
                <a:lumMod val="50000"/>
                <a:lumOff val="5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threePt" dir="t"/>
            </a:scene3d>
            <a:sp3d>
              <a:bevelT w="1270"/>
            </a:sp3d>
          </a:bodyPr>
          <a:lstStyle/>
          <a:p>
            <a:pPr marL="0" lvl="1" indent="-142863" algn="ctr" defTabSz="957263">
              <a:lnSpc>
                <a:spcPct val="110000"/>
              </a:lnSpc>
              <a:buClr>
                <a:sysClr val="windowText" lastClr="000000"/>
              </a:buClr>
              <a:buSzPct val="90000"/>
              <a:tabLst>
                <a:tab pos="5647876" algn="l"/>
              </a:tabLst>
              <a:defRPr/>
            </a:pPr>
            <a:endParaRPr lang="ko-KR" altLang="en-US" sz="1300" dirty="0" smtClean="0">
              <a:solidFill>
                <a:schemeClr val="tx1">
                  <a:lumMod val="75000"/>
                  <a:lumOff val="25000"/>
                </a:schemeClr>
              </a:solidFill>
              <a:latin typeface="나눔고딕 ExtraBold" pitchFamily="50" charset="-127"/>
              <a:ea typeface="나눔고딕 ExtraBold" pitchFamily="50" charset="-127"/>
            </a:endParaRPr>
          </a:p>
        </p:txBody>
      </p:sp>
      <p:grpSp>
        <p:nvGrpSpPr>
          <p:cNvPr id="219" name="그룹 218"/>
          <p:cNvGrpSpPr/>
          <p:nvPr/>
        </p:nvGrpSpPr>
        <p:grpSpPr>
          <a:xfrm>
            <a:off x="5491715" y="4860682"/>
            <a:ext cx="5120364" cy="406778"/>
            <a:chOff x="5504061" y="4704892"/>
            <a:chExt cx="4823615" cy="369798"/>
          </a:xfrm>
        </p:grpSpPr>
        <p:grpSp>
          <p:nvGrpSpPr>
            <p:cNvPr id="220" name="그룹 219"/>
            <p:cNvGrpSpPr/>
            <p:nvPr/>
          </p:nvGrpSpPr>
          <p:grpSpPr>
            <a:xfrm>
              <a:off x="5514200" y="4704892"/>
              <a:ext cx="934768" cy="292388"/>
              <a:chOff x="5514200" y="4704892"/>
              <a:chExt cx="934768" cy="292388"/>
            </a:xfrm>
          </p:grpSpPr>
          <p:sp>
            <p:nvSpPr>
              <p:cNvPr id="225" name="TextBox 224"/>
              <p:cNvSpPr txBox="1"/>
              <p:nvPr/>
            </p:nvSpPr>
            <p:spPr>
              <a:xfrm>
                <a:off x="6263020" y="4764174"/>
                <a:ext cx="185948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 anchorCtr="0">
                <a:spAutoFit/>
                <a:scene3d>
                  <a:camera prst="orthographicFront"/>
                  <a:lightRig rig="threePt" dir="t"/>
                </a:scene3d>
                <a:sp3d>
                  <a:bevelT w="1270"/>
                </a:sp3d>
              </a:bodyPr>
              <a:lstStyle/>
              <a:p>
                <a:pPr latinLnBrk="0">
                  <a:spcAft>
                    <a:spcPts val="400"/>
                  </a:spcAft>
                </a:pPr>
                <a:r>
                  <a:rPr lang="en-US" altLang="ko-KR" sz="1400" spc="-50" dirty="0">
                    <a:latin typeface="Rix고딕 L" panose="02020603020101020101" pitchFamily="18" charset="-127"/>
                    <a:ea typeface="Rix고딕 L" panose="02020603020101020101" pitchFamily="18" charset="-127"/>
                  </a:rPr>
                  <a:t>PL</a:t>
                </a:r>
                <a:endParaRPr lang="ko-KR" altLang="en-US" sz="1400" spc="-50" dirty="0">
                  <a:latin typeface="Rix고딕 L" panose="02020603020101020101" pitchFamily="18" charset="-127"/>
                  <a:ea typeface="Rix고딕 L" panose="02020603020101020101" pitchFamily="18" charset="-127"/>
                </a:endParaRPr>
              </a:p>
            </p:txBody>
          </p:sp>
          <p:sp>
            <p:nvSpPr>
              <p:cNvPr id="226" name="TextBox 225"/>
              <p:cNvSpPr txBox="1"/>
              <p:nvPr/>
            </p:nvSpPr>
            <p:spPr>
              <a:xfrm>
                <a:off x="5514200" y="4704892"/>
                <a:ext cx="658835" cy="29238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 anchorCtr="0">
                <a:spAutoFit/>
                <a:scene3d>
                  <a:camera prst="orthographicFront"/>
                  <a:lightRig rig="threePt" dir="t"/>
                </a:scene3d>
                <a:sp3d>
                  <a:bevelT w="1270"/>
                </a:sp3d>
              </a:bodyPr>
              <a:lstStyle/>
              <a:p>
                <a:pPr defTabSz="762000" eaLnBrk="0" latinLnBrk="0" hangingPunct="0">
                  <a:tabLst>
                    <a:tab pos="5648325" algn="l"/>
                  </a:tabLst>
                  <a:defRPr/>
                </a:pPr>
                <a:r>
                  <a:rPr lang="ko-KR" altLang="en-US" dirty="0" smtClean="0">
                    <a:latin typeface="Rix고딕 EB" panose="02020603020101020101" pitchFamily="18" charset="-127"/>
                    <a:ea typeface="Rix고딕 EB" panose="02020603020101020101" pitchFamily="18" charset="-127"/>
                  </a:rPr>
                  <a:t>문남호</a:t>
                </a:r>
                <a:endParaRPr lang="en-US" altLang="ko-KR" spc="-100" dirty="0">
                  <a:ln w="11430">
                    <a:noFill/>
                  </a:ln>
                  <a:latin typeface="Rix고딕 EB" panose="02020603020101020101" pitchFamily="18" charset="-127"/>
                  <a:ea typeface="Rix고딕 EB" panose="02020603020101020101" pitchFamily="18" charset="-127"/>
                  <a:cs typeface="Arial" pitchFamily="34" charset="0"/>
                </a:endParaRPr>
              </a:p>
            </p:txBody>
          </p:sp>
        </p:grpSp>
        <p:grpSp>
          <p:nvGrpSpPr>
            <p:cNvPr id="221" name="그룹 220"/>
            <p:cNvGrpSpPr/>
            <p:nvPr/>
          </p:nvGrpSpPr>
          <p:grpSpPr>
            <a:xfrm>
              <a:off x="6657339" y="4706723"/>
              <a:ext cx="3670337" cy="367967"/>
              <a:chOff x="6657339" y="4706723"/>
              <a:chExt cx="3670337" cy="367967"/>
            </a:xfrm>
          </p:grpSpPr>
          <p:sp>
            <p:nvSpPr>
              <p:cNvPr id="223" name="양쪽 모서리가 둥근 사각형 24"/>
              <p:cNvSpPr/>
              <p:nvPr/>
            </p:nvSpPr>
            <p:spPr>
              <a:xfrm>
                <a:off x="6657339" y="4706723"/>
                <a:ext cx="3670337" cy="367967"/>
              </a:xfrm>
              <a:prstGeom prst="rect">
                <a:avLst/>
              </a:prstGeom>
              <a:solidFill>
                <a:srgbClr val="1B91C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224" name="TextBox 223"/>
              <p:cNvSpPr txBox="1"/>
              <p:nvPr/>
            </p:nvSpPr>
            <p:spPr>
              <a:xfrm>
                <a:off x="6743700" y="4752535"/>
                <a:ext cx="3368040" cy="26161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  <a:scene3d>
                  <a:camera prst="orthographicFront"/>
                  <a:lightRig rig="threePt" dir="t"/>
                </a:scene3d>
                <a:sp3d>
                  <a:bevelT w="1270"/>
                </a:sp3d>
              </a:bodyPr>
              <a:lstStyle/>
              <a:p>
                <a:pPr algn="ctr" latinLnBrk="0">
                  <a:spcAft>
                    <a:spcPts val="400"/>
                  </a:spcAft>
                </a:pPr>
                <a:r>
                  <a:rPr lang="ko-KR" altLang="en-US" sz="1700" b="1" spc="-100" dirty="0" smtClean="0">
                    <a:solidFill>
                      <a:schemeClr val="bg1"/>
                    </a:solidFill>
                    <a:latin typeface="Rix고딕 B" panose="02020603020101020101" pitchFamily="18" charset="-127"/>
                    <a:ea typeface="Rix고딕 B" panose="02020603020101020101" pitchFamily="18" charset="-127"/>
                  </a:rPr>
                  <a:t>영상시스템 구축 </a:t>
                </a:r>
                <a:r>
                  <a:rPr lang="ko-KR" altLang="en-US" sz="1700" b="1" spc="-100" dirty="0">
                    <a:solidFill>
                      <a:schemeClr val="bg1"/>
                    </a:solidFill>
                    <a:latin typeface="Rix고딕 B" panose="02020603020101020101" pitchFamily="18" charset="-127"/>
                    <a:ea typeface="Rix고딕 B" panose="02020603020101020101" pitchFamily="18" charset="-127"/>
                  </a:rPr>
                  <a:t>전문가</a:t>
                </a:r>
              </a:p>
            </p:txBody>
          </p:sp>
        </p:grpSp>
        <p:cxnSp>
          <p:nvCxnSpPr>
            <p:cNvPr id="222" name="직선 연결선 221"/>
            <p:cNvCxnSpPr/>
            <p:nvPr/>
          </p:nvCxnSpPr>
          <p:spPr>
            <a:xfrm>
              <a:off x="5504061" y="5065165"/>
              <a:ext cx="4669170" cy="0"/>
            </a:xfrm>
            <a:prstGeom prst="line">
              <a:avLst/>
            </a:prstGeom>
            <a:ln w="15875">
              <a:solidFill>
                <a:schemeClr val="tx1">
                  <a:lumMod val="50000"/>
                  <a:lumOff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27" name="TextBox 226"/>
          <p:cNvSpPr txBox="1"/>
          <p:nvPr/>
        </p:nvSpPr>
        <p:spPr>
          <a:xfrm>
            <a:off x="6508934" y="5393665"/>
            <a:ext cx="2998989" cy="47397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  <a:scene3d>
              <a:camera prst="orthographicFront"/>
              <a:lightRig rig="threePt" dir="t"/>
            </a:scene3d>
            <a:sp3d>
              <a:bevelT w="1270"/>
            </a:sp3d>
          </a:bodyPr>
          <a:lstStyle/>
          <a:p>
            <a:pPr marL="108000" indent="-108000">
              <a:buFont typeface="Arial" panose="020B0604020202020204" pitchFamily="34" charset="0"/>
              <a:buChar char="•"/>
            </a:pPr>
            <a:r>
              <a:rPr lang="ko-KR" altLang="en-US" sz="1400" spc="-1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Rix고딕 M" panose="02020603020101020101" pitchFamily="18" charset="-127"/>
                <a:ea typeface="Rix고딕 M" panose="02020603020101020101" pitchFamily="18" charset="-127"/>
              </a:rPr>
              <a:t>다수 군 상황실 영상장비 구축</a:t>
            </a:r>
            <a:endParaRPr lang="ko-KR" altLang="en-US" sz="1400" spc="-120" dirty="0">
              <a:solidFill>
                <a:schemeClr val="tx1">
                  <a:lumMod val="75000"/>
                  <a:lumOff val="25000"/>
                </a:schemeClr>
              </a:solidFill>
              <a:latin typeface="Rix고딕 M" panose="02020603020101020101" pitchFamily="18" charset="-127"/>
              <a:ea typeface="Rix고딕 M" panose="02020603020101020101" pitchFamily="18" charset="-127"/>
            </a:endParaRPr>
          </a:p>
          <a:p>
            <a:pPr marL="108000" indent="-108000">
              <a:buFont typeface="Arial" panose="020B0604020202020204" pitchFamily="34" charset="0"/>
              <a:buChar char="•"/>
            </a:pPr>
            <a:r>
              <a:rPr lang="ko-KR" altLang="en-US" sz="1400" spc="-1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Rix고딕 M" panose="02020603020101020101" pitchFamily="18" charset="-127"/>
                <a:ea typeface="Rix고딕 M" panose="02020603020101020101" pitchFamily="18" charset="-127"/>
              </a:rPr>
              <a:t>다수 공공 기관 상황실 시스템 구축</a:t>
            </a:r>
            <a:endParaRPr lang="en-US" altLang="ko-KR" sz="1400" spc="-100" dirty="0">
              <a:solidFill>
                <a:schemeClr val="tx1">
                  <a:lumMod val="75000"/>
                  <a:lumOff val="25000"/>
                </a:schemeClr>
              </a:solidFill>
              <a:latin typeface="Rix고딕 M" panose="02020603020101020101" pitchFamily="18" charset="-127"/>
              <a:ea typeface="Rix고딕 M" panose="02020603020101020101" pitchFamily="18" charset="-127"/>
            </a:endParaRPr>
          </a:p>
        </p:txBody>
      </p:sp>
      <p:grpSp>
        <p:nvGrpSpPr>
          <p:cNvPr id="228" name="그룹 227"/>
          <p:cNvGrpSpPr/>
          <p:nvPr/>
        </p:nvGrpSpPr>
        <p:grpSpPr>
          <a:xfrm>
            <a:off x="9231256" y="4986957"/>
            <a:ext cx="1385973" cy="1215610"/>
            <a:chOff x="12280900" y="3547361"/>
            <a:chExt cx="791533" cy="729333"/>
          </a:xfrm>
        </p:grpSpPr>
        <p:pic>
          <p:nvPicPr>
            <p:cNvPr id="229" name="Picture 2" descr="G:\work\다원아이씨티\한국정보화진흥원\슬라이드8-09.png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12280900" y="3547361"/>
              <a:ext cx="788592" cy="729333"/>
            </a:xfrm>
            <a:prstGeom prst="rect">
              <a:avLst/>
            </a:prstGeom>
            <a:noFill/>
            <a:ln>
              <a:noFill/>
            </a:ln>
            <a:effectLst>
              <a:innerShdw blurRad="114300">
                <a:prstClr val="black">
                  <a:alpha val="72000"/>
                </a:prstClr>
              </a:innerShdw>
            </a:effectLst>
          </p:spPr>
        </p:pic>
        <p:sp>
          <p:nvSpPr>
            <p:cNvPr id="230" name="TextBox 229"/>
            <p:cNvSpPr txBox="1"/>
            <p:nvPr/>
          </p:nvSpPr>
          <p:spPr>
            <a:xfrm>
              <a:off x="12283841" y="4104805"/>
              <a:ext cx="788592" cy="162499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spAutoFit/>
            </a:bodyPr>
            <a:lstStyle/>
            <a:p>
              <a:pPr algn="ctr">
                <a:defRPr/>
              </a:pPr>
              <a:r>
                <a:rPr lang="en-US" altLang="ko-KR" sz="1600" spc="-150" dirty="0" smtClean="0">
                  <a:solidFill>
                    <a:schemeClr val="bg1"/>
                  </a:solidFill>
                  <a:latin typeface="Rix고딕 B" pitchFamily="18" charset="-127"/>
                  <a:ea typeface="Rix고딕 B" pitchFamily="18" charset="-127"/>
                </a:rPr>
                <a:t>21</a:t>
              </a:r>
              <a:r>
                <a:rPr lang="ko-KR" altLang="en-US" sz="1600" spc="-150" dirty="0" smtClean="0">
                  <a:solidFill>
                    <a:schemeClr val="bg1"/>
                  </a:solidFill>
                  <a:latin typeface="Rix고딕 B" pitchFamily="18" charset="-127"/>
                  <a:ea typeface="Rix고딕 B" pitchFamily="18" charset="-127"/>
                </a:rPr>
                <a:t>년</a:t>
              </a:r>
              <a:endParaRPr lang="en-US" altLang="ko-KR" sz="1600" spc="-150" dirty="0">
                <a:solidFill>
                  <a:schemeClr val="bg1"/>
                </a:solidFill>
                <a:latin typeface="Rix고딕 B" pitchFamily="18" charset="-127"/>
                <a:ea typeface="Rix고딕 B" pitchFamily="18" charset="-127"/>
              </a:endParaRPr>
            </a:p>
          </p:txBody>
        </p:sp>
      </p:grpSp>
      <p:pic>
        <p:nvPicPr>
          <p:cNvPr id="231" name="그림 230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686"/>
          <a:stretch/>
        </p:blipFill>
        <p:spPr>
          <a:xfrm>
            <a:off x="5483121" y="2131940"/>
            <a:ext cx="933539" cy="1039747"/>
          </a:xfrm>
          <a:prstGeom prst="rect">
            <a:avLst/>
          </a:prstGeom>
        </p:spPr>
      </p:pic>
      <p:pic>
        <p:nvPicPr>
          <p:cNvPr id="233" name="그림 232"/>
          <p:cNvPicPr>
            <a:picLocks noChangeAspect="1"/>
          </p:cNvPicPr>
          <p:nvPr/>
        </p:nvPicPr>
        <p:blipFill rotWithShape="1">
          <a:blip r:embed="rId5"/>
          <a:srcRect t="3140"/>
          <a:stretch/>
        </p:blipFill>
        <p:spPr>
          <a:xfrm>
            <a:off x="86399" y="4882634"/>
            <a:ext cx="943131" cy="1102713"/>
          </a:xfrm>
          <a:prstGeom prst="rect">
            <a:avLst/>
          </a:prstGeom>
        </p:spPr>
      </p:pic>
      <p:pic>
        <p:nvPicPr>
          <p:cNvPr id="234" name="그림 233"/>
          <p:cNvPicPr>
            <a:picLocks noChangeAspect="1"/>
          </p:cNvPicPr>
          <p:nvPr/>
        </p:nvPicPr>
        <p:blipFill rotWithShape="1">
          <a:blip r:embed="rId6"/>
          <a:srcRect t="7056" b="25263"/>
          <a:stretch/>
        </p:blipFill>
        <p:spPr>
          <a:xfrm>
            <a:off x="5475538" y="3852721"/>
            <a:ext cx="941123" cy="784046"/>
          </a:xfrm>
          <a:prstGeom prst="rect">
            <a:avLst/>
          </a:prstGeom>
        </p:spPr>
      </p:pic>
      <p:pic>
        <p:nvPicPr>
          <p:cNvPr id="236" name="그림 235"/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" b="-1199"/>
          <a:stretch/>
        </p:blipFill>
        <p:spPr>
          <a:xfrm>
            <a:off x="81510" y="2374276"/>
            <a:ext cx="1097581" cy="1379829"/>
          </a:xfrm>
          <a:prstGeom prst="rect">
            <a:avLst/>
          </a:prstGeom>
        </p:spPr>
      </p:pic>
      <p:sp>
        <p:nvSpPr>
          <p:cNvPr id="237" name="모서리가 둥근 직사각형 236"/>
          <p:cNvSpPr/>
          <p:nvPr/>
        </p:nvSpPr>
        <p:spPr bwMode="gray">
          <a:xfrm>
            <a:off x="88408" y="2367549"/>
            <a:ext cx="1098266" cy="1379829"/>
          </a:xfrm>
          <a:prstGeom prst="roundRect">
            <a:avLst>
              <a:gd name="adj" fmla="val 5760"/>
            </a:avLst>
          </a:prstGeom>
          <a:noFill/>
          <a:ln w="25400" cap="flat" cmpd="sng" algn="ctr">
            <a:solidFill>
              <a:schemeClr val="bg1">
                <a:lumMod val="75000"/>
              </a:schemeClr>
            </a:solidFill>
            <a:prstDash val="solid"/>
          </a:ln>
          <a:effectLst/>
        </p:spPr>
        <p:txBody>
          <a:bodyPr lIns="99569" tIns="49785" rIns="99569" bIns="49785" rtlCol="0" anchor="ctr"/>
          <a:lstStyle/>
          <a:p>
            <a:pPr algn="ctr" latinLnBrk="0"/>
            <a:endParaRPr lang="ko-KR" altLang="en-US" kern="0" dirty="0">
              <a:solidFill>
                <a:srgbClr val="FFFFFF"/>
              </a:solidFill>
              <a:latin typeface="굴림"/>
              <a:ea typeface="굴림"/>
            </a:endParaRPr>
          </a:p>
        </p:txBody>
      </p:sp>
      <p:sp>
        <p:nvSpPr>
          <p:cNvPr id="238" name="모서리가 둥근 직사각형 237"/>
          <p:cNvSpPr/>
          <p:nvPr/>
        </p:nvSpPr>
        <p:spPr bwMode="gray">
          <a:xfrm>
            <a:off x="88408" y="4877351"/>
            <a:ext cx="941121" cy="1111488"/>
          </a:xfrm>
          <a:prstGeom prst="roundRect">
            <a:avLst>
              <a:gd name="adj" fmla="val 5760"/>
            </a:avLst>
          </a:prstGeom>
          <a:noFill/>
          <a:ln w="25400" cap="flat" cmpd="sng" algn="ctr">
            <a:solidFill>
              <a:schemeClr val="bg1">
                <a:lumMod val="75000"/>
              </a:schemeClr>
            </a:solidFill>
            <a:prstDash val="solid"/>
          </a:ln>
          <a:effectLst/>
        </p:spPr>
        <p:txBody>
          <a:bodyPr lIns="99569" tIns="49785" rIns="99569" bIns="49785" rtlCol="0" anchor="ctr"/>
          <a:lstStyle/>
          <a:p>
            <a:pPr algn="ctr" latinLnBrk="0"/>
            <a:endParaRPr lang="ko-KR" altLang="en-US" kern="0" dirty="0">
              <a:solidFill>
                <a:srgbClr val="FFFFFF"/>
              </a:solidFill>
              <a:latin typeface="굴림"/>
              <a:ea typeface="굴림"/>
            </a:endParaRPr>
          </a:p>
        </p:txBody>
      </p:sp>
      <p:sp>
        <p:nvSpPr>
          <p:cNvPr id="239" name="모서리가 둥근 직사각형 238"/>
          <p:cNvSpPr/>
          <p:nvPr/>
        </p:nvSpPr>
        <p:spPr bwMode="gray">
          <a:xfrm>
            <a:off x="5475538" y="2129179"/>
            <a:ext cx="941121" cy="1037271"/>
          </a:xfrm>
          <a:prstGeom prst="roundRect">
            <a:avLst>
              <a:gd name="adj" fmla="val 5760"/>
            </a:avLst>
          </a:prstGeom>
          <a:noFill/>
          <a:ln w="25400" cap="flat" cmpd="sng" algn="ctr">
            <a:solidFill>
              <a:schemeClr val="bg1">
                <a:lumMod val="75000"/>
              </a:schemeClr>
            </a:solidFill>
            <a:prstDash val="solid"/>
          </a:ln>
          <a:effectLst/>
        </p:spPr>
        <p:txBody>
          <a:bodyPr lIns="99569" tIns="49785" rIns="99569" bIns="49785" rtlCol="0" anchor="ctr"/>
          <a:lstStyle/>
          <a:p>
            <a:pPr algn="ctr" latinLnBrk="0"/>
            <a:endParaRPr lang="ko-KR" altLang="en-US" kern="0" dirty="0">
              <a:solidFill>
                <a:srgbClr val="FFFFFF"/>
              </a:solidFill>
              <a:latin typeface="굴림"/>
              <a:ea typeface="굴림"/>
            </a:endParaRPr>
          </a:p>
        </p:txBody>
      </p:sp>
      <p:sp>
        <p:nvSpPr>
          <p:cNvPr id="240" name="모서리가 둥근 직사각형 239"/>
          <p:cNvSpPr/>
          <p:nvPr/>
        </p:nvSpPr>
        <p:spPr bwMode="gray">
          <a:xfrm>
            <a:off x="5475538" y="3852722"/>
            <a:ext cx="941121" cy="794523"/>
          </a:xfrm>
          <a:prstGeom prst="roundRect">
            <a:avLst>
              <a:gd name="adj" fmla="val 5760"/>
            </a:avLst>
          </a:prstGeom>
          <a:noFill/>
          <a:ln w="25400" cap="flat" cmpd="sng" algn="ctr">
            <a:solidFill>
              <a:schemeClr val="bg1">
                <a:lumMod val="75000"/>
              </a:schemeClr>
            </a:solidFill>
            <a:prstDash val="solid"/>
          </a:ln>
          <a:effectLst/>
        </p:spPr>
        <p:txBody>
          <a:bodyPr lIns="99569" tIns="49785" rIns="99569" bIns="49785" rtlCol="0" anchor="ctr"/>
          <a:lstStyle/>
          <a:p>
            <a:pPr algn="ctr" latinLnBrk="0"/>
            <a:endParaRPr lang="ko-KR" altLang="en-US" kern="0" dirty="0">
              <a:solidFill>
                <a:srgbClr val="FFFFFF"/>
              </a:solidFill>
              <a:latin typeface="굴림"/>
              <a:ea typeface="굴림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93321" y="5340788"/>
            <a:ext cx="902195" cy="788807"/>
          </a:xfrm>
          <a:prstGeom prst="rect">
            <a:avLst/>
          </a:prstGeom>
        </p:spPr>
      </p:pic>
      <p:sp>
        <p:nvSpPr>
          <p:cNvPr id="241" name="모서리가 둥근 직사각형 240"/>
          <p:cNvSpPr/>
          <p:nvPr/>
        </p:nvSpPr>
        <p:spPr bwMode="gray">
          <a:xfrm>
            <a:off x="5475538" y="5332674"/>
            <a:ext cx="941121" cy="809387"/>
          </a:xfrm>
          <a:prstGeom prst="roundRect">
            <a:avLst>
              <a:gd name="adj" fmla="val 5760"/>
            </a:avLst>
          </a:prstGeom>
          <a:noFill/>
          <a:ln w="25400" cap="flat" cmpd="sng" algn="ctr">
            <a:solidFill>
              <a:schemeClr val="bg1">
                <a:lumMod val="75000"/>
              </a:schemeClr>
            </a:solidFill>
            <a:prstDash val="solid"/>
          </a:ln>
          <a:effectLst/>
        </p:spPr>
        <p:txBody>
          <a:bodyPr lIns="99569" tIns="49785" rIns="99569" bIns="49785" rtlCol="0" anchor="ctr"/>
          <a:lstStyle/>
          <a:p>
            <a:pPr algn="ctr" latinLnBrk="0"/>
            <a:endParaRPr lang="ko-KR" altLang="en-US" kern="0" dirty="0">
              <a:solidFill>
                <a:srgbClr val="FFFFFF"/>
              </a:solidFill>
              <a:latin typeface="굴림"/>
              <a:ea typeface="굴림"/>
            </a:endParaRPr>
          </a:p>
        </p:txBody>
      </p:sp>
    </p:spTree>
    <p:extLst>
      <p:ext uri="{BB962C8B-B14F-4D97-AF65-F5344CB8AC3E}">
        <p14:creationId xmlns:p14="http://schemas.microsoft.com/office/powerpoint/2010/main" val="2293239530"/>
      </p:ext>
    </p:extLst>
  </p:cSld>
  <p:clrMapOvr>
    <a:masterClrMapping/>
  </p:clrMapOvr>
  <p:transition spd="slow">
    <p:split orient="vert"/>
  </p:transition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7" name="그룹 326"/>
          <p:cNvGrpSpPr/>
          <p:nvPr/>
        </p:nvGrpSpPr>
        <p:grpSpPr>
          <a:xfrm>
            <a:off x="0" y="868564"/>
            <a:ext cx="11379211" cy="498994"/>
            <a:chOff x="0" y="778175"/>
            <a:chExt cx="12257501" cy="498994"/>
          </a:xfrm>
        </p:grpSpPr>
        <p:sp>
          <p:nvSpPr>
            <p:cNvPr id="328" name="직사각형 327"/>
            <p:cNvSpPr/>
            <p:nvPr/>
          </p:nvSpPr>
          <p:spPr>
            <a:xfrm>
              <a:off x="0" y="778175"/>
              <a:ext cx="11518770" cy="49899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2700" cap="rnd" cmpd="sng">
              <a:noFill/>
              <a:prstDash val="solid"/>
              <a:headEnd type="none" w="lg" len="med"/>
              <a:tailEnd type="none" w="lg" len="med"/>
            </a:ln>
            <a:effectLst/>
          </p:spPr>
          <p:style>
            <a:lnRef idx="1">
              <a:schemeClr val="accent5"/>
            </a:lnRef>
            <a:fillRef idx="3">
              <a:schemeClr val="accent5"/>
            </a:fillRef>
            <a:effectRef idx="2">
              <a:schemeClr val="accent5"/>
            </a:effectRef>
            <a:fontRef idx="minor">
              <a:schemeClr val="lt1"/>
            </a:fontRef>
          </p:style>
          <p:txBody>
            <a:bodyPr wrap="none" lIns="99569" tIns="172873" rIns="99569" bIns="49785"/>
            <a:lstStyle/>
            <a:p>
              <a:pPr algn="ctr" latinLnBrk="0"/>
              <a:endParaRPr lang="ko-KR" altLang="en-US" sz="1700" b="1" dirty="0">
                <a:gradFill>
                  <a:gsLst>
                    <a:gs pos="0">
                      <a:prstClr val="white"/>
                    </a:gs>
                    <a:gs pos="100000">
                      <a:prstClr val="white"/>
                    </a:gs>
                  </a:gsLst>
                  <a:lin ang="5400000" scaled="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고도 B" panose="02000503000000020004" pitchFamily="2" charset="-127"/>
                <a:ea typeface="고도 B" panose="02000503000000020004" pitchFamily="2" charset="-127"/>
              </a:endParaRPr>
            </a:p>
          </p:txBody>
        </p:sp>
        <p:sp>
          <p:nvSpPr>
            <p:cNvPr id="329" name="TextBox 328"/>
            <p:cNvSpPr txBox="1"/>
            <p:nvPr/>
          </p:nvSpPr>
          <p:spPr>
            <a:xfrm>
              <a:off x="433815" y="840817"/>
              <a:ext cx="2291372" cy="369332"/>
            </a:xfrm>
            <a:prstGeom prst="rect">
              <a:avLst/>
            </a:prstGeom>
            <a:noFill/>
            <a:ln w="6350">
              <a:noFill/>
            </a:ln>
            <a:effectLst/>
            <a:scene3d>
              <a:camera prst="orthographicFront"/>
              <a:lightRig rig="threePt" dir="t"/>
            </a:scene3d>
            <a:sp3d>
              <a:bevelT w="0" h="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 anchorCtr="0">
              <a:spAutoFit/>
              <a:sp3d>
                <a:bevelT w="0" h="0"/>
                <a:contourClr>
                  <a:schemeClr val="bg1"/>
                </a:contourClr>
              </a:sp3d>
            </a:bodyPr>
            <a:lstStyle>
              <a:defPPr>
                <a:defRPr lang="ko-KR"/>
              </a:defPPr>
              <a:lvl1pPr lvl="0" indent="0" defTabSz="801639" latinLnBrk="0">
                <a:lnSpc>
                  <a:spcPct val="100000"/>
                </a:lnSpc>
                <a:spcBef>
                  <a:spcPts val="88"/>
                </a:spcBef>
                <a:spcAft>
                  <a:spcPts val="88"/>
                </a:spcAft>
                <a:defRPr sz="2400" spc="0">
                  <a:ln>
                    <a:solidFill>
                      <a:prstClr val="white">
                        <a:alpha val="10000"/>
                      </a:prstClr>
                    </a:solidFill>
                  </a:ln>
                  <a:solidFill>
                    <a:prstClr val="white"/>
                  </a:solidFill>
                  <a:effectLst/>
                  <a:latin typeface="나눔고딕 ExtraBold" panose="020D0904000000000000" pitchFamily="50" charset="-127"/>
                  <a:ea typeface="나눔고딕 ExtraBold" panose="020D0904000000000000" pitchFamily="50" charset="-127"/>
                </a:defRPr>
              </a:lvl1pPr>
            </a:lstStyle>
            <a:p>
              <a:r>
                <a:rPr lang="ko-KR" altLang="en-US" spc="-150" dirty="0">
                  <a:solidFill>
                    <a:schemeClr val="tx1"/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</a:rPr>
                <a:t>최적화된 사업관리</a:t>
              </a:r>
            </a:p>
          </p:txBody>
        </p:sp>
        <p:sp>
          <p:nvSpPr>
            <p:cNvPr id="330" name="직사각형 329"/>
            <p:cNvSpPr/>
            <p:nvPr/>
          </p:nvSpPr>
          <p:spPr>
            <a:xfrm>
              <a:off x="2843433" y="817281"/>
              <a:ext cx="9414068" cy="380168"/>
            </a:xfrm>
            <a:prstGeom prst="rect">
              <a:avLst/>
            </a:prstGeom>
          </p:spPr>
          <p:txBody>
            <a:bodyPr/>
            <a:lstStyle/>
            <a:p>
              <a:pPr marL="0" lvl="1">
                <a:spcBef>
                  <a:spcPct val="0"/>
                </a:spcBef>
              </a:pPr>
              <a:r>
                <a:rPr lang="ko-KR" altLang="en-US" spc="-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</a:rPr>
                <a:t>제안사의 역량이 반영된 </a:t>
              </a:r>
              <a:r>
                <a:rPr lang="en-US" altLang="ko-KR" spc="-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</a:rPr>
                <a:t>8</a:t>
              </a:r>
              <a:r>
                <a:rPr lang="ko-KR" altLang="en-US" spc="-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</a:rPr>
                <a:t>대 사업관리로 최고의 품질 목표를 달성하겠습니다</a:t>
              </a:r>
              <a:r>
                <a:rPr lang="en-US" altLang="ko-KR" spc="-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</a:rPr>
                <a:t>.</a:t>
              </a:r>
            </a:p>
          </p:txBody>
        </p:sp>
        <p:cxnSp>
          <p:nvCxnSpPr>
            <p:cNvPr id="331" name="직선 연결선 330"/>
            <p:cNvCxnSpPr/>
            <p:nvPr/>
          </p:nvCxnSpPr>
          <p:spPr>
            <a:xfrm>
              <a:off x="2807293" y="851717"/>
              <a:ext cx="0" cy="315104"/>
            </a:xfrm>
            <a:prstGeom prst="line">
              <a:avLst/>
            </a:prstGeom>
            <a:ln w="38100">
              <a:solidFill>
                <a:srgbClr val="1B91C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06" name="그림 205" descr="바닥.png"/>
          <p:cNvPicPr>
            <a:picLocks noChangeAspect="1"/>
          </p:cNvPicPr>
          <p:nvPr/>
        </p:nvPicPr>
        <p:blipFill>
          <a:blip r:embed="rId3" cstate="print">
            <a:grayscl/>
          </a:blip>
          <a:stretch>
            <a:fillRect/>
          </a:stretch>
        </p:blipFill>
        <p:spPr>
          <a:xfrm>
            <a:off x="8154" y="5713311"/>
            <a:ext cx="4193383" cy="1483809"/>
          </a:xfrm>
          <a:prstGeom prst="rect">
            <a:avLst/>
          </a:prstGeom>
        </p:spPr>
      </p:pic>
      <p:sp>
        <p:nvSpPr>
          <p:cNvPr id="208" name="자유형 207"/>
          <p:cNvSpPr/>
          <p:nvPr/>
        </p:nvSpPr>
        <p:spPr bwMode="auto">
          <a:xfrm rot="16200000" flipH="1">
            <a:off x="4300602" y="4150517"/>
            <a:ext cx="5390477" cy="374582"/>
          </a:xfrm>
          <a:custGeom>
            <a:avLst/>
            <a:gdLst>
              <a:gd name="connsiteX0" fmla="*/ 0 w 5761038"/>
              <a:gd name="connsiteY0" fmla="*/ 698766 h 698766"/>
              <a:gd name="connsiteX1" fmla="*/ 989662 w 5761038"/>
              <a:gd name="connsiteY1" fmla="*/ 0 h 698766"/>
              <a:gd name="connsiteX2" fmla="*/ 4771376 w 5761038"/>
              <a:gd name="connsiteY2" fmla="*/ 0 h 698766"/>
              <a:gd name="connsiteX3" fmla="*/ 5761038 w 5761038"/>
              <a:gd name="connsiteY3" fmla="*/ 698766 h 698766"/>
              <a:gd name="connsiteX4" fmla="*/ 0 w 5761038"/>
              <a:gd name="connsiteY4" fmla="*/ 698766 h 698766"/>
              <a:gd name="connsiteX0" fmla="*/ 0 w 5761038"/>
              <a:gd name="connsiteY0" fmla="*/ 698769 h 698769"/>
              <a:gd name="connsiteX1" fmla="*/ 989662 w 5761038"/>
              <a:gd name="connsiteY1" fmla="*/ 3 h 698769"/>
              <a:gd name="connsiteX2" fmla="*/ 1909228 w 5761038"/>
              <a:gd name="connsiteY2" fmla="*/ 0 h 698769"/>
              <a:gd name="connsiteX3" fmla="*/ 5761038 w 5761038"/>
              <a:gd name="connsiteY3" fmla="*/ 698769 h 698769"/>
              <a:gd name="connsiteX4" fmla="*/ 0 w 5761038"/>
              <a:gd name="connsiteY4" fmla="*/ 698769 h 698769"/>
              <a:gd name="connsiteX0" fmla="*/ 0 w 5761038"/>
              <a:gd name="connsiteY0" fmla="*/ 698766 h 698766"/>
              <a:gd name="connsiteX1" fmla="*/ 989662 w 5761038"/>
              <a:gd name="connsiteY1" fmla="*/ 0 h 698766"/>
              <a:gd name="connsiteX2" fmla="*/ 2376490 w 5761038"/>
              <a:gd name="connsiteY2" fmla="*/ 0 h 698766"/>
              <a:gd name="connsiteX3" fmla="*/ 5761038 w 5761038"/>
              <a:gd name="connsiteY3" fmla="*/ 698766 h 698766"/>
              <a:gd name="connsiteX4" fmla="*/ 0 w 5761038"/>
              <a:gd name="connsiteY4" fmla="*/ 698766 h 698766"/>
              <a:gd name="connsiteX0" fmla="*/ 0 w 5761038"/>
              <a:gd name="connsiteY0" fmla="*/ 878789 h 878789"/>
              <a:gd name="connsiteX1" fmla="*/ 1117140 w 5761038"/>
              <a:gd name="connsiteY1" fmla="*/ 0 h 878789"/>
              <a:gd name="connsiteX2" fmla="*/ 2376490 w 5761038"/>
              <a:gd name="connsiteY2" fmla="*/ 180023 h 878789"/>
              <a:gd name="connsiteX3" fmla="*/ 5761038 w 5761038"/>
              <a:gd name="connsiteY3" fmla="*/ 878789 h 878789"/>
              <a:gd name="connsiteX4" fmla="*/ 0 w 5761038"/>
              <a:gd name="connsiteY4" fmla="*/ 878789 h 878789"/>
              <a:gd name="connsiteX0" fmla="*/ 0 w 5761038"/>
              <a:gd name="connsiteY0" fmla="*/ 936281 h 936281"/>
              <a:gd name="connsiteX1" fmla="*/ 1117140 w 5761038"/>
              <a:gd name="connsiteY1" fmla="*/ 57492 h 936281"/>
              <a:gd name="connsiteX2" fmla="*/ 2376490 w 5761038"/>
              <a:gd name="connsiteY2" fmla="*/ 237515 h 936281"/>
              <a:gd name="connsiteX3" fmla="*/ 5761038 w 5761038"/>
              <a:gd name="connsiteY3" fmla="*/ 936281 h 936281"/>
              <a:gd name="connsiteX4" fmla="*/ 0 w 5761038"/>
              <a:gd name="connsiteY4" fmla="*/ 936281 h 936281"/>
              <a:gd name="connsiteX0" fmla="*/ 0 w 5761038"/>
              <a:gd name="connsiteY0" fmla="*/ 936281 h 936281"/>
              <a:gd name="connsiteX1" fmla="*/ 1117140 w 5761038"/>
              <a:gd name="connsiteY1" fmla="*/ 57492 h 936281"/>
              <a:gd name="connsiteX2" fmla="*/ 2376490 w 5761038"/>
              <a:gd name="connsiteY2" fmla="*/ 201511 h 936281"/>
              <a:gd name="connsiteX3" fmla="*/ 5761038 w 5761038"/>
              <a:gd name="connsiteY3" fmla="*/ 936281 h 936281"/>
              <a:gd name="connsiteX4" fmla="*/ 0 w 5761038"/>
              <a:gd name="connsiteY4" fmla="*/ 936281 h 936281"/>
              <a:gd name="connsiteX0" fmla="*/ 0 w 5761038"/>
              <a:gd name="connsiteY0" fmla="*/ 974798 h 974798"/>
              <a:gd name="connsiteX1" fmla="*/ 1117140 w 5761038"/>
              <a:gd name="connsiteY1" fmla="*/ 96009 h 974798"/>
              <a:gd name="connsiteX2" fmla="*/ 2125255 w 5761038"/>
              <a:gd name="connsiteY2" fmla="*/ 60008 h 974798"/>
              <a:gd name="connsiteX3" fmla="*/ 5761038 w 5761038"/>
              <a:gd name="connsiteY3" fmla="*/ 974798 h 974798"/>
              <a:gd name="connsiteX4" fmla="*/ 0 w 5761038"/>
              <a:gd name="connsiteY4" fmla="*/ 974798 h 974798"/>
              <a:gd name="connsiteX0" fmla="*/ 0 w 5761038"/>
              <a:gd name="connsiteY0" fmla="*/ 974798 h 974798"/>
              <a:gd name="connsiteX1" fmla="*/ 1117140 w 5761038"/>
              <a:gd name="connsiteY1" fmla="*/ 96009 h 974798"/>
              <a:gd name="connsiteX2" fmla="*/ 2125255 w 5761038"/>
              <a:gd name="connsiteY2" fmla="*/ 60008 h 974798"/>
              <a:gd name="connsiteX3" fmla="*/ 5761038 w 5761038"/>
              <a:gd name="connsiteY3" fmla="*/ 974798 h 974798"/>
              <a:gd name="connsiteX4" fmla="*/ 0 w 5761038"/>
              <a:gd name="connsiteY4" fmla="*/ 974798 h 974798"/>
              <a:gd name="connsiteX0" fmla="*/ 0 w 5761038"/>
              <a:gd name="connsiteY0" fmla="*/ 974798 h 974798"/>
              <a:gd name="connsiteX1" fmla="*/ 1117140 w 5761038"/>
              <a:gd name="connsiteY1" fmla="*/ 96009 h 974798"/>
              <a:gd name="connsiteX2" fmla="*/ 2125255 w 5761038"/>
              <a:gd name="connsiteY2" fmla="*/ 60008 h 974798"/>
              <a:gd name="connsiteX3" fmla="*/ 5761038 w 5761038"/>
              <a:gd name="connsiteY3" fmla="*/ 974798 h 974798"/>
              <a:gd name="connsiteX4" fmla="*/ 0 w 5761038"/>
              <a:gd name="connsiteY4" fmla="*/ 974798 h 974798"/>
              <a:gd name="connsiteX0" fmla="*/ 0 w 5761038"/>
              <a:gd name="connsiteY0" fmla="*/ 974798 h 974798"/>
              <a:gd name="connsiteX1" fmla="*/ 1117140 w 5761038"/>
              <a:gd name="connsiteY1" fmla="*/ 96009 h 974798"/>
              <a:gd name="connsiteX2" fmla="*/ 2125255 w 5761038"/>
              <a:gd name="connsiteY2" fmla="*/ 60008 h 974798"/>
              <a:gd name="connsiteX3" fmla="*/ 5761038 w 5761038"/>
              <a:gd name="connsiteY3" fmla="*/ 974798 h 974798"/>
              <a:gd name="connsiteX4" fmla="*/ 0 w 5761038"/>
              <a:gd name="connsiteY4" fmla="*/ 974798 h 974798"/>
              <a:gd name="connsiteX0" fmla="*/ 0 w 5761038"/>
              <a:gd name="connsiteY0" fmla="*/ 991562 h 991562"/>
              <a:gd name="connsiteX1" fmla="*/ 384198 w 5761038"/>
              <a:gd name="connsiteY1" fmla="*/ 25724 h 991562"/>
              <a:gd name="connsiteX2" fmla="*/ 2125255 w 5761038"/>
              <a:gd name="connsiteY2" fmla="*/ 76772 h 991562"/>
              <a:gd name="connsiteX3" fmla="*/ 5761038 w 5761038"/>
              <a:gd name="connsiteY3" fmla="*/ 991562 h 991562"/>
              <a:gd name="connsiteX4" fmla="*/ 0 w 5761038"/>
              <a:gd name="connsiteY4" fmla="*/ 991562 h 991562"/>
              <a:gd name="connsiteX0" fmla="*/ 0 w 5761038"/>
              <a:gd name="connsiteY0" fmla="*/ 991562 h 991562"/>
              <a:gd name="connsiteX1" fmla="*/ 384198 w 5761038"/>
              <a:gd name="connsiteY1" fmla="*/ 25724 h 991562"/>
              <a:gd name="connsiteX2" fmla="*/ 2125255 w 5761038"/>
              <a:gd name="connsiteY2" fmla="*/ 76772 h 991562"/>
              <a:gd name="connsiteX3" fmla="*/ 5761038 w 5761038"/>
              <a:gd name="connsiteY3" fmla="*/ 991562 h 991562"/>
              <a:gd name="connsiteX4" fmla="*/ 0 w 5761038"/>
              <a:gd name="connsiteY4" fmla="*/ 991562 h 991562"/>
              <a:gd name="connsiteX0" fmla="*/ 0 w 5761038"/>
              <a:gd name="connsiteY0" fmla="*/ 991562 h 991807"/>
              <a:gd name="connsiteX1" fmla="*/ 384198 w 5761038"/>
              <a:gd name="connsiteY1" fmla="*/ 25724 h 991807"/>
              <a:gd name="connsiteX2" fmla="*/ 2125255 w 5761038"/>
              <a:gd name="connsiteY2" fmla="*/ 76772 h 991807"/>
              <a:gd name="connsiteX3" fmla="*/ 5761038 w 5761038"/>
              <a:gd name="connsiteY3" fmla="*/ 991562 h 991807"/>
              <a:gd name="connsiteX4" fmla="*/ 0 w 5761038"/>
              <a:gd name="connsiteY4" fmla="*/ 991562 h 991807"/>
              <a:gd name="connsiteX0" fmla="*/ 0 w 5761038"/>
              <a:gd name="connsiteY0" fmla="*/ 998743 h 998988"/>
              <a:gd name="connsiteX1" fmla="*/ 384198 w 5761038"/>
              <a:gd name="connsiteY1" fmla="*/ 32905 h 998988"/>
              <a:gd name="connsiteX2" fmla="*/ 1845315 w 5761038"/>
              <a:gd name="connsiteY2" fmla="*/ 59082 h 998988"/>
              <a:gd name="connsiteX3" fmla="*/ 5761038 w 5761038"/>
              <a:gd name="connsiteY3" fmla="*/ 998743 h 998988"/>
              <a:gd name="connsiteX4" fmla="*/ 0 w 5761038"/>
              <a:gd name="connsiteY4" fmla="*/ 998743 h 998988"/>
              <a:gd name="connsiteX0" fmla="*/ 0 w 5761038"/>
              <a:gd name="connsiteY0" fmla="*/ 998743 h 998988"/>
              <a:gd name="connsiteX1" fmla="*/ 384198 w 5761038"/>
              <a:gd name="connsiteY1" fmla="*/ 32905 h 998988"/>
              <a:gd name="connsiteX2" fmla="*/ 1845315 w 5761038"/>
              <a:gd name="connsiteY2" fmla="*/ 59082 h 998988"/>
              <a:gd name="connsiteX3" fmla="*/ 5761038 w 5761038"/>
              <a:gd name="connsiteY3" fmla="*/ 998743 h 998988"/>
              <a:gd name="connsiteX4" fmla="*/ 0 w 5761038"/>
              <a:gd name="connsiteY4" fmla="*/ 998743 h 9989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761038" h="998988">
                <a:moveTo>
                  <a:pt x="0" y="998743"/>
                </a:moveTo>
                <a:cubicBezTo>
                  <a:pt x="21181" y="1016701"/>
                  <a:pt x="390845" y="48909"/>
                  <a:pt x="384198" y="32905"/>
                </a:cubicBezTo>
                <a:cubicBezTo>
                  <a:pt x="845253" y="-24587"/>
                  <a:pt x="1425532" y="-926"/>
                  <a:pt x="1845315" y="59082"/>
                </a:cubicBezTo>
                <a:cubicBezTo>
                  <a:pt x="2419259" y="730982"/>
                  <a:pt x="4549110" y="693813"/>
                  <a:pt x="5761038" y="998743"/>
                </a:cubicBezTo>
                <a:lnTo>
                  <a:pt x="0" y="998743"/>
                </a:lnTo>
                <a:close/>
              </a:path>
            </a:pathLst>
          </a:custGeom>
          <a:gradFill>
            <a:gsLst>
              <a:gs pos="89000">
                <a:schemeClr val="bg1">
                  <a:lumMod val="85000"/>
                </a:schemeClr>
              </a:gs>
              <a:gs pos="0">
                <a:schemeClr val="bg1"/>
              </a:gs>
              <a:gs pos="100000">
                <a:schemeClr val="bg1"/>
              </a:gs>
            </a:gsLst>
            <a:lin ang="5400000" scaled="1"/>
          </a:gradFill>
          <a:ln w="6350" cap="flat" cmpd="sng" algn="ctr">
            <a:gradFill flip="none" rotWithShape="1">
              <a:gsLst>
                <a:gs pos="34000">
                  <a:schemeClr val="bg1">
                    <a:lumMod val="50000"/>
                  </a:schemeClr>
                </a:gs>
                <a:gs pos="5000">
                  <a:srgbClr val="C0C0C0">
                    <a:alpha val="0"/>
                  </a:srgbClr>
                </a:gs>
                <a:gs pos="95000">
                  <a:srgbClr val="C0C0C0">
                    <a:alpha val="0"/>
                  </a:srgbClr>
                </a:gs>
                <a:gs pos="61000">
                  <a:srgbClr val="065684"/>
                </a:gs>
              </a:gsLst>
              <a:lin ang="5400000" scaled="1"/>
              <a:tileRect/>
            </a:gradFill>
            <a:prstDash val="solid"/>
          </a:ln>
          <a:effectLst/>
        </p:spPr>
        <p:txBody>
          <a:bodyPr lIns="99569" tIns="49785" rIns="99569" bIns="49785" rtlCol="0" anchor="ctr"/>
          <a:lstStyle/>
          <a:p>
            <a:pPr algn="ctr" latinLnBrk="0">
              <a:defRPr/>
            </a:pPr>
            <a:endParaRPr lang="ko-KR" altLang="en-US" sz="1800" kern="0" dirty="0">
              <a:solidFill>
                <a:sysClr val="window" lastClr="FFFFFF"/>
              </a:solidFill>
              <a:latin typeface="맑은 고딕"/>
              <a:ea typeface="맑은 고딕"/>
            </a:endParaRPr>
          </a:p>
        </p:txBody>
      </p:sp>
      <p:cxnSp>
        <p:nvCxnSpPr>
          <p:cNvPr id="209" name="직선 연결선 208"/>
          <p:cNvCxnSpPr/>
          <p:nvPr/>
        </p:nvCxnSpPr>
        <p:spPr>
          <a:xfrm>
            <a:off x="2116741" y="4205039"/>
            <a:ext cx="543552" cy="0"/>
          </a:xfrm>
          <a:prstGeom prst="line">
            <a:avLst/>
          </a:prstGeom>
          <a:noFill/>
          <a:ln w="31750">
            <a:solidFill>
              <a:schemeClr val="tx1">
                <a:lumMod val="50000"/>
                <a:lumOff val="50000"/>
              </a:schemeClr>
            </a:solidFill>
          </a:ln>
          <a:effectLst/>
        </p:spPr>
      </p:cxnSp>
      <p:pic>
        <p:nvPicPr>
          <p:cNvPr id="210" name="Picture 2" descr="G:\work\지에프티GFT\이상호부장님\발표자료\이미지들-04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7798" y="3058393"/>
            <a:ext cx="2038282" cy="20818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1" name="TextBox 210"/>
          <p:cNvSpPr txBox="1"/>
          <p:nvPr/>
        </p:nvSpPr>
        <p:spPr bwMode="auto">
          <a:xfrm>
            <a:off x="638911" y="3508125"/>
            <a:ext cx="1463968" cy="1115767"/>
          </a:xfrm>
          <a:prstGeom prst="rect">
            <a:avLst/>
          </a:prstGeom>
        </p:spPr>
        <p:txBody>
          <a:bodyPr wrap="square" lIns="98089" tIns="49050" rIns="98089" bIns="49050" anchor="ctr">
            <a:spAutoFit/>
            <a:scene3d>
              <a:camera prst="orthographicFront"/>
              <a:lightRig rig="threePt" dir="t"/>
            </a:scene3d>
            <a:sp3d contourW="38100">
              <a:bevelT w="1270"/>
              <a:contourClr>
                <a:schemeClr val="bg1"/>
              </a:contourClr>
            </a:sp3d>
          </a:bodyPr>
          <a:lstStyle>
            <a:defPPr>
              <a:defRPr lang="ko-KR"/>
            </a:defPPr>
            <a:lvl1pPr fontAlgn="base">
              <a:spcBef>
                <a:spcPct val="0"/>
              </a:spcBef>
              <a:spcAft>
                <a:spcPct val="0"/>
              </a:spcAft>
              <a:defRPr kumimoji="1" sz="1300">
                <a:solidFill>
                  <a:schemeClr val="bg1"/>
                </a:solidFill>
                <a:latin typeface="산돌고딕B" pitchFamily="18" charset="-127"/>
                <a:ea typeface="산돌고딕B" pitchFamily="18" charset="-127"/>
              </a:defRPr>
            </a:lvl1pPr>
            <a:lvl2pPr marL="0" lvl="1" indent="-155174" algn="ctr" defTabSz="1444835" eaLnBrk="0" fontAlgn="auto" hangingPunct="0">
              <a:spcBef>
                <a:spcPts val="0"/>
              </a:spcBef>
              <a:spcAft>
                <a:spcPts val="0"/>
              </a:spcAft>
              <a:buClr>
                <a:sysClr val="windowText" lastClr="000000"/>
              </a:buClr>
              <a:tabLst>
                <a:tab pos="6134510" algn="l"/>
              </a:tabLst>
              <a:defRPr kumimoji="0" kern="0" spc="-10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Rix고딕 EB" panose="02020603020101020101" pitchFamily="18" charset="-127"/>
                <a:ea typeface="Rix고딕 EB" panose="02020603020101020101" pitchFamily="18" charset="-127"/>
              </a:defRPr>
            </a:lvl2pPr>
            <a:lvl3pPr marL="914400" fontAlgn="base">
              <a:spcBef>
                <a:spcPct val="0"/>
              </a:spcBef>
              <a:spcAft>
                <a:spcPct val="0"/>
              </a:spcAft>
              <a:defRPr kumimoji="1" sz="1300">
                <a:solidFill>
                  <a:schemeClr val="bg1"/>
                </a:solidFill>
                <a:latin typeface="산돌고딕B" pitchFamily="18" charset="-127"/>
                <a:ea typeface="산돌고딕B" pitchFamily="18" charset="-127"/>
              </a:defRPr>
            </a:lvl3pPr>
            <a:lvl4pPr marL="1371600" fontAlgn="base">
              <a:spcBef>
                <a:spcPct val="0"/>
              </a:spcBef>
              <a:spcAft>
                <a:spcPct val="0"/>
              </a:spcAft>
              <a:defRPr kumimoji="1" sz="1300">
                <a:solidFill>
                  <a:schemeClr val="bg1"/>
                </a:solidFill>
                <a:latin typeface="산돌고딕B" pitchFamily="18" charset="-127"/>
                <a:ea typeface="산돌고딕B" pitchFamily="18" charset="-127"/>
              </a:defRPr>
            </a:lvl4pPr>
            <a:lvl5pPr marL="1828800" fontAlgn="base">
              <a:spcBef>
                <a:spcPct val="0"/>
              </a:spcBef>
              <a:spcAft>
                <a:spcPct val="0"/>
              </a:spcAft>
              <a:defRPr kumimoji="1" sz="1300">
                <a:solidFill>
                  <a:schemeClr val="bg1"/>
                </a:solidFill>
                <a:latin typeface="산돌고딕B" pitchFamily="18" charset="-127"/>
                <a:ea typeface="산돌고딕B" pitchFamily="18" charset="-127"/>
              </a:defRPr>
            </a:lvl5pPr>
            <a:lvl6pPr marL="2286000" defTabSz="914400">
              <a:defRPr kumimoji="1" sz="1300">
                <a:solidFill>
                  <a:schemeClr val="bg1"/>
                </a:solidFill>
                <a:latin typeface="산돌고딕B" pitchFamily="18" charset="-127"/>
                <a:ea typeface="산돌고딕B" pitchFamily="18" charset="-127"/>
              </a:defRPr>
            </a:lvl6pPr>
            <a:lvl7pPr marL="2743200" defTabSz="914400">
              <a:defRPr kumimoji="1" sz="1300">
                <a:solidFill>
                  <a:schemeClr val="bg1"/>
                </a:solidFill>
                <a:latin typeface="산돌고딕B" pitchFamily="18" charset="-127"/>
                <a:ea typeface="산돌고딕B" pitchFamily="18" charset="-127"/>
              </a:defRPr>
            </a:lvl7pPr>
            <a:lvl8pPr marL="3200400" defTabSz="914400">
              <a:defRPr kumimoji="1" sz="1300">
                <a:solidFill>
                  <a:schemeClr val="bg1"/>
                </a:solidFill>
                <a:latin typeface="산돌고딕B" pitchFamily="18" charset="-127"/>
                <a:ea typeface="산돌고딕B" pitchFamily="18" charset="-127"/>
              </a:defRPr>
            </a:lvl8pPr>
            <a:lvl9pPr marL="3657600" defTabSz="914400">
              <a:defRPr kumimoji="1" sz="1300">
                <a:solidFill>
                  <a:schemeClr val="bg1"/>
                </a:solidFill>
                <a:latin typeface="산돌고딕B" pitchFamily="18" charset="-127"/>
                <a:ea typeface="산돌고딕B" pitchFamily="18" charset="-127"/>
              </a:defRPr>
            </a:lvl9pPr>
          </a:lstStyle>
          <a:p>
            <a:pPr lvl="1">
              <a:defRPr/>
            </a:pPr>
            <a:r>
              <a:rPr lang="en-US" altLang="ko-KR" sz="2200" spc="-197" dirty="0"/>
              <a:t>8</a:t>
            </a:r>
            <a:r>
              <a:rPr lang="ko-KR" altLang="en-US" sz="2200" spc="-197" dirty="0"/>
              <a:t>대</a:t>
            </a:r>
            <a:endParaRPr lang="en-US" altLang="ko-KR" sz="2200" spc="-197" dirty="0"/>
          </a:p>
          <a:p>
            <a:pPr lvl="1">
              <a:defRPr/>
            </a:pPr>
            <a:r>
              <a:rPr lang="ko-KR" altLang="en-US" sz="2200" spc="-197" dirty="0"/>
              <a:t>사업관리</a:t>
            </a:r>
            <a:endParaRPr lang="en-US" altLang="ko-KR" sz="2200" spc="-197" dirty="0"/>
          </a:p>
          <a:p>
            <a:pPr lvl="1">
              <a:defRPr/>
            </a:pPr>
            <a:r>
              <a:rPr lang="ko-KR" altLang="en-US" sz="2200" spc="-197" dirty="0"/>
              <a:t>영역</a:t>
            </a:r>
          </a:p>
        </p:txBody>
      </p:sp>
      <p:pic>
        <p:nvPicPr>
          <p:cNvPr id="212" name="Picture 3" descr="G:\work\지에프티GFT\이상호부장님\발표자료\이미지들-05.pn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8912" y="4327178"/>
            <a:ext cx="612393" cy="23066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13" name="그룹 212"/>
          <p:cNvGrpSpPr/>
          <p:nvPr/>
        </p:nvGrpSpPr>
        <p:grpSpPr>
          <a:xfrm>
            <a:off x="2660292" y="1642569"/>
            <a:ext cx="4161897" cy="1718228"/>
            <a:chOff x="2968478" y="1553667"/>
            <a:chExt cx="4250800" cy="1718228"/>
          </a:xfrm>
        </p:grpSpPr>
        <p:grpSp>
          <p:nvGrpSpPr>
            <p:cNvPr id="311" name="그룹 310"/>
            <p:cNvGrpSpPr/>
            <p:nvPr/>
          </p:nvGrpSpPr>
          <p:grpSpPr>
            <a:xfrm>
              <a:off x="2968478" y="1553667"/>
              <a:ext cx="1368152" cy="331896"/>
              <a:chOff x="6680115" y="3080997"/>
              <a:chExt cx="1474897" cy="522216"/>
            </a:xfrm>
          </p:grpSpPr>
          <p:sp>
            <p:nvSpPr>
              <p:cNvPr id="324" name="직사각형 323"/>
              <p:cNvSpPr/>
              <p:nvPr/>
            </p:nvSpPr>
            <p:spPr>
              <a:xfrm>
                <a:off x="6680115" y="3080997"/>
                <a:ext cx="1474897" cy="522216"/>
              </a:xfrm>
              <a:prstGeom prst="rect">
                <a:avLst/>
              </a:prstGeom>
              <a:pattFill prst="pct5">
                <a:fgClr>
                  <a:schemeClr val="tx1">
                    <a:lumMod val="75000"/>
                    <a:lumOff val="25000"/>
                  </a:schemeClr>
                </a:fgClr>
                <a:bgClr>
                  <a:schemeClr val="tx1">
                    <a:lumMod val="65000"/>
                    <a:lumOff val="35000"/>
                  </a:schemeClr>
                </a:bgClr>
              </a:pattFill>
              <a:ln>
                <a:noFill/>
              </a:ln>
              <a:effectLst>
                <a:innerShdw blurRad="114300">
                  <a:prstClr val="black"/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2440" tIns="46220" rIns="92440" bIns="46220" rtlCol="0" anchor="ctr"/>
              <a:lstStyle>
                <a:defPPr>
                  <a:defRPr lang="ko-KR"/>
                </a:defPPr>
                <a:lvl1pPr marL="0" algn="l" defTabSz="1019190" rtl="0" eaLnBrk="1" latinLnBrk="1" hangingPunct="1">
                  <a:defRPr sz="20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509595" algn="l" defTabSz="1019190" rtl="0" eaLnBrk="1" latinLnBrk="1" hangingPunct="1">
                  <a:defRPr sz="20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1019190" algn="l" defTabSz="1019190" rtl="0" eaLnBrk="1" latinLnBrk="1" hangingPunct="1">
                  <a:defRPr sz="20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528785" algn="l" defTabSz="1019190" rtl="0" eaLnBrk="1" latinLnBrk="1" hangingPunct="1">
                  <a:defRPr sz="20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2038380" algn="l" defTabSz="1019190" rtl="0" eaLnBrk="1" latinLnBrk="1" hangingPunct="1">
                  <a:defRPr sz="20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547976" algn="l" defTabSz="1019190" rtl="0" eaLnBrk="1" latinLnBrk="1" hangingPunct="1">
                  <a:defRPr sz="20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3057571" algn="l" defTabSz="1019190" rtl="0" eaLnBrk="1" latinLnBrk="1" hangingPunct="1">
                  <a:defRPr sz="20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567166" algn="l" defTabSz="1019190" rtl="0" eaLnBrk="1" latinLnBrk="1" hangingPunct="1">
                  <a:defRPr sz="20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4076761" algn="l" defTabSz="1019190" rtl="0" eaLnBrk="1" latinLnBrk="1" hangingPunct="1">
                  <a:defRPr sz="20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ko-KR" altLang="en-US" sz="1500" spc="-99" dirty="0">
                    <a:latin typeface="Rix고딕 B" pitchFamily="18" charset="-127"/>
                    <a:ea typeface="Rix고딕 B" pitchFamily="18" charset="-127"/>
                  </a:rPr>
                  <a:t>일정관리</a:t>
                </a:r>
              </a:p>
            </p:txBody>
          </p:sp>
          <p:sp>
            <p:nvSpPr>
              <p:cNvPr id="325" name="TextBox 324"/>
              <p:cNvSpPr txBox="1"/>
              <p:nvPr/>
            </p:nvSpPr>
            <p:spPr>
              <a:xfrm rot="10800000" flipV="1">
                <a:off x="6682626" y="3109572"/>
                <a:ext cx="663310" cy="373761"/>
              </a:xfrm>
              <a:custGeom>
                <a:avLst/>
                <a:gdLst>
                  <a:gd name="connsiteX0" fmla="*/ 0 w 1225551"/>
                  <a:gd name="connsiteY0" fmla="*/ 0 h 373125"/>
                  <a:gd name="connsiteX1" fmla="*/ 1225551 w 1225551"/>
                  <a:gd name="connsiteY1" fmla="*/ 0 h 373125"/>
                  <a:gd name="connsiteX2" fmla="*/ 1225551 w 1225551"/>
                  <a:gd name="connsiteY2" fmla="*/ 373125 h 373125"/>
                  <a:gd name="connsiteX3" fmla="*/ 0 w 1225551"/>
                  <a:gd name="connsiteY3" fmla="*/ 373125 h 373125"/>
                  <a:gd name="connsiteX4" fmla="*/ 0 w 1225551"/>
                  <a:gd name="connsiteY4" fmla="*/ 0 h 373125"/>
                  <a:gd name="connsiteX0" fmla="*/ 0 w 1225551"/>
                  <a:gd name="connsiteY0" fmla="*/ 0 h 373125"/>
                  <a:gd name="connsiteX1" fmla="*/ 1225551 w 1225551"/>
                  <a:gd name="connsiteY1" fmla="*/ 0 h 373125"/>
                  <a:gd name="connsiteX2" fmla="*/ 1225551 w 1225551"/>
                  <a:gd name="connsiteY2" fmla="*/ 373125 h 373125"/>
                  <a:gd name="connsiteX3" fmla="*/ 590550 w 1225551"/>
                  <a:gd name="connsiteY3" fmla="*/ 188975 h 373125"/>
                  <a:gd name="connsiteX4" fmla="*/ 0 w 1225551"/>
                  <a:gd name="connsiteY4" fmla="*/ 0 h 373125"/>
                  <a:gd name="connsiteX0" fmla="*/ 0 w 1225551"/>
                  <a:gd name="connsiteY0" fmla="*/ 0 h 557275"/>
                  <a:gd name="connsiteX1" fmla="*/ 1225551 w 1225551"/>
                  <a:gd name="connsiteY1" fmla="*/ 0 h 557275"/>
                  <a:gd name="connsiteX2" fmla="*/ 1219201 w 1225551"/>
                  <a:gd name="connsiteY2" fmla="*/ 557275 h 557275"/>
                  <a:gd name="connsiteX3" fmla="*/ 590550 w 1225551"/>
                  <a:gd name="connsiteY3" fmla="*/ 188975 h 557275"/>
                  <a:gd name="connsiteX4" fmla="*/ 0 w 1225551"/>
                  <a:gd name="connsiteY4" fmla="*/ 0 h 557275"/>
                  <a:gd name="connsiteX0" fmla="*/ 0 w 1225551"/>
                  <a:gd name="connsiteY0" fmla="*/ 0 h 557275"/>
                  <a:gd name="connsiteX1" fmla="*/ 1225551 w 1225551"/>
                  <a:gd name="connsiteY1" fmla="*/ 0 h 557275"/>
                  <a:gd name="connsiteX2" fmla="*/ 1219201 w 1225551"/>
                  <a:gd name="connsiteY2" fmla="*/ 557275 h 557275"/>
                  <a:gd name="connsiteX3" fmla="*/ 685800 w 1225551"/>
                  <a:gd name="connsiteY3" fmla="*/ 277875 h 557275"/>
                  <a:gd name="connsiteX4" fmla="*/ 0 w 1225551"/>
                  <a:gd name="connsiteY4" fmla="*/ 0 h 557275"/>
                  <a:gd name="connsiteX0" fmla="*/ 0 w 1819911"/>
                  <a:gd name="connsiteY0" fmla="*/ 0 h 557275"/>
                  <a:gd name="connsiteX1" fmla="*/ 1819911 w 1819911"/>
                  <a:gd name="connsiteY1" fmla="*/ 0 h 557275"/>
                  <a:gd name="connsiteX2" fmla="*/ 1813561 w 1819911"/>
                  <a:gd name="connsiteY2" fmla="*/ 557275 h 557275"/>
                  <a:gd name="connsiteX3" fmla="*/ 1280160 w 1819911"/>
                  <a:gd name="connsiteY3" fmla="*/ 277875 h 557275"/>
                  <a:gd name="connsiteX4" fmla="*/ 0 w 1819911"/>
                  <a:gd name="connsiteY4" fmla="*/ 0 h 557275"/>
                  <a:gd name="connsiteX0" fmla="*/ 0 w 1819911"/>
                  <a:gd name="connsiteY0" fmla="*/ 0 h 557275"/>
                  <a:gd name="connsiteX1" fmla="*/ 1819911 w 1819911"/>
                  <a:gd name="connsiteY1" fmla="*/ 0 h 557275"/>
                  <a:gd name="connsiteX2" fmla="*/ 1813561 w 1819911"/>
                  <a:gd name="connsiteY2" fmla="*/ 557275 h 557275"/>
                  <a:gd name="connsiteX3" fmla="*/ 868680 w 1819911"/>
                  <a:gd name="connsiteY3" fmla="*/ 266278 h 557275"/>
                  <a:gd name="connsiteX4" fmla="*/ 0 w 1819911"/>
                  <a:gd name="connsiteY4" fmla="*/ 0 h 557275"/>
                  <a:gd name="connsiteX0" fmla="*/ 0 w 2071371"/>
                  <a:gd name="connsiteY0" fmla="*/ 0 h 568873"/>
                  <a:gd name="connsiteX1" fmla="*/ 2071371 w 2071371"/>
                  <a:gd name="connsiteY1" fmla="*/ 11598 h 568873"/>
                  <a:gd name="connsiteX2" fmla="*/ 2065021 w 2071371"/>
                  <a:gd name="connsiteY2" fmla="*/ 568873 h 568873"/>
                  <a:gd name="connsiteX3" fmla="*/ 1120140 w 2071371"/>
                  <a:gd name="connsiteY3" fmla="*/ 277876 h 568873"/>
                  <a:gd name="connsiteX4" fmla="*/ 0 w 2071371"/>
                  <a:gd name="connsiteY4" fmla="*/ 0 h 5688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071371" h="568873">
                    <a:moveTo>
                      <a:pt x="0" y="0"/>
                    </a:moveTo>
                    <a:lnTo>
                      <a:pt x="2071371" y="11598"/>
                    </a:lnTo>
                    <a:cubicBezTo>
                      <a:pt x="2069254" y="197356"/>
                      <a:pt x="2067138" y="383115"/>
                      <a:pt x="2065021" y="568873"/>
                    </a:cubicBezTo>
                    <a:lnTo>
                      <a:pt x="1120140" y="277876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bg1">
                      <a:lumMod val="64000"/>
                      <a:lumOff val="36000"/>
                      <a:alpha val="31000"/>
                    </a:schemeClr>
                  </a:gs>
                  <a:gs pos="100000">
                    <a:schemeClr val="bg1">
                      <a:alpha val="0"/>
                    </a:schemeClr>
                  </a:gs>
                </a:gsLst>
                <a:lin ang="54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82935" tIns="41468" rIns="82935" bIns="41468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ko-KR"/>
                </a:defPPr>
                <a:lvl1pPr algn="ctr">
                  <a:defRPr>
                    <a:solidFill>
                      <a:schemeClr val="bg1"/>
                    </a:solidFill>
                  </a:defRPr>
                </a:lvl1pPr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endParaRPr lang="ko-KR" altLang="en-US" sz="1800" dirty="0">
                  <a:latin typeface="Rix고딕 B" pitchFamily="18" charset="-127"/>
                  <a:ea typeface="Rix고딕 B" pitchFamily="18" charset="-127"/>
                </a:endParaRPr>
              </a:p>
            </p:txBody>
          </p:sp>
        </p:grpSp>
        <p:grpSp>
          <p:nvGrpSpPr>
            <p:cNvPr id="312" name="그룹 311"/>
            <p:cNvGrpSpPr/>
            <p:nvPr/>
          </p:nvGrpSpPr>
          <p:grpSpPr>
            <a:xfrm>
              <a:off x="4408637" y="1553667"/>
              <a:ext cx="1368152" cy="331896"/>
              <a:chOff x="6680115" y="3080997"/>
              <a:chExt cx="1474897" cy="522216"/>
            </a:xfrm>
          </p:grpSpPr>
          <p:sp>
            <p:nvSpPr>
              <p:cNvPr id="322" name="직사각형 321"/>
              <p:cNvSpPr/>
              <p:nvPr/>
            </p:nvSpPr>
            <p:spPr>
              <a:xfrm>
                <a:off x="6680115" y="3080997"/>
                <a:ext cx="1474897" cy="522216"/>
              </a:xfrm>
              <a:prstGeom prst="rect">
                <a:avLst/>
              </a:prstGeom>
              <a:pattFill prst="pct5">
                <a:fgClr>
                  <a:schemeClr val="tx1">
                    <a:lumMod val="75000"/>
                    <a:lumOff val="25000"/>
                  </a:schemeClr>
                </a:fgClr>
                <a:bgClr>
                  <a:schemeClr val="tx1">
                    <a:lumMod val="65000"/>
                    <a:lumOff val="35000"/>
                  </a:schemeClr>
                </a:bgClr>
              </a:pattFill>
              <a:ln>
                <a:noFill/>
              </a:ln>
              <a:effectLst>
                <a:innerShdw blurRad="114300">
                  <a:prstClr val="black"/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2440" tIns="46220" rIns="92440" bIns="46220" rtlCol="0" anchor="ctr"/>
              <a:lstStyle>
                <a:defPPr>
                  <a:defRPr lang="ko-KR"/>
                </a:defPPr>
                <a:lvl1pPr marL="0" algn="l" defTabSz="1019190" rtl="0" eaLnBrk="1" latinLnBrk="1" hangingPunct="1">
                  <a:defRPr sz="20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509595" algn="l" defTabSz="1019190" rtl="0" eaLnBrk="1" latinLnBrk="1" hangingPunct="1">
                  <a:defRPr sz="20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1019190" algn="l" defTabSz="1019190" rtl="0" eaLnBrk="1" latinLnBrk="1" hangingPunct="1">
                  <a:defRPr sz="20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528785" algn="l" defTabSz="1019190" rtl="0" eaLnBrk="1" latinLnBrk="1" hangingPunct="1">
                  <a:defRPr sz="20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2038380" algn="l" defTabSz="1019190" rtl="0" eaLnBrk="1" latinLnBrk="1" hangingPunct="1">
                  <a:defRPr sz="20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547976" algn="l" defTabSz="1019190" rtl="0" eaLnBrk="1" latinLnBrk="1" hangingPunct="1">
                  <a:defRPr sz="20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3057571" algn="l" defTabSz="1019190" rtl="0" eaLnBrk="1" latinLnBrk="1" hangingPunct="1">
                  <a:defRPr sz="20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567166" algn="l" defTabSz="1019190" rtl="0" eaLnBrk="1" latinLnBrk="1" hangingPunct="1">
                  <a:defRPr sz="20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4076761" algn="l" defTabSz="1019190" rtl="0" eaLnBrk="1" latinLnBrk="1" hangingPunct="1">
                  <a:defRPr sz="20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ko-KR" altLang="en-US" sz="1500" spc="-99" dirty="0">
                    <a:latin typeface="Rix고딕 B" pitchFamily="18" charset="-127"/>
                    <a:ea typeface="Rix고딕 B" pitchFamily="18" charset="-127"/>
                  </a:rPr>
                  <a:t>자원관리</a:t>
                </a:r>
              </a:p>
            </p:txBody>
          </p:sp>
          <p:sp>
            <p:nvSpPr>
              <p:cNvPr id="323" name="TextBox 322"/>
              <p:cNvSpPr txBox="1"/>
              <p:nvPr/>
            </p:nvSpPr>
            <p:spPr>
              <a:xfrm rot="10800000" flipV="1">
                <a:off x="6682626" y="3109572"/>
                <a:ext cx="663310" cy="373761"/>
              </a:xfrm>
              <a:custGeom>
                <a:avLst/>
                <a:gdLst>
                  <a:gd name="connsiteX0" fmla="*/ 0 w 1225551"/>
                  <a:gd name="connsiteY0" fmla="*/ 0 h 373125"/>
                  <a:gd name="connsiteX1" fmla="*/ 1225551 w 1225551"/>
                  <a:gd name="connsiteY1" fmla="*/ 0 h 373125"/>
                  <a:gd name="connsiteX2" fmla="*/ 1225551 w 1225551"/>
                  <a:gd name="connsiteY2" fmla="*/ 373125 h 373125"/>
                  <a:gd name="connsiteX3" fmla="*/ 0 w 1225551"/>
                  <a:gd name="connsiteY3" fmla="*/ 373125 h 373125"/>
                  <a:gd name="connsiteX4" fmla="*/ 0 w 1225551"/>
                  <a:gd name="connsiteY4" fmla="*/ 0 h 373125"/>
                  <a:gd name="connsiteX0" fmla="*/ 0 w 1225551"/>
                  <a:gd name="connsiteY0" fmla="*/ 0 h 373125"/>
                  <a:gd name="connsiteX1" fmla="*/ 1225551 w 1225551"/>
                  <a:gd name="connsiteY1" fmla="*/ 0 h 373125"/>
                  <a:gd name="connsiteX2" fmla="*/ 1225551 w 1225551"/>
                  <a:gd name="connsiteY2" fmla="*/ 373125 h 373125"/>
                  <a:gd name="connsiteX3" fmla="*/ 590550 w 1225551"/>
                  <a:gd name="connsiteY3" fmla="*/ 188975 h 373125"/>
                  <a:gd name="connsiteX4" fmla="*/ 0 w 1225551"/>
                  <a:gd name="connsiteY4" fmla="*/ 0 h 373125"/>
                  <a:gd name="connsiteX0" fmla="*/ 0 w 1225551"/>
                  <a:gd name="connsiteY0" fmla="*/ 0 h 557275"/>
                  <a:gd name="connsiteX1" fmla="*/ 1225551 w 1225551"/>
                  <a:gd name="connsiteY1" fmla="*/ 0 h 557275"/>
                  <a:gd name="connsiteX2" fmla="*/ 1219201 w 1225551"/>
                  <a:gd name="connsiteY2" fmla="*/ 557275 h 557275"/>
                  <a:gd name="connsiteX3" fmla="*/ 590550 w 1225551"/>
                  <a:gd name="connsiteY3" fmla="*/ 188975 h 557275"/>
                  <a:gd name="connsiteX4" fmla="*/ 0 w 1225551"/>
                  <a:gd name="connsiteY4" fmla="*/ 0 h 557275"/>
                  <a:gd name="connsiteX0" fmla="*/ 0 w 1225551"/>
                  <a:gd name="connsiteY0" fmla="*/ 0 h 557275"/>
                  <a:gd name="connsiteX1" fmla="*/ 1225551 w 1225551"/>
                  <a:gd name="connsiteY1" fmla="*/ 0 h 557275"/>
                  <a:gd name="connsiteX2" fmla="*/ 1219201 w 1225551"/>
                  <a:gd name="connsiteY2" fmla="*/ 557275 h 557275"/>
                  <a:gd name="connsiteX3" fmla="*/ 685800 w 1225551"/>
                  <a:gd name="connsiteY3" fmla="*/ 277875 h 557275"/>
                  <a:gd name="connsiteX4" fmla="*/ 0 w 1225551"/>
                  <a:gd name="connsiteY4" fmla="*/ 0 h 557275"/>
                  <a:gd name="connsiteX0" fmla="*/ 0 w 1819911"/>
                  <a:gd name="connsiteY0" fmla="*/ 0 h 557275"/>
                  <a:gd name="connsiteX1" fmla="*/ 1819911 w 1819911"/>
                  <a:gd name="connsiteY1" fmla="*/ 0 h 557275"/>
                  <a:gd name="connsiteX2" fmla="*/ 1813561 w 1819911"/>
                  <a:gd name="connsiteY2" fmla="*/ 557275 h 557275"/>
                  <a:gd name="connsiteX3" fmla="*/ 1280160 w 1819911"/>
                  <a:gd name="connsiteY3" fmla="*/ 277875 h 557275"/>
                  <a:gd name="connsiteX4" fmla="*/ 0 w 1819911"/>
                  <a:gd name="connsiteY4" fmla="*/ 0 h 557275"/>
                  <a:gd name="connsiteX0" fmla="*/ 0 w 1819911"/>
                  <a:gd name="connsiteY0" fmla="*/ 0 h 557275"/>
                  <a:gd name="connsiteX1" fmla="*/ 1819911 w 1819911"/>
                  <a:gd name="connsiteY1" fmla="*/ 0 h 557275"/>
                  <a:gd name="connsiteX2" fmla="*/ 1813561 w 1819911"/>
                  <a:gd name="connsiteY2" fmla="*/ 557275 h 557275"/>
                  <a:gd name="connsiteX3" fmla="*/ 868680 w 1819911"/>
                  <a:gd name="connsiteY3" fmla="*/ 266278 h 557275"/>
                  <a:gd name="connsiteX4" fmla="*/ 0 w 1819911"/>
                  <a:gd name="connsiteY4" fmla="*/ 0 h 557275"/>
                  <a:gd name="connsiteX0" fmla="*/ 0 w 2071371"/>
                  <a:gd name="connsiteY0" fmla="*/ 0 h 568873"/>
                  <a:gd name="connsiteX1" fmla="*/ 2071371 w 2071371"/>
                  <a:gd name="connsiteY1" fmla="*/ 11598 h 568873"/>
                  <a:gd name="connsiteX2" fmla="*/ 2065021 w 2071371"/>
                  <a:gd name="connsiteY2" fmla="*/ 568873 h 568873"/>
                  <a:gd name="connsiteX3" fmla="*/ 1120140 w 2071371"/>
                  <a:gd name="connsiteY3" fmla="*/ 277876 h 568873"/>
                  <a:gd name="connsiteX4" fmla="*/ 0 w 2071371"/>
                  <a:gd name="connsiteY4" fmla="*/ 0 h 5688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071371" h="568873">
                    <a:moveTo>
                      <a:pt x="0" y="0"/>
                    </a:moveTo>
                    <a:lnTo>
                      <a:pt x="2071371" y="11598"/>
                    </a:lnTo>
                    <a:cubicBezTo>
                      <a:pt x="2069254" y="197356"/>
                      <a:pt x="2067138" y="383115"/>
                      <a:pt x="2065021" y="568873"/>
                    </a:cubicBezTo>
                    <a:lnTo>
                      <a:pt x="1120140" y="277876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bg1">
                      <a:lumMod val="64000"/>
                      <a:lumOff val="36000"/>
                      <a:alpha val="31000"/>
                    </a:schemeClr>
                  </a:gs>
                  <a:gs pos="100000">
                    <a:schemeClr val="bg1">
                      <a:alpha val="0"/>
                    </a:schemeClr>
                  </a:gs>
                </a:gsLst>
                <a:lin ang="54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82935" tIns="41468" rIns="82935" bIns="41468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ko-KR"/>
                </a:defPPr>
                <a:lvl1pPr algn="ctr">
                  <a:defRPr>
                    <a:solidFill>
                      <a:schemeClr val="bg1"/>
                    </a:solidFill>
                  </a:defRPr>
                </a:lvl1pPr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endParaRPr lang="ko-KR" altLang="en-US" sz="1800" dirty="0">
                  <a:latin typeface="Rix고딕 B" pitchFamily="18" charset="-127"/>
                  <a:ea typeface="Rix고딕 B" pitchFamily="18" charset="-127"/>
                </a:endParaRPr>
              </a:p>
            </p:txBody>
          </p:sp>
        </p:grpSp>
        <p:grpSp>
          <p:nvGrpSpPr>
            <p:cNvPr id="313" name="그룹 312"/>
            <p:cNvGrpSpPr/>
            <p:nvPr/>
          </p:nvGrpSpPr>
          <p:grpSpPr>
            <a:xfrm>
              <a:off x="5848797" y="1553667"/>
              <a:ext cx="1368152" cy="331896"/>
              <a:chOff x="6680115" y="3080997"/>
              <a:chExt cx="1474897" cy="522216"/>
            </a:xfrm>
          </p:grpSpPr>
          <p:sp>
            <p:nvSpPr>
              <p:cNvPr id="320" name="직사각형 319"/>
              <p:cNvSpPr/>
              <p:nvPr/>
            </p:nvSpPr>
            <p:spPr>
              <a:xfrm>
                <a:off x="6680115" y="3080997"/>
                <a:ext cx="1474897" cy="522216"/>
              </a:xfrm>
              <a:prstGeom prst="rect">
                <a:avLst/>
              </a:prstGeom>
              <a:pattFill prst="pct5">
                <a:fgClr>
                  <a:schemeClr val="tx1">
                    <a:lumMod val="75000"/>
                    <a:lumOff val="25000"/>
                  </a:schemeClr>
                </a:fgClr>
                <a:bgClr>
                  <a:schemeClr val="tx1">
                    <a:lumMod val="65000"/>
                    <a:lumOff val="35000"/>
                  </a:schemeClr>
                </a:bgClr>
              </a:pattFill>
              <a:ln>
                <a:noFill/>
              </a:ln>
              <a:effectLst>
                <a:innerShdw blurRad="114300">
                  <a:prstClr val="black"/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2440" tIns="46220" rIns="92440" bIns="46220" rtlCol="0" anchor="ctr"/>
              <a:lstStyle>
                <a:defPPr>
                  <a:defRPr lang="ko-KR"/>
                </a:defPPr>
                <a:lvl1pPr marL="0" algn="l" defTabSz="1019190" rtl="0" eaLnBrk="1" latinLnBrk="1" hangingPunct="1">
                  <a:defRPr sz="20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509595" algn="l" defTabSz="1019190" rtl="0" eaLnBrk="1" latinLnBrk="1" hangingPunct="1">
                  <a:defRPr sz="20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1019190" algn="l" defTabSz="1019190" rtl="0" eaLnBrk="1" latinLnBrk="1" hangingPunct="1">
                  <a:defRPr sz="20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528785" algn="l" defTabSz="1019190" rtl="0" eaLnBrk="1" latinLnBrk="1" hangingPunct="1">
                  <a:defRPr sz="20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2038380" algn="l" defTabSz="1019190" rtl="0" eaLnBrk="1" latinLnBrk="1" hangingPunct="1">
                  <a:defRPr sz="20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547976" algn="l" defTabSz="1019190" rtl="0" eaLnBrk="1" latinLnBrk="1" hangingPunct="1">
                  <a:defRPr sz="20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3057571" algn="l" defTabSz="1019190" rtl="0" eaLnBrk="1" latinLnBrk="1" hangingPunct="1">
                  <a:defRPr sz="20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567166" algn="l" defTabSz="1019190" rtl="0" eaLnBrk="1" latinLnBrk="1" hangingPunct="1">
                  <a:defRPr sz="20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4076761" algn="l" defTabSz="1019190" rtl="0" eaLnBrk="1" latinLnBrk="1" hangingPunct="1">
                  <a:defRPr sz="20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ko-KR" altLang="en-US" sz="1500" spc="-99" dirty="0">
                    <a:latin typeface="Rix고딕 B" pitchFamily="18" charset="-127"/>
                    <a:ea typeface="Rix고딕 B" pitchFamily="18" charset="-127"/>
                  </a:rPr>
                  <a:t>위험관리</a:t>
                </a:r>
              </a:p>
            </p:txBody>
          </p:sp>
          <p:sp>
            <p:nvSpPr>
              <p:cNvPr id="321" name="TextBox 320"/>
              <p:cNvSpPr txBox="1"/>
              <p:nvPr/>
            </p:nvSpPr>
            <p:spPr>
              <a:xfrm rot="10800000" flipV="1">
                <a:off x="6682626" y="3109572"/>
                <a:ext cx="663310" cy="373761"/>
              </a:xfrm>
              <a:custGeom>
                <a:avLst/>
                <a:gdLst>
                  <a:gd name="connsiteX0" fmla="*/ 0 w 1225551"/>
                  <a:gd name="connsiteY0" fmla="*/ 0 h 373125"/>
                  <a:gd name="connsiteX1" fmla="*/ 1225551 w 1225551"/>
                  <a:gd name="connsiteY1" fmla="*/ 0 h 373125"/>
                  <a:gd name="connsiteX2" fmla="*/ 1225551 w 1225551"/>
                  <a:gd name="connsiteY2" fmla="*/ 373125 h 373125"/>
                  <a:gd name="connsiteX3" fmla="*/ 0 w 1225551"/>
                  <a:gd name="connsiteY3" fmla="*/ 373125 h 373125"/>
                  <a:gd name="connsiteX4" fmla="*/ 0 w 1225551"/>
                  <a:gd name="connsiteY4" fmla="*/ 0 h 373125"/>
                  <a:gd name="connsiteX0" fmla="*/ 0 w 1225551"/>
                  <a:gd name="connsiteY0" fmla="*/ 0 h 373125"/>
                  <a:gd name="connsiteX1" fmla="*/ 1225551 w 1225551"/>
                  <a:gd name="connsiteY1" fmla="*/ 0 h 373125"/>
                  <a:gd name="connsiteX2" fmla="*/ 1225551 w 1225551"/>
                  <a:gd name="connsiteY2" fmla="*/ 373125 h 373125"/>
                  <a:gd name="connsiteX3" fmla="*/ 590550 w 1225551"/>
                  <a:gd name="connsiteY3" fmla="*/ 188975 h 373125"/>
                  <a:gd name="connsiteX4" fmla="*/ 0 w 1225551"/>
                  <a:gd name="connsiteY4" fmla="*/ 0 h 373125"/>
                  <a:gd name="connsiteX0" fmla="*/ 0 w 1225551"/>
                  <a:gd name="connsiteY0" fmla="*/ 0 h 557275"/>
                  <a:gd name="connsiteX1" fmla="*/ 1225551 w 1225551"/>
                  <a:gd name="connsiteY1" fmla="*/ 0 h 557275"/>
                  <a:gd name="connsiteX2" fmla="*/ 1219201 w 1225551"/>
                  <a:gd name="connsiteY2" fmla="*/ 557275 h 557275"/>
                  <a:gd name="connsiteX3" fmla="*/ 590550 w 1225551"/>
                  <a:gd name="connsiteY3" fmla="*/ 188975 h 557275"/>
                  <a:gd name="connsiteX4" fmla="*/ 0 w 1225551"/>
                  <a:gd name="connsiteY4" fmla="*/ 0 h 557275"/>
                  <a:gd name="connsiteX0" fmla="*/ 0 w 1225551"/>
                  <a:gd name="connsiteY0" fmla="*/ 0 h 557275"/>
                  <a:gd name="connsiteX1" fmla="*/ 1225551 w 1225551"/>
                  <a:gd name="connsiteY1" fmla="*/ 0 h 557275"/>
                  <a:gd name="connsiteX2" fmla="*/ 1219201 w 1225551"/>
                  <a:gd name="connsiteY2" fmla="*/ 557275 h 557275"/>
                  <a:gd name="connsiteX3" fmla="*/ 685800 w 1225551"/>
                  <a:gd name="connsiteY3" fmla="*/ 277875 h 557275"/>
                  <a:gd name="connsiteX4" fmla="*/ 0 w 1225551"/>
                  <a:gd name="connsiteY4" fmla="*/ 0 h 557275"/>
                  <a:gd name="connsiteX0" fmla="*/ 0 w 1819911"/>
                  <a:gd name="connsiteY0" fmla="*/ 0 h 557275"/>
                  <a:gd name="connsiteX1" fmla="*/ 1819911 w 1819911"/>
                  <a:gd name="connsiteY1" fmla="*/ 0 h 557275"/>
                  <a:gd name="connsiteX2" fmla="*/ 1813561 w 1819911"/>
                  <a:gd name="connsiteY2" fmla="*/ 557275 h 557275"/>
                  <a:gd name="connsiteX3" fmla="*/ 1280160 w 1819911"/>
                  <a:gd name="connsiteY3" fmla="*/ 277875 h 557275"/>
                  <a:gd name="connsiteX4" fmla="*/ 0 w 1819911"/>
                  <a:gd name="connsiteY4" fmla="*/ 0 h 557275"/>
                  <a:gd name="connsiteX0" fmla="*/ 0 w 1819911"/>
                  <a:gd name="connsiteY0" fmla="*/ 0 h 557275"/>
                  <a:gd name="connsiteX1" fmla="*/ 1819911 w 1819911"/>
                  <a:gd name="connsiteY1" fmla="*/ 0 h 557275"/>
                  <a:gd name="connsiteX2" fmla="*/ 1813561 w 1819911"/>
                  <a:gd name="connsiteY2" fmla="*/ 557275 h 557275"/>
                  <a:gd name="connsiteX3" fmla="*/ 868680 w 1819911"/>
                  <a:gd name="connsiteY3" fmla="*/ 266278 h 557275"/>
                  <a:gd name="connsiteX4" fmla="*/ 0 w 1819911"/>
                  <a:gd name="connsiteY4" fmla="*/ 0 h 557275"/>
                  <a:gd name="connsiteX0" fmla="*/ 0 w 2071371"/>
                  <a:gd name="connsiteY0" fmla="*/ 0 h 568873"/>
                  <a:gd name="connsiteX1" fmla="*/ 2071371 w 2071371"/>
                  <a:gd name="connsiteY1" fmla="*/ 11598 h 568873"/>
                  <a:gd name="connsiteX2" fmla="*/ 2065021 w 2071371"/>
                  <a:gd name="connsiteY2" fmla="*/ 568873 h 568873"/>
                  <a:gd name="connsiteX3" fmla="*/ 1120140 w 2071371"/>
                  <a:gd name="connsiteY3" fmla="*/ 277876 h 568873"/>
                  <a:gd name="connsiteX4" fmla="*/ 0 w 2071371"/>
                  <a:gd name="connsiteY4" fmla="*/ 0 h 5688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071371" h="568873">
                    <a:moveTo>
                      <a:pt x="0" y="0"/>
                    </a:moveTo>
                    <a:lnTo>
                      <a:pt x="2071371" y="11598"/>
                    </a:lnTo>
                    <a:cubicBezTo>
                      <a:pt x="2069254" y="197356"/>
                      <a:pt x="2067138" y="383115"/>
                      <a:pt x="2065021" y="568873"/>
                    </a:cubicBezTo>
                    <a:lnTo>
                      <a:pt x="1120140" y="277876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bg1">
                      <a:lumMod val="64000"/>
                      <a:lumOff val="36000"/>
                      <a:alpha val="31000"/>
                    </a:schemeClr>
                  </a:gs>
                  <a:gs pos="100000">
                    <a:schemeClr val="bg1">
                      <a:alpha val="0"/>
                    </a:schemeClr>
                  </a:gs>
                </a:gsLst>
                <a:lin ang="54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82935" tIns="41468" rIns="82935" bIns="41468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ko-KR"/>
                </a:defPPr>
                <a:lvl1pPr algn="ctr">
                  <a:defRPr>
                    <a:solidFill>
                      <a:schemeClr val="bg1"/>
                    </a:solidFill>
                  </a:defRPr>
                </a:lvl1pPr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endParaRPr lang="ko-KR" altLang="en-US" sz="1800" dirty="0">
                  <a:latin typeface="Rix고딕 B" pitchFamily="18" charset="-127"/>
                  <a:ea typeface="Rix고딕 B" pitchFamily="18" charset="-127"/>
                </a:endParaRPr>
              </a:p>
            </p:txBody>
          </p:sp>
        </p:grpSp>
        <p:sp>
          <p:nvSpPr>
            <p:cNvPr id="314" name="직사각형 313"/>
            <p:cNvSpPr/>
            <p:nvPr/>
          </p:nvSpPr>
          <p:spPr>
            <a:xfrm>
              <a:off x="2968478" y="1914637"/>
              <a:ext cx="1368152" cy="1357258"/>
            </a:xfrm>
            <a:prstGeom prst="rect">
              <a:avLst/>
            </a:prstGeom>
            <a:noFill/>
            <a:ln w="12700">
              <a:solidFill>
                <a:schemeClr val="bg1">
                  <a:lumMod val="65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9569" tIns="49785" rIns="99569" bIns="49785" rtlCol="0" anchor="ctr"/>
            <a:lstStyle/>
            <a:p>
              <a:pPr lvl="1"/>
              <a:endParaRPr lang="ko-KR" altLang="en-US" dirty="0">
                <a:sym typeface="Monotype Sorts" pitchFamily="2" charset="2"/>
              </a:endParaRPr>
            </a:p>
          </p:txBody>
        </p:sp>
        <p:sp>
          <p:nvSpPr>
            <p:cNvPr id="315" name="직사각형 314"/>
            <p:cNvSpPr/>
            <p:nvPr/>
          </p:nvSpPr>
          <p:spPr>
            <a:xfrm>
              <a:off x="4410966" y="1914637"/>
              <a:ext cx="1368152" cy="1357258"/>
            </a:xfrm>
            <a:prstGeom prst="rect">
              <a:avLst/>
            </a:prstGeom>
            <a:noFill/>
            <a:ln w="12700">
              <a:solidFill>
                <a:schemeClr val="bg1">
                  <a:lumMod val="65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9569" tIns="49785" rIns="99569" bIns="49785" rtlCol="0" anchor="ctr"/>
            <a:lstStyle/>
            <a:p>
              <a:pPr lvl="1"/>
              <a:endParaRPr lang="ko-KR" altLang="en-US" dirty="0">
                <a:sym typeface="Monotype Sorts" pitchFamily="2" charset="2"/>
              </a:endParaRPr>
            </a:p>
          </p:txBody>
        </p:sp>
        <p:sp>
          <p:nvSpPr>
            <p:cNvPr id="316" name="직사각형 315"/>
            <p:cNvSpPr/>
            <p:nvPr/>
          </p:nvSpPr>
          <p:spPr>
            <a:xfrm>
              <a:off x="5851126" y="1914637"/>
              <a:ext cx="1368152" cy="1357258"/>
            </a:xfrm>
            <a:prstGeom prst="rect">
              <a:avLst/>
            </a:prstGeom>
            <a:noFill/>
            <a:ln w="12700">
              <a:solidFill>
                <a:schemeClr val="bg1">
                  <a:lumMod val="65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9569" tIns="49785" rIns="99569" bIns="49785" rtlCol="0" anchor="ctr"/>
            <a:lstStyle/>
            <a:p>
              <a:pPr lvl="1"/>
              <a:endParaRPr lang="ko-KR" altLang="en-US" dirty="0">
                <a:sym typeface="Monotype Sorts" pitchFamily="2" charset="2"/>
              </a:endParaRPr>
            </a:p>
          </p:txBody>
        </p:sp>
        <p:sp>
          <p:nvSpPr>
            <p:cNvPr id="317" name="Rectangle 12"/>
            <p:cNvSpPr>
              <a:spLocks noChangeArrowheads="1"/>
            </p:cNvSpPr>
            <p:nvPr/>
          </p:nvSpPr>
          <p:spPr bwMode="auto">
            <a:xfrm>
              <a:off x="3020993" y="2828885"/>
              <a:ext cx="1275378" cy="369171"/>
            </a:xfrm>
            <a:prstGeom prst="rect">
              <a:avLst/>
            </a:prstGeom>
            <a:noFill/>
            <a:ln w="9525" algn="ctr">
              <a:noFill/>
              <a:prstDash val="dash"/>
              <a:miter lim="800000"/>
              <a:headEnd/>
              <a:tailEnd/>
            </a:ln>
            <a:effectLst/>
          </p:spPr>
          <p:txBody>
            <a:bodyPr wrap="square" lIns="0" tIns="0" rIns="0" bIns="0">
              <a:spAutoFit/>
              <a:scene3d>
                <a:camera prst="orthographicFront"/>
                <a:lightRig rig="threePt" dir="t"/>
              </a:scene3d>
              <a:sp3d>
                <a:bevelT w="0"/>
              </a:sp3d>
            </a:bodyPr>
            <a:lstStyle/>
            <a:p>
              <a:pPr algn="ctr" defTabSz="1376586" eaLnBrk="0" hangingPunct="0">
                <a:buClr>
                  <a:srgbClr val="4D4D4D"/>
                </a:buClr>
                <a:buSzPts val="1300"/>
                <a:tabLst>
                  <a:tab pos="928177" algn="l"/>
                  <a:tab pos="1522399" algn="l"/>
                </a:tabLst>
              </a:pPr>
              <a:r>
                <a:rPr lang="ko-KR" altLang="en-US" sz="1200" spc="-49" dirty="0">
                  <a:solidFill>
                    <a:srgbClr val="0070C0"/>
                  </a:solidFill>
                  <a:latin typeface="Rix고딕 M" pitchFamily="18" charset="-127"/>
                  <a:ea typeface="Rix고딕 M" pitchFamily="18" charset="-127"/>
                  <a:cs typeface="Arial" pitchFamily="34" charset="0"/>
                </a:rPr>
                <a:t>일</a:t>
              </a:r>
              <a:r>
                <a:rPr lang="en-US" altLang="ko-KR" sz="1200" spc="-49" dirty="0">
                  <a:solidFill>
                    <a:srgbClr val="0070C0"/>
                  </a:solidFill>
                  <a:latin typeface="Rix고딕 M" pitchFamily="18" charset="-127"/>
                  <a:ea typeface="Rix고딕 M" pitchFamily="18" charset="-127"/>
                  <a:cs typeface="Arial" pitchFamily="34" charset="0"/>
                </a:rPr>
                <a:t>/</a:t>
              </a:r>
              <a:r>
                <a:rPr lang="ko-KR" altLang="en-US" sz="1200" spc="-49" dirty="0" smtClean="0">
                  <a:solidFill>
                    <a:srgbClr val="0070C0"/>
                  </a:solidFill>
                  <a:latin typeface="Rix고딕 M" pitchFamily="18" charset="-127"/>
                  <a:ea typeface="Rix고딕 M" pitchFamily="18" charset="-127"/>
                  <a:cs typeface="Arial" pitchFamily="34" charset="0"/>
                </a:rPr>
                <a:t>주 단위</a:t>
              </a:r>
              <a:endParaRPr lang="ko-KR" altLang="en-US" sz="1200" spc="-49" dirty="0">
                <a:solidFill>
                  <a:srgbClr val="0070C0"/>
                </a:solidFill>
                <a:latin typeface="Rix고딕 M" pitchFamily="18" charset="-127"/>
                <a:ea typeface="Rix고딕 M" pitchFamily="18" charset="-127"/>
                <a:cs typeface="Arial" pitchFamily="34" charset="0"/>
              </a:endParaRPr>
            </a:p>
            <a:p>
              <a:pPr algn="ctr" defTabSz="1376586" eaLnBrk="0" hangingPunct="0">
                <a:buClr>
                  <a:srgbClr val="4D4D4D"/>
                </a:buClr>
                <a:buSzPts val="1300"/>
                <a:tabLst>
                  <a:tab pos="928177" algn="l"/>
                  <a:tab pos="1522399" algn="l"/>
                </a:tabLst>
              </a:pPr>
              <a:r>
                <a:rPr lang="ko-KR" altLang="en-US" sz="1200" spc="-49" dirty="0">
                  <a:latin typeface="Rix고딕 M" pitchFamily="18" charset="-127"/>
                  <a:ea typeface="Rix고딕 M" pitchFamily="18" charset="-127"/>
                  <a:cs typeface="Arial" pitchFamily="34" charset="0"/>
                </a:rPr>
                <a:t>진척상황 관리</a:t>
              </a:r>
            </a:p>
          </p:txBody>
        </p:sp>
        <p:sp>
          <p:nvSpPr>
            <p:cNvPr id="318" name="Rectangle 12"/>
            <p:cNvSpPr>
              <a:spLocks noChangeArrowheads="1"/>
            </p:cNvSpPr>
            <p:nvPr/>
          </p:nvSpPr>
          <p:spPr bwMode="auto">
            <a:xfrm>
              <a:off x="4455024" y="2828885"/>
              <a:ext cx="1275378" cy="369171"/>
            </a:xfrm>
            <a:prstGeom prst="rect">
              <a:avLst/>
            </a:prstGeom>
            <a:noFill/>
            <a:ln w="9525" algn="ctr">
              <a:noFill/>
              <a:prstDash val="dash"/>
              <a:miter lim="800000"/>
              <a:headEnd/>
              <a:tailEnd/>
            </a:ln>
            <a:effectLst/>
          </p:spPr>
          <p:txBody>
            <a:bodyPr wrap="square" lIns="0" tIns="0" rIns="0" bIns="0">
              <a:spAutoFit/>
              <a:scene3d>
                <a:camera prst="orthographicFront"/>
                <a:lightRig rig="threePt" dir="t"/>
              </a:scene3d>
              <a:sp3d>
                <a:bevelT w="0"/>
              </a:sp3d>
            </a:bodyPr>
            <a:lstStyle/>
            <a:p>
              <a:pPr algn="ctr" defTabSz="1376586" eaLnBrk="0" hangingPunct="0">
                <a:buClr>
                  <a:srgbClr val="4D4D4D"/>
                </a:buClr>
                <a:buSzPts val="1300"/>
                <a:tabLst>
                  <a:tab pos="928177" algn="l"/>
                  <a:tab pos="1522399" algn="l"/>
                </a:tabLst>
              </a:pPr>
              <a:r>
                <a:rPr lang="ko-KR" altLang="en-US" sz="1200" spc="-49" dirty="0">
                  <a:latin typeface="Rix고딕 M" pitchFamily="18" charset="-127"/>
                  <a:ea typeface="Rix고딕 M" pitchFamily="18" charset="-127"/>
                  <a:cs typeface="Arial" pitchFamily="34" charset="0"/>
                </a:rPr>
                <a:t>인적</a:t>
              </a:r>
              <a:r>
                <a:rPr lang="en-US" altLang="ko-KR" sz="1200" spc="-49" dirty="0">
                  <a:latin typeface="Rix고딕 M" pitchFamily="18" charset="-127"/>
                  <a:ea typeface="Rix고딕 M" pitchFamily="18" charset="-127"/>
                  <a:cs typeface="Arial" pitchFamily="34" charset="0"/>
                </a:rPr>
                <a:t>/</a:t>
              </a:r>
              <a:r>
                <a:rPr lang="ko-KR" altLang="en-US" sz="1200" spc="-49" dirty="0">
                  <a:latin typeface="Rix고딕 M" pitchFamily="18" charset="-127"/>
                  <a:ea typeface="Rix고딕 M" pitchFamily="18" charset="-127"/>
                  <a:cs typeface="Arial" pitchFamily="34" charset="0"/>
                </a:rPr>
                <a:t>물적 자원 </a:t>
              </a:r>
              <a:br>
                <a:rPr lang="ko-KR" altLang="en-US" sz="1200" spc="-49" dirty="0">
                  <a:latin typeface="Rix고딕 M" pitchFamily="18" charset="-127"/>
                  <a:ea typeface="Rix고딕 M" pitchFamily="18" charset="-127"/>
                  <a:cs typeface="Arial" pitchFamily="34" charset="0"/>
                </a:rPr>
              </a:br>
              <a:r>
                <a:rPr lang="ko-KR" altLang="en-US" sz="1200" spc="-49" dirty="0">
                  <a:latin typeface="Rix고딕 M" pitchFamily="18" charset="-127"/>
                  <a:ea typeface="Rix고딕 M" pitchFamily="18" charset="-127"/>
                  <a:cs typeface="Arial" pitchFamily="34" charset="0"/>
                </a:rPr>
                <a:t>유동적 배치</a:t>
              </a:r>
            </a:p>
          </p:txBody>
        </p:sp>
        <p:sp>
          <p:nvSpPr>
            <p:cNvPr id="319" name="Rectangle 12"/>
            <p:cNvSpPr>
              <a:spLocks noChangeArrowheads="1"/>
            </p:cNvSpPr>
            <p:nvPr/>
          </p:nvSpPr>
          <p:spPr bwMode="auto">
            <a:xfrm>
              <a:off x="5895184" y="2828885"/>
              <a:ext cx="1275378" cy="369171"/>
            </a:xfrm>
            <a:prstGeom prst="rect">
              <a:avLst/>
            </a:prstGeom>
            <a:noFill/>
            <a:ln w="9525" algn="ctr">
              <a:noFill/>
              <a:prstDash val="dash"/>
              <a:miter lim="800000"/>
              <a:headEnd/>
              <a:tailEnd/>
            </a:ln>
            <a:effectLst/>
          </p:spPr>
          <p:txBody>
            <a:bodyPr wrap="square" lIns="0" tIns="0" rIns="0" bIns="0">
              <a:spAutoFit/>
              <a:scene3d>
                <a:camera prst="orthographicFront"/>
                <a:lightRig rig="threePt" dir="t"/>
              </a:scene3d>
              <a:sp3d>
                <a:bevelT w="0"/>
              </a:sp3d>
            </a:bodyPr>
            <a:lstStyle/>
            <a:p>
              <a:pPr algn="ctr" defTabSz="1376586" eaLnBrk="0" hangingPunct="0">
                <a:buClr>
                  <a:srgbClr val="4D4D4D"/>
                </a:buClr>
                <a:buSzPts val="1300"/>
                <a:tabLst>
                  <a:tab pos="928177" algn="l"/>
                  <a:tab pos="1522399" algn="l"/>
                </a:tabLst>
              </a:pPr>
              <a:r>
                <a:rPr lang="ko-KR" altLang="en-US" sz="1200" spc="-49" dirty="0">
                  <a:latin typeface="Rix고딕 M" pitchFamily="18" charset="-127"/>
                  <a:ea typeface="Rix고딕 M" pitchFamily="18" charset="-127"/>
                  <a:cs typeface="Arial" pitchFamily="34" charset="0"/>
                </a:rPr>
                <a:t>사전 위험요소 파악을 </a:t>
              </a:r>
            </a:p>
            <a:p>
              <a:pPr algn="ctr" defTabSz="1376586" eaLnBrk="0" hangingPunct="0">
                <a:buClr>
                  <a:srgbClr val="4D4D4D"/>
                </a:buClr>
                <a:buSzPts val="1300"/>
                <a:tabLst>
                  <a:tab pos="928177" algn="l"/>
                  <a:tab pos="1522399" algn="l"/>
                </a:tabLst>
              </a:pPr>
              <a:r>
                <a:rPr lang="ko-KR" altLang="en-US" sz="1200" spc="-49" dirty="0">
                  <a:latin typeface="Rix고딕 M" pitchFamily="18" charset="-127"/>
                  <a:ea typeface="Rix고딕 M" pitchFamily="18" charset="-127"/>
                  <a:cs typeface="Arial" pitchFamily="34" charset="0"/>
                </a:rPr>
                <a:t>통한 </a:t>
              </a:r>
              <a:r>
                <a:rPr lang="en-US" altLang="ko-KR" sz="1200" spc="-49" dirty="0">
                  <a:solidFill>
                    <a:srgbClr val="0070C0"/>
                  </a:solidFill>
                  <a:latin typeface="Rix고딕 B" pitchFamily="18" charset="-127"/>
                  <a:ea typeface="Rix고딕 B" pitchFamily="18" charset="-127"/>
                  <a:cs typeface="Arial" pitchFamily="34" charset="0"/>
                </a:rPr>
                <a:t>RISK </a:t>
              </a:r>
              <a:r>
                <a:rPr lang="ko-KR" altLang="en-US" sz="1200" spc="-49" dirty="0">
                  <a:solidFill>
                    <a:srgbClr val="0070C0"/>
                  </a:solidFill>
                  <a:latin typeface="Rix고딕 B" pitchFamily="18" charset="-127"/>
                  <a:ea typeface="Rix고딕 B" pitchFamily="18" charset="-127"/>
                  <a:cs typeface="Arial" pitchFamily="34" charset="0"/>
                </a:rPr>
                <a:t>최소화</a:t>
              </a:r>
            </a:p>
          </p:txBody>
        </p:sp>
      </p:grpSp>
      <p:grpSp>
        <p:nvGrpSpPr>
          <p:cNvPr id="214" name="그룹 213"/>
          <p:cNvGrpSpPr/>
          <p:nvPr/>
        </p:nvGrpSpPr>
        <p:grpSpPr>
          <a:xfrm>
            <a:off x="4070330" y="5237685"/>
            <a:ext cx="1339538" cy="331896"/>
            <a:chOff x="6680115" y="3080997"/>
            <a:chExt cx="1474897" cy="522216"/>
          </a:xfrm>
        </p:grpSpPr>
        <p:sp>
          <p:nvSpPr>
            <p:cNvPr id="309" name="직사각형 308"/>
            <p:cNvSpPr/>
            <p:nvPr/>
          </p:nvSpPr>
          <p:spPr>
            <a:xfrm>
              <a:off x="6680115" y="3080997"/>
              <a:ext cx="1474897" cy="522216"/>
            </a:xfrm>
            <a:prstGeom prst="rect">
              <a:avLst/>
            </a:prstGeom>
            <a:pattFill prst="pct5">
              <a:fgClr>
                <a:schemeClr val="tx1">
                  <a:lumMod val="75000"/>
                  <a:lumOff val="25000"/>
                </a:schemeClr>
              </a:fgClr>
              <a:bgClr>
                <a:schemeClr val="tx1">
                  <a:lumMod val="65000"/>
                  <a:lumOff val="35000"/>
                </a:schemeClr>
              </a:bgClr>
            </a:pattFill>
            <a:ln>
              <a:noFill/>
            </a:ln>
            <a:effectLst>
              <a:innerShdw blurRad="114300">
                <a:prstClr val="black"/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2440" tIns="46220" rIns="92440" bIns="46220" rtlCol="0" anchor="ctr"/>
            <a:lstStyle>
              <a:defPPr>
                <a:defRPr lang="ko-KR"/>
              </a:defPPr>
              <a:lvl1pPr marL="0" algn="l" defTabSz="1019190" rtl="0" eaLnBrk="1" latinLnBrk="1" hangingPunct="1">
                <a:defRPr sz="20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509595" algn="l" defTabSz="1019190" rtl="0" eaLnBrk="1" latinLnBrk="1" hangingPunct="1">
                <a:defRPr sz="20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1019190" algn="l" defTabSz="1019190" rtl="0" eaLnBrk="1" latinLnBrk="1" hangingPunct="1">
                <a:defRPr sz="20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528785" algn="l" defTabSz="1019190" rtl="0" eaLnBrk="1" latinLnBrk="1" hangingPunct="1">
                <a:defRPr sz="20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2038380" algn="l" defTabSz="1019190" rtl="0" eaLnBrk="1" latinLnBrk="1" hangingPunct="1">
                <a:defRPr sz="20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547976" algn="l" defTabSz="1019190" rtl="0" eaLnBrk="1" latinLnBrk="1" hangingPunct="1">
                <a:defRPr sz="20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3057571" algn="l" defTabSz="1019190" rtl="0" eaLnBrk="1" latinLnBrk="1" hangingPunct="1">
                <a:defRPr sz="20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567166" algn="l" defTabSz="1019190" rtl="0" eaLnBrk="1" latinLnBrk="1" hangingPunct="1">
                <a:defRPr sz="20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4076761" algn="l" defTabSz="1019190" rtl="0" eaLnBrk="1" latinLnBrk="1" hangingPunct="1">
                <a:defRPr sz="20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ko-KR" altLang="en-US" sz="1500" spc="-99" dirty="0">
                  <a:latin typeface="Rix고딕 B" pitchFamily="18" charset="-127"/>
                  <a:ea typeface="Rix고딕 B" pitchFamily="18" charset="-127"/>
                </a:rPr>
                <a:t>품질관리</a:t>
              </a:r>
            </a:p>
          </p:txBody>
        </p:sp>
        <p:sp>
          <p:nvSpPr>
            <p:cNvPr id="310" name="TextBox 309"/>
            <p:cNvSpPr txBox="1"/>
            <p:nvPr/>
          </p:nvSpPr>
          <p:spPr>
            <a:xfrm rot="10800000" flipV="1">
              <a:off x="6682626" y="3109572"/>
              <a:ext cx="663310" cy="373761"/>
            </a:xfrm>
            <a:custGeom>
              <a:avLst/>
              <a:gdLst>
                <a:gd name="connsiteX0" fmla="*/ 0 w 1225551"/>
                <a:gd name="connsiteY0" fmla="*/ 0 h 373125"/>
                <a:gd name="connsiteX1" fmla="*/ 1225551 w 1225551"/>
                <a:gd name="connsiteY1" fmla="*/ 0 h 373125"/>
                <a:gd name="connsiteX2" fmla="*/ 1225551 w 1225551"/>
                <a:gd name="connsiteY2" fmla="*/ 373125 h 373125"/>
                <a:gd name="connsiteX3" fmla="*/ 0 w 1225551"/>
                <a:gd name="connsiteY3" fmla="*/ 373125 h 373125"/>
                <a:gd name="connsiteX4" fmla="*/ 0 w 1225551"/>
                <a:gd name="connsiteY4" fmla="*/ 0 h 373125"/>
                <a:gd name="connsiteX0" fmla="*/ 0 w 1225551"/>
                <a:gd name="connsiteY0" fmla="*/ 0 h 373125"/>
                <a:gd name="connsiteX1" fmla="*/ 1225551 w 1225551"/>
                <a:gd name="connsiteY1" fmla="*/ 0 h 373125"/>
                <a:gd name="connsiteX2" fmla="*/ 1225551 w 1225551"/>
                <a:gd name="connsiteY2" fmla="*/ 373125 h 373125"/>
                <a:gd name="connsiteX3" fmla="*/ 590550 w 1225551"/>
                <a:gd name="connsiteY3" fmla="*/ 188975 h 373125"/>
                <a:gd name="connsiteX4" fmla="*/ 0 w 1225551"/>
                <a:gd name="connsiteY4" fmla="*/ 0 h 373125"/>
                <a:gd name="connsiteX0" fmla="*/ 0 w 1225551"/>
                <a:gd name="connsiteY0" fmla="*/ 0 h 557275"/>
                <a:gd name="connsiteX1" fmla="*/ 1225551 w 1225551"/>
                <a:gd name="connsiteY1" fmla="*/ 0 h 557275"/>
                <a:gd name="connsiteX2" fmla="*/ 1219201 w 1225551"/>
                <a:gd name="connsiteY2" fmla="*/ 557275 h 557275"/>
                <a:gd name="connsiteX3" fmla="*/ 590550 w 1225551"/>
                <a:gd name="connsiteY3" fmla="*/ 188975 h 557275"/>
                <a:gd name="connsiteX4" fmla="*/ 0 w 1225551"/>
                <a:gd name="connsiteY4" fmla="*/ 0 h 557275"/>
                <a:gd name="connsiteX0" fmla="*/ 0 w 1225551"/>
                <a:gd name="connsiteY0" fmla="*/ 0 h 557275"/>
                <a:gd name="connsiteX1" fmla="*/ 1225551 w 1225551"/>
                <a:gd name="connsiteY1" fmla="*/ 0 h 557275"/>
                <a:gd name="connsiteX2" fmla="*/ 1219201 w 1225551"/>
                <a:gd name="connsiteY2" fmla="*/ 557275 h 557275"/>
                <a:gd name="connsiteX3" fmla="*/ 685800 w 1225551"/>
                <a:gd name="connsiteY3" fmla="*/ 277875 h 557275"/>
                <a:gd name="connsiteX4" fmla="*/ 0 w 1225551"/>
                <a:gd name="connsiteY4" fmla="*/ 0 h 557275"/>
                <a:gd name="connsiteX0" fmla="*/ 0 w 1819911"/>
                <a:gd name="connsiteY0" fmla="*/ 0 h 557275"/>
                <a:gd name="connsiteX1" fmla="*/ 1819911 w 1819911"/>
                <a:gd name="connsiteY1" fmla="*/ 0 h 557275"/>
                <a:gd name="connsiteX2" fmla="*/ 1813561 w 1819911"/>
                <a:gd name="connsiteY2" fmla="*/ 557275 h 557275"/>
                <a:gd name="connsiteX3" fmla="*/ 1280160 w 1819911"/>
                <a:gd name="connsiteY3" fmla="*/ 277875 h 557275"/>
                <a:gd name="connsiteX4" fmla="*/ 0 w 1819911"/>
                <a:gd name="connsiteY4" fmla="*/ 0 h 557275"/>
                <a:gd name="connsiteX0" fmla="*/ 0 w 1819911"/>
                <a:gd name="connsiteY0" fmla="*/ 0 h 557275"/>
                <a:gd name="connsiteX1" fmla="*/ 1819911 w 1819911"/>
                <a:gd name="connsiteY1" fmla="*/ 0 h 557275"/>
                <a:gd name="connsiteX2" fmla="*/ 1813561 w 1819911"/>
                <a:gd name="connsiteY2" fmla="*/ 557275 h 557275"/>
                <a:gd name="connsiteX3" fmla="*/ 868680 w 1819911"/>
                <a:gd name="connsiteY3" fmla="*/ 266278 h 557275"/>
                <a:gd name="connsiteX4" fmla="*/ 0 w 1819911"/>
                <a:gd name="connsiteY4" fmla="*/ 0 h 557275"/>
                <a:gd name="connsiteX0" fmla="*/ 0 w 2071371"/>
                <a:gd name="connsiteY0" fmla="*/ 0 h 568873"/>
                <a:gd name="connsiteX1" fmla="*/ 2071371 w 2071371"/>
                <a:gd name="connsiteY1" fmla="*/ 11598 h 568873"/>
                <a:gd name="connsiteX2" fmla="*/ 2065021 w 2071371"/>
                <a:gd name="connsiteY2" fmla="*/ 568873 h 568873"/>
                <a:gd name="connsiteX3" fmla="*/ 1120140 w 2071371"/>
                <a:gd name="connsiteY3" fmla="*/ 277876 h 568873"/>
                <a:gd name="connsiteX4" fmla="*/ 0 w 2071371"/>
                <a:gd name="connsiteY4" fmla="*/ 0 h 568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71371" h="568873">
                  <a:moveTo>
                    <a:pt x="0" y="0"/>
                  </a:moveTo>
                  <a:lnTo>
                    <a:pt x="2071371" y="11598"/>
                  </a:lnTo>
                  <a:cubicBezTo>
                    <a:pt x="2069254" y="197356"/>
                    <a:pt x="2067138" y="383115"/>
                    <a:pt x="2065021" y="568873"/>
                  </a:cubicBezTo>
                  <a:lnTo>
                    <a:pt x="1120140" y="277876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chemeClr val="bg1">
                    <a:lumMod val="64000"/>
                    <a:lumOff val="36000"/>
                    <a:alpha val="3100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82935" tIns="41468" rIns="82935" bIns="4146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algn="ctr">
                <a:defRPr>
                  <a:solidFill>
                    <a:schemeClr val="bg1"/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endParaRPr lang="ko-KR" altLang="en-US" sz="1800" dirty="0">
                <a:latin typeface="Rix고딕 B" pitchFamily="18" charset="-127"/>
                <a:ea typeface="Rix고딕 B" pitchFamily="18" charset="-127"/>
              </a:endParaRPr>
            </a:p>
          </p:txBody>
        </p:sp>
      </p:grpSp>
      <p:sp>
        <p:nvSpPr>
          <p:cNvPr id="216" name="직사각형 215"/>
          <p:cNvSpPr/>
          <p:nvPr/>
        </p:nvSpPr>
        <p:spPr>
          <a:xfrm>
            <a:off x="4072611" y="5598655"/>
            <a:ext cx="1339538" cy="1439230"/>
          </a:xfrm>
          <a:prstGeom prst="rect">
            <a:avLst/>
          </a:prstGeom>
          <a:noFill/>
          <a:ln w="12700">
            <a:solidFill>
              <a:schemeClr val="bg1">
                <a:lumMod val="6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9569" tIns="49785" rIns="99569" bIns="49785" rtlCol="0" anchor="ctr"/>
          <a:lstStyle/>
          <a:p>
            <a:pPr lvl="1"/>
            <a:endParaRPr lang="ko-KR" altLang="en-US" dirty="0">
              <a:sym typeface="Monotype Sorts" pitchFamily="2" charset="2"/>
            </a:endParaRPr>
          </a:p>
        </p:txBody>
      </p:sp>
      <p:sp>
        <p:nvSpPr>
          <p:cNvPr id="218" name="Rectangle 12"/>
          <p:cNvSpPr>
            <a:spLocks noChangeArrowheads="1"/>
          </p:cNvSpPr>
          <p:nvPr/>
        </p:nvSpPr>
        <p:spPr bwMode="auto">
          <a:xfrm>
            <a:off x="4115749" y="6618774"/>
            <a:ext cx="1248704" cy="369171"/>
          </a:xfrm>
          <a:prstGeom prst="rect">
            <a:avLst/>
          </a:prstGeom>
          <a:noFill/>
          <a:ln w="9525" algn="ctr">
            <a:noFill/>
            <a:prstDash val="dash"/>
            <a:miter lim="800000"/>
            <a:headEnd/>
            <a:tailEnd/>
          </a:ln>
          <a:effectLst/>
        </p:spPr>
        <p:txBody>
          <a:bodyPr wrap="square" lIns="0" tIns="0" rIns="0" bIns="0">
            <a:spAutoFit/>
            <a:scene3d>
              <a:camera prst="orthographicFront"/>
              <a:lightRig rig="threePt" dir="t"/>
            </a:scene3d>
            <a:sp3d>
              <a:bevelT w="0"/>
            </a:sp3d>
          </a:bodyPr>
          <a:lstStyle/>
          <a:p>
            <a:pPr algn="ctr" defTabSz="1376586" eaLnBrk="0" hangingPunct="0">
              <a:buClr>
                <a:srgbClr val="4D4D4D"/>
              </a:buClr>
              <a:buSzPts val="1300"/>
              <a:tabLst>
                <a:tab pos="928177" algn="l"/>
                <a:tab pos="1522399" algn="l"/>
              </a:tabLst>
            </a:pPr>
            <a:r>
              <a:rPr lang="ko-KR" altLang="en-US" sz="1200" spc="-49" dirty="0">
                <a:latin typeface="Rix고딕 M" pitchFamily="18" charset="-127"/>
                <a:ea typeface="Rix고딕 M" pitchFamily="18" charset="-127"/>
                <a:cs typeface="Arial" pitchFamily="34" charset="0"/>
              </a:rPr>
              <a:t>기능</a:t>
            </a:r>
            <a:r>
              <a:rPr lang="en-US" altLang="ko-KR" sz="1200" spc="-49" dirty="0">
                <a:latin typeface="Rix고딕 M" pitchFamily="18" charset="-127"/>
                <a:ea typeface="Rix고딕 M" pitchFamily="18" charset="-127"/>
                <a:cs typeface="Arial" pitchFamily="34" charset="0"/>
              </a:rPr>
              <a:t>/</a:t>
            </a:r>
            <a:r>
              <a:rPr lang="ko-KR" altLang="en-US" sz="1200" spc="-49" dirty="0">
                <a:latin typeface="Rix고딕 M" pitchFamily="18" charset="-127"/>
                <a:ea typeface="Rix고딕 M" pitchFamily="18" charset="-127"/>
                <a:cs typeface="Arial" pitchFamily="34" charset="0"/>
              </a:rPr>
              <a:t>신뢰성</a:t>
            </a:r>
            <a:r>
              <a:rPr lang="en-US" altLang="ko-KR" sz="1200" spc="-49" dirty="0">
                <a:latin typeface="Rix고딕 M" pitchFamily="18" charset="-127"/>
                <a:ea typeface="Rix고딕 M" pitchFamily="18" charset="-127"/>
                <a:cs typeface="Arial" pitchFamily="34" charset="0"/>
              </a:rPr>
              <a:t>/</a:t>
            </a:r>
          </a:p>
          <a:p>
            <a:pPr algn="ctr" defTabSz="1376586" eaLnBrk="0" hangingPunct="0">
              <a:buClr>
                <a:srgbClr val="4D4D4D"/>
              </a:buClr>
              <a:buSzPts val="1300"/>
              <a:tabLst>
                <a:tab pos="928177" algn="l"/>
                <a:tab pos="1522399" algn="l"/>
              </a:tabLst>
            </a:pPr>
            <a:r>
              <a:rPr lang="ko-KR" altLang="en-US" sz="1200" spc="-49" dirty="0">
                <a:latin typeface="Rix고딕 M" pitchFamily="18" charset="-127"/>
                <a:ea typeface="Rix고딕 M" pitchFamily="18" charset="-127"/>
                <a:cs typeface="Arial" pitchFamily="34" charset="0"/>
              </a:rPr>
              <a:t>호환성 평가</a:t>
            </a:r>
          </a:p>
        </p:txBody>
      </p:sp>
      <p:grpSp>
        <p:nvGrpSpPr>
          <p:cNvPr id="220" name="그룹 219"/>
          <p:cNvGrpSpPr/>
          <p:nvPr/>
        </p:nvGrpSpPr>
        <p:grpSpPr>
          <a:xfrm>
            <a:off x="2660291" y="3548524"/>
            <a:ext cx="1339538" cy="331896"/>
            <a:chOff x="6680115" y="3080997"/>
            <a:chExt cx="1474897" cy="522216"/>
          </a:xfrm>
        </p:grpSpPr>
        <p:sp>
          <p:nvSpPr>
            <p:cNvPr id="305" name="직사각형 304"/>
            <p:cNvSpPr/>
            <p:nvPr/>
          </p:nvSpPr>
          <p:spPr>
            <a:xfrm>
              <a:off x="6680115" y="3080997"/>
              <a:ext cx="1474897" cy="522216"/>
            </a:xfrm>
            <a:prstGeom prst="rect">
              <a:avLst/>
            </a:prstGeom>
            <a:pattFill prst="pct5">
              <a:fgClr>
                <a:schemeClr val="tx1">
                  <a:lumMod val="75000"/>
                  <a:lumOff val="25000"/>
                </a:schemeClr>
              </a:fgClr>
              <a:bgClr>
                <a:schemeClr val="tx1">
                  <a:lumMod val="65000"/>
                  <a:lumOff val="35000"/>
                </a:schemeClr>
              </a:bgClr>
            </a:pattFill>
            <a:ln>
              <a:noFill/>
            </a:ln>
            <a:effectLst>
              <a:innerShdw blurRad="114300">
                <a:prstClr val="black"/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2440" tIns="46220" rIns="92440" bIns="46220" rtlCol="0" anchor="ctr"/>
            <a:lstStyle>
              <a:defPPr>
                <a:defRPr lang="ko-KR"/>
              </a:defPPr>
              <a:lvl1pPr marL="0" algn="l" defTabSz="1019190" rtl="0" eaLnBrk="1" latinLnBrk="1" hangingPunct="1">
                <a:defRPr sz="20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509595" algn="l" defTabSz="1019190" rtl="0" eaLnBrk="1" latinLnBrk="1" hangingPunct="1">
                <a:defRPr sz="20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1019190" algn="l" defTabSz="1019190" rtl="0" eaLnBrk="1" latinLnBrk="1" hangingPunct="1">
                <a:defRPr sz="20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528785" algn="l" defTabSz="1019190" rtl="0" eaLnBrk="1" latinLnBrk="1" hangingPunct="1">
                <a:defRPr sz="20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2038380" algn="l" defTabSz="1019190" rtl="0" eaLnBrk="1" latinLnBrk="1" hangingPunct="1">
                <a:defRPr sz="20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547976" algn="l" defTabSz="1019190" rtl="0" eaLnBrk="1" latinLnBrk="1" hangingPunct="1">
                <a:defRPr sz="20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3057571" algn="l" defTabSz="1019190" rtl="0" eaLnBrk="1" latinLnBrk="1" hangingPunct="1">
                <a:defRPr sz="20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567166" algn="l" defTabSz="1019190" rtl="0" eaLnBrk="1" latinLnBrk="1" hangingPunct="1">
                <a:defRPr sz="20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4076761" algn="l" defTabSz="1019190" rtl="0" eaLnBrk="1" latinLnBrk="1" hangingPunct="1">
                <a:defRPr sz="20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ko-KR" altLang="en-US" sz="1500" spc="-99" dirty="0">
                  <a:latin typeface="Rix고딕 B" pitchFamily="18" charset="-127"/>
                  <a:ea typeface="Rix고딕 B" pitchFamily="18" charset="-127"/>
                </a:rPr>
                <a:t>보안관리</a:t>
              </a:r>
            </a:p>
          </p:txBody>
        </p:sp>
        <p:sp>
          <p:nvSpPr>
            <p:cNvPr id="306" name="TextBox 305"/>
            <p:cNvSpPr txBox="1"/>
            <p:nvPr/>
          </p:nvSpPr>
          <p:spPr>
            <a:xfrm rot="10800000" flipV="1">
              <a:off x="6682626" y="3109572"/>
              <a:ext cx="663310" cy="373761"/>
            </a:xfrm>
            <a:custGeom>
              <a:avLst/>
              <a:gdLst>
                <a:gd name="connsiteX0" fmla="*/ 0 w 1225551"/>
                <a:gd name="connsiteY0" fmla="*/ 0 h 373125"/>
                <a:gd name="connsiteX1" fmla="*/ 1225551 w 1225551"/>
                <a:gd name="connsiteY1" fmla="*/ 0 h 373125"/>
                <a:gd name="connsiteX2" fmla="*/ 1225551 w 1225551"/>
                <a:gd name="connsiteY2" fmla="*/ 373125 h 373125"/>
                <a:gd name="connsiteX3" fmla="*/ 0 w 1225551"/>
                <a:gd name="connsiteY3" fmla="*/ 373125 h 373125"/>
                <a:gd name="connsiteX4" fmla="*/ 0 w 1225551"/>
                <a:gd name="connsiteY4" fmla="*/ 0 h 373125"/>
                <a:gd name="connsiteX0" fmla="*/ 0 w 1225551"/>
                <a:gd name="connsiteY0" fmla="*/ 0 h 373125"/>
                <a:gd name="connsiteX1" fmla="*/ 1225551 w 1225551"/>
                <a:gd name="connsiteY1" fmla="*/ 0 h 373125"/>
                <a:gd name="connsiteX2" fmla="*/ 1225551 w 1225551"/>
                <a:gd name="connsiteY2" fmla="*/ 373125 h 373125"/>
                <a:gd name="connsiteX3" fmla="*/ 590550 w 1225551"/>
                <a:gd name="connsiteY3" fmla="*/ 188975 h 373125"/>
                <a:gd name="connsiteX4" fmla="*/ 0 w 1225551"/>
                <a:gd name="connsiteY4" fmla="*/ 0 h 373125"/>
                <a:gd name="connsiteX0" fmla="*/ 0 w 1225551"/>
                <a:gd name="connsiteY0" fmla="*/ 0 h 557275"/>
                <a:gd name="connsiteX1" fmla="*/ 1225551 w 1225551"/>
                <a:gd name="connsiteY1" fmla="*/ 0 h 557275"/>
                <a:gd name="connsiteX2" fmla="*/ 1219201 w 1225551"/>
                <a:gd name="connsiteY2" fmla="*/ 557275 h 557275"/>
                <a:gd name="connsiteX3" fmla="*/ 590550 w 1225551"/>
                <a:gd name="connsiteY3" fmla="*/ 188975 h 557275"/>
                <a:gd name="connsiteX4" fmla="*/ 0 w 1225551"/>
                <a:gd name="connsiteY4" fmla="*/ 0 h 557275"/>
                <a:gd name="connsiteX0" fmla="*/ 0 w 1225551"/>
                <a:gd name="connsiteY0" fmla="*/ 0 h 557275"/>
                <a:gd name="connsiteX1" fmla="*/ 1225551 w 1225551"/>
                <a:gd name="connsiteY1" fmla="*/ 0 h 557275"/>
                <a:gd name="connsiteX2" fmla="*/ 1219201 w 1225551"/>
                <a:gd name="connsiteY2" fmla="*/ 557275 h 557275"/>
                <a:gd name="connsiteX3" fmla="*/ 685800 w 1225551"/>
                <a:gd name="connsiteY3" fmla="*/ 277875 h 557275"/>
                <a:gd name="connsiteX4" fmla="*/ 0 w 1225551"/>
                <a:gd name="connsiteY4" fmla="*/ 0 h 557275"/>
                <a:gd name="connsiteX0" fmla="*/ 0 w 1819911"/>
                <a:gd name="connsiteY0" fmla="*/ 0 h 557275"/>
                <a:gd name="connsiteX1" fmla="*/ 1819911 w 1819911"/>
                <a:gd name="connsiteY1" fmla="*/ 0 h 557275"/>
                <a:gd name="connsiteX2" fmla="*/ 1813561 w 1819911"/>
                <a:gd name="connsiteY2" fmla="*/ 557275 h 557275"/>
                <a:gd name="connsiteX3" fmla="*/ 1280160 w 1819911"/>
                <a:gd name="connsiteY3" fmla="*/ 277875 h 557275"/>
                <a:gd name="connsiteX4" fmla="*/ 0 w 1819911"/>
                <a:gd name="connsiteY4" fmla="*/ 0 h 557275"/>
                <a:gd name="connsiteX0" fmla="*/ 0 w 1819911"/>
                <a:gd name="connsiteY0" fmla="*/ 0 h 557275"/>
                <a:gd name="connsiteX1" fmla="*/ 1819911 w 1819911"/>
                <a:gd name="connsiteY1" fmla="*/ 0 h 557275"/>
                <a:gd name="connsiteX2" fmla="*/ 1813561 w 1819911"/>
                <a:gd name="connsiteY2" fmla="*/ 557275 h 557275"/>
                <a:gd name="connsiteX3" fmla="*/ 868680 w 1819911"/>
                <a:gd name="connsiteY3" fmla="*/ 266278 h 557275"/>
                <a:gd name="connsiteX4" fmla="*/ 0 w 1819911"/>
                <a:gd name="connsiteY4" fmla="*/ 0 h 557275"/>
                <a:gd name="connsiteX0" fmla="*/ 0 w 2071371"/>
                <a:gd name="connsiteY0" fmla="*/ 0 h 568873"/>
                <a:gd name="connsiteX1" fmla="*/ 2071371 w 2071371"/>
                <a:gd name="connsiteY1" fmla="*/ 11598 h 568873"/>
                <a:gd name="connsiteX2" fmla="*/ 2065021 w 2071371"/>
                <a:gd name="connsiteY2" fmla="*/ 568873 h 568873"/>
                <a:gd name="connsiteX3" fmla="*/ 1120140 w 2071371"/>
                <a:gd name="connsiteY3" fmla="*/ 277876 h 568873"/>
                <a:gd name="connsiteX4" fmla="*/ 0 w 2071371"/>
                <a:gd name="connsiteY4" fmla="*/ 0 h 568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71371" h="568873">
                  <a:moveTo>
                    <a:pt x="0" y="0"/>
                  </a:moveTo>
                  <a:lnTo>
                    <a:pt x="2071371" y="11598"/>
                  </a:lnTo>
                  <a:cubicBezTo>
                    <a:pt x="2069254" y="197356"/>
                    <a:pt x="2067138" y="383115"/>
                    <a:pt x="2065021" y="568873"/>
                  </a:cubicBezTo>
                  <a:lnTo>
                    <a:pt x="1120140" y="277876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chemeClr val="bg1">
                    <a:lumMod val="64000"/>
                    <a:lumOff val="36000"/>
                    <a:alpha val="3100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82935" tIns="41468" rIns="82935" bIns="4146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algn="ctr">
                <a:defRPr>
                  <a:solidFill>
                    <a:schemeClr val="bg1"/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endParaRPr lang="ko-KR" altLang="en-US" sz="1800" dirty="0">
                <a:latin typeface="Rix고딕 B" pitchFamily="18" charset="-127"/>
                <a:ea typeface="Rix고딕 B" pitchFamily="18" charset="-127"/>
              </a:endParaRPr>
            </a:p>
          </p:txBody>
        </p:sp>
      </p:grpSp>
      <p:grpSp>
        <p:nvGrpSpPr>
          <p:cNvPr id="221" name="그룹 220"/>
          <p:cNvGrpSpPr/>
          <p:nvPr/>
        </p:nvGrpSpPr>
        <p:grpSpPr>
          <a:xfrm>
            <a:off x="4070330" y="3548524"/>
            <a:ext cx="1339538" cy="331896"/>
            <a:chOff x="6680115" y="3080997"/>
            <a:chExt cx="1474897" cy="522216"/>
          </a:xfrm>
        </p:grpSpPr>
        <p:sp>
          <p:nvSpPr>
            <p:cNvPr id="303" name="직사각형 302"/>
            <p:cNvSpPr/>
            <p:nvPr/>
          </p:nvSpPr>
          <p:spPr>
            <a:xfrm>
              <a:off x="6680115" y="3080997"/>
              <a:ext cx="1474897" cy="522216"/>
            </a:xfrm>
            <a:prstGeom prst="rect">
              <a:avLst/>
            </a:prstGeom>
            <a:pattFill prst="pct5">
              <a:fgClr>
                <a:schemeClr val="tx1">
                  <a:lumMod val="75000"/>
                  <a:lumOff val="25000"/>
                </a:schemeClr>
              </a:fgClr>
              <a:bgClr>
                <a:schemeClr val="tx1">
                  <a:lumMod val="65000"/>
                  <a:lumOff val="35000"/>
                </a:schemeClr>
              </a:bgClr>
            </a:pattFill>
            <a:ln>
              <a:noFill/>
            </a:ln>
            <a:effectLst>
              <a:innerShdw blurRad="114300">
                <a:prstClr val="black"/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2440" tIns="46220" rIns="92440" bIns="46220" rtlCol="0" anchor="ctr"/>
            <a:lstStyle>
              <a:defPPr>
                <a:defRPr lang="ko-KR"/>
              </a:defPPr>
              <a:lvl1pPr marL="0" algn="l" defTabSz="1019190" rtl="0" eaLnBrk="1" latinLnBrk="1" hangingPunct="1">
                <a:defRPr sz="20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509595" algn="l" defTabSz="1019190" rtl="0" eaLnBrk="1" latinLnBrk="1" hangingPunct="1">
                <a:defRPr sz="20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1019190" algn="l" defTabSz="1019190" rtl="0" eaLnBrk="1" latinLnBrk="1" hangingPunct="1">
                <a:defRPr sz="20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528785" algn="l" defTabSz="1019190" rtl="0" eaLnBrk="1" latinLnBrk="1" hangingPunct="1">
                <a:defRPr sz="20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2038380" algn="l" defTabSz="1019190" rtl="0" eaLnBrk="1" latinLnBrk="1" hangingPunct="1">
                <a:defRPr sz="20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547976" algn="l" defTabSz="1019190" rtl="0" eaLnBrk="1" latinLnBrk="1" hangingPunct="1">
                <a:defRPr sz="20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3057571" algn="l" defTabSz="1019190" rtl="0" eaLnBrk="1" latinLnBrk="1" hangingPunct="1">
                <a:defRPr sz="20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567166" algn="l" defTabSz="1019190" rtl="0" eaLnBrk="1" latinLnBrk="1" hangingPunct="1">
                <a:defRPr sz="20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4076761" algn="l" defTabSz="1019190" rtl="0" eaLnBrk="1" latinLnBrk="1" hangingPunct="1">
                <a:defRPr sz="20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ko-KR" altLang="en-US" sz="1500" spc="-99" dirty="0">
                  <a:latin typeface="Rix고딕 B" pitchFamily="18" charset="-127"/>
                  <a:ea typeface="Rix고딕 B" pitchFamily="18" charset="-127"/>
                </a:rPr>
                <a:t>형상관리</a:t>
              </a:r>
            </a:p>
          </p:txBody>
        </p:sp>
        <p:sp>
          <p:nvSpPr>
            <p:cNvPr id="304" name="TextBox 303"/>
            <p:cNvSpPr txBox="1"/>
            <p:nvPr/>
          </p:nvSpPr>
          <p:spPr>
            <a:xfrm rot="10800000" flipV="1">
              <a:off x="6682626" y="3109572"/>
              <a:ext cx="663310" cy="373761"/>
            </a:xfrm>
            <a:custGeom>
              <a:avLst/>
              <a:gdLst>
                <a:gd name="connsiteX0" fmla="*/ 0 w 1225551"/>
                <a:gd name="connsiteY0" fmla="*/ 0 h 373125"/>
                <a:gd name="connsiteX1" fmla="*/ 1225551 w 1225551"/>
                <a:gd name="connsiteY1" fmla="*/ 0 h 373125"/>
                <a:gd name="connsiteX2" fmla="*/ 1225551 w 1225551"/>
                <a:gd name="connsiteY2" fmla="*/ 373125 h 373125"/>
                <a:gd name="connsiteX3" fmla="*/ 0 w 1225551"/>
                <a:gd name="connsiteY3" fmla="*/ 373125 h 373125"/>
                <a:gd name="connsiteX4" fmla="*/ 0 w 1225551"/>
                <a:gd name="connsiteY4" fmla="*/ 0 h 373125"/>
                <a:gd name="connsiteX0" fmla="*/ 0 w 1225551"/>
                <a:gd name="connsiteY0" fmla="*/ 0 h 373125"/>
                <a:gd name="connsiteX1" fmla="*/ 1225551 w 1225551"/>
                <a:gd name="connsiteY1" fmla="*/ 0 h 373125"/>
                <a:gd name="connsiteX2" fmla="*/ 1225551 w 1225551"/>
                <a:gd name="connsiteY2" fmla="*/ 373125 h 373125"/>
                <a:gd name="connsiteX3" fmla="*/ 590550 w 1225551"/>
                <a:gd name="connsiteY3" fmla="*/ 188975 h 373125"/>
                <a:gd name="connsiteX4" fmla="*/ 0 w 1225551"/>
                <a:gd name="connsiteY4" fmla="*/ 0 h 373125"/>
                <a:gd name="connsiteX0" fmla="*/ 0 w 1225551"/>
                <a:gd name="connsiteY0" fmla="*/ 0 h 557275"/>
                <a:gd name="connsiteX1" fmla="*/ 1225551 w 1225551"/>
                <a:gd name="connsiteY1" fmla="*/ 0 h 557275"/>
                <a:gd name="connsiteX2" fmla="*/ 1219201 w 1225551"/>
                <a:gd name="connsiteY2" fmla="*/ 557275 h 557275"/>
                <a:gd name="connsiteX3" fmla="*/ 590550 w 1225551"/>
                <a:gd name="connsiteY3" fmla="*/ 188975 h 557275"/>
                <a:gd name="connsiteX4" fmla="*/ 0 w 1225551"/>
                <a:gd name="connsiteY4" fmla="*/ 0 h 557275"/>
                <a:gd name="connsiteX0" fmla="*/ 0 w 1225551"/>
                <a:gd name="connsiteY0" fmla="*/ 0 h 557275"/>
                <a:gd name="connsiteX1" fmla="*/ 1225551 w 1225551"/>
                <a:gd name="connsiteY1" fmla="*/ 0 h 557275"/>
                <a:gd name="connsiteX2" fmla="*/ 1219201 w 1225551"/>
                <a:gd name="connsiteY2" fmla="*/ 557275 h 557275"/>
                <a:gd name="connsiteX3" fmla="*/ 685800 w 1225551"/>
                <a:gd name="connsiteY3" fmla="*/ 277875 h 557275"/>
                <a:gd name="connsiteX4" fmla="*/ 0 w 1225551"/>
                <a:gd name="connsiteY4" fmla="*/ 0 h 557275"/>
                <a:gd name="connsiteX0" fmla="*/ 0 w 1819911"/>
                <a:gd name="connsiteY0" fmla="*/ 0 h 557275"/>
                <a:gd name="connsiteX1" fmla="*/ 1819911 w 1819911"/>
                <a:gd name="connsiteY1" fmla="*/ 0 h 557275"/>
                <a:gd name="connsiteX2" fmla="*/ 1813561 w 1819911"/>
                <a:gd name="connsiteY2" fmla="*/ 557275 h 557275"/>
                <a:gd name="connsiteX3" fmla="*/ 1280160 w 1819911"/>
                <a:gd name="connsiteY3" fmla="*/ 277875 h 557275"/>
                <a:gd name="connsiteX4" fmla="*/ 0 w 1819911"/>
                <a:gd name="connsiteY4" fmla="*/ 0 h 557275"/>
                <a:gd name="connsiteX0" fmla="*/ 0 w 1819911"/>
                <a:gd name="connsiteY0" fmla="*/ 0 h 557275"/>
                <a:gd name="connsiteX1" fmla="*/ 1819911 w 1819911"/>
                <a:gd name="connsiteY1" fmla="*/ 0 h 557275"/>
                <a:gd name="connsiteX2" fmla="*/ 1813561 w 1819911"/>
                <a:gd name="connsiteY2" fmla="*/ 557275 h 557275"/>
                <a:gd name="connsiteX3" fmla="*/ 868680 w 1819911"/>
                <a:gd name="connsiteY3" fmla="*/ 266278 h 557275"/>
                <a:gd name="connsiteX4" fmla="*/ 0 w 1819911"/>
                <a:gd name="connsiteY4" fmla="*/ 0 h 557275"/>
                <a:gd name="connsiteX0" fmla="*/ 0 w 2071371"/>
                <a:gd name="connsiteY0" fmla="*/ 0 h 568873"/>
                <a:gd name="connsiteX1" fmla="*/ 2071371 w 2071371"/>
                <a:gd name="connsiteY1" fmla="*/ 11598 h 568873"/>
                <a:gd name="connsiteX2" fmla="*/ 2065021 w 2071371"/>
                <a:gd name="connsiteY2" fmla="*/ 568873 h 568873"/>
                <a:gd name="connsiteX3" fmla="*/ 1120140 w 2071371"/>
                <a:gd name="connsiteY3" fmla="*/ 277876 h 568873"/>
                <a:gd name="connsiteX4" fmla="*/ 0 w 2071371"/>
                <a:gd name="connsiteY4" fmla="*/ 0 h 568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71371" h="568873">
                  <a:moveTo>
                    <a:pt x="0" y="0"/>
                  </a:moveTo>
                  <a:lnTo>
                    <a:pt x="2071371" y="11598"/>
                  </a:lnTo>
                  <a:cubicBezTo>
                    <a:pt x="2069254" y="197356"/>
                    <a:pt x="2067138" y="383115"/>
                    <a:pt x="2065021" y="568873"/>
                  </a:cubicBezTo>
                  <a:lnTo>
                    <a:pt x="1120140" y="277876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chemeClr val="bg1">
                    <a:lumMod val="64000"/>
                    <a:lumOff val="36000"/>
                    <a:alpha val="3100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82935" tIns="41468" rIns="82935" bIns="4146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algn="ctr">
                <a:defRPr>
                  <a:solidFill>
                    <a:schemeClr val="bg1"/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endParaRPr lang="ko-KR" altLang="en-US" sz="1800" dirty="0">
                <a:latin typeface="Rix고딕 B" pitchFamily="18" charset="-127"/>
                <a:ea typeface="Rix고딕 B" pitchFamily="18" charset="-127"/>
              </a:endParaRPr>
            </a:p>
          </p:txBody>
        </p:sp>
      </p:grpSp>
      <p:grpSp>
        <p:nvGrpSpPr>
          <p:cNvPr id="222" name="그룹 221"/>
          <p:cNvGrpSpPr/>
          <p:nvPr/>
        </p:nvGrpSpPr>
        <p:grpSpPr>
          <a:xfrm>
            <a:off x="5480371" y="3548524"/>
            <a:ext cx="1339538" cy="331896"/>
            <a:chOff x="6680115" y="3080997"/>
            <a:chExt cx="1474897" cy="522216"/>
          </a:xfrm>
        </p:grpSpPr>
        <p:sp>
          <p:nvSpPr>
            <p:cNvPr id="301" name="직사각형 300"/>
            <p:cNvSpPr/>
            <p:nvPr/>
          </p:nvSpPr>
          <p:spPr>
            <a:xfrm>
              <a:off x="6680115" y="3080997"/>
              <a:ext cx="1474897" cy="522216"/>
            </a:xfrm>
            <a:prstGeom prst="rect">
              <a:avLst/>
            </a:prstGeom>
            <a:pattFill prst="pct5">
              <a:fgClr>
                <a:schemeClr val="tx1">
                  <a:lumMod val="75000"/>
                  <a:lumOff val="25000"/>
                </a:schemeClr>
              </a:fgClr>
              <a:bgClr>
                <a:schemeClr val="tx1">
                  <a:lumMod val="65000"/>
                  <a:lumOff val="35000"/>
                </a:schemeClr>
              </a:bgClr>
            </a:pattFill>
            <a:ln>
              <a:noFill/>
            </a:ln>
            <a:effectLst>
              <a:innerShdw blurRad="114300">
                <a:prstClr val="black"/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2440" tIns="46220" rIns="92440" bIns="46220" rtlCol="0" anchor="ctr"/>
            <a:lstStyle>
              <a:defPPr>
                <a:defRPr lang="ko-KR"/>
              </a:defPPr>
              <a:lvl1pPr marL="0" algn="l" defTabSz="1019190" rtl="0" eaLnBrk="1" latinLnBrk="1" hangingPunct="1">
                <a:defRPr sz="20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509595" algn="l" defTabSz="1019190" rtl="0" eaLnBrk="1" latinLnBrk="1" hangingPunct="1">
                <a:defRPr sz="20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1019190" algn="l" defTabSz="1019190" rtl="0" eaLnBrk="1" latinLnBrk="1" hangingPunct="1">
                <a:defRPr sz="20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528785" algn="l" defTabSz="1019190" rtl="0" eaLnBrk="1" latinLnBrk="1" hangingPunct="1">
                <a:defRPr sz="20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2038380" algn="l" defTabSz="1019190" rtl="0" eaLnBrk="1" latinLnBrk="1" hangingPunct="1">
                <a:defRPr sz="20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547976" algn="l" defTabSz="1019190" rtl="0" eaLnBrk="1" latinLnBrk="1" hangingPunct="1">
                <a:defRPr sz="20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3057571" algn="l" defTabSz="1019190" rtl="0" eaLnBrk="1" latinLnBrk="1" hangingPunct="1">
                <a:defRPr sz="20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567166" algn="l" defTabSz="1019190" rtl="0" eaLnBrk="1" latinLnBrk="1" hangingPunct="1">
                <a:defRPr sz="20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4076761" algn="l" defTabSz="1019190" rtl="0" eaLnBrk="1" latinLnBrk="1" hangingPunct="1">
                <a:defRPr sz="20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ko-KR" altLang="en-US" sz="1500" spc="-99" dirty="0">
                  <a:latin typeface="Rix고딕 B" pitchFamily="18" charset="-127"/>
                  <a:ea typeface="Rix고딕 B" pitchFamily="18" charset="-127"/>
                </a:rPr>
                <a:t>문서관리</a:t>
              </a:r>
            </a:p>
          </p:txBody>
        </p:sp>
        <p:sp>
          <p:nvSpPr>
            <p:cNvPr id="302" name="TextBox 301"/>
            <p:cNvSpPr txBox="1"/>
            <p:nvPr/>
          </p:nvSpPr>
          <p:spPr>
            <a:xfrm rot="10800000" flipV="1">
              <a:off x="6682626" y="3109572"/>
              <a:ext cx="663310" cy="373761"/>
            </a:xfrm>
            <a:custGeom>
              <a:avLst/>
              <a:gdLst>
                <a:gd name="connsiteX0" fmla="*/ 0 w 1225551"/>
                <a:gd name="connsiteY0" fmla="*/ 0 h 373125"/>
                <a:gd name="connsiteX1" fmla="*/ 1225551 w 1225551"/>
                <a:gd name="connsiteY1" fmla="*/ 0 h 373125"/>
                <a:gd name="connsiteX2" fmla="*/ 1225551 w 1225551"/>
                <a:gd name="connsiteY2" fmla="*/ 373125 h 373125"/>
                <a:gd name="connsiteX3" fmla="*/ 0 w 1225551"/>
                <a:gd name="connsiteY3" fmla="*/ 373125 h 373125"/>
                <a:gd name="connsiteX4" fmla="*/ 0 w 1225551"/>
                <a:gd name="connsiteY4" fmla="*/ 0 h 373125"/>
                <a:gd name="connsiteX0" fmla="*/ 0 w 1225551"/>
                <a:gd name="connsiteY0" fmla="*/ 0 h 373125"/>
                <a:gd name="connsiteX1" fmla="*/ 1225551 w 1225551"/>
                <a:gd name="connsiteY1" fmla="*/ 0 h 373125"/>
                <a:gd name="connsiteX2" fmla="*/ 1225551 w 1225551"/>
                <a:gd name="connsiteY2" fmla="*/ 373125 h 373125"/>
                <a:gd name="connsiteX3" fmla="*/ 590550 w 1225551"/>
                <a:gd name="connsiteY3" fmla="*/ 188975 h 373125"/>
                <a:gd name="connsiteX4" fmla="*/ 0 w 1225551"/>
                <a:gd name="connsiteY4" fmla="*/ 0 h 373125"/>
                <a:gd name="connsiteX0" fmla="*/ 0 w 1225551"/>
                <a:gd name="connsiteY0" fmla="*/ 0 h 557275"/>
                <a:gd name="connsiteX1" fmla="*/ 1225551 w 1225551"/>
                <a:gd name="connsiteY1" fmla="*/ 0 h 557275"/>
                <a:gd name="connsiteX2" fmla="*/ 1219201 w 1225551"/>
                <a:gd name="connsiteY2" fmla="*/ 557275 h 557275"/>
                <a:gd name="connsiteX3" fmla="*/ 590550 w 1225551"/>
                <a:gd name="connsiteY3" fmla="*/ 188975 h 557275"/>
                <a:gd name="connsiteX4" fmla="*/ 0 w 1225551"/>
                <a:gd name="connsiteY4" fmla="*/ 0 h 557275"/>
                <a:gd name="connsiteX0" fmla="*/ 0 w 1225551"/>
                <a:gd name="connsiteY0" fmla="*/ 0 h 557275"/>
                <a:gd name="connsiteX1" fmla="*/ 1225551 w 1225551"/>
                <a:gd name="connsiteY1" fmla="*/ 0 h 557275"/>
                <a:gd name="connsiteX2" fmla="*/ 1219201 w 1225551"/>
                <a:gd name="connsiteY2" fmla="*/ 557275 h 557275"/>
                <a:gd name="connsiteX3" fmla="*/ 685800 w 1225551"/>
                <a:gd name="connsiteY3" fmla="*/ 277875 h 557275"/>
                <a:gd name="connsiteX4" fmla="*/ 0 w 1225551"/>
                <a:gd name="connsiteY4" fmla="*/ 0 h 557275"/>
                <a:gd name="connsiteX0" fmla="*/ 0 w 1819911"/>
                <a:gd name="connsiteY0" fmla="*/ 0 h 557275"/>
                <a:gd name="connsiteX1" fmla="*/ 1819911 w 1819911"/>
                <a:gd name="connsiteY1" fmla="*/ 0 h 557275"/>
                <a:gd name="connsiteX2" fmla="*/ 1813561 w 1819911"/>
                <a:gd name="connsiteY2" fmla="*/ 557275 h 557275"/>
                <a:gd name="connsiteX3" fmla="*/ 1280160 w 1819911"/>
                <a:gd name="connsiteY3" fmla="*/ 277875 h 557275"/>
                <a:gd name="connsiteX4" fmla="*/ 0 w 1819911"/>
                <a:gd name="connsiteY4" fmla="*/ 0 h 557275"/>
                <a:gd name="connsiteX0" fmla="*/ 0 w 1819911"/>
                <a:gd name="connsiteY0" fmla="*/ 0 h 557275"/>
                <a:gd name="connsiteX1" fmla="*/ 1819911 w 1819911"/>
                <a:gd name="connsiteY1" fmla="*/ 0 h 557275"/>
                <a:gd name="connsiteX2" fmla="*/ 1813561 w 1819911"/>
                <a:gd name="connsiteY2" fmla="*/ 557275 h 557275"/>
                <a:gd name="connsiteX3" fmla="*/ 868680 w 1819911"/>
                <a:gd name="connsiteY3" fmla="*/ 266278 h 557275"/>
                <a:gd name="connsiteX4" fmla="*/ 0 w 1819911"/>
                <a:gd name="connsiteY4" fmla="*/ 0 h 557275"/>
                <a:gd name="connsiteX0" fmla="*/ 0 w 2071371"/>
                <a:gd name="connsiteY0" fmla="*/ 0 h 568873"/>
                <a:gd name="connsiteX1" fmla="*/ 2071371 w 2071371"/>
                <a:gd name="connsiteY1" fmla="*/ 11598 h 568873"/>
                <a:gd name="connsiteX2" fmla="*/ 2065021 w 2071371"/>
                <a:gd name="connsiteY2" fmla="*/ 568873 h 568873"/>
                <a:gd name="connsiteX3" fmla="*/ 1120140 w 2071371"/>
                <a:gd name="connsiteY3" fmla="*/ 277876 h 568873"/>
                <a:gd name="connsiteX4" fmla="*/ 0 w 2071371"/>
                <a:gd name="connsiteY4" fmla="*/ 0 h 568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71371" h="568873">
                  <a:moveTo>
                    <a:pt x="0" y="0"/>
                  </a:moveTo>
                  <a:lnTo>
                    <a:pt x="2071371" y="11598"/>
                  </a:lnTo>
                  <a:cubicBezTo>
                    <a:pt x="2069254" y="197356"/>
                    <a:pt x="2067138" y="383115"/>
                    <a:pt x="2065021" y="568873"/>
                  </a:cubicBezTo>
                  <a:lnTo>
                    <a:pt x="1120140" y="277876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chemeClr val="bg1">
                    <a:lumMod val="64000"/>
                    <a:lumOff val="36000"/>
                    <a:alpha val="3100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82935" tIns="41468" rIns="82935" bIns="4146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algn="ctr">
                <a:defRPr>
                  <a:solidFill>
                    <a:schemeClr val="bg1"/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endParaRPr lang="ko-KR" altLang="en-US" sz="1800" dirty="0">
                <a:latin typeface="Rix고딕 B" pitchFamily="18" charset="-127"/>
                <a:ea typeface="Rix고딕 B" pitchFamily="18" charset="-127"/>
              </a:endParaRPr>
            </a:p>
          </p:txBody>
        </p:sp>
      </p:grpSp>
      <p:sp>
        <p:nvSpPr>
          <p:cNvPr id="223" name="직사각형 222"/>
          <p:cNvSpPr/>
          <p:nvPr/>
        </p:nvSpPr>
        <p:spPr>
          <a:xfrm>
            <a:off x="2660291" y="3909494"/>
            <a:ext cx="1339538" cy="1140464"/>
          </a:xfrm>
          <a:prstGeom prst="rect">
            <a:avLst/>
          </a:prstGeom>
          <a:noFill/>
          <a:ln w="12700">
            <a:solidFill>
              <a:schemeClr val="bg1">
                <a:lumMod val="6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9569" tIns="49785" rIns="99569" bIns="49785" rtlCol="0" anchor="ctr"/>
          <a:lstStyle/>
          <a:p>
            <a:pPr lvl="1"/>
            <a:endParaRPr lang="ko-KR" altLang="en-US" dirty="0">
              <a:sym typeface="Monotype Sorts" pitchFamily="2" charset="2"/>
            </a:endParaRPr>
          </a:p>
        </p:txBody>
      </p:sp>
      <p:sp>
        <p:nvSpPr>
          <p:cNvPr id="224" name="직사각형 223"/>
          <p:cNvSpPr/>
          <p:nvPr/>
        </p:nvSpPr>
        <p:spPr>
          <a:xfrm>
            <a:off x="4072611" y="3909494"/>
            <a:ext cx="1339538" cy="1140464"/>
          </a:xfrm>
          <a:prstGeom prst="rect">
            <a:avLst/>
          </a:prstGeom>
          <a:noFill/>
          <a:ln w="12700">
            <a:solidFill>
              <a:schemeClr val="bg1">
                <a:lumMod val="6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9569" tIns="49785" rIns="99569" bIns="49785" rtlCol="0" anchor="ctr"/>
          <a:lstStyle/>
          <a:p>
            <a:pPr lvl="1"/>
            <a:endParaRPr lang="ko-KR" altLang="en-US" dirty="0">
              <a:sym typeface="Monotype Sorts" pitchFamily="2" charset="2"/>
            </a:endParaRPr>
          </a:p>
        </p:txBody>
      </p:sp>
      <p:sp>
        <p:nvSpPr>
          <p:cNvPr id="225" name="직사각형 224"/>
          <p:cNvSpPr/>
          <p:nvPr/>
        </p:nvSpPr>
        <p:spPr>
          <a:xfrm>
            <a:off x="5482651" y="3909494"/>
            <a:ext cx="1339538" cy="1140464"/>
          </a:xfrm>
          <a:prstGeom prst="rect">
            <a:avLst/>
          </a:prstGeom>
          <a:noFill/>
          <a:ln w="12700">
            <a:solidFill>
              <a:schemeClr val="bg1">
                <a:lumMod val="6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9569" tIns="49785" rIns="99569" bIns="49785" rtlCol="0" anchor="ctr"/>
          <a:lstStyle/>
          <a:p>
            <a:pPr lvl="1"/>
            <a:endParaRPr lang="ko-KR" altLang="en-US" dirty="0">
              <a:sym typeface="Monotype Sorts" pitchFamily="2" charset="2"/>
            </a:endParaRPr>
          </a:p>
        </p:txBody>
      </p:sp>
      <p:sp>
        <p:nvSpPr>
          <p:cNvPr id="226" name="Rectangle 12"/>
          <p:cNvSpPr>
            <a:spLocks noChangeArrowheads="1"/>
          </p:cNvSpPr>
          <p:nvPr/>
        </p:nvSpPr>
        <p:spPr bwMode="auto">
          <a:xfrm>
            <a:off x="2711709" y="4107504"/>
            <a:ext cx="1248704" cy="738343"/>
          </a:xfrm>
          <a:prstGeom prst="rect">
            <a:avLst/>
          </a:prstGeom>
          <a:noFill/>
          <a:ln w="9525" algn="ctr">
            <a:noFill/>
            <a:prstDash val="dash"/>
            <a:miter lim="800000"/>
            <a:headEnd/>
            <a:tailEnd/>
          </a:ln>
          <a:effectLst/>
        </p:spPr>
        <p:txBody>
          <a:bodyPr wrap="square" lIns="0" tIns="0" rIns="0" bIns="0">
            <a:spAutoFit/>
            <a:scene3d>
              <a:camera prst="orthographicFront"/>
              <a:lightRig rig="threePt" dir="t"/>
            </a:scene3d>
            <a:sp3d>
              <a:bevelT w="0"/>
            </a:sp3d>
          </a:bodyPr>
          <a:lstStyle/>
          <a:p>
            <a:pPr algn="ctr" defTabSz="1376586" eaLnBrk="0" latinLnBrk="0" hangingPunct="0">
              <a:buClr>
                <a:srgbClr val="4D4D4D"/>
              </a:buClr>
              <a:buSzPts val="1300"/>
              <a:tabLst>
                <a:tab pos="928177" algn="l"/>
                <a:tab pos="1522399" algn="l"/>
              </a:tabLst>
            </a:pPr>
            <a:r>
              <a:rPr lang="ko-KR" altLang="en-US" sz="1200" spc="-49" dirty="0">
                <a:latin typeface="Rix고딕 M" pitchFamily="18" charset="-127"/>
                <a:ea typeface="Rix고딕 M" pitchFamily="18" charset="-127"/>
                <a:cs typeface="Arial" pitchFamily="34" charset="0"/>
              </a:rPr>
              <a:t>군사보안업무훈령 준수 및 프로젝트 전체기간</a:t>
            </a:r>
            <a:endParaRPr lang="en-US" altLang="ko-KR" sz="1200" spc="-49" dirty="0">
              <a:latin typeface="Rix고딕 M" pitchFamily="18" charset="-127"/>
              <a:ea typeface="Rix고딕 M" pitchFamily="18" charset="-127"/>
              <a:cs typeface="Arial" pitchFamily="34" charset="0"/>
            </a:endParaRPr>
          </a:p>
          <a:p>
            <a:pPr algn="ctr" defTabSz="1376586" eaLnBrk="0" latinLnBrk="0" hangingPunct="0">
              <a:buClr>
                <a:srgbClr val="4D4D4D"/>
              </a:buClr>
              <a:buSzPts val="1300"/>
              <a:tabLst>
                <a:tab pos="928177" algn="l"/>
                <a:tab pos="1522399" algn="l"/>
              </a:tabLst>
            </a:pPr>
            <a:r>
              <a:rPr lang="ko-KR" altLang="en-US" sz="1200" spc="-49" dirty="0">
                <a:latin typeface="Rix고딕 M" pitchFamily="18" charset="-127"/>
                <a:ea typeface="Rix고딕 M" pitchFamily="18" charset="-127"/>
                <a:cs typeface="Arial" pitchFamily="34" charset="0"/>
              </a:rPr>
              <a:t>보안교육 실시</a:t>
            </a:r>
          </a:p>
        </p:txBody>
      </p:sp>
      <p:sp>
        <p:nvSpPr>
          <p:cNvPr id="227" name="Rectangle 12"/>
          <p:cNvSpPr>
            <a:spLocks noChangeArrowheads="1"/>
          </p:cNvSpPr>
          <p:nvPr/>
        </p:nvSpPr>
        <p:spPr bwMode="auto">
          <a:xfrm>
            <a:off x="4115749" y="4199836"/>
            <a:ext cx="1248704" cy="553757"/>
          </a:xfrm>
          <a:prstGeom prst="rect">
            <a:avLst/>
          </a:prstGeom>
          <a:noFill/>
          <a:ln w="9525" algn="ctr">
            <a:noFill/>
            <a:prstDash val="dash"/>
            <a:miter lim="800000"/>
            <a:headEnd/>
            <a:tailEnd/>
          </a:ln>
          <a:effectLst/>
        </p:spPr>
        <p:txBody>
          <a:bodyPr wrap="square" lIns="0" tIns="0" rIns="0" bIns="0">
            <a:spAutoFit/>
            <a:scene3d>
              <a:camera prst="orthographicFront"/>
              <a:lightRig rig="threePt" dir="t"/>
            </a:scene3d>
            <a:sp3d>
              <a:bevelT w="0"/>
            </a:sp3d>
          </a:bodyPr>
          <a:lstStyle/>
          <a:p>
            <a:pPr algn="ctr" defTabSz="1376586" eaLnBrk="0" latinLnBrk="0" hangingPunct="0">
              <a:buClr>
                <a:srgbClr val="4D4D4D"/>
              </a:buClr>
              <a:buSzPts val="1300"/>
              <a:tabLst>
                <a:tab pos="928177" algn="l"/>
                <a:tab pos="1522399" algn="l"/>
              </a:tabLst>
            </a:pPr>
            <a:r>
              <a:rPr lang="ko-KR" altLang="en-US" sz="1200" spc="-49" dirty="0">
                <a:latin typeface="Rix고딕 M" pitchFamily="18" charset="-127"/>
                <a:ea typeface="Rix고딕 M" pitchFamily="18" charset="-127"/>
                <a:cs typeface="Arial" pitchFamily="34" charset="0"/>
              </a:rPr>
              <a:t>사업수행계획서 등 산출물 적시</a:t>
            </a:r>
          </a:p>
          <a:p>
            <a:pPr algn="ctr" defTabSz="1376586" eaLnBrk="0" latinLnBrk="0" hangingPunct="0">
              <a:buClr>
                <a:srgbClr val="4D4D4D"/>
              </a:buClr>
              <a:buSzPts val="1300"/>
              <a:tabLst>
                <a:tab pos="928177" algn="l"/>
                <a:tab pos="1522399" algn="l"/>
              </a:tabLst>
            </a:pPr>
            <a:r>
              <a:rPr lang="ko-KR" altLang="en-US" sz="1200" spc="-49" dirty="0">
                <a:latin typeface="Rix고딕 M" pitchFamily="18" charset="-127"/>
                <a:ea typeface="Rix고딕 M" pitchFamily="18" charset="-127"/>
                <a:cs typeface="Arial" pitchFamily="34" charset="0"/>
              </a:rPr>
              <a:t>변경관리 수행</a:t>
            </a:r>
          </a:p>
        </p:txBody>
      </p:sp>
      <p:sp>
        <p:nvSpPr>
          <p:cNvPr id="228" name="Rectangle 12"/>
          <p:cNvSpPr>
            <a:spLocks noChangeArrowheads="1"/>
          </p:cNvSpPr>
          <p:nvPr/>
        </p:nvSpPr>
        <p:spPr bwMode="auto">
          <a:xfrm>
            <a:off x="5515634" y="4292170"/>
            <a:ext cx="1248704" cy="369171"/>
          </a:xfrm>
          <a:prstGeom prst="rect">
            <a:avLst/>
          </a:prstGeom>
          <a:noFill/>
          <a:ln w="9525" algn="ctr">
            <a:noFill/>
            <a:prstDash val="dash"/>
            <a:miter lim="800000"/>
            <a:headEnd/>
            <a:tailEnd/>
          </a:ln>
          <a:effectLst/>
        </p:spPr>
        <p:txBody>
          <a:bodyPr wrap="square" lIns="0" tIns="0" rIns="0" bIns="0">
            <a:spAutoFit/>
            <a:scene3d>
              <a:camera prst="orthographicFront"/>
              <a:lightRig rig="threePt" dir="t"/>
            </a:scene3d>
            <a:sp3d>
              <a:bevelT w="0"/>
            </a:sp3d>
          </a:bodyPr>
          <a:lstStyle/>
          <a:p>
            <a:pPr algn="ctr" defTabSz="1376586" eaLnBrk="0" latinLnBrk="0" hangingPunct="0">
              <a:buClr>
                <a:srgbClr val="4D4D4D"/>
              </a:buClr>
              <a:buSzPts val="1300"/>
              <a:tabLst>
                <a:tab pos="928177" algn="l"/>
                <a:tab pos="1522399" algn="l"/>
              </a:tabLst>
            </a:pPr>
            <a:r>
              <a:rPr lang="ko-KR" altLang="en-US" sz="1200" spc="-49" dirty="0">
                <a:latin typeface="Rix고딕 M" pitchFamily="18" charset="-127"/>
                <a:ea typeface="Rix고딕 M" pitchFamily="18" charset="-127"/>
                <a:cs typeface="Arial" pitchFamily="34" charset="0"/>
              </a:rPr>
              <a:t>계약자료</a:t>
            </a:r>
            <a:r>
              <a:rPr lang="en-US" altLang="ko-KR" sz="1200" spc="-49" dirty="0">
                <a:latin typeface="Rix고딕 M" pitchFamily="18" charset="-127"/>
                <a:ea typeface="Rix고딕 M" pitchFamily="18" charset="-127"/>
                <a:cs typeface="Arial" pitchFamily="34" charset="0"/>
              </a:rPr>
              <a:t>(</a:t>
            </a:r>
            <a:r>
              <a:rPr lang="ko-KR" altLang="en-US" sz="1200" spc="-49" dirty="0">
                <a:latin typeface="Rix고딕 M" pitchFamily="18" charset="-127"/>
                <a:ea typeface="Rix고딕 M" pitchFamily="18" charset="-127"/>
                <a:cs typeface="Arial" pitchFamily="34" charset="0"/>
              </a:rPr>
              <a:t>산출물</a:t>
            </a:r>
            <a:r>
              <a:rPr lang="en-US" altLang="ko-KR" sz="1200" spc="-49" dirty="0">
                <a:latin typeface="Rix고딕 M" pitchFamily="18" charset="-127"/>
                <a:ea typeface="Rix고딕 M" pitchFamily="18" charset="-127"/>
                <a:cs typeface="Arial" pitchFamily="34" charset="0"/>
              </a:rPr>
              <a:t>) </a:t>
            </a:r>
            <a:r>
              <a:rPr lang="ko-KR" altLang="en-US" sz="1200" spc="-49" dirty="0">
                <a:latin typeface="Rix고딕 M" pitchFamily="18" charset="-127"/>
                <a:ea typeface="Rix고딕 M" pitchFamily="18" charset="-127"/>
                <a:cs typeface="Arial" pitchFamily="34" charset="0"/>
              </a:rPr>
              <a:t>및 표준 문서 체계 준수</a:t>
            </a:r>
          </a:p>
        </p:txBody>
      </p:sp>
      <p:pic>
        <p:nvPicPr>
          <p:cNvPr id="229" name="Picture 101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68991" y="2159448"/>
            <a:ext cx="916414" cy="630397"/>
          </a:xfrm>
          <a:prstGeom prst="rect">
            <a:avLst/>
          </a:prstGeom>
          <a:noFill/>
          <a:ln w="12700" algn="ctr">
            <a:solidFill>
              <a:srgbClr val="B7C3C9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0" name="Picture 103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99037" y="2160082"/>
            <a:ext cx="940351" cy="616427"/>
          </a:xfrm>
          <a:prstGeom prst="rect">
            <a:avLst/>
          </a:prstGeom>
          <a:noFill/>
          <a:ln w="9525">
            <a:solidFill>
              <a:srgbClr val="A1CE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1" name="Picture 100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70561" y="2159844"/>
            <a:ext cx="959158" cy="621665"/>
          </a:xfrm>
          <a:prstGeom prst="rect">
            <a:avLst/>
          </a:prstGeom>
          <a:noFill/>
          <a:ln w="9525">
            <a:solidFill>
              <a:srgbClr val="B7C3C9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32" name="그룹 231"/>
          <p:cNvGrpSpPr/>
          <p:nvPr/>
        </p:nvGrpSpPr>
        <p:grpSpPr>
          <a:xfrm>
            <a:off x="5475708" y="2004882"/>
            <a:ext cx="1344201" cy="1365444"/>
            <a:chOff x="5475708" y="1915982"/>
            <a:chExt cx="1344201" cy="1365444"/>
          </a:xfrm>
        </p:grpSpPr>
        <p:sp>
          <p:nvSpPr>
            <p:cNvPr id="299" name="직사각형 298"/>
            <p:cNvSpPr/>
            <p:nvPr/>
          </p:nvSpPr>
          <p:spPr>
            <a:xfrm>
              <a:off x="5475708" y="1915982"/>
              <a:ext cx="1341818" cy="1365444"/>
            </a:xfrm>
            <a:prstGeom prst="rect">
              <a:avLst/>
            </a:prstGeom>
            <a:noFill/>
            <a:ln w="31750">
              <a:solidFill>
                <a:schemeClr val="accent6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1019188" rtl="0" eaLnBrk="1" latinLnBrk="1" hangingPunct="1">
                <a:defRPr sz="20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509594" algn="l" defTabSz="1019188" rtl="0" eaLnBrk="1" latinLnBrk="1" hangingPunct="1">
                <a:defRPr sz="20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1019188" algn="l" defTabSz="1019188" rtl="0" eaLnBrk="1" latinLnBrk="1" hangingPunct="1">
                <a:defRPr sz="20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528782" algn="l" defTabSz="1019188" rtl="0" eaLnBrk="1" latinLnBrk="1" hangingPunct="1">
                <a:defRPr sz="20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2038377" algn="l" defTabSz="1019188" rtl="0" eaLnBrk="1" latinLnBrk="1" hangingPunct="1">
                <a:defRPr sz="20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547971" algn="l" defTabSz="1019188" rtl="0" eaLnBrk="1" latinLnBrk="1" hangingPunct="1">
                <a:defRPr sz="20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3057565" algn="l" defTabSz="1019188" rtl="0" eaLnBrk="1" latinLnBrk="1" hangingPunct="1">
                <a:defRPr sz="20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567160" algn="l" defTabSz="1019188" rtl="0" eaLnBrk="1" latinLnBrk="1" hangingPunct="1">
                <a:defRPr sz="20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4076754" algn="l" defTabSz="1019188" rtl="0" eaLnBrk="1" latinLnBrk="1" hangingPunct="1">
                <a:defRPr sz="20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dirty="0"/>
            </a:p>
          </p:txBody>
        </p:sp>
        <p:sp>
          <p:nvSpPr>
            <p:cNvPr id="300" name="직사각형 299"/>
            <p:cNvSpPr/>
            <p:nvPr/>
          </p:nvSpPr>
          <p:spPr>
            <a:xfrm>
              <a:off x="5478091" y="1915982"/>
              <a:ext cx="1341818" cy="1365444"/>
            </a:xfrm>
            <a:prstGeom prst="rect">
              <a:avLst/>
            </a:prstGeom>
            <a:noFill/>
            <a:ln w="31750">
              <a:solidFill>
                <a:srgbClr val="D65C04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1019188" rtl="0" eaLnBrk="1" latinLnBrk="1" hangingPunct="1">
                <a:defRPr sz="20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509594" algn="l" defTabSz="1019188" rtl="0" eaLnBrk="1" latinLnBrk="1" hangingPunct="1">
                <a:defRPr sz="20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1019188" algn="l" defTabSz="1019188" rtl="0" eaLnBrk="1" latinLnBrk="1" hangingPunct="1">
                <a:defRPr sz="20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528782" algn="l" defTabSz="1019188" rtl="0" eaLnBrk="1" latinLnBrk="1" hangingPunct="1">
                <a:defRPr sz="20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2038377" algn="l" defTabSz="1019188" rtl="0" eaLnBrk="1" latinLnBrk="1" hangingPunct="1">
                <a:defRPr sz="20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547971" algn="l" defTabSz="1019188" rtl="0" eaLnBrk="1" latinLnBrk="1" hangingPunct="1">
                <a:defRPr sz="20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3057565" algn="l" defTabSz="1019188" rtl="0" eaLnBrk="1" latinLnBrk="1" hangingPunct="1">
                <a:defRPr sz="20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567160" algn="l" defTabSz="1019188" rtl="0" eaLnBrk="1" latinLnBrk="1" hangingPunct="1">
                <a:defRPr sz="20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4076754" algn="l" defTabSz="1019188" rtl="0" eaLnBrk="1" latinLnBrk="1" hangingPunct="1">
                <a:defRPr sz="20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dirty="0"/>
            </a:p>
          </p:txBody>
        </p:sp>
      </p:grpSp>
      <p:grpSp>
        <p:nvGrpSpPr>
          <p:cNvPr id="233" name="그룹 232"/>
          <p:cNvGrpSpPr/>
          <p:nvPr/>
        </p:nvGrpSpPr>
        <p:grpSpPr>
          <a:xfrm>
            <a:off x="7168457" y="1642568"/>
            <a:ext cx="3064044" cy="5395317"/>
            <a:chOff x="7207372" y="1553667"/>
            <a:chExt cx="3129496" cy="3202429"/>
          </a:xfrm>
        </p:grpSpPr>
        <p:sp>
          <p:nvSpPr>
            <p:cNvPr id="296" name="모서리가 둥근 직사각형 295"/>
            <p:cNvSpPr/>
            <p:nvPr/>
          </p:nvSpPr>
          <p:spPr>
            <a:xfrm>
              <a:off x="7207372" y="1553667"/>
              <a:ext cx="3107880" cy="3188916"/>
            </a:xfrm>
            <a:prstGeom prst="roundRect">
              <a:avLst>
                <a:gd name="adj" fmla="val 0"/>
              </a:avLst>
            </a:prstGeom>
            <a:gradFill>
              <a:gsLst>
                <a:gs pos="83000">
                  <a:schemeClr val="bg1"/>
                </a:gs>
                <a:gs pos="58000">
                  <a:schemeClr val="bg1">
                    <a:lumMod val="95000"/>
                  </a:schemeClr>
                </a:gs>
                <a:gs pos="27000">
                  <a:schemeClr val="bg1"/>
                </a:gs>
                <a:gs pos="0">
                  <a:schemeClr val="bg1">
                    <a:lumMod val="85000"/>
                  </a:schemeClr>
                </a:gs>
                <a:gs pos="100000">
                  <a:schemeClr val="bg1">
                    <a:lumMod val="95000"/>
                  </a:schemeClr>
                </a:gs>
              </a:gsLst>
              <a:lin ang="2700000" scaled="0"/>
            </a:gradFill>
            <a:ln w="12700">
              <a:solidFill>
                <a:schemeClr val="bg1">
                  <a:lumMod val="85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/>
            </a:p>
          </p:txBody>
        </p:sp>
        <p:sp>
          <p:nvSpPr>
            <p:cNvPr id="297" name="직사각형 296"/>
            <p:cNvSpPr/>
            <p:nvPr/>
          </p:nvSpPr>
          <p:spPr>
            <a:xfrm>
              <a:off x="7207372" y="1562998"/>
              <a:ext cx="81333" cy="3193098"/>
            </a:xfrm>
            <a:prstGeom prst="rect">
              <a:avLst/>
            </a:prstGeom>
            <a:gradFill>
              <a:gsLst>
                <a:gs pos="100000">
                  <a:schemeClr val="tx1">
                    <a:lumMod val="65000"/>
                    <a:lumOff val="35000"/>
                  </a:schemeClr>
                </a:gs>
                <a:gs pos="1250">
                  <a:schemeClr val="tx1">
                    <a:lumMod val="65000"/>
                    <a:lumOff val="35000"/>
                  </a:schemeClr>
                </a:gs>
                <a:gs pos="11000">
                  <a:schemeClr val="tx1">
                    <a:lumMod val="85000"/>
                    <a:lumOff val="15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/>
            </a:p>
          </p:txBody>
        </p:sp>
        <p:sp>
          <p:nvSpPr>
            <p:cNvPr id="298" name="직사각형 297"/>
            <p:cNvSpPr/>
            <p:nvPr/>
          </p:nvSpPr>
          <p:spPr>
            <a:xfrm>
              <a:off x="10255535" y="1562998"/>
              <a:ext cx="81333" cy="3193098"/>
            </a:xfrm>
            <a:prstGeom prst="rect">
              <a:avLst/>
            </a:prstGeom>
            <a:gradFill>
              <a:gsLst>
                <a:gs pos="100000">
                  <a:schemeClr val="tx1">
                    <a:lumMod val="65000"/>
                    <a:lumOff val="35000"/>
                  </a:schemeClr>
                </a:gs>
                <a:gs pos="1250">
                  <a:schemeClr val="tx1">
                    <a:lumMod val="65000"/>
                    <a:lumOff val="35000"/>
                  </a:schemeClr>
                </a:gs>
                <a:gs pos="11000">
                  <a:schemeClr val="tx1">
                    <a:lumMod val="85000"/>
                    <a:lumOff val="15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/>
            </a:p>
          </p:txBody>
        </p:sp>
      </p:grpSp>
      <p:sp>
        <p:nvSpPr>
          <p:cNvPr id="234" name="양쪽 모서리가 둥근 사각형 233"/>
          <p:cNvSpPr/>
          <p:nvPr/>
        </p:nvSpPr>
        <p:spPr>
          <a:xfrm>
            <a:off x="7322292" y="4460300"/>
            <a:ext cx="2756906" cy="2496051"/>
          </a:xfrm>
          <a:prstGeom prst="round2SameRect">
            <a:avLst>
              <a:gd name="adj1" fmla="val 2397"/>
              <a:gd name="adj2" fmla="val 0"/>
            </a:avLst>
          </a:prstGeom>
          <a:noFill/>
          <a:ln w="15875">
            <a:gradFill>
              <a:gsLst>
                <a:gs pos="0">
                  <a:schemeClr val="tx1">
                    <a:lumMod val="65000"/>
                    <a:lumOff val="35000"/>
                  </a:schemeClr>
                </a:gs>
                <a:gs pos="100000">
                  <a:schemeClr val="accent1">
                    <a:tint val="23500"/>
                    <a:satMod val="160000"/>
                    <a:alpha val="6000"/>
                  </a:schemeClr>
                </a:gs>
              </a:gsLst>
              <a:lin ang="540000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9569" tIns="49785" rIns="99569" bIns="49785" rtlCol="0" anchor="ctr"/>
          <a:lstStyle/>
          <a:p>
            <a:pPr algn="ctr"/>
            <a:endParaRPr lang="ko-KR" altLang="en-US" sz="1800" dirty="0"/>
          </a:p>
        </p:txBody>
      </p:sp>
      <p:grpSp>
        <p:nvGrpSpPr>
          <p:cNvPr id="235" name="그룹 234"/>
          <p:cNvGrpSpPr/>
          <p:nvPr/>
        </p:nvGrpSpPr>
        <p:grpSpPr>
          <a:xfrm>
            <a:off x="7377970" y="4356863"/>
            <a:ext cx="1141321" cy="285856"/>
            <a:chOff x="2603660" y="3266312"/>
            <a:chExt cx="2573178" cy="382144"/>
          </a:xfrm>
        </p:grpSpPr>
        <p:sp>
          <p:nvSpPr>
            <p:cNvPr id="294" name="양쪽 모서리가 둥근 사각형 293"/>
            <p:cNvSpPr/>
            <p:nvPr/>
          </p:nvSpPr>
          <p:spPr>
            <a:xfrm rot="10800000">
              <a:off x="2603660" y="3266312"/>
              <a:ext cx="2468880" cy="382144"/>
            </a:xfrm>
            <a:prstGeom prst="round2Same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endParaRPr lang="ko-KR" altLang="en-US" sz="1800" dirty="0"/>
            </a:p>
          </p:txBody>
        </p:sp>
        <p:sp>
          <p:nvSpPr>
            <p:cNvPr id="295" name="직각 삼각형 294"/>
            <p:cNvSpPr/>
            <p:nvPr/>
          </p:nvSpPr>
          <p:spPr>
            <a:xfrm>
              <a:off x="5072540" y="3266312"/>
              <a:ext cx="104298" cy="146305"/>
            </a:xfrm>
            <a:prstGeom prst="rtTriangl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/>
            </a:p>
          </p:txBody>
        </p:sp>
      </p:grpSp>
      <p:sp>
        <p:nvSpPr>
          <p:cNvPr id="236" name="Rectangle 12"/>
          <p:cNvSpPr>
            <a:spLocks noChangeArrowheads="1"/>
          </p:cNvSpPr>
          <p:nvPr/>
        </p:nvSpPr>
        <p:spPr bwMode="auto">
          <a:xfrm>
            <a:off x="7384724" y="4392100"/>
            <a:ext cx="1101367" cy="200068"/>
          </a:xfrm>
          <a:prstGeom prst="rect">
            <a:avLst/>
          </a:prstGeom>
          <a:noFill/>
          <a:ln w="9525" algn="ctr">
            <a:noFill/>
            <a:prstDash val="dash"/>
            <a:miter lim="800000"/>
            <a:headEnd/>
            <a:tailEnd/>
          </a:ln>
          <a:effectLst/>
        </p:spPr>
        <p:txBody>
          <a:bodyPr wrap="square" lIns="0" tIns="0" rIns="0" bIns="0">
            <a:spAutoFit/>
            <a:scene3d>
              <a:camera prst="orthographicFront"/>
              <a:lightRig rig="threePt" dir="t"/>
            </a:scene3d>
            <a:sp3d>
              <a:bevelT w="0"/>
            </a:sp3d>
          </a:bodyPr>
          <a:lstStyle/>
          <a:p>
            <a:pPr algn="ctr" defTabSz="1376586" eaLnBrk="0" latinLnBrk="0" hangingPunct="0">
              <a:buClr>
                <a:srgbClr val="4D4D4D"/>
              </a:buClr>
              <a:buSzPts val="1300"/>
              <a:tabLst>
                <a:tab pos="928177" algn="l"/>
                <a:tab pos="1522399" algn="l"/>
              </a:tabLst>
            </a:pPr>
            <a:r>
              <a:rPr lang="ko-KR" altLang="en-US" sz="1300" spc="-49" dirty="0">
                <a:solidFill>
                  <a:schemeClr val="bg1"/>
                </a:solidFill>
                <a:latin typeface="Rix고딕 B" pitchFamily="18" charset="-127"/>
                <a:ea typeface="Rix고딕 B" pitchFamily="18" charset="-127"/>
                <a:cs typeface="Arial" pitchFamily="34" charset="0"/>
              </a:rPr>
              <a:t>위험사전 예방</a:t>
            </a:r>
            <a:endParaRPr lang="en-US" altLang="ko-KR" sz="1300" spc="-49" dirty="0">
              <a:solidFill>
                <a:schemeClr val="bg1"/>
              </a:solidFill>
              <a:latin typeface="Rix고딕 B" pitchFamily="18" charset="-127"/>
              <a:ea typeface="Rix고딕 B" pitchFamily="18" charset="-127"/>
              <a:cs typeface="Arial" pitchFamily="34" charset="0"/>
            </a:endParaRPr>
          </a:p>
        </p:txBody>
      </p:sp>
      <p:grpSp>
        <p:nvGrpSpPr>
          <p:cNvPr id="237" name="그룹 236"/>
          <p:cNvGrpSpPr/>
          <p:nvPr/>
        </p:nvGrpSpPr>
        <p:grpSpPr>
          <a:xfrm flipH="1">
            <a:off x="8882505" y="4356863"/>
            <a:ext cx="1141321" cy="285856"/>
            <a:chOff x="2603660" y="3266312"/>
            <a:chExt cx="2573178" cy="382144"/>
          </a:xfrm>
        </p:grpSpPr>
        <p:sp>
          <p:nvSpPr>
            <p:cNvPr id="292" name="양쪽 모서리가 둥근 사각형 291"/>
            <p:cNvSpPr/>
            <p:nvPr/>
          </p:nvSpPr>
          <p:spPr>
            <a:xfrm rot="10800000">
              <a:off x="2603660" y="3266312"/>
              <a:ext cx="2468880" cy="382144"/>
            </a:xfrm>
            <a:prstGeom prst="round2Same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endParaRPr lang="ko-KR" altLang="en-US" sz="1800" dirty="0"/>
            </a:p>
          </p:txBody>
        </p:sp>
        <p:sp>
          <p:nvSpPr>
            <p:cNvPr id="293" name="직각 삼각형 292"/>
            <p:cNvSpPr/>
            <p:nvPr/>
          </p:nvSpPr>
          <p:spPr>
            <a:xfrm>
              <a:off x="5072540" y="3266312"/>
              <a:ext cx="104298" cy="146305"/>
            </a:xfrm>
            <a:prstGeom prst="rtTriangl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/>
            </a:p>
          </p:txBody>
        </p:sp>
      </p:grpSp>
      <p:sp>
        <p:nvSpPr>
          <p:cNvPr id="238" name="Rectangle 12"/>
          <p:cNvSpPr>
            <a:spLocks noChangeArrowheads="1"/>
          </p:cNvSpPr>
          <p:nvPr/>
        </p:nvSpPr>
        <p:spPr bwMode="auto">
          <a:xfrm>
            <a:off x="8922459" y="4392100"/>
            <a:ext cx="1101367" cy="200068"/>
          </a:xfrm>
          <a:prstGeom prst="rect">
            <a:avLst/>
          </a:prstGeom>
          <a:noFill/>
          <a:ln w="9525" algn="ctr">
            <a:noFill/>
            <a:prstDash val="dash"/>
            <a:miter lim="800000"/>
            <a:headEnd/>
            <a:tailEnd/>
          </a:ln>
          <a:effectLst/>
        </p:spPr>
        <p:txBody>
          <a:bodyPr wrap="square" lIns="0" tIns="0" rIns="0" bIns="0">
            <a:spAutoFit/>
            <a:scene3d>
              <a:camera prst="orthographicFront"/>
              <a:lightRig rig="threePt" dir="t"/>
            </a:scene3d>
            <a:sp3d>
              <a:bevelT w="0"/>
            </a:sp3d>
          </a:bodyPr>
          <a:lstStyle/>
          <a:p>
            <a:pPr algn="ctr" defTabSz="1376586" eaLnBrk="0" latinLnBrk="0" hangingPunct="0">
              <a:buClr>
                <a:srgbClr val="4D4D4D"/>
              </a:buClr>
              <a:buSzPts val="1300"/>
              <a:tabLst>
                <a:tab pos="928177" algn="l"/>
                <a:tab pos="1522399" algn="l"/>
              </a:tabLst>
            </a:pPr>
            <a:r>
              <a:rPr lang="ko-KR" altLang="en-US" sz="1300" spc="-49" dirty="0">
                <a:solidFill>
                  <a:schemeClr val="bg1"/>
                </a:solidFill>
                <a:latin typeface="Rix고딕 B" pitchFamily="18" charset="-127"/>
                <a:ea typeface="Rix고딕 B" pitchFamily="18" charset="-127"/>
                <a:cs typeface="Arial" pitchFamily="34" charset="0"/>
              </a:rPr>
              <a:t>위험 발생시</a:t>
            </a:r>
            <a:endParaRPr lang="en-US" altLang="ko-KR" sz="1300" spc="-49" dirty="0">
              <a:solidFill>
                <a:schemeClr val="bg1"/>
              </a:solidFill>
              <a:latin typeface="Rix고딕 B" pitchFamily="18" charset="-127"/>
              <a:ea typeface="Rix고딕 B" pitchFamily="18" charset="-127"/>
              <a:cs typeface="Arial" pitchFamily="34" charset="0"/>
            </a:endParaRPr>
          </a:p>
        </p:txBody>
      </p:sp>
      <p:sp>
        <p:nvSpPr>
          <p:cNvPr id="239" name="AutoShape 67" descr="흐름도-gray-1"/>
          <p:cNvSpPr>
            <a:spLocks noChangeArrowheads="1"/>
          </p:cNvSpPr>
          <p:nvPr/>
        </p:nvSpPr>
        <p:spPr bwMode="auto">
          <a:xfrm>
            <a:off x="8403374" y="5036923"/>
            <a:ext cx="675561" cy="418107"/>
          </a:xfrm>
          <a:prstGeom prst="roundRect">
            <a:avLst>
              <a:gd name="adj" fmla="val 12111"/>
            </a:avLst>
          </a:prstGeom>
          <a:solidFill>
            <a:srgbClr val="0070C0"/>
          </a:solidFill>
          <a:ln w="12700" algn="ctr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marL="335524" indent="-335524" algn="ctr" defTabSz="1030089" eaLnBrk="0" latinLnBrk="0" hangingPunct="0">
              <a:buClr>
                <a:srgbClr val="3271AA"/>
              </a:buClr>
              <a:buSzPct val="140000"/>
              <a:tabLst>
                <a:tab pos="5578468" algn="l"/>
              </a:tabLst>
            </a:pPr>
            <a:r>
              <a:rPr lang="ko-KR" altLang="en-US" sz="1000" kern="0" spc="-99" dirty="0">
                <a:solidFill>
                  <a:schemeClr val="bg1"/>
                </a:solidFill>
                <a:latin typeface="Rix고딕 M" pitchFamily="18" charset="-127"/>
                <a:ea typeface="Rix고딕 M" pitchFamily="18" charset="-127"/>
              </a:rPr>
              <a:t>이상징후</a:t>
            </a:r>
          </a:p>
          <a:p>
            <a:pPr marL="335524" indent="-335524" algn="ctr" defTabSz="1030089" eaLnBrk="0" latinLnBrk="0" hangingPunct="0">
              <a:buClr>
                <a:srgbClr val="3271AA"/>
              </a:buClr>
              <a:buSzPct val="140000"/>
              <a:tabLst>
                <a:tab pos="5578468" algn="l"/>
              </a:tabLst>
            </a:pPr>
            <a:r>
              <a:rPr lang="ko-KR" altLang="en-US" sz="1000" kern="0" spc="-99" dirty="0">
                <a:solidFill>
                  <a:schemeClr val="bg1"/>
                </a:solidFill>
                <a:latin typeface="Rix고딕 M" pitchFamily="18" charset="-127"/>
                <a:ea typeface="Rix고딕 M" pitchFamily="18" charset="-127"/>
              </a:rPr>
              <a:t>포착</a:t>
            </a:r>
          </a:p>
        </p:txBody>
      </p:sp>
      <p:sp>
        <p:nvSpPr>
          <p:cNvPr id="240" name="AutoShape 68" descr="흐름도-gray-1"/>
          <p:cNvSpPr>
            <a:spLocks noChangeArrowheads="1"/>
          </p:cNvSpPr>
          <p:nvPr/>
        </p:nvSpPr>
        <p:spPr bwMode="auto">
          <a:xfrm>
            <a:off x="7408764" y="4772003"/>
            <a:ext cx="785537" cy="387469"/>
          </a:xfrm>
          <a:prstGeom prst="roundRect">
            <a:avLst>
              <a:gd name="adj" fmla="val 16667"/>
            </a:avLst>
          </a:prstGeom>
          <a:solidFill>
            <a:schemeClr val="tx1">
              <a:lumMod val="65000"/>
              <a:lumOff val="35000"/>
            </a:schemeClr>
          </a:solidFill>
          <a:ln w="12700" algn="ctr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marL="335524" indent="-335524" algn="ctr" defTabSz="1030089" eaLnBrk="0" latinLnBrk="0" hangingPunct="0">
              <a:lnSpc>
                <a:spcPct val="110000"/>
              </a:lnSpc>
              <a:spcAft>
                <a:spcPts val="296"/>
              </a:spcAft>
              <a:buClr>
                <a:srgbClr val="3271AA"/>
              </a:buClr>
              <a:buSzPct val="140000"/>
              <a:tabLst>
                <a:tab pos="5578468" algn="l"/>
              </a:tabLst>
            </a:pPr>
            <a:r>
              <a:rPr lang="ko-KR" altLang="en-US" sz="1000" kern="0" spc="-99" dirty="0">
                <a:solidFill>
                  <a:schemeClr val="bg1"/>
                </a:solidFill>
                <a:latin typeface="Rix고딕 M" pitchFamily="18" charset="-127"/>
                <a:ea typeface="Rix고딕 M" pitchFamily="18" charset="-127"/>
              </a:rPr>
              <a:t>위험진단 계획</a:t>
            </a:r>
          </a:p>
        </p:txBody>
      </p:sp>
      <p:sp>
        <p:nvSpPr>
          <p:cNvPr id="241" name="AutoShape 69" descr="흐름도-gray-1"/>
          <p:cNvSpPr>
            <a:spLocks noChangeArrowheads="1"/>
          </p:cNvSpPr>
          <p:nvPr/>
        </p:nvSpPr>
        <p:spPr bwMode="auto">
          <a:xfrm>
            <a:off x="7408764" y="5885754"/>
            <a:ext cx="785537" cy="387469"/>
          </a:xfrm>
          <a:prstGeom prst="roundRect">
            <a:avLst>
              <a:gd name="adj" fmla="val 16667"/>
            </a:avLst>
          </a:prstGeom>
          <a:solidFill>
            <a:schemeClr val="tx1">
              <a:lumMod val="65000"/>
              <a:lumOff val="35000"/>
            </a:schemeClr>
          </a:solidFill>
          <a:ln w="12700" algn="ctr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marL="335524" indent="-335524" algn="ctr" defTabSz="1030089" eaLnBrk="0" latinLnBrk="0" hangingPunct="0">
              <a:lnSpc>
                <a:spcPct val="110000"/>
              </a:lnSpc>
              <a:spcAft>
                <a:spcPts val="296"/>
              </a:spcAft>
              <a:buClr>
                <a:srgbClr val="3271AA"/>
              </a:buClr>
              <a:buSzPct val="140000"/>
              <a:tabLst>
                <a:tab pos="5578468" algn="l"/>
              </a:tabLst>
            </a:pPr>
            <a:r>
              <a:rPr lang="ko-KR" altLang="en-US" sz="1000" kern="0" spc="-99" dirty="0">
                <a:solidFill>
                  <a:schemeClr val="bg1"/>
                </a:solidFill>
                <a:latin typeface="Rix고딕 M" pitchFamily="18" charset="-127"/>
                <a:ea typeface="Rix고딕 M" pitchFamily="18" charset="-127"/>
              </a:rPr>
              <a:t>위험수준 측정</a:t>
            </a:r>
          </a:p>
        </p:txBody>
      </p:sp>
      <p:sp>
        <p:nvSpPr>
          <p:cNvPr id="242" name="AutoShape 70" descr="흐름도-gray-1"/>
          <p:cNvSpPr>
            <a:spLocks noChangeArrowheads="1"/>
          </p:cNvSpPr>
          <p:nvPr/>
        </p:nvSpPr>
        <p:spPr bwMode="auto">
          <a:xfrm>
            <a:off x="7408764" y="6442628"/>
            <a:ext cx="785537" cy="387470"/>
          </a:xfrm>
          <a:prstGeom prst="roundRect">
            <a:avLst>
              <a:gd name="adj" fmla="val 16667"/>
            </a:avLst>
          </a:prstGeom>
          <a:solidFill>
            <a:schemeClr val="tx1">
              <a:lumMod val="65000"/>
              <a:lumOff val="35000"/>
            </a:schemeClr>
          </a:solidFill>
          <a:ln w="12700" algn="ctr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marL="335524" indent="-335524" algn="ctr" defTabSz="1030089" eaLnBrk="0" latinLnBrk="0" hangingPunct="0">
              <a:buClr>
                <a:srgbClr val="3271AA"/>
              </a:buClr>
              <a:buSzPct val="140000"/>
              <a:tabLst>
                <a:tab pos="5578468" algn="l"/>
              </a:tabLst>
            </a:pPr>
            <a:r>
              <a:rPr lang="ko-KR" altLang="en-US" sz="1000" kern="0" spc="-99" dirty="0">
                <a:solidFill>
                  <a:schemeClr val="bg1"/>
                </a:solidFill>
                <a:latin typeface="Rix고딕 M" pitchFamily="18" charset="-127"/>
                <a:ea typeface="Rix고딕 M" pitchFamily="18" charset="-127"/>
              </a:rPr>
              <a:t>위험회피</a:t>
            </a:r>
            <a:r>
              <a:rPr lang="en-US" altLang="ko-KR" sz="1000" kern="0" spc="-99" dirty="0">
                <a:solidFill>
                  <a:schemeClr val="bg1"/>
                </a:solidFill>
                <a:latin typeface="Rix고딕 M" pitchFamily="18" charset="-127"/>
                <a:ea typeface="Rix고딕 M" pitchFamily="18" charset="-127"/>
              </a:rPr>
              <a:t>/ </a:t>
            </a:r>
          </a:p>
          <a:p>
            <a:pPr marL="335524" indent="-335524" algn="ctr" defTabSz="1030089" eaLnBrk="0" latinLnBrk="0" hangingPunct="0">
              <a:buClr>
                <a:srgbClr val="3271AA"/>
              </a:buClr>
              <a:buSzPct val="140000"/>
              <a:tabLst>
                <a:tab pos="5578468" algn="l"/>
              </a:tabLst>
            </a:pPr>
            <a:r>
              <a:rPr lang="ko-KR" altLang="en-US" sz="1000" kern="0" spc="-99" dirty="0">
                <a:solidFill>
                  <a:schemeClr val="bg1"/>
                </a:solidFill>
                <a:latin typeface="Rix고딕 M" pitchFamily="18" charset="-127"/>
                <a:ea typeface="Rix고딕 M" pitchFamily="18" charset="-127"/>
              </a:rPr>
              <a:t>완화 방안</a:t>
            </a:r>
          </a:p>
        </p:txBody>
      </p:sp>
      <p:sp>
        <p:nvSpPr>
          <p:cNvPr id="243" name="AutoShape 71" descr="흐름도-gray-1"/>
          <p:cNvSpPr>
            <a:spLocks noChangeArrowheads="1"/>
          </p:cNvSpPr>
          <p:nvPr/>
        </p:nvSpPr>
        <p:spPr bwMode="auto">
          <a:xfrm>
            <a:off x="9246920" y="4772003"/>
            <a:ext cx="768618" cy="387469"/>
          </a:xfrm>
          <a:prstGeom prst="roundRect">
            <a:avLst>
              <a:gd name="adj" fmla="val 16667"/>
            </a:avLst>
          </a:prstGeom>
          <a:solidFill>
            <a:schemeClr val="accent6">
              <a:lumMod val="50000"/>
            </a:schemeClr>
          </a:solidFill>
          <a:ln w="12700" algn="ctr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marL="335524" indent="-335524" algn="ctr" defTabSz="1030089" eaLnBrk="0" latinLnBrk="0" hangingPunct="0">
              <a:lnSpc>
                <a:spcPct val="110000"/>
              </a:lnSpc>
              <a:spcAft>
                <a:spcPts val="296"/>
              </a:spcAft>
              <a:buClr>
                <a:srgbClr val="3271AA"/>
              </a:buClr>
              <a:buSzPct val="140000"/>
              <a:tabLst>
                <a:tab pos="5578468" algn="l"/>
              </a:tabLst>
            </a:pPr>
            <a:r>
              <a:rPr lang="ko-KR" altLang="en-US" sz="1000" kern="0" spc="-99" dirty="0" smtClean="0">
                <a:solidFill>
                  <a:schemeClr val="bg1"/>
                </a:solidFill>
                <a:latin typeface="Rix고딕 M" pitchFamily="18" charset="-127"/>
                <a:ea typeface="Rix고딕 M" pitchFamily="18" charset="-127"/>
              </a:rPr>
              <a:t>상시 모니터링</a:t>
            </a:r>
            <a:endParaRPr lang="ko-KR" altLang="en-US" sz="1000" kern="0" spc="-99" dirty="0">
              <a:solidFill>
                <a:schemeClr val="bg1"/>
              </a:solidFill>
              <a:latin typeface="Rix고딕 M" pitchFamily="18" charset="-127"/>
              <a:ea typeface="Rix고딕 M" pitchFamily="18" charset="-127"/>
            </a:endParaRPr>
          </a:p>
        </p:txBody>
      </p:sp>
      <p:sp>
        <p:nvSpPr>
          <p:cNvPr id="244" name="AutoShape 72" descr="흐름도-gray-1"/>
          <p:cNvSpPr>
            <a:spLocks noChangeArrowheads="1"/>
          </p:cNvSpPr>
          <p:nvPr/>
        </p:nvSpPr>
        <p:spPr bwMode="auto">
          <a:xfrm>
            <a:off x="9246920" y="5882149"/>
            <a:ext cx="768618" cy="387469"/>
          </a:xfrm>
          <a:prstGeom prst="roundRect">
            <a:avLst>
              <a:gd name="adj" fmla="val 16667"/>
            </a:avLst>
          </a:prstGeom>
          <a:solidFill>
            <a:schemeClr val="accent6">
              <a:lumMod val="50000"/>
            </a:schemeClr>
          </a:solidFill>
          <a:ln w="12700" algn="ctr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marL="335524" indent="-335524" algn="ctr" defTabSz="1030089" eaLnBrk="0" latinLnBrk="0" hangingPunct="0">
              <a:buClr>
                <a:srgbClr val="3271AA"/>
              </a:buClr>
              <a:buSzPct val="140000"/>
              <a:tabLst>
                <a:tab pos="5578468" algn="l"/>
              </a:tabLst>
            </a:pPr>
            <a:r>
              <a:rPr lang="ko-KR" altLang="en-US" sz="1000" kern="0" spc="-99" dirty="0">
                <a:solidFill>
                  <a:schemeClr val="bg1"/>
                </a:solidFill>
                <a:latin typeface="Rix고딕 M" pitchFamily="18" charset="-127"/>
                <a:ea typeface="Rix고딕 M" pitchFamily="18" charset="-127"/>
              </a:rPr>
              <a:t>전사적 지원</a:t>
            </a:r>
          </a:p>
          <a:p>
            <a:pPr marL="335524" indent="-335524" algn="ctr" defTabSz="1030089" eaLnBrk="0" latinLnBrk="0" hangingPunct="0">
              <a:buClr>
                <a:srgbClr val="3271AA"/>
              </a:buClr>
              <a:buSzPct val="140000"/>
              <a:tabLst>
                <a:tab pos="5578468" algn="l"/>
              </a:tabLst>
            </a:pPr>
            <a:r>
              <a:rPr lang="ko-KR" altLang="en-US" sz="1000" kern="0" spc="-99" dirty="0">
                <a:solidFill>
                  <a:schemeClr val="bg1"/>
                </a:solidFill>
                <a:latin typeface="Rix고딕 M" pitchFamily="18" charset="-127"/>
                <a:ea typeface="Rix고딕 M" pitchFamily="18" charset="-127"/>
              </a:rPr>
              <a:t>체계 마련</a:t>
            </a:r>
          </a:p>
        </p:txBody>
      </p:sp>
      <p:sp>
        <p:nvSpPr>
          <p:cNvPr id="245" name="AutoShape 73" descr="흐름도-gray-1"/>
          <p:cNvSpPr>
            <a:spLocks noChangeArrowheads="1"/>
          </p:cNvSpPr>
          <p:nvPr/>
        </p:nvSpPr>
        <p:spPr bwMode="auto">
          <a:xfrm>
            <a:off x="7406345" y="5328876"/>
            <a:ext cx="790370" cy="387470"/>
          </a:xfrm>
          <a:prstGeom prst="roundRect">
            <a:avLst>
              <a:gd name="adj" fmla="val 16667"/>
            </a:avLst>
          </a:prstGeom>
          <a:solidFill>
            <a:schemeClr val="tx1">
              <a:lumMod val="65000"/>
              <a:lumOff val="35000"/>
            </a:schemeClr>
          </a:solidFill>
          <a:ln w="12700" algn="ctr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marL="335524" indent="-335524" algn="ctr" defTabSz="1030089" eaLnBrk="0" latinLnBrk="0" hangingPunct="0">
              <a:lnSpc>
                <a:spcPct val="110000"/>
              </a:lnSpc>
              <a:spcAft>
                <a:spcPts val="296"/>
              </a:spcAft>
              <a:buClr>
                <a:srgbClr val="3271AA"/>
              </a:buClr>
              <a:buSzPct val="140000"/>
              <a:tabLst>
                <a:tab pos="5578468" algn="l"/>
              </a:tabLst>
            </a:pPr>
            <a:r>
              <a:rPr lang="ko-KR" altLang="en-US" sz="1000" kern="0" spc="-99" dirty="0">
                <a:solidFill>
                  <a:schemeClr val="bg1"/>
                </a:solidFill>
                <a:latin typeface="Rix고딕 M" pitchFamily="18" charset="-127"/>
                <a:ea typeface="Rix고딕 M" pitchFamily="18" charset="-127"/>
              </a:rPr>
              <a:t>위험요소 식별</a:t>
            </a:r>
          </a:p>
        </p:txBody>
      </p:sp>
      <p:sp>
        <p:nvSpPr>
          <p:cNvPr id="246" name="AutoShape 74" descr="흐름도-gray-1"/>
          <p:cNvSpPr>
            <a:spLocks noChangeArrowheads="1"/>
          </p:cNvSpPr>
          <p:nvPr/>
        </p:nvSpPr>
        <p:spPr bwMode="auto">
          <a:xfrm>
            <a:off x="9246920" y="5327075"/>
            <a:ext cx="769825" cy="387469"/>
          </a:xfrm>
          <a:prstGeom prst="roundRect">
            <a:avLst>
              <a:gd name="adj" fmla="val 16667"/>
            </a:avLst>
          </a:prstGeom>
          <a:solidFill>
            <a:schemeClr val="accent6">
              <a:lumMod val="50000"/>
            </a:schemeClr>
          </a:solidFill>
          <a:ln w="12700" algn="ctr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marL="335524" indent="-335524" algn="ctr" defTabSz="1030089" eaLnBrk="0" latinLnBrk="0" hangingPunct="0">
              <a:lnSpc>
                <a:spcPct val="110000"/>
              </a:lnSpc>
              <a:spcAft>
                <a:spcPts val="296"/>
              </a:spcAft>
              <a:buClr>
                <a:srgbClr val="3271AA"/>
              </a:buClr>
              <a:buSzPct val="140000"/>
              <a:tabLst>
                <a:tab pos="5578468" algn="l"/>
              </a:tabLst>
            </a:pPr>
            <a:r>
              <a:rPr lang="ko-KR" altLang="en-US" sz="1000" kern="0" spc="-99" dirty="0">
                <a:solidFill>
                  <a:schemeClr val="bg1"/>
                </a:solidFill>
                <a:latin typeface="Rix고딕 M" pitchFamily="18" charset="-127"/>
                <a:ea typeface="Rix고딕 M" pitchFamily="18" charset="-127"/>
              </a:rPr>
              <a:t>위험요소분석</a:t>
            </a:r>
          </a:p>
        </p:txBody>
      </p:sp>
      <p:sp>
        <p:nvSpPr>
          <p:cNvPr id="247" name="AutoShape 75" descr="흐름도-gray-1"/>
          <p:cNvSpPr>
            <a:spLocks noChangeArrowheads="1"/>
          </p:cNvSpPr>
          <p:nvPr/>
        </p:nvSpPr>
        <p:spPr bwMode="auto">
          <a:xfrm>
            <a:off x="9243295" y="6439022"/>
            <a:ext cx="775868" cy="387470"/>
          </a:xfrm>
          <a:prstGeom prst="roundRect">
            <a:avLst>
              <a:gd name="adj" fmla="val 16667"/>
            </a:avLst>
          </a:prstGeom>
          <a:solidFill>
            <a:schemeClr val="accent6">
              <a:lumMod val="50000"/>
            </a:schemeClr>
          </a:solidFill>
          <a:ln w="12700" algn="ctr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marL="335524" indent="-335524" algn="ctr" defTabSz="1030089" eaLnBrk="0" latinLnBrk="0" hangingPunct="0">
              <a:buClr>
                <a:srgbClr val="3271AA"/>
              </a:buClr>
              <a:buSzPct val="140000"/>
              <a:tabLst>
                <a:tab pos="5578468" algn="l"/>
              </a:tabLst>
            </a:pPr>
            <a:r>
              <a:rPr lang="ko-KR" altLang="en-US" sz="1000" kern="0" spc="-99" dirty="0">
                <a:solidFill>
                  <a:schemeClr val="bg1"/>
                </a:solidFill>
                <a:latin typeface="Rix고딕 M" pitchFamily="18" charset="-127"/>
                <a:ea typeface="Rix고딕 M" pitchFamily="18" charset="-127"/>
              </a:rPr>
              <a:t>위험회피 지원</a:t>
            </a:r>
            <a:endParaRPr lang="en-US" altLang="ko-KR" sz="1000" kern="0" spc="-99" dirty="0">
              <a:solidFill>
                <a:schemeClr val="bg1"/>
              </a:solidFill>
              <a:latin typeface="Rix고딕 M" pitchFamily="18" charset="-127"/>
              <a:ea typeface="Rix고딕 M" pitchFamily="18" charset="-127"/>
            </a:endParaRPr>
          </a:p>
          <a:p>
            <a:pPr marL="335524" indent="-335524" algn="ctr" defTabSz="1030089" eaLnBrk="0" latinLnBrk="0" hangingPunct="0">
              <a:buClr>
                <a:srgbClr val="3271AA"/>
              </a:buClr>
              <a:buSzPct val="140000"/>
              <a:tabLst>
                <a:tab pos="5578468" algn="l"/>
              </a:tabLst>
            </a:pPr>
            <a:r>
              <a:rPr lang="ko-KR" altLang="en-US" sz="1000" kern="0" spc="-99" dirty="0">
                <a:solidFill>
                  <a:schemeClr val="bg1"/>
                </a:solidFill>
                <a:latin typeface="Rix고딕 M" pitchFamily="18" charset="-127"/>
                <a:ea typeface="Rix고딕 M" pitchFamily="18" charset="-127"/>
              </a:rPr>
              <a:t>및 평가</a:t>
            </a:r>
          </a:p>
        </p:txBody>
      </p:sp>
      <p:grpSp>
        <p:nvGrpSpPr>
          <p:cNvPr id="248" name="Group 77"/>
          <p:cNvGrpSpPr>
            <a:grpSpLocks/>
          </p:cNvGrpSpPr>
          <p:nvPr/>
        </p:nvGrpSpPr>
        <p:grpSpPr bwMode="auto">
          <a:xfrm>
            <a:off x="8422710" y="5801048"/>
            <a:ext cx="593382" cy="596524"/>
            <a:chOff x="5762" y="3301"/>
            <a:chExt cx="545" cy="513"/>
          </a:xfrm>
        </p:grpSpPr>
        <p:pic>
          <p:nvPicPr>
            <p:cNvPr id="290" name="Picture 78" descr="HW_30"/>
            <p:cNvPicPr>
              <a:picLocks noChangeAspect="1" noChangeArrowheads="1"/>
            </p:cNvPicPr>
            <p:nvPr/>
          </p:nvPicPr>
          <p:blipFill>
            <a:blip r:embed="rId9" cstate="print">
              <a:lum bright="-6000"/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762" y="3301"/>
              <a:ext cx="544" cy="5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91" name="Freeform 79" descr="HW_13"/>
            <p:cNvSpPr>
              <a:spLocks/>
            </p:cNvSpPr>
            <p:nvPr/>
          </p:nvSpPr>
          <p:spPr bwMode="auto">
            <a:xfrm>
              <a:off x="5763" y="3302"/>
              <a:ext cx="544" cy="512"/>
            </a:xfrm>
            <a:custGeom>
              <a:avLst/>
              <a:gdLst>
                <a:gd name="T0" fmla="*/ 272 w 544"/>
                <a:gd name="T1" fmla="*/ 0 h 512"/>
                <a:gd name="T2" fmla="*/ 272 w 544"/>
                <a:gd name="T3" fmla="*/ 0 h 512"/>
                <a:gd name="T4" fmla="*/ 216 w 544"/>
                <a:gd name="T5" fmla="*/ 0 h 512"/>
                <a:gd name="T6" fmla="*/ 166 w 544"/>
                <a:gd name="T7" fmla="*/ 4 h 512"/>
                <a:gd name="T8" fmla="*/ 120 w 544"/>
                <a:gd name="T9" fmla="*/ 12 h 512"/>
                <a:gd name="T10" fmla="*/ 80 w 544"/>
                <a:gd name="T11" fmla="*/ 20 h 512"/>
                <a:gd name="T12" fmla="*/ 46 w 544"/>
                <a:gd name="T13" fmla="*/ 30 h 512"/>
                <a:gd name="T14" fmla="*/ 32 w 544"/>
                <a:gd name="T15" fmla="*/ 36 h 512"/>
                <a:gd name="T16" fmla="*/ 20 w 544"/>
                <a:gd name="T17" fmla="*/ 44 h 512"/>
                <a:gd name="T18" fmla="*/ 12 w 544"/>
                <a:gd name="T19" fmla="*/ 50 h 512"/>
                <a:gd name="T20" fmla="*/ 6 w 544"/>
                <a:gd name="T21" fmla="*/ 56 h 512"/>
                <a:gd name="T22" fmla="*/ 2 w 544"/>
                <a:gd name="T23" fmla="*/ 64 h 512"/>
                <a:gd name="T24" fmla="*/ 0 w 544"/>
                <a:gd name="T25" fmla="*/ 70 h 512"/>
                <a:gd name="T26" fmla="*/ 0 w 544"/>
                <a:gd name="T27" fmla="*/ 440 h 512"/>
                <a:gd name="T28" fmla="*/ 0 w 544"/>
                <a:gd name="T29" fmla="*/ 440 h 512"/>
                <a:gd name="T30" fmla="*/ 2 w 544"/>
                <a:gd name="T31" fmla="*/ 448 h 512"/>
                <a:gd name="T32" fmla="*/ 6 w 544"/>
                <a:gd name="T33" fmla="*/ 454 h 512"/>
                <a:gd name="T34" fmla="*/ 12 w 544"/>
                <a:gd name="T35" fmla="*/ 462 h 512"/>
                <a:gd name="T36" fmla="*/ 20 w 544"/>
                <a:gd name="T37" fmla="*/ 468 h 512"/>
                <a:gd name="T38" fmla="*/ 32 w 544"/>
                <a:gd name="T39" fmla="*/ 474 h 512"/>
                <a:gd name="T40" fmla="*/ 46 w 544"/>
                <a:gd name="T41" fmla="*/ 480 h 512"/>
                <a:gd name="T42" fmla="*/ 80 w 544"/>
                <a:gd name="T43" fmla="*/ 490 h 512"/>
                <a:gd name="T44" fmla="*/ 120 w 544"/>
                <a:gd name="T45" fmla="*/ 500 h 512"/>
                <a:gd name="T46" fmla="*/ 166 w 544"/>
                <a:gd name="T47" fmla="*/ 506 h 512"/>
                <a:gd name="T48" fmla="*/ 216 w 544"/>
                <a:gd name="T49" fmla="*/ 510 h 512"/>
                <a:gd name="T50" fmla="*/ 272 w 544"/>
                <a:gd name="T51" fmla="*/ 512 h 512"/>
                <a:gd name="T52" fmla="*/ 272 w 544"/>
                <a:gd name="T53" fmla="*/ 512 h 512"/>
                <a:gd name="T54" fmla="*/ 326 w 544"/>
                <a:gd name="T55" fmla="*/ 510 h 512"/>
                <a:gd name="T56" fmla="*/ 378 w 544"/>
                <a:gd name="T57" fmla="*/ 506 h 512"/>
                <a:gd name="T58" fmla="*/ 424 w 544"/>
                <a:gd name="T59" fmla="*/ 500 h 512"/>
                <a:gd name="T60" fmla="*/ 464 w 544"/>
                <a:gd name="T61" fmla="*/ 490 h 512"/>
                <a:gd name="T62" fmla="*/ 496 w 544"/>
                <a:gd name="T63" fmla="*/ 480 h 512"/>
                <a:gd name="T64" fmla="*/ 510 w 544"/>
                <a:gd name="T65" fmla="*/ 474 h 512"/>
                <a:gd name="T66" fmla="*/ 522 w 544"/>
                <a:gd name="T67" fmla="*/ 468 h 512"/>
                <a:gd name="T68" fmla="*/ 532 w 544"/>
                <a:gd name="T69" fmla="*/ 462 h 512"/>
                <a:gd name="T70" fmla="*/ 538 w 544"/>
                <a:gd name="T71" fmla="*/ 454 h 512"/>
                <a:gd name="T72" fmla="*/ 542 w 544"/>
                <a:gd name="T73" fmla="*/ 448 h 512"/>
                <a:gd name="T74" fmla="*/ 544 w 544"/>
                <a:gd name="T75" fmla="*/ 440 h 512"/>
                <a:gd name="T76" fmla="*/ 544 w 544"/>
                <a:gd name="T77" fmla="*/ 70 h 512"/>
                <a:gd name="T78" fmla="*/ 544 w 544"/>
                <a:gd name="T79" fmla="*/ 70 h 512"/>
                <a:gd name="T80" fmla="*/ 542 w 544"/>
                <a:gd name="T81" fmla="*/ 64 h 512"/>
                <a:gd name="T82" fmla="*/ 538 w 544"/>
                <a:gd name="T83" fmla="*/ 56 h 512"/>
                <a:gd name="T84" fmla="*/ 532 w 544"/>
                <a:gd name="T85" fmla="*/ 50 h 512"/>
                <a:gd name="T86" fmla="*/ 522 w 544"/>
                <a:gd name="T87" fmla="*/ 44 h 512"/>
                <a:gd name="T88" fmla="*/ 510 w 544"/>
                <a:gd name="T89" fmla="*/ 36 h 512"/>
                <a:gd name="T90" fmla="*/ 496 w 544"/>
                <a:gd name="T91" fmla="*/ 30 h 512"/>
                <a:gd name="T92" fmla="*/ 464 w 544"/>
                <a:gd name="T93" fmla="*/ 20 h 512"/>
                <a:gd name="T94" fmla="*/ 424 w 544"/>
                <a:gd name="T95" fmla="*/ 12 h 512"/>
                <a:gd name="T96" fmla="*/ 378 w 544"/>
                <a:gd name="T97" fmla="*/ 4 h 512"/>
                <a:gd name="T98" fmla="*/ 326 w 544"/>
                <a:gd name="T99" fmla="*/ 0 h 512"/>
                <a:gd name="T100" fmla="*/ 272 w 544"/>
                <a:gd name="T101" fmla="*/ 0 h 512"/>
                <a:gd name="T102" fmla="*/ 272 w 544"/>
                <a:gd name="T103" fmla="*/ 0 h 512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w 544"/>
                <a:gd name="T157" fmla="*/ 0 h 512"/>
                <a:gd name="T158" fmla="*/ 544 w 544"/>
                <a:gd name="T159" fmla="*/ 512 h 512"/>
              </a:gdLst>
              <a:ahLst/>
              <a:cxnLst>
                <a:cxn ang="T104">
                  <a:pos x="T0" y="T1"/>
                </a:cxn>
                <a:cxn ang="T105">
                  <a:pos x="T2" y="T3"/>
                </a:cxn>
                <a:cxn ang="T106">
                  <a:pos x="T4" y="T5"/>
                </a:cxn>
                <a:cxn ang="T107">
                  <a:pos x="T6" y="T7"/>
                </a:cxn>
                <a:cxn ang="T108">
                  <a:pos x="T8" y="T9"/>
                </a:cxn>
                <a:cxn ang="T109">
                  <a:pos x="T10" y="T11"/>
                </a:cxn>
                <a:cxn ang="T110">
                  <a:pos x="T12" y="T13"/>
                </a:cxn>
                <a:cxn ang="T111">
                  <a:pos x="T14" y="T15"/>
                </a:cxn>
                <a:cxn ang="T112">
                  <a:pos x="T16" y="T17"/>
                </a:cxn>
                <a:cxn ang="T113">
                  <a:pos x="T18" y="T19"/>
                </a:cxn>
                <a:cxn ang="T114">
                  <a:pos x="T20" y="T21"/>
                </a:cxn>
                <a:cxn ang="T115">
                  <a:pos x="T22" y="T23"/>
                </a:cxn>
                <a:cxn ang="T116">
                  <a:pos x="T24" y="T25"/>
                </a:cxn>
                <a:cxn ang="T117">
                  <a:pos x="T26" y="T27"/>
                </a:cxn>
                <a:cxn ang="T118">
                  <a:pos x="T28" y="T29"/>
                </a:cxn>
                <a:cxn ang="T119">
                  <a:pos x="T30" y="T31"/>
                </a:cxn>
                <a:cxn ang="T120">
                  <a:pos x="T32" y="T33"/>
                </a:cxn>
                <a:cxn ang="T121">
                  <a:pos x="T34" y="T35"/>
                </a:cxn>
                <a:cxn ang="T122">
                  <a:pos x="T36" y="T37"/>
                </a:cxn>
                <a:cxn ang="T123">
                  <a:pos x="T38" y="T39"/>
                </a:cxn>
                <a:cxn ang="T124">
                  <a:pos x="T40" y="T41"/>
                </a:cxn>
                <a:cxn ang="T125">
                  <a:pos x="T42" y="T43"/>
                </a:cxn>
                <a:cxn ang="T126">
                  <a:pos x="T44" y="T45"/>
                </a:cxn>
                <a:cxn ang="T127">
                  <a:pos x="T46" y="T47"/>
                </a:cxn>
                <a:cxn ang="T128">
                  <a:pos x="T48" y="T49"/>
                </a:cxn>
                <a:cxn ang="T129">
                  <a:pos x="T50" y="T51"/>
                </a:cxn>
                <a:cxn ang="T130">
                  <a:pos x="T52" y="T53"/>
                </a:cxn>
                <a:cxn ang="T131">
                  <a:pos x="T54" y="T55"/>
                </a:cxn>
                <a:cxn ang="T132">
                  <a:pos x="T56" y="T57"/>
                </a:cxn>
                <a:cxn ang="T133">
                  <a:pos x="T58" y="T59"/>
                </a:cxn>
                <a:cxn ang="T134">
                  <a:pos x="T60" y="T61"/>
                </a:cxn>
                <a:cxn ang="T135">
                  <a:pos x="T62" y="T63"/>
                </a:cxn>
                <a:cxn ang="T136">
                  <a:pos x="T64" y="T65"/>
                </a:cxn>
                <a:cxn ang="T137">
                  <a:pos x="T66" y="T67"/>
                </a:cxn>
                <a:cxn ang="T138">
                  <a:pos x="T68" y="T69"/>
                </a:cxn>
                <a:cxn ang="T139">
                  <a:pos x="T70" y="T71"/>
                </a:cxn>
                <a:cxn ang="T140">
                  <a:pos x="T72" y="T73"/>
                </a:cxn>
                <a:cxn ang="T141">
                  <a:pos x="T74" y="T75"/>
                </a:cxn>
                <a:cxn ang="T142">
                  <a:pos x="T76" y="T77"/>
                </a:cxn>
                <a:cxn ang="T143">
                  <a:pos x="T78" y="T79"/>
                </a:cxn>
                <a:cxn ang="T144">
                  <a:pos x="T80" y="T81"/>
                </a:cxn>
                <a:cxn ang="T145">
                  <a:pos x="T82" y="T83"/>
                </a:cxn>
                <a:cxn ang="T146">
                  <a:pos x="T84" y="T85"/>
                </a:cxn>
                <a:cxn ang="T147">
                  <a:pos x="T86" y="T87"/>
                </a:cxn>
                <a:cxn ang="T148">
                  <a:pos x="T88" y="T89"/>
                </a:cxn>
                <a:cxn ang="T149">
                  <a:pos x="T90" y="T91"/>
                </a:cxn>
                <a:cxn ang="T150">
                  <a:pos x="T92" y="T93"/>
                </a:cxn>
                <a:cxn ang="T151">
                  <a:pos x="T94" y="T95"/>
                </a:cxn>
                <a:cxn ang="T152">
                  <a:pos x="T96" y="T97"/>
                </a:cxn>
                <a:cxn ang="T153">
                  <a:pos x="T98" y="T99"/>
                </a:cxn>
                <a:cxn ang="T154">
                  <a:pos x="T100" y="T101"/>
                </a:cxn>
                <a:cxn ang="T155">
                  <a:pos x="T102" y="T103"/>
                </a:cxn>
              </a:cxnLst>
              <a:rect l="T156" t="T157" r="T158" b="T159"/>
              <a:pathLst>
                <a:path w="544" h="512">
                  <a:moveTo>
                    <a:pt x="272" y="0"/>
                  </a:moveTo>
                  <a:lnTo>
                    <a:pt x="272" y="0"/>
                  </a:lnTo>
                  <a:lnTo>
                    <a:pt x="216" y="0"/>
                  </a:lnTo>
                  <a:lnTo>
                    <a:pt x="166" y="4"/>
                  </a:lnTo>
                  <a:lnTo>
                    <a:pt x="120" y="12"/>
                  </a:lnTo>
                  <a:lnTo>
                    <a:pt x="80" y="20"/>
                  </a:lnTo>
                  <a:lnTo>
                    <a:pt x="46" y="30"/>
                  </a:lnTo>
                  <a:lnTo>
                    <a:pt x="32" y="36"/>
                  </a:lnTo>
                  <a:lnTo>
                    <a:pt x="20" y="44"/>
                  </a:lnTo>
                  <a:lnTo>
                    <a:pt x="12" y="50"/>
                  </a:lnTo>
                  <a:lnTo>
                    <a:pt x="6" y="56"/>
                  </a:lnTo>
                  <a:lnTo>
                    <a:pt x="2" y="64"/>
                  </a:lnTo>
                  <a:lnTo>
                    <a:pt x="0" y="70"/>
                  </a:lnTo>
                  <a:lnTo>
                    <a:pt x="0" y="440"/>
                  </a:lnTo>
                  <a:lnTo>
                    <a:pt x="2" y="448"/>
                  </a:lnTo>
                  <a:lnTo>
                    <a:pt x="6" y="454"/>
                  </a:lnTo>
                  <a:lnTo>
                    <a:pt x="12" y="462"/>
                  </a:lnTo>
                  <a:lnTo>
                    <a:pt x="20" y="468"/>
                  </a:lnTo>
                  <a:lnTo>
                    <a:pt x="32" y="474"/>
                  </a:lnTo>
                  <a:lnTo>
                    <a:pt x="46" y="480"/>
                  </a:lnTo>
                  <a:lnTo>
                    <a:pt x="80" y="490"/>
                  </a:lnTo>
                  <a:lnTo>
                    <a:pt x="120" y="500"/>
                  </a:lnTo>
                  <a:lnTo>
                    <a:pt x="166" y="506"/>
                  </a:lnTo>
                  <a:lnTo>
                    <a:pt x="216" y="510"/>
                  </a:lnTo>
                  <a:lnTo>
                    <a:pt x="272" y="512"/>
                  </a:lnTo>
                  <a:lnTo>
                    <a:pt x="326" y="510"/>
                  </a:lnTo>
                  <a:lnTo>
                    <a:pt x="378" y="506"/>
                  </a:lnTo>
                  <a:lnTo>
                    <a:pt x="424" y="500"/>
                  </a:lnTo>
                  <a:lnTo>
                    <a:pt x="464" y="490"/>
                  </a:lnTo>
                  <a:lnTo>
                    <a:pt x="496" y="480"/>
                  </a:lnTo>
                  <a:lnTo>
                    <a:pt x="510" y="474"/>
                  </a:lnTo>
                  <a:lnTo>
                    <a:pt x="522" y="468"/>
                  </a:lnTo>
                  <a:lnTo>
                    <a:pt x="532" y="462"/>
                  </a:lnTo>
                  <a:lnTo>
                    <a:pt x="538" y="454"/>
                  </a:lnTo>
                  <a:lnTo>
                    <a:pt x="542" y="448"/>
                  </a:lnTo>
                  <a:lnTo>
                    <a:pt x="544" y="440"/>
                  </a:lnTo>
                  <a:lnTo>
                    <a:pt x="544" y="70"/>
                  </a:lnTo>
                  <a:lnTo>
                    <a:pt x="542" y="64"/>
                  </a:lnTo>
                  <a:lnTo>
                    <a:pt x="538" y="56"/>
                  </a:lnTo>
                  <a:lnTo>
                    <a:pt x="532" y="50"/>
                  </a:lnTo>
                  <a:lnTo>
                    <a:pt x="522" y="44"/>
                  </a:lnTo>
                  <a:lnTo>
                    <a:pt x="510" y="36"/>
                  </a:lnTo>
                  <a:lnTo>
                    <a:pt x="496" y="30"/>
                  </a:lnTo>
                  <a:lnTo>
                    <a:pt x="464" y="20"/>
                  </a:lnTo>
                  <a:lnTo>
                    <a:pt x="424" y="12"/>
                  </a:lnTo>
                  <a:lnTo>
                    <a:pt x="378" y="4"/>
                  </a:lnTo>
                  <a:lnTo>
                    <a:pt x="326" y="0"/>
                  </a:lnTo>
                  <a:lnTo>
                    <a:pt x="272" y="0"/>
                  </a:lnTo>
                  <a:close/>
                </a:path>
              </a:pathLst>
            </a:custGeom>
            <a:noFill/>
            <a:ln w="6350" cap="flat" cmpd="sng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ko-KR" altLang="en-US" sz="1800" dirty="0">
                <a:latin typeface="Rix고딕 M" pitchFamily="18" charset="-127"/>
                <a:ea typeface="Rix고딕 M" pitchFamily="18" charset="-127"/>
              </a:endParaRPr>
            </a:p>
          </p:txBody>
        </p:sp>
      </p:grpSp>
      <p:sp>
        <p:nvSpPr>
          <p:cNvPr id="249" name="Rectangle 80"/>
          <p:cNvSpPr>
            <a:spLocks noChangeArrowheads="1"/>
          </p:cNvSpPr>
          <p:nvPr/>
        </p:nvSpPr>
        <p:spPr bwMode="auto">
          <a:xfrm>
            <a:off x="8434547" y="5939818"/>
            <a:ext cx="569708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algn="ctr"/>
            <a:r>
              <a:rPr lang="ko-KR" altLang="en-US" sz="1100" spc="-99" dirty="0">
                <a:latin typeface="Rix고딕 M" pitchFamily="18" charset="-127"/>
                <a:ea typeface="Rix고딕 M" pitchFamily="18" charset="-127"/>
              </a:rPr>
              <a:t>프로젝트</a:t>
            </a:r>
          </a:p>
          <a:p>
            <a:pPr algn="ctr"/>
            <a:r>
              <a:rPr lang="ko-KR" altLang="en-US" sz="1100" spc="-99" dirty="0">
                <a:latin typeface="Rix고딕 M" pitchFamily="18" charset="-127"/>
                <a:ea typeface="Rix고딕 M" pitchFamily="18" charset="-127"/>
              </a:rPr>
              <a:t>레파지토리</a:t>
            </a:r>
          </a:p>
        </p:txBody>
      </p:sp>
      <p:cxnSp>
        <p:nvCxnSpPr>
          <p:cNvPr id="250" name="AutoShape 87"/>
          <p:cNvCxnSpPr>
            <a:cxnSpLocks noChangeShapeType="1"/>
            <a:stCxn id="241" idx="2"/>
            <a:endCxn id="242" idx="0"/>
          </p:cNvCxnSpPr>
          <p:nvPr/>
        </p:nvCxnSpPr>
        <p:spPr bwMode="auto">
          <a:xfrm>
            <a:off x="7801532" y="6287640"/>
            <a:ext cx="0" cy="140570"/>
          </a:xfrm>
          <a:prstGeom prst="straightConnector1">
            <a:avLst/>
          </a:prstGeom>
          <a:noFill/>
          <a:ln w="19050">
            <a:solidFill>
              <a:srgbClr val="777777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51" name="AutoShape 88"/>
          <p:cNvCxnSpPr>
            <a:cxnSpLocks noChangeShapeType="1"/>
            <a:stCxn id="245" idx="2"/>
            <a:endCxn id="241" idx="0"/>
          </p:cNvCxnSpPr>
          <p:nvPr/>
        </p:nvCxnSpPr>
        <p:spPr bwMode="auto">
          <a:xfrm>
            <a:off x="7801532" y="5730764"/>
            <a:ext cx="0" cy="140570"/>
          </a:xfrm>
          <a:prstGeom prst="straightConnector1">
            <a:avLst/>
          </a:prstGeom>
          <a:noFill/>
          <a:ln w="19050">
            <a:solidFill>
              <a:srgbClr val="777777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52" name="AutoShape 89"/>
          <p:cNvCxnSpPr>
            <a:cxnSpLocks noChangeShapeType="1"/>
            <a:stCxn id="240" idx="2"/>
            <a:endCxn id="245" idx="0"/>
          </p:cNvCxnSpPr>
          <p:nvPr/>
        </p:nvCxnSpPr>
        <p:spPr bwMode="auto">
          <a:xfrm>
            <a:off x="7801532" y="5173888"/>
            <a:ext cx="0" cy="140570"/>
          </a:xfrm>
          <a:prstGeom prst="straightConnector1">
            <a:avLst/>
          </a:prstGeom>
          <a:noFill/>
          <a:ln w="19050">
            <a:solidFill>
              <a:srgbClr val="777777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53" name="Line 91"/>
          <p:cNvSpPr>
            <a:spLocks noChangeShapeType="1"/>
          </p:cNvSpPr>
          <p:nvPr/>
        </p:nvSpPr>
        <p:spPr bwMode="auto">
          <a:xfrm flipV="1">
            <a:off x="8228139" y="6058763"/>
            <a:ext cx="187320" cy="5406"/>
          </a:xfrm>
          <a:prstGeom prst="line">
            <a:avLst/>
          </a:prstGeom>
          <a:noFill/>
          <a:ln w="19050">
            <a:solidFill>
              <a:srgbClr val="1076BC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1108" tIns="35555" rIns="71108" bIns="35555"/>
          <a:lstStyle/>
          <a:p>
            <a:endParaRPr lang="ko-KR" altLang="en-US" sz="1800" dirty="0">
              <a:latin typeface="Rix고딕 M" pitchFamily="18" charset="-127"/>
              <a:ea typeface="Rix고딕 M" pitchFamily="18" charset="-127"/>
            </a:endParaRPr>
          </a:p>
        </p:txBody>
      </p:sp>
      <p:sp>
        <p:nvSpPr>
          <p:cNvPr id="254" name="Line 92"/>
          <p:cNvSpPr>
            <a:spLocks noChangeShapeType="1"/>
          </p:cNvSpPr>
          <p:nvPr/>
        </p:nvSpPr>
        <p:spPr bwMode="auto">
          <a:xfrm flipV="1">
            <a:off x="8228139" y="6247991"/>
            <a:ext cx="183695" cy="326196"/>
          </a:xfrm>
          <a:prstGeom prst="line">
            <a:avLst/>
          </a:prstGeom>
          <a:noFill/>
          <a:ln w="19050">
            <a:solidFill>
              <a:srgbClr val="1076BC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1108" tIns="35555" rIns="71108" bIns="35555"/>
          <a:lstStyle/>
          <a:p>
            <a:endParaRPr lang="ko-KR" altLang="en-US" sz="1800" dirty="0">
              <a:latin typeface="Rix고딕 M" pitchFamily="18" charset="-127"/>
              <a:ea typeface="Rix고딕 M" pitchFamily="18" charset="-127"/>
            </a:endParaRPr>
          </a:p>
        </p:txBody>
      </p:sp>
      <p:sp>
        <p:nvSpPr>
          <p:cNvPr id="255" name="Line 94"/>
          <p:cNvSpPr>
            <a:spLocks noChangeShapeType="1"/>
          </p:cNvSpPr>
          <p:nvPr/>
        </p:nvSpPr>
        <p:spPr bwMode="auto">
          <a:xfrm flipV="1">
            <a:off x="9014885" y="5554151"/>
            <a:ext cx="205448" cy="326195"/>
          </a:xfrm>
          <a:prstGeom prst="line">
            <a:avLst/>
          </a:prstGeom>
          <a:noFill/>
          <a:ln w="19050">
            <a:solidFill>
              <a:srgbClr val="1076BC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1108" tIns="35555" rIns="71108" bIns="35555"/>
          <a:lstStyle/>
          <a:p>
            <a:endParaRPr lang="ko-KR" altLang="en-US" sz="1800" dirty="0">
              <a:latin typeface="Rix고딕 M" pitchFamily="18" charset="-127"/>
              <a:ea typeface="Rix고딕 M" pitchFamily="18" charset="-127"/>
            </a:endParaRPr>
          </a:p>
        </p:txBody>
      </p:sp>
      <p:sp>
        <p:nvSpPr>
          <p:cNvPr id="256" name="Line 95"/>
          <p:cNvSpPr>
            <a:spLocks noChangeShapeType="1"/>
          </p:cNvSpPr>
          <p:nvPr/>
        </p:nvSpPr>
        <p:spPr bwMode="auto">
          <a:xfrm flipV="1">
            <a:off x="9019718" y="6058763"/>
            <a:ext cx="210282" cy="5406"/>
          </a:xfrm>
          <a:prstGeom prst="line">
            <a:avLst/>
          </a:prstGeom>
          <a:noFill/>
          <a:ln w="19050">
            <a:solidFill>
              <a:srgbClr val="1076BC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1108" tIns="35555" rIns="71108" bIns="35555"/>
          <a:lstStyle/>
          <a:p>
            <a:endParaRPr lang="ko-KR" altLang="en-US" sz="1800" dirty="0">
              <a:latin typeface="Rix고딕 M" pitchFamily="18" charset="-127"/>
              <a:ea typeface="Rix고딕 M" pitchFamily="18" charset="-127"/>
            </a:endParaRPr>
          </a:p>
        </p:txBody>
      </p:sp>
      <p:cxnSp>
        <p:nvCxnSpPr>
          <p:cNvPr id="257" name="AutoShape 96"/>
          <p:cNvCxnSpPr>
            <a:cxnSpLocks noChangeShapeType="1"/>
            <a:stCxn id="243" idx="2"/>
            <a:endCxn id="246" idx="0"/>
          </p:cNvCxnSpPr>
          <p:nvPr/>
        </p:nvCxnSpPr>
        <p:spPr bwMode="auto">
          <a:xfrm>
            <a:off x="9631229" y="5173889"/>
            <a:ext cx="1208" cy="138769"/>
          </a:xfrm>
          <a:prstGeom prst="straightConnector1">
            <a:avLst/>
          </a:prstGeom>
          <a:noFill/>
          <a:ln w="19050">
            <a:solidFill>
              <a:srgbClr val="777777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58" name="AutoShape 97"/>
          <p:cNvCxnSpPr>
            <a:cxnSpLocks noChangeShapeType="1"/>
            <a:stCxn id="246" idx="2"/>
            <a:endCxn id="244" idx="0"/>
          </p:cNvCxnSpPr>
          <p:nvPr/>
        </p:nvCxnSpPr>
        <p:spPr bwMode="auto">
          <a:xfrm flipH="1">
            <a:off x="9631229" y="5728963"/>
            <a:ext cx="1208" cy="138769"/>
          </a:xfrm>
          <a:prstGeom prst="straightConnector1">
            <a:avLst/>
          </a:prstGeom>
          <a:noFill/>
          <a:ln w="19050">
            <a:solidFill>
              <a:srgbClr val="777777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59" name="AutoShape 98"/>
          <p:cNvCxnSpPr>
            <a:cxnSpLocks noChangeShapeType="1"/>
            <a:stCxn id="244" idx="2"/>
            <a:endCxn id="247" idx="0"/>
          </p:cNvCxnSpPr>
          <p:nvPr/>
        </p:nvCxnSpPr>
        <p:spPr bwMode="auto">
          <a:xfrm>
            <a:off x="9631229" y="6284034"/>
            <a:ext cx="0" cy="140570"/>
          </a:xfrm>
          <a:prstGeom prst="straightConnector1">
            <a:avLst/>
          </a:prstGeom>
          <a:noFill/>
          <a:ln w="19050">
            <a:solidFill>
              <a:srgbClr val="777777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60" name="Line 99"/>
          <p:cNvSpPr>
            <a:spLocks noChangeShapeType="1"/>
          </p:cNvSpPr>
          <p:nvPr/>
        </p:nvSpPr>
        <p:spPr bwMode="auto">
          <a:xfrm>
            <a:off x="7849005" y="5245976"/>
            <a:ext cx="547460" cy="0"/>
          </a:xfrm>
          <a:prstGeom prst="line">
            <a:avLst/>
          </a:prstGeom>
          <a:noFill/>
          <a:ln w="19050">
            <a:solidFill>
              <a:srgbClr val="1076BC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1108" tIns="35555" rIns="71108" bIns="35555"/>
          <a:lstStyle/>
          <a:p>
            <a:endParaRPr lang="ko-KR" altLang="en-US" sz="1800" dirty="0">
              <a:latin typeface="Rix고딕 M" pitchFamily="18" charset="-127"/>
              <a:ea typeface="Rix고딕 M" pitchFamily="18" charset="-127"/>
            </a:endParaRPr>
          </a:p>
        </p:txBody>
      </p:sp>
      <p:grpSp>
        <p:nvGrpSpPr>
          <p:cNvPr id="261" name="그룹 260"/>
          <p:cNvGrpSpPr/>
          <p:nvPr/>
        </p:nvGrpSpPr>
        <p:grpSpPr>
          <a:xfrm>
            <a:off x="7372463" y="1745506"/>
            <a:ext cx="690417" cy="702720"/>
            <a:chOff x="1132939" y="4234308"/>
            <a:chExt cx="495758" cy="494038"/>
          </a:xfrm>
        </p:grpSpPr>
        <p:sp>
          <p:nvSpPr>
            <p:cNvPr id="288" name="타원 287"/>
            <p:cNvSpPr/>
            <p:nvPr/>
          </p:nvSpPr>
          <p:spPr>
            <a:xfrm>
              <a:off x="1132939" y="4234308"/>
              <a:ext cx="494038" cy="494038"/>
            </a:xfrm>
            <a:prstGeom prst="ellipse">
              <a:avLst/>
            </a:prstGeom>
            <a:gradFill>
              <a:gsLst>
                <a:gs pos="100000">
                  <a:schemeClr val="bg1">
                    <a:lumMod val="85000"/>
                  </a:schemeClr>
                </a:gs>
                <a:gs pos="0">
                  <a:schemeClr val="bg1">
                    <a:lumMod val="95000"/>
                  </a:schemeClr>
                </a:gs>
                <a:gs pos="50000">
                  <a:schemeClr val="bg1"/>
                </a:gs>
              </a:gsLst>
              <a:lin ang="5400000" scaled="1"/>
            </a:gradFill>
            <a:ln w="63500" cap="flat" cmpd="sng" algn="ctr">
              <a:gradFill>
                <a:gsLst>
                  <a:gs pos="0">
                    <a:schemeClr val="tx1">
                      <a:lumMod val="75000"/>
                      <a:lumOff val="25000"/>
                    </a:schemeClr>
                  </a:gs>
                  <a:gs pos="50000">
                    <a:schemeClr val="tx1">
                      <a:lumMod val="50000"/>
                      <a:lumOff val="50000"/>
                    </a:schemeClr>
                  </a:gs>
                  <a:gs pos="100000">
                    <a:schemeClr val="tx1">
                      <a:lumMod val="75000"/>
                      <a:lumOff val="25000"/>
                    </a:schemeClr>
                  </a:gs>
                </a:gsLst>
                <a:lin ang="2700000" scaled="0"/>
              </a:gra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lIns="32652" tIns="0" rIns="32652" bIns="0" rtlCol="0" anchor="ctr"/>
            <a:lstStyle/>
            <a:p>
              <a:pPr algn="ctr" defTabSz="1079023" eaLnBrk="0" latinLnBrk="0" hangingPunct="0">
                <a:buClr>
                  <a:srgbClr val="3271AA"/>
                </a:buClr>
                <a:buSzPct val="140000"/>
                <a:tabLst>
                  <a:tab pos="804809" algn="l"/>
                </a:tabLst>
              </a:pPr>
              <a:endParaRPr lang="ko-KR" altLang="en-US" sz="1200" kern="0" dirty="0">
                <a:solidFill>
                  <a:sysClr val="windowText" lastClr="000000">
                    <a:lumMod val="75000"/>
                    <a:lumOff val="25000"/>
                  </a:sysClr>
                </a:solidFill>
                <a:latin typeface="나눔고딕 Bold" panose="020D0304000000000000" pitchFamily="50" charset="-127"/>
                <a:ea typeface="나눔고딕 Bold" panose="020D0304000000000000" pitchFamily="50" charset="-127"/>
                <a:sym typeface="Monotype Sorts"/>
              </a:endParaRPr>
            </a:p>
          </p:txBody>
        </p:sp>
        <p:sp>
          <p:nvSpPr>
            <p:cNvPr id="289" name="직사각형 288"/>
            <p:cNvSpPr/>
            <p:nvPr/>
          </p:nvSpPr>
          <p:spPr bwMode="auto">
            <a:xfrm>
              <a:off x="1137200" y="4383837"/>
              <a:ext cx="491497" cy="203008"/>
            </a:xfrm>
            <a:prstGeom prst="rect">
              <a:avLst/>
            </a:prstGeom>
          </p:spPr>
          <p:txBody>
            <a:bodyPr wrap="square" lIns="0" tIns="0" rIns="0" bIns="0" anchor="ctr">
              <a:noAutofit/>
              <a:scene3d>
                <a:camera prst="orthographicFront"/>
                <a:lightRig rig="threePt" dir="t"/>
              </a:scene3d>
              <a:sp3d contourW="38100">
                <a:bevelT w="1270"/>
                <a:contourClr>
                  <a:schemeClr val="bg1"/>
                </a:contourClr>
              </a:sp3d>
            </a:bodyPr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300" kern="1200">
                  <a:solidFill>
                    <a:schemeClr val="bg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300" kern="1200">
                  <a:solidFill>
                    <a:schemeClr val="bg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300" kern="1200">
                  <a:solidFill>
                    <a:schemeClr val="bg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300" kern="1200">
                  <a:solidFill>
                    <a:schemeClr val="bg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300" kern="1200">
                  <a:solidFill>
                    <a:schemeClr val="bg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5pPr>
              <a:lvl6pPr marL="2286000" algn="l" defTabSz="914400" rtl="0" eaLnBrk="1" latinLnBrk="1" hangingPunct="1">
                <a:defRPr kumimoji="1" sz="1300" kern="1200">
                  <a:solidFill>
                    <a:schemeClr val="bg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6pPr>
              <a:lvl7pPr marL="2743200" algn="l" defTabSz="914400" rtl="0" eaLnBrk="1" latinLnBrk="1" hangingPunct="1">
                <a:defRPr kumimoji="1" sz="1300" kern="1200">
                  <a:solidFill>
                    <a:schemeClr val="bg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7pPr>
              <a:lvl8pPr marL="3200400" algn="l" defTabSz="914400" rtl="0" eaLnBrk="1" latinLnBrk="1" hangingPunct="1">
                <a:defRPr kumimoji="1" sz="1300" kern="1200">
                  <a:solidFill>
                    <a:schemeClr val="bg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8pPr>
              <a:lvl9pPr marL="3657600" algn="l" defTabSz="914400" rtl="0" eaLnBrk="1" latinLnBrk="1" hangingPunct="1">
                <a:defRPr kumimoji="1" sz="1300" kern="1200">
                  <a:solidFill>
                    <a:schemeClr val="bg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9pPr>
            </a:lstStyle>
            <a:p>
              <a:pPr marL="0" lvl="1" algn="ctr" fontAlgn="auto">
                <a:lnSpc>
                  <a:spcPts val="1778"/>
                </a:lnSpc>
                <a:spcBef>
                  <a:spcPts val="0"/>
                </a:spcBef>
                <a:spcAft>
                  <a:spcPts val="0"/>
                </a:spcAft>
                <a:buClr>
                  <a:srgbClr val="777777"/>
                </a:buClr>
                <a:buSzPct val="100000"/>
                <a:tabLst>
                  <a:tab pos="2833485" algn="l"/>
                </a:tabLst>
                <a:defRPr/>
              </a:pPr>
              <a:r>
                <a:rPr lang="ko-KR" altLang="en-US" sz="1500" spc="-49" dirty="0">
                  <a:solidFill>
                    <a:schemeClr val="tx1"/>
                  </a:solidFill>
                  <a:latin typeface="Rix고딕 B" pitchFamily="18" charset="-127"/>
                  <a:ea typeface="Rix고딕 B" pitchFamily="18" charset="-127"/>
                </a:rPr>
                <a:t>일정</a:t>
              </a:r>
              <a:br>
                <a:rPr lang="ko-KR" altLang="en-US" sz="1500" spc="-49" dirty="0">
                  <a:solidFill>
                    <a:schemeClr val="tx1"/>
                  </a:solidFill>
                  <a:latin typeface="Rix고딕 B" pitchFamily="18" charset="-127"/>
                  <a:ea typeface="Rix고딕 B" pitchFamily="18" charset="-127"/>
                </a:rPr>
              </a:br>
              <a:r>
                <a:rPr lang="ko-KR" altLang="en-US" sz="1500" spc="-49" dirty="0">
                  <a:solidFill>
                    <a:schemeClr val="tx1"/>
                  </a:solidFill>
                  <a:latin typeface="Rix고딕 B" pitchFamily="18" charset="-127"/>
                  <a:ea typeface="Rix고딕 B" pitchFamily="18" charset="-127"/>
                </a:rPr>
                <a:t>지연</a:t>
              </a:r>
            </a:p>
          </p:txBody>
        </p:sp>
      </p:grpSp>
      <p:grpSp>
        <p:nvGrpSpPr>
          <p:cNvPr id="262" name="그룹 261"/>
          <p:cNvGrpSpPr/>
          <p:nvPr/>
        </p:nvGrpSpPr>
        <p:grpSpPr>
          <a:xfrm>
            <a:off x="7372463" y="2600474"/>
            <a:ext cx="690417" cy="702720"/>
            <a:chOff x="1132939" y="4234308"/>
            <a:chExt cx="495758" cy="494038"/>
          </a:xfrm>
        </p:grpSpPr>
        <p:sp>
          <p:nvSpPr>
            <p:cNvPr id="286" name="타원 285"/>
            <p:cNvSpPr/>
            <p:nvPr/>
          </p:nvSpPr>
          <p:spPr>
            <a:xfrm>
              <a:off x="1132939" y="4234308"/>
              <a:ext cx="494038" cy="494038"/>
            </a:xfrm>
            <a:prstGeom prst="ellipse">
              <a:avLst/>
            </a:prstGeom>
            <a:gradFill>
              <a:gsLst>
                <a:gs pos="100000">
                  <a:schemeClr val="bg1">
                    <a:lumMod val="85000"/>
                  </a:schemeClr>
                </a:gs>
                <a:gs pos="0">
                  <a:schemeClr val="bg1">
                    <a:lumMod val="95000"/>
                  </a:schemeClr>
                </a:gs>
                <a:gs pos="50000">
                  <a:schemeClr val="bg1"/>
                </a:gs>
              </a:gsLst>
              <a:lin ang="5400000" scaled="1"/>
            </a:gradFill>
            <a:ln w="63500" cap="flat" cmpd="sng" algn="ctr">
              <a:gradFill>
                <a:gsLst>
                  <a:gs pos="0">
                    <a:schemeClr val="tx1">
                      <a:lumMod val="75000"/>
                      <a:lumOff val="25000"/>
                    </a:schemeClr>
                  </a:gs>
                  <a:gs pos="50000">
                    <a:schemeClr val="tx1">
                      <a:lumMod val="50000"/>
                      <a:lumOff val="50000"/>
                    </a:schemeClr>
                  </a:gs>
                  <a:gs pos="100000">
                    <a:schemeClr val="tx1">
                      <a:lumMod val="75000"/>
                      <a:lumOff val="25000"/>
                    </a:schemeClr>
                  </a:gs>
                </a:gsLst>
                <a:lin ang="2700000" scaled="0"/>
              </a:gra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lIns="32652" tIns="0" rIns="32652" bIns="0" rtlCol="0" anchor="ctr"/>
            <a:lstStyle/>
            <a:p>
              <a:pPr algn="ctr" defTabSz="1079023" eaLnBrk="0" latinLnBrk="0" hangingPunct="0">
                <a:buClr>
                  <a:srgbClr val="3271AA"/>
                </a:buClr>
                <a:buSzPct val="140000"/>
                <a:tabLst>
                  <a:tab pos="804809" algn="l"/>
                </a:tabLst>
              </a:pPr>
              <a:endParaRPr lang="ko-KR" altLang="en-US" sz="1200" kern="0" dirty="0">
                <a:solidFill>
                  <a:sysClr val="windowText" lastClr="000000">
                    <a:lumMod val="75000"/>
                    <a:lumOff val="25000"/>
                  </a:sysClr>
                </a:solidFill>
                <a:latin typeface="나눔고딕 Bold" panose="020D0304000000000000" pitchFamily="50" charset="-127"/>
                <a:ea typeface="나눔고딕 Bold" panose="020D0304000000000000" pitchFamily="50" charset="-127"/>
                <a:sym typeface="Monotype Sorts"/>
              </a:endParaRPr>
            </a:p>
          </p:txBody>
        </p:sp>
        <p:sp>
          <p:nvSpPr>
            <p:cNvPr id="287" name="직사각형 286"/>
            <p:cNvSpPr/>
            <p:nvPr/>
          </p:nvSpPr>
          <p:spPr bwMode="auto">
            <a:xfrm>
              <a:off x="1137200" y="4383837"/>
              <a:ext cx="491497" cy="203008"/>
            </a:xfrm>
            <a:prstGeom prst="rect">
              <a:avLst/>
            </a:prstGeom>
          </p:spPr>
          <p:txBody>
            <a:bodyPr wrap="square" lIns="0" tIns="0" rIns="0" bIns="0" anchor="ctr">
              <a:noAutofit/>
              <a:scene3d>
                <a:camera prst="orthographicFront"/>
                <a:lightRig rig="threePt" dir="t"/>
              </a:scene3d>
              <a:sp3d contourW="38100">
                <a:bevelT w="1270"/>
                <a:contourClr>
                  <a:schemeClr val="bg1"/>
                </a:contourClr>
              </a:sp3d>
            </a:bodyPr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300" kern="1200">
                  <a:solidFill>
                    <a:schemeClr val="bg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300" kern="1200">
                  <a:solidFill>
                    <a:schemeClr val="bg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300" kern="1200">
                  <a:solidFill>
                    <a:schemeClr val="bg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300" kern="1200">
                  <a:solidFill>
                    <a:schemeClr val="bg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300" kern="1200">
                  <a:solidFill>
                    <a:schemeClr val="bg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5pPr>
              <a:lvl6pPr marL="2286000" algn="l" defTabSz="914400" rtl="0" eaLnBrk="1" latinLnBrk="1" hangingPunct="1">
                <a:defRPr kumimoji="1" sz="1300" kern="1200">
                  <a:solidFill>
                    <a:schemeClr val="bg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6pPr>
              <a:lvl7pPr marL="2743200" algn="l" defTabSz="914400" rtl="0" eaLnBrk="1" latinLnBrk="1" hangingPunct="1">
                <a:defRPr kumimoji="1" sz="1300" kern="1200">
                  <a:solidFill>
                    <a:schemeClr val="bg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7pPr>
              <a:lvl8pPr marL="3200400" algn="l" defTabSz="914400" rtl="0" eaLnBrk="1" latinLnBrk="1" hangingPunct="1">
                <a:defRPr kumimoji="1" sz="1300" kern="1200">
                  <a:solidFill>
                    <a:schemeClr val="bg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8pPr>
              <a:lvl9pPr marL="3657600" algn="l" defTabSz="914400" rtl="0" eaLnBrk="1" latinLnBrk="1" hangingPunct="1">
                <a:defRPr kumimoji="1" sz="1300" kern="1200">
                  <a:solidFill>
                    <a:schemeClr val="bg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9pPr>
            </a:lstStyle>
            <a:p>
              <a:pPr marL="0" lvl="1" algn="ctr" fontAlgn="auto">
                <a:lnSpc>
                  <a:spcPts val="1778"/>
                </a:lnSpc>
                <a:spcBef>
                  <a:spcPts val="0"/>
                </a:spcBef>
                <a:spcAft>
                  <a:spcPts val="0"/>
                </a:spcAft>
                <a:buClr>
                  <a:srgbClr val="777777"/>
                </a:buClr>
                <a:buSzPct val="100000"/>
                <a:tabLst>
                  <a:tab pos="2833485" algn="l"/>
                </a:tabLst>
                <a:defRPr/>
              </a:pPr>
              <a:r>
                <a:rPr lang="ko-KR" altLang="en-US" sz="1500" spc="-49" dirty="0">
                  <a:solidFill>
                    <a:schemeClr val="tx1"/>
                  </a:solidFill>
                  <a:latin typeface="Rix고딕 B" pitchFamily="18" charset="-127"/>
                  <a:ea typeface="Rix고딕 B" pitchFamily="18" charset="-127"/>
                </a:rPr>
                <a:t>인력</a:t>
              </a:r>
              <a:br>
                <a:rPr lang="ko-KR" altLang="en-US" sz="1500" spc="-49" dirty="0">
                  <a:solidFill>
                    <a:schemeClr val="tx1"/>
                  </a:solidFill>
                  <a:latin typeface="Rix고딕 B" pitchFamily="18" charset="-127"/>
                  <a:ea typeface="Rix고딕 B" pitchFamily="18" charset="-127"/>
                </a:rPr>
              </a:br>
              <a:r>
                <a:rPr lang="ko-KR" altLang="en-US" sz="1500" spc="-49" dirty="0">
                  <a:solidFill>
                    <a:schemeClr val="tx1"/>
                  </a:solidFill>
                  <a:latin typeface="Rix고딕 B" pitchFamily="18" charset="-127"/>
                  <a:ea typeface="Rix고딕 B" pitchFamily="18" charset="-127"/>
                </a:rPr>
                <a:t>손실</a:t>
              </a:r>
            </a:p>
          </p:txBody>
        </p:sp>
      </p:grpSp>
      <p:grpSp>
        <p:nvGrpSpPr>
          <p:cNvPr id="263" name="그룹 262"/>
          <p:cNvGrpSpPr/>
          <p:nvPr/>
        </p:nvGrpSpPr>
        <p:grpSpPr>
          <a:xfrm>
            <a:off x="7372463" y="3455442"/>
            <a:ext cx="690417" cy="702720"/>
            <a:chOff x="1132939" y="4234308"/>
            <a:chExt cx="495758" cy="494038"/>
          </a:xfrm>
        </p:grpSpPr>
        <p:sp>
          <p:nvSpPr>
            <p:cNvPr id="284" name="타원 283"/>
            <p:cNvSpPr/>
            <p:nvPr/>
          </p:nvSpPr>
          <p:spPr>
            <a:xfrm>
              <a:off x="1132939" y="4234308"/>
              <a:ext cx="494038" cy="494038"/>
            </a:xfrm>
            <a:prstGeom prst="ellipse">
              <a:avLst/>
            </a:prstGeom>
            <a:gradFill>
              <a:gsLst>
                <a:gs pos="100000">
                  <a:schemeClr val="bg1">
                    <a:lumMod val="85000"/>
                  </a:schemeClr>
                </a:gs>
                <a:gs pos="0">
                  <a:schemeClr val="bg1">
                    <a:lumMod val="95000"/>
                  </a:schemeClr>
                </a:gs>
                <a:gs pos="50000">
                  <a:schemeClr val="bg1"/>
                </a:gs>
              </a:gsLst>
              <a:lin ang="5400000" scaled="1"/>
            </a:gradFill>
            <a:ln w="63500" cap="flat" cmpd="sng" algn="ctr">
              <a:gradFill>
                <a:gsLst>
                  <a:gs pos="0">
                    <a:schemeClr val="tx1">
                      <a:lumMod val="75000"/>
                      <a:lumOff val="25000"/>
                    </a:schemeClr>
                  </a:gs>
                  <a:gs pos="50000">
                    <a:schemeClr val="tx1">
                      <a:lumMod val="50000"/>
                      <a:lumOff val="50000"/>
                    </a:schemeClr>
                  </a:gs>
                  <a:gs pos="100000">
                    <a:schemeClr val="tx1">
                      <a:lumMod val="75000"/>
                      <a:lumOff val="25000"/>
                    </a:schemeClr>
                  </a:gs>
                </a:gsLst>
                <a:lin ang="2700000" scaled="0"/>
              </a:gra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lIns="32652" tIns="0" rIns="32652" bIns="0" rtlCol="0" anchor="ctr"/>
            <a:lstStyle/>
            <a:p>
              <a:pPr algn="ctr" defTabSz="1079023" eaLnBrk="0" latinLnBrk="0" hangingPunct="0">
                <a:buClr>
                  <a:srgbClr val="3271AA"/>
                </a:buClr>
                <a:buSzPct val="140000"/>
                <a:tabLst>
                  <a:tab pos="804809" algn="l"/>
                </a:tabLst>
              </a:pPr>
              <a:endParaRPr lang="ko-KR" altLang="en-US" sz="1200" kern="0" dirty="0">
                <a:solidFill>
                  <a:sysClr val="windowText" lastClr="000000">
                    <a:lumMod val="75000"/>
                    <a:lumOff val="25000"/>
                  </a:sysClr>
                </a:solidFill>
                <a:latin typeface="나눔고딕 Bold" panose="020D0304000000000000" pitchFamily="50" charset="-127"/>
                <a:ea typeface="나눔고딕 Bold" panose="020D0304000000000000" pitchFamily="50" charset="-127"/>
                <a:sym typeface="Monotype Sorts"/>
              </a:endParaRPr>
            </a:p>
          </p:txBody>
        </p:sp>
        <p:sp>
          <p:nvSpPr>
            <p:cNvPr id="285" name="직사각형 284"/>
            <p:cNvSpPr/>
            <p:nvPr/>
          </p:nvSpPr>
          <p:spPr bwMode="auto">
            <a:xfrm>
              <a:off x="1137200" y="4383837"/>
              <a:ext cx="491497" cy="203008"/>
            </a:xfrm>
            <a:prstGeom prst="rect">
              <a:avLst/>
            </a:prstGeom>
          </p:spPr>
          <p:txBody>
            <a:bodyPr wrap="square" lIns="0" tIns="0" rIns="0" bIns="0" anchor="ctr">
              <a:noAutofit/>
              <a:scene3d>
                <a:camera prst="orthographicFront"/>
                <a:lightRig rig="threePt" dir="t"/>
              </a:scene3d>
              <a:sp3d contourW="38100">
                <a:bevelT w="1270"/>
                <a:contourClr>
                  <a:schemeClr val="bg1"/>
                </a:contourClr>
              </a:sp3d>
            </a:bodyPr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300" kern="1200">
                  <a:solidFill>
                    <a:schemeClr val="bg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300" kern="1200">
                  <a:solidFill>
                    <a:schemeClr val="bg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300" kern="1200">
                  <a:solidFill>
                    <a:schemeClr val="bg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300" kern="1200">
                  <a:solidFill>
                    <a:schemeClr val="bg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300" kern="1200">
                  <a:solidFill>
                    <a:schemeClr val="bg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5pPr>
              <a:lvl6pPr marL="2286000" algn="l" defTabSz="914400" rtl="0" eaLnBrk="1" latinLnBrk="1" hangingPunct="1">
                <a:defRPr kumimoji="1" sz="1300" kern="1200">
                  <a:solidFill>
                    <a:schemeClr val="bg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6pPr>
              <a:lvl7pPr marL="2743200" algn="l" defTabSz="914400" rtl="0" eaLnBrk="1" latinLnBrk="1" hangingPunct="1">
                <a:defRPr kumimoji="1" sz="1300" kern="1200">
                  <a:solidFill>
                    <a:schemeClr val="bg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7pPr>
              <a:lvl8pPr marL="3200400" algn="l" defTabSz="914400" rtl="0" eaLnBrk="1" latinLnBrk="1" hangingPunct="1">
                <a:defRPr kumimoji="1" sz="1300" kern="1200">
                  <a:solidFill>
                    <a:schemeClr val="bg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8pPr>
              <a:lvl9pPr marL="3657600" algn="l" defTabSz="914400" rtl="0" eaLnBrk="1" latinLnBrk="1" hangingPunct="1">
                <a:defRPr kumimoji="1" sz="1300" kern="1200">
                  <a:solidFill>
                    <a:schemeClr val="bg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9pPr>
            </a:lstStyle>
            <a:p>
              <a:pPr marL="0" lvl="1" algn="ctr" fontAlgn="auto">
                <a:lnSpc>
                  <a:spcPts val="1778"/>
                </a:lnSpc>
                <a:spcBef>
                  <a:spcPts val="0"/>
                </a:spcBef>
                <a:spcAft>
                  <a:spcPts val="0"/>
                </a:spcAft>
                <a:buClr>
                  <a:srgbClr val="777777"/>
                </a:buClr>
                <a:buSzPct val="100000"/>
                <a:tabLst>
                  <a:tab pos="2833485" algn="l"/>
                </a:tabLst>
                <a:defRPr/>
              </a:pPr>
              <a:r>
                <a:rPr lang="ko-KR" altLang="en-US" sz="1500" spc="-49" dirty="0">
                  <a:solidFill>
                    <a:schemeClr val="tx1"/>
                  </a:solidFill>
                  <a:latin typeface="Rix고딕 B" pitchFamily="18" charset="-127"/>
                  <a:ea typeface="Rix고딕 B" pitchFamily="18" charset="-127"/>
                </a:rPr>
                <a:t>기술</a:t>
              </a:r>
            </a:p>
          </p:txBody>
        </p:sp>
      </p:grpSp>
      <p:sp>
        <p:nvSpPr>
          <p:cNvPr id="264" name="직사각형 263"/>
          <p:cNvSpPr/>
          <p:nvPr/>
        </p:nvSpPr>
        <p:spPr>
          <a:xfrm>
            <a:off x="8324126" y="1878895"/>
            <a:ext cx="967133" cy="40013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 anchorCtr="0">
            <a:spAutoFit/>
          </a:bodyPr>
          <a:lstStyle/>
          <a:p>
            <a:r>
              <a:rPr lang="ko-KR" altLang="en-US" sz="1300" spc="-99" dirty="0">
                <a:solidFill>
                  <a:schemeClr val="tx1"/>
                </a:solidFill>
                <a:latin typeface="Rix고딕 M" pitchFamily="18" charset="-127"/>
                <a:ea typeface="Rix고딕 M" pitchFamily="18" charset="-127"/>
              </a:rPr>
              <a:t>장비 입고지연 </a:t>
            </a:r>
          </a:p>
          <a:p>
            <a:r>
              <a:rPr lang="ko-KR" altLang="en-US" sz="1300" spc="-99" dirty="0">
                <a:solidFill>
                  <a:schemeClr val="tx1"/>
                </a:solidFill>
                <a:latin typeface="Rix고딕 M" pitchFamily="18" charset="-127"/>
                <a:ea typeface="Rix고딕 M" pitchFamily="18" charset="-127"/>
              </a:rPr>
              <a:t>의사결정 지연</a:t>
            </a:r>
          </a:p>
        </p:txBody>
      </p:sp>
      <p:sp>
        <p:nvSpPr>
          <p:cNvPr id="265" name="타원 264"/>
          <p:cNvSpPr/>
          <p:nvPr/>
        </p:nvSpPr>
        <p:spPr>
          <a:xfrm>
            <a:off x="8172998" y="1927102"/>
            <a:ext cx="100868" cy="103023"/>
          </a:xfrm>
          <a:prstGeom prst="ellipse">
            <a:avLst/>
          </a:prstGeom>
          <a:gradFill>
            <a:gsLst>
              <a:gs pos="0">
                <a:schemeClr val="bg1"/>
              </a:gs>
              <a:gs pos="14000">
                <a:schemeClr val="tx1">
                  <a:lumMod val="65000"/>
                  <a:lumOff val="35000"/>
                </a:schemeClr>
              </a:gs>
              <a:gs pos="50000">
                <a:schemeClr val="tx1">
                  <a:lumMod val="50000"/>
                  <a:lumOff val="50000"/>
                </a:schemeClr>
              </a:gs>
              <a:gs pos="73750">
                <a:schemeClr val="tx1">
                  <a:lumMod val="95000"/>
                  <a:lumOff val="5000"/>
                </a:schemeClr>
              </a:gs>
              <a:gs pos="100000">
                <a:schemeClr val="bg1">
                  <a:lumMod val="50000"/>
                </a:schemeClr>
              </a:gs>
            </a:gsLst>
            <a:lin ang="2700000" scaled="0"/>
          </a:gra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9569" tIns="49785" rIns="99569" bIns="49785" rtlCol="0" anchor="ctr"/>
          <a:lstStyle/>
          <a:p>
            <a:pPr algn="ctr"/>
            <a:endParaRPr lang="ko-KR" altLang="en-US" sz="1800" dirty="0"/>
          </a:p>
        </p:txBody>
      </p:sp>
      <p:sp>
        <p:nvSpPr>
          <p:cNvPr id="266" name="타원 265"/>
          <p:cNvSpPr/>
          <p:nvPr/>
        </p:nvSpPr>
        <p:spPr>
          <a:xfrm>
            <a:off x="8172998" y="2120914"/>
            <a:ext cx="100868" cy="103023"/>
          </a:xfrm>
          <a:prstGeom prst="ellipse">
            <a:avLst/>
          </a:prstGeom>
          <a:gradFill>
            <a:gsLst>
              <a:gs pos="0">
                <a:schemeClr val="bg1"/>
              </a:gs>
              <a:gs pos="14000">
                <a:schemeClr val="tx1">
                  <a:lumMod val="65000"/>
                  <a:lumOff val="35000"/>
                </a:schemeClr>
              </a:gs>
              <a:gs pos="50000">
                <a:schemeClr val="tx1">
                  <a:lumMod val="50000"/>
                  <a:lumOff val="50000"/>
                </a:schemeClr>
              </a:gs>
              <a:gs pos="73750">
                <a:schemeClr val="tx1">
                  <a:lumMod val="95000"/>
                  <a:lumOff val="5000"/>
                </a:schemeClr>
              </a:gs>
              <a:gs pos="100000">
                <a:schemeClr val="bg1">
                  <a:lumMod val="50000"/>
                </a:schemeClr>
              </a:gs>
            </a:gsLst>
            <a:lin ang="2700000" scaled="0"/>
          </a:gra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9569" tIns="49785" rIns="99569" bIns="49785" rtlCol="0" anchor="ctr"/>
          <a:lstStyle/>
          <a:p>
            <a:pPr algn="ctr"/>
            <a:endParaRPr lang="ko-KR" altLang="en-US" sz="1800" dirty="0"/>
          </a:p>
        </p:txBody>
      </p:sp>
      <p:sp>
        <p:nvSpPr>
          <p:cNvPr id="267" name="직사각형 266"/>
          <p:cNvSpPr/>
          <p:nvPr/>
        </p:nvSpPr>
        <p:spPr>
          <a:xfrm>
            <a:off x="9497281" y="1885246"/>
            <a:ext cx="735221" cy="40013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 anchorCtr="0">
            <a:spAutoFit/>
          </a:bodyPr>
          <a:lstStyle/>
          <a:p>
            <a:r>
              <a:rPr lang="ko-KR" altLang="en-US" sz="1300" spc="-99" dirty="0">
                <a:solidFill>
                  <a:schemeClr val="tx1"/>
                </a:solidFill>
                <a:latin typeface="Rix고딕 M" pitchFamily="18" charset="-127"/>
                <a:ea typeface="Rix고딕 M" pitchFamily="18" charset="-127"/>
              </a:rPr>
              <a:t>협업체계</a:t>
            </a:r>
            <a:endParaRPr lang="en-US" altLang="ko-KR" sz="1300" spc="-99" dirty="0">
              <a:solidFill>
                <a:schemeClr val="tx1"/>
              </a:solidFill>
              <a:latin typeface="Rix고딕 M" pitchFamily="18" charset="-127"/>
              <a:ea typeface="Rix고딕 M" pitchFamily="18" charset="-127"/>
            </a:endParaRPr>
          </a:p>
          <a:p>
            <a:r>
              <a:rPr lang="ko-KR" altLang="en-US" sz="1300" spc="-99" dirty="0">
                <a:solidFill>
                  <a:schemeClr val="tx1"/>
                </a:solidFill>
                <a:latin typeface="Rix고딕 M" pitchFamily="18" charset="-127"/>
                <a:ea typeface="Rix고딕 M" pitchFamily="18" charset="-127"/>
              </a:rPr>
              <a:t>미비</a:t>
            </a:r>
          </a:p>
        </p:txBody>
      </p:sp>
      <p:sp>
        <p:nvSpPr>
          <p:cNvPr id="268" name="타원 267"/>
          <p:cNvSpPr/>
          <p:nvPr/>
        </p:nvSpPr>
        <p:spPr>
          <a:xfrm>
            <a:off x="9346152" y="1927102"/>
            <a:ext cx="100868" cy="103023"/>
          </a:xfrm>
          <a:prstGeom prst="ellipse">
            <a:avLst/>
          </a:prstGeom>
          <a:gradFill>
            <a:gsLst>
              <a:gs pos="0">
                <a:schemeClr val="bg1"/>
              </a:gs>
              <a:gs pos="14000">
                <a:schemeClr val="tx1">
                  <a:lumMod val="65000"/>
                  <a:lumOff val="35000"/>
                </a:schemeClr>
              </a:gs>
              <a:gs pos="50000">
                <a:schemeClr val="tx1">
                  <a:lumMod val="50000"/>
                  <a:lumOff val="50000"/>
                </a:schemeClr>
              </a:gs>
              <a:gs pos="73750">
                <a:schemeClr val="tx1">
                  <a:lumMod val="95000"/>
                  <a:lumOff val="5000"/>
                </a:schemeClr>
              </a:gs>
              <a:gs pos="100000">
                <a:schemeClr val="bg1">
                  <a:lumMod val="50000"/>
                </a:schemeClr>
              </a:gs>
            </a:gsLst>
            <a:lin ang="2700000" scaled="0"/>
          </a:gra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9569" tIns="49785" rIns="99569" bIns="49785" rtlCol="0" anchor="ctr"/>
          <a:lstStyle/>
          <a:p>
            <a:pPr algn="ctr"/>
            <a:endParaRPr lang="ko-KR" altLang="en-US" sz="1800" dirty="0"/>
          </a:p>
        </p:txBody>
      </p:sp>
      <p:sp>
        <p:nvSpPr>
          <p:cNvPr id="269" name="직사각형 268"/>
          <p:cNvSpPr/>
          <p:nvPr/>
        </p:nvSpPr>
        <p:spPr>
          <a:xfrm>
            <a:off x="8357610" y="2775332"/>
            <a:ext cx="1453918" cy="43095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 anchorCtr="0">
            <a:spAutoFit/>
          </a:bodyPr>
          <a:lstStyle/>
          <a:p>
            <a:r>
              <a:rPr lang="ko-KR" altLang="en-US" sz="1400" spc="-99" dirty="0">
                <a:solidFill>
                  <a:schemeClr val="tx1"/>
                </a:solidFill>
                <a:latin typeface="Rix고딕 M" pitchFamily="18" charset="-127"/>
                <a:ea typeface="Rix고딕 M" pitchFamily="18" charset="-127"/>
              </a:rPr>
              <a:t>퇴사</a:t>
            </a:r>
            <a:r>
              <a:rPr lang="en-US" altLang="ko-KR" sz="1400" spc="-99" dirty="0">
                <a:solidFill>
                  <a:schemeClr val="tx1"/>
                </a:solidFill>
                <a:latin typeface="Rix고딕 M" pitchFamily="18" charset="-127"/>
                <a:ea typeface="Rix고딕 M" pitchFamily="18" charset="-127"/>
              </a:rPr>
              <a:t>/</a:t>
            </a:r>
            <a:r>
              <a:rPr lang="ko-KR" altLang="en-US" sz="1400" spc="-99" dirty="0">
                <a:solidFill>
                  <a:schemeClr val="tx1"/>
                </a:solidFill>
                <a:latin typeface="Rix고딕 M" pitchFamily="18" charset="-127"/>
                <a:ea typeface="Rix고딕 M" pitchFamily="18" charset="-127"/>
              </a:rPr>
              <a:t>사고</a:t>
            </a:r>
            <a:endParaRPr lang="en-US" altLang="ko-KR" sz="1400" spc="-99" dirty="0">
              <a:solidFill>
                <a:schemeClr val="tx1"/>
              </a:solidFill>
              <a:latin typeface="Rix고딕 M" pitchFamily="18" charset="-127"/>
              <a:ea typeface="Rix고딕 M" pitchFamily="18" charset="-127"/>
            </a:endParaRPr>
          </a:p>
          <a:p>
            <a:r>
              <a:rPr lang="ko-KR" altLang="en-US" sz="1400" spc="-99" dirty="0">
                <a:solidFill>
                  <a:schemeClr val="tx1"/>
                </a:solidFill>
                <a:latin typeface="Rix고딕 M" pitchFamily="18" charset="-127"/>
                <a:ea typeface="Rix고딕 M" pitchFamily="18" charset="-127"/>
              </a:rPr>
              <a:t>인력교체 요구</a:t>
            </a:r>
          </a:p>
        </p:txBody>
      </p:sp>
      <p:sp>
        <p:nvSpPr>
          <p:cNvPr id="270" name="타원 269"/>
          <p:cNvSpPr/>
          <p:nvPr/>
        </p:nvSpPr>
        <p:spPr>
          <a:xfrm>
            <a:off x="8206481" y="2836240"/>
            <a:ext cx="100868" cy="103023"/>
          </a:xfrm>
          <a:prstGeom prst="ellipse">
            <a:avLst/>
          </a:prstGeom>
          <a:gradFill>
            <a:gsLst>
              <a:gs pos="0">
                <a:schemeClr val="bg1"/>
              </a:gs>
              <a:gs pos="14000">
                <a:schemeClr val="tx1">
                  <a:lumMod val="65000"/>
                  <a:lumOff val="35000"/>
                </a:schemeClr>
              </a:gs>
              <a:gs pos="50000">
                <a:schemeClr val="tx1">
                  <a:lumMod val="50000"/>
                  <a:lumOff val="50000"/>
                </a:schemeClr>
              </a:gs>
              <a:gs pos="73750">
                <a:schemeClr val="tx1">
                  <a:lumMod val="95000"/>
                  <a:lumOff val="5000"/>
                </a:schemeClr>
              </a:gs>
              <a:gs pos="100000">
                <a:schemeClr val="bg1">
                  <a:lumMod val="50000"/>
                </a:schemeClr>
              </a:gs>
            </a:gsLst>
            <a:lin ang="2700000" scaled="0"/>
          </a:gra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9569" tIns="49785" rIns="99569" bIns="49785" rtlCol="0" anchor="ctr"/>
          <a:lstStyle/>
          <a:p>
            <a:pPr algn="ctr"/>
            <a:endParaRPr lang="ko-KR" altLang="en-US" sz="1800" dirty="0"/>
          </a:p>
        </p:txBody>
      </p:sp>
      <p:sp>
        <p:nvSpPr>
          <p:cNvPr id="271" name="타원 270"/>
          <p:cNvSpPr/>
          <p:nvPr/>
        </p:nvSpPr>
        <p:spPr>
          <a:xfrm>
            <a:off x="8206481" y="3049102"/>
            <a:ext cx="100868" cy="103023"/>
          </a:xfrm>
          <a:prstGeom prst="ellipse">
            <a:avLst/>
          </a:prstGeom>
          <a:gradFill>
            <a:gsLst>
              <a:gs pos="0">
                <a:schemeClr val="bg1"/>
              </a:gs>
              <a:gs pos="14000">
                <a:schemeClr val="tx1">
                  <a:lumMod val="65000"/>
                  <a:lumOff val="35000"/>
                </a:schemeClr>
              </a:gs>
              <a:gs pos="50000">
                <a:schemeClr val="tx1">
                  <a:lumMod val="50000"/>
                  <a:lumOff val="50000"/>
                </a:schemeClr>
              </a:gs>
              <a:gs pos="73750">
                <a:schemeClr val="tx1">
                  <a:lumMod val="95000"/>
                  <a:lumOff val="5000"/>
                </a:schemeClr>
              </a:gs>
              <a:gs pos="100000">
                <a:schemeClr val="bg1">
                  <a:lumMod val="50000"/>
                </a:schemeClr>
              </a:gs>
            </a:gsLst>
            <a:lin ang="2700000" scaled="0"/>
          </a:gra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9569" tIns="49785" rIns="99569" bIns="49785" rtlCol="0" anchor="ctr"/>
          <a:lstStyle/>
          <a:p>
            <a:pPr algn="ctr"/>
            <a:endParaRPr lang="ko-KR" altLang="en-US" sz="1800" dirty="0"/>
          </a:p>
        </p:txBody>
      </p:sp>
      <p:sp>
        <p:nvSpPr>
          <p:cNvPr id="272" name="직사각형 271"/>
          <p:cNvSpPr/>
          <p:nvPr/>
        </p:nvSpPr>
        <p:spPr>
          <a:xfrm>
            <a:off x="8376276" y="3581500"/>
            <a:ext cx="967133" cy="43095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 anchorCtr="0">
            <a:spAutoFit/>
          </a:bodyPr>
          <a:lstStyle/>
          <a:p>
            <a:r>
              <a:rPr lang="ko-KR" altLang="en-US" sz="1400" spc="-99" dirty="0">
                <a:solidFill>
                  <a:schemeClr val="tx1"/>
                </a:solidFill>
                <a:latin typeface="Rix고딕 M" pitchFamily="18" charset="-127"/>
                <a:ea typeface="Rix고딕 M" pitchFamily="18" charset="-127"/>
              </a:rPr>
              <a:t>중대 장애 발생</a:t>
            </a:r>
          </a:p>
          <a:p>
            <a:r>
              <a:rPr lang="ko-KR" altLang="en-US" sz="1400" spc="-99" dirty="0">
                <a:solidFill>
                  <a:schemeClr val="tx1"/>
                </a:solidFill>
                <a:latin typeface="Rix고딕 M" pitchFamily="18" charset="-127"/>
                <a:ea typeface="Rix고딕 M" pitchFamily="18" charset="-127"/>
              </a:rPr>
              <a:t>추가 장비 필요</a:t>
            </a:r>
          </a:p>
        </p:txBody>
      </p:sp>
      <p:sp>
        <p:nvSpPr>
          <p:cNvPr id="273" name="타원 272"/>
          <p:cNvSpPr/>
          <p:nvPr/>
        </p:nvSpPr>
        <p:spPr>
          <a:xfrm>
            <a:off x="8225148" y="3642406"/>
            <a:ext cx="100868" cy="103023"/>
          </a:xfrm>
          <a:prstGeom prst="ellipse">
            <a:avLst/>
          </a:prstGeom>
          <a:gradFill>
            <a:gsLst>
              <a:gs pos="0">
                <a:schemeClr val="bg1"/>
              </a:gs>
              <a:gs pos="14000">
                <a:schemeClr val="tx1">
                  <a:lumMod val="65000"/>
                  <a:lumOff val="35000"/>
                </a:schemeClr>
              </a:gs>
              <a:gs pos="50000">
                <a:schemeClr val="tx1">
                  <a:lumMod val="50000"/>
                  <a:lumOff val="50000"/>
                </a:schemeClr>
              </a:gs>
              <a:gs pos="73750">
                <a:schemeClr val="tx1">
                  <a:lumMod val="95000"/>
                  <a:lumOff val="5000"/>
                </a:schemeClr>
              </a:gs>
              <a:gs pos="100000">
                <a:schemeClr val="bg1">
                  <a:lumMod val="50000"/>
                </a:schemeClr>
              </a:gs>
            </a:gsLst>
            <a:lin ang="2700000" scaled="0"/>
          </a:gra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9569" tIns="49785" rIns="99569" bIns="49785" rtlCol="0" anchor="ctr"/>
          <a:lstStyle/>
          <a:p>
            <a:pPr algn="ctr"/>
            <a:endParaRPr lang="ko-KR" altLang="en-US" sz="1800" dirty="0"/>
          </a:p>
        </p:txBody>
      </p:sp>
      <p:sp>
        <p:nvSpPr>
          <p:cNvPr id="274" name="타원 273"/>
          <p:cNvSpPr/>
          <p:nvPr/>
        </p:nvSpPr>
        <p:spPr>
          <a:xfrm>
            <a:off x="8225148" y="3855268"/>
            <a:ext cx="100868" cy="103023"/>
          </a:xfrm>
          <a:prstGeom prst="ellipse">
            <a:avLst/>
          </a:prstGeom>
          <a:gradFill>
            <a:gsLst>
              <a:gs pos="0">
                <a:schemeClr val="bg1"/>
              </a:gs>
              <a:gs pos="14000">
                <a:schemeClr val="tx1">
                  <a:lumMod val="65000"/>
                  <a:lumOff val="35000"/>
                </a:schemeClr>
              </a:gs>
              <a:gs pos="50000">
                <a:schemeClr val="tx1">
                  <a:lumMod val="50000"/>
                  <a:lumOff val="50000"/>
                </a:schemeClr>
              </a:gs>
              <a:gs pos="73750">
                <a:schemeClr val="tx1">
                  <a:lumMod val="95000"/>
                  <a:lumOff val="5000"/>
                </a:schemeClr>
              </a:gs>
              <a:gs pos="100000">
                <a:schemeClr val="bg1">
                  <a:lumMod val="50000"/>
                </a:schemeClr>
              </a:gs>
            </a:gsLst>
            <a:lin ang="2700000" scaled="0"/>
          </a:gra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9569" tIns="49785" rIns="99569" bIns="49785" rtlCol="0" anchor="ctr"/>
          <a:lstStyle/>
          <a:p>
            <a:pPr algn="ctr"/>
            <a:endParaRPr lang="ko-KR" altLang="en-US" sz="1800" dirty="0"/>
          </a:p>
        </p:txBody>
      </p:sp>
      <p:sp>
        <p:nvSpPr>
          <p:cNvPr id="275" name="직사각형 274"/>
          <p:cNvSpPr/>
          <p:nvPr/>
        </p:nvSpPr>
        <p:spPr>
          <a:xfrm>
            <a:off x="9549430" y="3581500"/>
            <a:ext cx="603440" cy="43095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 anchorCtr="0">
            <a:spAutoFit/>
          </a:bodyPr>
          <a:lstStyle/>
          <a:p>
            <a:r>
              <a:rPr lang="ko-KR" altLang="en-US" sz="1400" spc="-99" dirty="0">
                <a:solidFill>
                  <a:schemeClr val="tx1"/>
                </a:solidFill>
                <a:latin typeface="Rix고딕 M" pitchFamily="18" charset="-127"/>
                <a:ea typeface="Rix고딕 M" pitchFamily="18" charset="-127"/>
              </a:rPr>
              <a:t>휴먼</a:t>
            </a:r>
            <a:endParaRPr lang="en-US" altLang="ko-KR" sz="1400" spc="-99" dirty="0">
              <a:solidFill>
                <a:schemeClr val="tx1"/>
              </a:solidFill>
              <a:latin typeface="Rix고딕 M" pitchFamily="18" charset="-127"/>
              <a:ea typeface="Rix고딕 M" pitchFamily="18" charset="-127"/>
            </a:endParaRPr>
          </a:p>
          <a:p>
            <a:r>
              <a:rPr lang="ko-KR" altLang="en-US" sz="1400" spc="-99" dirty="0">
                <a:solidFill>
                  <a:schemeClr val="tx1"/>
                </a:solidFill>
                <a:latin typeface="Rix고딕 M" pitchFamily="18" charset="-127"/>
                <a:ea typeface="Rix고딕 M" pitchFamily="18" charset="-127"/>
              </a:rPr>
              <a:t>에러</a:t>
            </a:r>
          </a:p>
        </p:txBody>
      </p:sp>
      <p:sp>
        <p:nvSpPr>
          <p:cNvPr id="276" name="타원 275"/>
          <p:cNvSpPr/>
          <p:nvPr/>
        </p:nvSpPr>
        <p:spPr>
          <a:xfrm>
            <a:off x="9398302" y="3642406"/>
            <a:ext cx="100868" cy="103023"/>
          </a:xfrm>
          <a:prstGeom prst="ellipse">
            <a:avLst/>
          </a:prstGeom>
          <a:gradFill>
            <a:gsLst>
              <a:gs pos="0">
                <a:schemeClr val="bg1"/>
              </a:gs>
              <a:gs pos="14000">
                <a:schemeClr val="tx1">
                  <a:lumMod val="65000"/>
                  <a:lumOff val="35000"/>
                </a:schemeClr>
              </a:gs>
              <a:gs pos="50000">
                <a:schemeClr val="tx1">
                  <a:lumMod val="50000"/>
                  <a:lumOff val="50000"/>
                </a:schemeClr>
              </a:gs>
              <a:gs pos="73750">
                <a:schemeClr val="tx1">
                  <a:lumMod val="95000"/>
                  <a:lumOff val="5000"/>
                </a:schemeClr>
              </a:gs>
              <a:gs pos="100000">
                <a:schemeClr val="bg1">
                  <a:lumMod val="50000"/>
                </a:schemeClr>
              </a:gs>
            </a:gsLst>
            <a:lin ang="2700000" scaled="0"/>
          </a:gra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9569" tIns="49785" rIns="99569" bIns="49785" rtlCol="0" anchor="ctr"/>
          <a:lstStyle/>
          <a:p>
            <a:pPr algn="ctr"/>
            <a:endParaRPr lang="ko-KR" altLang="en-US" sz="1800" dirty="0"/>
          </a:p>
        </p:txBody>
      </p:sp>
      <p:cxnSp>
        <p:nvCxnSpPr>
          <p:cNvPr id="277" name="직선 연결선 276"/>
          <p:cNvCxnSpPr/>
          <p:nvPr/>
        </p:nvCxnSpPr>
        <p:spPr>
          <a:xfrm>
            <a:off x="7925498" y="2525261"/>
            <a:ext cx="2219984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prstDash val="sysDot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8" name="직선 연결선 277"/>
          <p:cNvCxnSpPr/>
          <p:nvPr/>
        </p:nvCxnSpPr>
        <p:spPr>
          <a:xfrm>
            <a:off x="7925498" y="3390014"/>
            <a:ext cx="2219984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prstDash val="sysDot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79" name="Picture 71" descr="jsm02"/>
          <p:cNvPicPr>
            <a:picLocks noChangeAspect="1" noChangeArrowheads="1"/>
          </p:cNvPicPr>
          <p:nvPr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640" t="70038" r="63761" b="10438"/>
          <a:stretch/>
        </p:blipFill>
        <p:spPr bwMode="auto">
          <a:xfrm>
            <a:off x="4140282" y="5649983"/>
            <a:ext cx="1199637" cy="9373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281" name="직선 연결선 280"/>
          <p:cNvCxnSpPr/>
          <p:nvPr/>
        </p:nvCxnSpPr>
        <p:spPr>
          <a:xfrm>
            <a:off x="2446528" y="2627252"/>
            <a:ext cx="213765" cy="0"/>
          </a:xfrm>
          <a:prstGeom prst="line">
            <a:avLst/>
          </a:prstGeom>
          <a:noFill/>
          <a:ln w="31750">
            <a:solidFill>
              <a:schemeClr val="tx1">
                <a:lumMod val="50000"/>
                <a:lumOff val="50000"/>
              </a:schemeClr>
            </a:solidFill>
          </a:ln>
          <a:effectLst/>
        </p:spPr>
      </p:cxnSp>
      <p:cxnSp>
        <p:nvCxnSpPr>
          <p:cNvPr id="282" name="직선 연결선 281"/>
          <p:cNvCxnSpPr/>
          <p:nvPr/>
        </p:nvCxnSpPr>
        <p:spPr>
          <a:xfrm>
            <a:off x="2446528" y="6269618"/>
            <a:ext cx="1623802" cy="0"/>
          </a:xfrm>
          <a:prstGeom prst="line">
            <a:avLst/>
          </a:prstGeom>
          <a:noFill/>
          <a:ln w="31750">
            <a:solidFill>
              <a:schemeClr val="tx1">
                <a:lumMod val="50000"/>
                <a:lumOff val="50000"/>
              </a:schemeClr>
            </a:solidFill>
          </a:ln>
          <a:effectLst/>
        </p:spPr>
      </p:cxnSp>
      <p:cxnSp>
        <p:nvCxnSpPr>
          <p:cNvPr id="283" name="직선 연결선 282"/>
          <p:cNvCxnSpPr/>
          <p:nvPr/>
        </p:nvCxnSpPr>
        <p:spPr>
          <a:xfrm>
            <a:off x="2449947" y="2620681"/>
            <a:ext cx="0" cy="3648937"/>
          </a:xfrm>
          <a:prstGeom prst="line">
            <a:avLst/>
          </a:prstGeom>
          <a:noFill/>
          <a:ln w="31750">
            <a:solidFill>
              <a:schemeClr val="tx1">
                <a:lumMod val="50000"/>
                <a:lumOff val="50000"/>
              </a:schemeClr>
            </a:solidFill>
          </a:ln>
          <a:effectLst/>
        </p:spPr>
      </p:cxnSp>
      <p:sp>
        <p:nvSpPr>
          <p:cNvPr id="326" name="제목 1"/>
          <p:cNvSpPr txBox="1">
            <a:spLocks/>
          </p:cNvSpPr>
          <p:nvPr/>
        </p:nvSpPr>
        <p:spPr>
          <a:xfrm>
            <a:off x="1152636" y="292199"/>
            <a:ext cx="3264463" cy="421098"/>
          </a:xfrm>
          <a:prstGeom prst="rect">
            <a:avLst/>
          </a:prstGeom>
        </p:spPr>
        <p:txBody>
          <a:bodyPr lIns="96487" tIns="48244" rIns="96487" bIns="48244"/>
          <a:lstStyle>
            <a:lvl1pPr algn="l" defTabSz="995690" rtl="0" eaLnBrk="1" latinLnBrk="1" hangingPunct="1">
              <a:spcBef>
                <a:spcPct val="0"/>
              </a:spcBef>
              <a:buNone/>
              <a:defRPr sz="3500" kern="1200">
                <a:solidFill>
                  <a:schemeClr val="tx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+mj-cs"/>
              </a:defRPr>
            </a:lvl1pPr>
          </a:lstStyle>
          <a:p>
            <a:r>
              <a:rPr lang="en-US" altLang="ko-KR" sz="1900" spc="-96" dirty="0">
                <a:solidFill>
                  <a:schemeClr val="tx2">
                    <a:lumMod val="50000"/>
                  </a:schemeClr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2. </a:t>
            </a:r>
            <a:r>
              <a:rPr lang="ko-KR" altLang="en-US" sz="1900" spc="-96" dirty="0" smtClean="0">
                <a:solidFill>
                  <a:schemeClr val="tx2">
                    <a:lumMod val="50000"/>
                  </a:schemeClr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사업 관리</a:t>
            </a:r>
            <a:endParaRPr lang="ko-KR" altLang="en-US" sz="1900" spc="-96" dirty="0">
              <a:solidFill>
                <a:schemeClr val="tx2">
                  <a:lumMod val="50000"/>
                </a:schemeClr>
              </a:solidFill>
              <a:latin typeface="Rix모던고딕 B" panose="02020603020101020101" pitchFamily="18" charset="-127"/>
              <a:ea typeface="Rix모던고딕 B" panose="02020603020101020101" pitchFamily="18" charset="-127"/>
            </a:endParaRPr>
          </a:p>
        </p:txBody>
      </p:sp>
      <p:grpSp>
        <p:nvGrpSpPr>
          <p:cNvPr id="128" name="그룹 127"/>
          <p:cNvGrpSpPr/>
          <p:nvPr/>
        </p:nvGrpSpPr>
        <p:grpSpPr>
          <a:xfrm>
            <a:off x="5477177" y="5236797"/>
            <a:ext cx="1374536" cy="327656"/>
            <a:chOff x="6680115" y="3080997"/>
            <a:chExt cx="1474897" cy="522216"/>
          </a:xfrm>
        </p:grpSpPr>
        <p:sp>
          <p:nvSpPr>
            <p:cNvPr id="129" name="직사각형 128"/>
            <p:cNvSpPr/>
            <p:nvPr/>
          </p:nvSpPr>
          <p:spPr>
            <a:xfrm>
              <a:off x="6680115" y="3080997"/>
              <a:ext cx="1474897" cy="522216"/>
            </a:xfrm>
            <a:prstGeom prst="rect">
              <a:avLst/>
            </a:prstGeom>
            <a:pattFill prst="pct5">
              <a:fgClr>
                <a:schemeClr val="tx1">
                  <a:lumMod val="75000"/>
                  <a:lumOff val="25000"/>
                </a:schemeClr>
              </a:fgClr>
              <a:bgClr>
                <a:schemeClr val="tx1">
                  <a:lumMod val="65000"/>
                  <a:lumOff val="35000"/>
                </a:schemeClr>
              </a:bgClr>
            </a:pattFill>
            <a:ln>
              <a:noFill/>
            </a:ln>
            <a:effectLst>
              <a:innerShdw blurRad="114300">
                <a:prstClr val="black"/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2440" tIns="46220" rIns="92440" bIns="46220" rtlCol="0" anchor="ctr"/>
            <a:lstStyle>
              <a:defPPr>
                <a:defRPr lang="ko-KR"/>
              </a:defPPr>
              <a:lvl1pPr marL="0" algn="l" defTabSz="1019190" rtl="0" eaLnBrk="1" latinLnBrk="1" hangingPunct="1">
                <a:defRPr sz="20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509595" algn="l" defTabSz="1019190" rtl="0" eaLnBrk="1" latinLnBrk="1" hangingPunct="1">
                <a:defRPr sz="20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1019190" algn="l" defTabSz="1019190" rtl="0" eaLnBrk="1" latinLnBrk="1" hangingPunct="1">
                <a:defRPr sz="20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528785" algn="l" defTabSz="1019190" rtl="0" eaLnBrk="1" latinLnBrk="1" hangingPunct="1">
                <a:defRPr sz="20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2038380" algn="l" defTabSz="1019190" rtl="0" eaLnBrk="1" latinLnBrk="1" hangingPunct="1">
                <a:defRPr sz="20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547976" algn="l" defTabSz="1019190" rtl="0" eaLnBrk="1" latinLnBrk="1" hangingPunct="1">
                <a:defRPr sz="20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3057571" algn="l" defTabSz="1019190" rtl="0" eaLnBrk="1" latinLnBrk="1" hangingPunct="1">
                <a:defRPr sz="20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567166" algn="l" defTabSz="1019190" rtl="0" eaLnBrk="1" latinLnBrk="1" hangingPunct="1">
                <a:defRPr sz="20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4076761" algn="l" defTabSz="1019190" rtl="0" eaLnBrk="1" latinLnBrk="1" hangingPunct="1">
                <a:defRPr sz="20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ko-KR" altLang="en-US" sz="1500" spc="-91" dirty="0" smtClean="0">
                  <a:latin typeface="Rix고딕 B" pitchFamily="18" charset="-127"/>
                  <a:ea typeface="Rix고딕 B" pitchFamily="18" charset="-127"/>
                </a:rPr>
                <a:t>인력관리</a:t>
              </a:r>
              <a:endParaRPr lang="ko-KR" altLang="en-US" sz="1500" spc="-91" dirty="0">
                <a:latin typeface="Rix고딕 B" pitchFamily="18" charset="-127"/>
                <a:ea typeface="Rix고딕 B" pitchFamily="18" charset="-127"/>
              </a:endParaRPr>
            </a:p>
          </p:txBody>
        </p:sp>
        <p:sp>
          <p:nvSpPr>
            <p:cNvPr id="130" name="TextBox 129"/>
            <p:cNvSpPr txBox="1"/>
            <p:nvPr/>
          </p:nvSpPr>
          <p:spPr>
            <a:xfrm rot="10800000" flipV="1">
              <a:off x="6682626" y="3109572"/>
              <a:ext cx="663310" cy="373761"/>
            </a:xfrm>
            <a:custGeom>
              <a:avLst/>
              <a:gdLst>
                <a:gd name="connsiteX0" fmla="*/ 0 w 1225551"/>
                <a:gd name="connsiteY0" fmla="*/ 0 h 373125"/>
                <a:gd name="connsiteX1" fmla="*/ 1225551 w 1225551"/>
                <a:gd name="connsiteY1" fmla="*/ 0 h 373125"/>
                <a:gd name="connsiteX2" fmla="*/ 1225551 w 1225551"/>
                <a:gd name="connsiteY2" fmla="*/ 373125 h 373125"/>
                <a:gd name="connsiteX3" fmla="*/ 0 w 1225551"/>
                <a:gd name="connsiteY3" fmla="*/ 373125 h 373125"/>
                <a:gd name="connsiteX4" fmla="*/ 0 w 1225551"/>
                <a:gd name="connsiteY4" fmla="*/ 0 h 373125"/>
                <a:gd name="connsiteX0" fmla="*/ 0 w 1225551"/>
                <a:gd name="connsiteY0" fmla="*/ 0 h 373125"/>
                <a:gd name="connsiteX1" fmla="*/ 1225551 w 1225551"/>
                <a:gd name="connsiteY1" fmla="*/ 0 h 373125"/>
                <a:gd name="connsiteX2" fmla="*/ 1225551 w 1225551"/>
                <a:gd name="connsiteY2" fmla="*/ 373125 h 373125"/>
                <a:gd name="connsiteX3" fmla="*/ 590550 w 1225551"/>
                <a:gd name="connsiteY3" fmla="*/ 188975 h 373125"/>
                <a:gd name="connsiteX4" fmla="*/ 0 w 1225551"/>
                <a:gd name="connsiteY4" fmla="*/ 0 h 373125"/>
                <a:gd name="connsiteX0" fmla="*/ 0 w 1225551"/>
                <a:gd name="connsiteY0" fmla="*/ 0 h 557275"/>
                <a:gd name="connsiteX1" fmla="*/ 1225551 w 1225551"/>
                <a:gd name="connsiteY1" fmla="*/ 0 h 557275"/>
                <a:gd name="connsiteX2" fmla="*/ 1219201 w 1225551"/>
                <a:gd name="connsiteY2" fmla="*/ 557275 h 557275"/>
                <a:gd name="connsiteX3" fmla="*/ 590550 w 1225551"/>
                <a:gd name="connsiteY3" fmla="*/ 188975 h 557275"/>
                <a:gd name="connsiteX4" fmla="*/ 0 w 1225551"/>
                <a:gd name="connsiteY4" fmla="*/ 0 h 557275"/>
                <a:gd name="connsiteX0" fmla="*/ 0 w 1225551"/>
                <a:gd name="connsiteY0" fmla="*/ 0 h 557275"/>
                <a:gd name="connsiteX1" fmla="*/ 1225551 w 1225551"/>
                <a:gd name="connsiteY1" fmla="*/ 0 h 557275"/>
                <a:gd name="connsiteX2" fmla="*/ 1219201 w 1225551"/>
                <a:gd name="connsiteY2" fmla="*/ 557275 h 557275"/>
                <a:gd name="connsiteX3" fmla="*/ 685800 w 1225551"/>
                <a:gd name="connsiteY3" fmla="*/ 277875 h 557275"/>
                <a:gd name="connsiteX4" fmla="*/ 0 w 1225551"/>
                <a:gd name="connsiteY4" fmla="*/ 0 h 557275"/>
                <a:gd name="connsiteX0" fmla="*/ 0 w 1819911"/>
                <a:gd name="connsiteY0" fmla="*/ 0 h 557275"/>
                <a:gd name="connsiteX1" fmla="*/ 1819911 w 1819911"/>
                <a:gd name="connsiteY1" fmla="*/ 0 h 557275"/>
                <a:gd name="connsiteX2" fmla="*/ 1813561 w 1819911"/>
                <a:gd name="connsiteY2" fmla="*/ 557275 h 557275"/>
                <a:gd name="connsiteX3" fmla="*/ 1280160 w 1819911"/>
                <a:gd name="connsiteY3" fmla="*/ 277875 h 557275"/>
                <a:gd name="connsiteX4" fmla="*/ 0 w 1819911"/>
                <a:gd name="connsiteY4" fmla="*/ 0 h 557275"/>
                <a:gd name="connsiteX0" fmla="*/ 0 w 1819911"/>
                <a:gd name="connsiteY0" fmla="*/ 0 h 557275"/>
                <a:gd name="connsiteX1" fmla="*/ 1819911 w 1819911"/>
                <a:gd name="connsiteY1" fmla="*/ 0 h 557275"/>
                <a:gd name="connsiteX2" fmla="*/ 1813561 w 1819911"/>
                <a:gd name="connsiteY2" fmla="*/ 557275 h 557275"/>
                <a:gd name="connsiteX3" fmla="*/ 868680 w 1819911"/>
                <a:gd name="connsiteY3" fmla="*/ 266278 h 557275"/>
                <a:gd name="connsiteX4" fmla="*/ 0 w 1819911"/>
                <a:gd name="connsiteY4" fmla="*/ 0 h 557275"/>
                <a:gd name="connsiteX0" fmla="*/ 0 w 2071371"/>
                <a:gd name="connsiteY0" fmla="*/ 0 h 568873"/>
                <a:gd name="connsiteX1" fmla="*/ 2071371 w 2071371"/>
                <a:gd name="connsiteY1" fmla="*/ 11598 h 568873"/>
                <a:gd name="connsiteX2" fmla="*/ 2065021 w 2071371"/>
                <a:gd name="connsiteY2" fmla="*/ 568873 h 568873"/>
                <a:gd name="connsiteX3" fmla="*/ 1120140 w 2071371"/>
                <a:gd name="connsiteY3" fmla="*/ 277876 h 568873"/>
                <a:gd name="connsiteX4" fmla="*/ 0 w 2071371"/>
                <a:gd name="connsiteY4" fmla="*/ 0 h 568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71371" h="568873">
                  <a:moveTo>
                    <a:pt x="0" y="0"/>
                  </a:moveTo>
                  <a:lnTo>
                    <a:pt x="2071371" y="11598"/>
                  </a:lnTo>
                  <a:cubicBezTo>
                    <a:pt x="2069254" y="197356"/>
                    <a:pt x="2067138" y="383115"/>
                    <a:pt x="2065021" y="568873"/>
                  </a:cubicBezTo>
                  <a:lnTo>
                    <a:pt x="1120140" y="277876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chemeClr val="bg1">
                    <a:lumMod val="64000"/>
                    <a:lumOff val="36000"/>
                    <a:alpha val="3100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82935" tIns="41468" rIns="82935" bIns="4146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algn="ctr">
                <a:defRPr>
                  <a:solidFill>
                    <a:schemeClr val="bg1"/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endParaRPr lang="ko-KR" altLang="en-US" sz="1633" dirty="0">
                <a:latin typeface="Rix고딕 B" pitchFamily="18" charset="-127"/>
                <a:ea typeface="Rix고딕 B" pitchFamily="18" charset="-127"/>
              </a:endParaRPr>
            </a:p>
          </p:txBody>
        </p:sp>
      </p:grpSp>
      <p:sp>
        <p:nvSpPr>
          <p:cNvPr id="131" name="직사각형 130"/>
          <p:cNvSpPr/>
          <p:nvPr/>
        </p:nvSpPr>
        <p:spPr>
          <a:xfrm>
            <a:off x="5479518" y="5593157"/>
            <a:ext cx="1374536" cy="1420842"/>
          </a:xfrm>
          <a:prstGeom prst="rect">
            <a:avLst/>
          </a:prstGeom>
          <a:noFill/>
          <a:ln w="12700">
            <a:solidFill>
              <a:schemeClr val="bg1">
                <a:lumMod val="6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9569" tIns="49785" rIns="99569" bIns="49785" rtlCol="0" anchor="ctr"/>
          <a:lstStyle/>
          <a:p>
            <a:pPr lvl="1"/>
            <a:endParaRPr lang="ko-KR" altLang="en-US" dirty="0">
              <a:sym typeface="Monotype Sorts" pitchFamily="2" charset="2"/>
            </a:endParaRPr>
          </a:p>
        </p:txBody>
      </p:sp>
      <p:sp>
        <p:nvSpPr>
          <p:cNvPr id="132" name="Rectangle 12"/>
          <p:cNvSpPr>
            <a:spLocks noChangeArrowheads="1"/>
          </p:cNvSpPr>
          <p:nvPr/>
        </p:nvSpPr>
        <p:spPr bwMode="auto">
          <a:xfrm>
            <a:off x="5523780" y="6600245"/>
            <a:ext cx="1281330" cy="364456"/>
          </a:xfrm>
          <a:prstGeom prst="rect">
            <a:avLst/>
          </a:prstGeom>
          <a:noFill/>
          <a:ln w="9525" algn="ctr">
            <a:noFill/>
            <a:prstDash val="dash"/>
            <a:miter lim="800000"/>
            <a:headEnd/>
            <a:tailEnd/>
          </a:ln>
          <a:effectLst/>
        </p:spPr>
        <p:txBody>
          <a:bodyPr wrap="square" lIns="0" tIns="0" rIns="0" bIns="0">
            <a:spAutoFit/>
            <a:scene3d>
              <a:camera prst="orthographicFront"/>
              <a:lightRig rig="threePt" dir="t"/>
            </a:scene3d>
            <a:sp3d>
              <a:bevelT w="0"/>
            </a:sp3d>
          </a:bodyPr>
          <a:lstStyle/>
          <a:p>
            <a:pPr algn="ctr" defTabSz="1264199" eaLnBrk="0" hangingPunct="0">
              <a:buClr>
                <a:srgbClr val="4D4D4D"/>
              </a:buClr>
              <a:buSzPts val="1300"/>
              <a:tabLst>
                <a:tab pos="852399" algn="l"/>
                <a:tab pos="1398107" algn="l"/>
              </a:tabLst>
            </a:pPr>
            <a:r>
              <a:rPr lang="ko-KR" altLang="en-US" sz="1088" spc="-45" dirty="0" smtClean="0">
                <a:latin typeface="Rix고딕 M" pitchFamily="18" charset="-127"/>
                <a:ea typeface="Rix고딕 M" pitchFamily="18" charset="-127"/>
                <a:cs typeface="Arial" pitchFamily="34" charset="0"/>
              </a:rPr>
              <a:t>인력변경 사전관리</a:t>
            </a:r>
            <a:endParaRPr lang="en-US" altLang="ko-KR" sz="1088" spc="-45" dirty="0" smtClean="0">
              <a:latin typeface="Rix고딕 M" pitchFamily="18" charset="-127"/>
              <a:ea typeface="Rix고딕 M" pitchFamily="18" charset="-127"/>
              <a:cs typeface="Arial" pitchFamily="34" charset="0"/>
            </a:endParaRPr>
          </a:p>
          <a:p>
            <a:pPr algn="ctr" defTabSz="1264199" eaLnBrk="0" hangingPunct="0">
              <a:buClr>
                <a:srgbClr val="4D4D4D"/>
              </a:buClr>
              <a:buSzPts val="1300"/>
              <a:tabLst>
                <a:tab pos="852399" algn="l"/>
                <a:tab pos="1398107" algn="l"/>
              </a:tabLst>
            </a:pPr>
            <a:r>
              <a:rPr lang="ko-KR" altLang="en-US" sz="1088" spc="-45" dirty="0" smtClean="0">
                <a:latin typeface="Rix고딕 M" pitchFamily="18" charset="-127"/>
                <a:ea typeface="Rix고딕 M" pitchFamily="18" charset="-127"/>
                <a:cs typeface="Arial" pitchFamily="34" charset="0"/>
              </a:rPr>
              <a:t>동기부여 및 교육</a:t>
            </a:r>
            <a:endParaRPr lang="ko-KR" altLang="en-US" sz="1088" spc="-45" dirty="0">
              <a:latin typeface="Rix고딕 M" pitchFamily="18" charset="-127"/>
              <a:ea typeface="Rix고딕 M" pitchFamily="18" charset="-127"/>
              <a:cs typeface="Arial" pitchFamily="34" charset="0"/>
            </a:endParaRPr>
          </a:p>
        </p:txBody>
      </p:sp>
      <p:pic>
        <p:nvPicPr>
          <p:cNvPr id="133" name="Picture 2"/>
          <p:cNvPicPr>
            <a:picLocks noChangeAspect="1"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5808776" y="5769114"/>
            <a:ext cx="712567" cy="68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494878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9" name="그룹 78"/>
          <p:cNvGrpSpPr/>
          <p:nvPr/>
        </p:nvGrpSpPr>
        <p:grpSpPr>
          <a:xfrm>
            <a:off x="0" y="1618680"/>
            <a:ext cx="10704733" cy="2452224"/>
            <a:chOff x="0" y="1581736"/>
            <a:chExt cx="10704733" cy="1124613"/>
          </a:xfrm>
        </p:grpSpPr>
        <p:sp>
          <p:nvSpPr>
            <p:cNvPr id="80" name="직사각형 79"/>
            <p:cNvSpPr/>
            <p:nvPr/>
          </p:nvSpPr>
          <p:spPr>
            <a:xfrm>
              <a:off x="0" y="1581736"/>
              <a:ext cx="5414430" cy="1122187"/>
            </a:xfrm>
            <a:prstGeom prst="rect">
              <a:avLst/>
            </a:prstGeom>
            <a:solidFill>
              <a:srgbClr val="1B91C1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1"/>
              <a:endParaRPr lang="ko-KR" altLang="en-US" dirty="0"/>
            </a:p>
          </p:txBody>
        </p:sp>
        <p:sp>
          <p:nvSpPr>
            <p:cNvPr id="81" name="직사각형 80"/>
            <p:cNvSpPr/>
            <p:nvPr/>
          </p:nvSpPr>
          <p:spPr>
            <a:xfrm>
              <a:off x="5406213" y="1584162"/>
              <a:ext cx="5298520" cy="1122187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1"/>
              <a:endParaRPr lang="ko-KR" altLang="en-US" dirty="0"/>
            </a:p>
          </p:txBody>
        </p:sp>
      </p:grpSp>
      <p:sp>
        <p:nvSpPr>
          <p:cNvPr id="82" name="직사각형 81"/>
          <p:cNvSpPr/>
          <p:nvPr/>
        </p:nvSpPr>
        <p:spPr>
          <a:xfrm>
            <a:off x="5562479" y="1702338"/>
            <a:ext cx="3556000" cy="3077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ctr" defTabSz="801639" latinLnBrk="0">
              <a:spcBef>
                <a:spcPts val="88"/>
              </a:spcBef>
              <a:spcAft>
                <a:spcPts val="88"/>
              </a:spcAft>
            </a:pPr>
            <a:r>
              <a:rPr lang="ko-KR" altLang="en-US" spc="-150" dirty="0">
                <a:ln>
                  <a:solidFill>
                    <a:prstClr val="white">
                      <a:alpha val="10000"/>
                    </a:prstClr>
                  </a:solidFill>
                </a:ln>
                <a:solidFill>
                  <a:schemeClr val="bg1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시스템 측면</a:t>
            </a:r>
          </a:p>
        </p:txBody>
      </p:sp>
      <p:sp>
        <p:nvSpPr>
          <p:cNvPr id="83" name="직사각형 82"/>
          <p:cNvSpPr/>
          <p:nvPr/>
        </p:nvSpPr>
        <p:spPr>
          <a:xfrm>
            <a:off x="1675986" y="1702338"/>
            <a:ext cx="3556000" cy="3077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ctr" defTabSz="801639" latinLnBrk="0">
              <a:spcBef>
                <a:spcPts val="88"/>
              </a:spcBef>
              <a:spcAft>
                <a:spcPts val="88"/>
              </a:spcAft>
            </a:pPr>
            <a:r>
              <a:rPr lang="ko-KR" altLang="en-US" spc="-150" dirty="0">
                <a:ln>
                  <a:solidFill>
                    <a:prstClr val="white">
                      <a:alpha val="10000"/>
                    </a:prstClr>
                  </a:solidFill>
                </a:ln>
                <a:solidFill>
                  <a:schemeClr val="bg1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사업 측면</a:t>
            </a:r>
          </a:p>
        </p:txBody>
      </p:sp>
      <p:sp>
        <p:nvSpPr>
          <p:cNvPr id="84" name="직사각형 83"/>
          <p:cNvSpPr/>
          <p:nvPr/>
        </p:nvSpPr>
        <p:spPr>
          <a:xfrm>
            <a:off x="1995814" y="2095582"/>
            <a:ext cx="3410398" cy="204092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 smtClean="0"/>
          </a:p>
        </p:txBody>
      </p:sp>
      <p:sp>
        <p:nvSpPr>
          <p:cNvPr id="85" name="직각 삼각형 84"/>
          <p:cNvSpPr/>
          <p:nvPr/>
        </p:nvSpPr>
        <p:spPr>
          <a:xfrm flipH="1">
            <a:off x="1519754" y="2095518"/>
            <a:ext cx="476060" cy="1975386"/>
          </a:xfrm>
          <a:prstGeom prst="rt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 smtClean="0"/>
          </a:p>
        </p:txBody>
      </p:sp>
      <p:sp>
        <p:nvSpPr>
          <p:cNvPr id="86" name="직사각형 85"/>
          <p:cNvSpPr/>
          <p:nvPr/>
        </p:nvSpPr>
        <p:spPr>
          <a:xfrm flipH="1">
            <a:off x="5392342" y="2095582"/>
            <a:ext cx="3410398" cy="204092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 smtClean="0"/>
          </a:p>
        </p:txBody>
      </p:sp>
      <p:cxnSp>
        <p:nvCxnSpPr>
          <p:cNvPr id="87" name="직선 연결선 86"/>
          <p:cNvCxnSpPr/>
          <p:nvPr/>
        </p:nvCxnSpPr>
        <p:spPr>
          <a:xfrm>
            <a:off x="1" y="4093764"/>
            <a:ext cx="10693396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Text Box 432"/>
          <p:cNvSpPr txBox="1">
            <a:spLocks noChangeArrowheads="1"/>
          </p:cNvSpPr>
          <p:nvPr/>
        </p:nvSpPr>
        <p:spPr bwMode="auto">
          <a:xfrm>
            <a:off x="2055489" y="2190143"/>
            <a:ext cx="3154904" cy="19877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t" anchorCtr="0">
            <a:spAutoFit/>
          </a:bodyPr>
          <a:lstStyle>
            <a:defPPr>
              <a:defRPr lang="ko-KR"/>
            </a:defPPr>
            <a:lvl1pPr marL="0" algn="l" defTabSz="1019188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9594" algn="l" defTabSz="1019188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19188" algn="l" defTabSz="1019188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28782" algn="l" defTabSz="1019188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38377" algn="l" defTabSz="1019188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47971" algn="l" defTabSz="1019188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57565" algn="l" defTabSz="1019188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567160" algn="l" defTabSz="1019188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076754" algn="l" defTabSz="1019188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4442" indent="-124442" latinLnBrk="0">
              <a:spcBef>
                <a:spcPts val="303"/>
              </a:spcBef>
              <a:spcAft>
                <a:spcPts val="197"/>
              </a:spcAft>
              <a:buFont typeface="Arial" panose="020B0604020202020204" pitchFamily="34" charset="0"/>
              <a:buChar char="•"/>
              <a:defRPr/>
            </a:pPr>
            <a:r>
              <a:rPr lang="ko-KR" altLang="en-US" sz="1400" kern="0" spc="-99" dirty="0">
                <a:latin typeface="Rix고딕 B" pitchFamily="18" charset="-127"/>
                <a:ea typeface="Rix고딕 B" pitchFamily="18" charset="-127"/>
              </a:rPr>
              <a:t>제안사 경험 활용으로 철저한 사업계획 수립</a:t>
            </a:r>
          </a:p>
          <a:p>
            <a:pPr latinLnBrk="0">
              <a:spcBef>
                <a:spcPts val="303"/>
              </a:spcBef>
              <a:spcAft>
                <a:spcPts val="197"/>
              </a:spcAft>
              <a:defRPr/>
            </a:pPr>
            <a:r>
              <a:rPr lang="en-US" altLang="ko-KR" sz="1200" kern="0" spc="-99" dirty="0">
                <a:latin typeface="Rix고딕 M" pitchFamily="18" charset="-127"/>
                <a:ea typeface="Rix고딕 M" pitchFamily="18" charset="-127"/>
              </a:rPr>
              <a:t>    - </a:t>
            </a:r>
            <a:r>
              <a:rPr lang="ko-KR" altLang="en-US" sz="1200" kern="0" spc="-99" dirty="0">
                <a:latin typeface="Rix고딕 M" pitchFamily="18" charset="-127"/>
                <a:ea typeface="Rix고딕 M" pitchFamily="18" charset="-127"/>
              </a:rPr>
              <a:t>유사 사업 경험 활용</a:t>
            </a:r>
            <a:r>
              <a:rPr lang="en-US" altLang="ko-KR" sz="1200" kern="0" spc="-99" dirty="0">
                <a:latin typeface="Rix고딕 M" pitchFamily="18" charset="-127"/>
                <a:ea typeface="Rix고딕 M" pitchFamily="18" charset="-127"/>
              </a:rPr>
              <a:t>(</a:t>
            </a:r>
            <a:r>
              <a:rPr lang="ko-KR" altLang="en-US" sz="1200" kern="0" spc="-99" dirty="0">
                <a:latin typeface="Rix고딕 M" pitchFamily="18" charset="-127"/>
                <a:ea typeface="Rix고딕 M" pitchFamily="18" charset="-127"/>
              </a:rPr>
              <a:t>정부통합전산센터</a:t>
            </a:r>
            <a:r>
              <a:rPr lang="en-US" altLang="ko-KR" sz="1200" kern="0" spc="-99" dirty="0">
                <a:latin typeface="Rix고딕 M" pitchFamily="18" charset="-127"/>
                <a:ea typeface="Rix고딕 M" pitchFamily="18" charset="-127"/>
              </a:rPr>
              <a:t>)</a:t>
            </a:r>
          </a:p>
          <a:p>
            <a:pPr latinLnBrk="0">
              <a:spcBef>
                <a:spcPts val="303"/>
              </a:spcBef>
              <a:spcAft>
                <a:spcPts val="197"/>
              </a:spcAft>
              <a:defRPr/>
            </a:pPr>
            <a:r>
              <a:rPr lang="en-US" altLang="ko-KR" sz="1200" kern="0" spc="-99" dirty="0">
                <a:latin typeface="Rix고딕 M" pitchFamily="18" charset="-127"/>
                <a:ea typeface="Rix고딕 M" pitchFamily="18" charset="-127"/>
              </a:rPr>
              <a:t>    - </a:t>
            </a:r>
            <a:r>
              <a:rPr lang="ko-KR" altLang="en-US" sz="1200" kern="0" spc="-99" dirty="0">
                <a:latin typeface="Rix고딕 M" pitchFamily="18" charset="-127"/>
                <a:ea typeface="Rix고딕 M" pitchFamily="18" charset="-127"/>
              </a:rPr>
              <a:t>시험 평가 조직</a:t>
            </a:r>
            <a:r>
              <a:rPr lang="en-US" altLang="ko-KR" sz="1200" kern="0" spc="-99" dirty="0">
                <a:latin typeface="Rix고딕 M" pitchFamily="18" charset="-127"/>
                <a:ea typeface="Rix고딕 M" pitchFamily="18" charset="-127"/>
              </a:rPr>
              <a:t>/</a:t>
            </a:r>
            <a:r>
              <a:rPr lang="ko-KR" altLang="en-US" sz="1200" kern="0" spc="-99" dirty="0">
                <a:latin typeface="Rix고딕 M" pitchFamily="18" charset="-127"/>
                <a:ea typeface="Rix고딕 M" pitchFamily="18" charset="-127"/>
              </a:rPr>
              <a:t>범위</a:t>
            </a:r>
            <a:r>
              <a:rPr lang="en-US" altLang="ko-KR" sz="1200" kern="0" spc="-99" dirty="0">
                <a:latin typeface="Rix고딕 M" pitchFamily="18" charset="-127"/>
                <a:ea typeface="Rix고딕 M" pitchFamily="18" charset="-127"/>
              </a:rPr>
              <a:t>/</a:t>
            </a:r>
            <a:r>
              <a:rPr lang="ko-KR" altLang="en-US" sz="1200" kern="0" spc="-99" dirty="0" smtClean="0">
                <a:latin typeface="Rix고딕 M" pitchFamily="18" charset="-127"/>
                <a:ea typeface="Rix고딕 M" pitchFamily="18" charset="-127"/>
              </a:rPr>
              <a:t>방법</a:t>
            </a:r>
            <a:r>
              <a:rPr lang="en-US" altLang="ko-KR" sz="1200" kern="0" spc="-99" dirty="0" smtClean="0">
                <a:latin typeface="Rix고딕 M" pitchFamily="18" charset="-127"/>
                <a:ea typeface="Rix고딕 M" pitchFamily="18" charset="-127"/>
              </a:rPr>
              <a:t>/</a:t>
            </a:r>
            <a:r>
              <a:rPr lang="ko-KR" altLang="en-US" sz="1200" kern="0" spc="-99" dirty="0" smtClean="0">
                <a:latin typeface="Rix고딕 M" pitchFamily="18" charset="-127"/>
                <a:ea typeface="Rix고딕 M" pitchFamily="18" charset="-127"/>
              </a:rPr>
              <a:t>시나리오 절차 </a:t>
            </a:r>
            <a:r>
              <a:rPr lang="ko-KR" altLang="en-US" sz="1200" kern="0" spc="-99" dirty="0">
                <a:latin typeface="Rix고딕 M" pitchFamily="18" charset="-127"/>
                <a:ea typeface="Rix고딕 M" pitchFamily="18" charset="-127"/>
              </a:rPr>
              <a:t>수립</a:t>
            </a:r>
          </a:p>
          <a:p>
            <a:pPr marL="124442" indent="-124442" latinLnBrk="0">
              <a:spcBef>
                <a:spcPts val="303"/>
              </a:spcBef>
              <a:spcAft>
                <a:spcPts val="197"/>
              </a:spcAft>
              <a:buFont typeface="Arial" panose="020B0604020202020204" pitchFamily="34" charset="0"/>
              <a:buChar char="•"/>
              <a:defRPr/>
            </a:pPr>
            <a:r>
              <a:rPr lang="ko-KR" altLang="en-US" sz="1400" kern="0" spc="-99" dirty="0" smtClean="0">
                <a:latin typeface="Rix고딕 B" pitchFamily="18" charset="-127"/>
                <a:ea typeface="Rix고딕 B" pitchFamily="18" charset="-127"/>
              </a:rPr>
              <a:t>시험 평가 시나리오에 </a:t>
            </a:r>
            <a:r>
              <a:rPr lang="ko-KR" altLang="en-US" sz="1400" kern="0" spc="-99" dirty="0">
                <a:latin typeface="Rix고딕 B" pitchFamily="18" charset="-127"/>
                <a:ea typeface="Rix고딕 B" pitchFamily="18" charset="-127"/>
              </a:rPr>
              <a:t>의한 전문적 시험 설계</a:t>
            </a:r>
          </a:p>
          <a:p>
            <a:pPr latinLnBrk="0">
              <a:spcBef>
                <a:spcPts val="303"/>
              </a:spcBef>
              <a:spcAft>
                <a:spcPts val="197"/>
              </a:spcAft>
              <a:defRPr/>
            </a:pPr>
            <a:r>
              <a:rPr lang="ko-KR" altLang="en-US" sz="1200" kern="0" spc="-99" dirty="0">
                <a:latin typeface="Rix고딕 M" pitchFamily="18" charset="-127"/>
                <a:ea typeface="Rix고딕 M" pitchFamily="18" charset="-127"/>
              </a:rPr>
              <a:t>    </a:t>
            </a:r>
            <a:r>
              <a:rPr lang="en-US" altLang="ko-KR" sz="1200" kern="0" spc="-99" dirty="0">
                <a:latin typeface="Rix고딕 M" pitchFamily="18" charset="-127"/>
                <a:ea typeface="Rix고딕 M" pitchFamily="18" charset="-127"/>
              </a:rPr>
              <a:t>- </a:t>
            </a:r>
            <a:r>
              <a:rPr lang="ko-KR" altLang="en-US" sz="1200" kern="0" spc="-99" dirty="0">
                <a:latin typeface="Rix고딕 M" pitchFamily="18" charset="-127"/>
                <a:ea typeface="Rix고딕 M" pitchFamily="18" charset="-127"/>
              </a:rPr>
              <a:t>시험전문가에 의한 시험 시나리오 설계</a:t>
            </a:r>
          </a:p>
          <a:p>
            <a:pPr latinLnBrk="0">
              <a:spcBef>
                <a:spcPts val="303"/>
              </a:spcBef>
              <a:spcAft>
                <a:spcPts val="197"/>
              </a:spcAft>
              <a:defRPr/>
            </a:pPr>
            <a:r>
              <a:rPr lang="ko-KR" altLang="en-US" sz="1200" kern="0" spc="-99" dirty="0">
                <a:latin typeface="Rix고딕 M" pitchFamily="18" charset="-127"/>
                <a:ea typeface="Rix고딕 M" pitchFamily="18" charset="-127"/>
              </a:rPr>
              <a:t>    </a:t>
            </a:r>
            <a:r>
              <a:rPr lang="en-US" altLang="ko-KR" sz="1200" kern="0" spc="-99" dirty="0">
                <a:latin typeface="Rix고딕 M" pitchFamily="18" charset="-127"/>
                <a:ea typeface="Rix고딕 M" pitchFamily="18" charset="-127"/>
              </a:rPr>
              <a:t>- </a:t>
            </a:r>
            <a:r>
              <a:rPr lang="ko-KR" altLang="en-US" sz="1200" kern="0" spc="-99" dirty="0">
                <a:latin typeface="Rix고딕 M" pitchFamily="18" charset="-127"/>
                <a:ea typeface="Rix고딕 M" pitchFamily="18" charset="-127"/>
              </a:rPr>
              <a:t>전체 요구사항 검증을 위한 세부 절차 </a:t>
            </a:r>
            <a:r>
              <a:rPr lang="ko-KR" altLang="en-US" sz="1200" kern="0" spc="-99" dirty="0" smtClean="0">
                <a:latin typeface="Rix고딕 M" pitchFamily="18" charset="-127"/>
                <a:ea typeface="Rix고딕 M" pitchFamily="18" charset="-127"/>
              </a:rPr>
              <a:t>마련</a:t>
            </a:r>
            <a:endParaRPr lang="en-US" altLang="ko-KR" sz="1200" kern="0" spc="-99" dirty="0" smtClean="0">
              <a:latin typeface="Rix고딕 M" pitchFamily="18" charset="-127"/>
              <a:ea typeface="Rix고딕 M" pitchFamily="18" charset="-127"/>
            </a:endParaRPr>
          </a:p>
          <a:p>
            <a:pPr latinLnBrk="0">
              <a:spcBef>
                <a:spcPts val="303"/>
              </a:spcBef>
              <a:spcAft>
                <a:spcPts val="197"/>
              </a:spcAft>
              <a:defRPr/>
            </a:pPr>
            <a:r>
              <a:rPr lang="en-US" altLang="ko-KR" sz="1200" kern="0" spc="-99" dirty="0" smtClean="0">
                <a:latin typeface="Rix고딕 M" pitchFamily="18" charset="-127"/>
                <a:ea typeface="Rix고딕 M" pitchFamily="18" charset="-127"/>
              </a:rPr>
              <a:t>    - </a:t>
            </a:r>
            <a:r>
              <a:rPr lang="ko-KR" altLang="en-US" sz="1200" kern="0" spc="-99" dirty="0" smtClean="0">
                <a:latin typeface="Rix고딕 M" pitchFamily="18" charset="-127"/>
                <a:ea typeface="Rix고딕 M" pitchFamily="18" charset="-127"/>
              </a:rPr>
              <a:t>군 환경에 부합된 시험평가 </a:t>
            </a:r>
            <a:r>
              <a:rPr lang="en-US" altLang="ko-KR" sz="1200" kern="0" spc="-99" dirty="0" smtClean="0">
                <a:latin typeface="Rix고딕 M" pitchFamily="18" charset="-127"/>
                <a:ea typeface="Rix고딕 M" pitchFamily="18" charset="-127"/>
              </a:rPr>
              <a:t>(</a:t>
            </a:r>
            <a:r>
              <a:rPr lang="ko-KR" altLang="en-US" sz="1200" kern="0" spc="-99" dirty="0" smtClean="0">
                <a:latin typeface="Rix고딕 M" pitchFamily="18" charset="-127"/>
                <a:ea typeface="Rix고딕 M" pitchFamily="18" charset="-127"/>
              </a:rPr>
              <a:t>군사전문가</a:t>
            </a:r>
            <a:r>
              <a:rPr lang="en-US" altLang="ko-KR" sz="1200" kern="0" spc="-99" dirty="0" smtClean="0">
                <a:latin typeface="Rix고딕 M" pitchFamily="18" charset="-127"/>
                <a:ea typeface="Rix고딕 M" pitchFamily="18" charset="-127"/>
              </a:rPr>
              <a:t> </a:t>
            </a:r>
            <a:r>
              <a:rPr lang="ko-KR" altLang="en-US" sz="1200" kern="0" spc="-99" dirty="0" smtClean="0">
                <a:latin typeface="Rix고딕 M" pitchFamily="18" charset="-127"/>
                <a:ea typeface="Rix고딕 M" pitchFamily="18" charset="-127"/>
              </a:rPr>
              <a:t>참여</a:t>
            </a:r>
            <a:r>
              <a:rPr lang="en-US" altLang="ko-KR" sz="1200" kern="0" spc="-99" dirty="0" smtClean="0">
                <a:latin typeface="Rix고딕 M" pitchFamily="18" charset="-127"/>
                <a:ea typeface="Rix고딕 M" pitchFamily="18" charset="-127"/>
              </a:rPr>
              <a:t>)</a:t>
            </a:r>
          </a:p>
          <a:p>
            <a:pPr latinLnBrk="0">
              <a:spcBef>
                <a:spcPts val="303"/>
              </a:spcBef>
              <a:spcAft>
                <a:spcPts val="197"/>
              </a:spcAft>
              <a:defRPr/>
            </a:pPr>
            <a:r>
              <a:rPr lang="en-US" altLang="ko-KR" sz="1200" kern="0" spc="-99" dirty="0">
                <a:latin typeface="Rix고딕 M" pitchFamily="18" charset="-127"/>
                <a:ea typeface="Rix고딕 M" pitchFamily="18" charset="-127"/>
              </a:rPr>
              <a:t> </a:t>
            </a:r>
            <a:r>
              <a:rPr lang="en-US" altLang="ko-KR" sz="1200" kern="0" spc="-99" dirty="0" smtClean="0">
                <a:latin typeface="Rix고딕 M" pitchFamily="18" charset="-127"/>
                <a:ea typeface="Rix고딕 M" pitchFamily="18" charset="-127"/>
              </a:rPr>
              <a:t>  </a:t>
            </a:r>
            <a:endParaRPr lang="ko-KR" altLang="en-US" sz="1200" kern="0" spc="-99" dirty="0">
              <a:latin typeface="Rix고딕 M" pitchFamily="18" charset="-127"/>
              <a:ea typeface="Rix고딕 M" pitchFamily="18" charset="-127"/>
            </a:endParaRPr>
          </a:p>
        </p:txBody>
      </p:sp>
      <p:sp>
        <p:nvSpPr>
          <p:cNvPr id="90" name="Text Box 432"/>
          <p:cNvSpPr txBox="1">
            <a:spLocks noChangeArrowheads="1"/>
          </p:cNvSpPr>
          <p:nvPr/>
        </p:nvSpPr>
        <p:spPr bwMode="auto">
          <a:xfrm>
            <a:off x="5543834" y="2190143"/>
            <a:ext cx="3447764" cy="14901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t" anchorCtr="0">
            <a:spAutoFit/>
          </a:bodyPr>
          <a:lstStyle>
            <a:defPPr>
              <a:defRPr lang="ko-KR"/>
            </a:defPPr>
            <a:lvl1pPr marL="0" algn="l" defTabSz="1019188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9594" algn="l" defTabSz="1019188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19188" algn="l" defTabSz="1019188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28782" algn="l" defTabSz="1019188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38377" algn="l" defTabSz="1019188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47971" algn="l" defTabSz="1019188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57565" algn="l" defTabSz="1019188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567160" algn="l" defTabSz="1019188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076754" algn="l" defTabSz="1019188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4442" indent="-124442" latinLnBrk="0">
              <a:spcBef>
                <a:spcPts val="303"/>
              </a:spcBef>
              <a:spcAft>
                <a:spcPts val="197"/>
              </a:spcAft>
              <a:buFont typeface="Arial" panose="020B0604020202020204" pitchFamily="34" charset="0"/>
              <a:buChar char="•"/>
              <a:defRPr/>
            </a:pPr>
            <a:r>
              <a:rPr lang="ko-KR" altLang="en-US" sz="1400" kern="0" spc="-99" dirty="0">
                <a:latin typeface="Rix고딕 B" pitchFamily="18" charset="-127"/>
                <a:ea typeface="Rix고딕 B" pitchFamily="18" charset="-127"/>
              </a:rPr>
              <a:t>사업 특성을 고려한 단계적 검증</a:t>
            </a:r>
          </a:p>
          <a:p>
            <a:pPr latinLnBrk="0">
              <a:spcBef>
                <a:spcPts val="303"/>
              </a:spcBef>
              <a:spcAft>
                <a:spcPts val="197"/>
              </a:spcAft>
              <a:defRPr/>
            </a:pPr>
            <a:r>
              <a:rPr lang="ko-KR" altLang="en-US" sz="1200" kern="0" spc="-99" dirty="0">
                <a:latin typeface="Rix고딕 M" pitchFamily="18" charset="-127"/>
                <a:ea typeface="Rix고딕 M" pitchFamily="18" charset="-127"/>
              </a:rPr>
              <a:t>     </a:t>
            </a:r>
            <a:r>
              <a:rPr lang="en-US" altLang="ko-KR" sz="1200" kern="0" spc="-99" dirty="0">
                <a:latin typeface="Rix고딕 M" pitchFamily="18" charset="-127"/>
                <a:ea typeface="Rix고딕 M" pitchFamily="18" charset="-127"/>
              </a:rPr>
              <a:t>- 1</a:t>
            </a:r>
            <a:r>
              <a:rPr lang="ko-KR" altLang="en-US" sz="1200" kern="0" spc="-99" dirty="0">
                <a:latin typeface="Rix고딕 M" pitchFamily="18" charset="-127"/>
                <a:ea typeface="Rix고딕 M" pitchFamily="18" charset="-127"/>
              </a:rPr>
              <a:t>차적으로 제안사 주관으로 </a:t>
            </a:r>
            <a:r>
              <a:rPr lang="en-US" altLang="ko-KR" sz="1200" kern="0" spc="-99" dirty="0">
                <a:latin typeface="Rix고딕 M" pitchFamily="18" charset="-127"/>
                <a:ea typeface="Rix고딕 M" pitchFamily="18" charset="-127"/>
              </a:rPr>
              <a:t>H/W </a:t>
            </a:r>
            <a:r>
              <a:rPr lang="ko-KR" altLang="en-US" sz="1200" kern="0" spc="-99" dirty="0">
                <a:latin typeface="Rix고딕 M" pitchFamily="18" charset="-127"/>
                <a:ea typeface="Rix고딕 M" pitchFamily="18" charset="-127"/>
              </a:rPr>
              <a:t>요구기능 자체 검증</a:t>
            </a:r>
          </a:p>
          <a:p>
            <a:pPr latinLnBrk="0">
              <a:spcBef>
                <a:spcPts val="303"/>
              </a:spcBef>
              <a:spcAft>
                <a:spcPts val="197"/>
              </a:spcAft>
              <a:defRPr/>
            </a:pPr>
            <a:r>
              <a:rPr lang="ko-KR" altLang="en-US" sz="1200" kern="0" spc="-99" dirty="0">
                <a:latin typeface="Rix고딕 M" pitchFamily="18" charset="-127"/>
                <a:ea typeface="Rix고딕 M" pitchFamily="18" charset="-127"/>
              </a:rPr>
              <a:t>     </a:t>
            </a:r>
            <a:r>
              <a:rPr lang="en-US" altLang="ko-KR" sz="1200" kern="0" spc="-99" dirty="0">
                <a:latin typeface="Rix고딕 M" pitchFamily="18" charset="-127"/>
                <a:ea typeface="Rix고딕 M" pitchFamily="18" charset="-127"/>
              </a:rPr>
              <a:t>- </a:t>
            </a:r>
            <a:r>
              <a:rPr lang="ko-KR" altLang="en-US" sz="1200" kern="0" spc="-99" dirty="0">
                <a:latin typeface="Rix고딕 M" pitchFamily="18" charset="-127"/>
                <a:ea typeface="Rix고딕 M" pitchFamily="18" charset="-127"/>
              </a:rPr>
              <a:t>운용시험을 통한 체계  보안성</a:t>
            </a:r>
            <a:r>
              <a:rPr lang="en-US" altLang="ko-KR" sz="1200" kern="0" spc="-99" dirty="0">
                <a:latin typeface="Rix고딕 M" pitchFamily="18" charset="-127"/>
                <a:ea typeface="Rix고딕 M" pitchFamily="18" charset="-127"/>
              </a:rPr>
              <a:t>/</a:t>
            </a:r>
            <a:r>
              <a:rPr lang="ko-KR" altLang="en-US" sz="1200" kern="0" spc="-99" dirty="0">
                <a:latin typeface="Rix고딕 M" pitchFamily="18" charset="-127"/>
                <a:ea typeface="Rix고딕 M" pitchFamily="18" charset="-127"/>
              </a:rPr>
              <a:t>운용성</a:t>
            </a:r>
            <a:r>
              <a:rPr lang="en-US" altLang="ko-KR" sz="1200" kern="0" spc="-99" dirty="0">
                <a:latin typeface="Rix고딕 M" pitchFamily="18" charset="-127"/>
                <a:ea typeface="Rix고딕 M" pitchFamily="18" charset="-127"/>
              </a:rPr>
              <a:t>/</a:t>
            </a:r>
            <a:r>
              <a:rPr lang="ko-KR" altLang="en-US" sz="1200" kern="0" spc="-99" dirty="0">
                <a:latin typeface="Rix고딕 M" pitchFamily="18" charset="-127"/>
                <a:ea typeface="Rix고딕 M" pitchFamily="18" charset="-127"/>
              </a:rPr>
              <a:t>안정성 확보</a:t>
            </a:r>
          </a:p>
          <a:p>
            <a:pPr marL="124442" indent="-124442" latinLnBrk="0">
              <a:spcBef>
                <a:spcPts val="303"/>
              </a:spcBef>
              <a:spcAft>
                <a:spcPts val="197"/>
              </a:spcAft>
              <a:buFont typeface="Arial" panose="020B0604020202020204" pitchFamily="34" charset="0"/>
              <a:buChar char="•"/>
              <a:defRPr/>
            </a:pPr>
            <a:r>
              <a:rPr lang="ko-KR" altLang="en-US" sz="1400" kern="0" spc="-99" dirty="0">
                <a:latin typeface="Rix고딕 B" pitchFamily="18" charset="-127"/>
                <a:ea typeface="Rix고딕 B" pitchFamily="18" charset="-127"/>
              </a:rPr>
              <a:t>시험 결과에 대한 신속한 후속조치로 </a:t>
            </a:r>
            <a:r>
              <a:rPr lang="ko-KR" altLang="en-US" sz="1400" kern="0" spc="-99" dirty="0" smtClean="0">
                <a:latin typeface="Rix고딕 B" pitchFamily="18" charset="-127"/>
                <a:ea typeface="Rix고딕 B" pitchFamily="18" charset="-127"/>
              </a:rPr>
              <a:t>납기 </a:t>
            </a:r>
            <a:r>
              <a:rPr lang="ko-KR" altLang="en-US" sz="1400" kern="0" spc="-99" dirty="0">
                <a:latin typeface="Rix고딕 B" pitchFamily="18" charset="-127"/>
                <a:ea typeface="Rix고딕 B" pitchFamily="18" charset="-127"/>
              </a:rPr>
              <a:t>준수</a:t>
            </a:r>
          </a:p>
          <a:p>
            <a:pPr latinLnBrk="0">
              <a:spcBef>
                <a:spcPts val="303"/>
              </a:spcBef>
              <a:spcAft>
                <a:spcPts val="197"/>
              </a:spcAft>
              <a:defRPr/>
            </a:pPr>
            <a:r>
              <a:rPr lang="ko-KR" altLang="en-US" sz="1200" kern="0" spc="-99" dirty="0">
                <a:latin typeface="Rix고딕 M" pitchFamily="18" charset="-127"/>
                <a:ea typeface="Rix고딕 M" pitchFamily="18" charset="-127"/>
              </a:rPr>
              <a:t>    </a:t>
            </a:r>
            <a:r>
              <a:rPr lang="en-US" altLang="ko-KR" sz="1200" kern="0" spc="-99" dirty="0">
                <a:latin typeface="Rix고딕 M" pitchFamily="18" charset="-127"/>
                <a:ea typeface="Rix고딕 M" pitchFamily="18" charset="-127"/>
              </a:rPr>
              <a:t>- </a:t>
            </a:r>
            <a:r>
              <a:rPr lang="ko-KR" altLang="en-US" sz="1200" kern="0" spc="-99" dirty="0">
                <a:latin typeface="Rix고딕 M" pitchFamily="18" charset="-127"/>
                <a:ea typeface="Rix고딕 M" pitchFamily="18" charset="-127"/>
              </a:rPr>
              <a:t>면밀한 시험결과 분석을 통한 품질현황 관리</a:t>
            </a:r>
          </a:p>
          <a:p>
            <a:pPr latinLnBrk="0">
              <a:spcBef>
                <a:spcPts val="303"/>
              </a:spcBef>
              <a:spcAft>
                <a:spcPts val="197"/>
              </a:spcAft>
              <a:defRPr/>
            </a:pPr>
            <a:r>
              <a:rPr lang="ko-KR" altLang="en-US" sz="1200" kern="0" spc="-99" dirty="0">
                <a:latin typeface="Rix고딕 M" pitchFamily="18" charset="-127"/>
                <a:ea typeface="Rix고딕 M" pitchFamily="18" charset="-127"/>
              </a:rPr>
              <a:t>    </a:t>
            </a:r>
            <a:r>
              <a:rPr lang="en-US" altLang="ko-KR" sz="1200" kern="0" spc="-99" dirty="0">
                <a:latin typeface="Rix고딕 M" pitchFamily="18" charset="-127"/>
                <a:ea typeface="Rix고딕 M" pitchFamily="18" charset="-127"/>
              </a:rPr>
              <a:t>- </a:t>
            </a:r>
            <a:r>
              <a:rPr lang="ko-KR" altLang="en-US" sz="1200" kern="0" spc="-99" dirty="0">
                <a:latin typeface="Rix고딕 M" pitchFamily="18" charset="-127"/>
                <a:ea typeface="Rix고딕 M" pitchFamily="18" charset="-127"/>
              </a:rPr>
              <a:t>불만족 항목에 대한 보완 계획수립 후 신속한 보완</a:t>
            </a:r>
          </a:p>
        </p:txBody>
      </p:sp>
      <p:sp>
        <p:nvSpPr>
          <p:cNvPr id="91" name="직각 삼각형 90"/>
          <p:cNvSpPr/>
          <p:nvPr/>
        </p:nvSpPr>
        <p:spPr>
          <a:xfrm>
            <a:off x="8802740" y="2095518"/>
            <a:ext cx="476060" cy="1975386"/>
          </a:xfrm>
          <a:prstGeom prst="rt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 smtClean="0"/>
          </a:p>
        </p:txBody>
      </p:sp>
      <p:pic>
        <p:nvPicPr>
          <p:cNvPr id="92" name="Picture 2" descr="G:\work\아이티센시스템즈\경찰청공조조회유지보수\icon&amp;dia\남여셋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7569" y="2835304"/>
            <a:ext cx="1398492" cy="12972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93" name="직선 연결선 92"/>
          <p:cNvCxnSpPr/>
          <p:nvPr/>
        </p:nvCxnSpPr>
        <p:spPr>
          <a:xfrm>
            <a:off x="5406212" y="2095518"/>
            <a:ext cx="0" cy="1998246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직각 삼각형 93"/>
          <p:cNvSpPr/>
          <p:nvPr/>
        </p:nvSpPr>
        <p:spPr>
          <a:xfrm>
            <a:off x="5576338" y="4811785"/>
            <a:ext cx="1259810" cy="225186"/>
          </a:xfrm>
          <a:prstGeom prst="rtTriangle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9569" tIns="49785" rIns="99569" bIns="49785" rtlCol="0" anchor="ctr"/>
          <a:lstStyle/>
          <a:p>
            <a:pPr algn="ctr"/>
            <a:endParaRPr lang="ko-KR" altLang="en-US" sz="1800" dirty="0"/>
          </a:p>
        </p:txBody>
      </p:sp>
      <p:sp>
        <p:nvSpPr>
          <p:cNvPr id="95" name="직각 삼각형 94"/>
          <p:cNvSpPr/>
          <p:nvPr/>
        </p:nvSpPr>
        <p:spPr>
          <a:xfrm flipH="1">
            <a:off x="3957673" y="4811785"/>
            <a:ext cx="1213337" cy="225186"/>
          </a:xfrm>
          <a:prstGeom prst="rtTriangle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9569" tIns="49785" rIns="99569" bIns="49785" rtlCol="0" anchor="ctr"/>
          <a:lstStyle/>
          <a:p>
            <a:pPr algn="ctr"/>
            <a:endParaRPr lang="ko-KR" altLang="en-US" sz="1800" dirty="0"/>
          </a:p>
        </p:txBody>
      </p:sp>
      <p:sp>
        <p:nvSpPr>
          <p:cNvPr id="96" name="직각 삼각형 95"/>
          <p:cNvSpPr/>
          <p:nvPr/>
        </p:nvSpPr>
        <p:spPr>
          <a:xfrm>
            <a:off x="8837559" y="4811785"/>
            <a:ext cx="1259810" cy="225186"/>
          </a:xfrm>
          <a:prstGeom prst="rtTriangle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9569" tIns="49785" rIns="99569" bIns="49785" rtlCol="0" anchor="ctr"/>
          <a:lstStyle/>
          <a:p>
            <a:pPr algn="ctr"/>
            <a:endParaRPr lang="ko-KR" altLang="en-US" sz="1800" dirty="0"/>
          </a:p>
        </p:txBody>
      </p:sp>
      <p:sp>
        <p:nvSpPr>
          <p:cNvPr id="97" name="직각 삼각형 96"/>
          <p:cNvSpPr/>
          <p:nvPr/>
        </p:nvSpPr>
        <p:spPr>
          <a:xfrm flipH="1">
            <a:off x="7218895" y="4811785"/>
            <a:ext cx="1213337" cy="225186"/>
          </a:xfrm>
          <a:prstGeom prst="rtTriangle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9569" tIns="49785" rIns="99569" bIns="49785" rtlCol="0" anchor="ctr"/>
          <a:lstStyle/>
          <a:p>
            <a:pPr algn="ctr"/>
            <a:endParaRPr lang="ko-KR" altLang="en-US" sz="1800" dirty="0"/>
          </a:p>
        </p:txBody>
      </p:sp>
      <p:grpSp>
        <p:nvGrpSpPr>
          <p:cNvPr id="98" name="그룹 97"/>
          <p:cNvGrpSpPr/>
          <p:nvPr/>
        </p:nvGrpSpPr>
        <p:grpSpPr>
          <a:xfrm>
            <a:off x="4718871" y="4285833"/>
            <a:ext cx="1296321" cy="1324012"/>
            <a:chOff x="1441051" y="4217252"/>
            <a:chExt cx="1324011" cy="1324011"/>
          </a:xfrm>
        </p:grpSpPr>
        <p:pic>
          <p:nvPicPr>
            <p:cNvPr id="99" name="Picture 3" descr="G:\work\지에프티GFT\이상호부장님\제안서\마스터\제안서마스터Fixed-47.png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41051" y="4217252"/>
              <a:ext cx="1324011" cy="132401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00" name="직사각형 99"/>
            <p:cNvSpPr/>
            <p:nvPr/>
          </p:nvSpPr>
          <p:spPr>
            <a:xfrm>
              <a:off x="1715631" y="4581419"/>
              <a:ext cx="714342" cy="261644"/>
            </a:xfrm>
            <a:prstGeom prst="rect">
              <a:avLst/>
            </a:prstGeom>
            <a:noFill/>
            <a:ln w="1270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spAutoFit/>
            </a:bodyPr>
            <a:lstStyle/>
            <a:p>
              <a:pPr lvl="0" algn="ctr">
                <a:defRPr/>
              </a:pPr>
              <a:r>
                <a:rPr lang="en-US" altLang="ko-KR" sz="1700" spc="-197" dirty="0">
                  <a:solidFill>
                    <a:schemeClr val="tx1"/>
                  </a:solidFill>
                  <a:latin typeface="Rix고딕 B" panose="02020603020101020101" pitchFamily="18" charset="-127"/>
                  <a:ea typeface="Rix고딕 B" panose="02020603020101020101" pitchFamily="18" charset="-127"/>
                </a:rPr>
                <a:t>2</a:t>
              </a:r>
              <a:r>
                <a:rPr lang="ko-KR" altLang="en-US" sz="1700" spc="-197" dirty="0">
                  <a:solidFill>
                    <a:schemeClr val="tx1"/>
                  </a:solidFill>
                  <a:latin typeface="Rix고딕 B" panose="02020603020101020101" pitchFamily="18" charset="-127"/>
                  <a:ea typeface="Rix고딕 B" panose="02020603020101020101" pitchFamily="18" charset="-127"/>
                </a:rPr>
                <a:t>단계</a:t>
              </a:r>
            </a:p>
          </p:txBody>
        </p:sp>
      </p:grpSp>
      <p:grpSp>
        <p:nvGrpSpPr>
          <p:cNvPr id="101" name="그룹 100"/>
          <p:cNvGrpSpPr/>
          <p:nvPr/>
        </p:nvGrpSpPr>
        <p:grpSpPr>
          <a:xfrm>
            <a:off x="8004533" y="4285833"/>
            <a:ext cx="1296321" cy="1324012"/>
            <a:chOff x="1441051" y="4217252"/>
            <a:chExt cx="1324011" cy="1324011"/>
          </a:xfrm>
        </p:grpSpPr>
        <p:pic>
          <p:nvPicPr>
            <p:cNvPr id="102" name="Picture 3" descr="G:\work\지에프티GFT\이상호부장님\제안서\마스터\제안서마스터Fixed-47.png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41051" y="4217252"/>
              <a:ext cx="1324011" cy="132401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03" name="직사각형 102"/>
            <p:cNvSpPr/>
            <p:nvPr/>
          </p:nvSpPr>
          <p:spPr>
            <a:xfrm>
              <a:off x="1715631" y="4581419"/>
              <a:ext cx="714342" cy="261644"/>
            </a:xfrm>
            <a:prstGeom prst="rect">
              <a:avLst/>
            </a:prstGeom>
            <a:noFill/>
            <a:ln w="1270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spAutoFit/>
            </a:bodyPr>
            <a:lstStyle/>
            <a:p>
              <a:pPr lvl="0" algn="ctr">
                <a:defRPr/>
              </a:pPr>
              <a:r>
                <a:rPr lang="en-US" altLang="ko-KR" sz="1700" spc="-197" dirty="0">
                  <a:solidFill>
                    <a:schemeClr val="tx1"/>
                  </a:solidFill>
                  <a:latin typeface="Rix고딕 B" panose="02020603020101020101" pitchFamily="18" charset="-127"/>
                  <a:ea typeface="Rix고딕 B" panose="02020603020101020101" pitchFamily="18" charset="-127"/>
                </a:rPr>
                <a:t>3</a:t>
              </a:r>
              <a:r>
                <a:rPr lang="ko-KR" altLang="en-US" sz="1700" spc="-197" dirty="0">
                  <a:solidFill>
                    <a:schemeClr val="tx1"/>
                  </a:solidFill>
                  <a:latin typeface="Rix고딕 B" panose="02020603020101020101" pitchFamily="18" charset="-127"/>
                  <a:ea typeface="Rix고딕 B" panose="02020603020101020101" pitchFamily="18" charset="-127"/>
                </a:rPr>
                <a:t>단계</a:t>
              </a:r>
            </a:p>
          </p:txBody>
        </p:sp>
      </p:grpSp>
      <p:sp>
        <p:nvSpPr>
          <p:cNvPr id="104" name="직각 삼각형 103"/>
          <p:cNvSpPr/>
          <p:nvPr/>
        </p:nvSpPr>
        <p:spPr>
          <a:xfrm>
            <a:off x="2315115" y="4811785"/>
            <a:ext cx="1259810" cy="225186"/>
          </a:xfrm>
          <a:prstGeom prst="rtTriangle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9569" tIns="49785" rIns="99569" bIns="49785" rtlCol="0" anchor="ctr"/>
          <a:lstStyle/>
          <a:p>
            <a:pPr algn="ctr"/>
            <a:endParaRPr lang="ko-KR" altLang="en-US" sz="1800" dirty="0"/>
          </a:p>
        </p:txBody>
      </p:sp>
      <p:sp>
        <p:nvSpPr>
          <p:cNvPr id="105" name="직각 삼각형 104"/>
          <p:cNvSpPr/>
          <p:nvPr/>
        </p:nvSpPr>
        <p:spPr>
          <a:xfrm flipH="1">
            <a:off x="696451" y="4811785"/>
            <a:ext cx="1213337" cy="225186"/>
          </a:xfrm>
          <a:prstGeom prst="rtTriangle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9569" tIns="49785" rIns="99569" bIns="49785" rtlCol="0" anchor="ctr"/>
          <a:lstStyle/>
          <a:p>
            <a:pPr algn="ctr"/>
            <a:endParaRPr lang="ko-KR" altLang="en-US" sz="1800" dirty="0"/>
          </a:p>
        </p:txBody>
      </p:sp>
      <p:grpSp>
        <p:nvGrpSpPr>
          <p:cNvPr id="106" name="그룹 105"/>
          <p:cNvGrpSpPr/>
          <p:nvPr/>
        </p:nvGrpSpPr>
        <p:grpSpPr>
          <a:xfrm>
            <a:off x="1522736" y="4285833"/>
            <a:ext cx="1296321" cy="1324012"/>
            <a:chOff x="1441051" y="4217252"/>
            <a:chExt cx="1324011" cy="1324011"/>
          </a:xfrm>
        </p:grpSpPr>
        <p:pic>
          <p:nvPicPr>
            <p:cNvPr id="107" name="Picture 3" descr="G:\work\지에프티GFT\이상호부장님\제안서\마스터\제안서마스터Fixed-47.png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41051" y="4217252"/>
              <a:ext cx="1324011" cy="132401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08" name="직사각형 107"/>
            <p:cNvSpPr/>
            <p:nvPr/>
          </p:nvSpPr>
          <p:spPr>
            <a:xfrm>
              <a:off x="1715631" y="4581419"/>
              <a:ext cx="714342" cy="261644"/>
            </a:xfrm>
            <a:prstGeom prst="rect">
              <a:avLst/>
            </a:prstGeom>
            <a:noFill/>
            <a:ln w="1270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spAutoFit/>
            </a:bodyPr>
            <a:lstStyle/>
            <a:p>
              <a:pPr lvl="0" algn="ctr">
                <a:defRPr/>
              </a:pPr>
              <a:r>
                <a:rPr lang="en-US" altLang="ko-KR" sz="1700" spc="-197" dirty="0">
                  <a:solidFill>
                    <a:schemeClr val="tx1"/>
                  </a:solidFill>
                  <a:latin typeface="Rix고딕 B" panose="02020603020101020101" pitchFamily="18" charset="-127"/>
                  <a:ea typeface="Rix고딕 B" panose="02020603020101020101" pitchFamily="18" charset="-127"/>
                </a:rPr>
                <a:t>1</a:t>
              </a:r>
              <a:r>
                <a:rPr lang="ko-KR" altLang="en-US" sz="1700" spc="-197" dirty="0">
                  <a:solidFill>
                    <a:schemeClr val="tx1"/>
                  </a:solidFill>
                  <a:latin typeface="Rix고딕 B" panose="02020603020101020101" pitchFamily="18" charset="-127"/>
                  <a:ea typeface="Rix고딕 B" panose="02020603020101020101" pitchFamily="18" charset="-127"/>
                </a:rPr>
                <a:t>단계</a:t>
              </a:r>
            </a:p>
          </p:txBody>
        </p:sp>
      </p:grpSp>
      <p:sp>
        <p:nvSpPr>
          <p:cNvPr id="109" name="양쪽 모서리가 잘린 사각형 108"/>
          <p:cNvSpPr/>
          <p:nvPr/>
        </p:nvSpPr>
        <p:spPr>
          <a:xfrm rot="16200000">
            <a:off x="1865769" y="4404584"/>
            <a:ext cx="521358" cy="2946696"/>
          </a:xfrm>
          <a:prstGeom prst="snip2SameRect">
            <a:avLst>
              <a:gd name="adj1" fmla="val 0"/>
              <a:gd name="adj2" fmla="val 0"/>
            </a:avLst>
          </a:prstGeom>
          <a:solidFill>
            <a:schemeClr val="bg1"/>
          </a:solidFill>
          <a:ln>
            <a:noFill/>
          </a:ln>
          <a:effectLst>
            <a:innerShdw blurRad="63500">
              <a:schemeClr val="tx1">
                <a:lumMod val="50000"/>
                <a:lumOff val="5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vert" wrap="square" lIns="0" tIns="142218" rIns="0" bIns="7110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106664" indent="-106664">
              <a:buFont typeface="Arial" pitchFamily="34" charset="0"/>
              <a:buChar char="•"/>
            </a:pPr>
            <a:r>
              <a:rPr lang="ko-KR" altLang="en-US" sz="1300" spc="-99" dirty="0">
                <a:solidFill>
                  <a:prstClr val="black"/>
                </a:solidFill>
                <a:latin typeface="Rix고딕 M" pitchFamily="18" charset="-127"/>
                <a:ea typeface="Rix고딕 M" pitchFamily="18" charset="-127"/>
              </a:rPr>
              <a:t>수량</a:t>
            </a:r>
            <a:r>
              <a:rPr lang="en-US" altLang="ko-KR" sz="1300" spc="-99" dirty="0">
                <a:solidFill>
                  <a:prstClr val="black"/>
                </a:solidFill>
                <a:latin typeface="Rix고딕 M" pitchFamily="18" charset="-127"/>
                <a:ea typeface="Rix고딕 M" pitchFamily="18" charset="-127"/>
              </a:rPr>
              <a:t>, </a:t>
            </a:r>
            <a:r>
              <a:rPr lang="ko-KR" altLang="en-US" sz="1300" spc="-99" dirty="0">
                <a:solidFill>
                  <a:prstClr val="black"/>
                </a:solidFill>
                <a:latin typeface="Rix고딕 M" pitchFamily="18" charset="-127"/>
                <a:ea typeface="Rix고딕 M" pitchFamily="18" charset="-127"/>
              </a:rPr>
              <a:t>외관</a:t>
            </a:r>
            <a:r>
              <a:rPr lang="en-US" altLang="ko-KR" sz="1300" spc="-99" dirty="0">
                <a:solidFill>
                  <a:prstClr val="black"/>
                </a:solidFill>
                <a:latin typeface="Rix고딕 M" pitchFamily="18" charset="-127"/>
                <a:ea typeface="Rix고딕 M" pitchFamily="18" charset="-127"/>
              </a:rPr>
              <a:t>, </a:t>
            </a:r>
            <a:r>
              <a:rPr lang="ko-KR" altLang="en-US" sz="1300" spc="-99" dirty="0">
                <a:solidFill>
                  <a:prstClr val="black"/>
                </a:solidFill>
                <a:latin typeface="Rix고딕 M" pitchFamily="18" charset="-127"/>
                <a:ea typeface="Rix고딕 M" pitchFamily="18" charset="-127"/>
              </a:rPr>
              <a:t>형상 검사</a:t>
            </a:r>
          </a:p>
          <a:p>
            <a:pPr marL="106664" indent="-106664">
              <a:buFont typeface="Arial" pitchFamily="34" charset="0"/>
              <a:buChar char="•"/>
            </a:pPr>
            <a:r>
              <a:rPr lang="ko-KR" altLang="en-US" sz="1300" spc="-99" dirty="0">
                <a:solidFill>
                  <a:prstClr val="black"/>
                </a:solidFill>
                <a:latin typeface="Rix고딕 M" pitchFamily="18" charset="-127"/>
                <a:ea typeface="Rix고딕 M" pitchFamily="18" charset="-127"/>
              </a:rPr>
              <a:t>장비 요구규격 검사</a:t>
            </a:r>
            <a:r>
              <a:rPr lang="en-US" altLang="ko-KR" sz="1300" spc="-99" dirty="0">
                <a:solidFill>
                  <a:prstClr val="black"/>
                </a:solidFill>
                <a:latin typeface="Rix고딕 M" pitchFamily="18" charset="-127"/>
                <a:ea typeface="Rix고딕 M" pitchFamily="18" charset="-127"/>
              </a:rPr>
              <a:t>(</a:t>
            </a:r>
            <a:r>
              <a:rPr lang="ko-KR" altLang="en-US" sz="1300" spc="-99" dirty="0">
                <a:solidFill>
                  <a:prstClr val="black"/>
                </a:solidFill>
                <a:latin typeface="Rix고딕 M" pitchFamily="18" charset="-127"/>
                <a:ea typeface="Rix고딕 M" pitchFamily="18" charset="-127"/>
              </a:rPr>
              <a:t>인증 제품 등</a:t>
            </a:r>
            <a:r>
              <a:rPr lang="en-US" altLang="ko-KR" sz="1300" spc="-99" dirty="0">
                <a:solidFill>
                  <a:prstClr val="black"/>
                </a:solidFill>
                <a:latin typeface="Rix고딕 M" pitchFamily="18" charset="-127"/>
                <a:ea typeface="Rix고딕 M" pitchFamily="18" charset="-127"/>
              </a:rPr>
              <a:t>)</a:t>
            </a:r>
          </a:p>
        </p:txBody>
      </p:sp>
      <p:sp>
        <p:nvSpPr>
          <p:cNvPr id="110" name="양쪽 모서리가 잘린 사각형 109"/>
          <p:cNvSpPr/>
          <p:nvPr/>
        </p:nvSpPr>
        <p:spPr>
          <a:xfrm rot="16200000">
            <a:off x="5126992" y="4404584"/>
            <a:ext cx="521358" cy="2946696"/>
          </a:xfrm>
          <a:prstGeom prst="snip2SameRect">
            <a:avLst>
              <a:gd name="adj1" fmla="val 0"/>
              <a:gd name="adj2" fmla="val 0"/>
            </a:avLst>
          </a:prstGeom>
          <a:solidFill>
            <a:schemeClr val="bg1"/>
          </a:solidFill>
          <a:ln>
            <a:noFill/>
          </a:ln>
          <a:effectLst>
            <a:innerShdw blurRad="63500">
              <a:schemeClr val="tx1">
                <a:lumMod val="50000"/>
                <a:lumOff val="5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vert" wrap="square" lIns="0" tIns="142218" rIns="0" bIns="7110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106664" indent="-106664">
              <a:buFont typeface="Arial" pitchFamily="34" charset="0"/>
              <a:buChar char="•"/>
            </a:pPr>
            <a:r>
              <a:rPr lang="ko-KR" altLang="en-US" sz="1300" spc="-99" dirty="0">
                <a:solidFill>
                  <a:prstClr val="black"/>
                </a:solidFill>
                <a:latin typeface="Rix고딕 M" pitchFamily="18" charset="-127"/>
                <a:ea typeface="Rix고딕 M" pitchFamily="18" charset="-127"/>
              </a:rPr>
              <a:t>단일 설치 장비 성능 검사</a:t>
            </a:r>
          </a:p>
          <a:p>
            <a:pPr marL="106664" indent="-106664">
              <a:buFont typeface="Arial" pitchFamily="34" charset="0"/>
              <a:buChar char="•"/>
            </a:pPr>
            <a:r>
              <a:rPr lang="ko-KR" altLang="en-US" sz="1300" spc="-99" dirty="0">
                <a:solidFill>
                  <a:prstClr val="black"/>
                </a:solidFill>
                <a:latin typeface="Rix고딕 M" pitchFamily="18" charset="-127"/>
                <a:ea typeface="Rix고딕 M" pitchFamily="18" charset="-127"/>
              </a:rPr>
              <a:t>기존 체계 연동 및  호환 시험</a:t>
            </a:r>
          </a:p>
        </p:txBody>
      </p:sp>
      <p:sp>
        <p:nvSpPr>
          <p:cNvPr id="111" name="양쪽 모서리가 잘린 사각형 110"/>
          <p:cNvSpPr/>
          <p:nvPr/>
        </p:nvSpPr>
        <p:spPr>
          <a:xfrm rot="5400000">
            <a:off x="4069841" y="6023835"/>
            <a:ext cx="397278" cy="714985"/>
          </a:xfrm>
          <a:prstGeom prst="snip2SameRect">
            <a:avLst/>
          </a:prstGeom>
          <a:pattFill prst="ltUpDiag">
            <a:fgClr>
              <a:schemeClr val="bg1">
                <a:lumMod val="75000"/>
              </a:schemeClr>
            </a:fgClr>
            <a:bgClr>
              <a:schemeClr val="bg1"/>
            </a:bgClr>
          </a:pattFill>
          <a:ln>
            <a:noFill/>
          </a:ln>
          <a:effectLst>
            <a:innerShdw blurRad="63500">
              <a:schemeClr val="tx1">
                <a:lumMod val="50000"/>
                <a:lumOff val="5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lIns="0" tIns="0" rIns="0" bIns="71108" rtlCol="0" anchor="ctr"/>
          <a:lstStyle/>
          <a:p>
            <a:pPr algn="ctr"/>
            <a:r>
              <a:rPr lang="ko-KR" altLang="en-US" sz="1300" spc="-49" dirty="0">
                <a:solidFill>
                  <a:srgbClr val="166CA5"/>
                </a:solidFill>
                <a:latin typeface="Rix고딕 B" pitchFamily="18" charset="-127"/>
                <a:ea typeface="Rix고딕 B" pitchFamily="18" charset="-127"/>
              </a:rPr>
              <a:t>주관</a:t>
            </a:r>
          </a:p>
        </p:txBody>
      </p:sp>
      <p:sp>
        <p:nvSpPr>
          <p:cNvPr id="112" name="양쪽 모서리가 잘린 사각형 111"/>
          <p:cNvSpPr/>
          <p:nvPr/>
        </p:nvSpPr>
        <p:spPr>
          <a:xfrm rot="16200000">
            <a:off x="5553596" y="5273062"/>
            <a:ext cx="398470" cy="2216377"/>
          </a:xfrm>
          <a:prstGeom prst="snip2SameRect">
            <a:avLst/>
          </a:prstGeom>
          <a:solidFill>
            <a:schemeClr val="bg1"/>
          </a:solidFill>
          <a:ln>
            <a:noFill/>
          </a:ln>
          <a:effectLst>
            <a:innerShdw blurRad="63500">
              <a:schemeClr val="tx1">
                <a:lumMod val="50000"/>
                <a:lumOff val="5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vert" wrap="square" lIns="0" tIns="142218" rIns="0" bIns="7110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r>
              <a:rPr lang="ko-KR" altLang="en-US" sz="1300" spc="-99" dirty="0">
                <a:solidFill>
                  <a:prstClr val="black"/>
                </a:solidFill>
                <a:latin typeface="Rix고딕 M" pitchFamily="18" charset="-127"/>
                <a:ea typeface="Rix고딕 M" pitchFamily="18" charset="-127"/>
              </a:rPr>
              <a:t>제안사</a:t>
            </a:r>
          </a:p>
        </p:txBody>
      </p:sp>
      <p:sp>
        <p:nvSpPr>
          <p:cNvPr id="113" name="양쪽 모서리가 잘린 사각형 112"/>
          <p:cNvSpPr/>
          <p:nvPr/>
        </p:nvSpPr>
        <p:spPr>
          <a:xfrm rot="16200000">
            <a:off x="8388213" y="4404584"/>
            <a:ext cx="521358" cy="2946696"/>
          </a:xfrm>
          <a:prstGeom prst="snip2SameRect">
            <a:avLst>
              <a:gd name="adj1" fmla="val 0"/>
              <a:gd name="adj2" fmla="val 0"/>
            </a:avLst>
          </a:prstGeom>
          <a:solidFill>
            <a:schemeClr val="bg1"/>
          </a:solidFill>
          <a:ln>
            <a:noFill/>
          </a:ln>
          <a:effectLst>
            <a:innerShdw blurRad="63500">
              <a:schemeClr val="tx1">
                <a:lumMod val="50000"/>
                <a:lumOff val="5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vert" wrap="square" lIns="0" tIns="142218" rIns="0" bIns="7110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106664" indent="-106664">
              <a:buFont typeface="Arial" pitchFamily="34" charset="0"/>
              <a:buChar char="•"/>
            </a:pPr>
            <a:r>
              <a:rPr lang="ko-KR" altLang="en-US" sz="1300" spc="-99" dirty="0">
                <a:solidFill>
                  <a:prstClr val="black"/>
                </a:solidFill>
                <a:latin typeface="Rix고딕 M" pitchFamily="18" charset="-127"/>
                <a:ea typeface="Rix고딕 M" pitchFamily="18" charset="-127"/>
              </a:rPr>
              <a:t>체계 보안성</a:t>
            </a:r>
            <a:r>
              <a:rPr lang="en-US" altLang="ko-KR" sz="1300" spc="-99" dirty="0">
                <a:solidFill>
                  <a:prstClr val="black"/>
                </a:solidFill>
                <a:latin typeface="Rix고딕 M" pitchFamily="18" charset="-127"/>
                <a:ea typeface="Rix고딕 M" pitchFamily="18" charset="-127"/>
              </a:rPr>
              <a:t>/</a:t>
            </a:r>
            <a:r>
              <a:rPr lang="ko-KR" altLang="en-US" sz="1300" spc="-99" dirty="0">
                <a:solidFill>
                  <a:prstClr val="black"/>
                </a:solidFill>
                <a:latin typeface="Rix고딕 M" pitchFamily="18" charset="-127"/>
                <a:ea typeface="Rix고딕 M" pitchFamily="18" charset="-127"/>
              </a:rPr>
              <a:t>운용성</a:t>
            </a:r>
            <a:r>
              <a:rPr lang="en-US" altLang="ko-KR" sz="1300" spc="-99" dirty="0">
                <a:solidFill>
                  <a:prstClr val="black"/>
                </a:solidFill>
                <a:latin typeface="Rix고딕 M" pitchFamily="18" charset="-127"/>
                <a:ea typeface="Rix고딕 M" pitchFamily="18" charset="-127"/>
              </a:rPr>
              <a:t>/</a:t>
            </a:r>
            <a:r>
              <a:rPr lang="ko-KR" altLang="en-US" sz="1300" spc="-99" dirty="0">
                <a:solidFill>
                  <a:prstClr val="black"/>
                </a:solidFill>
                <a:latin typeface="Rix고딕 M" pitchFamily="18" charset="-127"/>
                <a:ea typeface="Rix고딕 M" pitchFamily="18" charset="-127"/>
              </a:rPr>
              <a:t>안정성 충족 여부 평가</a:t>
            </a:r>
          </a:p>
          <a:p>
            <a:pPr marL="106664" indent="-106664">
              <a:buFont typeface="Arial" pitchFamily="34" charset="0"/>
              <a:buChar char="•"/>
            </a:pPr>
            <a:r>
              <a:rPr lang="ko-KR" altLang="en-US" sz="1300" spc="-99" dirty="0">
                <a:solidFill>
                  <a:prstClr val="black"/>
                </a:solidFill>
                <a:latin typeface="Rix고딕 M" pitchFamily="18" charset="-127"/>
                <a:ea typeface="Rix고딕 M" pitchFamily="18" charset="-127"/>
              </a:rPr>
              <a:t>체계 요구기능 및 성능의 기술적 평가</a:t>
            </a:r>
          </a:p>
        </p:txBody>
      </p:sp>
      <p:sp>
        <p:nvSpPr>
          <p:cNvPr id="114" name="양쪽 모서리가 잘린 사각형 113"/>
          <p:cNvSpPr/>
          <p:nvPr/>
        </p:nvSpPr>
        <p:spPr>
          <a:xfrm rot="5400000">
            <a:off x="4069841" y="6455618"/>
            <a:ext cx="397278" cy="714985"/>
          </a:xfrm>
          <a:prstGeom prst="snip2SameRect">
            <a:avLst/>
          </a:prstGeom>
          <a:pattFill prst="ltUpDiag">
            <a:fgClr>
              <a:schemeClr val="bg1">
                <a:lumMod val="75000"/>
              </a:schemeClr>
            </a:fgClr>
            <a:bgClr>
              <a:schemeClr val="bg1"/>
            </a:bgClr>
          </a:pattFill>
          <a:ln>
            <a:noFill/>
          </a:ln>
          <a:effectLst>
            <a:innerShdw blurRad="63500">
              <a:schemeClr val="tx1">
                <a:lumMod val="50000"/>
                <a:lumOff val="5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lIns="0" tIns="0" rIns="0" bIns="71108" rtlCol="0" anchor="ctr"/>
          <a:lstStyle/>
          <a:p>
            <a:pPr algn="ctr"/>
            <a:r>
              <a:rPr lang="ko-KR" altLang="en-US" sz="1300" spc="-49" dirty="0">
                <a:solidFill>
                  <a:srgbClr val="166CA5"/>
                </a:solidFill>
                <a:latin typeface="Rix고딕 B" pitchFamily="18" charset="-127"/>
                <a:ea typeface="Rix고딕 B" pitchFamily="18" charset="-127"/>
              </a:rPr>
              <a:t>지원</a:t>
            </a:r>
          </a:p>
        </p:txBody>
      </p:sp>
      <p:sp>
        <p:nvSpPr>
          <p:cNvPr id="115" name="양쪽 모서리가 잘린 사각형 114"/>
          <p:cNvSpPr/>
          <p:nvPr/>
        </p:nvSpPr>
        <p:spPr>
          <a:xfrm rot="16200000">
            <a:off x="5553596" y="5704845"/>
            <a:ext cx="398470" cy="2216377"/>
          </a:xfrm>
          <a:prstGeom prst="snip2SameRect">
            <a:avLst/>
          </a:prstGeom>
          <a:solidFill>
            <a:schemeClr val="bg1"/>
          </a:solidFill>
          <a:ln>
            <a:noFill/>
          </a:ln>
          <a:effectLst>
            <a:innerShdw blurRad="63500">
              <a:schemeClr val="tx1">
                <a:lumMod val="50000"/>
                <a:lumOff val="5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vert" wrap="square" lIns="0" tIns="142218" rIns="0" bIns="7110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r>
              <a:rPr lang="ko-KR" altLang="en-US" sz="1300" spc="-99" dirty="0">
                <a:solidFill>
                  <a:prstClr val="black"/>
                </a:solidFill>
                <a:latin typeface="Rix고딕 M" pitchFamily="18" charset="-127"/>
                <a:ea typeface="Rix고딕 M" pitchFamily="18" charset="-127"/>
              </a:rPr>
              <a:t>현장 사업담당</a:t>
            </a:r>
          </a:p>
        </p:txBody>
      </p:sp>
      <p:sp>
        <p:nvSpPr>
          <p:cNvPr id="116" name="타원 115"/>
          <p:cNvSpPr/>
          <p:nvPr/>
        </p:nvSpPr>
        <p:spPr>
          <a:xfrm>
            <a:off x="4583712" y="6345111"/>
            <a:ext cx="79581" cy="81281"/>
          </a:xfrm>
          <a:prstGeom prst="ellipse">
            <a:avLst/>
          </a:prstGeom>
          <a:gradFill>
            <a:gsLst>
              <a:gs pos="0">
                <a:schemeClr val="bg1">
                  <a:lumMod val="75000"/>
                </a:schemeClr>
              </a:gs>
              <a:gs pos="14000">
                <a:schemeClr val="bg1">
                  <a:lumMod val="50000"/>
                </a:schemeClr>
              </a:gs>
              <a:gs pos="50000">
                <a:schemeClr val="bg1">
                  <a:lumMod val="75000"/>
                </a:schemeClr>
              </a:gs>
              <a:gs pos="73750">
                <a:schemeClr val="tx1">
                  <a:lumMod val="65000"/>
                  <a:lumOff val="35000"/>
                </a:schemeClr>
              </a:gs>
              <a:gs pos="100000">
                <a:schemeClr val="bg1">
                  <a:lumMod val="75000"/>
                </a:schemeClr>
              </a:gs>
            </a:gsLst>
            <a:lin ang="2700000" scaled="0"/>
          </a:gra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9569" tIns="49785" rIns="99569" bIns="49785" rtlCol="0" anchor="ctr"/>
          <a:lstStyle/>
          <a:p>
            <a:pPr algn="ctr"/>
            <a:endParaRPr lang="ko-KR" altLang="en-US" sz="1800" dirty="0"/>
          </a:p>
        </p:txBody>
      </p:sp>
      <p:sp>
        <p:nvSpPr>
          <p:cNvPr id="117" name="타원 116"/>
          <p:cNvSpPr/>
          <p:nvPr/>
        </p:nvSpPr>
        <p:spPr>
          <a:xfrm>
            <a:off x="4583712" y="6772393"/>
            <a:ext cx="79581" cy="81281"/>
          </a:xfrm>
          <a:prstGeom prst="ellipse">
            <a:avLst/>
          </a:prstGeom>
          <a:gradFill>
            <a:gsLst>
              <a:gs pos="0">
                <a:schemeClr val="bg1">
                  <a:lumMod val="75000"/>
                </a:schemeClr>
              </a:gs>
              <a:gs pos="14000">
                <a:schemeClr val="bg1">
                  <a:lumMod val="50000"/>
                </a:schemeClr>
              </a:gs>
              <a:gs pos="50000">
                <a:schemeClr val="bg1">
                  <a:lumMod val="75000"/>
                </a:schemeClr>
              </a:gs>
              <a:gs pos="73750">
                <a:schemeClr val="tx1">
                  <a:lumMod val="65000"/>
                  <a:lumOff val="35000"/>
                </a:schemeClr>
              </a:gs>
              <a:gs pos="100000">
                <a:schemeClr val="bg1">
                  <a:lumMod val="75000"/>
                </a:schemeClr>
              </a:gs>
            </a:gsLst>
            <a:lin ang="2700000" scaled="0"/>
          </a:gra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9569" tIns="49785" rIns="99569" bIns="49785" rtlCol="0" anchor="ctr"/>
          <a:lstStyle/>
          <a:p>
            <a:pPr algn="ctr"/>
            <a:endParaRPr lang="ko-KR" altLang="en-US" sz="1800" dirty="0"/>
          </a:p>
        </p:txBody>
      </p:sp>
      <p:sp>
        <p:nvSpPr>
          <p:cNvPr id="118" name="양쪽 모서리가 잘린 사각형 117"/>
          <p:cNvSpPr/>
          <p:nvPr/>
        </p:nvSpPr>
        <p:spPr>
          <a:xfrm rot="5400000">
            <a:off x="7337798" y="6023835"/>
            <a:ext cx="397278" cy="714985"/>
          </a:xfrm>
          <a:prstGeom prst="snip2SameRect">
            <a:avLst/>
          </a:prstGeom>
          <a:pattFill prst="ltUpDiag">
            <a:fgClr>
              <a:schemeClr val="bg1">
                <a:lumMod val="75000"/>
              </a:schemeClr>
            </a:fgClr>
            <a:bgClr>
              <a:schemeClr val="bg1"/>
            </a:bgClr>
          </a:pattFill>
          <a:ln>
            <a:noFill/>
          </a:ln>
          <a:effectLst>
            <a:innerShdw blurRad="63500">
              <a:schemeClr val="tx1">
                <a:lumMod val="50000"/>
                <a:lumOff val="5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lIns="0" tIns="0" rIns="0" bIns="71108" rtlCol="0" anchor="ctr"/>
          <a:lstStyle/>
          <a:p>
            <a:pPr algn="ctr"/>
            <a:r>
              <a:rPr lang="ko-KR" altLang="en-US" sz="1300" spc="-49" dirty="0">
                <a:solidFill>
                  <a:srgbClr val="166CA5"/>
                </a:solidFill>
                <a:latin typeface="Rix고딕 B" pitchFamily="18" charset="-127"/>
                <a:ea typeface="Rix고딕 B" pitchFamily="18" charset="-127"/>
              </a:rPr>
              <a:t>주관</a:t>
            </a:r>
          </a:p>
        </p:txBody>
      </p:sp>
      <p:sp>
        <p:nvSpPr>
          <p:cNvPr id="137" name="양쪽 모서리가 잘린 사각형 136"/>
          <p:cNvSpPr/>
          <p:nvPr/>
        </p:nvSpPr>
        <p:spPr>
          <a:xfrm rot="16200000">
            <a:off x="8821553" y="5273062"/>
            <a:ext cx="398470" cy="2216377"/>
          </a:xfrm>
          <a:prstGeom prst="snip2SameRect">
            <a:avLst/>
          </a:prstGeom>
          <a:solidFill>
            <a:schemeClr val="bg1"/>
          </a:solidFill>
          <a:ln>
            <a:noFill/>
          </a:ln>
          <a:effectLst>
            <a:innerShdw blurRad="63500">
              <a:schemeClr val="tx1">
                <a:lumMod val="50000"/>
                <a:lumOff val="5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vert" wrap="square" lIns="0" tIns="142218" rIns="0" bIns="7110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r>
              <a:rPr lang="ko-KR" altLang="en-US" sz="1300" spc="-99" dirty="0">
                <a:solidFill>
                  <a:prstClr val="black"/>
                </a:solidFill>
                <a:latin typeface="Rix고딕 M" pitchFamily="18" charset="-127"/>
                <a:ea typeface="Rix고딕 M" pitchFamily="18" charset="-127"/>
              </a:rPr>
              <a:t>현장 사업담당</a:t>
            </a:r>
          </a:p>
        </p:txBody>
      </p:sp>
      <p:sp>
        <p:nvSpPr>
          <p:cNvPr id="138" name="양쪽 모서리가 잘린 사각형 137"/>
          <p:cNvSpPr/>
          <p:nvPr/>
        </p:nvSpPr>
        <p:spPr>
          <a:xfrm rot="5400000">
            <a:off x="7337798" y="6455618"/>
            <a:ext cx="397278" cy="714985"/>
          </a:xfrm>
          <a:prstGeom prst="snip2SameRect">
            <a:avLst/>
          </a:prstGeom>
          <a:pattFill prst="ltUpDiag">
            <a:fgClr>
              <a:schemeClr val="bg1">
                <a:lumMod val="75000"/>
              </a:schemeClr>
            </a:fgClr>
            <a:bgClr>
              <a:schemeClr val="bg1"/>
            </a:bgClr>
          </a:pattFill>
          <a:ln>
            <a:noFill/>
          </a:ln>
          <a:effectLst>
            <a:innerShdw blurRad="63500">
              <a:schemeClr val="tx1">
                <a:lumMod val="50000"/>
                <a:lumOff val="5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lIns="0" tIns="0" rIns="0" bIns="71108" rtlCol="0" anchor="ctr"/>
          <a:lstStyle/>
          <a:p>
            <a:pPr algn="ctr"/>
            <a:r>
              <a:rPr lang="ko-KR" altLang="en-US" sz="1300" spc="-49" dirty="0">
                <a:solidFill>
                  <a:srgbClr val="166CA5"/>
                </a:solidFill>
                <a:latin typeface="Rix고딕 B" pitchFamily="18" charset="-127"/>
                <a:ea typeface="Rix고딕 B" pitchFamily="18" charset="-127"/>
              </a:rPr>
              <a:t>지원</a:t>
            </a:r>
          </a:p>
        </p:txBody>
      </p:sp>
      <p:sp>
        <p:nvSpPr>
          <p:cNvPr id="143" name="양쪽 모서리가 잘린 사각형 142"/>
          <p:cNvSpPr/>
          <p:nvPr/>
        </p:nvSpPr>
        <p:spPr>
          <a:xfrm rot="16200000">
            <a:off x="8821553" y="5704845"/>
            <a:ext cx="398470" cy="2216377"/>
          </a:xfrm>
          <a:prstGeom prst="snip2SameRect">
            <a:avLst/>
          </a:prstGeom>
          <a:solidFill>
            <a:schemeClr val="bg1"/>
          </a:solidFill>
          <a:ln>
            <a:noFill/>
          </a:ln>
          <a:effectLst>
            <a:innerShdw blurRad="63500">
              <a:schemeClr val="tx1">
                <a:lumMod val="50000"/>
                <a:lumOff val="5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vert" wrap="square" lIns="0" tIns="142218" rIns="0" bIns="7110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r>
              <a:rPr lang="ko-KR" altLang="en-US" sz="1300" spc="-99" dirty="0">
                <a:solidFill>
                  <a:prstClr val="black"/>
                </a:solidFill>
                <a:latin typeface="Rix고딕 M" pitchFamily="18" charset="-127"/>
                <a:ea typeface="Rix고딕 M" pitchFamily="18" charset="-127"/>
              </a:rPr>
              <a:t>제안사</a:t>
            </a:r>
          </a:p>
        </p:txBody>
      </p:sp>
      <p:sp>
        <p:nvSpPr>
          <p:cNvPr id="144" name="타원 143"/>
          <p:cNvSpPr/>
          <p:nvPr/>
        </p:nvSpPr>
        <p:spPr>
          <a:xfrm>
            <a:off x="7851669" y="6345111"/>
            <a:ext cx="79581" cy="81281"/>
          </a:xfrm>
          <a:prstGeom prst="ellipse">
            <a:avLst/>
          </a:prstGeom>
          <a:gradFill>
            <a:gsLst>
              <a:gs pos="0">
                <a:schemeClr val="bg1">
                  <a:lumMod val="75000"/>
                </a:schemeClr>
              </a:gs>
              <a:gs pos="14000">
                <a:schemeClr val="bg1">
                  <a:lumMod val="50000"/>
                </a:schemeClr>
              </a:gs>
              <a:gs pos="50000">
                <a:schemeClr val="bg1">
                  <a:lumMod val="75000"/>
                </a:schemeClr>
              </a:gs>
              <a:gs pos="73750">
                <a:schemeClr val="tx1">
                  <a:lumMod val="65000"/>
                  <a:lumOff val="35000"/>
                </a:schemeClr>
              </a:gs>
              <a:gs pos="100000">
                <a:schemeClr val="bg1">
                  <a:lumMod val="75000"/>
                </a:schemeClr>
              </a:gs>
            </a:gsLst>
            <a:lin ang="2700000" scaled="0"/>
          </a:gra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9569" tIns="49785" rIns="99569" bIns="49785" rtlCol="0" anchor="ctr"/>
          <a:lstStyle/>
          <a:p>
            <a:pPr algn="ctr"/>
            <a:endParaRPr lang="ko-KR" altLang="en-US" sz="1800" dirty="0"/>
          </a:p>
        </p:txBody>
      </p:sp>
      <p:sp>
        <p:nvSpPr>
          <p:cNvPr id="145" name="타원 144"/>
          <p:cNvSpPr/>
          <p:nvPr/>
        </p:nvSpPr>
        <p:spPr>
          <a:xfrm>
            <a:off x="7851669" y="6772393"/>
            <a:ext cx="79581" cy="81281"/>
          </a:xfrm>
          <a:prstGeom prst="ellipse">
            <a:avLst/>
          </a:prstGeom>
          <a:gradFill>
            <a:gsLst>
              <a:gs pos="0">
                <a:schemeClr val="bg1">
                  <a:lumMod val="75000"/>
                </a:schemeClr>
              </a:gs>
              <a:gs pos="14000">
                <a:schemeClr val="bg1">
                  <a:lumMod val="50000"/>
                </a:schemeClr>
              </a:gs>
              <a:gs pos="50000">
                <a:schemeClr val="bg1">
                  <a:lumMod val="75000"/>
                </a:schemeClr>
              </a:gs>
              <a:gs pos="73750">
                <a:schemeClr val="tx1">
                  <a:lumMod val="65000"/>
                  <a:lumOff val="35000"/>
                </a:schemeClr>
              </a:gs>
              <a:gs pos="100000">
                <a:schemeClr val="bg1">
                  <a:lumMod val="75000"/>
                </a:schemeClr>
              </a:gs>
            </a:gsLst>
            <a:lin ang="2700000" scaled="0"/>
          </a:gra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9569" tIns="49785" rIns="99569" bIns="49785" rtlCol="0" anchor="ctr"/>
          <a:lstStyle/>
          <a:p>
            <a:pPr algn="ctr"/>
            <a:endParaRPr lang="ko-KR" altLang="en-US" sz="1800" dirty="0"/>
          </a:p>
        </p:txBody>
      </p:sp>
      <p:grpSp>
        <p:nvGrpSpPr>
          <p:cNvPr id="146" name="그룹 145"/>
          <p:cNvGrpSpPr/>
          <p:nvPr/>
        </p:nvGrpSpPr>
        <p:grpSpPr>
          <a:xfrm>
            <a:off x="649766" y="6182014"/>
            <a:ext cx="2950032" cy="830257"/>
            <a:chOff x="549433" y="6056283"/>
            <a:chExt cx="3013048" cy="830257"/>
          </a:xfrm>
        </p:grpSpPr>
        <p:sp>
          <p:nvSpPr>
            <p:cNvPr id="147" name="양쪽 모서리가 잘린 사각형 146"/>
            <p:cNvSpPr/>
            <p:nvPr/>
          </p:nvSpPr>
          <p:spPr>
            <a:xfrm rot="5400000">
              <a:off x="500676" y="6105713"/>
              <a:ext cx="827771" cy="730258"/>
            </a:xfrm>
            <a:prstGeom prst="snip2SameRect">
              <a:avLst>
                <a:gd name="adj1" fmla="val 8188"/>
                <a:gd name="adj2" fmla="val 0"/>
              </a:avLst>
            </a:prstGeom>
            <a:pattFill prst="ltUpDiag">
              <a:fgClr>
                <a:schemeClr val="bg1">
                  <a:lumMod val="75000"/>
                </a:schemeClr>
              </a:fgClr>
              <a:bgClr>
                <a:schemeClr val="bg1"/>
              </a:bgClr>
            </a:pattFill>
            <a:ln>
              <a:noFill/>
            </a:ln>
            <a:effectLst>
              <a:innerShdw blurRad="63500">
                <a:schemeClr val="tx1">
                  <a:lumMod val="50000"/>
                  <a:lumOff val="5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0" tIns="0" rIns="0" bIns="65303" rtlCol="0" anchor="ctr"/>
            <a:lstStyle/>
            <a:p>
              <a:pPr algn="ctr"/>
              <a:r>
                <a:rPr lang="ko-KR" altLang="en-US" sz="1300" spc="-49" dirty="0">
                  <a:solidFill>
                    <a:srgbClr val="166CA5"/>
                  </a:solidFill>
                  <a:latin typeface="Rix고딕 B" pitchFamily="18" charset="-127"/>
                  <a:ea typeface="Rix고딕 B" pitchFamily="18" charset="-127"/>
                </a:rPr>
                <a:t>주관</a:t>
              </a:r>
            </a:p>
          </p:txBody>
        </p:sp>
        <p:sp>
          <p:nvSpPr>
            <p:cNvPr id="148" name="양쪽 모서리가 잘린 사각형 147"/>
            <p:cNvSpPr/>
            <p:nvPr/>
          </p:nvSpPr>
          <p:spPr>
            <a:xfrm rot="16200000">
              <a:off x="2015491" y="5339551"/>
              <a:ext cx="830257" cy="2263722"/>
            </a:xfrm>
            <a:prstGeom prst="snip2SameRect">
              <a:avLst>
                <a:gd name="adj1" fmla="val 6342"/>
                <a:gd name="adj2" fmla="val 0"/>
              </a:avLst>
            </a:prstGeom>
            <a:solidFill>
              <a:schemeClr val="bg1"/>
            </a:solidFill>
            <a:ln>
              <a:noFill/>
            </a:ln>
            <a:effectLst>
              <a:innerShdw blurRad="63500">
                <a:schemeClr val="tx1">
                  <a:lumMod val="50000"/>
                  <a:lumOff val="5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" wrap="square" lIns="0" tIns="130607" rIns="0" bIns="65303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r>
                <a:rPr lang="ko-KR" altLang="en-US" sz="1300" spc="-99" dirty="0">
                  <a:solidFill>
                    <a:prstClr val="black"/>
                  </a:solidFill>
                  <a:latin typeface="Rix고딕 M" pitchFamily="18" charset="-127"/>
                  <a:ea typeface="Rix고딕 M" pitchFamily="18" charset="-127"/>
                </a:rPr>
                <a:t>제안사</a:t>
              </a:r>
            </a:p>
            <a:p>
              <a:pPr lvl="0"/>
              <a:r>
                <a:rPr lang="ko-KR" altLang="en-US" sz="1300" spc="-99" dirty="0">
                  <a:solidFill>
                    <a:prstClr val="black"/>
                  </a:solidFill>
                  <a:latin typeface="Rix고딕 M" pitchFamily="18" charset="-127"/>
                  <a:ea typeface="Rix고딕 M" pitchFamily="18" charset="-127"/>
                </a:rPr>
                <a:t>현장감독관 검사</a:t>
              </a:r>
            </a:p>
          </p:txBody>
        </p:sp>
        <p:sp>
          <p:nvSpPr>
            <p:cNvPr id="149" name="타원 148"/>
            <p:cNvSpPr/>
            <p:nvPr/>
          </p:nvSpPr>
          <p:spPr>
            <a:xfrm>
              <a:off x="1250816" y="6420414"/>
              <a:ext cx="81281" cy="81281"/>
            </a:xfrm>
            <a:prstGeom prst="ellipse">
              <a:avLst/>
            </a:prstGeom>
            <a:gradFill>
              <a:gsLst>
                <a:gs pos="0">
                  <a:schemeClr val="bg1">
                    <a:lumMod val="75000"/>
                  </a:schemeClr>
                </a:gs>
                <a:gs pos="14000">
                  <a:schemeClr val="bg1">
                    <a:lumMod val="50000"/>
                  </a:schemeClr>
                </a:gs>
                <a:gs pos="50000">
                  <a:schemeClr val="bg1">
                    <a:lumMod val="75000"/>
                  </a:schemeClr>
                </a:gs>
                <a:gs pos="73750">
                  <a:schemeClr val="tx1">
                    <a:lumMod val="65000"/>
                    <a:lumOff val="3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2700000" scaled="0"/>
            </a:gra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/>
            </a:p>
          </p:txBody>
        </p:sp>
      </p:grpSp>
      <p:sp>
        <p:nvSpPr>
          <p:cNvPr id="150" name="양쪽 모서리가 잘린 사각형 149"/>
          <p:cNvSpPr/>
          <p:nvPr/>
        </p:nvSpPr>
        <p:spPr>
          <a:xfrm>
            <a:off x="667798" y="5036972"/>
            <a:ext cx="2931996" cy="553413"/>
          </a:xfrm>
          <a:prstGeom prst="snip2SameRect">
            <a:avLst>
              <a:gd name="adj1" fmla="val 7488"/>
              <a:gd name="adj2" fmla="val 0"/>
            </a:avLst>
          </a:prstGeom>
          <a:pattFill prst="ltUpDiag">
            <a:fgClr>
              <a:srgbClr val="0563A3"/>
            </a:fgClr>
            <a:bgClr>
              <a:schemeClr val="tx2">
                <a:lumMod val="50000"/>
              </a:schemeClr>
            </a:bgClr>
          </a:pattFill>
          <a:ln w="12700">
            <a:noFill/>
          </a:ln>
          <a:effectLst>
            <a:innerShdw blurRad="101600">
              <a:schemeClr val="tx1">
                <a:lumMod val="85000"/>
                <a:lumOff val="15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9569" tIns="49785" rIns="99569" bIns="49785" rtlCol="0" anchor="ctr"/>
          <a:lstStyle/>
          <a:p>
            <a:pPr algn="ctr"/>
            <a:r>
              <a:rPr lang="ko-KR" altLang="en-US" sz="1600" spc="-128" dirty="0">
                <a:solidFill>
                  <a:prstClr val="white"/>
                </a:solidFill>
                <a:latin typeface="Rix고딕 B" panose="02020603020101020101" pitchFamily="18" charset="-127"/>
                <a:ea typeface="Rix고딕 B" panose="02020603020101020101" pitchFamily="18" charset="-127"/>
              </a:rPr>
              <a:t>장비도입 시 </a:t>
            </a:r>
            <a:r>
              <a:rPr lang="ko-KR" altLang="en-US" sz="1600" spc="-128" dirty="0" smtClean="0">
                <a:solidFill>
                  <a:prstClr val="white"/>
                </a:solidFill>
                <a:latin typeface="Rix고딕 B" panose="02020603020101020101" pitchFamily="18" charset="-127"/>
                <a:ea typeface="Rix고딕 B" panose="02020603020101020101" pitchFamily="18" charset="-127"/>
              </a:rPr>
              <a:t>최초검사</a:t>
            </a:r>
            <a:r>
              <a:rPr lang="en-US" altLang="ko-KR" sz="1600" spc="-128" dirty="0" smtClean="0">
                <a:solidFill>
                  <a:prstClr val="white"/>
                </a:solidFill>
                <a:latin typeface="Rix고딕 B" panose="02020603020101020101" pitchFamily="18" charset="-127"/>
                <a:ea typeface="Rix고딕 B" panose="02020603020101020101" pitchFamily="18" charset="-127"/>
              </a:rPr>
              <a:t>(</a:t>
            </a:r>
            <a:r>
              <a:rPr lang="ko-KR" altLang="en-US" sz="1600" spc="-128" dirty="0" smtClean="0">
                <a:solidFill>
                  <a:prstClr val="white"/>
                </a:solidFill>
                <a:latin typeface="Rix고딕 B" panose="02020603020101020101" pitchFamily="18" charset="-127"/>
                <a:ea typeface="Rix고딕 B" panose="02020603020101020101" pitchFamily="18" charset="-127"/>
              </a:rPr>
              <a:t>단위</a:t>
            </a:r>
            <a:r>
              <a:rPr lang="en-US" altLang="ko-KR" sz="1600" spc="-128" dirty="0" smtClean="0">
                <a:solidFill>
                  <a:prstClr val="white"/>
                </a:solidFill>
                <a:latin typeface="Rix고딕 B" panose="02020603020101020101" pitchFamily="18" charset="-127"/>
                <a:ea typeface="Rix고딕 B" panose="02020603020101020101" pitchFamily="18" charset="-127"/>
              </a:rPr>
              <a:t>)</a:t>
            </a:r>
            <a:endParaRPr lang="ko-KR" altLang="en-US" sz="1600" spc="-128" dirty="0">
              <a:solidFill>
                <a:prstClr val="white"/>
              </a:solidFill>
              <a:latin typeface="Rix고딕 B" panose="02020603020101020101" pitchFamily="18" charset="-127"/>
              <a:ea typeface="Rix고딕 B" panose="02020603020101020101" pitchFamily="18" charset="-127"/>
            </a:endParaRPr>
          </a:p>
        </p:txBody>
      </p:sp>
      <p:sp>
        <p:nvSpPr>
          <p:cNvPr id="151" name="양쪽 모서리가 잘린 사각형 150"/>
          <p:cNvSpPr/>
          <p:nvPr/>
        </p:nvSpPr>
        <p:spPr>
          <a:xfrm>
            <a:off x="3929021" y="5036972"/>
            <a:ext cx="2931996" cy="553413"/>
          </a:xfrm>
          <a:prstGeom prst="snip2SameRect">
            <a:avLst>
              <a:gd name="adj1" fmla="val 7488"/>
              <a:gd name="adj2" fmla="val 0"/>
            </a:avLst>
          </a:prstGeom>
          <a:pattFill prst="ltUpDiag">
            <a:fgClr>
              <a:srgbClr val="0563A3"/>
            </a:fgClr>
            <a:bgClr>
              <a:schemeClr val="tx2">
                <a:lumMod val="50000"/>
              </a:schemeClr>
            </a:bgClr>
          </a:pattFill>
          <a:ln w="12700">
            <a:noFill/>
          </a:ln>
          <a:effectLst>
            <a:innerShdw blurRad="101600">
              <a:schemeClr val="tx1">
                <a:lumMod val="85000"/>
                <a:lumOff val="15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9569" tIns="49785" rIns="99569" bIns="49785" rtlCol="0" anchor="ctr"/>
          <a:lstStyle/>
          <a:p>
            <a:pPr algn="ctr"/>
            <a:r>
              <a:rPr lang="ko-KR" altLang="en-US" sz="1600" spc="-128" dirty="0">
                <a:solidFill>
                  <a:prstClr val="white"/>
                </a:solidFill>
                <a:latin typeface="Rix고딕 B" panose="02020603020101020101" pitchFamily="18" charset="-127"/>
                <a:ea typeface="Rix고딕 B" panose="02020603020101020101" pitchFamily="18" charset="-127"/>
              </a:rPr>
              <a:t>체계 설치 간 </a:t>
            </a:r>
            <a:r>
              <a:rPr lang="ko-KR" altLang="en-US" sz="1600" spc="-128" dirty="0" smtClean="0">
                <a:solidFill>
                  <a:prstClr val="white"/>
                </a:solidFill>
                <a:latin typeface="Rix고딕 B" panose="02020603020101020101" pitchFamily="18" charset="-127"/>
                <a:ea typeface="Rix고딕 B" panose="02020603020101020101" pitchFamily="18" charset="-127"/>
              </a:rPr>
              <a:t>시험</a:t>
            </a:r>
            <a:r>
              <a:rPr lang="en-US" altLang="ko-KR" sz="1600" spc="-128" dirty="0" smtClean="0">
                <a:solidFill>
                  <a:prstClr val="white"/>
                </a:solidFill>
                <a:latin typeface="Rix고딕 B" panose="02020603020101020101" pitchFamily="18" charset="-127"/>
                <a:ea typeface="Rix고딕 B" panose="02020603020101020101" pitchFamily="18" charset="-127"/>
              </a:rPr>
              <a:t>(</a:t>
            </a:r>
            <a:r>
              <a:rPr lang="ko-KR" altLang="en-US" sz="1600" spc="-128" dirty="0" smtClean="0">
                <a:solidFill>
                  <a:prstClr val="white"/>
                </a:solidFill>
                <a:latin typeface="Rix고딕 B" panose="02020603020101020101" pitchFamily="18" charset="-127"/>
                <a:ea typeface="Rix고딕 B" panose="02020603020101020101" pitchFamily="18" charset="-127"/>
              </a:rPr>
              <a:t>연동</a:t>
            </a:r>
            <a:r>
              <a:rPr lang="en-US" altLang="ko-KR" sz="1600" spc="-128" dirty="0" smtClean="0">
                <a:solidFill>
                  <a:prstClr val="white"/>
                </a:solidFill>
                <a:latin typeface="Rix고딕 B" panose="02020603020101020101" pitchFamily="18" charset="-127"/>
                <a:ea typeface="Rix고딕 B" panose="02020603020101020101" pitchFamily="18" charset="-127"/>
              </a:rPr>
              <a:t>)</a:t>
            </a:r>
            <a:endParaRPr lang="ko-KR" altLang="en-US" sz="1600" spc="-128" dirty="0">
              <a:solidFill>
                <a:prstClr val="white"/>
              </a:solidFill>
              <a:latin typeface="Rix고딕 B" panose="02020603020101020101" pitchFamily="18" charset="-127"/>
              <a:ea typeface="Rix고딕 B" panose="02020603020101020101" pitchFamily="18" charset="-127"/>
            </a:endParaRPr>
          </a:p>
        </p:txBody>
      </p:sp>
      <p:sp>
        <p:nvSpPr>
          <p:cNvPr id="152" name="양쪽 모서리가 잘린 사각형 151"/>
          <p:cNvSpPr/>
          <p:nvPr/>
        </p:nvSpPr>
        <p:spPr>
          <a:xfrm>
            <a:off x="7190242" y="5036972"/>
            <a:ext cx="2931996" cy="553413"/>
          </a:xfrm>
          <a:prstGeom prst="snip2SameRect">
            <a:avLst>
              <a:gd name="adj1" fmla="val 7488"/>
              <a:gd name="adj2" fmla="val 0"/>
            </a:avLst>
          </a:prstGeom>
          <a:pattFill prst="ltUpDiag">
            <a:fgClr>
              <a:srgbClr val="0563A3"/>
            </a:fgClr>
            <a:bgClr>
              <a:schemeClr val="tx2">
                <a:lumMod val="50000"/>
              </a:schemeClr>
            </a:bgClr>
          </a:pattFill>
          <a:ln w="12700">
            <a:noFill/>
          </a:ln>
          <a:effectLst>
            <a:innerShdw blurRad="101600">
              <a:schemeClr val="tx1">
                <a:lumMod val="85000"/>
                <a:lumOff val="15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9569" tIns="49785" rIns="99569" bIns="49785" rtlCol="0" anchor="ctr"/>
          <a:lstStyle/>
          <a:p>
            <a:pPr algn="ctr"/>
            <a:r>
              <a:rPr lang="ko-KR" altLang="en-US" sz="1600" spc="-128" dirty="0">
                <a:solidFill>
                  <a:prstClr val="white"/>
                </a:solidFill>
                <a:latin typeface="Rix고딕 B" panose="02020603020101020101" pitchFamily="18" charset="-127"/>
                <a:ea typeface="Rix고딕 B" panose="02020603020101020101" pitchFamily="18" charset="-127"/>
              </a:rPr>
              <a:t>운용 </a:t>
            </a:r>
            <a:r>
              <a:rPr lang="ko-KR" altLang="en-US" sz="1600" spc="-128" dirty="0" smtClean="0">
                <a:solidFill>
                  <a:prstClr val="white"/>
                </a:solidFill>
                <a:latin typeface="Rix고딕 B" panose="02020603020101020101" pitchFamily="18" charset="-127"/>
                <a:ea typeface="Rix고딕 B" panose="02020603020101020101" pitchFamily="18" charset="-127"/>
              </a:rPr>
              <a:t>시험평가</a:t>
            </a:r>
            <a:r>
              <a:rPr lang="en-US" altLang="ko-KR" sz="1600" spc="-128" dirty="0" smtClean="0">
                <a:solidFill>
                  <a:prstClr val="white"/>
                </a:solidFill>
                <a:latin typeface="Rix고딕 B" panose="02020603020101020101" pitchFamily="18" charset="-127"/>
                <a:ea typeface="Rix고딕 B" panose="02020603020101020101" pitchFamily="18" charset="-127"/>
              </a:rPr>
              <a:t>(</a:t>
            </a:r>
            <a:r>
              <a:rPr lang="ko-KR" altLang="en-US" sz="1600" spc="-128" dirty="0" smtClean="0">
                <a:solidFill>
                  <a:prstClr val="white"/>
                </a:solidFill>
                <a:latin typeface="Rix고딕 B" panose="02020603020101020101" pitchFamily="18" charset="-127"/>
                <a:ea typeface="Rix고딕 B" panose="02020603020101020101" pitchFamily="18" charset="-127"/>
              </a:rPr>
              <a:t>통합</a:t>
            </a:r>
            <a:r>
              <a:rPr lang="en-US" altLang="ko-KR" sz="1600" spc="-128" dirty="0" smtClean="0">
                <a:solidFill>
                  <a:prstClr val="white"/>
                </a:solidFill>
                <a:latin typeface="Rix고딕 B" panose="02020603020101020101" pitchFamily="18" charset="-127"/>
                <a:ea typeface="Rix고딕 B" panose="02020603020101020101" pitchFamily="18" charset="-127"/>
              </a:rPr>
              <a:t>)</a:t>
            </a:r>
            <a:endParaRPr lang="ko-KR" altLang="en-US" sz="1600" spc="-128" dirty="0">
              <a:solidFill>
                <a:prstClr val="white"/>
              </a:solidFill>
              <a:latin typeface="Rix고딕 B" panose="02020603020101020101" pitchFamily="18" charset="-127"/>
              <a:ea typeface="Rix고딕 B" panose="02020603020101020101" pitchFamily="18" charset="-127"/>
            </a:endParaRPr>
          </a:p>
        </p:txBody>
      </p:sp>
      <p:pic>
        <p:nvPicPr>
          <p:cNvPr id="153" name="Picture 2" descr="G:\work\아이티센시스템즈\경찰청공조조회유지보수\icon&amp;dia\제안서템플릿이미지-65.pn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12119" y="3452620"/>
            <a:ext cx="969099" cy="6565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5" name="제목 1"/>
          <p:cNvSpPr txBox="1">
            <a:spLocks/>
          </p:cNvSpPr>
          <p:nvPr/>
        </p:nvSpPr>
        <p:spPr>
          <a:xfrm>
            <a:off x="1152636" y="292199"/>
            <a:ext cx="3264463" cy="421098"/>
          </a:xfrm>
          <a:prstGeom prst="rect">
            <a:avLst/>
          </a:prstGeom>
        </p:spPr>
        <p:txBody>
          <a:bodyPr lIns="96487" tIns="48244" rIns="96487" bIns="48244"/>
          <a:lstStyle>
            <a:lvl1pPr algn="l" defTabSz="995690" rtl="0" eaLnBrk="1" latinLnBrk="1" hangingPunct="1">
              <a:spcBef>
                <a:spcPct val="0"/>
              </a:spcBef>
              <a:buNone/>
              <a:defRPr sz="3500" kern="1200">
                <a:solidFill>
                  <a:schemeClr val="tx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+mj-cs"/>
              </a:defRPr>
            </a:lvl1pPr>
          </a:lstStyle>
          <a:p>
            <a:r>
              <a:rPr lang="en-US" altLang="ko-KR" sz="1900" spc="-96" dirty="0">
                <a:solidFill>
                  <a:schemeClr val="tx2">
                    <a:lumMod val="50000"/>
                  </a:schemeClr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3. </a:t>
            </a:r>
            <a:r>
              <a:rPr lang="ko-KR" altLang="en-US" sz="1900" spc="-96" dirty="0">
                <a:solidFill>
                  <a:schemeClr val="tx2">
                    <a:lumMod val="50000"/>
                  </a:schemeClr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시험 평가</a:t>
            </a:r>
          </a:p>
        </p:txBody>
      </p:sp>
      <p:grpSp>
        <p:nvGrpSpPr>
          <p:cNvPr id="156" name="그룹 155"/>
          <p:cNvGrpSpPr/>
          <p:nvPr/>
        </p:nvGrpSpPr>
        <p:grpSpPr>
          <a:xfrm>
            <a:off x="0" y="868564"/>
            <a:ext cx="11061705" cy="498994"/>
            <a:chOff x="0" y="778175"/>
            <a:chExt cx="11915495" cy="498994"/>
          </a:xfrm>
        </p:grpSpPr>
        <p:sp>
          <p:nvSpPr>
            <p:cNvPr id="157" name="직사각형 156"/>
            <p:cNvSpPr/>
            <p:nvPr/>
          </p:nvSpPr>
          <p:spPr>
            <a:xfrm>
              <a:off x="0" y="778175"/>
              <a:ext cx="11518770" cy="49899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2700" cap="rnd" cmpd="sng">
              <a:noFill/>
              <a:prstDash val="solid"/>
              <a:headEnd type="none" w="lg" len="med"/>
              <a:tailEnd type="none" w="lg" len="med"/>
            </a:ln>
            <a:effectLst/>
          </p:spPr>
          <p:style>
            <a:lnRef idx="1">
              <a:schemeClr val="accent5"/>
            </a:lnRef>
            <a:fillRef idx="3">
              <a:schemeClr val="accent5"/>
            </a:fillRef>
            <a:effectRef idx="2">
              <a:schemeClr val="accent5"/>
            </a:effectRef>
            <a:fontRef idx="minor">
              <a:schemeClr val="lt1"/>
            </a:fontRef>
          </p:style>
          <p:txBody>
            <a:bodyPr wrap="none" lIns="99569" tIns="172873" rIns="99569" bIns="49785"/>
            <a:lstStyle/>
            <a:p>
              <a:pPr algn="ctr" latinLnBrk="0"/>
              <a:endParaRPr lang="ko-KR" altLang="en-US" sz="1700" b="1" dirty="0">
                <a:gradFill>
                  <a:gsLst>
                    <a:gs pos="0">
                      <a:prstClr val="white"/>
                    </a:gs>
                    <a:gs pos="100000">
                      <a:prstClr val="white"/>
                    </a:gs>
                  </a:gsLst>
                  <a:lin ang="5400000" scaled="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고도 B" panose="02000503000000020004" pitchFamily="2" charset="-127"/>
                <a:ea typeface="고도 B" panose="02000503000000020004" pitchFamily="2" charset="-127"/>
              </a:endParaRPr>
            </a:p>
          </p:txBody>
        </p:sp>
        <p:sp>
          <p:nvSpPr>
            <p:cNvPr id="158" name="TextBox 157"/>
            <p:cNvSpPr txBox="1"/>
            <p:nvPr/>
          </p:nvSpPr>
          <p:spPr>
            <a:xfrm>
              <a:off x="433815" y="840817"/>
              <a:ext cx="1914943" cy="369332"/>
            </a:xfrm>
            <a:prstGeom prst="rect">
              <a:avLst/>
            </a:prstGeom>
            <a:noFill/>
            <a:ln w="6350">
              <a:noFill/>
            </a:ln>
            <a:effectLst/>
            <a:scene3d>
              <a:camera prst="orthographicFront"/>
              <a:lightRig rig="threePt" dir="t"/>
            </a:scene3d>
            <a:sp3d>
              <a:bevelT w="0" h="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 anchorCtr="0">
              <a:spAutoFit/>
              <a:sp3d>
                <a:bevelT w="0" h="0"/>
                <a:contourClr>
                  <a:schemeClr val="bg1"/>
                </a:contourClr>
              </a:sp3d>
            </a:bodyPr>
            <a:lstStyle>
              <a:defPPr>
                <a:defRPr lang="ko-KR"/>
              </a:defPPr>
              <a:lvl1pPr lvl="0" indent="0" defTabSz="801639" latinLnBrk="0">
                <a:lnSpc>
                  <a:spcPct val="100000"/>
                </a:lnSpc>
                <a:spcBef>
                  <a:spcPts val="88"/>
                </a:spcBef>
                <a:spcAft>
                  <a:spcPts val="88"/>
                </a:spcAft>
                <a:defRPr sz="2400" spc="0">
                  <a:ln>
                    <a:solidFill>
                      <a:prstClr val="white">
                        <a:alpha val="10000"/>
                      </a:prstClr>
                    </a:solidFill>
                  </a:ln>
                  <a:solidFill>
                    <a:prstClr val="white"/>
                  </a:solidFill>
                  <a:effectLst/>
                  <a:latin typeface="나눔고딕 ExtraBold" panose="020D0904000000000000" pitchFamily="50" charset="-127"/>
                  <a:ea typeface="나눔고딕 ExtraBold" panose="020D0904000000000000" pitchFamily="50" charset="-127"/>
                </a:defRPr>
              </a:lvl1pPr>
            </a:lstStyle>
            <a:p>
              <a:r>
                <a:rPr lang="en-US" altLang="ko-KR" spc="-150" dirty="0">
                  <a:solidFill>
                    <a:schemeClr val="tx1"/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</a:rPr>
                <a:t>3</a:t>
              </a:r>
              <a:r>
                <a:rPr lang="ko-KR" altLang="en-US" spc="-150" dirty="0">
                  <a:solidFill>
                    <a:schemeClr val="tx1"/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</a:rPr>
                <a:t>단계 시험평가</a:t>
              </a:r>
            </a:p>
          </p:txBody>
        </p:sp>
        <p:sp>
          <p:nvSpPr>
            <p:cNvPr id="159" name="직사각형 158"/>
            <p:cNvSpPr/>
            <p:nvPr/>
          </p:nvSpPr>
          <p:spPr>
            <a:xfrm>
              <a:off x="2501429" y="817281"/>
              <a:ext cx="9414066" cy="380168"/>
            </a:xfrm>
            <a:prstGeom prst="rect">
              <a:avLst/>
            </a:prstGeom>
          </p:spPr>
          <p:txBody>
            <a:bodyPr/>
            <a:lstStyle/>
            <a:p>
              <a:pPr marL="0" lvl="1">
                <a:spcBef>
                  <a:spcPct val="0"/>
                </a:spcBef>
              </a:pPr>
              <a:r>
                <a:rPr lang="ko-KR" altLang="en-US" spc="-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</a:rPr>
                <a:t>철저한 시험준비와 체계적인 검증을 통해 체계 안정성 및 신뢰성을 확보하겠습니다</a:t>
              </a:r>
              <a:r>
                <a:rPr lang="en-US" altLang="ko-KR" spc="-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</a:rPr>
                <a:t>.</a:t>
              </a:r>
            </a:p>
          </p:txBody>
        </p:sp>
        <p:cxnSp>
          <p:nvCxnSpPr>
            <p:cNvPr id="160" name="직선 연결선 159"/>
            <p:cNvCxnSpPr/>
            <p:nvPr/>
          </p:nvCxnSpPr>
          <p:spPr>
            <a:xfrm>
              <a:off x="2465287" y="851717"/>
              <a:ext cx="0" cy="315104"/>
            </a:xfrm>
            <a:prstGeom prst="line">
              <a:avLst/>
            </a:prstGeom>
            <a:ln w="38100">
              <a:solidFill>
                <a:srgbClr val="1B91C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83128" y="2657501"/>
            <a:ext cx="1871663" cy="1408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5990" y="3291967"/>
            <a:ext cx="804863" cy="854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2928540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AutoShape 122"/>
          <p:cNvSpPr>
            <a:spLocks noChangeArrowheads="1"/>
          </p:cNvSpPr>
          <p:nvPr/>
        </p:nvSpPr>
        <p:spPr bwMode="auto">
          <a:xfrm>
            <a:off x="1526089" y="5241217"/>
            <a:ext cx="9167311" cy="930231"/>
          </a:xfrm>
          <a:prstGeom prst="roundRect">
            <a:avLst>
              <a:gd name="adj" fmla="val 0"/>
            </a:avLst>
          </a:prstGeom>
          <a:solidFill>
            <a:schemeClr val="accent5">
              <a:lumMod val="50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  <a:extLst/>
        </p:spPr>
        <p:txBody>
          <a:bodyPr/>
          <a:lstStyle/>
          <a:p>
            <a:pPr>
              <a:defRPr/>
            </a:pPr>
            <a:endParaRPr lang="ko-KR" altLang="en-US" dirty="0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9" name="AutoShape 119"/>
          <p:cNvSpPr>
            <a:spLocks noChangeArrowheads="1"/>
          </p:cNvSpPr>
          <p:nvPr/>
        </p:nvSpPr>
        <p:spPr bwMode="auto">
          <a:xfrm>
            <a:off x="1460656" y="1662851"/>
            <a:ext cx="9232743" cy="930231"/>
          </a:xfrm>
          <a:prstGeom prst="roundRect">
            <a:avLst>
              <a:gd name="adj" fmla="val 0"/>
            </a:avLst>
          </a:prstGeom>
          <a:solidFill>
            <a:srgbClr val="0098D6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  <a:extLst>
            <a:ext uri="{91240B29-F687-4F45-9708-019B960494DF}">
              <a14:hiddenLine xmlns:a14="http://schemas.microsoft.com/office/drawing/2010/main" w="0" algn="ctr">
                <a:solidFill>
                  <a:srgbClr val="3DC586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ko-KR" altLang="en-US" dirty="0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0" y="6478700"/>
            <a:ext cx="10693400" cy="555854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fontAlgn="ctr">
              <a:spcAft>
                <a:spcPct val="0"/>
              </a:spcAft>
            </a:pPr>
            <a:endParaRPr lang="ko-KR" altLang="en-US" sz="1600" spc="-130" dirty="0">
              <a:solidFill>
                <a:schemeClr val="tx2">
                  <a:lumMod val="75000"/>
                </a:schemeClr>
              </a:solidFill>
              <a:latin typeface="Rix고딕 B" pitchFamily="18" charset="-127"/>
              <a:ea typeface="Rix고딕 B" pitchFamily="18" charset="-127"/>
            </a:endParaRPr>
          </a:p>
        </p:txBody>
      </p:sp>
      <p:sp>
        <p:nvSpPr>
          <p:cNvPr id="26" name="이등변 삼각형 9"/>
          <p:cNvSpPr/>
          <p:nvPr/>
        </p:nvSpPr>
        <p:spPr>
          <a:xfrm rot="10800000" flipV="1">
            <a:off x="924763" y="6563845"/>
            <a:ext cx="8919279" cy="416524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ctr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ko-KR" altLang="en-US" sz="3000" spc="-150" dirty="0">
                <a:ln/>
                <a:solidFill>
                  <a:schemeClr val="bg1"/>
                </a:solidFill>
                <a:latin typeface="Rix모던고딕 EB" pitchFamily="18" charset="-127"/>
                <a:ea typeface="Rix모던고딕 EB" pitchFamily="18" charset="-127"/>
              </a:rPr>
              <a:t>정보보안 준수 생활화를 위한 상시 보안활동 및 불시점검 실시</a:t>
            </a:r>
          </a:p>
        </p:txBody>
      </p:sp>
      <p:sp>
        <p:nvSpPr>
          <p:cNvPr id="27" name="AutoShape 121"/>
          <p:cNvSpPr>
            <a:spLocks noChangeArrowheads="1"/>
          </p:cNvSpPr>
          <p:nvPr/>
        </p:nvSpPr>
        <p:spPr bwMode="auto">
          <a:xfrm>
            <a:off x="866770" y="2673879"/>
            <a:ext cx="9826630" cy="2480148"/>
          </a:xfrm>
          <a:prstGeom prst="roundRect">
            <a:avLst>
              <a:gd name="adj" fmla="val 0"/>
            </a:avLst>
          </a:prstGeom>
          <a:solidFill>
            <a:srgbClr val="C0C0C0">
              <a:alpha val="63000"/>
            </a:srgb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ko-KR" altLang="en-US" dirty="0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0" y="1297513"/>
            <a:ext cx="1887743" cy="5181187"/>
          </a:xfrm>
          <a:prstGeom prst="rect">
            <a:avLst/>
          </a:prstGeom>
          <a:solidFill>
            <a:schemeClr val="tx2">
              <a:lumMod val="7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anchor="ctr"/>
          <a:lstStyle/>
          <a:p>
            <a:pPr algn="ctr"/>
            <a:endParaRPr lang="ko-KR" altLang="en-US" sz="1300" spc="-100" dirty="0">
              <a:solidFill>
                <a:schemeClr val="tx1"/>
              </a:solidFill>
              <a:latin typeface="나눔고딕 ExtraBold" pitchFamily="50" charset="-127"/>
              <a:ea typeface="나눔고딕 ExtraBold" pitchFamily="50" charset="-127"/>
            </a:endParaRPr>
          </a:p>
        </p:txBody>
      </p:sp>
      <p:grpSp>
        <p:nvGrpSpPr>
          <p:cNvPr id="29" name="그룹 28"/>
          <p:cNvGrpSpPr/>
          <p:nvPr/>
        </p:nvGrpSpPr>
        <p:grpSpPr>
          <a:xfrm>
            <a:off x="283771" y="3116589"/>
            <a:ext cx="2457891" cy="2474102"/>
            <a:chOff x="368614" y="3116589"/>
            <a:chExt cx="2457891" cy="2474102"/>
          </a:xfrm>
        </p:grpSpPr>
        <p:sp>
          <p:nvSpPr>
            <p:cNvPr id="30" name="타원 29"/>
            <p:cNvSpPr/>
            <p:nvPr/>
          </p:nvSpPr>
          <p:spPr>
            <a:xfrm>
              <a:off x="368614" y="3116589"/>
              <a:ext cx="2343590" cy="234359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 smtClean="0"/>
            </a:p>
          </p:txBody>
        </p:sp>
        <p:pic>
          <p:nvPicPr>
            <p:cNvPr id="31" name="Picture 130" descr="01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8630" t="18521" r="22696" b="46390"/>
            <a:stretch>
              <a:fillRect/>
            </a:stretch>
          </p:blipFill>
          <p:spPr bwMode="auto">
            <a:xfrm>
              <a:off x="514177" y="3142763"/>
              <a:ext cx="2312328" cy="24479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32" name="직사각형 31"/>
          <p:cNvSpPr/>
          <p:nvPr/>
        </p:nvSpPr>
        <p:spPr>
          <a:xfrm>
            <a:off x="962863" y="1915878"/>
            <a:ext cx="874838" cy="1107996"/>
          </a:xfrm>
          <a:prstGeom prst="rect">
            <a:avLst/>
          </a:prstGeom>
        </p:spPr>
        <p:txBody>
          <a:bodyPr wrap="square" lIns="0" tIns="0" rIns="0" bIns="0" anchor="ctr" anchorCtr="0">
            <a:spAutoFit/>
          </a:bodyPr>
          <a:lstStyle/>
          <a:p>
            <a:pPr algn="ctr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pc="-150" dirty="0" smtClean="0">
                <a:solidFill>
                  <a:schemeClr val="bg1"/>
                </a:solidFill>
                <a:latin typeface="Rix고딕 B" pitchFamily="18" charset="-127"/>
                <a:ea typeface="Rix고딕 B" pitchFamily="18" charset="-127"/>
              </a:rPr>
              <a:t>정 보</a:t>
            </a:r>
            <a:endParaRPr kumimoji="1" lang="en-US" altLang="ko-KR" spc="-150" dirty="0" smtClean="0">
              <a:solidFill>
                <a:schemeClr val="bg1"/>
              </a:solidFill>
              <a:latin typeface="Rix고딕 B" pitchFamily="18" charset="-127"/>
              <a:ea typeface="Rix고딕 B" pitchFamily="18" charset="-127"/>
            </a:endParaRPr>
          </a:p>
          <a:p>
            <a:pPr algn="ctr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pc="-150" dirty="0" smtClean="0">
                <a:solidFill>
                  <a:schemeClr val="bg1"/>
                </a:solidFill>
                <a:latin typeface="Rix고딕 B" pitchFamily="18" charset="-127"/>
                <a:ea typeface="Rix고딕 B" pitchFamily="18" charset="-127"/>
              </a:rPr>
              <a:t>보 호</a:t>
            </a:r>
            <a:endParaRPr kumimoji="1" lang="en-US" altLang="ko-KR" spc="-150" dirty="0" smtClean="0">
              <a:solidFill>
                <a:schemeClr val="bg1"/>
              </a:solidFill>
              <a:latin typeface="Rix고딕 B" pitchFamily="18" charset="-127"/>
              <a:ea typeface="Rix고딕 B" pitchFamily="18" charset="-127"/>
            </a:endParaRPr>
          </a:p>
          <a:p>
            <a:pPr algn="ctr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pc="-150" dirty="0" smtClean="0">
                <a:solidFill>
                  <a:schemeClr val="bg1"/>
                </a:solidFill>
                <a:latin typeface="Rix고딕 B" pitchFamily="18" charset="-127"/>
                <a:ea typeface="Rix고딕 B" pitchFamily="18" charset="-127"/>
              </a:rPr>
              <a:t>활 동</a:t>
            </a:r>
            <a:endParaRPr kumimoji="1" lang="ko-KR" altLang="en-US" spc="-150" dirty="0">
              <a:solidFill>
                <a:schemeClr val="bg1"/>
              </a:solidFill>
              <a:latin typeface="Rix고딕 B" pitchFamily="18" charset="-127"/>
              <a:ea typeface="Rix고딕 B" pitchFamily="18" charset="-127"/>
            </a:endParaRPr>
          </a:p>
        </p:txBody>
      </p:sp>
      <p:sp>
        <p:nvSpPr>
          <p:cNvPr id="33" name="직사각형 32"/>
          <p:cNvSpPr/>
          <p:nvPr/>
        </p:nvSpPr>
        <p:spPr>
          <a:xfrm>
            <a:off x="2428890" y="2033512"/>
            <a:ext cx="681706" cy="249940"/>
          </a:xfrm>
          <a:prstGeom prst="rect">
            <a:avLst/>
          </a:prstGeom>
        </p:spPr>
        <p:txBody>
          <a:bodyPr wrap="square" lIns="0" tIns="0" rIns="0" bIns="0" anchor="ctr" anchorCtr="0">
            <a:spAutoFit/>
          </a:bodyPr>
          <a:lstStyle/>
          <a:p>
            <a:pPr algn="ctr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1800" spc="-150" dirty="0" smtClean="0">
                <a:solidFill>
                  <a:schemeClr val="bg1"/>
                </a:solidFill>
                <a:latin typeface="Rix고딕 B" pitchFamily="18" charset="-127"/>
                <a:ea typeface="Rix고딕 B" pitchFamily="18" charset="-127"/>
              </a:rPr>
              <a:t>착 수</a:t>
            </a:r>
            <a:endParaRPr kumimoji="1" lang="ko-KR" altLang="en-US" sz="1800" spc="-150" dirty="0">
              <a:solidFill>
                <a:schemeClr val="bg1"/>
              </a:solidFill>
              <a:latin typeface="Rix고딕 B" pitchFamily="18" charset="-127"/>
              <a:ea typeface="Rix고딕 B" pitchFamily="18" charset="-127"/>
            </a:endParaRPr>
          </a:p>
        </p:txBody>
      </p:sp>
      <p:sp>
        <p:nvSpPr>
          <p:cNvPr id="34" name="직사각형 33"/>
          <p:cNvSpPr/>
          <p:nvPr/>
        </p:nvSpPr>
        <p:spPr>
          <a:xfrm>
            <a:off x="3348533" y="1735402"/>
            <a:ext cx="3589067" cy="81560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 anchorCtr="0">
            <a:spAutoFit/>
          </a:bodyPr>
          <a:lstStyle/>
          <a:p>
            <a:pPr marL="108000" indent="-108000" latinLnBrk="0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lang="ko-KR" altLang="en-US" sz="1200" spc="-80" dirty="0">
                <a:solidFill>
                  <a:schemeClr val="bg1"/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보안서약서 </a:t>
            </a:r>
            <a:r>
              <a:rPr lang="ko-KR" altLang="en-US" sz="1200" spc="-80" dirty="0" smtClean="0">
                <a:solidFill>
                  <a:schemeClr val="bg1"/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작성</a:t>
            </a:r>
            <a:r>
              <a:rPr lang="en-US" altLang="ko-KR" sz="1200" spc="-80" dirty="0">
                <a:solidFill>
                  <a:schemeClr val="bg1"/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 </a:t>
            </a:r>
            <a:r>
              <a:rPr lang="en-US" altLang="ko-KR" sz="1200" spc="-80" dirty="0" smtClean="0">
                <a:solidFill>
                  <a:schemeClr val="bg1"/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(</a:t>
            </a:r>
            <a:r>
              <a:rPr lang="ko-KR" altLang="en-US" sz="1200" spc="-80" dirty="0">
                <a:solidFill>
                  <a:schemeClr val="bg1"/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주관기관 제출 및 승인</a:t>
            </a:r>
            <a:r>
              <a:rPr lang="en-US" altLang="ko-KR" sz="1200" spc="-80" dirty="0">
                <a:solidFill>
                  <a:schemeClr val="bg1"/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)</a:t>
            </a:r>
          </a:p>
          <a:p>
            <a:pPr marL="108000" indent="-108000" latinLnBrk="0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lang="ko-KR" altLang="en-US" sz="1200" spc="-80" dirty="0">
                <a:solidFill>
                  <a:schemeClr val="bg1"/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보안교육 실시</a:t>
            </a:r>
          </a:p>
          <a:p>
            <a:pPr marL="108000" indent="-108000" latinLnBrk="0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lang="ko-KR" altLang="en-US" sz="1200" spc="-80" dirty="0">
                <a:solidFill>
                  <a:schemeClr val="bg1"/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보안관리자 임명</a:t>
            </a:r>
          </a:p>
          <a:p>
            <a:pPr marL="108000" indent="-108000" latinLnBrk="0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lang="ko-KR" altLang="en-US" sz="1200" spc="-80" dirty="0">
                <a:solidFill>
                  <a:schemeClr val="bg1"/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프로젝트 </a:t>
            </a:r>
            <a:r>
              <a:rPr lang="en-US" altLang="ko-KR" sz="1200" spc="-80" dirty="0">
                <a:solidFill>
                  <a:schemeClr val="bg1"/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PC</a:t>
            </a:r>
            <a:r>
              <a:rPr lang="ko-KR" altLang="en-US" sz="1200" spc="-80" dirty="0" smtClean="0">
                <a:solidFill>
                  <a:schemeClr val="bg1"/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보안 설정</a:t>
            </a:r>
            <a:endParaRPr lang="ko-KR" altLang="en-US" sz="1200" spc="-80" dirty="0">
              <a:solidFill>
                <a:schemeClr val="bg1"/>
              </a:solidFill>
              <a:latin typeface="Rix모던고딕 M" panose="02020603020101020101" pitchFamily="18" charset="-127"/>
              <a:ea typeface="Rix모던고딕 M" panose="02020603020101020101" pitchFamily="18" charset="-127"/>
            </a:endParaRPr>
          </a:p>
        </p:txBody>
      </p:sp>
      <p:sp>
        <p:nvSpPr>
          <p:cNvPr id="35" name="직사각형 34"/>
          <p:cNvSpPr/>
          <p:nvPr/>
        </p:nvSpPr>
        <p:spPr>
          <a:xfrm>
            <a:off x="2428890" y="5608336"/>
            <a:ext cx="681706" cy="249940"/>
          </a:xfrm>
          <a:prstGeom prst="rect">
            <a:avLst/>
          </a:prstGeom>
        </p:spPr>
        <p:txBody>
          <a:bodyPr wrap="square" lIns="0" tIns="0" rIns="0" bIns="0" anchor="ctr" anchorCtr="0">
            <a:spAutoFit/>
          </a:bodyPr>
          <a:lstStyle/>
          <a:p>
            <a:pPr algn="ctr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1800" spc="-150" dirty="0" smtClean="0">
                <a:solidFill>
                  <a:schemeClr val="bg1"/>
                </a:solidFill>
                <a:latin typeface="Rix고딕 B" pitchFamily="18" charset="-127"/>
                <a:ea typeface="Rix고딕 B" pitchFamily="18" charset="-127"/>
              </a:rPr>
              <a:t>종 료</a:t>
            </a:r>
            <a:endParaRPr kumimoji="1" lang="ko-KR" altLang="en-US" sz="1800" spc="-150" dirty="0">
              <a:solidFill>
                <a:schemeClr val="bg1"/>
              </a:solidFill>
              <a:latin typeface="Rix고딕 B" pitchFamily="18" charset="-127"/>
              <a:ea typeface="Rix고딕 B" pitchFamily="18" charset="-127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3348533" y="5424526"/>
            <a:ext cx="3589067" cy="60529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 anchorCtr="0">
            <a:spAutoFit/>
          </a:bodyPr>
          <a:lstStyle/>
          <a:p>
            <a:pPr marL="108000" indent="-108000" latinLnBrk="0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lang="en-US" altLang="ko-KR" sz="1200" spc="-80" dirty="0">
                <a:solidFill>
                  <a:schemeClr val="bg1"/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PC</a:t>
            </a:r>
            <a:r>
              <a:rPr lang="ko-KR" altLang="en-US" sz="1200" spc="-80" dirty="0">
                <a:solidFill>
                  <a:schemeClr val="bg1"/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내 중요 정보 삭제</a:t>
            </a:r>
          </a:p>
          <a:p>
            <a:pPr marL="108000" indent="-108000" latinLnBrk="0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lang="ko-KR" altLang="en-US" sz="1200" spc="-80" dirty="0">
                <a:solidFill>
                  <a:schemeClr val="bg1"/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네트워크</a:t>
            </a:r>
            <a:r>
              <a:rPr lang="en-US" altLang="ko-KR" sz="1200" spc="-80" dirty="0">
                <a:solidFill>
                  <a:schemeClr val="bg1"/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, </a:t>
            </a:r>
            <a:r>
              <a:rPr lang="ko-KR" altLang="en-US" sz="1200" spc="-80" dirty="0">
                <a:solidFill>
                  <a:schemeClr val="bg1"/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서버 및 시스템 계정 변경 및 삭제</a:t>
            </a:r>
          </a:p>
          <a:p>
            <a:pPr marL="108000" indent="-108000" latinLnBrk="0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lang="ko-KR" altLang="en-US" sz="1200" spc="-80" dirty="0">
                <a:solidFill>
                  <a:schemeClr val="bg1"/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보안 점검 확인서 작성 후 정보보호 담당자에게 제출</a:t>
            </a:r>
          </a:p>
        </p:txBody>
      </p:sp>
      <p:sp>
        <p:nvSpPr>
          <p:cNvPr id="37" name="직사각형 36"/>
          <p:cNvSpPr/>
          <p:nvPr/>
        </p:nvSpPr>
        <p:spPr>
          <a:xfrm>
            <a:off x="2099594" y="2815746"/>
            <a:ext cx="1672305" cy="249940"/>
          </a:xfrm>
          <a:prstGeom prst="rect">
            <a:avLst/>
          </a:prstGeom>
        </p:spPr>
        <p:txBody>
          <a:bodyPr wrap="square" lIns="0" tIns="0" rIns="0" bIns="0" anchor="ctr" anchorCtr="0">
            <a:spAutoFit/>
          </a:bodyPr>
          <a:lstStyle/>
          <a:p>
            <a:pPr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1800" spc="-150" dirty="0" smtClean="0">
                <a:latin typeface="Rix고딕 B" pitchFamily="18" charset="-127"/>
                <a:ea typeface="Rix고딕 B" pitchFamily="18" charset="-127"/>
              </a:rPr>
              <a:t>프로젝트 진행</a:t>
            </a:r>
            <a:endParaRPr kumimoji="1" lang="ko-KR" altLang="en-US" sz="1800" spc="-150" dirty="0">
              <a:latin typeface="Rix고딕 B" pitchFamily="18" charset="-127"/>
              <a:ea typeface="Rix고딕 B" pitchFamily="18" charset="-127"/>
            </a:endParaRPr>
          </a:p>
        </p:txBody>
      </p:sp>
      <p:cxnSp>
        <p:nvCxnSpPr>
          <p:cNvPr id="38" name="직선 연결선 37"/>
          <p:cNvCxnSpPr/>
          <p:nvPr/>
        </p:nvCxnSpPr>
        <p:spPr>
          <a:xfrm>
            <a:off x="3375660" y="3013656"/>
            <a:ext cx="5244081" cy="0"/>
          </a:xfrm>
          <a:prstGeom prst="line">
            <a:avLst/>
          </a:prstGeom>
          <a:ln w="889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9" name="Picture 87" descr="89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45" t="11160" r="2744" b="23732"/>
          <a:stretch>
            <a:fillRect/>
          </a:stretch>
        </p:blipFill>
        <p:spPr bwMode="auto">
          <a:xfrm>
            <a:off x="4082403" y="3127331"/>
            <a:ext cx="3023698" cy="15489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0" name="직사각형 39"/>
          <p:cNvSpPr/>
          <p:nvPr/>
        </p:nvSpPr>
        <p:spPr>
          <a:xfrm>
            <a:off x="2906131" y="3261083"/>
            <a:ext cx="1320058" cy="5539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 anchorCtr="0">
            <a:spAutoFit/>
          </a:bodyPr>
          <a:lstStyle/>
          <a:p>
            <a:pPr marL="108000" indent="-108000" latinLnBrk="0">
              <a:buFont typeface="Arial" panose="020B0604020202020204" pitchFamily="34" charset="0"/>
              <a:buChar char="•"/>
            </a:pPr>
            <a:r>
              <a:rPr lang="ko-KR" altLang="en-US" sz="1200" spc="-8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인원보안</a:t>
            </a:r>
            <a:endParaRPr lang="en-US" altLang="ko-KR" sz="1200" spc="-80" dirty="0" smtClean="0">
              <a:solidFill>
                <a:schemeClr val="tx1">
                  <a:lumMod val="95000"/>
                  <a:lumOff val="5000"/>
                </a:schemeClr>
              </a:solidFill>
              <a:latin typeface="Rix모던고딕 M" panose="02020603020101020101" pitchFamily="18" charset="-127"/>
              <a:ea typeface="Rix모던고딕 M" panose="02020603020101020101" pitchFamily="18" charset="-127"/>
            </a:endParaRPr>
          </a:p>
          <a:p>
            <a:pPr marL="108000" indent="-108000" latinLnBrk="0">
              <a:buFont typeface="Arial" panose="020B0604020202020204" pitchFamily="34" charset="0"/>
              <a:buChar char="•"/>
            </a:pPr>
            <a:r>
              <a:rPr lang="ko-KR" altLang="en-US" sz="1200" spc="-8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보안교</a:t>
            </a:r>
            <a:r>
              <a:rPr lang="ko-KR" altLang="en-US" sz="1200" spc="-80" dirty="0">
                <a:solidFill>
                  <a:schemeClr val="tx1">
                    <a:lumMod val="95000"/>
                    <a:lumOff val="5000"/>
                  </a:schemeClr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육</a:t>
            </a:r>
            <a:r>
              <a:rPr lang="en-US" altLang="ko-KR" sz="1200" spc="-8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/</a:t>
            </a:r>
            <a:r>
              <a:rPr lang="ko-KR" altLang="en-US" sz="1200" spc="-8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점검활동</a:t>
            </a:r>
            <a:endParaRPr lang="en-US" altLang="ko-KR" sz="1200" spc="-80" dirty="0" smtClean="0">
              <a:solidFill>
                <a:schemeClr val="tx1">
                  <a:lumMod val="95000"/>
                  <a:lumOff val="5000"/>
                </a:schemeClr>
              </a:solidFill>
              <a:latin typeface="Rix모던고딕 M" panose="02020603020101020101" pitchFamily="18" charset="-127"/>
              <a:ea typeface="Rix모던고딕 M" panose="02020603020101020101" pitchFamily="18" charset="-127"/>
            </a:endParaRPr>
          </a:p>
          <a:p>
            <a:pPr marL="108000" indent="-108000" latinLnBrk="0">
              <a:buFont typeface="Arial" panose="020B0604020202020204" pitchFamily="34" charset="0"/>
              <a:buChar char="•"/>
            </a:pPr>
            <a:r>
              <a:rPr lang="ko-KR" altLang="en-US" sz="1200" spc="-8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중요문</a:t>
            </a:r>
            <a:r>
              <a:rPr lang="ko-KR" altLang="en-US" sz="1200" spc="-80" dirty="0">
                <a:solidFill>
                  <a:schemeClr val="tx1">
                    <a:lumMod val="95000"/>
                    <a:lumOff val="5000"/>
                  </a:schemeClr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서 </a:t>
            </a:r>
            <a:r>
              <a:rPr lang="ko-KR" altLang="en-US" sz="1200" spc="-8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관리</a:t>
            </a:r>
            <a:endParaRPr lang="ko-KR" altLang="en-US" sz="1200" spc="-80" dirty="0">
              <a:solidFill>
                <a:schemeClr val="tx1">
                  <a:lumMod val="95000"/>
                  <a:lumOff val="5000"/>
                </a:schemeClr>
              </a:solidFill>
              <a:latin typeface="Rix모던고딕 M" panose="02020603020101020101" pitchFamily="18" charset="-127"/>
              <a:ea typeface="Rix모던고딕 M" panose="02020603020101020101" pitchFamily="18" charset="-127"/>
            </a:endParaRPr>
          </a:p>
        </p:txBody>
      </p:sp>
      <p:sp>
        <p:nvSpPr>
          <p:cNvPr id="41" name="직사각형 40"/>
          <p:cNvSpPr/>
          <p:nvPr/>
        </p:nvSpPr>
        <p:spPr>
          <a:xfrm>
            <a:off x="7138076" y="3267588"/>
            <a:ext cx="952812" cy="5539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 anchorCtr="0">
            <a:spAutoFit/>
          </a:bodyPr>
          <a:lstStyle/>
          <a:p>
            <a:pPr marL="108000" indent="-108000" latinLnBrk="0">
              <a:buFont typeface="Arial" panose="020B0604020202020204" pitchFamily="34" charset="0"/>
              <a:buChar char="•"/>
            </a:pPr>
            <a:r>
              <a:rPr lang="ko-KR" altLang="en-US" sz="1200" spc="-80" dirty="0">
                <a:solidFill>
                  <a:schemeClr val="tx1">
                    <a:lumMod val="95000"/>
                    <a:lumOff val="5000"/>
                  </a:schemeClr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환경관리</a:t>
            </a:r>
          </a:p>
          <a:p>
            <a:pPr marL="108000" indent="-108000" latinLnBrk="0">
              <a:buFont typeface="Arial" panose="020B0604020202020204" pitchFamily="34" charset="0"/>
              <a:buChar char="•"/>
            </a:pPr>
            <a:r>
              <a:rPr lang="ko-KR" altLang="en-US" sz="1200" spc="-80" dirty="0">
                <a:solidFill>
                  <a:schemeClr val="tx1">
                    <a:lumMod val="95000"/>
                    <a:lumOff val="5000"/>
                  </a:schemeClr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출입통제</a:t>
            </a:r>
          </a:p>
          <a:p>
            <a:pPr marL="108000" indent="-108000" latinLnBrk="0">
              <a:buFont typeface="Arial" panose="020B0604020202020204" pitchFamily="34" charset="0"/>
              <a:buChar char="•"/>
            </a:pPr>
            <a:r>
              <a:rPr lang="ko-KR" altLang="en-US" sz="1200" spc="-8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전산장비 관리</a:t>
            </a:r>
            <a:endParaRPr lang="ko-KR" altLang="en-US" sz="1200" spc="-80" dirty="0">
              <a:solidFill>
                <a:schemeClr val="tx1">
                  <a:lumMod val="95000"/>
                  <a:lumOff val="5000"/>
                </a:schemeClr>
              </a:solidFill>
              <a:latin typeface="Rix모던고딕 M" panose="02020603020101020101" pitchFamily="18" charset="-127"/>
              <a:ea typeface="Rix모던고딕 M" panose="02020603020101020101" pitchFamily="18" charset="-127"/>
            </a:endParaRPr>
          </a:p>
        </p:txBody>
      </p:sp>
      <p:sp>
        <p:nvSpPr>
          <p:cNvPr id="42" name="직사각형 41"/>
          <p:cNvSpPr/>
          <p:nvPr/>
        </p:nvSpPr>
        <p:spPr>
          <a:xfrm>
            <a:off x="5749476" y="4701329"/>
            <a:ext cx="952812" cy="369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 anchorCtr="0">
            <a:spAutoFit/>
          </a:bodyPr>
          <a:lstStyle/>
          <a:p>
            <a:pPr marL="108000" indent="-108000" latinLnBrk="0">
              <a:buFont typeface="Arial" panose="020B0604020202020204" pitchFamily="34" charset="0"/>
              <a:buChar char="•"/>
            </a:pPr>
            <a:r>
              <a:rPr lang="en-US" altLang="ko-KR" sz="1200" spc="-80" dirty="0">
                <a:solidFill>
                  <a:schemeClr val="tx1">
                    <a:lumMod val="95000"/>
                    <a:lumOff val="5000"/>
                  </a:schemeClr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PC, </a:t>
            </a:r>
            <a:r>
              <a:rPr lang="ko-KR" altLang="en-US" sz="1200" spc="-80" dirty="0">
                <a:solidFill>
                  <a:schemeClr val="tx1">
                    <a:lumMod val="95000"/>
                    <a:lumOff val="5000"/>
                  </a:schemeClr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서버</a:t>
            </a:r>
          </a:p>
          <a:p>
            <a:pPr marL="108000" indent="-108000" latinLnBrk="0">
              <a:buFont typeface="Arial" panose="020B0604020202020204" pitchFamily="34" charset="0"/>
              <a:buChar char="•"/>
            </a:pPr>
            <a:r>
              <a:rPr lang="ko-KR" altLang="en-US" sz="1200" spc="-80" dirty="0">
                <a:solidFill>
                  <a:schemeClr val="tx1">
                    <a:lumMod val="95000"/>
                    <a:lumOff val="5000"/>
                  </a:schemeClr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네트워크 보안 </a:t>
            </a:r>
          </a:p>
        </p:txBody>
      </p:sp>
      <p:sp>
        <p:nvSpPr>
          <p:cNvPr id="43" name="직사각형 42"/>
          <p:cNvSpPr/>
          <p:nvPr/>
        </p:nvSpPr>
        <p:spPr>
          <a:xfrm>
            <a:off x="4354196" y="3745332"/>
            <a:ext cx="657892" cy="360548"/>
          </a:xfrm>
          <a:prstGeom prst="rect">
            <a:avLst/>
          </a:prstGeom>
        </p:spPr>
        <p:txBody>
          <a:bodyPr wrap="square" lIns="0" tIns="0" rIns="0" bIns="0" anchor="ctr" anchorCtr="0">
            <a:spAutoFit/>
          </a:bodyPr>
          <a:lstStyle/>
          <a:p>
            <a:pPr algn="ctr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1300" spc="-150" dirty="0" smtClean="0">
                <a:latin typeface="Rix고딕 B" pitchFamily="18" charset="-127"/>
                <a:ea typeface="Rix고딕 B" pitchFamily="18" charset="-127"/>
              </a:rPr>
              <a:t>관리적</a:t>
            </a:r>
            <a:endParaRPr kumimoji="1" lang="en-US" altLang="ko-KR" sz="1300" spc="-150" dirty="0" smtClean="0">
              <a:latin typeface="Rix고딕 B" pitchFamily="18" charset="-127"/>
              <a:ea typeface="Rix고딕 B" pitchFamily="18" charset="-127"/>
            </a:endParaRPr>
          </a:p>
          <a:p>
            <a:pPr algn="ctr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1300" spc="-150" dirty="0" smtClean="0">
                <a:latin typeface="Rix고딕 B" pitchFamily="18" charset="-127"/>
                <a:ea typeface="Rix고딕 B" pitchFamily="18" charset="-127"/>
              </a:rPr>
              <a:t>보안</a:t>
            </a:r>
            <a:endParaRPr kumimoji="1" lang="ko-KR" altLang="en-US" sz="1300" spc="-150" dirty="0">
              <a:latin typeface="Rix고딕 B" pitchFamily="18" charset="-127"/>
              <a:ea typeface="Rix고딕 B" pitchFamily="18" charset="-127"/>
            </a:endParaRPr>
          </a:p>
        </p:txBody>
      </p:sp>
      <p:sp>
        <p:nvSpPr>
          <p:cNvPr id="44" name="직사각형 43"/>
          <p:cNvSpPr/>
          <p:nvPr/>
        </p:nvSpPr>
        <p:spPr>
          <a:xfrm>
            <a:off x="5242749" y="3745332"/>
            <a:ext cx="657892" cy="360548"/>
          </a:xfrm>
          <a:prstGeom prst="rect">
            <a:avLst/>
          </a:prstGeom>
        </p:spPr>
        <p:txBody>
          <a:bodyPr wrap="square" lIns="0" tIns="0" rIns="0" bIns="0" anchor="ctr" anchorCtr="0">
            <a:spAutoFit/>
          </a:bodyPr>
          <a:lstStyle/>
          <a:p>
            <a:pPr algn="ctr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1300" spc="-150" dirty="0" smtClean="0">
                <a:latin typeface="Rix고딕 B" pitchFamily="18" charset="-127"/>
                <a:ea typeface="Rix고딕 B" pitchFamily="18" charset="-127"/>
              </a:rPr>
              <a:t>기술적</a:t>
            </a:r>
            <a:endParaRPr kumimoji="1" lang="en-US" altLang="ko-KR" sz="1300" spc="-150" dirty="0" smtClean="0">
              <a:latin typeface="Rix고딕 B" pitchFamily="18" charset="-127"/>
              <a:ea typeface="Rix고딕 B" pitchFamily="18" charset="-127"/>
            </a:endParaRPr>
          </a:p>
          <a:p>
            <a:pPr algn="ctr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1300" spc="-150" dirty="0" smtClean="0">
                <a:latin typeface="Rix고딕 B" pitchFamily="18" charset="-127"/>
                <a:ea typeface="Rix고딕 B" pitchFamily="18" charset="-127"/>
              </a:rPr>
              <a:t>보안</a:t>
            </a:r>
            <a:endParaRPr kumimoji="1" lang="ko-KR" altLang="en-US" sz="1300" spc="-150" dirty="0">
              <a:latin typeface="Rix고딕 B" pitchFamily="18" charset="-127"/>
              <a:ea typeface="Rix고딕 B" pitchFamily="18" charset="-127"/>
            </a:endParaRPr>
          </a:p>
        </p:txBody>
      </p:sp>
      <p:sp>
        <p:nvSpPr>
          <p:cNvPr id="45" name="직사각형 44"/>
          <p:cNvSpPr/>
          <p:nvPr/>
        </p:nvSpPr>
        <p:spPr>
          <a:xfrm>
            <a:off x="6154678" y="3745332"/>
            <a:ext cx="657892" cy="360548"/>
          </a:xfrm>
          <a:prstGeom prst="rect">
            <a:avLst/>
          </a:prstGeom>
        </p:spPr>
        <p:txBody>
          <a:bodyPr wrap="square" lIns="0" tIns="0" rIns="0" bIns="0" anchor="ctr" anchorCtr="0">
            <a:spAutoFit/>
          </a:bodyPr>
          <a:lstStyle/>
          <a:p>
            <a:pPr algn="ctr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1300" spc="-150" dirty="0">
                <a:latin typeface="Rix고딕 B" pitchFamily="18" charset="-127"/>
                <a:ea typeface="Rix고딕 B" pitchFamily="18" charset="-127"/>
              </a:rPr>
              <a:t>물리적</a:t>
            </a:r>
            <a:endParaRPr kumimoji="1" lang="en-US" altLang="ko-KR" sz="1300" spc="-150" dirty="0">
              <a:latin typeface="Rix고딕 B" pitchFamily="18" charset="-127"/>
              <a:ea typeface="Rix고딕 B" pitchFamily="18" charset="-127"/>
            </a:endParaRPr>
          </a:p>
          <a:p>
            <a:pPr algn="ctr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1300" spc="-150" dirty="0">
                <a:latin typeface="Rix고딕 B" pitchFamily="18" charset="-127"/>
                <a:ea typeface="Rix고딕 B" pitchFamily="18" charset="-127"/>
              </a:rPr>
              <a:t>보안</a:t>
            </a:r>
          </a:p>
        </p:txBody>
      </p:sp>
      <p:cxnSp>
        <p:nvCxnSpPr>
          <p:cNvPr id="46" name="직선 연결선 45"/>
          <p:cNvCxnSpPr/>
          <p:nvPr/>
        </p:nvCxnSpPr>
        <p:spPr>
          <a:xfrm>
            <a:off x="5571695" y="4585018"/>
            <a:ext cx="0" cy="202882"/>
          </a:xfrm>
          <a:prstGeom prst="line">
            <a:avLst/>
          </a:prstGeom>
          <a:ln w="889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직선 연결선 46"/>
          <p:cNvCxnSpPr/>
          <p:nvPr/>
        </p:nvCxnSpPr>
        <p:spPr>
          <a:xfrm>
            <a:off x="5571695" y="4784725"/>
            <a:ext cx="148401" cy="0"/>
          </a:xfrm>
          <a:prstGeom prst="line">
            <a:avLst/>
          </a:prstGeom>
          <a:ln w="889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직선 연결선 47"/>
          <p:cNvCxnSpPr/>
          <p:nvPr/>
        </p:nvCxnSpPr>
        <p:spPr>
          <a:xfrm>
            <a:off x="6731000" y="3352800"/>
            <a:ext cx="375101" cy="0"/>
          </a:xfrm>
          <a:prstGeom prst="line">
            <a:avLst/>
          </a:prstGeom>
          <a:ln w="889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직선 연결선 48"/>
          <p:cNvCxnSpPr/>
          <p:nvPr/>
        </p:nvCxnSpPr>
        <p:spPr>
          <a:xfrm>
            <a:off x="2906131" y="3851275"/>
            <a:ext cx="1240419" cy="0"/>
          </a:xfrm>
          <a:prstGeom prst="line">
            <a:avLst/>
          </a:prstGeom>
          <a:ln w="889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0" name="그룹 49"/>
          <p:cNvGrpSpPr/>
          <p:nvPr/>
        </p:nvGrpSpPr>
        <p:grpSpPr>
          <a:xfrm>
            <a:off x="8041457" y="2132617"/>
            <a:ext cx="2550950" cy="3606893"/>
            <a:chOff x="8041457" y="2132617"/>
            <a:chExt cx="2550950" cy="3606893"/>
          </a:xfrm>
        </p:grpSpPr>
        <p:sp>
          <p:nvSpPr>
            <p:cNvPr id="51" name="줄무늬가 있는 오른쪽 화살표 50"/>
            <p:cNvSpPr/>
            <p:nvPr/>
          </p:nvSpPr>
          <p:spPr>
            <a:xfrm rot="10800000">
              <a:off x="8263947" y="2266000"/>
              <a:ext cx="2134549" cy="280177"/>
            </a:xfrm>
            <a:prstGeom prst="stripedRightArrow">
              <a:avLst>
                <a:gd name="adj1" fmla="val 44276"/>
                <a:gd name="adj2" fmla="val 60547"/>
              </a:avLst>
            </a:prstGeom>
            <a:gradFill>
              <a:gsLst>
                <a:gs pos="13000">
                  <a:schemeClr val="tx1">
                    <a:lumMod val="85000"/>
                    <a:lumOff val="15000"/>
                  </a:schemeClr>
                </a:gs>
                <a:gs pos="99000">
                  <a:schemeClr val="tx1">
                    <a:lumMod val="65000"/>
                    <a:lumOff val="35000"/>
                  </a:schemeClr>
                </a:gs>
              </a:gsLst>
              <a:lin ang="10800000" scaled="0"/>
            </a:gradFill>
            <a:ln>
              <a:noFill/>
            </a:ln>
            <a:effectLst/>
          </p:spPr>
          <p:style>
            <a:lnRef idx="1">
              <a:schemeClr val="accent4"/>
            </a:lnRef>
            <a:fillRef idx="3">
              <a:schemeClr val="accent4"/>
            </a:fillRef>
            <a:effectRef idx="2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587" dirty="0">
                <a:latin typeface="나눔고딕" pitchFamily="50" charset="-127"/>
                <a:ea typeface="나눔고딕" pitchFamily="50" charset="-127"/>
              </a:endParaRPr>
            </a:p>
          </p:txBody>
        </p:sp>
        <p:sp>
          <p:nvSpPr>
            <p:cNvPr id="52" name="줄무늬가 있는 오른쪽 화살표 51"/>
            <p:cNvSpPr/>
            <p:nvPr/>
          </p:nvSpPr>
          <p:spPr>
            <a:xfrm rot="10800000">
              <a:off x="8241681" y="5328159"/>
              <a:ext cx="2134549" cy="280177"/>
            </a:xfrm>
            <a:prstGeom prst="stripedRightArrow">
              <a:avLst>
                <a:gd name="adj1" fmla="val 44276"/>
                <a:gd name="adj2" fmla="val 60547"/>
              </a:avLst>
            </a:prstGeom>
            <a:gradFill>
              <a:gsLst>
                <a:gs pos="13000">
                  <a:schemeClr val="tx1">
                    <a:lumMod val="85000"/>
                    <a:lumOff val="15000"/>
                  </a:schemeClr>
                </a:gs>
                <a:gs pos="99000">
                  <a:schemeClr val="tx1">
                    <a:lumMod val="65000"/>
                    <a:lumOff val="35000"/>
                  </a:schemeClr>
                </a:gs>
              </a:gsLst>
              <a:lin ang="10800000" scaled="0"/>
            </a:gradFill>
            <a:ln>
              <a:noFill/>
            </a:ln>
            <a:effectLst/>
          </p:spPr>
          <p:style>
            <a:lnRef idx="1">
              <a:schemeClr val="accent4"/>
            </a:lnRef>
            <a:fillRef idx="3">
              <a:schemeClr val="accent4"/>
            </a:fillRef>
            <a:effectRef idx="2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587" dirty="0">
                <a:latin typeface="나눔고딕" pitchFamily="50" charset="-127"/>
                <a:ea typeface="나눔고딕" pitchFamily="50" charset="-127"/>
              </a:endParaRPr>
            </a:p>
          </p:txBody>
        </p:sp>
        <p:sp>
          <p:nvSpPr>
            <p:cNvPr id="53" name="텍스트 개체 틀 81"/>
            <p:cNvSpPr txBox="1">
              <a:spLocks/>
            </p:cNvSpPr>
            <p:nvPr/>
          </p:nvSpPr>
          <p:spPr bwMode="auto">
            <a:xfrm>
              <a:off x="8487982" y="2132617"/>
              <a:ext cx="1974775" cy="169277"/>
            </a:xfrm>
            <a:prstGeom prst="rect">
              <a:avLst/>
            </a:prstGeom>
            <a:noFill/>
          </p:spPr>
          <p:txBody>
            <a:bodyPr wrap="square" lIns="0" tIns="0" rIns="0" bIns="0" anchor="ctr" anchorCtr="0">
              <a:spAutoFit/>
            </a:bodyPr>
            <a:lstStyle>
              <a:defPPr>
                <a:defRPr lang="ko-KR"/>
              </a:defPPr>
              <a:lvl1pPr algn="just" eaLnBrk="1" latinLnBrk="0" hangingPunct="1">
                <a:lnSpc>
                  <a:spcPct val="130000"/>
                </a:lnSpc>
                <a:spcBef>
                  <a:spcPts val="100"/>
                </a:spcBef>
                <a:buClr>
                  <a:srgbClr val="0000FF"/>
                </a:buClr>
                <a:buFont typeface="Wingdings" pitchFamily="2" charset="2"/>
                <a:buNone/>
                <a:defRPr sz="1000" kern="1100" spc="-60">
                  <a:solidFill>
                    <a:srgbClr val="5F5F5F"/>
                  </a:solidFill>
                  <a:latin typeface="나눔고딕 Bold" pitchFamily="50" charset="-127"/>
                  <a:ea typeface="나눔고딕 Bold" pitchFamily="50" charset="-127"/>
                </a:defRPr>
              </a:lvl1pPr>
              <a:lvl2pPr marL="742950" indent="-285750" eaLnBrk="0" hangingPunct="0"/>
              <a:lvl3pPr marL="1143000" indent="-228600" eaLnBrk="0" hangingPunct="0"/>
              <a:lvl4pPr marL="1600200" indent="-228600" eaLnBrk="0" hangingPunct="0"/>
              <a:lvl5pPr marL="2057400" indent="-228600" eaLnBrk="0" hangingPunct="0"/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</a:lvl9pPr>
            </a:lstStyle>
            <a:p>
              <a:pPr algn="l" fontAlgn="auto">
                <a:lnSpc>
                  <a:spcPct val="100000"/>
                </a:lnSpc>
                <a:spcBef>
                  <a:spcPts val="0"/>
                </a:spcBef>
              </a:pPr>
              <a:r>
                <a:rPr lang="ko-KR" altLang="en-US" sz="1100" spc="-50" dirty="0">
                  <a:solidFill>
                    <a:schemeClr val="bg1"/>
                  </a:solidFill>
                  <a:latin typeface="Rix고딕 M" pitchFamily="18" charset="-127"/>
                  <a:ea typeface="Rix고딕 M" pitchFamily="18" charset="-127"/>
                </a:rPr>
                <a:t>제안사 보안정책 적용</a:t>
              </a:r>
            </a:p>
          </p:txBody>
        </p:sp>
        <p:sp>
          <p:nvSpPr>
            <p:cNvPr id="54" name="텍스트 개체 틀 81"/>
            <p:cNvSpPr txBox="1">
              <a:spLocks/>
            </p:cNvSpPr>
            <p:nvPr/>
          </p:nvSpPr>
          <p:spPr bwMode="auto">
            <a:xfrm>
              <a:off x="8465716" y="5570233"/>
              <a:ext cx="1974775" cy="169277"/>
            </a:xfrm>
            <a:prstGeom prst="rect">
              <a:avLst/>
            </a:prstGeom>
            <a:noFill/>
          </p:spPr>
          <p:txBody>
            <a:bodyPr wrap="square" lIns="0" tIns="0" rIns="0" bIns="0" anchor="ctr" anchorCtr="0">
              <a:spAutoFit/>
            </a:bodyPr>
            <a:lstStyle>
              <a:defPPr>
                <a:defRPr lang="ko-KR"/>
              </a:defPPr>
              <a:lvl1pPr algn="just" eaLnBrk="1" latinLnBrk="0" hangingPunct="1">
                <a:lnSpc>
                  <a:spcPct val="130000"/>
                </a:lnSpc>
                <a:spcBef>
                  <a:spcPts val="100"/>
                </a:spcBef>
                <a:buClr>
                  <a:srgbClr val="0000FF"/>
                </a:buClr>
                <a:buFont typeface="Wingdings" pitchFamily="2" charset="2"/>
                <a:buNone/>
                <a:defRPr sz="1000" kern="1100" spc="-60">
                  <a:solidFill>
                    <a:srgbClr val="5F5F5F"/>
                  </a:solidFill>
                  <a:latin typeface="나눔고딕 Bold" pitchFamily="50" charset="-127"/>
                  <a:ea typeface="나눔고딕 Bold" pitchFamily="50" charset="-127"/>
                </a:defRPr>
              </a:lvl1pPr>
              <a:lvl2pPr marL="742950" indent="-285750" eaLnBrk="0" hangingPunct="0"/>
              <a:lvl3pPr marL="1143000" indent="-228600" eaLnBrk="0" hangingPunct="0"/>
              <a:lvl4pPr marL="1600200" indent="-228600" eaLnBrk="0" hangingPunct="0"/>
              <a:lvl5pPr marL="2057400" indent="-228600" eaLnBrk="0" hangingPunct="0"/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</a:lvl9pPr>
            </a:lstStyle>
            <a:p>
              <a:pPr algn="l" fontAlgn="auto">
                <a:lnSpc>
                  <a:spcPct val="100000"/>
                </a:lnSpc>
                <a:spcBef>
                  <a:spcPts val="0"/>
                </a:spcBef>
              </a:pPr>
              <a:r>
                <a:rPr lang="ko-KR" altLang="en-US" sz="1100" spc="-50" dirty="0">
                  <a:solidFill>
                    <a:schemeClr val="bg1"/>
                  </a:solidFill>
                  <a:latin typeface="Rix고딕 M" pitchFamily="18" charset="-127"/>
                  <a:ea typeface="Rix고딕 M" pitchFamily="18" charset="-127"/>
                </a:rPr>
                <a:t>보안관리자 보안점검 확인</a:t>
              </a: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8755648" y="4127922"/>
              <a:ext cx="1261485" cy="682465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 smtClean="0"/>
            </a:p>
          </p:txBody>
        </p:sp>
        <p:grpSp>
          <p:nvGrpSpPr>
            <p:cNvPr id="56" name="그룹 55"/>
            <p:cNvGrpSpPr/>
            <p:nvPr/>
          </p:nvGrpSpPr>
          <p:grpSpPr>
            <a:xfrm>
              <a:off x="8487982" y="2640156"/>
              <a:ext cx="1768391" cy="1768391"/>
              <a:chOff x="8487982" y="3154243"/>
              <a:chExt cx="1768391" cy="1768391"/>
            </a:xfrm>
          </p:grpSpPr>
          <p:sp>
            <p:nvSpPr>
              <p:cNvPr id="59" name="타원 58"/>
              <p:cNvSpPr/>
              <p:nvPr/>
            </p:nvSpPr>
            <p:spPr>
              <a:xfrm>
                <a:off x="8850290" y="3499982"/>
                <a:ext cx="1060344" cy="1060344"/>
              </a:xfrm>
              <a:prstGeom prst="ellipse">
                <a:avLst/>
              </a:prstGeom>
              <a:gradFill>
                <a:gsLst>
                  <a:gs pos="0">
                    <a:schemeClr val="bg1">
                      <a:alpha val="0"/>
                    </a:schemeClr>
                  </a:gs>
                  <a:gs pos="50000">
                    <a:schemeClr val="bg1">
                      <a:lumMod val="85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10800000" scaled="0"/>
              </a:gra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33000"/>
                  </a:prstClr>
                </a:outerShdw>
              </a:effectLst>
              <a:scene3d>
                <a:camera prst="orthographicFront"/>
                <a:lightRig rig="threePt" dir="t"/>
              </a:scene3d>
              <a:sp3d>
                <a:bevelT w="69850" h="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587" dirty="0">
                  <a:solidFill>
                    <a:schemeClr val="tx1"/>
                  </a:solidFill>
                  <a:latin typeface="나눔고딕" pitchFamily="50" charset="-127"/>
                  <a:ea typeface="나눔고딕" pitchFamily="50" charset="-127"/>
                </a:endParaRPr>
              </a:p>
            </p:txBody>
          </p:sp>
          <p:sp>
            <p:nvSpPr>
              <p:cNvPr id="60" name="도넛 59"/>
              <p:cNvSpPr/>
              <p:nvPr/>
            </p:nvSpPr>
            <p:spPr>
              <a:xfrm>
                <a:off x="8487982" y="3154243"/>
                <a:ext cx="1768391" cy="1768391"/>
              </a:xfrm>
              <a:prstGeom prst="donut">
                <a:avLst>
                  <a:gd name="adj" fmla="val 18023"/>
                </a:avLst>
              </a:prstGeom>
              <a:solidFill>
                <a:srgbClr val="1B91C1"/>
              </a:solidFill>
              <a:ln>
                <a:noFill/>
              </a:ln>
              <a:effectLst/>
              <a:scene3d>
                <a:camera prst="orthographicFront"/>
                <a:lightRig rig="threePt" dir="t"/>
              </a:scene3d>
              <a:sp3d>
                <a:bevelT w="317500" h="8255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587" dirty="0">
                  <a:solidFill>
                    <a:schemeClr val="tx1"/>
                  </a:solidFill>
                  <a:latin typeface="나눔고딕" pitchFamily="50" charset="-127"/>
                  <a:ea typeface="나눔고딕" pitchFamily="50" charset="-127"/>
                </a:endParaRPr>
              </a:p>
            </p:txBody>
          </p:sp>
          <p:pic>
            <p:nvPicPr>
              <p:cNvPr id="61" name="그림 60" descr="29.png"/>
              <p:cNvPicPr>
                <a:picLocks noChangeAspect="1"/>
              </p:cNvPicPr>
              <p:nvPr/>
            </p:nvPicPr>
            <p:blipFill>
              <a:blip r:embed="rId5" cstate="print"/>
              <a:srcRect l="40832" t="16982" r="31010" b="14442"/>
              <a:stretch>
                <a:fillRect/>
              </a:stretch>
            </p:blipFill>
            <p:spPr>
              <a:xfrm>
                <a:off x="8971705" y="3275552"/>
                <a:ext cx="1007328" cy="1265016"/>
              </a:xfrm>
              <a:prstGeom prst="rect">
                <a:avLst/>
              </a:prstGeom>
            </p:spPr>
          </p:pic>
          <p:sp>
            <p:nvSpPr>
              <p:cNvPr id="62" name="TextBox 61"/>
              <p:cNvSpPr txBox="1"/>
              <p:nvPr/>
            </p:nvSpPr>
            <p:spPr>
              <a:xfrm>
                <a:off x="8996754" y="3961575"/>
                <a:ext cx="624402" cy="526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ko-KR" altLang="en-US" sz="1411" spc="-132" dirty="0" smtClean="0">
                    <a:solidFill>
                      <a:srgbClr val="C00000"/>
                    </a:solidFill>
                    <a:latin typeface="Rix고딕 M" pitchFamily="18" charset="-127"/>
                    <a:ea typeface="Rix고딕 M" pitchFamily="18" charset="-127"/>
                  </a:rPr>
                  <a:t>정보</a:t>
                </a:r>
                <a:endParaRPr lang="en-US" altLang="ko-KR" sz="1411" spc="-132" dirty="0" smtClean="0">
                  <a:solidFill>
                    <a:srgbClr val="C00000"/>
                  </a:solidFill>
                  <a:latin typeface="Rix고딕 M" pitchFamily="18" charset="-127"/>
                  <a:ea typeface="Rix고딕 M" pitchFamily="18" charset="-127"/>
                </a:endParaRPr>
              </a:p>
              <a:p>
                <a:pPr algn="ctr"/>
                <a:r>
                  <a:rPr lang="ko-KR" altLang="en-US" sz="1411" spc="-132" dirty="0" smtClean="0">
                    <a:solidFill>
                      <a:srgbClr val="C00000"/>
                    </a:solidFill>
                    <a:latin typeface="Rix고딕 M" pitchFamily="18" charset="-127"/>
                    <a:ea typeface="Rix고딕 M" pitchFamily="18" charset="-127"/>
                  </a:rPr>
                  <a:t>담당자</a:t>
                </a:r>
                <a:endParaRPr lang="en-US" altLang="ko-KR" sz="1411" spc="-132" dirty="0">
                  <a:solidFill>
                    <a:srgbClr val="C00000"/>
                  </a:solidFill>
                  <a:latin typeface="Rix고딕 M" pitchFamily="18" charset="-127"/>
                  <a:ea typeface="Rix고딕 M" pitchFamily="18" charset="-127"/>
                </a:endParaRPr>
              </a:p>
            </p:txBody>
          </p:sp>
        </p:grpSp>
        <p:sp>
          <p:nvSpPr>
            <p:cNvPr id="57" name="직사각형 56"/>
            <p:cNvSpPr/>
            <p:nvPr/>
          </p:nvSpPr>
          <p:spPr>
            <a:xfrm>
              <a:off x="8041457" y="4844961"/>
              <a:ext cx="2550950" cy="24622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t" anchorCtr="0">
              <a:spAutoFit/>
            </a:bodyPr>
            <a:lstStyle/>
            <a:p>
              <a:pPr marL="108000" indent="-108000" latinLnBrk="0">
                <a:spcBef>
                  <a:spcPts val="200"/>
                </a:spcBef>
                <a:buFont typeface="Arial" panose="020B0604020202020204" pitchFamily="34" charset="0"/>
                <a:buChar char="•"/>
              </a:pPr>
              <a:r>
                <a:rPr lang="ko-KR" altLang="en-US" sz="1300" spc="-80" dirty="0" smtClean="0">
                  <a:solidFill>
                    <a:schemeClr val="tx1"/>
                  </a:solidFill>
                  <a:latin typeface="Rix모던고딕 M" panose="02020603020101020101" pitchFamily="18" charset="-127"/>
                  <a:ea typeface="Rix모던고딕 M" panose="02020603020101020101" pitchFamily="18" charset="-127"/>
                </a:rPr>
                <a:t>점검결과 취약점 개선 후 </a:t>
              </a:r>
              <a:r>
                <a:rPr lang="ko-KR" altLang="en-US" sz="1600" spc="-80" dirty="0" smtClean="0">
                  <a:solidFill>
                    <a:srgbClr val="C00000"/>
                  </a:solidFill>
                  <a:latin typeface="Rix고딕 B" pitchFamily="18" charset="-127"/>
                  <a:ea typeface="Rix고딕 B" pitchFamily="18" charset="-127"/>
                </a:rPr>
                <a:t>재점검</a:t>
              </a:r>
              <a:r>
                <a:rPr lang="ko-KR" altLang="en-US" sz="1300" spc="-80" dirty="0" smtClean="0">
                  <a:solidFill>
                    <a:schemeClr val="tx1"/>
                  </a:solidFill>
                  <a:latin typeface="Rix모던고딕 M" panose="02020603020101020101" pitchFamily="18" charset="-127"/>
                  <a:ea typeface="Rix모던고딕 M" panose="02020603020101020101" pitchFamily="18" charset="-127"/>
                </a:rPr>
                <a:t> 실시</a:t>
              </a:r>
              <a:endParaRPr lang="ko-KR" altLang="en-US" sz="1300" spc="-80" dirty="0">
                <a:solidFill>
                  <a:schemeClr val="tx1"/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endParaRPr>
            </a:p>
          </p:txBody>
        </p:sp>
        <p:sp>
          <p:nvSpPr>
            <p:cNvPr id="58" name="직사각형 57"/>
            <p:cNvSpPr/>
            <p:nvPr/>
          </p:nvSpPr>
          <p:spPr>
            <a:xfrm>
              <a:off x="8774036" y="4475550"/>
              <a:ext cx="1224049" cy="249940"/>
            </a:xfrm>
            <a:prstGeom prst="rect">
              <a:avLst/>
            </a:prstGeom>
          </p:spPr>
          <p:txBody>
            <a:bodyPr wrap="square" lIns="0" tIns="0" rIns="0" bIns="0" anchor="ctr" anchorCtr="0">
              <a:spAutoFit/>
            </a:bodyPr>
            <a:lstStyle/>
            <a:p>
              <a:pPr algn="ctr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1" lang="ko-KR" altLang="en-US" sz="1800" spc="-150" dirty="0" smtClean="0">
                  <a:solidFill>
                    <a:schemeClr val="bg1"/>
                  </a:solidFill>
                  <a:latin typeface="Rix고딕 B" pitchFamily="18" charset="-127"/>
                  <a:ea typeface="Rix고딕 B" pitchFamily="18" charset="-127"/>
                </a:rPr>
                <a:t>불시점검</a:t>
              </a:r>
              <a:endParaRPr kumimoji="1" lang="ko-KR" altLang="en-US" sz="1800" spc="-150" dirty="0">
                <a:solidFill>
                  <a:schemeClr val="bg1"/>
                </a:solidFill>
                <a:latin typeface="Rix고딕 B" pitchFamily="18" charset="-127"/>
                <a:ea typeface="Rix고딕 B" pitchFamily="18" charset="-127"/>
              </a:endParaRPr>
            </a:p>
          </p:txBody>
        </p:sp>
      </p:grpSp>
      <p:cxnSp>
        <p:nvCxnSpPr>
          <p:cNvPr id="63" name="직선 연결선 62"/>
          <p:cNvCxnSpPr/>
          <p:nvPr/>
        </p:nvCxnSpPr>
        <p:spPr>
          <a:xfrm>
            <a:off x="3191462" y="1662851"/>
            <a:ext cx="0" cy="930231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직선 연결선 63"/>
          <p:cNvCxnSpPr/>
          <p:nvPr/>
        </p:nvCxnSpPr>
        <p:spPr>
          <a:xfrm>
            <a:off x="3191462" y="5236294"/>
            <a:ext cx="0" cy="930231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5" name="Picture 113" descr="ti122d6026 [Converted]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6483" b="77438"/>
          <a:stretch>
            <a:fillRect/>
          </a:stretch>
        </p:blipFill>
        <p:spPr bwMode="auto">
          <a:xfrm>
            <a:off x="2085489" y="1956248"/>
            <a:ext cx="393439" cy="359062"/>
          </a:xfrm>
          <a:prstGeom prst="rect">
            <a:avLst/>
          </a:prstGeom>
          <a:noFill/>
          <a:ln>
            <a:noFill/>
          </a:ln>
          <a:effectLst>
            <a:outerShdw dist="28398" dir="3806097" algn="ctr" rotWithShape="0">
              <a:srgbClr val="808080">
                <a:alpha val="5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6" name="Picture 128" descr="ti122d6026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637" t="39151" r="38446" b="38287"/>
          <a:stretch>
            <a:fillRect/>
          </a:stretch>
        </p:blipFill>
        <p:spPr bwMode="auto">
          <a:xfrm>
            <a:off x="2040973" y="5508205"/>
            <a:ext cx="418905" cy="3921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4" name="제목 1"/>
          <p:cNvSpPr txBox="1">
            <a:spLocks/>
          </p:cNvSpPr>
          <p:nvPr/>
        </p:nvSpPr>
        <p:spPr>
          <a:xfrm>
            <a:off x="1152636" y="292199"/>
            <a:ext cx="3264463" cy="421098"/>
          </a:xfrm>
          <a:prstGeom prst="rect">
            <a:avLst/>
          </a:prstGeom>
        </p:spPr>
        <p:txBody>
          <a:bodyPr lIns="96487" tIns="48244" rIns="96487" bIns="48244"/>
          <a:lstStyle>
            <a:lvl1pPr algn="l" defTabSz="995690" rtl="0" eaLnBrk="1" latinLnBrk="1" hangingPunct="1">
              <a:spcBef>
                <a:spcPct val="0"/>
              </a:spcBef>
              <a:buNone/>
              <a:defRPr sz="3500" kern="1200">
                <a:solidFill>
                  <a:schemeClr val="tx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+mj-cs"/>
              </a:defRPr>
            </a:lvl1pPr>
          </a:lstStyle>
          <a:p>
            <a:r>
              <a:rPr lang="en-US" altLang="ko-KR" sz="1900" spc="-96" dirty="0">
                <a:solidFill>
                  <a:schemeClr val="tx2">
                    <a:lumMod val="50000"/>
                  </a:schemeClr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4. </a:t>
            </a:r>
            <a:r>
              <a:rPr lang="ko-KR" altLang="en-US" sz="1900" spc="-96" dirty="0">
                <a:solidFill>
                  <a:schemeClr val="tx2">
                    <a:lumMod val="50000"/>
                  </a:schemeClr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보안관리</a:t>
            </a:r>
          </a:p>
        </p:txBody>
      </p:sp>
      <p:grpSp>
        <p:nvGrpSpPr>
          <p:cNvPr id="75" name="그룹 74"/>
          <p:cNvGrpSpPr/>
          <p:nvPr/>
        </p:nvGrpSpPr>
        <p:grpSpPr>
          <a:xfrm>
            <a:off x="0" y="868564"/>
            <a:ext cx="10693400" cy="498994"/>
            <a:chOff x="0" y="778175"/>
            <a:chExt cx="11518770" cy="498994"/>
          </a:xfrm>
        </p:grpSpPr>
        <p:sp>
          <p:nvSpPr>
            <p:cNvPr id="76" name="직사각형 75"/>
            <p:cNvSpPr/>
            <p:nvPr/>
          </p:nvSpPr>
          <p:spPr>
            <a:xfrm>
              <a:off x="0" y="778175"/>
              <a:ext cx="11518770" cy="49899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2700" cap="rnd" cmpd="sng">
              <a:noFill/>
              <a:prstDash val="solid"/>
              <a:headEnd type="none" w="lg" len="med"/>
              <a:tailEnd type="none" w="lg" len="med"/>
            </a:ln>
            <a:effectLst/>
          </p:spPr>
          <p:style>
            <a:lnRef idx="1">
              <a:schemeClr val="accent5"/>
            </a:lnRef>
            <a:fillRef idx="3">
              <a:schemeClr val="accent5"/>
            </a:fillRef>
            <a:effectRef idx="2">
              <a:schemeClr val="accent5"/>
            </a:effectRef>
            <a:fontRef idx="minor">
              <a:schemeClr val="lt1"/>
            </a:fontRef>
          </p:style>
          <p:txBody>
            <a:bodyPr wrap="none" lIns="99569" tIns="172873" rIns="99569" bIns="49785"/>
            <a:lstStyle/>
            <a:p>
              <a:pPr algn="ctr" latinLnBrk="0"/>
              <a:endParaRPr lang="ko-KR" altLang="en-US" sz="1700" b="1" dirty="0">
                <a:gradFill>
                  <a:gsLst>
                    <a:gs pos="0">
                      <a:prstClr val="white"/>
                    </a:gs>
                    <a:gs pos="100000">
                      <a:prstClr val="white"/>
                    </a:gs>
                  </a:gsLst>
                  <a:lin ang="5400000" scaled="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고도 B" panose="02000503000000020004" pitchFamily="2" charset="-127"/>
                <a:ea typeface="고도 B" panose="02000503000000020004" pitchFamily="2" charset="-127"/>
              </a:endParaRPr>
            </a:p>
          </p:txBody>
        </p:sp>
        <p:sp>
          <p:nvSpPr>
            <p:cNvPr id="77" name="TextBox 76"/>
            <p:cNvSpPr txBox="1"/>
            <p:nvPr/>
          </p:nvSpPr>
          <p:spPr>
            <a:xfrm>
              <a:off x="433816" y="840817"/>
              <a:ext cx="1179357" cy="369332"/>
            </a:xfrm>
            <a:prstGeom prst="rect">
              <a:avLst/>
            </a:prstGeom>
            <a:noFill/>
            <a:ln w="6350">
              <a:noFill/>
            </a:ln>
            <a:effectLst/>
            <a:scene3d>
              <a:camera prst="orthographicFront"/>
              <a:lightRig rig="threePt" dir="t"/>
            </a:scene3d>
            <a:sp3d>
              <a:bevelT w="0" h="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 anchorCtr="0">
              <a:spAutoFit/>
              <a:sp3d>
                <a:bevelT w="0" h="0"/>
                <a:contourClr>
                  <a:schemeClr val="bg1"/>
                </a:contourClr>
              </a:sp3d>
            </a:bodyPr>
            <a:lstStyle>
              <a:defPPr>
                <a:defRPr lang="ko-KR"/>
              </a:defPPr>
              <a:lvl1pPr lvl="0" indent="0" defTabSz="801639" latinLnBrk="0">
                <a:lnSpc>
                  <a:spcPct val="100000"/>
                </a:lnSpc>
                <a:spcBef>
                  <a:spcPts val="88"/>
                </a:spcBef>
                <a:spcAft>
                  <a:spcPts val="88"/>
                </a:spcAft>
                <a:defRPr sz="2400" spc="0">
                  <a:ln>
                    <a:solidFill>
                      <a:prstClr val="white">
                        <a:alpha val="10000"/>
                      </a:prstClr>
                    </a:solidFill>
                  </a:ln>
                  <a:solidFill>
                    <a:prstClr val="white"/>
                  </a:solidFill>
                  <a:effectLst/>
                  <a:latin typeface="나눔고딕 ExtraBold" panose="020D0904000000000000" pitchFamily="50" charset="-127"/>
                  <a:ea typeface="나눔고딕 ExtraBold" panose="020D0904000000000000" pitchFamily="50" charset="-127"/>
                </a:defRPr>
              </a:lvl1pPr>
            </a:lstStyle>
            <a:p>
              <a:r>
                <a:rPr lang="ko-KR" altLang="en-US" spc="-150" dirty="0">
                  <a:solidFill>
                    <a:schemeClr val="tx1"/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</a:rPr>
                <a:t>상시 보안</a:t>
              </a:r>
            </a:p>
          </p:txBody>
        </p:sp>
        <p:sp>
          <p:nvSpPr>
            <p:cNvPr id="78" name="직사각형 77"/>
            <p:cNvSpPr/>
            <p:nvPr/>
          </p:nvSpPr>
          <p:spPr>
            <a:xfrm>
              <a:off x="1803737" y="817281"/>
              <a:ext cx="9414066" cy="380168"/>
            </a:xfrm>
            <a:prstGeom prst="rect">
              <a:avLst/>
            </a:prstGeom>
          </p:spPr>
          <p:txBody>
            <a:bodyPr/>
            <a:lstStyle/>
            <a:p>
              <a:pPr marL="0" lvl="1">
                <a:spcBef>
                  <a:spcPct val="0"/>
                </a:spcBef>
              </a:pPr>
              <a:r>
                <a:rPr lang="ko-KR" altLang="en-US" spc="-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</a:rPr>
                <a:t>고객 정보 외부 유출 원천 차단으로 군 정보자산의 신뢰성을 확보하겠습니다</a:t>
              </a:r>
              <a:r>
                <a:rPr lang="en-US" altLang="ko-KR" spc="-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</a:rPr>
                <a:t>.</a:t>
              </a:r>
            </a:p>
          </p:txBody>
        </p:sp>
        <p:cxnSp>
          <p:nvCxnSpPr>
            <p:cNvPr id="79" name="직선 연결선 78"/>
            <p:cNvCxnSpPr/>
            <p:nvPr/>
          </p:nvCxnSpPr>
          <p:spPr>
            <a:xfrm>
              <a:off x="1767596" y="851717"/>
              <a:ext cx="0" cy="315104"/>
            </a:xfrm>
            <a:prstGeom prst="line">
              <a:avLst/>
            </a:prstGeom>
            <a:ln w="38100">
              <a:solidFill>
                <a:srgbClr val="1B91C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3685347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타원 187"/>
          <p:cNvSpPr/>
          <p:nvPr/>
        </p:nvSpPr>
        <p:spPr>
          <a:xfrm>
            <a:off x="5692344" y="3612826"/>
            <a:ext cx="1076307" cy="1077890"/>
          </a:xfrm>
          <a:prstGeom prst="ellipse">
            <a:avLst/>
          </a:prstGeom>
          <a:solidFill>
            <a:schemeClr val="bg1">
              <a:lumMod val="95000"/>
            </a:schemeClr>
          </a:solidFill>
          <a:ln w="825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dirty="0"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189" name="타원 188"/>
          <p:cNvSpPr/>
          <p:nvPr/>
        </p:nvSpPr>
        <p:spPr>
          <a:xfrm>
            <a:off x="7267067" y="3612826"/>
            <a:ext cx="1076307" cy="1077890"/>
          </a:xfrm>
          <a:prstGeom prst="ellipse">
            <a:avLst/>
          </a:prstGeom>
          <a:solidFill>
            <a:schemeClr val="bg1">
              <a:lumMod val="95000"/>
            </a:schemeClr>
          </a:solidFill>
          <a:ln w="825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dirty="0"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190" name="타원 189"/>
          <p:cNvSpPr/>
          <p:nvPr/>
        </p:nvSpPr>
        <p:spPr>
          <a:xfrm>
            <a:off x="8841791" y="3612826"/>
            <a:ext cx="1076307" cy="1077890"/>
          </a:xfrm>
          <a:prstGeom prst="ellipse">
            <a:avLst/>
          </a:prstGeom>
          <a:solidFill>
            <a:schemeClr val="bg1">
              <a:lumMod val="95000"/>
            </a:schemeClr>
          </a:solidFill>
          <a:ln w="825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dirty="0"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191" name="직사각형 190"/>
          <p:cNvSpPr/>
          <p:nvPr/>
        </p:nvSpPr>
        <p:spPr>
          <a:xfrm>
            <a:off x="5470286" y="1715870"/>
            <a:ext cx="4649022" cy="5325010"/>
          </a:xfrm>
          <a:prstGeom prst="rect">
            <a:avLst/>
          </a:prstGeom>
          <a:noFill/>
          <a:ln w="12700">
            <a:solidFill>
              <a:schemeClr val="bg1">
                <a:lumMod val="6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9569" tIns="49785" rIns="99569" bIns="49785" rtlCol="0" anchor="ctr"/>
          <a:lstStyle/>
          <a:p>
            <a:pPr algn="ctr" defTabSz="1043079" latinLnBrk="0">
              <a:lnSpc>
                <a:spcPct val="110000"/>
              </a:lnSpc>
            </a:pPr>
            <a:endParaRPr lang="ko-KR" altLang="en-US" sz="1600" dirty="0">
              <a:gradFill>
                <a:gsLst>
                  <a:gs pos="0">
                    <a:prstClr val="white"/>
                  </a:gs>
                  <a:gs pos="100000">
                    <a:prstClr val="white"/>
                  </a:gs>
                </a:gsLst>
                <a:lin ang="5400000" scaled="0"/>
              </a:gradFill>
              <a:latin typeface="Yoon 윤고딕 550_TT" panose="02090603020101020101" pitchFamily="18" charset="-127"/>
              <a:ea typeface="Yoon 윤고딕 550_TT" panose="02090603020101020101" pitchFamily="18" charset="-127"/>
            </a:endParaRPr>
          </a:p>
        </p:txBody>
      </p:sp>
      <p:sp>
        <p:nvSpPr>
          <p:cNvPr id="197" name="직사각형 196"/>
          <p:cNvSpPr/>
          <p:nvPr/>
        </p:nvSpPr>
        <p:spPr bwMode="auto">
          <a:xfrm>
            <a:off x="5468258" y="1510155"/>
            <a:ext cx="4655505" cy="413021"/>
          </a:xfrm>
          <a:prstGeom prst="rect">
            <a:avLst/>
          </a:prstGeom>
          <a:pattFill prst="ltUpDiag">
            <a:fgClr>
              <a:srgbClr val="0563A3"/>
            </a:fgClr>
            <a:bgClr>
              <a:schemeClr val="tx2">
                <a:lumMod val="50000"/>
              </a:schemeClr>
            </a:bgClr>
          </a:pattFill>
          <a:ln w="12700">
            <a:noFill/>
          </a:ln>
          <a:effectLst>
            <a:innerShdw blurRad="101600">
              <a:schemeClr val="tx1">
                <a:lumMod val="85000"/>
                <a:lumOff val="15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800" spc="-128" dirty="0">
                <a:solidFill>
                  <a:prstClr val="white"/>
                </a:solidFill>
                <a:latin typeface="Rix고딕 B" panose="02020603020101020101" pitchFamily="18" charset="-127"/>
                <a:ea typeface="Rix고딕 B" panose="02020603020101020101" pitchFamily="18" charset="-127"/>
                <a:sym typeface="Monotype Sorts" pitchFamily="2" charset="2"/>
              </a:rPr>
              <a:t>안정적 운영을 위한 지원</a:t>
            </a:r>
          </a:p>
        </p:txBody>
      </p:sp>
      <p:sp>
        <p:nvSpPr>
          <p:cNvPr id="198" name="대각선 방향의 모서리가 둥근 사각형 197"/>
          <p:cNvSpPr/>
          <p:nvPr/>
        </p:nvSpPr>
        <p:spPr>
          <a:xfrm>
            <a:off x="5486376" y="2094127"/>
            <a:ext cx="4632192" cy="1289065"/>
          </a:xfrm>
          <a:prstGeom prst="round2DiagRect">
            <a:avLst>
              <a:gd name="adj1" fmla="val 0"/>
              <a:gd name="adj2" fmla="val 0"/>
            </a:avLst>
          </a:prstGeom>
          <a:gradFill>
            <a:gsLst>
              <a:gs pos="0">
                <a:schemeClr val="bg1">
                  <a:lumMod val="85000"/>
                  <a:alpha val="0"/>
                </a:schemeClr>
              </a:gs>
              <a:gs pos="75000">
                <a:schemeClr val="bg1"/>
              </a:gs>
              <a:gs pos="27000">
                <a:schemeClr val="bg1"/>
              </a:gs>
              <a:gs pos="100000">
                <a:schemeClr val="bg1">
                  <a:lumMod val="85000"/>
                  <a:alpha val="0"/>
                </a:schemeClr>
              </a:gs>
            </a:gsLst>
            <a:lin ang="0" scaled="0"/>
          </a:gradFill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anchor="ctr" anchorCtr="0">
            <a:noAutofit/>
          </a:bodyPr>
          <a:lstStyle/>
          <a:p>
            <a:pPr algn="ctr" latinLnBrk="0">
              <a:buSzPct val="135000"/>
            </a:pPr>
            <a:endParaRPr lang="ko-KR" altLang="en-US" sz="1500" kern="0" spc="-197" dirty="0">
              <a:solidFill>
                <a:schemeClr val="bg1"/>
              </a:solidFill>
              <a:latin typeface="Rix정고딕 M" pitchFamily="18" charset="-127"/>
              <a:ea typeface="Rix정고딕 M" pitchFamily="18" charset="-127"/>
            </a:endParaRPr>
          </a:p>
        </p:txBody>
      </p:sp>
      <p:sp>
        <p:nvSpPr>
          <p:cNvPr id="199" name="직사각형 198"/>
          <p:cNvSpPr/>
          <p:nvPr/>
        </p:nvSpPr>
        <p:spPr>
          <a:xfrm>
            <a:off x="595100" y="1715870"/>
            <a:ext cx="4649022" cy="5325010"/>
          </a:xfrm>
          <a:prstGeom prst="rect">
            <a:avLst/>
          </a:prstGeom>
          <a:noFill/>
          <a:ln w="12700">
            <a:solidFill>
              <a:schemeClr val="bg1">
                <a:lumMod val="6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9569" tIns="49785" rIns="99569" bIns="49785" rtlCol="0" anchor="ctr"/>
          <a:lstStyle/>
          <a:p>
            <a:pPr algn="ctr" defTabSz="1043079" latinLnBrk="0">
              <a:lnSpc>
                <a:spcPct val="110000"/>
              </a:lnSpc>
            </a:pPr>
            <a:endParaRPr lang="ko-KR" altLang="en-US" sz="1600" dirty="0">
              <a:gradFill>
                <a:gsLst>
                  <a:gs pos="0">
                    <a:prstClr val="white"/>
                  </a:gs>
                  <a:gs pos="100000">
                    <a:prstClr val="white"/>
                  </a:gs>
                </a:gsLst>
                <a:lin ang="5400000" scaled="0"/>
              </a:gradFill>
              <a:latin typeface="Yoon 윤고딕 550_TT" panose="02090603020101020101" pitchFamily="18" charset="-127"/>
              <a:ea typeface="Yoon 윤고딕 550_TT" panose="02090603020101020101" pitchFamily="18" charset="-127"/>
            </a:endParaRPr>
          </a:p>
        </p:txBody>
      </p:sp>
      <p:sp>
        <p:nvSpPr>
          <p:cNvPr id="200" name="직사각형 199"/>
          <p:cNvSpPr/>
          <p:nvPr/>
        </p:nvSpPr>
        <p:spPr bwMode="auto">
          <a:xfrm>
            <a:off x="588617" y="1510155"/>
            <a:ext cx="4655505" cy="413021"/>
          </a:xfrm>
          <a:prstGeom prst="rect">
            <a:avLst/>
          </a:prstGeom>
          <a:pattFill prst="ltUpDiag">
            <a:fgClr>
              <a:srgbClr val="0563A3"/>
            </a:fgClr>
            <a:bgClr>
              <a:schemeClr val="tx2">
                <a:lumMod val="50000"/>
              </a:schemeClr>
            </a:bgClr>
          </a:pattFill>
          <a:ln w="12700">
            <a:noFill/>
          </a:ln>
          <a:effectLst>
            <a:innerShdw blurRad="101600">
              <a:schemeClr val="tx1">
                <a:lumMod val="85000"/>
                <a:lumOff val="15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800" spc="-128" dirty="0">
                <a:solidFill>
                  <a:prstClr val="white"/>
                </a:solidFill>
                <a:latin typeface="Rix고딕 B" panose="02020603020101020101" pitchFamily="18" charset="-127"/>
                <a:ea typeface="Rix고딕 B" panose="02020603020101020101" pitchFamily="18" charset="-127"/>
                <a:sym typeface="Monotype Sorts" pitchFamily="2" charset="2"/>
              </a:rPr>
              <a:t>운영능력 배양을 위한 교육체계</a:t>
            </a:r>
          </a:p>
        </p:txBody>
      </p:sp>
      <p:sp>
        <p:nvSpPr>
          <p:cNvPr id="201" name="직사각형 200"/>
          <p:cNvSpPr/>
          <p:nvPr/>
        </p:nvSpPr>
        <p:spPr>
          <a:xfrm>
            <a:off x="754734" y="2362463"/>
            <a:ext cx="2105432" cy="838746"/>
          </a:xfrm>
          <a:prstGeom prst="rect">
            <a:avLst/>
          </a:prstGeom>
          <a:noFill/>
          <a:ln w="12700">
            <a:solidFill>
              <a:schemeClr val="bg1">
                <a:lumMod val="6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9569" tIns="49785" rIns="99569" bIns="49785" rtlCol="0" anchor="ctr"/>
          <a:lstStyle/>
          <a:p>
            <a:pPr lvl="1"/>
            <a:endParaRPr lang="ko-KR" altLang="en-US" dirty="0">
              <a:sym typeface="Monotype Sorts" pitchFamily="2" charset="2"/>
            </a:endParaRPr>
          </a:p>
        </p:txBody>
      </p:sp>
      <p:sp>
        <p:nvSpPr>
          <p:cNvPr id="221" name="직사각형 220"/>
          <p:cNvSpPr/>
          <p:nvPr/>
        </p:nvSpPr>
        <p:spPr>
          <a:xfrm>
            <a:off x="754734" y="2074462"/>
            <a:ext cx="2105432" cy="288001"/>
          </a:xfrm>
          <a:prstGeom prst="rect">
            <a:avLst/>
          </a:prstGeom>
          <a:pattFill prst="ltUpDiag">
            <a:fgClr>
              <a:schemeClr val="tx1">
                <a:lumMod val="65000"/>
                <a:lumOff val="35000"/>
              </a:schemeClr>
            </a:fgClr>
            <a:bgClr>
              <a:schemeClr val="tx1">
                <a:lumMod val="75000"/>
                <a:lumOff val="25000"/>
              </a:schemeClr>
            </a:bgClr>
          </a:patt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9569" tIns="49785" rIns="99569" bIns="49785" rtlCol="0" anchor="ctr"/>
          <a:lstStyle/>
          <a:p>
            <a:pPr lvl="0" algn="ctr">
              <a:defRPr/>
            </a:pPr>
            <a:r>
              <a:rPr lang="ko-KR" altLang="en-US" sz="1500" spc="-128" dirty="0">
                <a:solidFill>
                  <a:prstClr val="white"/>
                </a:solidFill>
                <a:latin typeface="Rix고딕 B" panose="02020603020101020101" pitchFamily="18" charset="-127"/>
                <a:ea typeface="Rix고딕 B" panose="02020603020101020101" pitchFamily="18" charset="-127"/>
              </a:rPr>
              <a:t>교육방법</a:t>
            </a:r>
            <a:endParaRPr lang="en-US" altLang="ko-KR" sz="1500" spc="-128" dirty="0">
              <a:solidFill>
                <a:prstClr val="white"/>
              </a:solidFill>
              <a:latin typeface="Rix고딕 B" panose="02020603020101020101" pitchFamily="18" charset="-127"/>
              <a:ea typeface="Rix고딕 B" panose="02020603020101020101" pitchFamily="18" charset="-127"/>
            </a:endParaRPr>
          </a:p>
        </p:txBody>
      </p:sp>
      <p:sp>
        <p:nvSpPr>
          <p:cNvPr id="222" name="직사각형 221"/>
          <p:cNvSpPr/>
          <p:nvPr/>
        </p:nvSpPr>
        <p:spPr>
          <a:xfrm>
            <a:off x="2974181" y="2362463"/>
            <a:ext cx="2105432" cy="838746"/>
          </a:xfrm>
          <a:prstGeom prst="rect">
            <a:avLst/>
          </a:prstGeom>
          <a:noFill/>
          <a:ln w="12700">
            <a:solidFill>
              <a:schemeClr val="bg1">
                <a:lumMod val="6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9569" tIns="49785" rIns="99569" bIns="49785" rtlCol="0" anchor="ctr"/>
          <a:lstStyle/>
          <a:p>
            <a:pPr lvl="1"/>
            <a:endParaRPr lang="ko-KR" altLang="en-US" dirty="0">
              <a:sym typeface="Monotype Sorts" pitchFamily="2" charset="2"/>
            </a:endParaRPr>
          </a:p>
        </p:txBody>
      </p:sp>
      <p:sp>
        <p:nvSpPr>
          <p:cNvPr id="223" name="직사각형 222"/>
          <p:cNvSpPr/>
          <p:nvPr/>
        </p:nvSpPr>
        <p:spPr>
          <a:xfrm>
            <a:off x="2974181" y="2074462"/>
            <a:ext cx="2105432" cy="288001"/>
          </a:xfrm>
          <a:prstGeom prst="rect">
            <a:avLst/>
          </a:prstGeom>
          <a:pattFill prst="ltUpDiag">
            <a:fgClr>
              <a:schemeClr val="tx1">
                <a:lumMod val="65000"/>
                <a:lumOff val="35000"/>
              </a:schemeClr>
            </a:fgClr>
            <a:bgClr>
              <a:schemeClr val="tx1">
                <a:lumMod val="75000"/>
                <a:lumOff val="25000"/>
              </a:schemeClr>
            </a:bgClr>
          </a:patt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9569" tIns="49785" rIns="99569" bIns="49785" rtlCol="0" anchor="ctr"/>
          <a:lstStyle/>
          <a:p>
            <a:pPr lvl="0" algn="ctr">
              <a:defRPr/>
            </a:pPr>
            <a:r>
              <a:rPr lang="ko-KR" altLang="en-US" sz="1500" spc="-128" dirty="0">
                <a:solidFill>
                  <a:prstClr val="white"/>
                </a:solidFill>
                <a:latin typeface="Rix고딕 B" panose="02020603020101020101" pitchFamily="18" charset="-127"/>
                <a:ea typeface="Rix고딕 B" panose="02020603020101020101" pitchFamily="18" charset="-127"/>
              </a:rPr>
              <a:t>교육내용</a:t>
            </a:r>
          </a:p>
        </p:txBody>
      </p:sp>
      <p:sp>
        <p:nvSpPr>
          <p:cNvPr id="224" name="직사각형 223"/>
          <p:cNvSpPr/>
          <p:nvPr/>
        </p:nvSpPr>
        <p:spPr>
          <a:xfrm>
            <a:off x="807779" y="2475165"/>
            <a:ext cx="2000850" cy="61031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 anchorCtr="0">
            <a:spAutoFit/>
          </a:bodyPr>
          <a:lstStyle/>
          <a:p>
            <a:pPr marL="106664" lvl="1" indent="-106664" defTabSz="903091" latinLnBrk="0">
              <a:spcAft>
                <a:spcPts val="197"/>
              </a:spcAft>
              <a:buClr>
                <a:srgbClr val="4BACC6">
                  <a:lumMod val="50000"/>
                </a:srgbClr>
              </a:buClr>
              <a:buFont typeface="Arial" panose="020B0604020202020204" pitchFamily="34" charset="0"/>
              <a:buChar char="•"/>
              <a:defRPr/>
            </a:pPr>
            <a:r>
              <a:rPr lang="ko-KR" altLang="en-US" sz="1200" spc="-99" dirty="0">
                <a:solidFill>
                  <a:schemeClr val="tx1"/>
                </a:solidFill>
                <a:latin typeface="Rix고딕 M" panose="02020603020101020101" pitchFamily="18" charset="-127"/>
                <a:ea typeface="Rix고딕 M" panose="02020603020101020101" pitchFamily="18" charset="-127"/>
                <a:sym typeface="Monotype Sorts" pitchFamily="2" charset="2"/>
              </a:rPr>
              <a:t>현장</a:t>
            </a:r>
            <a:r>
              <a:rPr lang="en-US" altLang="ko-KR" sz="1200" spc="-99" dirty="0">
                <a:solidFill>
                  <a:schemeClr val="tx1"/>
                </a:solidFill>
                <a:latin typeface="Rix고딕 M" panose="02020603020101020101" pitchFamily="18" charset="-127"/>
                <a:ea typeface="Rix고딕 M" panose="02020603020101020101" pitchFamily="18" charset="-127"/>
                <a:sym typeface="Monotype Sorts" pitchFamily="2" charset="2"/>
              </a:rPr>
              <a:t>(</a:t>
            </a:r>
            <a:r>
              <a:rPr lang="ko-KR" altLang="en-US" sz="1200" spc="-99" dirty="0">
                <a:solidFill>
                  <a:schemeClr val="tx1"/>
                </a:solidFill>
                <a:latin typeface="Rix고딕 M" panose="02020603020101020101" pitchFamily="18" charset="-127"/>
                <a:ea typeface="Rix고딕 M" panose="02020603020101020101" pitchFamily="18" charset="-127"/>
                <a:sym typeface="Monotype Sorts" pitchFamily="2" charset="2"/>
              </a:rPr>
              <a:t>설치</a:t>
            </a:r>
            <a:r>
              <a:rPr lang="en-US" altLang="ko-KR" sz="1200" spc="-99" dirty="0">
                <a:solidFill>
                  <a:schemeClr val="tx1"/>
                </a:solidFill>
                <a:latin typeface="Rix고딕 M" panose="02020603020101020101" pitchFamily="18" charset="-127"/>
                <a:ea typeface="Rix고딕 M" panose="02020603020101020101" pitchFamily="18" charset="-127"/>
                <a:sym typeface="Monotype Sorts" pitchFamily="2" charset="2"/>
              </a:rPr>
              <a:t>) </a:t>
            </a:r>
            <a:r>
              <a:rPr lang="ko-KR" altLang="en-US" sz="1200" spc="-99" dirty="0">
                <a:solidFill>
                  <a:schemeClr val="tx1"/>
                </a:solidFill>
                <a:latin typeface="Rix고딕 M" panose="02020603020101020101" pitchFamily="18" charset="-127"/>
                <a:ea typeface="Rix고딕 M" panose="02020603020101020101" pitchFamily="18" charset="-127"/>
                <a:sym typeface="Monotype Sorts" pitchFamily="2" charset="2"/>
              </a:rPr>
              <a:t>교육</a:t>
            </a:r>
          </a:p>
          <a:p>
            <a:pPr marL="106664" lvl="1" indent="-106664" defTabSz="903091" latinLnBrk="0">
              <a:spcAft>
                <a:spcPts val="197"/>
              </a:spcAft>
              <a:buClr>
                <a:srgbClr val="4BACC6">
                  <a:lumMod val="50000"/>
                </a:srgbClr>
              </a:buClr>
              <a:buFont typeface="Arial" panose="020B0604020202020204" pitchFamily="34" charset="0"/>
              <a:buChar char="•"/>
              <a:defRPr/>
            </a:pPr>
            <a:r>
              <a:rPr lang="ko-KR" altLang="en-US" sz="1200" spc="-99" dirty="0">
                <a:solidFill>
                  <a:schemeClr val="tx1"/>
                </a:solidFill>
                <a:latin typeface="Rix고딕 M" panose="02020603020101020101" pitchFamily="18" charset="-127"/>
                <a:ea typeface="Rix고딕 M" panose="02020603020101020101" pitchFamily="18" charset="-127"/>
                <a:sym typeface="Monotype Sorts" pitchFamily="2" charset="2"/>
              </a:rPr>
              <a:t>집합 교육</a:t>
            </a:r>
          </a:p>
          <a:p>
            <a:pPr marL="106664" lvl="1" indent="-106664" defTabSz="903091" latinLnBrk="0">
              <a:spcAft>
                <a:spcPts val="197"/>
              </a:spcAft>
              <a:buClr>
                <a:srgbClr val="4BACC6">
                  <a:lumMod val="50000"/>
                </a:srgbClr>
              </a:buClr>
              <a:buFont typeface="Arial" panose="020B0604020202020204" pitchFamily="34" charset="0"/>
              <a:buChar char="•"/>
              <a:defRPr/>
            </a:pPr>
            <a:r>
              <a:rPr lang="en-US" altLang="ko-KR" sz="1200" spc="-99" dirty="0">
                <a:solidFill>
                  <a:schemeClr val="tx1"/>
                </a:solidFill>
                <a:latin typeface="Rix고딕 M" panose="02020603020101020101" pitchFamily="18" charset="-127"/>
                <a:ea typeface="Rix고딕 M" panose="02020603020101020101" pitchFamily="18" charset="-127"/>
                <a:sym typeface="Monotype Sorts" pitchFamily="2" charset="2"/>
              </a:rPr>
              <a:t>1:1 </a:t>
            </a:r>
            <a:r>
              <a:rPr lang="ko-KR" altLang="en-US" sz="1200" spc="-99" dirty="0">
                <a:solidFill>
                  <a:schemeClr val="tx1"/>
                </a:solidFill>
                <a:latin typeface="Rix고딕 M" panose="02020603020101020101" pitchFamily="18" charset="-127"/>
                <a:ea typeface="Rix고딕 M" panose="02020603020101020101" pitchFamily="18" charset="-127"/>
                <a:sym typeface="Monotype Sorts" pitchFamily="2" charset="2"/>
              </a:rPr>
              <a:t>교육</a:t>
            </a:r>
          </a:p>
        </p:txBody>
      </p:sp>
      <p:sp>
        <p:nvSpPr>
          <p:cNvPr id="225" name="직사각형 224"/>
          <p:cNvSpPr/>
          <p:nvPr/>
        </p:nvSpPr>
        <p:spPr>
          <a:xfrm>
            <a:off x="3020136" y="2475165"/>
            <a:ext cx="2000850" cy="61031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 anchorCtr="0">
            <a:spAutoFit/>
          </a:bodyPr>
          <a:lstStyle/>
          <a:p>
            <a:pPr marL="106664" lvl="1" indent="-106664" defTabSz="903091" latinLnBrk="0">
              <a:spcAft>
                <a:spcPts val="197"/>
              </a:spcAft>
              <a:buClr>
                <a:srgbClr val="4BACC6">
                  <a:lumMod val="50000"/>
                </a:srgbClr>
              </a:buClr>
              <a:buFont typeface="Arial" panose="020B0604020202020204" pitchFamily="34" charset="0"/>
              <a:buChar char="•"/>
              <a:defRPr/>
            </a:pPr>
            <a:r>
              <a:rPr lang="en-US" altLang="ko-KR" sz="1200" spc="-99" dirty="0">
                <a:solidFill>
                  <a:schemeClr val="tx1"/>
                </a:solidFill>
                <a:latin typeface="Rix고딕 M" panose="02020603020101020101" pitchFamily="18" charset="-127"/>
                <a:ea typeface="Rix고딕 M" panose="02020603020101020101" pitchFamily="18" charset="-127"/>
                <a:sym typeface="Monotype Sorts" pitchFamily="2" charset="2"/>
              </a:rPr>
              <a:t>H/W, S/W </a:t>
            </a:r>
            <a:r>
              <a:rPr lang="ko-KR" altLang="en-US" sz="1200" spc="-99" dirty="0">
                <a:solidFill>
                  <a:schemeClr val="tx1"/>
                </a:solidFill>
                <a:latin typeface="Rix고딕 M" panose="02020603020101020101" pitchFamily="18" charset="-127"/>
                <a:ea typeface="Rix고딕 M" panose="02020603020101020101" pitchFamily="18" charset="-127"/>
                <a:sym typeface="Monotype Sorts" pitchFamily="2" charset="2"/>
              </a:rPr>
              <a:t>운영</a:t>
            </a:r>
          </a:p>
          <a:p>
            <a:pPr marL="106664" lvl="1" indent="-106664" defTabSz="903091" latinLnBrk="0">
              <a:spcAft>
                <a:spcPts val="197"/>
              </a:spcAft>
              <a:buClr>
                <a:srgbClr val="4BACC6">
                  <a:lumMod val="50000"/>
                </a:srgbClr>
              </a:buClr>
              <a:buFont typeface="Arial" panose="020B0604020202020204" pitchFamily="34" charset="0"/>
              <a:buChar char="•"/>
              <a:defRPr/>
            </a:pPr>
            <a:r>
              <a:rPr lang="ko-KR" altLang="en-US" sz="1200" spc="-99" dirty="0">
                <a:solidFill>
                  <a:schemeClr val="tx1"/>
                </a:solidFill>
                <a:latin typeface="Rix고딕 M" panose="02020603020101020101" pitchFamily="18" charset="-127"/>
                <a:ea typeface="Rix고딕 M" panose="02020603020101020101" pitchFamily="18" charset="-127"/>
                <a:sym typeface="Monotype Sorts" pitchFamily="2" charset="2"/>
              </a:rPr>
              <a:t>장애 및 대처 방안</a:t>
            </a:r>
          </a:p>
          <a:p>
            <a:pPr marL="106664" lvl="1" indent="-106664" defTabSz="903091" latinLnBrk="0">
              <a:spcAft>
                <a:spcPts val="197"/>
              </a:spcAft>
              <a:buClr>
                <a:srgbClr val="4BACC6">
                  <a:lumMod val="50000"/>
                </a:srgbClr>
              </a:buClr>
              <a:buFont typeface="Arial" panose="020B0604020202020204" pitchFamily="34" charset="0"/>
              <a:buChar char="•"/>
              <a:defRPr/>
            </a:pPr>
            <a:r>
              <a:rPr lang="en-US" altLang="ko-KR" sz="1200" spc="-99" dirty="0">
                <a:solidFill>
                  <a:schemeClr val="tx1"/>
                </a:solidFill>
                <a:latin typeface="Rix고딕 M" panose="02020603020101020101" pitchFamily="18" charset="-127"/>
                <a:ea typeface="Rix고딕 M" panose="02020603020101020101" pitchFamily="18" charset="-127"/>
                <a:sym typeface="Monotype Sorts" pitchFamily="2" charset="2"/>
              </a:rPr>
              <a:t>IT </a:t>
            </a:r>
            <a:r>
              <a:rPr lang="ko-KR" altLang="en-US" sz="1200" spc="-99" dirty="0">
                <a:solidFill>
                  <a:schemeClr val="tx1"/>
                </a:solidFill>
                <a:latin typeface="Rix고딕 M" panose="02020603020101020101" pitchFamily="18" charset="-127"/>
                <a:ea typeface="Rix고딕 M" panose="02020603020101020101" pitchFamily="18" charset="-127"/>
                <a:sym typeface="Monotype Sorts" pitchFamily="2" charset="2"/>
              </a:rPr>
              <a:t>신기술</a:t>
            </a:r>
          </a:p>
        </p:txBody>
      </p:sp>
      <p:sp>
        <p:nvSpPr>
          <p:cNvPr id="226" name="TextBox 225"/>
          <p:cNvSpPr txBox="1"/>
          <p:nvPr/>
        </p:nvSpPr>
        <p:spPr>
          <a:xfrm>
            <a:off x="915591" y="3438609"/>
            <a:ext cx="842797" cy="331375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99569" tIns="49785" rIns="99569" bIns="49785" rtlCol="0">
            <a:spAutoFit/>
            <a:scene3d>
              <a:camera prst="orthographicFront"/>
              <a:lightRig rig="threePt" dir="t"/>
            </a:scene3d>
            <a:sp3d extrusionH="12700" contourW="38100">
              <a:bevelT w="6350"/>
              <a:contourClr>
                <a:schemeClr val="bg1"/>
              </a:contourClr>
            </a:sp3d>
          </a:bodyPr>
          <a:lstStyle>
            <a:defPPr>
              <a:defRPr lang="ko-KR"/>
            </a:defPPr>
            <a:lvl1pPr algn="ctr">
              <a:defRPr sz="1600" spc="-80">
                <a:solidFill>
                  <a:schemeClr val="bg1"/>
                </a:solidFill>
                <a:effectLst>
                  <a:glow rad="63500">
                    <a:schemeClr val="tx1">
                      <a:lumMod val="75000"/>
                      <a:lumOff val="25000"/>
                    </a:schemeClr>
                  </a:glow>
                </a:effectLst>
                <a:latin typeface="Rix고딕 B" panose="02020603020101020101" pitchFamily="18" charset="-127"/>
                <a:ea typeface="Rix고딕 B" panose="02020603020101020101" pitchFamily="18" charset="-127"/>
              </a:defRPr>
            </a:lvl1pPr>
          </a:lstStyle>
          <a:p>
            <a:pPr algn="l"/>
            <a:r>
              <a:rPr lang="ko-KR" altLang="en-US" sz="1500" spc="-99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</a:rPr>
              <a:t>교육훈련</a:t>
            </a:r>
          </a:p>
        </p:txBody>
      </p:sp>
      <p:pic>
        <p:nvPicPr>
          <p:cNvPr id="227" name="Picture 2" descr="G:\work\지에프티GFT\이상호부장님\제안서\마스터\제안서마스터-07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2721" y="3490540"/>
            <a:ext cx="174204" cy="2380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8" name="직사각형 227"/>
          <p:cNvSpPr/>
          <p:nvPr/>
        </p:nvSpPr>
        <p:spPr>
          <a:xfrm>
            <a:off x="838977" y="3771961"/>
            <a:ext cx="3456303" cy="2784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 anchorCtr="0">
            <a:noAutofit/>
            <a:scene3d>
              <a:camera prst="orthographicFront"/>
              <a:lightRig rig="threePt" dir="t"/>
            </a:scene3d>
            <a:sp3d>
              <a:bevelT w="0"/>
            </a:sp3d>
          </a:bodyPr>
          <a:lstStyle/>
          <a:p>
            <a:pPr eaLnBrk="0" latinLnBrk="0" hangingPunct="0">
              <a:spcBef>
                <a:spcPts val="494"/>
              </a:spcBef>
              <a:buClr>
                <a:schemeClr val="bg1"/>
              </a:buClr>
              <a:buSzPct val="130000"/>
            </a:pPr>
            <a:endParaRPr kumimoji="1" lang="en-US" altLang="ko-KR" sz="1400" dirty="0">
              <a:latin typeface="Rix고딕 M" pitchFamily="18" charset="-127"/>
              <a:ea typeface="Rix고딕 M" pitchFamily="18" charset="-127"/>
            </a:endParaRPr>
          </a:p>
          <a:p>
            <a:pPr marL="359042" lvl="1" indent="-186576" defTabSz="1313872" latinLnBrk="0">
              <a:buClr>
                <a:srgbClr val="0083CE"/>
              </a:buClr>
              <a:buSzPct val="80000"/>
              <a:buFont typeface="Wingdings 2" pitchFamily="18" charset="2"/>
              <a:buChar char=""/>
              <a:tabLst>
                <a:tab pos="705540" algn="l"/>
              </a:tabLst>
              <a:defRPr/>
            </a:pPr>
            <a:r>
              <a:rPr lang="ko-KR" altLang="en-US" sz="1400" kern="0" spc="-49" dirty="0">
                <a:latin typeface="Rix고딕 M" pitchFamily="18" charset="-127"/>
                <a:ea typeface="Rix고딕 M" pitchFamily="18" charset="-127"/>
              </a:rPr>
              <a:t>제품별 맞춤형 교육과정을 통한 전문능력 향상</a:t>
            </a:r>
          </a:p>
          <a:p>
            <a:pPr marL="172465" lvl="1" defTabSz="1313872" latinLnBrk="0">
              <a:spcBef>
                <a:spcPts val="494"/>
              </a:spcBef>
              <a:buClr>
                <a:srgbClr val="0083CE"/>
              </a:buClr>
              <a:buSzPct val="80000"/>
              <a:tabLst>
                <a:tab pos="705540" algn="l"/>
              </a:tabLst>
              <a:defRPr/>
            </a:pPr>
            <a:endParaRPr lang="ko-KR" altLang="en-US" sz="1400" kern="0" dirty="0">
              <a:latin typeface="Rix고딕 M" pitchFamily="18" charset="-127"/>
              <a:ea typeface="Rix고딕 M" pitchFamily="18" charset="-127"/>
            </a:endParaRPr>
          </a:p>
        </p:txBody>
      </p:sp>
      <p:graphicFrame>
        <p:nvGraphicFramePr>
          <p:cNvPr id="229" name="Group 8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0344654"/>
              </p:ext>
            </p:extLst>
          </p:nvPr>
        </p:nvGraphicFramePr>
        <p:xfrm>
          <a:off x="719141" y="4109696"/>
          <a:ext cx="4393674" cy="2816884"/>
        </p:xfrm>
        <a:graphic>
          <a:graphicData uri="http://schemas.openxmlformats.org/drawingml/2006/table">
            <a:tbl>
              <a:tblPr/>
              <a:tblGrid>
                <a:gridCol w="4633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39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059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20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845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74428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1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Rix고딕 B" pitchFamily="18" charset="-127"/>
                          <a:ea typeface="Rix고딕 B" pitchFamily="18" charset="-127"/>
                          <a:cs typeface="+mn-cs"/>
                        </a:rPr>
                        <a:t>구분</a:t>
                      </a:r>
                      <a:endParaRPr kumimoji="1" lang="en-US" altLang="ko-KR" sz="11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Rix고딕 B" pitchFamily="18" charset="-127"/>
                        <a:ea typeface="Rix고딕 B" pitchFamily="18" charset="-127"/>
                        <a:cs typeface="+mn-cs"/>
                      </a:endParaRPr>
                    </a:p>
                  </a:txBody>
                  <a:tcPr marL="38862" marR="38862" marT="39692" marB="39692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pattFill prst="ltUpDiag">
                      <a:fgClr>
                        <a:schemeClr val="accent1">
                          <a:lumMod val="75000"/>
                        </a:schemeClr>
                      </a:fgClr>
                      <a:bgClr>
                        <a:schemeClr val="accent5">
                          <a:lumMod val="75000"/>
                        </a:schemeClr>
                      </a:bgClr>
                    </a:patt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1001908" rtl="0" eaLnBrk="0" fontAlgn="ctr" latinLnBrk="0" hangingPunct="0">
                        <a:lnSpc>
                          <a:spcPct val="100000"/>
                        </a:lnSpc>
                        <a:spcBef>
                          <a:spcPts val="24"/>
                        </a:spcBef>
                        <a:spcAft>
                          <a:spcPts val="0"/>
                        </a:spcAft>
                        <a:buClr>
                          <a:srgbClr val="969696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lang="en-US" altLang="ko-KR" sz="1100" kern="1200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-윤고딕340" pitchFamily="18" charset="-127"/>
                        <a:ea typeface="-윤고딕340" pitchFamily="18" charset="-127"/>
                        <a:cs typeface="Arial" pitchFamily="34" charset="0"/>
                      </a:endParaRPr>
                    </a:p>
                  </a:txBody>
                  <a:tcPr marL="72000" marR="72000" marT="36000" marB="36000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1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Rix고딕 B" pitchFamily="18" charset="-127"/>
                          <a:ea typeface="Rix고딕 B" pitchFamily="18" charset="-127"/>
                          <a:cs typeface="+mn-cs"/>
                        </a:rPr>
                        <a:t>내용</a:t>
                      </a:r>
                      <a:endParaRPr kumimoji="1" lang="en-US" altLang="ko-KR" sz="11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Rix고딕 B" pitchFamily="18" charset="-127"/>
                        <a:ea typeface="Rix고딕 B" pitchFamily="18" charset="-127"/>
                        <a:cs typeface="+mn-cs"/>
                      </a:endParaRPr>
                    </a:p>
                  </a:txBody>
                  <a:tcPr marL="38862" marR="38862" marT="39692" marB="39692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pattFill prst="ltUpDiag">
                      <a:fgClr>
                        <a:schemeClr val="accent1">
                          <a:lumMod val="75000"/>
                        </a:schemeClr>
                      </a:fgClr>
                      <a:bgClr>
                        <a:schemeClr val="accent5">
                          <a:lumMod val="75000"/>
                        </a:schemeClr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1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Rix고딕 B" pitchFamily="18" charset="-127"/>
                          <a:ea typeface="Rix고딕 B" pitchFamily="18" charset="-127"/>
                          <a:cs typeface="+mn-cs"/>
                        </a:rPr>
                        <a:t>교육대상</a:t>
                      </a:r>
                      <a:endParaRPr kumimoji="1" lang="en-US" altLang="ko-KR" sz="11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Rix고딕 B" pitchFamily="18" charset="-127"/>
                        <a:ea typeface="Rix고딕 B" pitchFamily="18" charset="-127"/>
                        <a:cs typeface="+mn-cs"/>
                      </a:endParaRPr>
                    </a:p>
                  </a:txBody>
                  <a:tcPr marL="38862" marR="38862" marT="39692" marB="39692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pattFill prst="ltUpDiag">
                      <a:fgClr>
                        <a:schemeClr val="accent1">
                          <a:lumMod val="75000"/>
                        </a:schemeClr>
                      </a:fgClr>
                      <a:bgClr>
                        <a:schemeClr val="accent5">
                          <a:lumMod val="75000"/>
                        </a:schemeClr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1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Rix고딕 B" pitchFamily="18" charset="-127"/>
                          <a:ea typeface="Rix고딕 B" pitchFamily="18" charset="-127"/>
                          <a:cs typeface="+mn-cs"/>
                        </a:rPr>
                        <a:t>교육시간</a:t>
                      </a:r>
                      <a:endParaRPr kumimoji="1" lang="en-US" altLang="ko-KR" sz="11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Rix고딕 B" pitchFamily="18" charset="-127"/>
                        <a:ea typeface="Rix고딕 B" pitchFamily="18" charset="-127"/>
                        <a:cs typeface="+mn-cs"/>
                      </a:endParaRPr>
                    </a:p>
                  </a:txBody>
                  <a:tcPr marL="38862" marR="38862" marT="39692" marB="39692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pattFill prst="ltUpDiag">
                      <a:fgClr>
                        <a:schemeClr val="accent1">
                          <a:lumMod val="75000"/>
                        </a:schemeClr>
                      </a:fgClr>
                      <a:bgClr>
                        <a:schemeClr val="accent5">
                          <a:lumMod val="75000"/>
                        </a:schemeClr>
                      </a:bgClr>
                    </a:patt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7807">
                <a:tc rowSpan="8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24"/>
                        </a:spcBef>
                        <a:spcAft>
                          <a:spcPts val="0"/>
                        </a:spcAft>
                        <a:buClr>
                          <a:srgbClr val="969696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100" b="0" kern="0" spc="0" baseline="0" dirty="0" smtClean="0">
                          <a:ln>
                            <a:solidFill>
                              <a:sysClr val="windowText" lastClr="000000">
                                <a:lumMod val="65000"/>
                                <a:lumOff val="35000"/>
                                <a:alpha val="10000"/>
                              </a:sysClr>
                            </a:solidFill>
                          </a:ln>
                          <a:solidFill>
                            <a:schemeClr val="tx1"/>
                          </a:solidFill>
                          <a:latin typeface="Rix고딕 M" pitchFamily="18" charset="-127"/>
                          <a:ea typeface="Rix고딕 M" pitchFamily="18" charset="-127"/>
                          <a:cs typeface="+mn-cs"/>
                        </a:rPr>
                        <a:t>전</a:t>
                      </a:r>
                      <a:endParaRPr kumimoji="1" lang="en-US" altLang="ko-KR" sz="1100" b="0" kern="0" spc="0" baseline="0" dirty="0" smtClean="0">
                        <a:ln>
                          <a:solidFill>
                            <a:sysClr val="windowText" lastClr="000000">
                              <a:lumMod val="65000"/>
                              <a:lumOff val="35000"/>
                              <a:alpha val="10000"/>
                            </a:sysClr>
                          </a:solidFill>
                        </a:ln>
                        <a:solidFill>
                          <a:schemeClr val="tx1"/>
                        </a:solidFill>
                        <a:latin typeface="Rix고딕 M" pitchFamily="18" charset="-127"/>
                        <a:ea typeface="Rix고딕 M" pitchFamily="18" charset="-127"/>
                        <a:cs typeface="+mn-cs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24"/>
                        </a:spcBef>
                        <a:spcAft>
                          <a:spcPts val="0"/>
                        </a:spcAft>
                        <a:buClr>
                          <a:srgbClr val="969696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100" b="0" kern="0" spc="0" baseline="0" dirty="0" smtClean="0">
                          <a:ln>
                            <a:solidFill>
                              <a:sysClr val="windowText" lastClr="000000">
                                <a:lumMod val="65000"/>
                                <a:lumOff val="35000"/>
                                <a:alpha val="10000"/>
                              </a:sysClr>
                            </a:solidFill>
                          </a:ln>
                          <a:solidFill>
                            <a:schemeClr val="tx1"/>
                          </a:solidFill>
                          <a:latin typeface="Rix고딕 M" pitchFamily="18" charset="-127"/>
                          <a:ea typeface="Rix고딕 M" pitchFamily="18" charset="-127"/>
                          <a:cs typeface="+mn-cs"/>
                        </a:rPr>
                        <a:t>문</a:t>
                      </a:r>
                      <a:endParaRPr kumimoji="1" lang="en-US" altLang="ko-KR" sz="1100" b="0" kern="0" spc="0" baseline="0" dirty="0" smtClean="0">
                        <a:ln>
                          <a:solidFill>
                            <a:sysClr val="windowText" lastClr="000000">
                              <a:lumMod val="65000"/>
                              <a:lumOff val="35000"/>
                              <a:alpha val="10000"/>
                            </a:sysClr>
                          </a:solidFill>
                        </a:ln>
                        <a:solidFill>
                          <a:schemeClr val="tx1"/>
                        </a:solidFill>
                        <a:latin typeface="Rix고딕 M" pitchFamily="18" charset="-127"/>
                        <a:ea typeface="Rix고딕 M" pitchFamily="18" charset="-127"/>
                        <a:cs typeface="+mn-cs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24"/>
                        </a:spcBef>
                        <a:spcAft>
                          <a:spcPts val="0"/>
                        </a:spcAft>
                        <a:buClr>
                          <a:srgbClr val="969696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100" b="0" kern="0" spc="0" baseline="0" dirty="0" smtClean="0">
                          <a:ln>
                            <a:solidFill>
                              <a:sysClr val="windowText" lastClr="000000">
                                <a:lumMod val="65000"/>
                                <a:lumOff val="35000"/>
                                <a:alpha val="10000"/>
                              </a:sysClr>
                            </a:solidFill>
                          </a:ln>
                          <a:solidFill>
                            <a:schemeClr val="tx1"/>
                          </a:solidFill>
                          <a:latin typeface="Rix고딕 M" pitchFamily="18" charset="-127"/>
                          <a:ea typeface="Rix고딕 M" pitchFamily="18" charset="-127"/>
                          <a:cs typeface="+mn-cs"/>
                        </a:rPr>
                        <a:t>기</a:t>
                      </a:r>
                      <a:endParaRPr kumimoji="1" lang="en-US" altLang="ko-KR" sz="1100" b="0" kern="0" spc="0" baseline="0" dirty="0" smtClean="0">
                        <a:ln>
                          <a:solidFill>
                            <a:sysClr val="windowText" lastClr="000000">
                              <a:lumMod val="65000"/>
                              <a:lumOff val="35000"/>
                              <a:alpha val="10000"/>
                            </a:sysClr>
                          </a:solidFill>
                        </a:ln>
                        <a:solidFill>
                          <a:schemeClr val="tx1"/>
                        </a:solidFill>
                        <a:latin typeface="Rix고딕 M" pitchFamily="18" charset="-127"/>
                        <a:ea typeface="Rix고딕 M" pitchFamily="18" charset="-127"/>
                        <a:cs typeface="+mn-cs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24"/>
                        </a:spcBef>
                        <a:spcAft>
                          <a:spcPts val="0"/>
                        </a:spcAft>
                        <a:buClr>
                          <a:srgbClr val="969696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100" b="0" kern="0" spc="0" baseline="0" dirty="0" smtClean="0">
                          <a:ln>
                            <a:solidFill>
                              <a:sysClr val="windowText" lastClr="000000">
                                <a:lumMod val="65000"/>
                                <a:lumOff val="35000"/>
                                <a:alpha val="10000"/>
                              </a:sysClr>
                            </a:solidFill>
                          </a:ln>
                          <a:solidFill>
                            <a:schemeClr val="tx1"/>
                          </a:solidFill>
                          <a:latin typeface="Rix고딕 M" pitchFamily="18" charset="-127"/>
                          <a:ea typeface="Rix고딕 M" pitchFamily="18" charset="-127"/>
                          <a:cs typeface="+mn-cs"/>
                        </a:rPr>
                        <a:t>술</a:t>
                      </a:r>
                      <a:endParaRPr kumimoji="1" lang="en-US" altLang="ko-KR" sz="1100" b="0" kern="0" spc="0" baseline="0" dirty="0" smtClean="0">
                        <a:ln>
                          <a:solidFill>
                            <a:sysClr val="windowText" lastClr="000000">
                              <a:lumMod val="65000"/>
                              <a:lumOff val="35000"/>
                              <a:alpha val="10000"/>
                            </a:sysClr>
                          </a:solidFill>
                        </a:ln>
                        <a:solidFill>
                          <a:schemeClr val="tx1"/>
                        </a:solidFill>
                        <a:latin typeface="Rix고딕 M" pitchFamily="18" charset="-127"/>
                        <a:ea typeface="Rix고딕 M" pitchFamily="18" charset="-127"/>
                        <a:cs typeface="+mn-cs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24"/>
                        </a:spcBef>
                        <a:spcAft>
                          <a:spcPts val="0"/>
                        </a:spcAft>
                        <a:buClr>
                          <a:srgbClr val="969696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100" b="0" kern="0" spc="0" baseline="0" dirty="0" smtClean="0">
                          <a:ln>
                            <a:solidFill>
                              <a:sysClr val="windowText" lastClr="000000">
                                <a:lumMod val="65000"/>
                                <a:lumOff val="35000"/>
                                <a:alpha val="10000"/>
                              </a:sysClr>
                            </a:solidFill>
                          </a:ln>
                          <a:solidFill>
                            <a:schemeClr val="tx1"/>
                          </a:solidFill>
                          <a:latin typeface="Rix고딕 M" pitchFamily="18" charset="-127"/>
                          <a:ea typeface="Rix고딕 M" pitchFamily="18" charset="-127"/>
                          <a:cs typeface="+mn-cs"/>
                        </a:rPr>
                        <a:t>교</a:t>
                      </a:r>
                      <a:endParaRPr kumimoji="1" lang="en-US" altLang="ko-KR" sz="1100" b="0" kern="0" spc="0" baseline="0" dirty="0" smtClean="0">
                        <a:ln>
                          <a:solidFill>
                            <a:sysClr val="windowText" lastClr="000000">
                              <a:lumMod val="65000"/>
                              <a:lumOff val="35000"/>
                              <a:alpha val="10000"/>
                            </a:sysClr>
                          </a:solidFill>
                        </a:ln>
                        <a:solidFill>
                          <a:schemeClr val="tx1"/>
                        </a:solidFill>
                        <a:latin typeface="Rix고딕 M" pitchFamily="18" charset="-127"/>
                        <a:ea typeface="Rix고딕 M" pitchFamily="18" charset="-127"/>
                        <a:cs typeface="+mn-cs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24"/>
                        </a:spcBef>
                        <a:spcAft>
                          <a:spcPts val="0"/>
                        </a:spcAft>
                        <a:buClr>
                          <a:srgbClr val="969696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100" b="0" kern="0" spc="0" baseline="0" dirty="0" smtClean="0">
                          <a:ln>
                            <a:solidFill>
                              <a:sysClr val="windowText" lastClr="000000">
                                <a:lumMod val="65000"/>
                                <a:lumOff val="35000"/>
                                <a:alpha val="10000"/>
                              </a:sysClr>
                            </a:solidFill>
                          </a:ln>
                          <a:solidFill>
                            <a:schemeClr val="tx1"/>
                          </a:solidFill>
                          <a:latin typeface="Rix고딕 M" pitchFamily="18" charset="-127"/>
                          <a:ea typeface="Rix고딕 M" pitchFamily="18" charset="-127"/>
                          <a:cs typeface="+mn-cs"/>
                        </a:rPr>
                        <a:t>육</a:t>
                      </a:r>
                      <a:endParaRPr kumimoji="1" lang="en-US" altLang="ko-KR" sz="1100" b="0" kern="0" spc="0" baseline="0" dirty="0" smtClean="0">
                        <a:ln>
                          <a:solidFill>
                            <a:sysClr val="windowText" lastClr="000000">
                              <a:lumMod val="65000"/>
                              <a:lumOff val="35000"/>
                              <a:alpha val="10000"/>
                            </a:sysClr>
                          </a:solidFill>
                        </a:ln>
                        <a:solidFill>
                          <a:schemeClr val="tx1"/>
                        </a:solidFill>
                        <a:latin typeface="Rix고딕 M" pitchFamily="18" charset="-127"/>
                        <a:ea typeface="Rix고딕 M" pitchFamily="18" charset="-127"/>
                        <a:cs typeface="+mn-cs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24"/>
                        </a:spcBef>
                        <a:spcAft>
                          <a:spcPts val="0"/>
                        </a:spcAft>
                        <a:buClr>
                          <a:srgbClr val="969696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100" b="0" kern="0" spc="0" baseline="0" dirty="0" smtClean="0">
                          <a:ln>
                            <a:solidFill>
                              <a:sysClr val="windowText" lastClr="000000">
                                <a:lumMod val="65000"/>
                                <a:lumOff val="35000"/>
                                <a:alpha val="10000"/>
                              </a:sysClr>
                            </a:solidFill>
                          </a:ln>
                          <a:solidFill>
                            <a:schemeClr val="tx1"/>
                          </a:solidFill>
                          <a:latin typeface="Rix고딕 M" pitchFamily="18" charset="-127"/>
                          <a:ea typeface="Rix고딕 M" pitchFamily="18" charset="-127"/>
                          <a:cs typeface="+mn-cs"/>
                        </a:rPr>
                        <a:t>과</a:t>
                      </a:r>
                      <a:endParaRPr kumimoji="1" lang="en-US" altLang="ko-KR" sz="1100" b="0" kern="0" spc="0" baseline="0" dirty="0" smtClean="0">
                        <a:ln>
                          <a:solidFill>
                            <a:sysClr val="windowText" lastClr="000000">
                              <a:lumMod val="65000"/>
                              <a:lumOff val="35000"/>
                              <a:alpha val="10000"/>
                            </a:sysClr>
                          </a:solidFill>
                        </a:ln>
                        <a:solidFill>
                          <a:schemeClr val="tx1"/>
                        </a:solidFill>
                        <a:latin typeface="Rix고딕 M" pitchFamily="18" charset="-127"/>
                        <a:ea typeface="Rix고딕 M" pitchFamily="18" charset="-127"/>
                        <a:cs typeface="+mn-cs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24"/>
                        </a:spcBef>
                        <a:spcAft>
                          <a:spcPts val="0"/>
                        </a:spcAft>
                        <a:buClr>
                          <a:srgbClr val="969696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100" b="0" kern="0" spc="0" baseline="0" dirty="0" smtClean="0">
                          <a:ln>
                            <a:solidFill>
                              <a:sysClr val="windowText" lastClr="000000">
                                <a:lumMod val="65000"/>
                                <a:lumOff val="35000"/>
                                <a:alpha val="10000"/>
                              </a:sysClr>
                            </a:solidFill>
                          </a:ln>
                          <a:solidFill>
                            <a:schemeClr val="tx1"/>
                          </a:solidFill>
                          <a:latin typeface="Rix고딕 M" pitchFamily="18" charset="-127"/>
                          <a:ea typeface="Rix고딕 M" pitchFamily="18" charset="-127"/>
                          <a:cs typeface="+mn-cs"/>
                        </a:rPr>
                        <a:t>정</a:t>
                      </a:r>
                      <a:endParaRPr kumimoji="1" lang="en-US" altLang="ko-KR" sz="1100" b="0" kern="0" spc="0" baseline="0" dirty="0" smtClean="0">
                        <a:ln>
                          <a:solidFill>
                            <a:sysClr val="windowText" lastClr="000000">
                              <a:lumMod val="65000"/>
                              <a:lumOff val="35000"/>
                              <a:alpha val="10000"/>
                            </a:sysClr>
                          </a:solidFill>
                        </a:ln>
                        <a:solidFill>
                          <a:schemeClr val="tx1"/>
                        </a:solidFill>
                        <a:latin typeface="Rix고딕 M" pitchFamily="18" charset="-127"/>
                        <a:ea typeface="Rix고딕 M" pitchFamily="18" charset="-127"/>
                        <a:cs typeface="+mn-cs"/>
                      </a:endParaRPr>
                    </a:p>
                  </a:txBody>
                  <a:tcPr marL="38862" marR="38862" marT="39692" marB="39692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1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Rix고딕 M" pitchFamily="18" charset="-127"/>
                          <a:ea typeface="Rix고딕 M" pitchFamily="18" charset="-127"/>
                          <a:cs typeface="+mn-cs"/>
                        </a:rPr>
                        <a:t>네트워크 </a:t>
                      </a:r>
                      <a:endParaRPr kumimoji="1" lang="en-US" altLang="ko-KR" sz="11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Rix고딕 M" pitchFamily="18" charset="-127"/>
                        <a:ea typeface="Rix고딕 M" pitchFamily="18" charset="-127"/>
                        <a:cs typeface="+mn-cs"/>
                      </a:endParaRPr>
                    </a:p>
                  </a:txBody>
                  <a:tcPr marL="38862" marR="38862" marT="39692" marB="39692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pattFill prst="ltUpDiag">
                      <a:fgClr>
                        <a:schemeClr val="bg1">
                          <a:lumMod val="8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 rowSpan="8">
                  <a:txBody>
                    <a:bodyPr/>
                    <a:lstStyle/>
                    <a:p>
                      <a:pPr marL="95250" marR="0" lvl="0" indent="-95250" algn="l" defTabSz="914400" rtl="0" eaLnBrk="0" fontAlgn="base" latinLnBrk="1" hangingPunc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accent2">
                            <a:lumMod val="50000"/>
                          </a:schemeClr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11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Rix고딕 M" pitchFamily="18" charset="-127"/>
                          <a:ea typeface="Rix고딕 M" pitchFamily="18" charset="-127"/>
                          <a:cs typeface="+mn-cs"/>
                        </a:rPr>
                        <a:t>설계 표준안</a:t>
                      </a:r>
                      <a:endParaRPr kumimoji="1" lang="en-US" altLang="ko-KR" sz="11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Rix고딕 M" pitchFamily="18" charset="-127"/>
                        <a:ea typeface="Rix고딕 M" pitchFamily="18" charset="-127"/>
                        <a:cs typeface="+mn-cs"/>
                      </a:endParaRPr>
                    </a:p>
                    <a:p>
                      <a:pPr marL="95250" marR="0" lvl="0" indent="-95250" algn="l" defTabSz="914400" rtl="0" eaLnBrk="0" fontAlgn="base" latinLnBrk="1" hangingPunc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accent2">
                            <a:lumMod val="50000"/>
                          </a:schemeClr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11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Rix고딕 M" pitchFamily="18" charset="-127"/>
                          <a:ea typeface="Rix고딕 M" pitchFamily="18" charset="-127"/>
                          <a:cs typeface="+mn-cs"/>
                        </a:rPr>
                        <a:t>장비별 환경 설정방법</a:t>
                      </a:r>
                      <a:endParaRPr kumimoji="1" lang="en-US" altLang="ko-KR" sz="11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Rix고딕 M" pitchFamily="18" charset="-127"/>
                        <a:ea typeface="Rix고딕 M" pitchFamily="18" charset="-127"/>
                        <a:cs typeface="+mn-cs"/>
                      </a:endParaRPr>
                    </a:p>
                    <a:p>
                      <a:pPr marL="95250" marR="0" lvl="0" indent="-95250" algn="l" defTabSz="914400" rtl="0" eaLnBrk="0" fontAlgn="base" latinLnBrk="1" hangingPunc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accent2">
                            <a:lumMod val="50000"/>
                          </a:schemeClr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11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Rix고딕 M" pitchFamily="18" charset="-127"/>
                          <a:ea typeface="Rix고딕 M" pitchFamily="18" charset="-127"/>
                          <a:cs typeface="+mn-cs"/>
                        </a:rPr>
                        <a:t>장비간 상호연동 </a:t>
                      </a:r>
                      <a:r>
                        <a:rPr kumimoji="1" lang="en-US" altLang="ko-KR" sz="11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Rix고딕 M" pitchFamily="18" charset="-127"/>
                          <a:ea typeface="Rix고딕 M" pitchFamily="18" charset="-127"/>
                          <a:cs typeface="+mn-cs"/>
                        </a:rPr>
                        <a:t/>
                      </a:r>
                      <a:br>
                        <a:rPr kumimoji="1" lang="en-US" altLang="ko-KR" sz="11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Rix고딕 M" pitchFamily="18" charset="-127"/>
                          <a:ea typeface="Rix고딕 M" pitchFamily="18" charset="-127"/>
                          <a:cs typeface="+mn-cs"/>
                        </a:rPr>
                      </a:br>
                      <a:r>
                        <a:rPr kumimoji="1" lang="ko-KR" altLang="en-US" sz="11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Rix고딕 M" pitchFamily="18" charset="-127"/>
                          <a:ea typeface="Rix고딕 M" pitchFamily="18" charset="-127"/>
                          <a:cs typeface="+mn-cs"/>
                        </a:rPr>
                        <a:t>요소</a:t>
                      </a:r>
                      <a:r>
                        <a:rPr kumimoji="1" lang="en-US" altLang="ko-KR" sz="11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Rix고딕 M" pitchFamily="18" charset="-127"/>
                          <a:ea typeface="Rix고딕 M" pitchFamily="18" charset="-127"/>
                          <a:cs typeface="+mn-cs"/>
                        </a:rPr>
                        <a:t> </a:t>
                      </a:r>
                      <a:r>
                        <a:rPr kumimoji="1" lang="ko-KR" altLang="en-US" sz="11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Rix고딕 M" pitchFamily="18" charset="-127"/>
                          <a:ea typeface="Rix고딕 M" pitchFamily="18" charset="-127"/>
                          <a:cs typeface="+mn-cs"/>
                        </a:rPr>
                        <a:t>및 방안</a:t>
                      </a:r>
                      <a:endParaRPr kumimoji="1" lang="en-US" altLang="ko-KR" sz="11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Rix고딕 M" pitchFamily="18" charset="-127"/>
                        <a:ea typeface="Rix고딕 M" pitchFamily="18" charset="-127"/>
                        <a:cs typeface="+mn-cs"/>
                      </a:endParaRPr>
                    </a:p>
                    <a:p>
                      <a:pPr marL="95250" marR="0" lvl="0" indent="-95250" algn="l" defTabSz="914400" rtl="0" eaLnBrk="0" fontAlgn="base" latinLnBrk="1" hangingPunc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accent2">
                            <a:lumMod val="50000"/>
                          </a:schemeClr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11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Rix고딕 M" pitchFamily="18" charset="-127"/>
                          <a:ea typeface="Rix고딕 M" pitchFamily="18" charset="-127"/>
                          <a:cs typeface="+mn-cs"/>
                        </a:rPr>
                        <a:t>장애 시 대응방안 및 확인 리스트</a:t>
                      </a:r>
                      <a:endParaRPr kumimoji="1" lang="en-US" altLang="ko-KR" sz="11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Rix고딕 M" pitchFamily="18" charset="-127"/>
                        <a:ea typeface="Rix고딕 M" pitchFamily="18" charset="-127"/>
                        <a:cs typeface="+mn-cs"/>
                      </a:endParaRPr>
                    </a:p>
                    <a:p>
                      <a:pPr marL="0" marR="0" lvl="0" indent="0" algn="ctr" defTabSz="914400" rtl="0" eaLnBrk="0" fontAlgn="base" latinLnBrk="1" hangingPunc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1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Rix고딕 M" pitchFamily="18" charset="-127"/>
                        <a:ea typeface="Rix고딕 M" pitchFamily="18" charset="-127"/>
                        <a:cs typeface="+mn-cs"/>
                      </a:endParaRPr>
                    </a:p>
                    <a:p>
                      <a:pPr marL="0" marR="0" lvl="0" indent="0" algn="ctr" defTabSz="914400" rtl="0" eaLnBrk="0" fontAlgn="base" latinLnBrk="1" hangingPunc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1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Rix고딕 M" pitchFamily="18" charset="-127"/>
                          <a:ea typeface="Rix고딕 M" pitchFamily="18" charset="-127"/>
                          <a:cs typeface="+mn-cs"/>
                        </a:rPr>
                        <a:t>(</a:t>
                      </a:r>
                      <a:r>
                        <a:rPr kumimoji="1" lang="ko-KR" altLang="en-US" sz="11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Rix고딕 M" pitchFamily="18" charset="-127"/>
                          <a:ea typeface="Rix고딕 M" pitchFamily="18" charset="-127"/>
                          <a:cs typeface="+mn-cs"/>
                        </a:rPr>
                        <a:t>장소 </a:t>
                      </a:r>
                      <a:r>
                        <a:rPr kumimoji="1" lang="en-US" altLang="ko-KR" sz="11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Rix고딕 M" pitchFamily="18" charset="-127"/>
                          <a:ea typeface="Rix고딕 M" pitchFamily="18" charset="-127"/>
                          <a:cs typeface="+mn-cs"/>
                        </a:rPr>
                        <a:t>: </a:t>
                      </a:r>
                      <a:r>
                        <a:rPr kumimoji="1" lang="ko-KR" altLang="en-US" sz="11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Rix고딕 M" pitchFamily="18" charset="-127"/>
                          <a:ea typeface="Rix고딕 M" pitchFamily="18" charset="-127"/>
                          <a:cs typeface="+mn-cs"/>
                        </a:rPr>
                        <a:t>고객 지정장소</a:t>
                      </a:r>
                      <a:r>
                        <a:rPr kumimoji="1" lang="en-US" altLang="ko-KR" sz="11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Rix고딕 M" pitchFamily="18" charset="-127"/>
                          <a:ea typeface="Rix고딕 M" pitchFamily="18" charset="-127"/>
                          <a:cs typeface="+mn-cs"/>
                        </a:rPr>
                        <a:t>)</a:t>
                      </a:r>
                    </a:p>
                  </a:txBody>
                  <a:tcPr marL="38862" marR="38862" marT="39692" marB="39692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1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Rix고딕 M" pitchFamily="18" charset="-127"/>
                          <a:ea typeface="Rix고딕 M" pitchFamily="18" charset="-127"/>
                          <a:cs typeface="+mn-cs"/>
                        </a:rPr>
                        <a:t>체계담당관</a:t>
                      </a:r>
                      <a:endParaRPr kumimoji="1" lang="en-US" altLang="ko-KR" sz="11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Rix고딕 M" pitchFamily="18" charset="-127"/>
                        <a:ea typeface="Rix고딕 M" pitchFamily="18" charset="-127"/>
                        <a:cs typeface="+mn-cs"/>
                      </a:endParaRPr>
                    </a:p>
                  </a:txBody>
                  <a:tcPr marL="38862" marR="38862" marT="39692" marB="39692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1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Rix고딕 M" pitchFamily="18" charset="-127"/>
                          <a:ea typeface="Rix고딕 M" pitchFamily="18" charset="-127"/>
                          <a:cs typeface="+mn-cs"/>
                        </a:rPr>
                        <a:t>6</a:t>
                      </a:r>
                      <a:r>
                        <a:rPr kumimoji="1" lang="ko-KR" altLang="en-US" sz="11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Rix고딕 M" pitchFamily="18" charset="-127"/>
                          <a:ea typeface="Rix고딕 M" pitchFamily="18" charset="-127"/>
                          <a:cs typeface="+mn-cs"/>
                        </a:rPr>
                        <a:t>시간</a:t>
                      </a:r>
                      <a:endParaRPr kumimoji="1" lang="en-US" altLang="ko-KR" sz="11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Rix고딕 M" pitchFamily="18" charset="-127"/>
                        <a:ea typeface="Rix고딕 M" pitchFamily="18" charset="-127"/>
                        <a:cs typeface="+mn-cs"/>
                      </a:endParaRPr>
                    </a:p>
                  </a:txBody>
                  <a:tcPr marL="38862" marR="38862" marT="39692" marB="39692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780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1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Rix고딕 M" pitchFamily="18" charset="-127"/>
                          <a:ea typeface="Rix고딕 M" pitchFamily="18" charset="-127"/>
                          <a:cs typeface="+mn-cs"/>
                        </a:rPr>
                        <a:t>유지보수 업체</a:t>
                      </a:r>
                      <a:endParaRPr kumimoji="1" lang="en-US" altLang="ko-KR" sz="11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Rix고딕 M" pitchFamily="18" charset="-127"/>
                        <a:ea typeface="Rix고딕 M" pitchFamily="18" charset="-127"/>
                        <a:cs typeface="+mn-cs"/>
                      </a:endParaRPr>
                    </a:p>
                  </a:txBody>
                  <a:tcPr marL="38862" marR="38862" marT="39692" marB="39692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1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Rix고딕 M" pitchFamily="18" charset="-127"/>
                          <a:ea typeface="Rix고딕 M" pitchFamily="18" charset="-127"/>
                          <a:cs typeface="+mn-cs"/>
                        </a:rPr>
                        <a:t>6</a:t>
                      </a:r>
                      <a:r>
                        <a:rPr kumimoji="1" lang="ko-KR" altLang="en-US" sz="11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Rix고딕 M" pitchFamily="18" charset="-127"/>
                          <a:ea typeface="Rix고딕 M" pitchFamily="18" charset="-127"/>
                          <a:cs typeface="+mn-cs"/>
                        </a:rPr>
                        <a:t>시간</a:t>
                      </a:r>
                      <a:endParaRPr kumimoji="1" lang="en-US" altLang="ko-KR" sz="11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Rix고딕 M" pitchFamily="18" charset="-127"/>
                        <a:ea typeface="Rix고딕 M" pitchFamily="18" charset="-127"/>
                        <a:cs typeface="+mn-cs"/>
                      </a:endParaRPr>
                    </a:p>
                  </a:txBody>
                  <a:tcPr marL="38862" marR="38862" marT="39692" marB="39692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780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1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Rix고딕 M" pitchFamily="18" charset="-127"/>
                          <a:ea typeface="Rix고딕 M" pitchFamily="18" charset="-127"/>
                          <a:cs typeface="+mn-cs"/>
                        </a:rPr>
                        <a:t>IP </a:t>
                      </a:r>
                      <a:r>
                        <a:rPr kumimoji="1" lang="ko-KR" altLang="en-US" sz="11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Rix고딕 M" pitchFamily="18" charset="-127"/>
                          <a:ea typeface="Rix고딕 M" pitchFamily="18" charset="-127"/>
                          <a:cs typeface="+mn-cs"/>
                        </a:rPr>
                        <a:t>관리체계</a:t>
                      </a:r>
                      <a:endParaRPr kumimoji="1" lang="en-US" altLang="ko-KR" sz="11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Rix고딕 M" pitchFamily="18" charset="-127"/>
                        <a:ea typeface="Rix고딕 M" pitchFamily="18" charset="-127"/>
                        <a:cs typeface="+mn-cs"/>
                      </a:endParaRPr>
                    </a:p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1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Rix고딕 M" pitchFamily="18" charset="-127"/>
                        <a:ea typeface="Rix고딕 M" pitchFamily="18" charset="-127"/>
                        <a:cs typeface="+mn-cs"/>
                      </a:endParaRPr>
                    </a:p>
                  </a:txBody>
                  <a:tcPr marL="38862" marR="38862" marT="39692" marB="39692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pattFill prst="ltUpDiag">
                      <a:fgClr>
                        <a:schemeClr val="bg1">
                          <a:lumMod val="8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50" b="0" i="0" u="none" strike="noStrike" kern="1200" cap="none" normalizeH="0" baseline="0" dirty="0" smtClean="0">
                        <a:ln>
                          <a:noFill/>
                        </a:ln>
                        <a:gradFill>
                          <a:gsLst>
                            <a:gs pos="0">
                              <a:schemeClr val="tx1">
                                <a:lumMod val="95000"/>
                                <a:lumOff val="5000"/>
                              </a:schemeClr>
                            </a:gs>
                            <a:gs pos="100000">
                              <a:schemeClr val="tx1">
                                <a:lumMod val="95000"/>
                                <a:lumOff val="5000"/>
                              </a:schemeClr>
                            </a:gs>
                          </a:gsLst>
                          <a:lin ang="5400000" scaled="0"/>
                        </a:gradFill>
                        <a:effectLst/>
                        <a:latin typeface="Rix모던고딕 B" panose="02020603020101020101" pitchFamily="18" charset="-127"/>
                        <a:ea typeface="Rix모던고딕 B" panose="02020603020101020101" pitchFamily="18" charset="-127"/>
                        <a:cs typeface="+mn-cs"/>
                      </a:endParaRPr>
                    </a:p>
                  </a:txBody>
                  <a:tcPr marL="72000" marR="72000" marT="108000" marB="108000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1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Rix고딕 M" pitchFamily="18" charset="-127"/>
                          <a:ea typeface="Rix고딕 M" pitchFamily="18" charset="-127"/>
                          <a:cs typeface="+mn-cs"/>
                        </a:rPr>
                        <a:t>체계담당관</a:t>
                      </a:r>
                      <a:endParaRPr kumimoji="1" lang="en-US" altLang="ko-KR" sz="11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Rix고딕 M" pitchFamily="18" charset="-127"/>
                        <a:ea typeface="Rix고딕 M" pitchFamily="18" charset="-127"/>
                        <a:cs typeface="+mn-cs"/>
                      </a:endParaRPr>
                    </a:p>
                  </a:txBody>
                  <a:tcPr marL="38862" marR="38862" marT="39692" marB="39692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1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Rix고딕 M" pitchFamily="18" charset="-127"/>
                          <a:ea typeface="Rix고딕 M" pitchFamily="18" charset="-127"/>
                          <a:cs typeface="+mn-cs"/>
                        </a:rPr>
                        <a:t>3</a:t>
                      </a:r>
                      <a:r>
                        <a:rPr kumimoji="1" lang="ko-KR" altLang="en-US" sz="11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Rix고딕 M" pitchFamily="18" charset="-127"/>
                          <a:ea typeface="Rix고딕 M" pitchFamily="18" charset="-127"/>
                          <a:cs typeface="+mn-cs"/>
                        </a:rPr>
                        <a:t>시간</a:t>
                      </a:r>
                      <a:endParaRPr kumimoji="1" lang="en-US" altLang="ko-KR" sz="11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Rix고딕 M" pitchFamily="18" charset="-127"/>
                        <a:ea typeface="Rix고딕 M" pitchFamily="18" charset="-127"/>
                        <a:cs typeface="+mn-cs"/>
                      </a:endParaRPr>
                    </a:p>
                  </a:txBody>
                  <a:tcPr marL="38862" marR="38862" marT="39692" marB="39692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780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1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Rix고딕 M" pitchFamily="18" charset="-127"/>
                          <a:ea typeface="Rix고딕 M" pitchFamily="18" charset="-127"/>
                          <a:cs typeface="+mn-cs"/>
                        </a:rPr>
                        <a:t>유지보수 업체</a:t>
                      </a:r>
                      <a:endParaRPr kumimoji="1" lang="en-US" altLang="ko-KR" sz="11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Rix고딕 M" pitchFamily="18" charset="-127"/>
                        <a:ea typeface="Rix고딕 M" pitchFamily="18" charset="-127"/>
                        <a:cs typeface="+mn-cs"/>
                      </a:endParaRPr>
                    </a:p>
                  </a:txBody>
                  <a:tcPr marL="38862" marR="38862" marT="39692" marB="39692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1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Rix고딕 M" pitchFamily="18" charset="-127"/>
                          <a:ea typeface="Rix고딕 M" pitchFamily="18" charset="-127"/>
                          <a:cs typeface="+mn-cs"/>
                        </a:rPr>
                        <a:t>3</a:t>
                      </a:r>
                      <a:r>
                        <a:rPr kumimoji="1" lang="ko-KR" altLang="en-US" sz="11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Rix고딕 M" pitchFamily="18" charset="-127"/>
                          <a:ea typeface="Rix고딕 M" pitchFamily="18" charset="-127"/>
                          <a:cs typeface="+mn-cs"/>
                        </a:rPr>
                        <a:t>시간</a:t>
                      </a:r>
                      <a:endParaRPr kumimoji="1" lang="en-US" altLang="ko-KR" sz="11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Rix고딕 M" pitchFamily="18" charset="-127"/>
                        <a:ea typeface="Rix고딕 M" pitchFamily="18" charset="-127"/>
                        <a:cs typeface="+mn-cs"/>
                      </a:endParaRPr>
                    </a:p>
                  </a:txBody>
                  <a:tcPr marL="38862" marR="38862" marT="39692" marB="39692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780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1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Rix고딕 M" pitchFamily="18" charset="-127"/>
                          <a:ea typeface="Rix고딕 M" pitchFamily="18" charset="-127"/>
                          <a:cs typeface="+mn-cs"/>
                        </a:rPr>
                        <a:t>문자전송체계</a:t>
                      </a:r>
                      <a:endParaRPr kumimoji="1" lang="en-US" altLang="ko-KR" sz="11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Rix고딕 M" pitchFamily="18" charset="-127"/>
                        <a:ea typeface="Rix고딕 M" pitchFamily="18" charset="-127"/>
                        <a:cs typeface="+mn-cs"/>
                      </a:endParaRPr>
                    </a:p>
                  </a:txBody>
                  <a:tcPr marL="38862" marR="38862" marT="39692" marB="39692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pattFill prst="ltUpDiag">
                      <a:fgClr>
                        <a:schemeClr val="bg1">
                          <a:lumMod val="8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50" b="0" i="0" u="none" strike="noStrike" kern="1200" cap="none" normalizeH="0" baseline="0" dirty="0" smtClean="0">
                        <a:ln>
                          <a:noFill/>
                        </a:ln>
                        <a:gradFill>
                          <a:gsLst>
                            <a:gs pos="0">
                              <a:schemeClr val="tx1">
                                <a:lumMod val="95000"/>
                                <a:lumOff val="5000"/>
                              </a:schemeClr>
                            </a:gs>
                            <a:gs pos="100000">
                              <a:schemeClr val="tx1">
                                <a:lumMod val="95000"/>
                                <a:lumOff val="5000"/>
                              </a:schemeClr>
                            </a:gs>
                          </a:gsLst>
                          <a:lin ang="5400000" scaled="0"/>
                        </a:gradFill>
                        <a:effectLst/>
                        <a:latin typeface="Rix모던고딕 B" panose="02020603020101020101" pitchFamily="18" charset="-127"/>
                        <a:ea typeface="Rix모던고딕 B" panose="02020603020101020101" pitchFamily="18" charset="-127"/>
                        <a:cs typeface="+mn-cs"/>
                      </a:endParaRPr>
                    </a:p>
                  </a:txBody>
                  <a:tcPr marL="72000" marR="72000" marT="108000" marB="108000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1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Rix고딕 M" pitchFamily="18" charset="-127"/>
                          <a:ea typeface="Rix고딕 M" pitchFamily="18" charset="-127"/>
                          <a:cs typeface="+mn-cs"/>
                        </a:rPr>
                        <a:t>체계담당관</a:t>
                      </a:r>
                      <a:endParaRPr kumimoji="1" lang="en-US" altLang="ko-KR" sz="11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Rix고딕 M" pitchFamily="18" charset="-127"/>
                        <a:ea typeface="Rix고딕 M" pitchFamily="18" charset="-127"/>
                        <a:cs typeface="+mn-cs"/>
                      </a:endParaRPr>
                    </a:p>
                  </a:txBody>
                  <a:tcPr marL="38862" marR="38862" marT="39692" marB="39692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1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Rix고딕 M" pitchFamily="18" charset="-127"/>
                          <a:ea typeface="Rix고딕 M" pitchFamily="18" charset="-127"/>
                          <a:cs typeface="+mn-cs"/>
                        </a:rPr>
                        <a:t>3</a:t>
                      </a:r>
                      <a:r>
                        <a:rPr kumimoji="1" lang="ko-KR" altLang="en-US" sz="11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Rix고딕 M" pitchFamily="18" charset="-127"/>
                          <a:ea typeface="Rix고딕 M" pitchFamily="18" charset="-127"/>
                          <a:cs typeface="+mn-cs"/>
                        </a:rPr>
                        <a:t>시간</a:t>
                      </a:r>
                      <a:endParaRPr kumimoji="1" lang="en-US" altLang="ko-KR" sz="11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Rix고딕 M" pitchFamily="18" charset="-127"/>
                        <a:ea typeface="Rix고딕 M" pitchFamily="18" charset="-127"/>
                        <a:cs typeface="+mn-cs"/>
                      </a:endParaRPr>
                    </a:p>
                  </a:txBody>
                  <a:tcPr marL="38862" marR="38862" marT="39692" marB="39692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780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50" b="0" i="0" u="none" strike="noStrike" kern="1200" cap="none" normalizeH="0" baseline="0" dirty="0" smtClean="0">
                        <a:ln>
                          <a:noFill/>
                        </a:ln>
                        <a:gradFill>
                          <a:gsLst>
                            <a:gs pos="0">
                              <a:schemeClr val="tx1">
                                <a:lumMod val="95000"/>
                                <a:lumOff val="5000"/>
                              </a:schemeClr>
                            </a:gs>
                            <a:gs pos="100000">
                              <a:schemeClr val="tx1">
                                <a:lumMod val="95000"/>
                                <a:lumOff val="5000"/>
                              </a:schemeClr>
                            </a:gs>
                          </a:gsLst>
                          <a:lin ang="5400000" scaled="0"/>
                        </a:gradFill>
                        <a:effectLst/>
                        <a:latin typeface="Rix모던고딕 B" panose="02020603020101020101" pitchFamily="18" charset="-127"/>
                        <a:ea typeface="Rix모던고딕 B" panose="02020603020101020101" pitchFamily="18" charset="-127"/>
                        <a:cs typeface="+mn-cs"/>
                      </a:endParaRPr>
                    </a:p>
                  </a:txBody>
                  <a:tcPr marL="72000" marR="72000" marT="108000" marB="108000" anchor="ctr" horzOverflow="overflow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50" b="0" i="0" u="none" strike="noStrike" kern="1200" cap="none" normalizeH="0" baseline="0" dirty="0" smtClean="0">
                        <a:ln>
                          <a:noFill/>
                        </a:ln>
                        <a:gradFill>
                          <a:gsLst>
                            <a:gs pos="0">
                              <a:schemeClr val="tx1">
                                <a:lumMod val="95000"/>
                                <a:lumOff val="5000"/>
                              </a:schemeClr>
                            </a:gs>
                            <a:gs pos="100000">
                              <a:schemeClr val="tx1">
                                <a:lumMod val="95000"/>
                                <a:lumOff val="5000"/>
                              </a:schemeClr>
                            </a:gs>
                          </a:gsLst>
                          <a:lin ang="5400000" scaled="0"/>
                        </a:gradFill>
                        <a:effectLst/>
                        <a:latin typeface="Rix모던고딕 B" panose="02020603020101020101" pitchFamily="18" charset="-127"/>
                        <a:ea typeface="Rix모던고딕 B" panose="02020603020101020101" pitchFamily="18" charset="-127"/>
                        <a:cs typeface="+mn-cs"/>
                      </a:endParaRPr>
                    </a:p>
                  </a:txBody>
                  <a:tcPr marL="72000" marR="72000" marT="108000" marB="108000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1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Rix고딕 M" pitchFamily="18" charset="-127"/>
                          <a:ea typeface="Rix고딕 M" pitchFamily="18" charset="-127"/>
                          <a:cs typeface="+mn-cs"/>
                        </a:rPr>
                        <a:t>유지보수 업체</a:t>
                      </a:r>
                      <a:endParaRPr kumimoji="1" lang="en-US" altLang="ko-KR" sz="11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Rix고딕 M" pitchFamily="18" charset="-127"/>
                        <a:ea typeface="Rix고딕 M" pitchFamily="18" charset="-127"/>
                        <a:cs typeface="+mn-cs"/>
                      </a:endParaRPr>
                    </a:p>
                  </a:txBody>
                  <a:tcPr marL="38862" marR="38862" marT="39692" marB="39692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1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Rix고딕 M" pitchFamily="18" charset="-127"/>
                          <a:ea typeface="Rix고딕 M" pitchFamily="18" charset="-127"/>
                          <a:cs typeface="+mn-cs"/>
                        </a:rPr>
                        <a:t>3</a:t>
                      </a:r>
                      <a:r>
                        <a:rPr kumimoji="1" lang="ko-KR" altLang="en-US" sz="11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Rix고딕 M" pitchFamily="18" charset="-127"/>
                          <a:ea typeface="Rix고딕 M" pitchFamily="18" charset="-127"/>
                          <a:cs typeface="+mn-cs"/>
                        </a:rPr>
                        <a:t>시간</a:t>
                      </a:r>
                      <a:endParaRPr kumimoji="1" lang="en-US" altLang="ko-KR" sz="11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Rix고딕 M" pitchFamily="18" charset="-127"/>
                        <a:ea typeface="Rix고딕 M" pitchFamily="18" charset="-127"/>
                        <a:cs typeface="+mn-cs"/>
                      </a:endParaRPr>
                    </a:p>
                  </a:txBody>
                  <a:tcPr marL="38862" marR="38862" marT="39692" marB="39692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780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1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Rix고딕 M" pitchFamily="18" charset="-127"/>
                          <a:ea typeface="Rix고딕 M" pitchFamily="18" charset="-127"/>
                          <a:cs typeface="+mn-cs"/>
                        </a:rPr>
                        <a:t>영상장비</a:t>
                      </a:r>
                      <a:endParaRPr kumimoji="1" lang="en-US" altLang="ko-KR" sz="11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Rix고딕 M" pitchFamily="18" charset="-127"/>
                        <a:ea typeface="Rix고딕 M" pitchFamily="18" charset="-127"/>
                        <a:cs typeface="+mn-cs"/>
                      </a:endParaRPr>
                    </a:p>
                  </a:txBody>
                  <a:tcPr marL="38862" marR="38862" marT="39692" marB="39692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pattFill prst="ltUpDiag">
                      <a:fgClr>
                        <a:schemeClr val="bg1">
                          <a:lumMod val="8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50" b="0" i="0" u="none" strike="noStrike" kern="1200" cap="none" normalizeH="0" baseline="0" dirty="0" smtClean="0">
                        <a:ln>
                          <a:noFill/>
                        </a:ln>
                        <a:gradFill>
                          <a:gsLst>
                            <a:gs pos="0">
                              <a:schemeClr val="tx1">
                                <a:lumMod val="95000"/>
                                <a:lumOff val="5000"/>
                              </a:schemeClr>
                            </a:gs>
                            <a:gs pos="100000">
                              <a:schemeClr val="tx1">
                                <a:lumMod val="95000"/>
                                <a:lumOff val="5000"/>
                              </a:schemeClr>
                            </a:gs>
                          </a:gsLst>
                          <a:lin ang="5400000" scaled="0"/>
                        </a:gradFill>
                        <a:effectLst/>
                        <a:latin typeface="Rix모던고딕 B" panose="02020603020101020101" pitchFamily="18" charset="-127"/>
                        <a:ea typeface="Rix모던고딕 B" panose="02020603020101020101" pitchFamily="18" charset="-127"/>
                        <a:cs typeface="+mn-cs"/>
                      </a:endParaRPr>
                    </a:p>
                  </a:txBody>
                  <a:tcPr marL="72000" marR="72000" marT="108000" marB="108000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1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Rix고딕 M" pitchFamily="18" charset="-127"/>
                          <a:ea typeface="Rix고딕 M" pitchFamily="18" charset="-127"/>
                          <a:cs typeface="+mn-cs"/>
                        </a:rPr>
                        <a:t>체계담당관</a:t>
                      </a:r>
                      <a:endParaRPr kumimoji="1" lang="en-US" altLang="ko-KR" sz="11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Rix고딕 M" pitchFamily="18" charset="-127"/>
                        <a:ea typeface="Rix고딕 M" pitchFamily="18" charset="-127"/>
                        <a:cs typeface="+mn-cs"/>
                      </a:endParaRPr>
                    </a:p>
                  </a:txBody>
                  <a:tcPr marL="38862" marR="38862" marT="39692" marB="39692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1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Rix고딕 M" pitchFamily="18" charset="-127"/>
                          <a:ea typeface="Rix고딕 M" pitchFamily="18" charset="-127"/>
                          <a:cs typeface="+mn-cs"/>
                        </a:rPr>
                        <a:t>2</a:t>
                      </a:r>
                      <a:r>
                        <a:rPr kumimoji="1" lang="ko-KR" altLang="en-US" sz="11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Rix고딕 M" pitchFamily="18" charset="-127"/>
                          <a:ea typeface="Rix고딕 M" pitchFamily="18" charset="-127"/>
                          <a:cs typeface="+mn-cs"/>
                        </a:rPr>
                        <a:t>시간</a:t>
                      </a:r>
                      <a:endParaRPr kumimoji="1" lang="en-US" altLang="ko-KR" sz="11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Rix고딕 M" pitchFamily="18" charset="-127"/>
                        <a:ea typeface="Rix고딕 M" pitchFamily="18" charset="-127"/>
                        <a:cs typeface="+mn-cs"/>
                      </a:endParaRPr>
                    </a:p>
                  </a:txBody>
                  <a:tcPr marL="38862" marR="38862" marT="39692" marB="39692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780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50" b="0" i="0" u="none" strike="noStrike" kern="1200" cap="none" normalizeH="0" baseline="0" dirty="0" smtClean="0">
                        <a:ln>
                          <a:noFill/>
                        </a:ln>
                        <a:gradFill>
                          <a:gsLst>
                            <a:gs pos="0">
                              <a:schemeClr val="tx1">
                                <a:lumMod val="95000"/>
                                <a:lumOff val="5000"/>
                              </a:schemeClr>
                            </a:gs>
                            <a:gs pos="100000">
                              <a:schemeClr val="tx1">
                                <a:lumMod val="95000"/>
                                <a:lumOff val="5000"/>
                              </a:schemeClr>
                            </a:gs>
                          </a:gsLst>
                          <a:lin ang="5400000" scaled="0"/>
                        </a:gradFill>
                        <a:effectLst/>
                        <a:latin typeface="Rix모던고딕 B" panose="02020603020101020101" pitchFamily="18" charset="-127"/>
                        <a:ea typeface="Rix모던고딕 B" panose="02020603020101020101" pitchFamily="18" charset="-127"/>
                        <a:cs typeface="+mn-cs"/>
                      </a:endParaRPr>
                    </a:p>
                  </a:txBody>
                  <a:tcPr marL="72000" marR="72000" marT="108000" marB="108000" anchor="ctr" horzOverflow="overflow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50" b="0" i="0" u="none" strike="noStrike" kern="1200" cap="none" normalizeH="0" baseline="0" dirty="0" smtClean="0">
                        <a:ln>
                          <a:noFill/>
                        </a:ln>
                        <a:gradFill>
                          <a:gsLst>
                            <a:gs pos="0">
                              <a:schemeClr val="tx1">
                                <a:lumMod val="95000"/>
                                <a:lumOff val="5000"/>
                              </a:schemeClr>
                            </a:gs>
                            <a:gs pos="100000">
                              <a:schemeClr val="tx1">
                                <a:lumMod val="95000"/>
                                <a:lumOff val="5000"/>
                              </a:schemeClr>
                            </a:gs>
                          </a:gsLst>
                          <a:lin ang="5400000" scaled="0"/>
                        </a:gradFill>
                        <a:effectLst/>
                        <a:latin typeface="Rix모던고딕 B" panose="02020603020101020101" pitchFamily="18" charset="-127"/>
                        <a:ea typeface="Rix모던고딕 B" panose="02020603020101020101" pitchFamily="18" charset="-127"/>
                        <a:cs typeface="+mn-cs"/>
                      </a:endParaRPr>
                    </a:p>
                  </a:txBody>
                  <a:tcPr marL="72000" marR="72000" marT="108000" marB="108000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1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Rix고딕 M" pitchFamily="18" charset="-127"/>
                          <a:ea typeface="Rix고딕 M" pitchFamily="18" charset="-127"/>
                          <a:cs typeface="+mn-cs"/>
                        </a:rPr>
                        <a:t>유지보수 업체</a:t>
                      </a:r>
                      <a:endParaRPr kumimoji="1" lang="en-US" altLang="ko-KR" sz="11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Rix고딕 M" pitchFamily="18" charset="-127"/>
                        <a:ea typeface="Rix고딕 M" pitchFamily="18" charset="-127"/>
                        <a:cs typeface="+mn-cs"/>
                      </a:endParaRPr>
                    </a:p>
                  </a:txBody>
                  <a:tcPr marL="38862" marR="38862" marT="39692" marB="39692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1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Rix고딕 M" pitchFamily="18" charset="-127"/>
                          <a:ea typeface="Rix고딕 M" pitchFamily="18" charset="-127"/>
                          <a:cs typeface="+mn-cs"/>
                        </a:rPr>
                        <a:t>2</a:t>
                      </a:r>
                      <a:r>
                        <a:rPr kumimoji="1" lang="ko-KR" altLang="en-US" sz="11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Rix고딕 M" pitchFamily="18" charset="-127"/>
                          <a:ea typeface="Rix고딕 M" pitchFamily="18" charset="-127"/>
                          <a:cs typeface="+mn-cs"/>
                        </a:rPr>
                        <a:t>시간</a:t>
                      </a:r>
                      <a:endParaRPr kumimoji="1" lang="en-US" altLang="ko-KR" sz="11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Rix고딕 M" pitchFamily="18" charset="-127"/>
                        <a:ea typeface="Rix고딕 M" pitchFamily="18" charset="-127"/>
                        <a:cs typeface="+mn-cs"/>
                      </a:endParaRPr>
                    </a:p>
                  </a:txBody>
                  <a:tcPr marL="38862" marR="38862" marT="39692" marB="39692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30" name="직사각형 229"/>
          <p:cNvSpPr/>
          <p:nvPr/>
        </p:nvSpPr>
        <p:spPr>
          <a:xfrm rot="5400000">
            <a:off x="5672240" y="4870321"/>
            <a:ext cx="2044401" cy="2110951"/>
          </a:xfrm>
          <a:prstGeom prst="rect">
            <a:avLst/>
          </a:prstGeom>
          <a:noFill/>
          <a:ln w="12700">
            <a:solidFill>
              <a:schemeClr val="bg1">
                <a:lumMod val="6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9569" tIns="49785" rIns="99569" bIns="49785" rtlCol="0" anchor="ctr"/>
          <a:lstStyle/>
          <a:p>
            <a:pPr lvl="1"/>
            <a:endParaRPr lang="ko-KR" altLang="en-US" dirty="0">
              <a:sym typeface="Monotype Sorts" pitchFamily="2" charset="2"/>
            </a:endParaRPr>
          </a:p>
        </p:txBody>
      </p:sp>
      <p:sp>
        <p:nvSpPr>
          <p:cNvPr id="231" name="직사각형 230"/>
          <p:cNvSpPr/>
          <p:nvPr/>
        </p:nvSpPr>
        <p:spPr>
          <a:xfrm rot="5400000">
            <a:off x="6505906" y="3588122"/>
            <a:ext cx="363896" cy="2097774"/>
          </a:xfrm>
          <a:prstGeom prst="rect">
            <a:avLst/>
          </a:prstGeom>
          <a:pattFill prst="ltUpDiag">
            <a:fgClr>
              <a:schemeClr val="tx1">
                <a:lumMod val="65000"/>
                <a:lumOff val="35000"/>
              </a:schemeClr>
            </a:fgClr>
            <a:bgClr>
              <a:schemeClr val="tx1">
                <a:lumMod val="75000"/>
                <a:lumOff val="25000"/>
              </a:schemeClr>
            </a:bgClr>
          </a:patt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endParaRPr lang="ko-KR" altLang="en-US" sz="1000" spc="-128" dirty="0">
              <a:solidFill>
                <a:prstClr val="white"/>
              </a:solidFill>
              <a:latin typeface="Rix고딕 B" panose="02020603020101020101" pitchFamily="18" charset="-127"/>
              <a:ea typeface="Rix고딕 B" panose="02020603020101020101" pitchFamily="18" charset="-127"/>
            </a:endParaRPr>
          </a:p>
        </p:txBody>
      </p:sp>
      <p:sp>
        <p:nvSpPr>
          <p:cNvPr id="232" name="직사각형 231"/>
          <p:cNvSpPr/>
          <p:nvPr/>
        </p:nvSpPr>
        <p:spPr>
          <a:xfrm rot="5400000">
            <a:off x="7917491" y="4870321"/>
            <a:ext cx="2044401" cy="2110951"/>
          </a:xfrm>
          <a:prstGeom prst="rect">
            <a:avLst/>
          </a:prstGeom>
          <a:noFill/>
          <a:ln w="12700">
            <a:solidFill>
              <a:schemeClr val="bg1">
                <a:lumMod val="6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9569" tIns="49785" rIns="99569" bIns="49785" rtlCol="0" anchor="ctr"/>
          <a:lstStyle/>
          <a:p>
            <a:pPr lvl="1"/>
            <a:endParaRPr lang="ko-KR" altLang="en-US" dirty="0">
              <a:sym typeface="Monotype Sorts" pitchFamily="2" charset="2"/>
            </a:endParaRPr>
          </a:p>
        </p:txBody>
      </p:sp>
      <p:sp>
        <p:nvSpPr>
          <p:cNvPr id="233" name="직사각형 232"/>
          <p:cNvSpPr/>
          <p:nvPr/>
        </p:nvSpPr>
        <p:spPr>
          <a:xfrm rot="5400000">
            <a:off x="8751156" y="3588122"/>
            <a:ext cx="363896" cy="2097774"/>
          </a:xfrm>
          <a:prstGeom prst="rect">
            <a:avLst/>
          </a:prstGeom>
          <a:pattFill prst="ltUpDiag">
            <a:fgClr>
              <a:schemeClr val="tx1">
                <a:lumMod val="65000"/>
                <a:lumOff val="35000"/>
              </a:schemeClr>
            </a:fgClr>
            <a:bgClr>
              <a:schemeClr val="tx1">
                <a:lumMod val="75000"/>
                <a:lumOff val="25000"/>
              </a:schemeClr>
            </a:bgClr>
          </a:patt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endParaRPr lang="ko-KR" altLang="en-US" sz="1000" spc="-128" dirty="0">
              <a:solidFill>
                <a:prstClr val="white"/>
              </a:solidFill>
              <a:latin typeface="Rix고딕 B" panose="02020603020101020101" pitchFamily="18" charset="-127"/>
              <a:ea typeface="Rix고딕 B" panose="02020603020101020101" pitchFamily="18" charset="-127"/>
            </a:endParaRPr>
          </a:p>
        </p:txBody>
      </p:sp>
      <p:grpSp>
        <p:nvGrpSpPr>
          <p:cNvPr id="234" name="그룹 233"/>
          <p:cNvGrpSpPr/>
          <p:nvPr/>
        </p:nvGrpSpPr>
        <p:grpSpPr>
          <a:xfrm>
            <a:off x="5910484" y="4751049"/>
            <a:ext cx="1578338" cy="234916"/>
            <a:chOff x="5946339" y="4498041"/>
            <a:chExt cx="1612053" cy="234916"/>
          </a:xfrm>
        </p:grpSpPr>
        <p:sp>
          <p:nvSpPr>
            <p:cNvPr id="235" name="모서리가 둥근 직사각형 234"/>
            <p:cNvSpPr/>
            <p:nvPr/>
          </p:nvSpPr>
          <p:spPr>
            <a:xfrm rot="5400000">
              <a:off x="7399081" y="4573646"/>
              <a:ext cx="234916" cy="83706"/>
            </a:xfrm>
            <a:prstGeom prst="roundRect">
              <a:avLst/>
            </a:prstGeom>
            <a:gradFill>
              <a:gsLst>
                <a:gs pos="50000">
                  <a:schemeClr val="bg1"/>
                </a:gs>
                <a:gs pos="0">
                  <a:schemeClr val="tx1">
                    <a:lumMod val="50000"/>
                    <a:lumOff val="50000"/>
                  </a:schemeClr>
                </a:gs>
                <a:gs pos="100000">
                  <a:schemeClr val="bg1">
                    <a:lumMod val="50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 dirty="0"/>
            </a:p>
          </p:txBody>
        </p:sp>
        <p:sp>
          <p:nvSpPr>
            <p:cNvPr id="236" name="모서리가 둥근 직사각형 235"/>
            <p:cNvSpPr/>
            <p:nvPr/>
          </p:nvSpPr>
          <p:spPr>
            <a:xfrm rot="5400000">
              <a:off x="5870734" y="4573646"/>
              <a:ext cx="234916" cy="83706"/>
            </a:xfrm>
            <a:prstGeom prst="roundRect">
              <a:avLst/>
            </a:prstGeom>
            <a:gradFill>
              <a:gsLst>
                <a:gs pos="50000">
                  <a:schemeClr val="bg1"/>
                </a:gs>
                <a:gs pos="0">
                  <a:schemeClr val="tx1">
                    <a:lumMod val="50000"/>
                    <a:lumOff val="50000"/>
                  </a:schemeClr>
                </a:gs>
                <a:gs pos="100000">
                  <a:schemeClr val="bg1">
                    <a:lumMod val="50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 dirty="0"/>
            </a:p>
          </p:txBody>
        </p:sp>
      </p:grpSp>
      <p:grpSp>
        <p:nvGrpSpPr>
          <p:cNvPr id="237" name="그룹 236"/>
          <p:cNvGrpSpPr/>
          <p:nvPr/>
        </p:nvGrpSpPr>
        <p:grpSpPr>
          <a:xfrm>
            <a:off x="8150151" y="4751049"/>
            <a:ext cx="1578338" cy="234916"/>
            <a:chOff x="5946339" y="4498041"/>
            <a:chExt cx="1612053" cy="234916"/>
          </a:xfrm>
        </p:grpSpPr>
        <p:sp>
          <p:nvSpPr>
            <p:cNvPr id="238" name="모서리가 둥근 직사각형 237"/>
            <p:cNvSpPr/>
            <p:nvPr/>
          </p:nvSpPr>
          <p:spPr>
            <a:xfrm rot="5400000">
              <a:off x="7399081" y="4573646"/>
              <a:ext cx="234916" cy="83706"/>
            </a:xfrm>
            <a:prstGeom prst="roundRect">
              <a:avLst/>
            </a:prstGeom>
            <a:gradFill>
              <a:gsLst>
                <a:gs pos="50000">
                  <a:schemeClr val="bg1"/>
                </a:gs>
                <a:gs pos="0">
                  <a:schemeClr val="tx1">
                    <a:lumMod val="50000"/>
                    <a:lumOff val="50000"/>
                  </a:schemeClr>
                </a:gs>
                <a:gs pos="100000">
                  <a:schemeClr val="bg1">
                    <a:lumMod val="50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 dirty="0"/>
            </a:p>
          </p:txBody>
        </p:sp>
        <p:sp>
          <p:nvSpPr>
            <p:cNvPr id="239" name="모서리가 둥근 직사각형 238"/>
            <p:cNvSpPr/>
            <p:nvPr/>
          </p:nvSpPr>
          <p:spPr>
            <a:xfrm rot="5400000">
              <a:off x="5870734" y="4573646"/>
              <a:ext cx="234916" cy="83706"/>
            </a:xfrm>
            <a:prstGeom prst="roundRect">
              <a:avLst/>
            </a:prstGeom>
            <a:gradFill>
              <a:gsLst>
                <a:gs pos="50000">
                  <a:schemeClr val="bg1"/>
                </a:gs>
                <a:gs pos="0">
                  <a:schemeClr val="tx1">
                    <a:lumMod val="50000"/>
                    <a:lumOff val="50000"/>
                  </a:schemeClr>
                </a:gs>
                <a:gs pos="100000">
                  <a:schemeClr val="bg1">
                    <a:lumMod val="50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 dirty="0"/>
            </a:p>
          </p:txBody>
        </p:sp>
      </p:grpSp>
      <p:sp>
        <p:nvSpPr>
          <p:cNvPr id="240" name="직사각형 239"/>
          <p:cNvSpPr/>
          <p:nvPr/>
        </p:nvSpPr>
        <p:spPr>
          <a:xfrm>
            <a:off x="6141360" y="4515801"/>
            <a:ext cx="1169543" cy="238114"/>
          </a:xfrm>
          <a:prstGeom prst="rect">
            <a:avLst/>
          </a:prstGeom>
          <a:noFill/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>
              <a:defRPr/>
            </a:pPr>
            <a:r>
              <a:rPr lang="ko-KR" altLang="en-US" sz="1500" spc="-128" dirty="0">
                <a:solidFill>
                  <a:schemeClr val="bg1"/>
                </a:solidFill>
                <a:latin typeface="Rix고딕 B" panose="02020603020101020101" pitchFamily="18" charset="-127"/>
                <a:ea typeface="Rix고딕 B" panose="02020603020101020101" pitchFamily="18" charset="-127"/>
              </a:rPr>
              <a:t>단계적 기술이전</a:t>
            </a:r>
          </a:p>
        </p:txBody>
      </p:sp>
      <p:sp>
        <p:nvSpPr>
          <p:cNvPr id="241" name="직사각형 240"/>
          <p:cNvSpPr/>
          <p:nvPr/>
        </p:nvSpPr>
        <p:spPr>
          <a:xfrm>
            <a:off x="8348333" y="4515801"/>
            <a:ext cx="1169543" cy="238114"/>
          </a:xfrm>
          <a:prstGeom prst="rect">
            <a:avLst/>
          </a:prstGeom>
          <a:noFill/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>
              <a:defRPr/>
            </a:pPr>
            <a:r>
              <a:rPr lang="ko-KR" altLang="en-US" sz="1500" spc="-128" dirty="0">
                <a:solidFill>
                  <a:schemeClr val="bg1"/>
                </a:solidFill>
                <a:latin typeface="Rix고딕 B" panose="02020603020101020101" pitchFamily="18" charset="-127"/>
                <a:ea typeface="Rix고딕 B" panose="02020603020101020101" pitchFamily="18" charset="-127"/>
              </a:rPr>
              <a:t>지원활동</a:t>
            </a:r>
          </a:p>
        </p:txBody>
      </p:sp>
      <p:sp>
        <p:nvSpPr>
          <p:cNvPr id="253" name="오른쪽 화살표 252"/>
          <p:cNvSpPr/>
          <p:nvPr/>
        </p:nvSpPr>
        <p:spPr>
          <a:xfrm>
            <a:off x="5477704" y="2515634"/>
            <a:ext cx="4517465" cy="563646"/>
          </a:xfrm>
          <a:prstGeom prst="rightArrow">
            <a:avLst>
              <a:gd name="adj1" fmla="val 50000"/>
              <a:gd name="adj2" fmla="val 64717"/>
            </a:avLst>
          </a:prstGeom>
          <a:solidFill>
            <a:srgbClr val="335A75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anchor="ctr"/>
          <a:lstStyle/>
          <a:p>
            <a:pPr algn="ctr"/>
            <a:endParaRPr lang="ko-KR" altLang="en-US" sz="1600" spc="-150" dirty="0">
              <a:solidFill>
                <a:schemeClr val="bg1"/>
              </a:solidFill>
              <a:latin typeface="Rix모던고딕 B" panose="02020603020101020101" pitchFamily="18" charset="-127"/>
              <a:ea typeface="Rix모던고딕 B" panose="02020603020101020101" pitchFamily="18" charset="-127"/>
            </a:endParaRPr>
          </a:p>
        </p:txBody>
      </p:sp>
      <p:sp>
        <p:nvSpPr>
          <p:cNvPr id="254" name="직사각형 253"/>
          <p:cNvSpPr/>
          <p:nvPr/>
        </p:nvSpPr>
        <p:spPr>
          <a:xfrm>
            <a:off x="5559919" y="3019261"/>
            <a:ext cx="936740" cy="27384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9569" tIns="49785" rIns="99569" bIns="49785" rtlCol="0" anchor="ctr"/>
          <a:lstStyle/>
          <a:p>
            <a:pPr algn="ctr"/>
            <a:r>
              <a:rPr lang="ko-KR" altLang="en-US" sz="1400" spc="-99" dirty="0">
                <a:solidFill>
                  <a:schemeClr val="tx1">
                    <a:lumMod val="85000"/>
                    <a:lumOff val="15000"/>
                  </a:schemeClr>
                </a:solidFill>
                <a:latin typeface="Rix고딕 B" panose="02020603020101020101" pitchFamily="18" charset="-127"/>
                <a:ea typeface="Rix고딕 B" panose="02020603020101020101" pitchFamily="18" charset="-127"/>
              </a:rPr>
              <a:t>체계 도입</a:t>
            </a:r>
          </a:p>
        </p:txBody>
      </p:sp>
      <p:sp>
        <p:nvSpPr>
          <p:cNvPr id="255" name="직사각형 254"/>
          <p:cNvSpPr/>
          <p:nvPr/>
        </p:nvSpPr>
        <p:spPr>
          <a:xfrm>
            <a:off x="7078149" y="3019261"/>
            <a:ext cx="936740" cy="27384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9569" tIns="49785" rIns="99569" bIns="49785" rtlCol="0" anchor="ctr"/>
          <a:lstStyle/>
          <a:p>
            <a:pPr algn="ctr"/>
            <a:r>
              <a:rPr lang="ko-KR" altLang="en-US" sz="1400" spc="-99" dirty="0">
                <a:solidFill>
                  <a:schemeClr val="tx1">
                    <a:lumMod val="85000"/>
                    <a:lumOff val="15000"/>
                  </a:schemeClr>
                </a:solidFill>
                <a:latin typeface="Rix고딕 B" panose="02020603020101020101" pitchFamily="18" charset="-127"/>
                <a:ea typeface="Rix고딕 B" panose="02020603020101020101" pitchFamily="18" charset="-127"/>
              </a:rPr>
              <a:t>체계 구축</a:t>
            </a:r>
          </a:p>
        </p:txBody>
      </p:sp>
      <p:sp>
        <p:nvSpPr>
          <p:cNvPr id="257" name="직사각형 256"/>
          <p:cNvSpPr/>
          <p:nvPr/>
        </p:nvSpPr>
        <p:spPr>
          <a:xfrm>
            <a:off x="8453204" y="3019261"/>
            <a:ext cx="1219544" cy="27384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9569" tIns="49785" rIns="99569" bIns="49785" rtlCol="0" anchor="ctr"/>
          <a:lstStyle/>
          <a:p>
            <a:pPr algn="ctr"/>
            <a:r>
              <a:rPr lang="ko-KR" altLang="en-US" sz="1400" spc="-99" dirty="0">
                <a:solidFill>
                  <a:schemeClr val="tx1">
                    <a:lumMod val="85000"/>
                    <a:lumOff val="15000"/>
                  </a:schemeClr>
                </a:solidFill>
                <a:latin typeface="Rix고딕 B" panose="02020603020101020101" pitchFamily="18" charset="-127"/>
                <a:ea typeface="Rix고딕 B" panose="02020603020101020101" pitchFamily="18" charset="-127"/>
              </a:rPr>
              <a:t>유지보수 단계</a:t>
            </a:r>
          </a:p>
        </p:txBody>
      </p:sp>
      <p:sp>
        <p:nvSpPr>
          <p:cNvPr id="258" name="모서리가 둥근 직사각형 257"/>
          <p:cNvSpPr/>
          <p:nvPr/>
        </p:nvSpPr>
        <p:spPr>
          <a:xfrm>
            <a:off x="5647573" y="2191349"/>
            <a:ext cx="776794" cy="285752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9569" tIns="49785" rIns="99569" bIns="49785" rtlCol="0" anchor="ctr"/>
          <a:lstStyle>
            <a:defPPr>
              <a:defRPr lang="ko-KR"/>
            </a:defPPr>
            <a:lvl1pPr marL="0" algn="l" defTabSz="1019190" rtl="0" eaLnBrk="1" latinLnBrk="1" hangingPunct="1"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509595" algn="l" defTabSz="1019190" rtl="0" eaLnBrk="1" latinLnBrk="1" hangingPunct="1"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019190" algn="l" defTabSz="1019190" rtl="0" eaLnBrk="1" latinLnBrk="1" hangingPunct="1"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528785" algn="l" defTabSz="1019190" rtl="0" eaLnBrk="1" latinLnBrk="1" hangingPunct="1"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038380" algn="l" defTabSz="1019190" rtl="0" eaLnBrk="1" latinLnBrk="1" hangingPunct="1"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547976" algn="l" defTabSz="1019190" rtl="0" eaLnBrk="1" latinLnBrk="1" hangingPunct="1"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3057571" algn="l" defTabSz="1019190" rtl="0" eaLnBrk="1" latinLnBrk="1" hangingPunct="1"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567166" algn="l" defTabSz="1019190" rtl="0" eaLnBrk="1" latinLnBrk="1" hangingPunct="1"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4076761" algn="l" defTabSz="1019190" rtl="0" eaLnBrk="1" latinLnBrk="1" hangingPunct="1"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600" spc="-99" dirty="0">
                <a:solidFill>
                  <a:srgbClr val="C00000"/>
                </a:solidFill>
                <a:latin typeface="Rix고딕 B" pitchFamily="18" charset="-127"/>
                <a:ea typeface="Rix고딕 B" pitchFamily="18" charset="-127"/>
              </a:rPr>
              <a:t>STEP 1</a:t>
            </a:r>
            <a:endParaRPr lang="ko-KR" altLang="en-US" sz="1600" spc="-99" dirty="0">
              <a:solidFill>
                <a:srgbClr val="C00000"/>
              </a:solidFill>
              <a:latin typeface="Rix고딕 B" pitchFamily="18" charset="-127"/>
              <a:ea typeface="Rix고딕 B" pitchFamily="18" charset="-127"/>
            </a:endParaRPr>
          </a:p>
        </p:txBody>
      </p:sp>
      <p:sp>
        <p:nvSpPr>
          <p:cNvPr id="259" name="모서리가 둥근 직사각형 258"/>
          <p:cNvSpPr/>
          <p:nvPr/>
        </p:nvSpPr>
        <p:spPr>
          <a:xfrm>
            <a:off x="7164491" y="2191349"/>
            <a:ext cx="776794" cy="285752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9569" tIns="49785" rIns="99569" bIns="49785" rtlCol="0" anchor="ctr"/>
          <a:lstStyle>
            <a:defPPr>
              <a:defRPr lang="ko-KR"/>
            </a:defPPr>
            <a:lvl1pPr marL="0" algn="l" defTabSz="1019190" rtl="0" eaLnBrk="1" latinLnBrk="1" hangingPunct="1"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509595" algn="l" defTabSz="1019190" rtl="0" eaLnBrk="1" latinLnBrk="1" hangingPunct="1"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019190" algn="l" defTabSz="1019190" rtl="0" eaLnBrk="1" latinLnBrk="1" hangingPunct="1"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528785" algn="l" defTabSz="1019190" rtl="0" eaLnBrk="1" latinLnBrk="1" hangingPunct="1"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038380" algn="l" defTabSz="1019190" rtl="0" eaLnBrk="1" latinLnBrk="1" hangingPunct="1"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547976" algn="l" defTabSz="1019190" rtl="0" eaLnBrk="1" latinLnBrk="1" hangingPunct="1"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3057571" algn="l" defTabSz="1019190" rtl="0" eaLnBrk="1" latinLnBrk="1" hangingPunct="1"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567166" algn="l" defTabSz="1019190" rtl="0" eaLnBrk="1" latinLnBrk="1" hangingPunct="1"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4076761" algn="l" defTabSz="1019190" rtl="0" eaLnBrk="1" latinLnBrk="1" hangingPunct="1"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600" spc="-99" dirty="0">
                <a:solidFill>
                  <a:srgbClr val="C00000"/>
                </a:solidFill>
                <a:latin typeface="Rix고딕 B" pitchFamily="18" charset="-127"/>
                <a:ea typeface="Rix고딕 B" pitchFamily="18" charset="-127"/>
              </a:rPr>
              <a:t>STEP 2</a:t>
            </a:r>
            <a:endParaRPr lang="ko-KR" altLang="en-US" sz="1600" spc="-99" dirty="0">
              <a:solidFill>
                <a:srgbClr val="C00000"/>
              </a:solidFill>
              <a:latin typeface="Rix고딕 B" pitchFamily="18" charset="-127"/>
              <a:ea typeface="Rix고딕 B" pitchFamily="18" charset="-127"/>
            </a:endParaRPr>
          </a:p>
        </p:txBody>
      </p:sp>
      <p:sp>
        <p:nvSpPr>
          <p:cNvPr id="260" name="모서리가 둥근 직사각형 259"/>
          <p:cNvSpPr/>
          <p:nvPr/>
        </p:nvSpPr>
        <p:spPr>
          <a:xfrm>
            <a:off x="8676565" y="2191349"/>
            <a:ext cx="776794" cy="285752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9569" tIns="49785" rIns="99569" bIns="49785" rtlCol="0" anchor="ctr"/>
          <a:lstStyle>
            <a:defPPr>
              <a:defRPr lang="ko-KR"/>
            </a:defPPr>
            <a:lvl1pPr marL="0" algn="l" defTabSz="1019190" rtl="0" eaLnBrk="1" latinLnBrk="1" hangingPunct="1"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509595" algn="l" defTabSz="1019190" rtl="0" eaLnBrk="1" latinLnBrk="1" hangingPunct="1"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019190" algn="l" defTabSz="1019190" rtl="0" eaLnBrk="1" latinLnBrk="1" hangingPunct="1"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528785" algn="l" defTabSz="1019190" rtl="0" eaLnBrk="1" latinLnBrk="1" hangingPunct="1"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038380" algn="l" defTabSz="1019190" rtl="0" eaLnBrk="1" latinLnBrk="1" hangingPunct="1"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547976" algn="l" defTabSz="1019190" rtl="0" eaLnBrk="1" latinLnBrk="1" hangingPunct="1"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3057571" algn="l" defTabSz="1019190" rtl="0" eaLnBrk="1" latinLnBrk="1" hangingPunct="1"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567166" algn="l" defTabSz="1019190" rtl="0" eaLnBrk="1" latinLnBrk="1" hangingPunct="1"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4076761" algn="l" defTabSz="1019190" rtl="0" eaLnBrk="1" latinLnBrk="1" hangingPunct="1"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600" spc="-99" dirty="0">
                <a:solidFill>
                  <a:srgbClr val="C00000"/>
                </a:solidFill>
                <a:latin typeface="Rix고딕 B" pitchFamily="18" charset="-127"/>
                <a:ea typeface="Rix고딕 B" pitchFamily="18" charset="-127"/>
              </a:rPr>
              <a:t>STEP 3</a:t>
            </a:r>
            <a:endParaRPr lang="ko-KR" altLang="en-US" sz="1600" spc="-99" dirty="0">
              <a:solidFill>
                <a:srgbClr val="C00000"/>
              </a:solidFill>
              <a:latin typeface="Rix고딕 B" pitchFamily="18" charset="-127"/>
              <a:ea typeface="Rix고딕 B" pitchFamily="18" charset="-127"/>
            </a:endParaRPr>
          </a:p>
        </p:txBody>
      </p:sp>
      <p:cxnSp>
        <p:nvCxnSpPr>
          <p:cNvPr id="266" name="직선 연결선 265"/>
          <p:cNvCxnSpPr/>
          <p:nvPr/>
        </p:nvCxnSpPr>
        <p:spPr>
          <a:xfrm>
            <a:off x="6022073" y="2766000"/>
            <a:ext cx="0" cy="168289"/>
          </a:xfrm>
          <a:prstGeom prst="line">
            <a:avLst/>
          </a:prstGeom>
          <a:ln>
            <a:solidFill>
              <a:schemeClr val="bg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67" name="Picture 59" descr="소미02 copy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20630" y="2515636"/>
            <a:ext cx="219289" cy="3182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268" name="직선 연결선 267"/>
          <p:cNvCxnSpPr/>
          <p:nvPr/>
        </p:nvCxnSpPr>
        <p:spPr>
          <a:xfrm>
            <a:off x="7546519" y="2766000"/>
            <a:ext cx="0" cy="168289"/>
          </a:xfrm>
          <a:prstGeom prst="line">
            <a:avLst/>
          </a:prstGeom>
          <a:ln>
            <a:solidFill>
              <a:schemeClr val="bg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9" name="직선 연결선 268"/>
          <p:cNvCxnSpPr/>
          <p:nvPr/>
        </p:nvCxnSpPr>
        <p:spPr>
          <a:xfrm>
            <a:off x="9062975" y="2766000"/>
            <a:ext cx="0" cy="168289"/>
          </a:xfrm>
          <a:prstGeom prst="line">
            <a:avLst/>
          </a:prstGeom>
          <a:ln>
            <a:solidFill>
              <a:schemeClr val="bg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70" name="Picture 59" descr="소미02 copy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9168" y="2515636"/>
            <a:ext cx="219289" cy="3182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71" name="Picture 59" descr="소미02 copy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57708" y="2515636"/>
            <a:ext cx="219289" cy="3182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72" name="그룹 271"/>
          <p:cNvGrpSpPr/>
          <p:nvPr/>
        </p:nvGrpSpPr>
        <p:grpSpPr>
          <a:xfrm>
            <a:off x="5645318" y="5058420"/>
            <a:ext cx="2094293" cy="1820963"/>
            <a:chOff x="5645318" y="5064771"/>
            <a:chExt cx="2094293" cy="1620536"/>
          </a:xfrm>
        </p:grpSpPr>
        <p:grpSp>
          <p:nvGrpSpPr>
            <p:cNvPr id="273" name="그룹 272"/>
            <p:cNvGrpSpPr/>
            <p:nvPr/>
          </p:nvGrpSpPr>
          <p:grpSpPr>
            <a:xfrm>
              <a:off x="5645318" y="5064771"/>
              <a:ext cx="2094293" cy="361158"/>
              <a:chOff x="5645318" y="5058421"/>
              <a:chExt cx="2094293" cy="361158"/>
            </a:xfrm>
          </p:grpSpPr>
          <p:sp>
            <p:nvSpPr>
              <p:cNvPr id="377" name="제목 3"/>
              <p:cNvSpPr>
                <a:spLocks/>
              </p:cNvSpPr>
              <p:nvPr/>
            </p:nvSpPr>
            <p:spPr bwMode="auto">
              <a:xfrm>
                <a:off x="5645318" y="5058421"/>
                <a:ext cx="353472" cy="361158"/>
              </a:xfrm>
              <a:prstGeom prst="roundRect">
                <a:avLst>
                  <a:gd name="adj" fmla="val 0"/>
                </a:avLst>
              </a:prstGeom>
              <a:solidFill>
                <a:srgbClr val="335A75"/>
              </a:solidFill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0000" anchor="ctr"/>
              <a:lstStyle/>
              <a:p>
                <a:pPr algn="ctr"/>
                <a:endParaRPr lang="ko-KR" altLang="en-US" sz="1600" spc="-150" dirty="0">
                  <a:solidFill>
                    <a:schemeClr val="bg1"/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</a:endParaRPr>
              </a:p>
            </p:txBody>
          </p:sp>
          <p:sp>
            <p:nvSpPr>
              <p:cNvPr id="378" name="제목 3"/>
              <p:cNvSpPr>
                <a:spLocks/>
              </p:cNvSpPr>
              <p:nvPr/>
            </p:nvSpPr>
            <p:spPr bwMode="auto">
              <a:xfrm>
                <a:off x="6007783" y="5058421"/>
                <a:ext cx="1731828" cy="361158"/>
              </a:xfrm>
              <a:prstGeom prst="roundRect">
                <a:avLst>
                  <a:gd name="adj" fmla="val 0"/>
                </a:avLst>
              </a:prstGeom>
              <a:solidFill>
                <a:schemeClr val="bg1">
                  <a:lumMod val="85000"/>
                </a:schemeClr>
              </a:solidFill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0000" anchor="ctr"/>
              <a:lstStyle/>
              <a:p>
                <a:pPr algn="ctr">
                  <a:defRPr/>
                </a:pPr>
                <a:endParaRPr kumimoji="1" lang="ko-KR" altLang="en-US" sz="1500" spc="-150" dirty="0">
                  <a:solidFill>
                    <a:schemeClr val="bg1"/>
                  </a:solidFill>
                  <a:latin typeface="Rix모던고딕 EB" panose="02020603020101020101" pitchFamily="18" charset="-127"/>
                  <a:ea typeface="Rix모던고딕 EB" panose="02020603020101020101" pitchFamily="18" charset="-127"/>
                </a:endParaRPr>
              </a:p>
            </p:txBody>
          </p:sp>
        </p:grpSp>
        <p:grpSp>
          <p:nvGrpSpPr>
            <p:cNvPr id="274" name="그룹 273"/>
            <p:cNvGrpSpPr/>
            <p:nvPr/>
          </p:nvGrpSpPr>
          <p:grpSpPr>
            <a:xfrm>
              <a:off x="5645318" y="5484564"/>
              <a:ext cx="2094293" cy="361158"/>
              <a:chOff x="5645318" y="5058421"/>
              <a:chExt cx="2094293" cy="361158"/>
            </a:xfrm>
          </p:grpSpPr>
          <p:sp>
            <p:nvSpPr>
              <p:cNvPr id="375" name="제목 3"/>
              <p:cNvSpPr>
                <a:spLocks/>
              </p:cNvSpPr>
              <p:nvPr/>
            </p:nvSpPr>
            <p:spPr bwMode="auto">
              <a:xfrm>
                <a:off x="5645318" y="5058421"/>
                <a:ext cx="353472" cy="361158"/>
              </a:xfrm>
              <a:prstGeom prst="roundRect">
                <a:avLst>
                  <a:gd name="adj" fmla="val 0"/>
                </a:avLst>
              </a:prstGeom>
              <a:solidFill>
                <a:srgbClr val="335A75"/>
              </a:solidFill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0000" anchor="ctr"/>
              <a:lstStyle/>
              <a:p>
                <a:pPr algn="ctr"/>
                <a:endParaRPr lang="ko-KR" altLang="en-US" sz="1600" spc="-150" dirty="0">
                  <a:solidFill>
                    <a:schemeClr val="bg1"/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</a:endParaRPr>
              </a:p>
            </p:txBody>
          </p:sp>
          <p:sp>
            <p:nvSpPr>
              <p:cNvPr id="376" name="제목 3"/>
              <p:cNvSpPr>
                <a:spLocks/>
              </p:cNvSpPr>
              <p:nvPr/>
            </p:nvSpPr>
            <p:spPr bwMode="auto">
              <a:xfrm>
                <a:off x="6007783" y="5058421"/>
                <a:ext cx="1731828" cy="361158"/>
              </a:xfrm>
              <a:prstGeom prst="roundRect">
                <a:avLst>
                  <a:gd name="adj" fmla="val 0"/>
                </a:avLst>
              </a:prstGeom>
              <a:solidFill>
                <a:schemeClr val="bg1">
                  <a:lumMod val="85000"/>
                </a:schemeClr>
              </a:solidFill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0000" anchor="ctr"/>
              <a:lstStyle/>
              <a:p>
                <a:pPr algn="ctr">
                  <a:defRPr/>
                </a:pPr>
                <a:endParaRPr kumimoji="1" lang="ko-KR" altLang="en-US" sz="1500" spc="-150" dirty="0">
                  <a:solidFill>
                    <a:schemeClr val="bg1"/>
                  </a:solidFill>
                  <a:latin typeface="Rix모던고딕 EB" panose="02020603020101020101" pitchFamily="18" charset="-127"/>
                  <a:ea typeface="Rix모던고딕 EB" panose="02020603020101020101" pitchFamily="18" charset="-127"/>
                </a:endParaRPr>
              </a:p>
            </p:txBody>
          </p:sp>
        </p:grpSp>
        <p:grpSp>
          <p:nvGrpSpPr>
            <p:cNvPr id="277" name="그룹 276"/>
            <p:cNvGrpSpPr/>
            <p:nvPr/>
          </p:nvGrpSpPr>
          <p:grpSpPr>
            <a:xfrm>
              <a:off x="5645318" y="5904357"/>
              <a:ext cx="2094293" cy="361158"/>
              <a:chOff x="5645318" y="5058421"/>
              <a:chExt cx="2094293" cy="361158"/>
            </a:xfrm>
          </p:grpSpPr>
          <p:sp>
            <p:nvSpPr>
              <p:cNvPr id="281" name="제목 3"/>
              <p:cNvSpPr>
                <a:spLocks/>
              </p:cNvSpPr>
              <p:nvPr/>
            </p:nvSpPr>
            <p:spPr bwMode="auto">
              <a:xfrm>
                <a:off x="5645318" y="5058421"/>
                <a:ext cx="353472" cy="361158"/>
              </a:xfrm>
              <a:prstGeom prst="roundRect">
                <a:avLst>
                  <a:gd name="adj" fmla="val 0"/>
                </a:avLst>
              </a:prstGeom>
              <a:solidFill>
                <a:srgbClr val="335A75"/>
              </a:solidFill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0000" anchor="ctr"/>
              <a:lstStyle/>
              <a:p>
                <a:pPr algn="ctr"/>
                <a:endParaRPr lang="ko-KR" altLang="en-US" sz="1600" spc="-150" dirty="0">
                  <a:solidFill>
                    <a:schemeClr val="bg1"/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</a:endParaRPr>
              </a:p>
            </p:txBody>
          </p:sp>
          <p:sp>
            <p:nvSpPr>
              <p:cNvPr id="282" name="제목 3"/>
              <p:cNvSpPr>
                <a:spLocks/>
              </p:cNvSpPr>
              <p:nvPr/>
            </p:nvSpPr>
            <p:spPr bwMode="auto">
              <a:xfrm>
                <a:off x="6007783" y="5058421"/>
                <a:ext cx="1731828" cy="361158"/>
              </a:xfrm>
              <a:prstGeom prst="roundRect">
                <a:avLst>
                  <a:gd name="adj" fmla="val 0"/>
                </a:avLst>
              </a:prstGeom>
              <a:solidFill>
                <a:schemeClr val="bg1">
                  <a:lumMod val="85000"/>
                </a:schemeClr>
              </a:solidFill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0000" anchor="ctr"/>
              <a:lstStyle/>
              <a:p>
                <a:pPr algn="ctr">
                  <a:defRPr/>
                </a:pPr>
                <a:endParaRPr kumimoji="1" lang="ko-KR" altLang="en-US" sz="1500" spc="-150" dirty="0">
                  <a:solidFill>
                    <a:schemeClr val="bg1"/>
                  </a:solidFill>
                  <a:latin typeface="Rix모던고딕 EB" panose="02020603020101020101" pitchFamily="18" charset="-127"/>
                  <a:ea typeface="Rix모던고딕 EB" panose="02020603020101020101" pitchFamily="18" charset="-127"/>
                </a:endParaRPr>
              </a:p>
            </p:txBody>
          </p:sp>
        </p:grpSp>
        <p:grpSp>
          <p:nvGrpSpPr>
            <p:cNvPr id="278" name="그룹 277"/>
            <p:cNvGrpSpPr/>
            <p:nvPr/>
          </p:nvGrpSpPr>
          <p:grpSpPr>
            <a:xfrm>
              <a:off x="5645318" y="6324149"/>
              <a:ext cx="2094293" cy="361158"/>
              <a:chOff x="5645318" y="5058421"/>
              <a:chExt cx="2094293" cy="361158"/>
            </a:xfrm>
          </p:grpSpPr>
          <p:sp>
            <p:nvSpPr>
              <p:cNvPr id="279" name="제목 3"/>
              <p:cNvSpPr>
                <a:spLocks/>
              </p:cNvSpPr>
              <p:nvPr/>
            </p:nvSpPr>
            <p:spPr bwMode="auto">
              <a:xfrm>
                <a:off x="5645318" y="5058421"/>
                <a:ext cx="353472" cy="361158"/>
              </a:xfrm>
              <a:prstGeom prst="roundRect">
                <a:avLst>
                  <a:gd name="adj" fmla="val 0"/>
                </a:avLst>
              </a:prstGeom>
              <a:solidFill>
                <a:srgbClr val="335A75"/>
              </a:solidFill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0000" anchor="ctr"/>
              <a:lstStyle/>
              <a:p>
                <a:pPr algn="ctr"/>
                <a:endParaRPr lang="ko-KR" altLang="en-US" sz="1600" spc="-150" dirty="0">
                  <a:solidFill>
                    <a:schemeClr val="bg1"/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</a:endParaRPr>
              </a:p>
            </p:txBody>
          </p:sp>
          <p:sp>
            <p:nvSpPr>
              <p:cNvPr id="280" name="제목 3"/>
              <p:cNvSpPr>
                <a:spLocks/>
              </p:cNvSpPr>
              <p:nvPr/>
            </p:nvSpPr>
            <p:spPr bwMode="auto">
              <a:xfrm>
                <a:off x="6007783" y="5058421"/>
                <a:ext cx="1731828" cy="361158"/>
              </a:xfrm>
              <a:prstGeom prst="roundRect">
                <a:avLst>
                  <a:gd name="adj" fmla="val 0"/>
                </a:avLst>
              </a:prstGeom>
              <a:solidFill>
                <a:schemeClr val="bg1">
                  <a:lumMod val="85000"/>
                </a:schemeClr>
              </a:solidFill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0000" anchor="ctr"/>
              <a:lstStyle/>
              <a:p>
                <a:pPr algn="ctr">
                  <a:defRPr/>
                </a:pPr>
                <a:endParaRPr kumimoji="1" lang="ko-KR" altLang="en-US" sz="1500" spc="-150" dirty="0">
                  <a:solidFill>
                    <a:schemeClr val="bg1"/>
                  </a:solidFill>
                  <a:latin typeface="Rix모던고딕 EB" panose="02020603020101020101" pitchFamily="18" charset="-127"/>
                  <a:ea typeface="Rix모던고딕 EB" panose="02020603020101020101" pitchFamily="18" charset="-127"/>
                </a:endParaRPr>
              </a:p>
            </p:txBody>
          </p:sp>
        </p:grpSp>
      </p:grpSp>
      <p:sp>
        <p:nvSpPr>
          <p:cNvPr id="379" name="직사각형 378"/>
          <p:cNvSpPr/>
          <p:nvPr/>
        </p:nvSpPr>
        <p:spPr>
          <a:xfrm>
            <a:off x="5630049" y="5130930"/>
            <a:ext cx="389926" cy="27705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en-US" altLang="ko-KR" sz="1800" spc="-148" dirty="0">
                <a:solidFill>
                  <a:schemeClr val="bg1"/>
                </a:solidFill>
                <a:latin typeface="Rix고딕 EB" panose="02020603020101020101" pitchFamily="18" charset="-127"/>
                <a:ea typeface="Rix고딕 EB" panose="02020603020101020101" pitchFamily="18" charset="-127"/>
              </a:rPr>
              <a:t>01</a:t>
            </a:r>
            <a:endParaRPr lang="ko-KR" altLang="en-US" sz="1800" spc="-148" dirty="0">
              <a:solidFill>
                <a:schemeClr val="bg1"/>
              </a:solidFill>
              <a:latin typeface="Rix고딕 EB" panose="02020603020101020101" pitchFamily="18" charset="-127"/>
              <a:ea typeface="Rix고딕 EB" panose="02020603020101020101" pitchFamily="18" charset="-127"/>
            </a:endParaRPr>
          </a:p>
        </p:txBody>
      </p:sp>
      <p:sp>
        <p:nvSpPr>
          <p:cNvPr id="380" name="직사각형 379"/>
          <p:cNvSpPr/>
          <p:nvPr/>
        </p:nvSpPr>
        <p:spPr>
          <a:xfrm>
            <a:off x="6044956" y="5094909"/>
            <a:ext cx="1646188" cy="33284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spAutoFit/>
          </a:bodyPr>
          <a:lstStyle/>
          <a:p>
            <a:pPr>
              <a:lnSpc>
                <a:spcPct val="90000"/>
              </a:lnSpc>
            </a:pPr>
            <a:r>
              <a:rPr lang="ko-KR" altLang="en-US" sz="1200" spc="-99" dirty="0">
                <a:solidFill>
                  <a:schemeClr val="tx1">
                    <a:lumMod val="85000"/>
                    <a:lumOff val="15000"/>
                  </a:schemeClr>
                </a:solidFill>
                <a:latin typeface="Rix고딕 B" panose="02020603020101020101" pitchFamily="18" charset="-127"/>
                <a:ea typeface="Rix고딕 B" panose="02020603020101020101" pitchFamily="18" charset="-127"/>
              </a:rPr>
              <a:t>지속적인</a:t>
            </a:r>
            <a:br>
              <a:rPr lang="ko-KR" altLang="en-US" sz="1200" spc="-99" dirty="0">
                <a:solidFill>
                  <a:schemeClr val="tx1">
                    <a:lumMod val="85000"/>
                    <a:lumOff val="15000"/>
                  </a:schemeClr>
                </a:solidFill>
                <a:latin typeface="Rix고딕 B" panose="02020603020101020101" pitchFamily="18" charset="-127"/>
                <a:ea typeface="Rix고딕 B" panose="02020603020101020101" pitchFamily="18" charset="-127"/>
              </a:rPr>
            </a:br>
            <a:r>
              <a:rPr lang="ko-KR" altLang="en-US" sz="1200" spc="-99" dirty="0">
                <a:solidFill>
                  <a:schemeClr val="tx1">
                    <a:lumMod val="85000"/>
                    <a:lumOff val="15000"/>
                  </a:schemeClr>
                </a:solidFill>
                <a:latin typeface="Rix고딕 B" panose="02020603020101020101" pitchFamily="18" charset="-127"/>
                <a:ea typeface="Rix고딕 B" panose="02020603020101020101" pitchFamily="18" charset="-127"/>
              </a:rPr>
              <a:t>사후 기술지원</a:t>
            </a:r>
          </a:p>
        </p:txBody>
      </p:sp>
      <p:sp>
        <p:nvSpPr>
          <p:cNvPr id="381" name="직사각형 380"/>
          <p:cNvSpPr/>
          <p:nvPr/>
        </p:nvSpPr>
        <p:spPr>
          <a:xfrm>
            <a:off x="5630049" y="5603522"/>
            <a:ext cx="389926" cy="27705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en-US" altLang="ko-KR" sz="1800" spc="-148" dirty="0" smtClean="0">
                <a:solidFill>
                  <a:schemeClr val="bg1"/>
                </a:solidFill>
                <a:latin typeface="Rix고딕 EB" panose="02020603020101020101" pitchFamily="18" charset="-127"/>
                <a:ea typeface="Rix고딕 EB" panose="02020603020101020101" pitchFamily="18" charset="-127"/>
              </a:rPr>
              <a:t>02</a:t>
            </a:r>
            <a:endParaRPr lang="ko-KR" altLang="en-US" sz="1800" spc="-148" dirty="0">
              <a:solidFill>
                <a:schemeClr val="bg1"/>
              </a:solidFill>
              <a:latin typeface="Rix고딕 EB" panose="02020603020101020101" pitchFamily="18" charset="-127"/>
              <a:ea typeface="Rix고딕 EB" panose="02020603020101020101" pitchFamily="18" charset="-127"/>
            </a:endParaRPr>
          </a:p>
        </p:txBody>
      </p:sp>
      <p:sp>
        <p:nvSpPr>
          <p:cNvPr id="382" name="직사각형 381"/>
          <p:cNvSpPr/>
          <p:nvPr/>
        </p:nvSpPr>
        <p:spPr>
          <a:xfrm>
            <a:off x="6044956" y="5567501"/>
            <a:ext cx="1646188" cy="33284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spAutoFit/>
          </a:bodyPr>
          <a:lstStyle/>
          <a:p>
            <a:pPr>
              <a:lnSpc>
                <a:spcPct val="90000"/>
              </a:lnSpc>
            </a:pPr>
            <a:r>
              <a:rPr lang="ko-KR" altLang="en-US" sz="1200" spc="-99" dirty="0">
                <a:solidFill>
                  <a:schemeClr val="tx1">
                    <a:lumMod val="85000"/>
                    <a:lumOff val="15000"/>
                  </a:schemeClr>
                </a:solidFill>
                <a:latin typeface="Rix고딕 B" panose="02020603020101020101" pitchFamily="18" charset="-127"/>
                <a:ea typeface="Rix고딕 B" panose="02020603020101020101" pitchFamily="18" charset="-127"/>
              </a:rPr>
              <a:t>핵심 요원에 대한</a:t>
            </a:r>
            <a:br>
              <a:rPr lang="ko-KR" altLang="en-US" sz="1200" spc="-99" dirty="0">
                <a:solidFill>
                  <a:schemeClr val="tx1">
                    <a:lumMod val="85000"/>
                    <a:lumOff val="15000"/>
                  </a:schemeClr>
                </a:solidFill>
                <a:latin typeface="Rix고딕 B" panose="02020603020101020101" pitchFamily="18" charset="-127"/>
                <a:ea typeface="Rix고딕 B" panose="02020603020101020101" pitchFamily="18" charset="-127"/>
              </a:rPr>
            </a:br>
            <a:r>
              <a:rPr lang="ko-KR" altLang="en-US" sz="1200" spc="-99" dirty="0">
                <a:solidFill>
                  <a:schemeClr val="tx1">
                    <a:lumMod val="85000"/>
                    <a:lumOff val="15000"/>
                  </a:schemeClr>
                </a:solidFill>
                <a:latin typeface="Rix고딕 B" panose="02020603020101020101" pitchFamily="18" charset="-127"/>
                <a:ea typeface="Rix고딕 B" panose="02020603020101020101" pitchFamily="18" charset="-127"/>
              </a:rPr>
              <a:t>효과적 기술지원</a:t>
            </a:r>
          </a:p>
        </p:txBody>
      </p:sp>
      <p:sp>
        <p:nvSpPr>
          <p:cNvPr id="383" name="직사각형 382"/>
          <p:cNvSpPr/>
          <p:nvPr/>
        </p:nvSpPr>
        <p:spPr>
          <a:xfrm>
            <a:off x="5630049" y="6074356"/>
            <a:ext cx="389926" cy="27705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en-US" altLang="ko-KR" sz="1800" spc="-148" dirty="0" smtClean="0">
                <a:solidFill>
                  <a:schemeClr val="bg1"/>
                </a:solidFill>
                <a:latin typeface="Rix고딕 EB" panose="02020603020101020101" pitchFamily="18" charset="-127"/>
                <a:ea typeface="Rix고딕 EB" panose="02020603020101020101" pitchFamily="18" charset="-127"/>
              </a:rPr>
              <a:t>03</a:t>
            </a:r>
            <a:endParaRPr lang="ko-KR" altLang="en-US" sz="1800" spc="-148" dirty="0">
              <a:solidFill>
                <a:schemeClr val="bg1"/>
              </a:solidFill>
              <a:latin typeface="Rix고딕 EB" panose="02020603020101020101" pitchFamily="18" charset="-127"/>
              <a:ea typeface="Rix고딕 EB" panose="02020603020101020101" pitchFamily="18" charset="-127"/>
            </a:endParaRPr>
          </a:p>
        </p:txBody>
      </p:sp>
      <p:sp>
        <p:nvSpPr>
          <p:cNvPr id="384" name="직사각형 383"/>
          <p:cNvSpPr/>
          <p:nvPr/>
        </p:nvSpPr>
        <p:spPr>
          <a:xfrm>
            <a:off x="6044956" y="6038335"/>
            <a:ext cx="1646188" cy="33284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spAutoFit/>
          </a:bodyPr>
          <a:lstStyle/>
          <a:p>
            <a:pPr>
              <a:lnSpc>
                <a:spcPct val="90000"/>
              </a:lnSpc>
            </a:pPr>
            <a:r>
              <a:rPr lang="ko-KR" altLang="en-US" sz="1200" spc="-99" dirty="0">
                <a:solidFill>
                  <a:schemeClr val="tx1">
                    <a:lumMod val="85000"/>
                    <a:lumOff val="15000"/>
                  </a:schemeClr>
                </a:solidFill>
                <a:latin typeface="Rix고딕 B" panose="02020603020101020101" pitchFamily="18" charset="-127"/>
                <a:ea typeface="Rix고딕 B" panose="02020603020101020101" pitchFamily="18" charset="-127"/>
              </a:rPr>
              <a:t>주요 작업의 공동수행을</a:t>
            </a:r>
            <a:br>
              <a:rPr lang="ko-KR" altLang="en-US" sz="1200" spc="-99" dirty="0">
                <a:solidFill>
                  <a:schemeClr val="tx1">
                    <a:lumMod val="85000"/>
                    <a:lumOff val="15000"/>
                  </a:schemeClr>
                </a:solidFill>
                <a:latin typeface="Rix고딕 B" panose="02020603020101020101" pitchFamily="18" charset="-127"/>
                <a:ea typeface="Rix고딕 B" panose="02020603020101020101" pitchFamily="18" charset="-127"/>
              </a:rPr>
            </a:br>
            <a:r>
              <a:rPr lang="ko-KR" altLang="en-US" sz="1200" spc="-99" dirty="0">
                <a:solidFill>
                  <a:schemeClr val="tx1">
                    <a:lumMod val="85000"/>
                    <a:lumOff val="15000"/>
                  </a:schemeClr>
                </a:solidFill>
                <a:latin typeface="Rix고딕 B" panose="02020603020101020101" pitchFamily="18" charset="-127"/>
                <a:ea typeface="Rix고딕 B" panose="02020603020101020101" pitchFamily="18" charset="-127"/>
              </a:rPr>
              <a:t>통한 현장 기술이전</a:t>
            </a:r>
          </a:p>
        </p:txBody>
      </p:sp>
      <p:sp>
        <p:nvSpPr>
          <p:cNvPr id="385" name="직사각형 384"/>
          <p:cNvSpPr/>
          <p:nvPr/>
        </p:nvSpPr>
        <p:spPr>
          <a:xfrm>
            <a:off x="5630049" y="6548820"/>
            <a:ext cx="389926" cy="27705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en-US" altLang="ko-KR" sz="1800" spc="-148" dirty="0" smtClean="0">
                <a:solidFill>
                  <a:schemeClr val="bg1"/>
                </a:solidFill>
                <a:latin typeface="Rix고딕 EB" panose="02020603020101020101" pitchFamily="18" charset="-127"/>
                <a:ea typeface="Rix고딕 EB" panose="02020603020101020101" pitchFamily="18" charset="-127"/>
              </a:rPr>
              <a:t>04</a:t>
            </a:r>
            <a:endParaRPr lang="ko-KR" altLang="en-US" sz="1800" spc="-148" dirty="0">
              <a:solidFill>
                <a:schemeClr val="bg1"/>
              </a:solidFill>
              <a:latin typeface="Rix고딕 EB" panose="02020603020101020101" pitchFamily="18" charset="-127"/>
              <a:ea typeface="Rix고딕 EB" panose="02020603020101020101" pitchFamily="18" charset="-127"/>
            </a:endParaRPr>
          </a:p>
        </p:txBody>
      </p:sp>
      <p:sp>
        <p:nvSpPr>
          <p:cNvPr id="386" name="직사각형 385"/>
          <p:cNvSpPr/>
          <p:nvPr/>
        </p:nvSpPr>
        <p:spPr>
          <a:xfrm>
            <a:off x="6044956" y="6512799"/>
            <a:ext cx="1646188" cy="33284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spAutoFit/>
          </a:bodyPr>
          <a:lstStyle/>
          <a:p>
            <a:pPr>
              <a:lnSpc>
                <a:spcPct val="90000"/>
              </a:lnSpc>
            </a:pPr>
            <a:r>
              <a:rPr lang="ko-KR" altLang="en-US" sz="1200" spc="-99" dirty="0">
                <a:solidFill>
                  <a:schemeClr val="tx1">
                    <a:lumMod val="85000"/>
                    <a:lumOff val="15000"/>
                  </a:schemeClr>
                </a:solidFill>
                <a:latin typeface="Rix고딕 B" panose="02020603020101020101" pitchFamily="18" charset="-127"/>
                <a:ea typeface="Rix고딕 B" panose="02020603020101020101" pitchFamily="18" charset="-127"/>
              </a:rPr>
              <a:t>기술관련 교육을 통한</a:t>
            </a:r>
            <a:br>
              <a:rPr lang="ko-KR" altLang="en-US" sz="1200" spc="-99" dirty="0">
                <a:solidFill>
                  <a:schemeClr val="tx1">
                    <a:lumMod val="85000"/>
                    <a:lumOff val="15000"/>
                  </a:schemeClr>
                </a:solidFill>
                <a:latin typeface="Rix고딕 B" panose="02020603020101020101" pitchFamily="18" charset="-127"/>
                <a:ea typeface="Rix고딕 B" panose="02020603020101020101" pitchFamily="18" charset="-127"/>
              </a:rPr>
            </a:br>
            <a:r>
              <a:rPr lang="ko-KR" altLang="en-US" sz="1200" spc="-99" dirty="0">
                <a:solidFill>
                  <a:schemeClr val="tx1">
                    <a:lumMod val="85000"/>
                    <a:lumOff val="15000"/>
                  </a:schemeClr>
                </a:solidFill>
                <a:latin typeface="Rix고딕 B" panose="02020603020101020101" pitchFamily="18" charset="-127"/>
                <a:ea typeface="Rix고딕 B" panose="02020603020101020101" pitchFamily="18" charset="-127"/>
              </a:rPr>
              <a:t>체계적인 기술이전</a:t>
            </a:r>
          </a:p>
        </p:txBody>
      </p:sp>
      <p:grpSp>
        <p:nvGrpSpPr>
          <p:cNvPr id="387" name="그룹 386"/>
          <p:cNvGrpSpPr/>
          <p:nvPr/>
        </p:nvGrpSpPr>
        <p:grpSpPr>
          <a:xfrm>
            <a:off x="7893660" y="5058420"/>
            <a:ext cx="2094293" cy="1820963"/>
            <a:chOff x="5645318" y="5064771"/>
            <a:chExt cx="2094293" cy="1620536"/>
          </a:xfrm>
        </p:grpSpPr>
        <p:grpSp>
          <p:nvGrpSpPr>
            <p:cNvPr id="388" name="그룹 387"/>
            <p:cNvGrpSpPr/>
            <p:nvPr/>
          </p:nvGrpSpPr>
          <p:grpSpPr>
            <a:xfrm>
              <a:off x="5645318" y="5064771"/>
              <a:ext cx="2094293" cy="361158"/>
              <a:chOff x="5645318" y="5058421"/>
              <a:chExt cx="2094293" cy="361158"/>
            </a:xfrm>
          </p:grpSpPr>
          <p:sp>
            <p:nvSpPr>
              <p:cNvPr id="398" name="제목 3"/>
              <p:cNvSpPr>
                <a:spLocks/>
              </p:cNvSpPr>
              <p:nvPr/>
            </p:nvSpPr>
            <p:spPr bwMode="auto">
              <a:xfrm>
                <a:off x="5645318" y="5058421"/>
                <a:ext cx="353472" cy="361158"/>
              </a:xfrm>
              <a:prstGeom prst="roundRect">
                <a:avLst>
                  <a:gd name="adj" fmla="val 0"/>
                </a:avLst>
              </a:prstGeom>
              <a:solidFill>
                <a:srgbClr val="335A75"/>
              </a:solidFill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0000" anchor="ctr"/>
              <a:lstStyle/>
              <a:p>
                <a:pPr algn="ctr"/>
                <a:endParaRPr lang="ko-KR" altLang="en-US" sz="1600" spc="-150" dirty="0">
                  <a:solidFill>
                    <a:schemeClr val="bg1"/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</a:endParaRPr>
              </a:p>
            </p:txBody>
          </p:sp>
          <p:sp>
            <p:nvSpPr>
              <p:cNvPr id="399" name="제목 3"/>
              <p:cNvSpPr>
                <a:spLocks/>
              </p:cNvSpPr>
              <p:nvPr/>
            </p:nvSpPr>
            <p:spPr bwMode="auto">
              <a:xfrm>
                <a:off x="6007783" y="5058421"/>
                <a:ext cx="1731828" cy="361158"/>
              </a:xfrm>
              <a:prstGeom prst="roundRect">
                <a:avLst>
                  <a:gd name="adj" fmla="val 0"/>
                </a:avLst>
              </a:prstGeom>
              <a:solidFill>
                <a:schemeClr val="bg1">
                  <a:lumMod val="85000"/>
                </a:schemeClr>
              </a:solidFill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0000" anchor="ctr"/>
              <a:lstStyle/>
              <a:p>
                <a:pPr algn="ctr">
                  <a:defRPr/>
                </a:pPr>
                <a:endParaRPr kumimoji="1" lang="ko-KR" altLang="en-US" sz="1500" spc="-150" dirty="0">
                  <a:solidFill>
                    <a:schemeClr val="bg1"/>
                  </a:solidFill>
                  <a:latin typeface="Rix모던고딕 EB" panose="02020603020101020101" pitchFamily="18" charset="-127"/>
                  <a:ea typeface="Rix모던고딕 EB" panose="02020603020101020101" pitchFamily="18" charset="-127"/>
                </a:endParaRPr>
              </a:p>
            </p:txBody>
          </p:sp>
        </p:grpSp>
        <p:grpSp>
          <p:nvGrpSpPr>
            <p:cNvPr id="389" name="그룹 388"/>
            <p:cNvGrpSpPr/>
            <p:nvPr/>
          </p:nvGrpSpPr>
          <p:grpSpPr>
            <a:xfrm>
              <a:off x="5645318" y="5484564"/>
              <a:ext cx="2094293" cy="361158"/>
              <a:chOff x="5645318" y="5058421"/>
              <a:chExt cx="2094293" cy="361158"/>
            </a:xfrm>
          </p:grpSpPr>
          <p:sp>
            <p:nvSpPr>
              <p:cNvPr id="396" name="제목 3"/>
              <p:cNvSpPr>
                <a:spLocks/>
              </p:cNvSpPr>
              <p:nvPr/>
            </p:nvSpPr>
            <p:spPr bwMode="auto">
              <a:xfrm>
                <a:off x="5645318" y="5058421"/>
                <a:ext cx="353472" cy="361158"/>
              </a:xfrm>
              <a:prstGeom prst="roundRect">
                <a:avLst>
                  <a:gd name="adj" fmla="val 0"/>
                </a:avLst>
              </a:prstGeom>
              <a:solidFill>
                <a:srgbClr val="335A75"/>
              </a:solidFill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0000" anchor="ctr"/>
              <a:lstStyle/>
              <a:p>
                <a:pPr algn="ctr"/>
                <a:endParaRPr lang="ko-KR" altLang="en-US" sz="1600" spc="-150" dirty="0">
                  <a:solidFill>
                    <a:schemeClr val="bg1"/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</a:endParaRPr>
              </a:p>
            </p:txBody>
          </p:sp>
          <p:sp>
            <p:nvSpPr>
              <p:cNvPr id="397" name="제목 3"/>
              <p:cNvSpPr>
                <a:spLocks/>
              </p:cNvSpPr>
              <p:nvPr/>
            </p:nvSpPr>
            <p:spPr bwMode="auto">
              <a:xfrm>
                <a:off x="6007783" y="5058421"/>
                <a:ext cx="1731828" cy="361158"/>
              </a:xfrm>
              <a:prstGeom prst="roundRect">
                <a:avLst>
                  <a:gd name="adj" fmla="val 0"/>
                </a:avLst>
              </a:prstGeom>
              <a:solidFill>
                <a:schemeClr val="bg1">
                  <a:lumMod val="85000"/>
                </a:schemeClr>
              </a:solidFill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0000" anchor="ctr"/>
              <a:lstStyle/>
              <a:p>
                <a:pPr algn="ctr">
                  <a:defRPr/>
                </a:pPr>
                <a:endParaRPr kumimoji="1" lang="ko-KR" altLang="en-US" sz="1500" spc="-150" dirty="0">
                  <a:solidFill>
                    <a:schemeClr val="bg1"/>
                  </a:solidFill>
                  <a:latin typeface="Rix모던고딕 EB" panose="02020603020101020101" pitchFamily="18" charset="-127"/>
                  <a:ea typeface="Rix모던고딕 EB" panose="02020603020101020101" pitchFamily="18" charset="-127"/>
                </a:endParaRPr>
              </a:p>
            </p:txBody>
          </p:sp>
        </p:grpSp>
        <p:grpSp>
          <p:nvGrpSpPr>
            <p:cNvPr id="390" name="그룹 389"/>
            <p:cNvGrpSpPr/>
            <p:nvPr/>
          </p:nvGrpSpPr>
          <p:grpSpPr>
            <a:xfrm>
              <a:off x="5645318" y="5904357"/>
              <a:ext cx="2094293" cy="361158"/>
              <a:chOff x="5645318" y="5058421"/>
              <a:chExt cx="2094293" cy="361158"/>
            </a:xfrm>
          </p:grpSpPr>
          <p:sp>
            <p:nvSpPr>
              <p:cNvPr id="394" name="제목 3"/>
              <p:cNvSpPr>
                <a:spLocks/>
              </p:cNvSpPr>
              <p:nvPr/>
            </p:nvSpPr>
            <p:spPr bwMode="auto">
              <a:xfrm>
                <a:off x="5645318" y="5058421"/>
                <a:ext cx="353472" cy="361158"/>
              </a:xfrm>
              <a:prstGeom prst="roundRect">
                <a:avLst>
                  <a:gd name="adj" fmla="val 0"/>
                </a:avLst>
              </a:prstGeom>
              <a:solidFill>
                <a:srgbClr val="335A75"/>
              </a:solidFill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0000" anchor="ctr"/>
              <a:lstStyle/>
              <a:p>
                <a:pPr algn="ctr"/>
                <a:endParaRPr lang="ko-KR" altLang="en-US" sz="1600" spc="-150" dirty="0">
                  <a:solidFill>
                    <a:schemeClr val="bg1"/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</a:endParaRPr>
              </a:p>
            </p:txBody>
          </p:sp>
          <p:sp>
            <p:nvSpPr>
              <p:cNvPr id="395" name="제목 3"/>
              <p:cNvSpPr>
                <a:spLocks/>
              </p:cNvSpPr>
              <p:nvPr/>
            </p:nvSpPr>
            <p:spPr bwMode="auto">
              <a:xfrm>
                <a:off x="6007783" y="5058421"/>
                <a:ext cx="1731828" cy="361158"/>
              </a:xfrm>
              <a:prstGeom prst="roundRect">
                <a:avLst>
                  <a:gd name="adj" fmla="val 0"/>
                </a:avLst>
              </a:prstGeom>
              <a:solidFill>
                <a:schemeClr val="bg1">
                  <a:lumMod val="85000"/>
                </a:schemeClr>
              </a:solidFill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0000" anchor="ctr"/>
              <a:lstStyle/>
              <a:p>
                <a:pPr algn="ctr">
                  <a:defRPr/>
                </a:pPr>
                <a:endParaRPr kumimoji="1" lang="ko-KR" altLang="en-US" sz="1500" spc="-150" dirty="0">
                  <a:solidFill>
                    <a:schemeClr val="bg1"/>
                  </a:solidFill>
                  <a:latin typeface="Rix모던고딕 EB" panose="02020603020101020101" pitchFamily="18" charset="-127"/>
                  <a:ea typeface="Rix모던고딕 EB" panose="02020603020101020101" pitchFamily="18" charset="-127"/>
                </a:endParaRPr>
              </a:p>
            </p:txBody>
          </p:sp>
        </p:grpSp>
        <p:grpSp>
          <p:nvGrpSpPr>
            <p:cNvPr id="391" name="그룹 390"/>
            <p:cNvGrpSpPr/>
            <p:nvPr/>
          </p:nvGrpSpPr>
          <p:grpSpPr>
            <a:xfrm>
              <a:off x="5645318" y="6324149"/>
              <a:ext cx="2094293" cy="361158"/>
              <a:chOff x="5645318" y="5058421"/>
              <a:chExt cx="2094293" cy="361158"/>
            </a:xfrm>
          </p:grpSpPr>
          <p:sp>
            <p:nvSpPr>
              <p:cNvPr id="392" name="제목 3"/>
              <p:cNvSpPr>
                <a:spLocks/>
              </p:cNvSpPr>
              <p:nvPr/>
            </p:nvSpPr>
            <p:spPr bwMode="auto">
              <a:xfrm>
                <a:off x="5645318" y="5058421"/>
                <a:ext cx="353472" cy="361158"/>
              </a:xfrm>
              <a:prstGeom prst="roundRect">
                <a:avLst>
                  <a:gd name="adj" fmla="val 0"/>
                </a:avLst>
              </a:prstGeom>
              <a:solidFill>
                <a:srgbClr val="335A75"/>
              </a:solidFill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0000" anchor="ctr"/>
              <a:lstStyle/>
              <a:p>
                <a:pPr algn="ctr"/>
                <a:endParaRPr lang="ko-KR" altLang="en-US" sz="1600" spc="-150" dirty="0">
                  <a:solidFill>
                    <a:schemeClr val="bg1"/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</a:endParaRPr>
              </a:p>
            </p:txBody>
          </p:sp>
          <p:sp>
            <p:nvSpPr>
              <p:cNvPr id="393" name="제목 3"/>
              <p:cNvSpPr>
                <a:spLocks/>
              </p:cNvSpPr>
              <p:nvPr/>
            </p:nvSpPr>
            <p:spPr bwMode="auto">
              <a:xfrm>
                <a:off x="6007783" y="5058421"/>
                <a:ext cx="1731828" cy="361158"/>
              </a:xfrm>
              <a:prstGeom prst="roundRect">
                <a:avLst>
                  <a:gd name="adj" fmla="val 0"/>
                </a:avLst>
              </a:prstGeom>
              <a:solidFill>
                <a:schemeClr val="bg1">
                  <a:lumMod val="85000"/>
                </a:schemeClr>
              </a:solidFill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0000" anchor="ctr"/>
              <a:lstStyle/>
              <a:p>
                <a:pPr algn="ctr">
                  <a:defRPr/>
                </a:pPr>
                <a:endParaRPr kumimoji="1" lang="ko-KR" altLang="en-US" sz="1500" spc="-150" dirty="0">
                  <a:solidFill>
                    <a:schemeClr val="bg1"/>
                  </a:solidFill>
                  <a:latin typeface="Rix모던고딕 EB" panose="02020603020101020101" pitchFamily="18" charset="-127"/>
                  <a:ea typeface="Rix모던고딕 EB" panose="02020603020101020101" pitchFamily="18" charset="-127"/>
                </a:endParaRPr>
              </a:p>
            </p:txBody>
          </p:sp>
        </p:grpSp>
      </p:grpSp>
      <p:sp>
        <p:nvSpPr>
          <p:cNvPr id="400" name="직사각형 399"/>
          <p:cNvSpPr/>
          <p:nvPr/>
        </p:nvSpPr>
        <p:spPr>
          <a:xfrm>
            <a:off x="7878391" y="5130930"/>
            <a:ext cx="389926" cy="27705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en-US" altLang="ko-KR" sz="1800" spc="-148" dirty="0">
                <a:solidFill>
                  <a:schemeClr val="bg1"/>
                </a:solidFill>
                <a:latin typeface="Rix고딕 EB" panose="02020603020101020101" pitchFamily="18" charset="-127"/>
                <a:ea typeface="Rix고딕 EB" panose="02020603020101020101" pitchFamily="18" charset="-127"/>
              </a:rPr>
              <a:t>01</a:t>
            </a:r>
            <a:endParaRPr lang="ko-KR" altLang="en-US" sz="1800" spc="-148" dirty="0">
              <a:solidFill>
                <a:schemeClr val="bg1"/>
              </a:solidFill>
              <a:latin typeface="Rix고딕 EB" panose="02020603020101020101" pitchFamily="18" charset="-127"/>
              <a:ea typeface="Rix고딕 EB" panose="02020603020101020101" pitchFamily="18" charset="-127"/>
            </a:endParaRPr>
          </a:p>
        </p:txBody>
      </p:sp>
      <p:sp>
        <p:nvSpPr>
          <p:cNvPr id="401" name="직사각형 400"/>
          <p:cNvSpPr/>
          <p:nvPr/>
        </p:nvSpPr>
        <p:spPr>
          <a:xfrm>
            <a:off x="8293298" y="5094909"/>
            <a:ext cx="1646188" cy="33284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spAutoFit/>
          </a:bodyPr>
          <a:lstStyle/>
          <a:p>
            <a:pPr>
              <a:lnSpc>
                <a:spcPct val="90000"/>
              </a:lnSpc>
            </a:pPr>
            <a:r>
              <a:rPr lang="ko-KR" altLang="en-US" sz="1200" spc="-99" dirty="0">
                <a:solidFill>
                  <a:schemeClr val="tx1">
                    <a:lumMod val="85000"/>
                    <a:lumOff val="15000"/>
                  </a:schemeClr>
                </a:solidFill>
                <a:latin typeface="Rix고딕 B" panose="02020603020101020101" pitchFamily="18" charset="-127"/>
                <a:ea typeface="Rix고딕 B" panose="02020603020101020101" pitchFamily="18" charset="-127"/>
              </a:rPr>
              <a:t>운영 매뉴얼</a:t>
            </a:r>
            <a:br>
              <a:rPr lang="ko-KR" altLang="en-US" sz="1200" spc="-99" dirty="0">
                <a:solidFill>
                  <a:schemeClr val="tx1">
                    <a:lumMod val="85000"/>
                    <a:lumOff val="15000"/>
                  </a:schemeClr>
                </a:solidFill>
                <a:latin typeface="Rix고딕 B" panose="02020603020101020101" pitchFamily="18" charset="-127"/>
                <a:ea typeface="Rix고딕 B" panose="02020603020101020101" pitchFamily="18" charset="-127"/>
              </a:rPr>
            </a:br>
            <a:r>
              <a:rPr lang="ko-KR" altLang="en-US" sz="1200" spc="-99" dirty="0">
                <a:solidFill>
                  <a:schemeClr val="tx1">
                    <a:lumMod val="85000"/>
                    <a:lumOff val="15000"/>
                  </a:schemeClr>
                </a:solidFill>
                <a:latin typeface="Rix고딕 B" panose="02020603020101020101" pitchFamily="18" charset="-127"/>
                <a:ea typeface="Rix고딕 B" panose="02020603020101020101" pitchFamily="18" charset="-127"/>
              </a:rPr>
              <a:t>현행화 </a:t>
            </a:r>
          </a:p>
        </p:txBody>
      </p:sp>
      <p:sp>
        <p:nvSpPr>
          <p:cNvPr id="402" name="직사각형 401"/>
          <p:cNvSpPr/>
          <p:nvPr/>
        </p:nvSpPr>
        <p:spPr>
          <a:xfrm>
            <a:off x="7878391" y="5603522"/>
            <a:ext cx="389926" cy="27705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en-US" altLang="ko-KR" sz="1800" spc="-148" dirty="0" smtClean="0">
                <a:solidFill>
                  <a:schemeClr val="bg1"/>
                </a:solidFill>
                <a:latin typeface="Rix고딕 EB" panose="02020603020101020101" pitchFamily="18" charset="-127"/>
                <a:ea typeface="Rix고딕 EB" panose="02020603020101020101" pitchFamily="18" charset="-127"/>
              </a:rPr>
              <a:t>02</a:t>
            </a:r>
            <a:endParaRPr lang="ko-KR" altLang="en-US" sz="1800" spc="-148" dirty="0">
              <a:solidFill>
                <a:schemeClr val="bg1"/>
              </a:solidFill>
              <a:latin typeface="Rix고딕 EB" panose="02020603020101020101" pitchFamily="18" charset="-127"/>
              <a:ea typeface="Rix고딕 EB" panose="02020603020101020101" pitchFamily="18" charset="-127"/>
            </a:endParaRPr>
          </a:p>
        </p:txBody>
      </p:sp>
      <p:sp>
        <p:nvSpPr>
          <p:cNvPr id="403" name="직사각형 402"/>
          <p:cNvSpPr/>
          <p:nvPr/>
        </p:nvSpPr>
        <p:spPr>
          <a:xfrm>
            <a:off x="8293298" y="5567501"/>
            <a:ext cx="1646188" cy="33284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spAutoFit/>
          </a:bodyPr>
          <a:lstStyle/>
          <a:p>
            <a:pPr>
              <a:lnSpc>
                <a:spcPct val="90000"/>
              </a:lnSpc>
            </a:pPr>
            <a:r>
              <a:rPr lang="ko-KR" altLang="en-US" sz="1200" spc="-99" dirty="0">
                <a:solidFill>
                  <a:schemeClr val="tx1">
                    <a:lumMod val="85000"/>
                    <a:lumOff val="15000"/>
                  </a:schemeClr>
                </a:solidFill>
                <a:latin typeface="Rix고딕 B" panose="02020603020101020101" pitchFamily="18" charset="-127"/>
                <a:ea typeface="Rix고딕 B" panose="02020603020101020101" pitchFamily="18" charset="-127"/>
              </a:rPr>
              <a:t>장비</a:t>
            </a:r>
            <a:br>
              <a:rPr lang="ko-KR" altLang="en-US" sz="1200" spc="-99" dirty="0">
                <a:solidFill>
                  <a:schemeClr val="tx1">
                    <a:lumMod val="85000"/>
                    <a:lumOff val="15000"/>
                  </a:schemeClr>
                </a:solidFill>
                <a:latin typeface="Rix고딕 B" panose="02020603020101020101" pitchFamily="18" charset="-127"/>
                <a:ea typeface="Rix고딕 B" panose="02020603020101020101" pitchFamily="18" charset="-127"/>
              </a:rPr>
            </a:br>
            <a:r>
              <a:rPr lang="ko-KR" altLang="en-US" sz="1200" spc="-99" dirty="0">
                <a:solidFill>
                  <a:schemeClr val="tx1">
                    <a:lumMod val="85000"/>
                    <a:lumOff val="15000"/>
                  </a:schemeClr>
                </a:solidFill>
                <a:latin typeface="Rix고딕 B" panose="02020603020101020101" pitchFamily="18" charset="-127"/>
                <a:ea typeface="Rix고딕 B" panose="02020603020101020101" pitchFamily="18" charset="-127"/>
              </a:rPr>
              <a:t>재배치</a:t>
            </a:r>
          </a:p>
        </p:txBody>
      </p:sp>
      <p:sp>
        <p:nvSpPr>
          <p:cNvPr id="404" name="직사각형 403"/>
          <p:cNvSpPr/>
          <p:nvPr/>
        </p:nvSpPr>
        <p:spPr>
          <a:xfrm>
            <a:off x="7878391" y="6074356"/>
            <a:ext cx="389926" cy="27705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en-US" altLang="ko-KR" sz="1800" spc="-148" dirty="0" smtClean="0">
                <a:solidFill>
                  <a:schemeClr val="bg1"/>
                </a:solidFill>
                <a:latin typeface="Rix고딕 EB" panose="02020603020101020101" pitchFamily="18" charset="-127"/>
                <a:ea typeface="Rix고딕 EB" panose="02020603020101020101" pitchFamily="18" charset="-127"/>
              </a:rPr>
              <a:t>03</a:t>
            </a:r>
            <a:endParaRPr lang="ko-KR" altLang="en-US" sz="1800" spc="-148" dirty="0">
              <a:solidFill>
                <a:schemeClr val="bg1"/>
              </a:solidFill>
              <a:latin typeface="Rix고딕 EB" panose="02020603020101020101" pitchFamily="18" charset="-127"/>
              <a:ea typeface="Rix고딕 EB" panose="02020603020101020101" pitchFamily="18" charset="-127"/>
            </a:endParaRPr>
          </a:p>
        </p:txBody>
      </p:sp>
      <p:sp>
        <p:nvSpPr>
          <p:cNvPr id="405" name="직사각형 404"/>
          <p:cNvSpPr/>
          <p:nvPr/>
        </p:nvSpPr>
        <p:spPr>
          <a:xfrm>
            <a:off x="8293298" y="6038335"/>
            <a:ext cx="1646188" cy="33284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spAutoFit/>
          </a:bodyPr>
          <a:lstStyle/>
          <a:p>
            <a:pPr>
              <a:lnSpc>
                <a:spcPct val="90000"/>
              </a:lnSpc>
            </a:pPr>
            <a:r>
              <a:rPr lang="ko-KR" altLang="en-US" sz="1200" spc="-99" dirty="0">
                <a:solidFill>
                  <a:schemeClr val="tx1">
                    <a:lumMod val="85000"/>
                    <a:lumOff val="15000"/>
                  </a:schemeClr>
                </a:solidFill>
                <a:latin typeface="Rix고딕 B" panose="02020603020101020101" pitchFamily="18" charset="-127"/>
                <a:ea typeface="Rix고딕 B" panose="02020603020101020101" pitchFamily="18" charset="-127"/>
              </a:rPr>
              <a:t>시스템</a:t>
            </a:r>
            <a:br>
              <a:rPr lang="ko-KR" altLang="en-US" sz="1200" spc="-99" dirty="0">
                <a:solidFill>
                  <a:schemeClr val="tx1">
                    <a:lumMod val="85000"/>
                    <a:lumOff val="15000"/>
                  </a:schemeClr>
                </a:solidFill>
                <a:latin typeface="Rix고딕 B" panose="02020603020101020101" pitchFamily="18" charset="-127"/>
                <a:ea typeface="Rix고딕 B" panose="02020603020101020101" pitchFamily="18" charset="-127"/>
              </a:rPr>
            </a:br>
            <a:r>
              <a:rPr lang="ko-KR" altLang="en-US" sz="1200" spc="-99" dirty="0">
                <a:solidFill>
                  <a:schemeClr val="tx1">
                    <a:lumMod val="85000"/>
                    <a:lumOff val="15000"/>
                  </a:schemeClr>
                </a:solidFill>
                <a:latin typeface="Rix고딕 B" panose="02020603020101020101" pitchFamily="18" charset="-127"/>
                <a:ea typeface="Rix고딕 B" panose="02020603020101020101" pitchFamily="18" charset="-127"/>
              </a:rPr>
              <a:t>최적화</a:t>
            </a:r>
          </a:p>
        </p:txBody>
      </p:sp>
      <p:sp>
        <p:nvSpPr>
          <p:cNvPr id="406" name="직사각형 405"/>
          <p:cNvSpPr/>
          <p:nvPr/>
        </p:nvSpPr>
        <p:spPr>
          <a:xfrm>
            <a:off x="7878391" y="6548820"/>
            <a:ext cx="389926" cy="27705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en-US" altLang="ko-KR" sz="1800" spc="-148" dirty="0" smtClean="0">
                <a:solidFill>
                  <a:schemeClr val="bg1"/>
                </a:solidFill>
                <a:latin typeface="Rix고딕 EB" panose="02020603020101020101" pitchFamily="18" charset="-127"/>
                <a:ea typeface="Rix고딕 EB" panose="02020603020101020101" pitchFamily="18" charset="-127"/>
              </a:rPr>
              <a:t>04</a:t>
            </a:r>
            <a:endParaRPr lang="ko-KR" altLang="en-US" sz="1800" spc="-148" dirty="0">
              <a:solidFill>
                <a:schemeClr val="bg1"/>
              </a:solidFill>
              <a:latin typeface="Rix고딕 EB" panose="02020603020101020101" pitchFamily="18" charset="-127"/>
              <a:ea typeface="Rix고딕 EB" panose="02020603020101020101" pitchFamily="18" charset="-127"/>
            </a:endParaRPr>
          </a:p>
        </p:txBody>
      </p:sp>
      <p:sp>
        <p:nvSpPr>
          <p:cNvPr id="407" name="직사각형 406"/>
          <p:cNvSpPr/>
          <p:nvPr/>
        </p:nvSpPr>
        <p:spPr>
          <a:xfrm>
            <a:off x="8293298" y="6512799"/>
            <a:ext cx="1646188" cy="33284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spAutoFit/>
          </a:bodyPr>
          <a:lstStyle/>
          <a:p>
            <a:pPr>
              <a:lnSpc>
                <a:spcPct val="90000"/>
              </a:lnSpc>
            </a:pPr>
            <a:r>
              <a:rPr lang="ko-KR" altLang="en-US" sz="1200" spc="-99" dirty="0">
                <a:solidFill>
                  <a:schemeClr val="tx1">
                    <a:lumMod val="85000"/>
                    <a:lumOff val="15000"/>
                  </a:schemeClr>
                </a:solidFill>
                <a:latin typeface="Rix고딕 B" panose="02020603020101020101" pitchFamily="18" charset="-127"/>
                <a:ea typeface="Rix고딕 B" panose="02020603020101020101" pitchFamily="18" charset="-127"/>
              </a:rPr>
              <a:t>긴급장애 발생시</a:t>
            </a:r>
            <a:br>
              <a:rPr lang="ko-KR" altLang="en-US" sz="1200" spc="-99" dirty="0">
                <a:solidFill>
                  <a:schemeClr val="tx1">
                    <a:lumMod val="85000"/>
                    <a:lumOff val="15000"/>
                  </a:schemeClr>
                </a:solidFill>
                <a:latin typeface="Rix고딕 B" panose="02020603020101020101" pitchFamily="18" charset="-127"/>
                <a:ea typeface="Rix고딕 B" panose="02020603020101020101" pitchFamily="18" charset="-127"/>
              </a:rPr>
            </a:br>
            <a:r>
              <a:rPr lang="ko-KR" altLang="en-US" sz="1200" spc="-99" dirty="0">
                <a:solidFill>
                  <a:schemeClr val="tx1">
                    <a:lumMod val="85000"/>
                    <a:lumOff val="15000"/>
                  </a:schemeClr>
                </a:solidFill>
                <a:latin typeface="Rix고딕 B" panose="02020603020101020101" pitchFamily="18" charset="-127"/>
                <a:ea typeface="Rix고딕 B" panose="02020603020101020101" pitchFamily="18" charset="-127"/>
              </a:rPr>
              <a:t>즉각 대응</a:t>
            </a:r>
          </a:p>
        </p:txBody>
      </p:sp>
      <p:pic>
        <p:nvPicPr>
          <p:cNvPr id="408" name="Picture 2" descr="C:\Users\김충훈\Desktop\다우기술\이미지\0004.png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9509776" y="5082745"/>
            <a:ext cx="433639" cy="3633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09" name="Picture 404" descr="톱니 모니터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9551474" y="5573666"/>
            <a:ext cx="385645" cy="3228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10" name="Picture 4" descr="C:\Users\young\Desktop\그림10.png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46533" y="6544316"/>
            <a:ext cx="286805" cy="2929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1" name="그림 410" descr="117.png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9575680" y="6039404"/>
            <a:ext cx="385382" cy="346959"/>
          </a:xfrm>
          <a:prstGeom prst="rect">
            <a:avLst/>
          </a:prstGeom>
        </p:spPr>
      </p:pic>
      <p:pic>
        <p:nvPicPr>
          <p:cNvPr id="412" name="Picture 2" descr="G:\work\아이크래프트\그랜드코리아레져\발표자료\작업방\완료\GKL-02-20.png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62916" y="3949373"/>
            <a:ext cx="322423" cy="3285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3" name="Picture 2" descr="G:\work\아이크래프트\그랜드코리아레져\발표자료\작업방\완료\GKL-02-20.png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36451" y="3949373"/>
            <a:ext cx="322423" cy="3285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14" name="Rectangle 67"/>
          <p:cNvSpPr>
            <a:spLocks noChangeArrowheads="1"/>
          </p:cNvSpPr>
          <p:nvPr/>
        </p:nvSpPr>
        <p:spPr bwMode="auto">
          <a:xfrm>
            <a:off x="5854228" y="3849722"/>
            <a:ext cx="737297" cy="5019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A3BFE1"/>
                </a:solidFill>
              </a14:hiddenFill>
            </a:ext>
            <a:ext uri="{91240B29-F687-4F45-9708-019B960494DF}">
              <a14:hiddenLine xmlns:a14="http://schemas.microsoft.com/office/drawing/2010/main" w="3175" algn="ctr">
                <a:solidFill>
                  <a:srgbClr val="C7DDF5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None/>
            </a:pPr>
            <a:r>
              <a:rPr kumimoji="1" lang="ko-KR" altLang="en-US" sz="1300" spc="-99" dirty="0">
                <a:solidFill>
                  <a:srgbClr val="0070C0"/>
                </a:solidFill>
                <a:latin typeface="Rix고딕 EB" panose="02020603020101020101" pitchFamily="18" charset="-127"/>
                <a:ea typeface="Rix고딕 EB" panose="02020603020101020101" pitchFamily="18" charset="-127"/>
                <a:sym typeface="Wingdings" pitchFamily="2" charset="2"/>
              </a:rPr>
              <a:t>자원운영</a:t>
            </a:r>
            <a:endParaRPr kumimoji="1" lang="en-US" altLang="ko-KR" sz="1300" spc="-99" dirty="0">
              <a:solidFill>
                <a:srgbClr val="0070C0"/>
              </a:solidFill>
              <a:latin typeface="Rix고딕 EB" panose="02020603020101020101" pitchFamily="18" charset="-127"/>
              <a:ea typeface="Rix고딕 EB" panose="02020603020101020101" pitchFamily="18" charset="-127"/>
              <a:sym typeface="Wingdings" pitchFamily="2" charset="2"/>
            </a:endParaRPr>
          </a:p>
          <a:p>
            <a:pPr algn="ctr">
              <a:spcBef>
                <a:spcPct val="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None/>
            </a:pPr>
            <a:r>
              <a:rPr kumimoji="1" lang="ko-KR" altLang="en-US" sz="1300" spc="-99" dirty="0">
                <a:solidFill>
                  <a:srgbClr val="0070C0"/>
                </a:solidFill>
                <a:latin typeface="Rix고딕 EB" panose="02020603020101020101" pitchFamily="18" charset="-127"/>
                <a:ea typeface="Rix고딕 EB" panose="02020603020101020101" pitchFamily="18" charset="-127"/>
                <a:sym typeface="Wingdings" pitchFamily="2" charset="2"/>
              </a:rPr>
              <a:t>극대화</a:t>
            </a:r>
          </a:p>
        </p:txBody>
      </p:sp>
      <p:sp>
        <p:nvSpPr>
          <p:cNvPr id="415" name="Rectangle 67"/>
          <p:cNvSpPr>
            <a:spLocks noChangeArrowheads="1"/>
          </p:cNvSpPr>
          <p:nvPr/>
        </p:nvSpPr>
        <p:spPr bwMode="auto">
          <a:xfrm>
            <a:off x="7492409" y="3754443"/>
            <a:ext cx="630814" cy="6924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A3BFE1"/>
                </a:solidFill>
              </a14:hiddenFill>
            </a:ext>
            <a:ext uri="{91240B29-F687-4F45-9708-019B960494DF}">
              <a14:hiddenLine xmlns:a14="http://schemas.microsoft.com/office/drawing/2010/main" w="3175" algn="ctr">
                <a:solidFill>
                  <a:srgbClr val="C7DDF5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None/>
            </a:pPr>
            <a:r>
              <a:rPr kumimoji="1" lang="ko-KR" altLang="en-US" sz="1300" spc="-99" dirty="0">
                <a:solidFill>
                  <a:srgbClr val="0070C0"/>
                </a:solidFill>
                <a:latin typeface="Rix고딕 EB" panose="02020603020101020101" pitchFamily="18" charset="-127"/>
                <a:ea typeface="Rix고딕 EB" panose="02020603020101020101" pitchFamily="18" charset="-127"/>
                <a:sym typeface="Wingdings" pitchFamily="2" charset="2"/>
              </a:rPr>
              <a:t>시스템</a:t>
            </a:r>
          </a:p>
          <a:p>
            <a:pPr algn="ctr">
              <a:spcBef>
                <a:spcPct val="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None/>
            </a:pPr>
            <a:r>
              <a:rPr kumimoji="1" lang="ko-KR" altLang="en-US" sz="1300" spc="-99" dirty="0">
                <a:solidFill>
                  <a:srgbClr val="0070C0"/>
                </a:solidFill>
                <a:latin typeface="Rix고딕 EB" panose="02020603020101020101" pitchFamily="18" charset="-127"/>
                <a:ea typeface="Rix고딕 EB" panose="02020603020101020101" pitchFamily="18" charset="-127"/>
                <a:sym typeface="Wingdings" pitchFamily="2" charset="2"/>
              </a:rPr>
              <a:t>신뢰성 </a:t>
            </a:r>
            <a:endParaRPr kumimoji="1" lang="en-US" altLang="ko-KR" sz="1300" spc="-99" dirty="0">
              <a:solidFill>
                <a:srgbClr val="0070C0"/>
              </a:solidFill>
              <a:latin typeface="Rix고딕 EB" panose="02020603020101020101" pitchFamily="18" charset="-127"/>
              <a:ea typeface="Rix고딕 EB" panose="02020603020101020101" pitchFamily="18" charset="-127"/>
              <a:sym typeface="Wingdings" pitchFamily="2" charset="2"/>
            </a:endParaRPr>
          </a:p>
          <a:p>
            <a:pPr algn="ctr">
              <a:spcBef>
                <a:spcPct val="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None/>
            </a:pPr>
            <a:r>
              <a:rPr kumimoji="1" lang="ko-KR" altLang="en-US" sz="1300" spc="-99" dirty="0">
                <a:solidFill>
                  <a:srgbClr val="0070C0"/>
                </a:solidFill>
                <a:latin typeface="Rix고딕 EB" panose="02020603020101020101" pitchFamily="18" charset="-127"/>
                <a:ea typeface="Rix고딕 EB" panose="02020603020101020101" pitchFamily="18" charset="-127"/>
                <a:sym typeface="Wingdings" pitchFamily="2" charset="2"/>
              </a:rPr>
              <a:t>확보</a:t>
            </a:r>
          </a:p>
        </p:txBody>
      </p:sp>
      <p:sp>
        <p:nvSpPr>
          <p:cNvPr id="416" name="Rectangle 67"/>
          <p:cNvSpPr>
            <a:spLocks noChangeArrowheads="1"/>
          </p:cNvSpPr>
          <p:nvPr/>
        </p:nvSpPr>
        <p:spPr bwMode="auto">
          <a:xfrm>
            <a:off x="9008150" y="3849722"/>
            <a:ext cx="737297" cy="5019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A3BFE1"/>
                </a:solidFill>
              </a14:hiddenFill>
            </a:ext>
            <a:ext uri="{91240B29-F687-4F45-9708-019B960494DF}">
              <a14:hiddenLine xmlns:a14="http://schemas.microsoft.com/office/drawing/2010/main" w="3175" algn="ctr">
                <a:solidFill>
                  <a:srgbClr val="C7DDF5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None/>
            </a:pPr>
            <a:r>
              <a:rPr kumimoji="1" lang="ko-KR" altLang="en-US" sz="1300" spc="-99" dirty="0">
                <a:solidFill>
                  <a:srgbClr val="0070C0"/>
                </a:solidFill>
                <a:latin typeface="Rix고딕 EB" panose="02020603020101020101" pitchFamily="18" charset="-127"/>
                <a:ea typeface="Rix고딕 EB" panose="02020603020101020101" pitchFamily="18" charset="-127"/>
                <a:sym typeface="Wingdings" pitchFamily="2" charset="2"/>
              </a:rPr>
              <a:t>안정적</a:t>
            </a:r>
          </a:p>
          <a:p>
            <a:pPr algn="ctr">
              <a:spcBef>
                <a:spcPct val="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None/>
            </a:pPr>
            <a:r>
              <a:rPr kumimoji="1" lang="ko-KR" altLang="en-US" sz="1300" spc="-99" dirty="0">
                <a:solidFill>
                  <a:srgbClr val="0070C0"/>
                </a:solidFill>
                <a:latin typeface="Rix고딕 EB" panose="02020603020101020101" pitchFamily="18" charset="-127"/>
                <a:ea typeface="Rix고딕 EB" panose="02020603020101020101" pitchFamily="18" charset="-127"/>
                <a:sym typeface="Wingdings" pitchFamily="2" charset="2"/>
              </a:rPr>
              <a:t>운영지원</a:t>
            </a:r>
          </a:p>
        </p:txBody>
      </p:sp>
      <p:sp>
        <p:nvSpPr>
          <p:cNvPr id="417" name="제목 1"/>
          <p:cNvSpPr txBox="1">
            <a:spLocks/>
          </p:cNvSpPr>
          <p:nvPr/>
        </p:nvSpPr>
        <p:spPr>
          <a:xfrm>
            <a:off x="1152636" y="292199"/>
            <a:ext cx="3264463" cy="421098"/>
          </a:xfrm>
          <a:prstGeom prst="rect">
            <a:avLst/>
          </a:prstGeom>
        </p:spPr>
        <p:txBody>
          <a:bodyPr lIns="96487" tIns="48244" rIns="96487" bIns="48244"/>
          <a:lstStyle>
            <a:lvl1pPr algn="l" defTabSz="995690" rtl="0" eaLnBrk="1" latinLnBrk="1" hangingPunct="1">
              <a:spcBef>
                <a:spcPct val="0"/>
              </a:spcBef>
              <a:buNone/>
              <a:defRPr sz="3500" kern="1200">
                <a:solidFill>
                  <a:schemeClr val="tx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+mj-cs"/>
              </a:defRPr>
            </a:lvl1pPr>
          </a:lstStyle>
          <a:p>
            <a:r>
              <a:rPr lang="en-US" altLang="ko-KR" sz="1900" spc="-96" dirty="0">
                <a:solidFill>
                  <a:schemeClr val="tx2">
                    <a:lumMod val="50000"/>
                  </a:schemeClr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5. </a:t>
            </a:r>
            <a:r>
              <a:rPr lang="ko-KR" altLang="en-US" sz="1900" spc="-96" dirty="0">
                <a:solidFill>
                  <a:schemeClr val="tx2">
                    <a:lumMod val="50000"/>
                  </a:schemeClr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교육훈련</a:t>
            </a:r>
          </a:p>
        </p:txBody>
      </p:sp>
      <p:grpSp>
        <p:nvGrpSpPr>
          <p:cNvPr id="418" name="그룹 417"/>
          <p:cNvGrpSpPr/>
          <p:nvPr/>
        </p:nvGrpSpPr>
        <p:grpSpPr>
          <a:xfrm>
            <a:off x="0" y="868564"/>
            <a:ext cx="10693400" cy="498994"/>
            <a:chOff x="0" y="778175"/>
            <a:chExt cx="11518770" cy="498994"/>
          </a:xfrm>
        </p:grpSpPr>
        <p:sp>
          <p:nvSpPr>
            <p:cNvPr id="419" name="직사각형 418"/>
            <p:cNvSpPr/>
            <p:nvPr/>
          </p:nvSpPr>
          <p:spPr>
            <a:xfrm>
              <a:off x="0" y="778175"/>
              <a:ext cx="11518770" cy="49899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2700" cap="rnd" cmpd="sng">
              <a:noFill/>
              <a:prstDash val="solid"/>
              <a:headEnd type="none" w="lg" len="med"/>
              <a:tailEnd type="none" w="lg" len="med"/>
            </a:ln>
            <a:effectLst/>
          </p:spPr>
          <p:style>
            <a:lnRef idx="1">
              <a:schemeClr val="accent5"/>
            </a:lnRef>
            <a:fillRef idx="3">
              <a:schemeClr val="accent5"/>
            </a:fillRef>
            <a:effectRef idx="2">
              <a:schemeClr val="accent5"/>
            </a:effectRef>
            <a:fontRef idx="minor">
              <a:schemeClr val="lt1"/>
            </a:fontRef>
          </p:style>
          <p:txBody>
            <a:bodyPr wrap="none" lIns="99569" tIns="172873" rIns="99569" bIns="49785"/>
            <a:lstStyle/>
            <a:p>
              <a:pPr algn="ctr" latinLnBrk="0"/>
              <a:endParaRPr lang="ko-KR" altLang="en-US" sz="1700" b="1" dirty="0">
                <a:gradFill>
                  <a:gsLst>
                    <a:gs pos="0">
                      <a:prstClr val="white"/>
                    </a:gs>
                    <a:gs pos="100000">
                      <a:prstClr val="white"/>
                    </a:gs>
                  </a:gsLst>
                  <a:lin ang="5400000" scaled="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고도 B" panose="02000503000000020004" pitchFamily="2" charset="-127"/>
                <a:ea typeface="고도 B" panose="02000503000000020004" pitchFamily="2" charset="-127"/>
              </a:endParaRPr>
            </a:p>
          </p:txBody>
        </p:sp>
        <p:sp>
          <p:nvSpPr>
            <p:cNvPr id="420" name="TextBox 419"/>
            <p:cNvSpPr txBox="1"/>
            <p:nvPr/>
          </p:nvSpPr>
          <p:spPr>
            <a:xfrm>
              <a:off x="433816" y="840817"/>
              <a:ext cx="1179357" cy="369332"/>
            </a:xfrm>
            <a:prstGeom prst="rect">
              <a:avLst/>
            </a:prstGeom>
            <a:noFill/>
            <a:ln w="6350">
              <a:noFill/>
            </a:ln>
            <a:effectLst/>
            <a:scene3d>
              <a:camera prst="orthographicFront"/>
              <a:lightRig rig="threePt" dir="t"/>
            </a:scene3d>
            <a:sp3d>
              <a:bevelT w="0" h="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 anchorCtr="0">
              <a:spAutoFit/>
              <a:sp3d>
                <a:bevelT w="0" h="0"/>
                <a:contourClr>
                  <a:schemeClr val="bg1"/>
                </a:contourClr>
              </a:sp3d>
            </a:bodyPr>
            <a:lstStyle>
              <a:defPPr>
                <a:defRPr lang="ko-KR"/>
              </a:defPPr>
              <a:lvl1pPr lvl="0" indent="0" defTabSz="801639" latinLnBrk="0">
                <a:lnSpc>
                  <a:spcPct val="100000"/>
                </a:lnSpc>
                <a:spcBef>
                  <a:spcPts val="88"/>
                </a:spcBef>
                <a:spcAft>
                  <a:spcPts val="88"/>
                </a:spcAft>
                <a:defRPr sz="2400" spc="0">
                  <a:ln>
                    <a:solidFill>
                      <a:prstClr val="white">
                        <a:alpha val="10000"/>
                      </a:prstClr>
                    </a:solidFill>
                  </a:ln>
                  <a:solidFill>
                    <a:prstClr val="white"/>
                  </a:solidFill>
                  <a:effectLst/>
                  <a:latin typeface="나눔고딕 ExtraBold" panose="020D0904000000000000" pitchFamily="50" charset="-127"/>
                  <a:ea typeface="나눔고딕 ExtraBold" panose="020D0904000000000000" pitchFamily="50" charset="-127"/>
                </a:defRPr>
              </a:lvl1pPr>
            </a:lstStyle>
            <a:p>
              <a:r>
                <a:rPr lang="ko-KR" altLang="en-US" spc="-150" dirty="0">
                  <a:solidFill>
                    <a:schemeClr val="tx1"/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</a:rPr>
                <a:t>맞춤 교육</a:t>
              </a:r>
            </a:p>
          </p:txBody>
        </p:sp>
        <p:sp>
          <p:nvSpPr>
            <p:cNvPr id="421" name="직사각형 420"/>
            <p:cNvSpPr/>
            <p:nvPr/>
          </p:nvSpPr>
          <p:spPr>
            <a:xfrm>
              <a:off x="1803737" y="817281"/>
              <a:ext cx="9414066" cy="380168"/>
            </a:xfrm>
            <a:prstGeom prst="rect">
              <a:avLst/>
            </a:prstGeom>
          </p:spPr>
          <p:txBody>
            <a:bodyPr/>
            <a:lstStyle/>
            <a:p>
              <a:pPr marL="0" lvl="1">
                <a:spcBef>
                  <a:spcPct val="0"/>
                </a:spcBef>
              </a:pPr>
              <a:r>
                <a:rPr lang="ko-KR" altLang="en-US" spc="-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</a:rPr>
                <a:t>맞춤형 전문 교육  훈련 및 기술 이전을 실시하여 안정적인 운영을 지원하겠습니다</a:t>
              </a:r>
              <a:r>
                <a:rPr lang="en-US" altLang="ko-KR" spc="-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</a:rPr>
                <a:t>.</a:t>
              </a:r>
            </a:p>
          </p:txBody>
        </p:sp>
        <p:cxnSp>
          <p:nvCxnSpPr>
            <p:cNvPr id="422" name="직선 연결선 421"/>
            <p:cNvCxnSpPr/>
            <p:nvPr/>
          </p:nvCxnSpPr>
          <p:spPr>
            <a:xfrm>
              <a:off x="1767596" y="851717"/>
              <a:ext cx="0" cy="315104"/>
            </a:xfrm>
            <a:prstGeom prst="line">
              <a:avLst/>
            </a:prstGeom>
            <a:ln w="38100">
              <a:solidFill>
                <a:srgbClr val="1B91C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3497819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제목 1"/>
          <p:cNvSpPr txBox="1">
            <a:spLocks/>
          </p:cNvSpPr>
          <p:nvPr/>
        </p:nvSpPr>
        <p:spPr>
          <a:xfrm>
            <a:off x="1152636" y="292199"/>
            <a:ext cx="3264463" cy="421098"/>
          </a:xfrm>
          <a:prstGeom prst="rect">
            <a:avLst/>
          </a:prstGeom>
        </p:spPr>
        <p:txBody>
          <a:bodyPr lIns="96487" tIns="48244" rIns="96487" bIns="48244"/>
          <a:lstStyle>
            <a:lvl1pPr algn="l" defTabSz="995690" rtl="0" eaLnBrk="1" latinLnBrk="1" hangingPunct="1">
              <a:spcBef>
                <a:spcPct val="0"/>
              </a:spcBef>
              <a:buNone/>
              <a:defRPr sz="3500" kern="1200">
                <a:solidFill>
                  <a:schemeClr val="tx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+mj-cs"/>
              </a:defRPr>
            </a:lvl1pPr>
          </a:lstStyle>
          <a:p>
            <a:r>
              <a:rPr lang="en-US" altLang="ko-KR" sz="1900" spc="-96" dirty="0" smtClean="0">
                <a:solidFill>
                  <a:schemeClr val="tx2">
                    <a:lumMod val="50000"/>
                  </a:schemeClr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6. </a:t>
            </a:r>
            <a:r>
              <a:rPr lang="ko-KR" altLang="en-US" sz="1900" spc="-96" dirty="0">
                <a:solidFill>
                  <a:schemeClr val="tx2">
                    <a:lumMod val="50000"/>
                  </a:schemeClr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추진 일정</a:t>
            </a:r>
          </a:p>
        </p:txBody>
      </p:sp>
      <p:grpSp>
        <p:nvGrpSpPr>
          <p:cNvPr id="309" name="그룹 308"/>
          <p:cNvGrpSpPr/>
          <p:nvPr/>
        </p:nvGrpSpPr>
        <p:grpSpPr>
          <a:xfrm>
            <a:off x="0" y="868564"/>
            <a:ext cx="10693393" cy="498994"/>
            <a:chOff x="0" y="778175"/>
            <a:chExt cx="11518770" cy="498994"/>
          </a:xfrm>
        </p:grpSpPr>
        <p:sp>
          <p:nvSpPr>
            <p:cNvPr id="310" name="직사각형 309"/>
            <p:cNvSpPr/>
            <p:nvPr/>
          </p:nvSpPr>
          <p:spPr>
            <a:xfrm>
              <a:off x="0" y="778175"/>
              <a:ext cx="11518770" cy="49899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2700" cap="rnd" cmpd="sng">
              <a:noFill/>
              <a:prstDash val="solid"/>
              <a:headEnd type="none" w="lg" len="med"/>
              <a:tailEnd type="none" w="lg" len="med"/>
            </a:ln>
            <a:effectLst/>
          </p:spPr>
          <p:style>
            <a:lnRef idx="1">
              <a:schemeClr val="accent5"/>
            </a:lnRef>
            <a:fillRef idx="3">
              <a:schemeClr val="accent5"/>
            </a:fillRef>
            <a:effectRef idx="2">
              <a:schemeClr val="accent5"/>
            </a:effectRef>
            <a:fontRef idx="minor">
              <a:schemeClr val="lt1"/>
            </a:fontRef>
          </p:style>
          <p:txBody>
            <a:bodyPr wrap="none" lIns="99569" tIns="172873" rIns="99569" bIns="49785"/>
            <a:lstStyle/>
            <a:p>
              <a:pPr algn="ctr" latinLnBrk="0"/>
              <a:endParaRPr lang="ko-KR" altLang="en-US" sz="1700" b="1" dirty="0">
                <a:gradFill>
                  <a:gsLst>
                    <a:gs pos="0">
                      <a:prstClr val="white"/>
                    </a:gs>
                    <a:gs pos="100000">
                      <a:prstClr val="white"/>
                    </a:gs>
                  </a:gsLst>
                  <a:lin ang="5400000" scaled="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고도 B" panose="02000503000000020004" pitchFamily="2" charset="-127"/>
                <a:ea typeface="고도 B" panose="02000503000000020004" pitchFamily="2" charset="-127"/>
              </a:endParaRPr>
            </a:p>
          </p:txBody>
        </p:sp>
        <p:sp>
          <p:nvSpPr>
            <p:cNvPr id="311" name="TextBox 310"/>
            <p:cNvSpPr txBox="1"/>
            <p:nvPr/>
          </p:nvSpPr>
          <p:spPr>
            <a:xfrm>
              <a:off x="433816" y="840817"/>
              <a:ext cx="1179358" cy="369332"/>
            </a:xfrm>
            <a:prstGeom prst="rect">
              <a:avLst/>
            </a:prstGeom>
            <a:noFill/>
            <a:ln w="6350">
              <a:noFill/>
            </a:ln>
            <a:effectLst/>
            <a:scene3d>
              <a:camera prst="orthographicFront"/>
              <a:lightRig rig="threePt" dir="t"/>
            </a:scene3d>
            <a:sp3d>
              <a:bevelT w="0" h="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 anchorCtr="0">
              <a:spAutoFit/>
              <a:sp3d>
                <a:bevelT w="0" h="0"/>
                <a:contourClr>
                  <a:schemeClr val="bg1"/>
                </a:contourClr>
              </a:sp3d>
            </a:bodyPr>
            <a:lstStyle>
              <a:defPPr>
                <a:defRPr lang="ko-KR"/>
              </a:defPPr>
              <a:lvl1pPr lvl="0" indent="0" defTabSz="801639" latinLnBrk="0">
                <a:lnSpc>
                  <a:spcPct val="100000"/>
                </a:lnSpc>
                <a:spcBef>
                  <a:spcPts val="88"/>
                </a:spcBef>
                <a:spcAft>
                  <a:spcPts val="88"/>
                </a:spcAft>
                <a:defRPr sz="2400" spc="0">
                  <a:ln>
                    <a:solidFill>
                      <a:prstClr val="white">
                        <a:alpha val="10000"/>
                      </a:prstClr>
                    </a:solidFill>
                  </a:ln>
                  <a:solidFill>
                    <a:prstClr val="white"/>
                  </a:solidFill>
                  <a:effectLst/>
                  <a:latin typeface="나눔고딕 ExtraBold" panose="020D0904000000000000" pitchFamily="50" charset="-127"/>
                  <a:ea typeface="나눔고딕 ExtraBold" panose="020D0904000000000000" pitchFamily="50" charset="-127"/>
                </a:defRPr>
              </a:lvl1pPr>
            </a:lstStyle>
            <a:p>
              <a:r>
                <a:rPr lang="ko-KR" altLang="en-US" spc="-150" dirty="0">
                  <a:solidFill>
                    <a:schemeClr val="tx1"/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</a:rPr>
                <a:t>세부 일정</a:t>
              </a:r>
            </a:p>
          </p:txBody>
        </p:sp>
        <p:sp>
          <p:nvSpPr>
            <p:cNvPr id="312" name="직사각형 311"/>
            <p:cNvSpPr/>
            <p:nvPr/>
          </p:nvSpPr>
          <p:spPr>
            <a:xfrm>
              <a:off x="1796118" y="817281"/>
              <a:ext cx="9414067" cy="380168"/>
            </a:xfrm>
            <a:prstGeom prst="rect">
              <a:avLst/>
            </a:prstGeom>
          </p:spPr>
          <p:txBody>
            <a:bodyPr/>
            <a:lstStyle/>
            <a:p>
              <a:pPr marL="0" lvl="1">
                <a:spcBef>
                  <a:spcPct val="0"/>
                </a:spcBef>
              </a:pPr>
              <a:r>
                <a:rPr lang="ko-KR" altLang="en-US" spc="-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</a:rPr>
                <a:t>사업수행 기간을 고려한  세부 일정 수립으로 사업기간 내 구축을 완료하겠습니다</a:t>
              </a:r>
              <a:r>
                <a:rPr lang="en-US" altLang="ko-KR" spc="-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</a:rPr>
                <a:t>.</a:t>
              </a:r>
            </a:p>
          </p:txBody>
        </p:sp>
        <p:cxnSp>
          <p:nvCxnSpPr>
            <p:cNvPr id="313" name="직선 연결선 312"/>
            <p:cNvCxnSpPr/>
            <p:nvPr/>
          </p:nvCxnSpPr>
          <p:spPr>
            <a:xfrm>
              <a:off x="1759978" y="851717"/>
              <a:ext cx="0" cy="315104"/>
            </a:xfrm>
            <a:prstGeom prst="line">
              <a:avLst/>
            </a:prstGeom>
            <a:ln w="38100">
              <a:solidFill>
                <a:srgbClr val="1B91C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84" name="Text Box 200"/>
          <p:cNvSpPr txBox="1">
            <a:spLocks noChangeArrowheads="1"/>
          </p:cNvSpPr>
          <p:nvPr/>
        </p:nvSpPr>
        <p:spPr bwMode="auto">
          <a:xfrm>
            <a:off x="274390" y="7040041"/>
            <a:ext cx="4219575" cy="136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spAutoFit/>
          </a:bodyPr>
          <a:lstStyle>
            <a:lvl1pPr marL="117475" indent="-117475" defTabSz="893763" latinLnBrk="1"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25488" indent="-279400" defTabSz="893763" latinLnBrk="1"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16013" indent="-222250" defTabSz="893763" latinLnBrk="1"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563688" indent="-223838" defTabSz="893763" latinLnBrk="1"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09775" indent="-223838" defTabSz="893763" latinLnBrk="1"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466975" indent="-223838" defTabSz="893763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24175" indent="-223838" defTabSz="893763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381375" indent="-223838" defTabSz="893763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38575" indent="-223838" defTabSz="893763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latinLnBrk="0" hangingPunct="1">
              <a:spcBef>
                <a:spcPct val="10000"/>
              </a:spcBef>
              <a:spcAft>
                <a:spcPct val="10000"/>
              </a:spcAft>
              <a:buFont typeface="KoPub돋움체 Medium" panose="02020603020101020101" pitchFamily="18" charset="-127"/>
              <a:buChar char="※"/>
            </a:pPr>
            <a:r>
              <a:rPr lang="ko-KR" altLang="en-US" sz="900">
                <a:solidFill>
                  <a:srgbClr val="4D4D4D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사업 진행 중 일정상의 변경이 필요 할 경우 국방전산정보원과 협의하여 일정을 조정합니다</a:t>
            </a:r>
            <a:r>
              <a:rPr lang="en-US" altLang="ko-KR" sz="900">
                <a:solidFill>
                  <a:srgbClr val="4D4D4D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.</a:t>
            </a:r>
          </a:p>
        </p:txBody>
      </p:sp>
      <p:pic>
        <p:nvPicPr>
          <p:cNvPr id="3" name="그림 2"/>
          <p:cNvPicPr preferRelativeResize="0"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0400" y="1530000"/>
            <a:ext cx="10303200" cy="549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98314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직사각형 57"/>
          <p:cNvSpPr/>
          <p:nvPr/>
        </p:nvSpPr>
        <p:spPr>
          <a:xfrm>
            <a:off x="-1" y="0"/>
            <a:ext cx="10693400" cy="7561263"/>
          </a:xfrm>
          <a:prstGeom prst="rect">
            <a:avLst/>
          </a:prstGeom>
          <a:solidFill>
            <a:schemeClr val="tx1">
              <a:alpha val="8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4" name="직사각형 73"/>
          <p:cNvSpPr/>
          <p:nvPr/>
        </p:nvSpPr>
        <p:spPr>
          <a:xfrm>
            <a:off x="0" y="228705"/>
            <a:ext cx="10693399" cy="71977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 smtClean="0"/>
          </a:p>
        </p:txBody>
      </p:sp>
      <p:sp>
        <p:nvSpPr>
          <p:cNvPr id="60" name="직사각형 59"/>
          <p:cNvSpPr/>
          <p:nvPr/>
        </p:nvSpPr>
        <p:spPr>
          <a:xfrm rot="5400000" flipV="1">
            <a:off x="5095184" y="-4772094"/>
            <a:ext cx="503035" cy="10693399"/>
          </a:xfrm>
          <a:prstGeom prst="rect">
            <a:avLst/>
          </a:prstGeom>
          <a:solidFill>
            <a:srgbClr val="1B91C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800" dirty="0"/>
          </a:p>
        </p:txBody>
      </p:sp>
      <p:sp>
        <p:nvSpPr>
          <p:cNvPr id="66" name="Rectangle 209"/>
          <p:cNvSpPr>
            <a:spLocks noChangeArrowheads="1"/>
          </p:cNvSpPr>
          <p:nvPr/>
        </p:nvSpPr>
        <p:spPr bwMode="auto">
          <a:xfrm>
            <a:off x="1447791" y="333972"/>
            <a:ext cx="7855210" cy="4931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104306" tIns="52153" rIns="104306" bIns="52153">
            <a:spAutoFit/>
          </a:bodyPr>
          <a:lstStyle/>
          <a:p>
            <a:pPr algn="ctr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ko-KR" altLang="en-US" sz="2800" spc="-250" dirty="0">
                <a:ln/>
                <a:solidFill>
                  <a:schemeClr val="bg1"/>
                </a:solidFill>
                <a:latin typeface="Rix모던고딕 EB" pitchFamily="18" charset="-127"/>
                <a:ea typeface="Rix모던고딕 EB" pitchFamily="18" charset="-127"/>
              </a:rPr>
              <a:t>사업 기간 별 </a:t>
            </a:r>
            <a:r>
              <a:rPr lang="ko-KR" altLang="en-US" sz="2800" spc="-250" smtClean="0">
                <a:ln/>
                <a:solidFill>
                  <a:schemeClr val="bg1"/>
                </a:solidFill>
                <a:latin typeface="Rix모던고딕 EB" pitchFamily="18" charset="-127"/>
                <a:ea typeface="Rix모던고딕 EB" pitchFamily="18" charset="-127"/>
              </a:rPr>
              <a:t>투입 </a:t>
            </a:r>
            <a:r>
              <a:rPr lang="en-US" altLang="ko-KR" sz="2800" spc="-250" dirty="0" smtClean="0">
                <a:ln/>
                <a:solidFill>
                  <a:schemeClr val="bg1"/>
                </a:solidFill>
                <a:latin typeface="Rix모던고딕 EB" pitchFamily="18" charset="-127"/>
                <a:ea typeface="Rix모던고딕 EB" pitchFamily="18" charset="-127"/>
              </a:rPr>
              <a:t>M/M</a:t>
            </a:r>
            <a:endParaRPr lang="en-US" altLang="ko-KR" sz="2800" spc="-250" dirty="0">
              <a:ln/>
              <a:solidFill>
                <a:schemeClr val="bg1"/>
              </a:solidFill>
              <a:latin typeface="Rix모던고딕 EB" pitchFamily="18" charset="-127"/>
              <a:ea typeface="Rix모던고딕 EB" pitchFamily="18" charset="-127"/>
            </a:endParaRPr>
          </a:p>
        </p:txBody>
      </p:sp>
      <p:graphicFrame>
        <p:nvGraphicFramePr>
          <p:cNvPr id="55" name="표 5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5366136"/>
              </p:ext>
            </p:extLst>
          </p:nvPr>
        </p:nvGraphicFramePr>
        <p:xfrm>
          <a:off x="138110" y="959819"/>
          <a:ext cx="10375907" cy="5439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7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16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031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115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2606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2606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2606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2606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2606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26067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826067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826067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826067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0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0" dirty="0" smtClean="0">
                          <a:solidFill>
                            <a:schemeClr val="bg1"/>
                          </a:solidFill>
                          <a:latin typeface="Rix고딕 B" pitchFamily="18" charset="-127"/>
                          <a:ea typeface="Rix고딕 B" pitchFamily="18" charset="-127"/>
                        </a:rPr>
                        <a:t>담당 업무</a:t>
                      </a:r>
                      <a:endParaRPr lang="ko-KR" altLang="en-US" sz="900" b="0" dirty="0">
                        <a:solidFill>
                          <a:schemeClr val="bg1"/>
                        </a:solidFill>
                        <a:latin typeface="Rix고딕 B" pitchFamily="18" charset="-127"/>
                        <a:ea typeface="Rix고딕 B" pitchFamily="18" charset="-127"/>
                      </a:endParaRPr>
                    </a:p>
                  </a:txBody>
                  <a:tcPr marL="36000" marR="36000" marT="25200" marB="252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ltUpDiag">
                      <a:fgClr>
                        <a:schemeClr val="accent1">
                          <a:lumMod val="75000"/>
                        </a:schemeClr>
                      </a:fgClr>
                      <a:bgClr>
                        <a:schemeClr val="accent5">
                          <a:lumMod val="75000"/>
                        </a:schemeClr>
                      </a:bgClr>
                    </a:patt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0" dirty="0" smtClean="0">
                          <a:solidFill>
                            <a:schemeClr val="bg1"/>
                          </a:solidFill>
                          <a:latin typeface="Rix고딕 B" pitchFamily="18" charset="-127"/>
                          <a:ea typeface="Rix고딕 B" pitchFamily="18" charset="-127"/>
                        </a:rPr>
                        <a:t>소속</a:t>
                      </a:r>
                      <a:endParaRPr lang="ko-KR" altLang="en-US" sz="900" b="0" dirty="0">
                        <a:solidFill>
                          <a:schemeClr val="bg1"/>
                        </a:solidFill>
                        <a:latin typeface="Rix고딕 B" pitchFamily="18" charset="-127"/>
                        <a:ea typeface="Rix고딕 B" pitchFamily="18" charset="-127"/>
                      </a:endParaRPr>
                    </a:p>
                  </a:txBody>
                  <a:tcPr marL="36000" marR="36000" marT="25200" marB="252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ltUpDiag">
                      <a:fgClr>
                        <a:schemeClr val="accent1">
                          <a:lumMod val="75000"/>
                        </a:schemeClr>
                      </a:fgClr>
                      <a:bgClr>
                        <a:schemeClr val="accent5">
                          <a:lumMod val="75000"/>
                        </a:schemeClr>
                      </a:bgClr>
                    </a:patt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0" dirty="0" smtClean="0">
                          <a:solidFill>
                            <a:schemeClr val="bg1"/>
                          </a:solidFill>
                          <a:latin typeface="Rix고딕 B" pitchFamily="18" charset="-127"/>
                          <a:ea typeface="Rix고딕 B" pitchFamily="18" charset="-127"/>
                        </a:rPr>
                        <a:t>성명</a:t>
                      </a:r>
                      <a:endParaRPr lang="ko-KR" altLang="en-US" sz="900" b="0" dirty="0">
                        <a:solidFill>
                          <a:schemeClr val="bg1"/>
                        </a:solidFill>
                        <a:latin typeface="Rix고딕 B" pitchFamily="18" charset="-127"/>
                        <a:ea typeface="Rix고딕 B" pitchFamily="18" charset="-127"/>
                      </a:endParaRPr>
                    </a:p>
                  </a:txBody>
                  <a:tcPr marL="36000" marR="36000" marT="25200" marB="252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ltUpDiag">
                      <a:fgClr>
                        <a:schemeClr val="accent1">
                          <a:lumMod val="75000"/>
                        </a:schemeClr>
                      </a:fgClr>
                      <a:bgClr>
                        <a:schemeClr val="accent5">
                          <a:lumMod val="75000"/>
                        </a:schemeClr>
                      </a:bgClr>
                    </a:patt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0" dirty="0" smtClean="0">
                          <a:solidFill>
                            <a:schemeClr val="bg1"/>
                          </a:solidFill>
                          <a:latin typeface="Rix고딕 B" pitchFamily="18" charset="-127"/>
                          <a:ea typeface="Rix고딕 B" pitchFamily="18" charset="-127"/>
                        </a:rPr>
                        <a:t>등급</a:t>
                      </a:r>
                      <a:endParaRPr lang="ko-KR" altLang="en-US" sz="900" b="0" dirty="0">
                        <a:solidFill>
                          <a:schemeClr val="bg1"/>
                        </a:solidFill>
                        <a:latin typeface="Rix고딕 B" pitchFamily="18" charset="-127"/>
                        <a:ea typeface="Rix고딕 B" pitchFamily="18" charset="-127"/>
                      </a:endParaRPr>
                    </a:p>
                  </a:txBody>
                  <a:tcPr marL="36000" marR="36000" marT="25200" marB="252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ltUpDiag">
                      <a:fgClr>
                        <a:schemeClr val="accent1">
                          <a:lumMod val="75000"/>
                        </a:schemeClr>
                      </a:fgClr>
                      <a:bgClr>
                        <a:schemeClr val="accent5">
                          <a:lumMod val="75000"/>
                        </a:schemeClr>
                      </a:bgClr>
                    </a:pattFill>
                  </a:tcPr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dirty="0" smtClean="0">
                          <a:solidFill>
                            <a:schemeClr val="bg1"/>
                          </a:solidFill>
                          <a:latin typeface="Rix고딕 B" pitchFamily="18" charset="-127"/>
                          <a:ea typeface="Rix고딕 B" pitchFamily="18" charset="-127"/>
                        </a:rPr>
                        <a:t> </a:t>
                      </a:r>
                      <a:r>
                        <a:rPr lang="ko-KR" altLang="en-US" sz="900" b="0" dirty="0" smtClean="0">
                          <a:solidFill>
                            <a:schemeClr val="bg1"/>
                          </a:solidFill>
                          <a:latin typeface="Rix고딕 B" pitchFamily="18" charset="-127"/>
                          <a:ea typeface="Rix고딕 B" pitchFamily="18" charset="-127"/>
                        </a:rPr>
                        <a:t>본 사업</a:t>
                      </a:r>
                      <a:endParaRPr lang="ko-KR" altLang="en-US" sz="900" b="0" dirty="0">
                        <a:solidFill>
                          <a:schemeClr val="bg1"/>
                        </a:solidFill>
                        <a:latin typeface="Rix고딕 B" pitchFamily="18" charset="-127"/>
                        <a:ea typeface="Rix고딕 B" pitchFamily="18" charset="-127"/>
                      </a:endParaRPr>
                    </a:p>
                  </a:txBody>
                  <a:tcPr marL="36000" marR="36000" marT="25200" marB="252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ltUpDiag">
                      <a:fgClr>
                        <a:schemeClr val="accent1">
                          <a:lumMod val="75000"/>
                        </a:schemeClr>
                      </a:fgClr>
                      <a:bgClr>
                        <a:schemeClr val="accent5">
                          <a:lumMod val="75000"/>
                        </a:schemeClr>
                      </a:bgClr>
                    </a:patt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0" dirty="0" smtClean="0">
                          <a:solidFill>
                            <a:schemeClr val="bg1"/>
                          </a:solidFill>
                          <a:latin typeface="Rix고딕 B" pitchFamily="18" charset="-127"/>
                          <a:ea typeface="Rix고딕 B" pitchFamily="18" charset="-127"/>
                        </a:rPr>
                        <a:t>안정화 및 이전 지원</a:t>
                      </a:r>
                      <a:endParaRPr lang="ko-KR" altLang="en-US" sz="900" b="0" dirty="0">
                        <a:solidFill>
                          <a:schemeClr val="bg1"/>
                        </a:solidFill>
                        <a:latin typeface="Rix고딕 B" pitchFamily="18" charset="-127"/>
                        <a:ea typeface="Rix고딕 B" pitchFamily="18" charset="-127"/>
                      </a:endParaRPr>
                    </a:p>
                  </a:txBody>
                  <a:tcPr marL="36000" marR="36000" marT="25200" marB="252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ltUpDiag">
                      <a:fgClr>
                        <a:schemeClr val="accent1">
                          <a:lumMod val="75000"/>
                        </a:schemeClr>
                      </a:fgClr>
                      <a:bgClr>
                        <a:schemeClr val="accent5">
                          <a:lumMod val="75000"/>
                        </a:schemeClr>
                      </a:bgClr>
                    </a:patt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0" dirty="0" smtClean="0">
                          <a:solidFill>
                            <a:schemeClr val="bg1"/>
                          </a:solidFill>
                          <a:latin typeface="Rix고딕 B" pitchFamily="18" charset="-127"/>
                          <a:ea typeface="Rix고딕 B" pitchFamily="18" charset="-127"/>
                        </a:rPr>
                        <a:t>이전 지원</a:t>
                      </a:r>
                      <a:endParaRPr lang="ko-KR" altLang="en-US" sz="900" b="0" dirty="0">
                        <a:solidFill>
                          <a:schemeClr val="bg1"/>
                        </a:solidFill>
                        <a:latin typeface="Rix고딕 B" pitchFamily="18" charset="-127"/>
                        <a:ea typeface="Rix고딕 B" pitchFamily="18" charset="-127"/>
                      </a:endParaRPr>
                    </a:p>
                  </a:txBody>
                  <a:tcPr marL="36000" marR="36000" marT="25200" marB="252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ltUpDiag">
                      <a:fgClr>
                        <a:schemeClr val="accent1">
                          <a:lumMod val="75000"/>
                        </a:schemeClr>
                      </a:fgClr>
                      <a:bgClr>
                        <a:schemeClr val="accent5">
                          <a:lumMod val="75000"/>
                        </a:schemeClr>
                      </a:bgClr>
                    </a:patt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0" dirty="0" smtClean="0">
                          <a:solidFill>
                            <a:schemeClr val="bg1"/>
                          </a:solidFill>
                          <a:latin typeface="Rix고딕 B" pitchFamily="18" charset="-127"/>
                          <a:ea typeface="Rix고딕 B" pitchFamily="18" charset="-127"/>
                        </a:rPr>
                        <a:t>투입 </a:t>
                      </a:r>
                      <a:endParaRPr lang="en-US" altLang="ko-KR" sz="900" b="0" dirty="0" smtClean="0">
                        <a:solidFill>
                          <a:schemeClr val="bg1"/>
                        </a:solidFill>
                        <a:latin typeface="Rix고딕 B" pitchFamily="18" charset="-127"/>
                        <a:ea typeface="Rix고딕 B" pitchFamily="18" charset="-127"/>
                      </a:endParaRPr>
                    </a:p>
                    <a:p>
                      <a:pPr algn="ctr" latinLnBrk="1"/>
                      <a:r>
                        <a:rPr lang="en-US" altLang="ko-KR" sz="900" b="0" dirty="0" smtClean="0">
                          <a:solidFill>
                            <a:schemeClr val="bg1"/>
                          </a:solidFill>
                          <a:latin typeface="Rix고딕 B" pitchFamily="18" charset="-127"/>
                          <a:ea typeface="Rix고딕 B" pitchFamily="18" charset="-127"/>
                        </a:rPr>
                        <a:t>M/M</a:t>
                      </a:r>
                      <a:endParaRPr lang="ko-KR" altLang="en-US" sz="900" b="0" dirty="0">
                        <a:solidFill>
                          <a:schemeClr val="bg1"/>
                        </a:solidFill>
                        <a:latin typeface="Rix고딕 B" pitchFamily="18" charset="-127"/>
                        <a:ea typeface="Rix고딕 B" pitchFamily="18" charset="-127"/>
                      </a:endParaRPr>
                    </a:p>
                  </a:txBody>
                  <a:tcPr marL="36000" marR="36000" marT="25200" marB="252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ltUpDiag">
                      <a:fgClr>
                        <a:schemeClr val="accent1">
                          <a:lumMod val="75000"/>
                        </a:schemeClr>
                      </a:fgClr>
                      <a:bgClr>
                        <a:schemeClr val="accent5">
                          <a:lumMod val="75000"/>
                        </a:schemeClr>
                      </a:bgClr>
                    </a:patt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dirty="0" smtClean="0">
                          <a:solidFill>
                            <a:schemeClr val="bg1"/>
                          </a:solidFill>
                          <a:latin typeface="Rix고딕 B" pitchFamily="18" charset="-127"/>
                          <a:ea typeface="Rix고딕 B" pitchFamily="18" charset="-127"/>
                        </a:rPr>
                        <a:t>M</a:t>
                      </a:r>
                      <a:endParaRPr lang="ko-KR" altLang="en-US" sz="900" b="0" dirty="0">
                        <a:solidFill>
                          <a:schemeClr val="bg1"/>
                        </a:solidFill>
                        <a:latin typeface="Rix고딕 B" pitchFamily="18" charset="-127"/>
                        <a:ea typeface="Rix고딕 B" pitchFamily="18" charset="-127"/>
                      </a:endParaRPr>
                    </a:p>
                  </a:txBody>
                  <a:tcPr marL="36000" marR="36000" marT="25200" marB="252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ltUpDiag">
                      <a:fgClr>
                        <a:schemeClr val="accent1">
                          <a:lumMod val="75000"/>
                        </a:schemeClr>
                      </a:fgClr>
                      <a:bgClr>
                        <a:schemeClr val="accent5">
                          <a:lumMod val="75000"/>
                        </a:schemeClr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dirty="0" smtClean="0">
                          <a:solidFill>
                            <a:schemeClr val="bg1"/>
                          </a:solidFill>
                          <a:latin typeface="Rix고딕 B" pitchFamily="18" charset="-127"/>
                          <a:ea typeface="Rix고딕 B" pitchFamily="18" charset="-127"/>
                        </a:rPr>
                        <a:t>M+1</a:t>
                      </a:r>
                      <a:endParaRPr lang="ko-KR" altLang="en-US" sz="900" b="0" dirty="0">
                        <a:solidFill>
                          <a:schemeClr val="bg1"/>
                        </a:solidFill>
                        <a:latin typeface="Rix고딕 B" pitchFamily="18" charset="-127"/>
                        <a:ea typeface="Rix고딕 B" pitchFamily="18" charset="-127"/>
                      </a:endParaRPr>
                    </a:p>
                  </a:txBody>
                  <a:tcPr marL="36000" marR="36000" marT="25200" marB="252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ltUpDiag">
                      <a:fgClr>
                        <a:schemeClr val="accent1">
                          <a:lumMod val="75000"/>
                        </a:schemeClr>
                      </a:fgClr>
                      <a:bgClr>
                        <a:schemeClr val="accent5">
                          <a:lumMod val="75000"/>
                        </a:schemeClr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dirty="0" smtClean="0">
                          <a:solidFill>
                            <a:schemeClr val="bg1"/>
                          </a:solidFill>
                          <a:latin typeface="Rix고딕 B" pitchFamily="18" charset="-127"/>
                          <a:ea typeface="Rix고딕 B" pitchFamily="18" charset="-127"/>
                        </a:rPr>
                        <a:t>M+2</a:t>
                      </a:r>
                      <a:endParaRPr lang="ko-KR" altLang="en-US" sz="900" b="0" dirty="0">
                        <a:solidFill>
                          <a:schemeClr val="bg1"/>
                        </a:solidFill>
                        <a:latin typeface="Rix고딕 B" pitchFamily="18" charset="-127"/>
                        <a:ea typeface="Rix고딕 B" pitchFamily="18" charset="-127"/>
                      </a:endParaRPr>
                    </a:p>
                  </a:txBody>
                  <a:tcPr marL="36000" marR="36000" marT="25200" marB="252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ltUpDiag">
                      <a:fgClr>
                        <a:schemeClr val="accent1">
                          <a:lumMod val="75000"/>
                        </a:schemeClr>
                      </a:fgClr>
                      <a:bgClr>
                        <a:schemeClr val="accent5">
                          <a:lumMod val="75000"/>
                        </a:schemeClr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dirty="0" smtClean="0">
                          <a:solidFill>
                            <a:schemeClr val="bg1"/>
                          </a:solidFill>
                          <a:latin typeface="Rix고딕 B" pitchFamily="18" charset="-127"/>
                          <a:ea typeface="Rix고딕 B" pitchFamily="18" charset="-127"/>
                        </a:rPr>
                        <a:t>M+3</a:t>
                      </a:r>
                      <a:endParaRPr lang="ko-KR" altLang="en-US" sz="900" b="0" dirty="0">
                        <a:solidFill>
                          <a:schemeClr val="bg1"/>
                        </a:solidFill>
                        <a:latin typeface="Rix고딕 B" pitchFamily="18" charset="-127"/>
                        <a:ea typeface="Rix고딕 B" pitchFamily="18" charset="-127"/>
                      </a:endParaRPr>
                    </a:p>
                  </a:txBody>
                  <a:tcPr marL="36000" marR="36000" marT="25200" marB="252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ltUpDiag">
                      <a:fgClr>
                        <a:schemeClr val="accent1">
                          <a:lumMod val="75000"/>
                        </a:schemeClr>
                      </a:fgClr>
                      <a:bgClr>
                        <a:schemeClr val="accent5">
                          <a:lumMod val="75000"/>
                        </a:schemeClr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dirty="0" smtClean="0">
                          <a:solidFill>
                            <a:schemeClr val="bg1"/>
                          </a:solidFill>
                          <a:latin typeface="Rix고딕 B" pitchFamily="18" charset="-127"/>
                          <a:ea typeface="Rix고딕 B" pitchFamily="18" charset="-127"/>
                        </a:rPr>
                        <a:t>M+4</a:t>
                      </a:r>
                      <a:endParaRPr lang="ko-KR" altLang="en-US" sz="900" b="0" dirty="0">
                        <a:solidFill>
                          <a:schemeClr val="bg1"/>
                        </a:solidFill>
                        <a:latin typeface="Rix고딕 B" pitchFamily="18" charset="-127"/>
                        <a:ea typeface="Rix고딕 B" pitchFamily="18" charset="-127"/>
                      </a:endParaRPr>
                    </a:p>
                  </a:txBody>
                  <a:tcPr marL="36000" marR="36000" marT="25200" marB="252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ltUpDiag">
                      <a:fgClr>
                        <a:schemeClr val="accent1">
                          <a:lumMod val="75000"/>
                        </a:schemeClr>
                      </a:fgClr>
                      <a:bgClr>
                        <a:schemeClr val="accent5">
                          <a:lumMod val="75000"/>
                        </a:schemeClr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dirty="0" smtClean="0">
                          <a:solidFill>
                            <a:schemeClr val="bg1"/>
                          </a:solidFill>
                          <a:latin typeface="Rix고딕 B" pitchFamily="18" charset="-127"/>
                          <a:ea typeface="Rix고딕 B" pitchFamily="18" charset="-127"/>
                        </a:rPr>
                        <a:t>M+5</a:t>
                      </a:r>
                      <a:endParaRPr lang="ko-KR" altLang="en-US" sz="900" b="0" dirty="0">
                        <a:solidFill>
                          <a:schemeClr val="bg1"/>
                        </a:solidFill>
                        <a:latin typeface="Rix고딕 B" pitchFamily="18" charset="-127"/>
                        <a:ea typeface="Rix고딕 B" pitchFamily="18" charset="-127"/>
                      </a:endParaRPr>
                    </a:p>
                  </a:txBody>
                  <a:tcPr marL="36000" marR="36000" marT="25200" marB="252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ltUpDiag">
                      <a:fgClr>
                        <a:schemeClr val="accent1">
                          <a:lumMod val="75000"/>
                        </a:schemeClr>
                      </a:fgClr>
                      <a:bgClr>
                        <a:schemeClr val="accent5">
                          <a:lumMod val="75000"/>
                        </a:schemeClr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dirty="0" smtClean="0">
                          <a:solidFill>
                            <a:schemeClr val="bg1"/>
                          </a:solidFill>
                          <a:latin typeface="Rix고딕 B" pitchFamily="18" charset="-127"/>
                          <a:ea typeface="Rix고딕 B" pitchFamily="18" charset="-127"/>
                        </a:rPr>
                        <a:t>M+6</a:t>
                      </a:r>
                      <a:endParaRPr lang="ko-KR" altLang="en-US" sz="900" b="0" dirty="0">
                        <a:solidFill>
                          <a:schemeClr val="bg1"/>
                        </a:solidFill>
                        <a:latin typeface="Rix고딕 B" pitchFamily="18" charset="-127"/>
                        <a:ea typeface="Rix고딕 B" pitchFamily="18" charset="-127"/>
                      </a:endParaRPr>
                    </a:p>
                  </a:txBody>
                  <a:tcPr marL="36000" marR="36000" marT="25200" marB="252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ltUpDiag">
                      <a:fgClr>
                        <a:schemeClr val="accent1">
                          <a:lumMod val="75000"/>
                        </a:schemeClr>
                      </a:fgClr>
                      <a:bgClr>
                        <a:schemeClr val="accent5">
                          <a:lumMod val="75000"/>
                        </a:schemeClr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dirty="0" smtClean="0">
                          <a:solidFill>
                            <a:schemeClr val="bg1"/>
                          </a:solidFill>
                          <a:latin typeface="Rix고딕 B" pitchFamily="18" charset="-127"/>
                          <a:ea typeface="Rix고딕 B" pitchFamily="18" charset="-127"/>
                        </a:rPr>
                        <a:t>M+7</a:t>
                      </a:r>
                      <a:endParaRPr lang="ko-KR" altLang="en-US" sz="900" b="0" dirty="0">
                        <a:solidFill>
                          <a:schemeClr val="bg1"/>
                        </a:solidFill>
                        <a:latin typeface="Rix고딕 B" pitchFamily="18" charset="-127"/>
                        <a:ea typeface="Rix고딕 B" pitchFamily="18" charset="-127"/>
                      </a:endParaRPr>
                    </a:p>
                  </a:txBody>
                  <a:tcPr marL="36000" marR="36000" marT="25200" marB="252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ltUpDiag">
                      <a:fgClr>
                        <a:schemeClr val="accent1">
                          <a:lumMod val="75000"/>
                        </a:schemeClr>
                      </a:fgClr>
                      <a:bgClr>
                        <a:schemeClr val="accent5">
                          <a:lumMod val="75000"/>
                        </a:schemeClr>
                      </a:bgClr>
                    </a:pattFill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bg1"/>
                        </a:solidFill>
                      </a:endParaRPr>
                    </a:p>
                  </a:txBody>
                  <a:tcPr marL="72000" marR="72000" marT="28800" marB="28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 smtClean="0">
                          <a:solidFill>
                            <a:schemeClr val="tx1"/>
                          </a:solidFill>
                          <a:latin typeface="Rix모던고딕 M" pitchFamily="18" charset="-127"/>
                          <a:ea typeface="Rix모던고딕 M" pitchFamily="18" charset="-127"/>
                        </a:rPr>
                        <a:t>사업총괄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Rix모던고딕 M" pitchFamily="18" charset="-127"/>
                        <a:ea typeface="Rix모던고딕 M" pitchFamily="18" charset="-127"/>
                      </a:endParaRPr>
                    </a:p>
                  </a:txBody>
                  <a:tcPr marL="36000" marR="36000" marT="25200" marB="252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ltUpDiag">
                      <a:fgClr>
                        <a:schemeClr val="bg1">
                          <a:lumMod val="8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 smtClean="0">
                          <a:solidFill>
                            <a:schemeClr val="tx1"/>
                          </a:solidFill>
                          <a:latin typeface="Rix모던고딕 M" pitchFamily="18" charset="-127"/>
                          <a:ea typeface="Rix모던고딕 M" pitchFamily="18" charset="-127"/>
                        </a:rPr>
                        <a:t>다원아이씨티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Rix모던고딕 M" pitchFamily="18" charset="-127"/>
                        <a:ea typeface="Rix모던고딕 M" pitchFamily="18" charset="-127"/>
                      </a:endParaRPr>
                    </a:p>
                  </a:txBody>
                  <a:tcPr marL="36000" marR="36000" marT="25200" marB="252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 smtClean="0">
                          <a:solidFill>
                            <a:schemeClr val="tx1"/>
                          </a:solidFill>
                          <a:latin typeface="Rix모던고딕 M" pitchFamily="18" charset="-127"/>
                          <a:ea typeface="Rix모던고딕 M" pitchFamily="18" charset="-127"/>
                        </a:rPr>
                        <a:t>이상훈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Rix모던고딕 M" pitchFamily="18" charset="-127"/>
                        <a:ea typeface="Rix모던고딕 M" pitchFamily="18" charset="-127"/>
                      </a:endParaRPr>
                    </a:p>
                  </a:txBody>
                  <a:tcPr marL="36000" marR="36000" marT="25200" marB="252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 smtClean="0">
                          <a:solidFill>
                            <a:schemeClr val="tx1"/>
                          </a:solidFill>
                          <a:latin typeface="Rix모던고딕 M" pitchFamily="18" charset="-127"/>
                          <a:ea typeface="Rix모던고딕 M" pitchFamily="18" charset="-127"/>
                        </a:rPr>
                        <a:t>특급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Rix모던고딕 M" pitchFamily="18" charset="-127"/>
                        <a:ea typeface="Rix모던고딕 M" pitchFamily="18" charset="-127"/>
                      </a:endParaRPr>
                    </a:p>
                  </a:txBody>
                  <a:tcPr marL="36000" marR="36000" marT="25200" marB="252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Rix모던고딕 M" pitchFamily="18" charset="-127"/>
                        <a:ea typeface="Rix모던고딕 M" pitchFamily="18" charset="-127"/>
                      </a:endParaRPr>
                    </a:p>
                  </a:txBody>
                  <a:tcPr marL="36000" marR="36000" marT="25200" marB="252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Rix모던고딕 M" pitchFamily="18" charset="-127"/>
                        <a:ea typeface="Rix모던고딕 M" pitchFamily="18" charset="-127"/>
                      </a:endParaRPr>
                    </a:p>
                  </a:txBody>
                  <a:tcPr marL="36000" marR="36000" marT="25200" marB="252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Rix모던고딕 M" pitchFamily="18" charset="-127"/>
                        <a:ea typeface="Rix모던고딕 M" pitchFamily="18" charset="-127"/>
                      </a:endParaRPr>
                    </a:p>
                  </a:txBody>
                  <a:tcPr marL="36000" marR="36000" marT="25200" marB="252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Rix모던고딕 M" pitchFamily="18" charset="-127"/>
                        <a:ea typeface="Rix모던고딕 M" pitchFamily="18" charset="-127"/>
                      </a:endParaRPr>
                    </a:p>
                  </a:txBody>
                  <a:tcPr marL="36000" marR="36000" marT="25200" marB="252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Rix모던고딕 M" pitchFamily="18" charset="-127"/>
                        <a:ea typeface="Rix모던고딕 M" pitchFamily="18" charset="-127"/>
                      </a:endParaRPr>
                    </a:p>
                  </a:txBody>
                  <a:tcPr marL="36000" marR="36000" marT="25200" marB="252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Rix모던고딕 M" pitchFamily="18" charset="-127"/>
                        <a:ea typeface="Rix모던고딕 M" pitchFamily="18" charset="-127"/>
                      </a:endParaRPr>
                    </a:p>
                  </a:txBody>
                  <a:tcPr marL="36000" marR="36000" marT="25200" marB="252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Rix모던고딕 M" pitchFamily="18" charset="-127"/>
                        <a:ea typeface="Rix모던고딕 M" pitchFamily="18" charset="-127"/>
                      </a:endParaRPr>
                    </a:p>
                  </a:txBody>
                  <a:tcPr marL="36000" marR="36000" marT="25200" marB="252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Rix모던고딕 M" pitchFamily="18" charset="-127"/>
                        <a:ea typeface="Rix모던고딕 M" pitchFamily="18" charset="-127"/>
                      </a:endParaRPr>
                    </a:p>
                  </a:txBody>
                  <a:tcPr marL="36000" marR="36000" marT="25200" marB="252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 smtClean="0">
                          <a:solidFill>
                            <a:schemeClr val="tx1"/>
                          </a:solidFill>
                          <a:latin typeface="Rix모던고딕 M" pitchFamily="18" charset="-127"/>
                          <a:ea typeface="Rix모던고딕 M" pitchFamily="18" charset="-127"/>
                        </a:rPr>
                        <a:t>비상주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Rix모던고딕 M" pitchFamily="18" charset="-127"/>
                        <a:ea typeface="Rix모던고딕 M" pitchFamily="18" charset="-127"/>
                      </a:endParaRPr>
                    </a:p>
                  </a:txBody>
                  <a:tcPr marL="36000" marR="36000" marT="25200" marB="252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 smtClean="0">
                          <a:solidFill>
                            <a:schemeClr val="tx1"/>
                          </a:solidFill>
                          <a:latin typeface="Rix모던고딕 M" pitchFamily="18" charset="-127"/>
                          <a:ea typeface="Rix모던고딕 M" pitchFamily="18" charset="-127"/>
                        </a:rPr>
                        <a:t>군사전문가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Rix모던고딕 M" pitchFamily="18" charset="-127"/>
                        <a:ea typeface="Rix모던고딕 M" pitchFamily="18" charset="-127"/>
                      </a:endParaRPr>
                    </a:p>
                  </a:txBody>
                  <a:tcPr marL="36000" marR="36000" marT="25200" marB="252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ltUpDiag">
                      <a:fgClr>
                        <a:schemeClr val="bg1">
                          <a:lumMod val="8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 smtClean="0">
                          <a:solidFill>
                            <a:schemeClr val="tx1"/>
                          </a:solidFill>
                          <a:latin typeface="Rix모던고딕 M" pitchFamily="18" charset="-127"/>
                          <a:ea typeface="Rix모던고딕 M" pitchFamily="18" charset="-127"/>
                        </a:rPr>
                        <a:t>다원아이씨티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Rix모던고딕 M" pitchFamily="18" charset="-127"/>
                        <a:ea typeface="Rix모던고딕 M" pitchFamily="18" charset="-127"/>
                      </a:endParaRPr>
                    </a:p>
                  </a:txBody>
                  <a:tcPr marL="36000" marR="36000" marT="25200" marB="252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 smtClean="0">
                          <a:solidFill>
                            <a:schemeClr val="tx1"/>
                          </a:solidFill>
                          <a:latin typeface="Rix모던고딕 M" pitchFamily="18" charset="-127"/>
                          <a:ea typeface="Rix모던고딕 M" pitchFamily="18" charset="-127"/>
                        </a:rPr>
                        <a:t>권오식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Rix모던고딕 M" pitchFamily="18" charset="-127"/>
                        <a:ea typeface="Rix모던고딕 M" pitchFamily="18" charset="-127"/>
                      </a:endParaRPr>
                    </a:p>
                  </a:txBody>
                  <a:tcPr marL="36000" marR="36000" marT="25200" marB="252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 smtClean="0">
                          <a:solidFill>
                            <a:schemeClr val="tx1"/>
                          </a:solidFill>
                          <a:latin typeface="Rix모던고딕 M" pitchFamily="18" charset="-127"/>
                          <a:ea typeface="Rix모던고딕 M" pitchFamily="18" charset="-127"/>
                        </a:rPr>
                        <a:t>특급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Rix모던고딕 M" pitchFamily="18" charset="-127"/>
                        <a:ea typeface="Rix모던고딕 M" pitchFamily="18" charset="-127"/>
                      </a:endParaRPr>
                    </a:p>
                  </a:txBody>
                  <a:tcPr marL="36000" marR="36000" marT="25200" marB="252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Rix모던고딕 M" pitchFamily="18" charset="-127"/>
                        <a:ea typeface="Rix모던고딕 M" pitchFamily="18" charset="-127"/>
                      </a:endParaRPr>
                    </a:p>
                  </a:txBody>
                  <a:tcPr marL="36000" marR="36000" marT="25200" marB="252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Rix모던고딕 M" pitchFamily="18" charset="-127"/>
                        <a:ea typeface="Rix모던고딕 M" pitchFamily="18" charset="-127"/>
                      </a:endParaRPr>
                    </a:p>
                  </a:txBody>
                  <a:tcPr marL="36000" marR="36000" marT="25200" marB="252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Rix모던고딕 M" pitchFamily="18" charset="-127"/>
                        <a:ea typeface="Rix모던고딕 M" pitchFamily="18" charset="-127"/>
                      </a:endParaRPr>
                    </a:p>
                  </a:txBody>
                  <a:tcPr marL="36000" marR="36000" marT="25200" marB="252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Rix모던고딕 M" pitchFamily="18" charset="-127"/>
                        <a:ea typeface="Rix모던고딕 M" pitchFamily="18" charset="-127"/>
                      </a:endParaRPr>
                    </a:p>
                  </a:txBody>
                  <a:tcPr marL="36000" marR="36000" marT="25200" marB="252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Rix모던고딕 M" pitchFamily="18" charset="-127"/>
                        <a:ea typeface="Rix모던고딕 M" pitchFamily="18" charset="-127"/>
                      </a:endParaRPr>
                    </a:p>
                  </a:txBody>
                  <a:tcPr marL="36000" marR="36000" marT="25200" marB="252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Rix모던고딕 M" pitchFamily="18" charset="-127"/>
                        <a:ea typeface="Rix모던고딕 M" pitchFamily="18" charset="-127"/>
                      </a:endParaRPr>
                    </a:p>
                  </a:txBody>
                  <a:tcPr marL="36000" marR="36000" marT="25200" marB="252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Rix모던고딕 M" pitchFamily="18" charset="-127"/>
                        <a:ea typeface="Rix모던고딕 M" pitchFamily="18" charset="-127"/>
                      </a:endParaRPr>
                    </a:p>
                  </a:txBody>
                  <a:tcPr marL="36000" marR="36000" marT="25200" marB="252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Rix모던고딕 M" pitchFamily="18" charset="-127"/>
                        <a:ea typeface="Rix모던고딕 M" pitchFamily="18" charset="-127"/>
                      </a:endParaRPr>
                    </a:p>
                  </a:txBody>
                  <a:tcPr marL="36000" marR="36000" marT="25200" marB="252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 smtClean="0">
                          <a:solidFill>
                            <a:schemeClr val="tx1"/>
                          </a:solidFill>
                          <a:latin typeface="Rix모던고딕 M" pitchFamily="18" charset="-127"/>
                          <a:ea typeface="Rix모던고딕 M" pitchFamily="18" charset="-127"/>
                        </a:rPr>
                        <a:t>1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Rix모던고딕 M" pitchFamily="18" charset="-127"/>
                        <a:ea typeface="Rix모던고딕 M" pitchFamily="18" charset="-127"/>
                      </a:endParaRPr>
                    </a:p>
                  </a:txBody>
                  <a:tcPr marL="36000" marR="36000" marT="25200" marB="252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 smtClean="0">
                          <a:solidFill>
                            <a:schemeClr val="tx1"/>
                          </a:solidFill>
                          <a:latin typeface="Rix모던고딕 M" pitchFamily="18" charset="-127"/>
                          <a:ea typeface="Rix모던고딕 M" pitchFamily="18" charset="-127"/>
                        </a:rPr>
                        <a:t>PM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Rix모던고딕 M" pitchFamily="18" charset="-127"/>
                        <a:ea typeface="Rix모던고딕 M" pitchFamily="18" charset="-127"/>
                      </a:endParaRPr>
                    </a:p>
                  </a:txBody>
                  <a:tcPr marL="36000" marR="36000" marT="25200" marB="252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ltUpDiag">
                      <a:fgClr>
                        <a:schemeClr val="bg1">
                          <a:lumMod val="8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 smtClean="0">
                          <a:solidFill>
                            <a:schemeClr val="tx1"/>
                          </a:solidFill>
                          <a:latin typeface="Rix모던고딕 M" pitchFamily="18" charset="-127"/>
                          <a:ea typeface="Rix모던고딕 M" pitchFamily="18" charset="-127"/>
                        </a:rPr>
                        <a:t>다원아이씨티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Rix모던고딕 M" pitchFamily="18" charset="-127"/>
                        <a:ea typeface="Rix모던고딕 M" pitchFamily="18" charset="-127"/>
                      </a:endParaRPr>
                    </a:p>
                  </a:txBody>
                  <a:tcPr marL="36000" marR="36000" marT="25200" marB="252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 smtClean="0">
                          <a:solidFill>
                            <a:schemeClr val="tx1"/>
                          </a:solidFill>
                          <a:latin typeface="Rix모던고딕 M" pitchFamily="18" charset="-127"/>
                          <a:ea typeface="Rix모던고딕 M" pitchFamily="18" charset="-127"/>
                        </a:rPr>
                        <a:t>최창식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Rix모던고딕 M" pitchFamily="18" charset="-127"/>
                        <a:ea typeface="Rix모던고딕 M" pitchFamily="18" charset="-127"/>
                      </a:endParaRPr>
                    </a:p>
                  </a:txBody>
                  <a:tcPr marL="36000" marR="36000" marT="25200" marB="252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 smtClean="0">
                          <a:solidFill>
                            <a:schemeClr val="tx1"/>
                          </a:solidFill>
                          <a:latin typeface="Rix모던고딕 M" pitchFamily="18" charset="-127"/>
                          <a:ea typeface="Rix모던고딕 M" pitchFamily="18" charset="-127"/>
                        </a:rPr>
                        <a:t>특급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Rix모던고딕 M" pitchFamily="18" charset="-127"/>
                        <a:ea typeface="Rix모던고딕 M" pitchFamily="18" charset="-127"/>
                      </a:endParaRPr>
                    </a:p>
                  </a:txBody>
                  <a:tcPr marL="36000" marR="36000" marT="25200" marB="252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Rix모던고딕 M" pitchFamily="18" charset="-127"/>
                        <a:ea typeface="Rix모던고딕 M" pitchFamily="18" charset="-127"/>
                      </a:endParaRPr>
                    </a:p>
                  </a:txBody>
                  <a:tcPr marL="36000" marR="36000" marT="25200" marB="252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Rix모던고딕 M" pitchFamily="18" charset="-127"/>
                        <a:ea typeface="Rix모던고딕 M" pitchFamily="18" charset="-127"/>
                      </a:endParaRPr>
                    </a:p>
                  </a:txBody>
                  <a:tcPr marL="36000" marR="36000" marT="25200" marB="252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Rix모던고딕 M" pitchFamily="18" charset="-127"/>
                        <a:ea typeface="Rix모던고딕 M" pitchFamily="18" charset="-127"/>
                      </a:endParaRPr>
                    </a:p>
                  </a:txBody>
                  <a:tcPr marL="36000" marR="36000" marT="25200" marB="252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Rix모던고딕 M" pitchFamily="18" charset="-127"/>
                        <a:ea typeface="Rix모던고딕 M" pitchFamily="18" charset="-127"/>
                      </a:endParaRPr>
                    </a:p>
                  </a:txBody>
                  <a:tcPr marL="36000" marR="36000" marT="25200" marB="252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Rix모던고딕 M" pitchFamily="18" charset="-127"/>
                        <a:ea typeface="Rix모던고딕 M" pitchFamily="18" charset="-127"/>
                      </a:endParaRPr>
                    </a:p>
                  </a:txBody>
                  <a:tcPr marL="36000" marR="36000" marT="25200" marB="252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Rix모던고딕 M" pitchFamily="18" charset="-127"/>
                        <a:ea typeface="Rix모던고딕 M" pitchFamily="18" charset="-127"/>
                      </a:endParaRPr>
                    </a:p>
                  </a:txBody>
                  <a:tcPr marL="36000" marR="36000" marT="25200" marB="252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Rix모던고딕 M" pitchFamily="18" charset="-127"/>
                        <a:ea typeface="Rix모던고딕 M" pitchFamily="18" charset="-127"/>
                      </a:endParaRPr>
                    </a:p>
                  </a:txBody>
                  <a:tcPr marL="36000" marR="36000" marT="25200" marB="252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Rix모던고딕 M" pitchFamily="18" charset="-127"/>
                        <a:ea typeface="Rix모던고딕 M" pitchFamily="18" charset="-127"/>
                      </a:endParaRPr>
                    </a:p>
                  </a:txBody>
                  <a:tcPr marL="36000" marR="36000" marT="25200" marB="252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 smtClean="0">
                          <a:solidFill>
                            <a:schemeClr val="tx1"/>
                          </a:solidFill>
                          <a:latin typeface="Rix모던고딕 M" pitchFamily="18" charset="-127"/>
                          <a:ea typeface="Rix모던고딕 M" pitchFamily="18" charset="-127"/>
                        </a:rPr>
                        <a:t>4.5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Rix모던고딕 M" pitchFamily="18" charset="-127"/>
                        <a:ea typeface="Rix모던고딕 M" pitchFamily="18" charset="-127"/>
                      </a:endParaRPr>
                    </a:p>
                  </a:txBody>
                  <a:tcPr marL="36000" marR="36000" marT="25200" marB="252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 smtClean="0">
                          <a:solidFill>
                            <a:schemeClr val="tx1"/>
                          </a:solidFill>
                          <a:latin typeface="Rix모던고딕 M" pitchFamily="18" charset="-127"/>
                          <a:ea typeface="Rix모던고딕 M" pitchFamily="18" charset="-127"/>
                        </a:rPr>
                        <a:t>품질관리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Rix모던고딕 M" pitchFamily="18" charset="-127"/>
                        <a:ea typeface="Rix모던고딕 M" pitchFamily="18" charset="-127"/>
                      </a:endParaRPr>
                    </a:p>
                  </a:txBody>
                  <a:tcPr marL="36000" marR="36000" marT="25200" marB="252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ltUpDiag">
                      <a:fgClr>
                        <a:schemeClr val="bg1">
                          <a:lumMod val="8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 smtClean="0">
                          <a:solidFill>
                            <a:schemeClr val="tx1"/>
                          </a:solidFill>
                          <a:latin typeface="Rix모던고딕 M" pitchFamily="18" charset="-127"/>
                          <a:ea typeface="Rix모던고딕 M" pitchFamily="18" charset="-127"/>
                        </a:rPr>
                        <a:t>다원아이씨티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Rix모던고딕 M" pitchFamily="18" charset="-127"/>
                        <a:ea typeface="Rix모던고딕 M" pitchFamily="18" charset="-127"/>
                      </a:endParaRPr>
                    </a:p>
                  </a:txBody>
                  <a:tcPr marL="36000" marR="36000" marT="25200" marB="252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 smtClean="0">
                          <a:solidFill>
                            <a:schemeClr val="tx1"/>
                          </a:solidFill>
                          <a:latin typeface="Rix모던고딕 M" pitchFamily="18" charset="-127"/>
                          <a:ea typeface="Rix모던고딕 M" pitchFamily="18" charset="-127"/>
                        </a:rPr>
                        <a:t>김주형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Rix모던고딕 M" pitchFamily="18" charset="-127"/>
                        <a:ea typeface="Rix모던고딕 M" pitchFamily="18" charset="-127"/>
                      </a:endParaRPr>
                    </a:p>
                  </a:txBody>
                  <a:tcPr marL="36000" marR="36000" marT="25200" marB="252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 smtClean="0">
                          <a:solidFill>
                            <a:schemeClr val="tx1"/>
                          </a:solidFill>
                          <a:latin typeface="Rix모던고딕 M" pitchFamily="18" charset="-127"/>
                          <a:ea typeface="Rix모던고딕 M" pitchFamily="18" charset="-127"/>
                        </a:rPr>
                        <a:t>특급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Rix모던고딕 M" pitchFamily="18" charset="-127"/>
                        <a:ea typeface="Rix모던고딕 M" pitchFamily="18" charset="-127"/>
                      </a:endParaRPr>
                    </a:p>
                  </a:txBody>
                  <a:tcPr marL="36000" marR="36000" marT="25200" marB="252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Rix모던고딕 M" pitchFamily="18" charset="-127"/>
                        <a:ea typeface="Rix모던고딕 M" pitchFamily="18" charset="-127"/>
                      </a:endParaRPr>
                    </a:p>
                  </a:txBody>
                  <a:tcPr marL="36000" marR="36000" marT="25200" marB="252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Rix모던고딕 M" pitchFamily="18" charset="-127"/>
                        <a:ea typeface="Rix모던고딕 M" pitchFamily="18" charset="-127"/>
                      </a:endParaRPr>
                    </a:p>
                  </a:txBody>
                  <a:tcPr marL="36000" marR="36000" marT="25200" marB="252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Rix모던고딕 M" pitchFamily="18" charset="-127"/>
                        <a:ea typeface="Rix모던고딕 M" pitchFamily="18" charset="-127"/>
                      </a:endParaRPr>
                    </a:p>
                  </a:txBody>
                  <a:tcPr marL="36000" marR="36000" marT="25200" marB="252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Rix모던고딕 M" pitchFamily="18" charset="-127"/>
                        <a:ea typeface="Rix모던고딕 M" pitchFamily="18" charset="-127"/>
                      </a:endParaRPr>
                    </a:p>
                  </a:txBody>
                  <a:tcPr marL="36000" marR="36000" marT="25200" marB="252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Rix모던고딕 M" pitchFamily="18" charset="-127"/>
                        <a:ea typeface="Rix모던고딕 M" pitchFamily="18" charset="-127"/>
                      </a:endParaRPr>
                    </a:p>
                  </a:txBody>
                  <a:tcPr marL="36000" marR="36000" marT="25200" marB="252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Rix모던고딕 M" pitchFamily="18" charset="-127"/>
                        <a:ea typeface="Rix모던고딕 M" pitchFamily="18" charset="-127"/>
                      </a:endParaRPr>
                    </a:p>
                  </a:txBody>
                  <a:tcPr marL="36000" marR="36000" marT="25200" marB="252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Rix모던고딕 M" pitchFamily="18" charset="-127"/>
                        <a:ea typeface="Rix모던고딕 M" pitchFamily="18" charset="-127"/>
                      </a:endParaRPr>
                    </a:p>
                  </a:txBody>
                  <a:tcPr marL="36000" marR="36000" marT="25200" marB="252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Rix모던고딕 M" pitchFamily="18" charset="-127"/>
                        <a:ea typeface="Rix모던고딕 M" pitchFamily="18" charset="-127"/>
                      </a:endParaRPr>
                    </a:p>
                  </a:txBody>
                  <a:tcPr marL="36000" marR="36000" marT="25200" marB="252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39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dirty="0" smtClean="0">
                          <a:solidFill>
                            <a:schemeClr val="tx1"/>
                          </a:solidFill>
                          <a:latin typeface="Rix모던고딕 M" pitchFamily="18" charset="-127"/>
                          <a:ea typeface="Rix모던고딕 M" pitchFamily="18" charset="-127"/>
                        </a:rPr>
                        <a:t>비상주</a:t>
                      </a:r>
                    </a:p>
                  </a:txBody>
                  <a:tcPr marL="36000" marR="36000" marT="25200" marB="252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 smtClean="0">
                          <a:solidFill>
                            <a:schemeClr val="tx1"/>
                          </a:solidFill>
                          <a:latin typeface="Rix모던고딕 M" pitchFamily="18" charset="-127"/>
                          <a:ea typeface="Rix모던고딕 M" pitchFamily="18" charset="-127"/>
                        </a:rPr>
                        <a:t>사업관리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Rix모던고딕 M" pitchFamily="18" charset="-127"/>
                        <a:ea typeface="Rix모던고딕 M" pitchFamily="18" charset="-127"/>
                      </a:endParaRPr>
                    </a:p>
                  </a:txBody>
                  <a:tcPr marL="36000" marR="36000" marT="25200" marB="252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ltUpDiag">
                      <a:fgClr>
                        <a:schemeClr val="bg1">
                          <a:lumMod val="8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 smtClean="0">
                          <a:solidFill>
                            <a:schemeClr val="tx1"/>
                          </a:solidFill>
                          <a:latin typeface="Rix모던고딕 M" pitchFamily="18" charset="-127"/>
                          <a:ea typeface="Rix모던고딕 M" pitchFamily="18" charset="-127"/>
                        </a:rPr>
                        <a:t>다원아이씨티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Rix모던고딕 M" pitchFamily="18" charset="-127"/>
                        <a:ea typeface="Rix모던고딕 M" pitchFamily="18" charset="-127"/>
                      </a:endParaRPr>
                    </a:p>
                  </a:txBody>
                  <a:tcPr marL="36000" marR="36000" marT="25200" marB="252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 smtClean="0">
                          <a:solidFill>
                            <a:schemeClr val="tx1"/>
                          </a:solidFill>
                          <a:latin typeface="Rix모던고딕 M" pitchFamily="18" charset="-127"/>
                          <a:ea typeface="Rix모던고딕 M" pitchFamily="18" charset="-127"/>
                        </a:rPr>
                        <a:t>홍종규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Rix모던고딕 M" pitchFamily="18" charset="-127"/>
                        <a:ea typeface="Rix모던고딕 M" pitchFamily="18" charset="-127"/>
                      </a:endParaRPr>
                    </a:p>
                  </a:txBody>
                  <a:tcPr marL="36000" marR="36000" marT="25200" marB="252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 smtClean="0">
                          <a:solidFill>
                            <a:schemeClr val="tx1"/>
                          </a:solidFill>
                          <a:latin typeface="Rix모던고딕 M" pitchFamily="18" charset="-127"/>
                          <a:ea typeface="Rix모던고딕 M" pitchFamily="18" charset="-127"/>
                        </a:rPr>
                        <a:t>특급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Rix모던고딕 M" pitchFamily="18" charset="-127"/>
                        <a:ea typeface="Rix모던고딕 M" pitchFamily="18" charset="-127"/>
                      </a:endParaRPr>
                    </a:p>
                  </a:txBody>
                  <a:tcPr marL="36000" marR="36000" marT="25200" marB="252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Rix모던고딕 M" pitchFamily="18" charset="-127"/>
                        <a:ea typeface="Rix모던고딕 M" pitchFamily="18" charset="-127"/>
                      </a:endParaRPr>
                    </a:p>
                  </a:txBody>
                  <a:tcPr marL="36000" marR="36000" marT="25200" marB="252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Rix모던고딕 M" pitchFamily="18" charset="-127"/>
                        <a:ea typeface="Rix모던고딕 M" pitchFamily="18" charset="-127"/>
                      </a:endParaRPr>
                    </a:p>
                  </a:txBody>
                  <a:tcPr marL="36000" marR="36000" marT="25200" marB="252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Rix모던고딕 M" pitchFamily="18" charset="-127"/>
                        <a:ea typeface="Rix모던고딕 M" pitchFamily="18" charset="-127"/>
                      </a:endParaRPr>
                    </a:p>
                  </a:txBody>
                  <a:tcPr marL="36000" marR="36000" marT="25200" marB="252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Rix모던고딕 M" pitchFamily="18" charset="-127"/>
                        <a:ea typeface="Rix모던고딕 M" pitchFamily="18" charset="-127"/>
                      </a:endParaRPr>
                    </a:p>
                  </a:txBody>
                  <a:tcPr marL="36000" marR="36000" marT="25200" marB="252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Rix모던고딕 M" pitchFamily="18" charset="-127"/>
                        <a:ea typeface="Rix모던고딕 M" pitchFamily="18" charset="-127"/>
                      </a:endParaRPr>
                    </a:p>
                  </a:txBody>
                  <a:tcPr marL="36000" marR="36000" marT="25200" marB="252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Rix모던고딕 M" pitchFamily="18" charset="-127"/>
                        <a:ea typeface="Rix모던고딕 M" pitchFamily="18" charset="-127"/>
                      </a:endParaRPr>
                    </a:p>
                  </a:txBody>
                  <a:tcPr marL="36000" marR="36000" marT="25200" marB="252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Rix모던고딕 M" pitchFamily="18" charset="-127"/>
                        <a:ea typeface="Rix모던고딕 M" pitchFamily="18" charset="-127"/>
                      </a:endParaRPr>
                    </a:p>
                  </a:txBody>
                  <a:tcPr marL="36000" marR="36000" marT="25200" marB="252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Rix모던고딕 M" pitchFamily="18" charset="-127"/>
                        <a:ea typeface="Rix모던고딕 M" pitchFamily="18" charset="-127"/>
                      </a:endParaRPr>
                    </a:p>
                  </a:txBody>
                  <a:tcPr marL="36000" marR="36000" marT="25200" marB="252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 smtClean="0">
                          <a:solidFill>
                            <a:schemeClr val="tx1"/>
                          </a:solidFill>
                          <a:latin typeface="Rix모던고딕 M" pitchFamily="18" charset="-127"/>
                          <a:ea typeface="Rix모던고딕 M" pitchFamily="18" charset="-127"/>
                        </a:rPr>
                        <a:t>3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Rix모던고딕 M" pitchFamily="18" charset="-127"/>
                        <a:ea typeface="Rix모던고딕 M" pitchFamily="18" charset="-127"/>
                      </a:endParaRPr>
                    </a:p>
                  </a:txBody>
                  <a:tcPr marL="36000" marR="36000" marT="25200" marB="252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 smtClean="0">
                          <a:solidFill>
                            <a:schemeClr val="tx1"/>
                          </a:solidFill>
                          <a:latin typeface="Rix모던고딕 M" pitchFamily="18" charset="-127"/>
                          <a:ea typeface="Rix모던고딕 M" pitchFamily="18" charset="-127"/>
                        </a:rPr>
                        <a:t>IOT/</a:t>
                      </a:r>
                      <a:r>
                        <a:rPr lang="ko-KR" altLang="en-US" sz="900" dirty="0" smtClean="0">
                          <a:solidFill>
                            <a:schemeClr val="tx1"/>
                          </a:solidFill>
                          <a:latin typeface="Rix모던고딕 M" pitchFamily="18" charset="-127"/>
                          <a:ea typeface="Rix모던고딕 M" pitchFamily="18" charset="-127"/>
                        </a:rPr>
                        <a:t>보안적합성 </a:t>
                      </a:r>
                      <a:endParaRPr lang="en-US" altLang="ko-KR" sz="900" dirty="0" smtClean="0">
                        <a:solidFill>
                          <a:schemeClr val="tx1"/>
                        </a:solidFill>
                        <a:latin typeface="Rix모던고딕 M" pitchFamily="18" charset="-127"/>
                        <a:ea typeface="Rix모던고딕 M" pitchFamily="18" charset="-127"/>
                      </a:endParaRPr>
                    </a:p>
                    <a:p>
                      <a:pPr algn="ctr" latinLnBrk="1"/>
                      <a:r>
                        <a:rPr lang="ko-KR" altLang="en-US" sz="900" dirty="0" smtClean="0">
                          <a:solidFill>
                            <a:schemeClr val="tx1"/>
                          </a:solidFill>
                          <a:latin typeface="Rix모던고딕 M" pitchFamily="18" charset="-127"/>
                          <a:ea typeface="Rix모던고딕 M" pitchFamily="18" charset="-127"/>
                        </a:rPr>
                        <a:t>검증 지원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Rix모던고딕 M" pitchFamily="18" charset="-127"/>
                        <a:ea typeface="Rix모던고딕 M" pitchFamily="18" charset="-127"/>
                      </a:endParaRPr>
                    </a:p>
                  </a:txBody>
                  <a:tcPr marL="36000" marR="36000" marT="25200" marB="252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ltUpDiag">
                      <a:fgClr>
                        <a:schemeClr val="bg1">
                          <a:lumMod val="8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 smtClean="0">
                          <a:solidFill>
                            <a:schemeClr val="tx1"/>
                          </a:solidFill>
                          <a:latin typeface="Rix모던고딕 M" pitchFamily="18" charset="-127"/>
                          <a:ea typeface="Rix모던고딕 M" pitchFamily="18" charset="-127"/>
                        </a:rPr>
                        <a:t>다원아이씨티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Rix모던고딕 M" pitchFamily="18" charset="-127"/>
                        <a:ea typeface="Rix모던고딕 M" pitchFamily="18" charset="-127"/>
                      </a:endParaRPr>
                    </a:p>
                  </a:txBody>
                  <a:tcPr marL="36000" marR="36000" marT="25200" marB="252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 smtClean="0">
                          <a:solidFill>
                            <a:schemeClr val="tx1"/>
                          </a:solidFill>
                          <a:latin typeface="Rix모던고딕 M" pitchFamily="18" charset="-127"/>
                          <a:ea typeface="Rix모던고딕 M" pitchFamily="18" charset="-127"/>
                        </a:rPr>
                        <a:t>이인성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Rix모던고딕 M" pitchFamily="18" charset="-127"/>
                        <a:ea typeface="Rix모던고딕 M" pitchFamily="18" charset="-127"/>
                      </a:endParaRPr>
                    </a:p>
                  </a:txBody>
                  <a:tcPr marL="36000" marR="36000" marT="25200" marB="252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 smtClean="0">
                          <a:solidFill>
                            <a:schemeClr val="tx1"/>
                          </a:solidFill>
                          <a:latin typeface="Rix모던고딕 M" pitchFamily="18" charset="-127"/>
                          <a:ea typeface="Rix모던고딕 M" pitchFamily="18" charset="-127"/>
                        </a:rPr>
                        <a:t>특급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Rix모던고딕 M" pitchFamily="18" charset="-127"/>
                        <a:ea typeface="Rix모던고딕 M" pitchFamily="18" charset="-127"/>
                      </a:endParaRPr>
                    </a:p>
                  </a:txBody>
                  <a:tcPr marL="36000" marR="36000" marT="25200" marB="252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Rix모던고딕 M" pitchFamily="18" charset="-127"/>
                        <a:ea typeface="Rix모던고딕 M" pitchFamily="18" charset="-127"/>
                      </a:endParaRPr>
                    </a:p>
                  </a:txBody>
                  <a:tcPr marL="36000" marR="36000" marT="25200" marB="252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Rix모던고딕 M" pitchFamily="18" charset="-127"/>
                        <a:ea typeface="Rix모던고딕 M" pitchFamily="18" charset="-127"/>
                      </a:endParaRPr>
                    </a:p>
                  </a:txBody>
                  <a:tcPr marL="36000" marR="36000" marT="25200" marB="252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Rix모던고딕 M" pitchFamily="18" charset="-127"/>
                        <a:ea typeface="Rix모던고딕 M" pitchFamily="18" charset="-127"/>
                      </a:endParaRPr>
                    </a:p>
                  </a:txBody>
                  <a:tcPr marL="36000" marR="36000" marT="25200" marB="252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Rix모던고딕 M" pitchFamily="18" charset="-127"/>
                        <a:ea typeface="Rix모던고딕 M" pitchFamily="18" charset="-127"/>
                      </a:endParaRPr>
                    </a:p>
                  </a:txBody>
                  <a:tcPr marL="36000" marR="36000" marT="25200" marB="252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Rix모던고딕 M" pitchFamily="18" charset="-127"/>
                        <a:ea typeface="Rix모던고딕 M" pitchFamily="18" charset="-127"/>
                      </a:endParaRPr>
                    </a:p>
                  </a:txBody>
                  <a:tcPr marL="36000" marR="36000" marT="25200" marB="252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Rix모던고딕 M" pitchFamily="18" charset="-127"/>
                        <a:ea typeface="Rix모던고딕 M" pitchFamily="18" charset="-127"/>
                      </a:endParaRPr>
                    </a:p>
                  </a:txBody>
                  <a:tcPr marL="36000" marR="36000" marT="25200" marB="252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Rix모던고딕 M" pitchFamily="18" charset="-127"/>
                        <a:ea typeface="Rix모던고딕 M" pitchFamily="18" charset="-127"/>
                      </a:endParaRPr>
                    </a:p>
                  </a:txBody>
                  <a:tcPr marL="36000" marR="36000" marT="25200" marB="252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Rix모던고딕 M" pitchFamily="18" charset="-127"/>
                        <a:ea typeface="Rix모던고딕 M" pitchFamily="18" charset="-127"/>
                      </a:endParaRPr>
                    </a:p>
                  </a:txBody>
                  <a:tcPr marL="36000" marR="36000" marT="25200" marB="252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 smtClean="0">
                          <a:solidFill>
                            <a:schemeClr val="tx1"/>
                          </a:solidFill>
                          <a:latin typeface="Rix모던고딕 M" pitchFamily="18" charset="-127"/>
                          <a:ea typeface="Rix모던고딕 M" pitchFamily="18" charset="-127"/>
                        </a:rPr>
                        <a:t>6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Rix모던고딕 M" pitchFamily="18" charset="-127"/>
                        <a:ea typeface="Rix모던고딕 M" pitchFamily="18" charset="-127"/>
                      </a:endParaRPr>
                    </a:p>
                  </a:txBody>
                  <a:tcPr marL="36000" marR="36000" marT="25200" marB="252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 smtClean="0">
                          <a:solidFill>
                            <a:schemeClr val="tx1"/>
                          </a:solidFill>
                          <a:latin typeface="Rix모던고딕 M" pitchFamily="18" charset="-127"/>
                          <a:ea typeface="Rix모던고딕 M" pitchFamily="18" charset="-127"/>
                        </a:rPr>
                        <a:t>다원아이씨티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Rix모던고딕 M" pitchFamily="18" charset="-127"/>
                        <a:ea typeface="Rix모던고딕 M" pitchFamily="18" charset="-127"/>
                      </a:endParaRPr>
                    </a:p>
                  </a:txBody>
                  <a:tcPr marL="36000" marR="36000" marT="25200" marB="252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 smtClean="0">
                          <a:solidFill>
                            <a:schemeClr val="tx1"/>
                          </a:solidFill>
                          <a:latin typeface="Rix모던고딕 M" pitchFamily="18" charset="-127"/>
                          <a:ea typeface="Rix모던고딕 M" pitchFamily="18" charset="-127"/>
                        </a:rPr>
                        <a:t>윤주성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Rix모던고딕 M" pitchFamily="18" charset="-127"/>
                        <a:ea typeface="Rix모던고딕 M" pitchFamily="18" charset="-127"/>
                      </a:endParaRPr>
                    </a:p>
                  </a:txBody>
                  <a:tcPr marL="36000" marR="36000" marT="25200" marB="252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 smtClean="0">
                          <a:solidFill>
                            <a:schemeClr val="tx1"/>
                          </a:solidFill>
                          <a:latin typeface="Rix모던고딕 M" pitchFamily="18" charset="-127"/>
                          <a:ea typeface="Rix모던고딕 M" pitchFamily="18" charset="-127"/>
                        </a:rPr>
                        <a:t>중급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Rix모던고딕 M" pitchFamily="18" charset="-127"/>
                        <a:ea typeface="Rix모던고딕 M" pitchFamily="18" charset="-127"/>
                      </a:endParaRPr>
                    </a:p>
                  </a:txBody>
                  <a:tcPr marL="36000" marR="36000" marT="25200" marB="252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Rix모던고딕 M" pitchFamily="18" charset="-127"/>
                        <a:ea typeface="Rix모던고딕 M" pitchFamily="18" charset="-127"/>
                      </a:endParaRPr>
                    </a:p>
                  </a:txBody>
                  <a:tcPr marL="36000" marR="36000" marT="25200" marB="252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Rix모던고딕 M" pitchFamily="18" charset="-127"/>
                        <a:ea typeface="Rix모던고딕 M" pitchFamily="18" charset="-127"/>
                      </a:endParaRPr>
                    </a:p>
                  </a:txBody>
                  <a:tcPr marL="36000" marR="36000" marT="25200" marB="252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Rix모던고딕 M" pitchFamily="18" charset="-127"/>
                        <a:ea typeface="Rix모던고딕 M" pitchFamily="18" charset="-127"/>
                      </a:endParaRPr>
                    </a:p>
                  </a:txBody>
                  <a:tcPr marL="36000" marR="36000" marT="25200" marB="252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Rix모던고딕 M" pitchFamily="18" charset="-127"/>
                        <a:ea typeface="Rix모던고딕 M" pitchFamily="18" charset="-127"/>
                      </a:endParaRPr>
                    </a:p>
                  </a:txBody>
                  <a:tcPr marL="36000" marR="36000" marT="25200" marB="252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Rix모던고딕 M" pitchFamily="18" charset="-127"/>
                        <a:ea typeface="Rix모던고딕 M" pitchFamily="18" charset="-127"/>
                      </a:endParaRPr>
                    </a:p>
                  </a:txBody>
                  <a:tcPr marL="36000" marR="36000" marT="25200" marB="252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Rix모던고딕 M" pitchFamily="18" charset="-127"/>
                        <a:ea typeface="Rix모던고딕 M" pitchFamily="18" charset="-127"/>
                      </a:endParaRPr>
                    </a:p>
                  </a:txBody>
                  <a:tcPr marL="36000" marR="36000" marT="25200" marB="252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Rix모던고딕 M" pitchFamily="18" charset="-127"/>
                        <a:ea typeface="Rix모던고딕 M" pitchFamily="18" charset="-127"/>
                      </a:endParaRPr>
                    </a:p>
                  </a:txBody>
                  <a:tcPr marL="36000" marR="36000" marT="25200" marB="252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Rix모던고딕 M" pitchFamily="18" charset="-127"/>
                        <a:ea typeface="Rix모던고딕 M" pitchFamily="18" charset="-127"/>
                      </a:endParaRPr>
                    </a:p>
                  </a:txBody>
                  <a:tcPr marL="36000" marR="36000" marT="25200" marB="252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 smtClean="0">
                          <a:solidFill>
                            <a:schemeClr val="tx1"/>
                          </a:solidFill>
                          <a:latin typeface="Rix모던고딕 M" pitchFamily="18" charset="-127"/>
                          <a:ea typeface="Rix모던고딕 M" pitchFamily="18" charset="-127"/>
                        </a:rPr>
                        <a:t>6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Rix모던고딕 M" pitchFamily="18" charset="-127"/>
                        <a:ea typeface="Rix모던고딕 M" pitchFamily="18" charset="-127"/>
                      </a:endParaRPr>
                    </a:p>
                  </a:txBody>
                  <a:tcPr marL="36000" marR="36000" marT="25200" marB="252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 smtClean="0">
                          <a:solidFill>
                            <a:schemeClr val="tx1"/>
                          </a:solidFill>
                          <a:latin typeface="Rix모던고딕 M" pitchFamily="18" charset="-127"/>
                          <a:ea typeface="Rix모던고딕 M" pitchFamily="18" charset="-127"/>
                        </a:rPr>
                        <a:t>시스템 구축</a:t>
                      </a:r>
                      <a:endParaRPr lang="en-US" altLang="ko-KR" sz="900" dirty="0" smtClean="0">
                        <a:solidFill>
                          <a:schemeClr val="tx1"/>
                        </a:solidFill>
                        <a:latin typeface="Rix모던고딕 M" pitchFamily="18" charset="-127"/>
                        <a:ea typeface="Rix모던고딕 M" pitchFamily="18" charset="-127"/>
                      </a:endParaRPr>
                    </a:p>
                    <a:p>
                      <a:pPr algn="ctr" latinLnBrk="1"/>
                      <a:r>
                        <a:rPr lang="en-US" altLang="ko-KR" sz="900" dirty="0" smtClean="0">
                          <a:solidFill>
                            <a:schemeClr val="tx1"/>
                          </a:solidFill>
                          <a:latin typeface="Rix모던고딕 M" pitchFamily="18" charset="-127"/>
                          <a:ea typeface="Rix모던고딕 M" pitchFamily="18" charset="-127"/>
                        </a:rPr>
                        <a:t>/</a:t>
                      </a:r>
                      <a:r>
                        <a:rPr lang="ko-KR" altLang="en-US" sz="900" dirty="0" smtClean="0">
                          <a:solidFill>
                            <a:schemeClr val="tx1"/>
                          </a:solidFill>
                          <a:latin typeface="Rix모던고딕 M" pitchFamily="18" charset="-127"/>
                          <a:ea typeface="Rix모던고딕 M" pitchFamily="18" charset="-127"/>
                        </a:rPr>
                        <a:t>시험 지원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Rix모던고딕 M" pitchFamily="18" charset="-127"/>
                        <a:ea typeface="Rix모던고딕 M" pitchFamily="18" charset="-127"/>
                      </a:endParaRPr>
                    </a:p>
                  </a:txBody>
                  <a:tcPr marL="36000" marR="36000" marT="25200" marB="252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ltUpDiag">
                      <a:fgClr>
                        <a:schemeClr val="bg1">
                          <a:lumMod val="8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 smtClean="0">
                          <a:solidFill>
                            <a:schemeClr val="tx1"/>
                          </a:solidFill>
                          <a:latin typeface="Rix모던고딕 M" pitchFamily="18" charset="-127"/>
                          <a:ea typeface="Rix모던고딕 M" pitchFamily="18" charset="-127"/>
                        </a:rPr>
                        <a:t>GFT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Rix모던고딕 M" pitchFamily="18" charset="-127"/>
                        <a:ea typeface="Rix모던고딕 M" pitchFamily="18" charset="-127"/>
                      </a:endParaRPr>
                    </a:p>
                  </a:txBody>
                  <a:tcPr marL="36000" marR="36000" marT="25200" marB="252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 smtClean="0">
                          <a:solidFill>
                            <a:schemeClr val="tx1"/>
                          </a:solidFill>
                          <a:latin typeface="Rix모던고딕 M" pitchFamily="18" charset="-127"/>
                          <a:ea typeface="Rix모던고딕 M" pitchFamily="18" charset="-127"/>
                        </a:rPr>
                        <a:t>배승준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Rix모던고딕 M" pitchFamily="18" charset="-127"/>
                        <a:ea typeface="Rix모던고딕 M" pitchFamily="18" charset="-127"/>
                      </a:endParaRPr>
                    </a:p>
                  </a:txBody>
                  <a:tcPr marL="36000" marR="36000" marT="25200" marB="252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 smtClean="0">
                          <a:solidFill>
                            <a:schemeClr val="tx1"/>
                          </a:solidFill>
                          <a:latin typeface="Rix모던고딕 M" pitchFamily="18" charset="-127"/>
                          <a:ea typeface="Rix모던고딕 M" pitchFamily="18" charset="-127"/>
                        </a:rPr>
                        <a:t>중급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Rix모던고딕 M" pitchFamily="18" charset="-127"/>
                        <a:ea typeface="Rix모던고딕 M" pitchFamily="18" charset="-127"/>
                      </a:endParaRPr>
                    </a:p>
                  </a:txBody>
                  <a:tcPr marL="36000" marR="36000" marT="25200" marB="252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Rix모던고딕 M" pitchFamily="18" charset="-127"/>
                        <a:ea typeface="Rix모던고딕 M" pitchFamily="18" charset="-127"/>
                      </a:endParaRPr>
                    </a:p>
                  </a:txBody>
                  <a:tcPr marL="36000" marR="36000" marT="25200" marB="252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Rix모던고딕 M" pitchFamily="18" charset="-127"/>
                        <a:ea typeface="Rix모던고딕 M" pitchFamily="18" charset="-127"/>
                      </a:endParaRPr>
                    </a:p>
                  </a:txBody>
                  <a:tcPr marL="36000" marR="36000" marT="25200" marB="252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Rix모던고딕 M" pitchFamily="18" charset="-127"/>
                        <a:ea typeface="Rix모던고딕 M" pitchFamily="18" charset="-127"/>
                      </a:endParaRPr>
                    </a:p>
                  </a:txBody>
                  <a:tcPr marL="36000" marR="36000" marT="25200" marB="252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Rix모던고딕 M" pitchFamily="18" charset="-127"/>
                        <a:ea typeface="Rix모던고딕 M" pitchFamily="18" charset="-127"/>
                      </a:endParaRPr>
                    </a:p>
                  </a:txBody>
                  <a:tcPr marL="36000" marR="36000" marT="25200" marB="252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Rix모던고딕 M" pitchFamily="18" charset="-127"/>
                        <a:ea typeface="Rix모던고딕 M" pitchFamily="18" charset="-127"/>
                      </a:endParaRPr>
                    </a:p>
                  </a:txBody>
                  <a:tcPr marL="36000" marR="36000" marT="25200" marB="252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Rix모던고딕 M" pitchFamily="18" charset="-127"/>
                        <a:ea typeface="Rix모던고딕 M" pitchFamily="18" charset="-127"/>
                      </a:endParaRPr>
                    </a:p>
                  </a:txBody>
                  <a:tcPr marL="36000" marR="36000" marT="25200" marB="252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Rix모던고딕 M" pitchFamily="18" charset="-127"/>
                        <a:ea typeface="Rix모던고딕 M" pitchFamily="18" charset="-127"/>
                      </a:endParaRPr>
                    </a:p>
                  </a:txBody>
                  <a:tcPr marL="36000" marR="36000" marT="25200" marB="252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Rix모던고딕 M" pitchFamily="18" charset="-127"/>
                        <a:ea typeface="Rix모던고딕 M" pitchFamily="18" charset="-127"/>
                      </a:endParaRPr>
                    </a:p>
                  </a:txBody>
                  <a:tcPr marL="36000" marR="36000" marT="25200" marB="252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 smtClean="0">
                          <a:solidFill>
                            <a:schemeClr val="tx1"/>
                          </a:solidFill>
                          <a:latin typeface="Rix모던고딕 M" pitchFamily="18" charset="-127"/>
                          <a:ea typeface="Rix모던고딕 M" pitchFamily="18" charset="-127"/>
                        </a:rPr>
                        <a:t>2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Rix모던고딕 M" pitchFamily="18" charset="-127"/>
                        <a:ea typeface="Rix모던고딕 M" pitchFamily="18" charset="-127"/>
                      </a:endParaRPr>
                    </a:p>
                  </a:txBody>
                  <a:tcPr marL="36000" marR="36000" marT="25200" marB="252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Rix모던고딕 M" pitchFamily="18" charset="-127"/>
                        <a:ea typeface="Rix모던고딕 M" pitchFamily="18" charset="-127"/>
                      </a:endParaRPr>
                    </a:p>
                  </a:txBody>
                  <a:tcPr marL="33006" marR="33006" marT="33006" marB="33006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ltUpDiag">
                      <a:fgClr>
                        <a:schemeClr val="bg1">
                          <a:lumMod val="8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 smtClean="0">
                          <a:solidFill>
                            <a:schemeClr val="tx1"/>
                          </a:solidFill>
                          <a:latin typeface="Rix모던고딕 M" pitchFamily="18" charset="-127"/>
                          <a:ea typeface="Rix모던고딕 M" pitchFamily="18" charset="-127"/>
                        </a:rPr>
                        <a:t>GFT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Rix모던고딕 M" pitchFamily="18" charset="-127"/>
                        <a:ea typeface="Rix모던고딕 M" pitchFamily="18" charset="-127"/>
                      </a:endParaRPr>
                    </a:p>
                  </a:txBody>
                  <a:tcPr marL="36000" marR="36000" marT="25200" marB="252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 smtClean="0">
                          <a:solidFill>
                            <a:schemeClr val="tx1"/>
                          </a:solidFill>
                          <a:latin typeface="Rix모던고딕 M" pitchFamily="18" charset="-127"/>
                          <a:ea typeface="Rix모던고딕 M" pitchFamily="18" charset="-127"/>
                        </a:rPr>
                        <a:t>이상호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Rix모던고딕 M" pitchFamily="18" charset="-127"/>
                        <a:ea typeface="Rix모던고딕 M" pitchFamily="18" charset="-127"/>
                      </a:endParaRPr>
                    </a:p>
                  </a:txBody>
                  <a:tcPr marL="36000" marR="36000" marT="25200" marB="252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 smtClean="0">
                          <a:solidFill>
                            <a:schemeClr val="tx1"/>
                          </a:solidFill>
                          <a:latin typeface="Rix모던고딕 M" pitchFamily="18" charset="-127"/>
                          <a:ea typeface="Rix모던고딕 M" pitchFamily="18" charset="-127"/>
                        </a:rPr>
                        <a:t>중급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Rix모던고딕 M" pitchFamily="18" charset="-127"/>
                        <a:ea typeface="Rix모던고딕 M" pitchFamily="18" charset="-127"/>
                      </a:endParaRPr>
                    </a:p>
                  </a:txBody>
                  <a:tcPr marL="36000" marR="36000" marT="25200" marB="252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Rix모던고딕 M" pitchFamily="18" charset="-127"/>
                        <a:ea typeface="Rix모던고딕 M" pitchFamily="18" charset="-127"/>
                      </a:endParaRPr>
                    </a:p>
                  </a:txBody>
                  <a:tcPr marL="36000" marR="36000" marT="25200" marB="252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Rix모던고딕 M" pitchFamily="18" charset="-127"/>
                        <a:ea typeface="Rix모던고딕 M" pitchFamily="18" charset="-127"/>
                      </a:endParaRPr>
                    </a:p>
                  </a:txBody>
                  <a:tcPr marL="36000" marR="36000" marT="25200" marB="252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Rix모던고딕 M" pitchFamily="18" charset="-127"/>
                        <a:ea typeface="Rix모던고딕 M" pitchFamily="18" charset="-127"/>
                      </a:endParaRPr>
                    </a:p>
                  </a:txBody>
                  <a:tcPr marL="36000" marR="36000" marT="25200" marB="252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Rix모던고딕 M" pitchFamily="18" charset="-127"/>
                        <a:ea typeface="Rix모던고딕 M" pitchFamily="18" charset="-127"/>
                      </a:endParaRPr>
                    </a:p>
                  </a:txBody>
                  <a:tcPr marL="36000" marR="36000" marT="25200" marB="252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Rix모던고딕 M" pitchFamily="18" charset="-127"/>
                        <a:ea typeface="Rix모던고딕 M" pitchFamily="18" charset="-127"/>
                      </a:endParaRPr>
                    </a:p>
                  </a:txBody>
                  <a:tcPr marL="36000" marR="36000" marT="25200" marB="252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Rix모던고딕 M" pitchFamily="18" charset="-127"/>
                        <a:ea typeface="Rix모던고딕 M" pitchFamily="18" charset="-127"/>
                      </a:endParaRPr>
                    </a:p>
                  </a:txBody>
                  <a:tcPr marL="36000" marR="36000" marT="25200" marB="252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Rix모던고딕 M" pitchFamily="18" charset="-127"/>
                        <a:ea typeface="Rix모던고딕 M" pitchFamily="18" charset="-127"/>
                      </a:endParaRPr>
                    </a:p>
                  </a:txBody>
                  <a:tcPr marL="36000" marR="36000" marT="25200" marB="252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Rix모던고딕 M" pitchFamily="18" charset="-127"/>
                        <a:ea typeface="Rix모던고딕 M" pitchFamily="18" charset="-127"/>
                      </a:endParaRPr>
                    </a:p>
                  </a:txBody>
                  <a:tcPr marL="36000" marR="36000" marT="25200" marB="252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 smtClean="0">
                          <a:solidFill>
                            <a:schemeClr val="tx1"/>
                          </a:solidFill>
                          <a:latin typeface="Rix모던고딕 M" pitchFamily="18" charset="-127"/>
                          <a:ea typeface="Rix모던고딕 M" pitchFamily="18" charset="-127"/>
                        </a:rPr>
                        <a:t>2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Rix모던고딕 M" pitchFamily="18" charset="-127"/>
                        <a:ea typeface="Rix모던고딕 M" pitchFamily="18" charset="-127"/>
                      </a:endParaRPr>
                    </a:p>
                  </a:txBody>
                  <a:tcPr marL="36000" marR="36000" marT="25200" marB="252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 smtClean="0">
                          <a:solidFill>
                            <a:schemeClr val="tx1"/>
                          </a:solidFill>
                          <a:latin typeface="Rix모던고딕 M" pitchFamily="18" charset="-127"/>
                          <a:ea typeface="Rix모던고딕 M" pitchFamily="18" charset="-127"/>
                        </a:rPr>
                        <a:t>안정화 지원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Rix모던고딕 M" pitchFamily="18" charset="-127"/>
                        <a:ea typeface="Rix모던고딕 M" pitchFamily="18" charset="-127"/>
                      </a:endParaRPr>
                    </a:p>
                  </a:txBody>
                  <a:tcPr marL="36000" marR="36000" marT="25200" marB="252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ltUpDiag">
                      <a:fgClr>
                        <a:schemeClr val="bg1">
                          <a:lumMod val="8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smtClean="0">
                          <a:solidFill>
                            <a:schemeClr val="tx1"/>
                          </a:solidFill>
                          <a:latin typeface="Rix모던고딕 M" pitchFamily="18" charset="-127"/>
                          <a:ea typeface="Rix모던고딕 M" pitchFamily="18" charset="-127"/>
                        </a:rPr>
                        <a:t>리앙커뮤니케이션즈</a:t>
                      </a:r>
                      <a:endParaRPr lang="ko-KR" altLang="en-US" sz="700" dirty="0">
                        <a:solidFill>
                          <a:schemeClr val="tx1"/>
                        </a:solidFill>
                        <a:latin typeface="Rix모던고딕 M" pitchFamily="18" charset="-127"/>
                        <a:ea typeface="Rix모던고딕 M" pitchFamily="18" charset="-127"/>
                      </a:endParaRPr>
                    </a:p>
                  </a:txBody>
                  <a:tcPr marL="36000" marR="36000" marT="25200" marB="252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 smtClean="0">
                          <a:solidFill>
                            <a:schemeClr val="tx1"/>
                          </a:solidFill>
                          <a:latin typeface="Rix모던고딕 M" pitchFamily="18" charset="-127"/>
                          <a:ea typeface="Rix모던고딕 M" pitchFamily="18" charset="-127"/>
                        </a:rPr>
                        <a:t>윤상원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Rix모던고딕 M" pitchFamily="18" charset="-127"/>
                        <a:ea typeface="Rix모던고딕 M" pitchFamily="18" charset="-127"/>
                      </a:endParaRPr>
                    </a:p>
                  </a:txBody>
                  <a:tcPr marL="36000" marR="36000" marT="25200" marB="252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 smtClean="0">
                          <a:solidFill>
                            <a:schemeClr val="tx1"/>
                          </a:solidFill>
                          <a:latin typeface="Rix모던고딕 M" pitchFamily="18" charset="-127"/>
                          <a:ea typeface="Rix모던고딕 M" pitchFamily="18" charset="-127"/>
                        </a:rPr>
                        <a:t>중급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Rix모던고딕 M" pitchFamily="18" charset="-127"/>
                        <a:ea typeface="Rix모던고딕 M" pitchFamily="18" charset="-127"/>
                      </a:endParaRPr>
                    </a:p>
                  </a:txBody>
                  <a:tcPr marL="36000" marR="36000" marT="25200" marB="252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Rix모던고딕 M" pitchFamily="18" charset="-127"/>
                        <a:ea typeface="Rix모던고딕 M" pitchFamily="18" charset="-127"/>
                      </a:endParaRPr>
                    </a:p>
                  </a:txBody>
                  <a:tcPr marL="36000" marR="36000" marT="25200" marB="252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Rix모던고딕 M" pitchFamily="18" charset="-127"/>
                        <a:ea typeface="Rix모던고딕 M" pitchFamily="18" charset="-127"/>
                      </a:endParaRPr>
                    </a:p>
                  </a:txBody>
                  <a:tcPr marL="36000" marR="36000" marT="25200" marB="252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Rix모던고딕 M" pitchFamily="18" charset="-127"/>
                        <a:ea typeface="Rix모던고딕 M" pitchFamily="18" charset="-127"/>
                      </a:endParaRPr>
                    </a:p>
                  </a:txBody>
                  <a:tcPr marL="36000" marR="36000" marT="25200" marB="252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Rix모던고딕 M" pitchFamily="18" charset="-127"/>
                        <a:ea typeface="Rix모던고딕 M" pitchFamily="18" charset="-127"/>
                      </a:endParaRPr>
                    </a:p>
                  </a:txBody>
                  <a:tcPr marL="36000" marR="36000" marT="25200" marB="252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Rix모던고딕 M" pitchFamily="18" charset="-127"/>
                        <a:ea typeface="Rix모던고딕 M" pitchFamily="18" charset="-127"/>
                      </a:endParaRPr>
                    </a:p>
                  </a:txBody>
                  <a:tcPr marL="36000" marR="36000" marT="25200" marB="252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Rix모던고딕 M" pitchFamily="18" charset="-127"/>
                        <a:ea typeface="Rix모던고딕 M" pitchFamily="18" charset="-127"/>
                      </a:endParaRPr>
                    </a:p>
                  </a:txBody>
                  <a:tcPr marL="36000" marR="36000" marT="25200" marB="252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Rix모던고딕 M" pitchFamily="18" charset="-127"/>
                        <a:ea typeface="Rix모던고딕 M" pitchFamily="18" charset="-127"/>
                      </a:endParaRPr>
                    </a:p>
                  </a:txBody>
                  <a:tcPr marL="36000" marR="36000" marT="25200" marB="252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Rix모던고딕 M" pitchFamily="18" charset="-127"/>
                        <a:ea typeface="Rix모던고딕 M" pitchFamily="18" charset="-127"/>
                      </a:endParaRPr>
                    </a:p>
                  </a:txBody>
                  <a:tcPr marL="36000" marR="36000" marT="25200" marB="252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 smtClean="0">
                          <a:solidFill>
                            <a:schemeClr val="tx1"/>
                          </a:solidFill>
                          <a:latin typeface="Rix모던고딕 M" pitchFamily="18" charset="-127"/>
                          <a:ea typeface="Rix모던고딕 M" pitchFamily="18" charset="-127"/>
                        </a:rPr>
                        <a:t>2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Rix모던고딕 M" pitchFamily="18" charset="-127"/>
                        <a:ea typeface="Rix모던고딕 M" pitchFamily="18" charset="-127"/>
                      </a:endParaRPr>
                    </a:p>
                  </a:txBody>
                  <a:tcPr marL="36000" marR="36000" marT="25200" marB="252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0">
                <a:tc rowSpan="7"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 smtClean="0">
                          <a:solidFill>
                            <a:schemeClr val="tx1"/>
                          </a:solidFill>
                          <a:latin typeface="Rix모던고딕 M" pitchFamily="18" charset="-127"/>
                          <a:ea typeface="Rix모던고딕 M" pitchFamily="18" charset="-127"/>
                        </a:rPr>
                        <a:t>네트워크 구축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Rix모던고딕 M" pitchFamily="18" charset="-127"/>
                        <a:ea typeface="Rix모던고딕 M" pitchFamily="18" charset="-127"/>
                      </a:endParaRPr>
                    </a:p>
                  </a:txBody>
                  <a:tcPr marL="36000" marR="36000" marT="25200" marB="252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ltUpDiag">
                      <a:fgClr>
                        <a:schemeClr val="bg1">
                          <a:lumMod val="8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 smtClean="0">
                          <a:solidFill>
                            <a:schemeClr val="tx1"/>
                          </a:solidFill>
                          <a:latin typeface="Rix모던고딕 M" pitchFamily="18" charset="-127"/>
                          <a:ea typeface="Rix모던고딕 M" pitchFamily="18" charset="-127"/>
                        </a:rPr>
                        <a:t>다원아이씨티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Rix모던고딕 M" pitchFamily="18" charset="-127"/>
                        <a:ea typeface="Rix모던고딕 M" pitchFamily="18" charset="-127"/>
                      </a:endParaRPr>
                    </a:p>
                  </a:txBody>
                  <a:tcPr marL="36000" marR="36000" marT="25200" marB="252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 smtClean="0">
                          <a:solidFill>
                            <a:schemeClr val="tx1"/>
                          </a:solidFill>
                          <a:latin typeface="Rix모던고딕 M" pitchFamily="18" charset="-127"/>
                          <a:ea typeface="Rix모던고딕 M" pitchFamily="18" charset="-127"/>
                        </a:rPr>
                        <a:t>송지훈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Rix모던고딕 M" pitchFamily="18" charset="-127"/>
                        <a:ea typeface="Rix모던고딕 M" pitchFamily="18" charset="-127"/>
                      </a:endParaRPr>
                    </a:p>
                  </a:txBody>
                  <a:tcPr marL="36000" marR="36000" marT="25200" marB="252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 smtClean="0">
                          <a:solidFill>
                            <a:schemeClr val="tx1"/>
                          </a:solidFill>
                          <a:latin typeface="Rix모던고딕 M" pitchFamily="18" charset="-127"/>
                          <a:ea typeface="Rix모던고딕 M" pitchFamily="18" charset="-127"/>
                        </a:rPr>
                        <a:t>특급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Rix모던고딕 M" pitchFamily="18" charset="-127"/>
                        <a:ea typeface="Rix모던고딕 M" pitchFamily="18" charset="-127"/>
                      </a:endParaRPr>
                    </a:p>
                  </a:txBody>
                  <a:tcPr marL="36000" marR="36000" marT="25200" marB="252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Rix모던고딕 M" pitchFamily="18" charset="-127"/>
                        <a:ea typeface="Rix모던고딕 M" pitchFamily="18" charset="-127"/>
                      </a:endParaRPr>
                    </a:p>
                  </a:txBody>
                  <a:tcPr marL="36000" marR="36000" marT="25200" marB="252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Rix모던고딕 M" pitchFamily="18" charset="-127"/>
                        <a:ea typeface="Rix모던고딕 M" pitchFamily="18" charset="-127"/>
                      </a:endParaRPr>
                    </a:p>
                  </a:txBody>
                  <a:tcPr marL="36000" marR="36000" marT="25200" marB="252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Rix모던고딕 M" pitchFamily="18" charset="-127"/>
                        <a:ea typeface="Rix모던고딕 M" pitchFamily="18" charset="-127"/>
                      </a:endParaRPr>
                    </a:p>
                  </a:txBody>
                  <a:tcPr marL="36000" marR="36000" marT="25200" marB="252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Rix모던고딕 M" pitchFamily="18" charset="-127"/>
                        <a:ea typeface="Rix모던고딕 M" pitchFamily="18" charset="-127"/>
                      </a:endParaRPr>
                    </a:p>
                  </a:txBody>
                  <a:tcPr marL="36000" marR="36000" marT="25200" marB="252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Rix모던고딕 M" pitchFamily="18" charset="-127"/>
                        <a:ea typeface="Rix모던고딕 M" pitchFamily="18" charset="-127"/>
                      </a:endParaRPr>
                    </a:p>
                  </a:txBody>
                  <a:tcPr marL="36000" marR="36000" marT="25200" marB="252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Rix모던고딕 M" pitchFamily="18" charset="-127"/>
                        <a:ea typeface="Rix모던고딕 M" pitchFamily="18" charset="-127"/>
                      </a:endParaRPr>
                    </a:p>
                  </a:txBody>
                  <a:tcPr marL="36000" marR="36000" marT="25200" marB="252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Rix모던고딕 M" pitchFamily="18" charset="-127"/>
                        <a:ea typeface="Rix모던고딕 M" pitchFamily="18" charset="-127"/>
                      </a:endParaRPr>
                    </a:p>
                  </a:txBody>
                  <a:tcPr marL="36000" marR="36000" marT="25200" marB="252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Rix모던고딕 M" pitchFamily="18" charset="-127"/>
                        <a:ea typeface="Rix모던고딕 M" pitchFamily="18" charset="-127"/>
                      </a:endParaRPr>
                    </a:p>
                  </a:txBody>
                  <a:tcPr marL="36000" marR="36000" marT="25200" marB="252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 smtClean="0">
                          <a:solidFill>
                            <a:schemeClr val="tx1"/>
                          </a:solidFill>
                          <a:latin typeface="Rix모던고딕 M" pitchFamily="18" charset="-127"/>
                          <a:ea typeface="Rix모던고딕 M" pitchFamily="18" charset="-127"/>
                        </a:rPr>
                        <a:t>3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Rix모던고딕 M" pitchFamily="18" charset="-127"/>
                        <a:ea typeface="Rix모던고딕 M" pitchFamily="18" charset="-127"/>
                      </a:endParaRPr>
                    </a:p>
                  </a:txBody>
                  <a:tcPr marL="36000" marR="36000" marT="25200" marB="252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 smtClean="0">
                          <a:solidFill>
                            <a:schemeClr val="tx1"/>
                          </a:solidFill>
                          <a:latin typeface="Rix모던고딕 M" pitchFamily="18" charset="-127"/>
                          <a:ea typeface="Rix모던고딕 M" pitchFamily="18" charset="-127"/>
                        </a:rPr>
                        <a:t>다원아이씨티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Rix모던고딕 M" pitchFamily="18" charset="-127"/>
                        <a:ea typeface="Rix모던고딕 M" pitchFamily="18" charset="-127"/>
                      </a:endParaRPr>
                    </a:p>
                  </a:txBody>
                  <a:tcPr marL="36000" marR="36000" marT="25200" marB="252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kern="1200" dirty="0" smtClean="0">
                          <a:solidFill>
                            <a:schemeClr val="tx1"/>
                          </a:solidFill>
                          <a:latin typeface="Rix모던고딕 M" pitchFamily="18" charset="-127"/>
                          <a:ea typeface="Rix모던고딕 M" pitchFamily="18" charset="-127"/>
                          <a:cs typeface="+mn-cs"/>
                        </a:rPr>
                        <a:t>임재원</a:t>
                      </a:r>
                      <a:endParaRPr lang="ko-KR" altLang="en-US" sz="900" kern="1200" dirty="0">
                        <a:solidFill>
                          <a:schemeClr val="tx1"/>
                        </a:solidFill>
                        <a:latin typeface="Rix모던고딕 M" pitchFamily="18" charset="-127"/>
                        <a:ea typeface="Rix모던고딕 M" pitchFamily="18" charset="-127"/>
                        <a:cs typeface="+mn-cs"/>
                      </a:endParaRPr>
                    </a:p>
                  </a:txBody>
                  <a:tcPr marL="36000" marR="36000" marT="25200" marB="252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 smtClean="0">
                          <a:solidFill>
                            <a:schemeClr val="tx1"/>
                          </a:solidFill>
                          <a:latin typeface="Rix모던고딕 M" pitchFamily="18" charset="-127"/>
                          <a:ea typeface="Rix모던고딕 M" pitchFamily="18" charset="-127"/>
                        </a:rPr>
                        <a:t>특급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Rix모던고딕 M" pitchFamily="18" charset="-127"/>
                        <a:ea typeface="Rix모던고딕 M" pitchFamily="18" charset="-127"/>
                      </a:endParaRPr>
                    </a:p>
                  </a:txBody>
                  <a:tcPr marL="36000" marR="36000" marT="25200" marB="252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Rix모던고딕 M" pitchFamily="18" charset="-127"/>
                        <a:ea typeface="Rix모던고딕 M" pitchFamily="18" charset="-127"/>
                      </a:endParaRPr>
                    </a:p>
                  </a:txBody>
                  <a:tcPr marL="36000" marR="36000" marT="25200" marB="252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Rix모던고딕 M" pitchFamily="18" charset="-127"/>
                        <a:ea typeface="Rix모던고딕 M" pitchFamily="18" charset="-127"/>
                      </a:endParaRPr>
                    </a:p>
                  </a:txBody>
                  <a:tcPr marL="36000" marR="36000" marT="25200" marB="252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Rix모던고딕 M" pitchFamily="18" charset="-127"/>
                        <a:ea typeface="Rix모던고딕 M" pitchFamily="18" charset="-127"/>
                      </a:endParaRPr>
                    </a:p>
                  </a:txBody>
                  <a:tcPr marL="36000" marR="36000" marT="25200" marB="252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Rix모던고딕 M" pitchFamily="18" charset="-127"/>
                        <a:ea typeface="Rix모던고딕 M" pitchFamily="18" charset="-127"/>
                      </a:endParaRPr>
                    </a:p>
                  </a:txBody>
                  <a:tcPr marL="36000" marR="36000" marT="25200" marB="252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Rix모던고딕 M" pitchFamily="18" charset="-127"/>
                        <a:ea typeface="Rix모던고딕 M" pitchFamily="18" charset="-127"/>
                      </a:endParaRPr>
                    </a:p>
                  </a:txBody>
                  <a:tcPr marL="36000" marR="36000" marT="25200" marB="252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Rix모던고딕 M" pitchFamily="18" charset="-127"/>
                        <a:ea typeface="Rix모던고딕 M" pitchFamily="18" charset="-127"/>
                      </a:endParaRPr>
                    </a:p>
                  </a:txBody>
                  <a:tcPr marL="36000" marR="36000" marT="25200" marB="252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Rix모던고딕 M" pitchFamily="18" charset="-127"/>
                        <a:ea typeface="Rix모던고딕 M" pitchFamily="18" charset="-127"/>
                      </a:endParaRPr>
                    </a:p>
                  </a:txBody>
                  <a:tcPr marL="36000" marR="36000" marT="25200" marB="252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Rix모던고딕 M" pitchFamily="18" charset="-127"/>
                        <a:ea typeface="Rix모던고딕 M" pitchFamily="18" charset="-127"/>
                      </a:endParaRPr>
                    </a:p>
                  </a:txBody>
                  <a:tcPr marL="36000" marR="36000" marT="25200" marB="252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 smtClean="0">
                          <a:solidFill>
                            <a:schemeClr val="tx1"/>
                          </a:solidFill>
                          <a:latin typeface="Rix모던고딕 M" pitchFamily="18" charset="-127"/>
                          <a:ea typeface="Rix모던고딕 M" pitchFamily="18" charset="-127"/>
                        </a:rPr>
                        <a:t>비상주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Rix모던고딕 M" pitchFamily="18" charset="-127"/>
                        <a:ea typeface="Rix모던고딕 M" pitchFamily="18" charset="-127"/>
                      </a:endParaRPr>
                    </a:p>
                  </a:txBody>
                  <a:tcPr marL="36000" marR="36000" marT="25200" marB="252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 smtClean="0">
                          <a:solidFill>
                            <a:schemeClr val="tx1"/>
                          </a:solidFill>
                          <a:latin typeface="Rix모던고딕 M" pitchFamily="18" charset="-127"/>
                          <a:ea typeface="Rix모던고딕 M" pitchFamily="18" charset="-127"/>
                        </a:rPr>
                        <a:t>다원아이씨티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Rix모던고딕 M" pitchFamily="18" charset="-127"/>
                        <a:ea typeface="Rix모던고딕 M" pitchFamily="18" charset="-127"/>
                      </a:endParaRPr>
                    </a:p>
                  </a:txBody>
                  <a:tcPr marL="36000" marR="36000" marT="25200" marB="252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 smtClean="0">
                          <a:solidFill>
                            <a:schemeClr val="tx1"/>
                          </a:solidFill>
                          <a:latin typeface="Rix모던고딕 M" pitchFamily="18" charset="-127"/>
                          <a:ea typeface="Rix모던고딕 M" pitchFamily="18" charset="-127"/>
                        </a:rPr>
                        <a:t>전준모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Rix모던고딕 M" pitchFamily="18" charset="-127"/>
                        <a:ea typeface="Rix모던고딕 M" pitchFamily="18" charset="-127"/>
                      </a:endParaRPr>
                    </a:p>
                  </a:txBody>
                  <a:tcPr marL="36000" marR="36000" marT="25200" marB="252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 smtClean="0">
                          <a:solidFill>
                            <a:schemeClr val="tx1"/>
                          </a:solidFill>
                          <a:latin typeface="Rix모던고딕 M" pitchFamily="18" charset="-127"/>
                          <a:ea typeface="Rix모던고딕 M" pitchFamily="18" charset="-127"/>
                        </a:rPr>
                        <a:t>중급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Rix모던고딕 M" pitchFamily="18" charset="-127"/>
                        <a:ea typeface="Rix모던고딕 M" pitchFamily="18" charset="-127"/>
                      </a:endParaRPr>
                    </a:p>
                  </a:txBody>
                  <a:tcPr marL="36000" marR="36000" marT="25200" marB="252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Rix모던고딕 M" pitchFamily="18" charset="-127"/>
                        <a:ea typeface="Rix모던고딕 M" pitchFamily="18" charset="-127"/>
                      </a:endParaRPr>
                    </a:p>
                  </a:txBody>
                  <a:tcPr marL="36000" marR="36000" marT="25200" marB="252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Rix모던고딕 M" pitchFamily="18" charset="-127"/>
                        <a:ea typeface="Rix모던고딕 M" pitchFamily="18" charset="-127"/>
                      </a:endParaRPr>
                    </a:p>
                  </a:txBody>
                  <a:tcPr marL="36000" marR="36000" marT="25200" marB="252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Rix모던고딕 M" pitchFamily="18" charset="-127"/>
                        <a:ea typeface="Rix모던고딕 M" pitchFamily="18" charset="-127"/>
                      </a:endParaRPr>
                    </a:p>
                  </a:txBody>
                  <a:tcPr marL="36000" marR="36000" marT="25200" marB="252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Rix모던고딕 M" pitchFamily="18" charset="-127"/>
                        <a:ea typeface="Rix모던고딕 M" pitchFamily="18" charset="-127"/>
                      </a:endParaRPr>
                    </a:p>
                  </a:txBody>
                  <a:tcPr marL="36000" marR="36000" marT="25200" marB="252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Rix모던고딕 M" pitchFamily="18" charset="-127"/>
                        <a:ea typeface="Rix모던고딕 M" pitchFamily="18" charset="-127"/>
                      </a:endParaRPr>
                    </a:p>
                  </a:txBody>
                  <a:tcPr marL="36000" marR="36000" marT="25200" marB="252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Rix모던고딕 M" pitchFamily="18" charset="-127"/>
                        <a:ea typeface="Rix모던고딕 M" pitchFamily="18" charset="-127"/>
                      </a:endParaRPr>
                    </a:p>
                  </a:txBody>
                  <a:tcPr marL="36000" marR="36000" marT="25200" marB="252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Rix모던고딕 M" pitchFamily="18" charset="-127"/>
                        <a:ea typeface="Rix모던고딕 M" pitchFamily="18" charset="-127"/>
                      </a:endParaRPr>
                    </a:p>
                  </a:txBody>
                  <a:tcPr marL="36000" marR="36000" marT="25200" marB="252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Rix모던고딕 M" pitchFamily="18" charset="-127"/>
                        <a:ea typeface="Rix모던고딕 M" pitchFamily="18" charset="-127"/>
                      </a:endParaRPr>
                    </a:p>
                  </a:txBody>
                  <a:tcPr marL="36000" marR="36000" marT="25200" marB="252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 smtClean="0">
                          <a:solidFill>
                            <a:schemeClr val="tx1"/>
                          </a:solidFill>
                          <a:latin typeface="Rix모던고딕 M" pitchFamily="18" charset="-127"/>
                          <a:ea typeface="Rix모던고딕 M" pitchFamily="18" charset="-127"/>
                        </a:rPr>
                        <a:t>3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Rix모던고딕 M" pitchFamily="18" charset="-127"/>
                        <a:ea typeface="Rix모던고딕 M" pitchFamily="18" charset="-127"/>
                      </a:endParaRPr>
                    </a:p>
                  </a:txBody>
                  <a:tcPr marL="36000" marR="36000" marT="25200" marB="252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 smtClean="0">
                          <a:solidFill>
                            <a:schemeClr val="tx1"/>
                          </a:solidFill>
                          <a:latin typeface="Rix모던고딕 M" pitchFamily="18" charset="-127"/>
                          <a:ea typeface="Rix모던고딕 M" pitchFamily="18" charset="-127"/>
                        </a:rPr>
                        <a:t>다원아이씨티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Rix모던고딕 M" pitchFamily="18" charset="-127"/>
                        <a:ea typeface="Rix모던고딕 M" pitchFamily="18" charset="-127"/>
                      </a:endParaRPr>
                    </a:p>
                  </a:txBody>
                  <a:tcPr marL="36000" marR="36000" marT="25200" marB="252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 smtClean="0">
                          <a:solidFill>
                            <a:schemeClr val="tx1"/>
                          </a:solidFill>
                          <a:latin typeface="Rix모던고딕 M" pitchFamily="18" charset="-127"/>
                          <a:ea typeface="Rix모던고딕 M" pitchFamily="18" charset="-127"/>
                        </a:rPr>
                        <a:t>우희승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Rix모던고딕 M" pitchFamily="18" charset="-127"/>
                        <a:ea typeface="Rix모던고딕 M" pitchFamily="18" charset="-127"/>
                      </a:endParaRPr>
                    </a:p>
                  </a:txBody>
                  <a:tcPr marL="36000" marR="36000" marT="25200" marB="252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 smtClean="0">
                          <a:solidFill>
                            <a:schemeClr val="tx1"/>
                          </a:solidFill>
                          <a:latin typeface="Rix모던고딕 M" pitchFamily="18" charset="-127"/>
                          <a:ea typeface="Rix모던고딕 M" pitchFamily="18" charset="-127"/>
                        </a:rPr>
                        <a:t>초급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Rix모던고딕 M" pitchFamily="18" charset="-127"/>
                        <a:ea typeface="Rix모던고딕 M" pitchFamily="18" charset="-127"/>
                      </a:endParaRPr>
                    </a:p>
                  </a:txBody>
                  <a:tcPr marL="36000" marR="36000" marT="25200" marB="252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Rix모던고딕 M" pitchFamily="18" charset="-127"/>
                        <a:ea typeface="Rix모던고딕 M" pitchFamily="18" charset="-127"/>
                      </a:endParaRPr>
                    </a:p>
                  </a:txBody>
                  <a:tcPr marL="36000" marR="36000" marT="25200" marB="252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Rix모던고딕 M" pitchFamily="18" charset="-127"/>
                        <a:ea typeface="Rix모던고딕 M" pitchFamily="18" charset="-127"/>
                      </a:endParaRPr>
                    </a:p>
                  </a:txBody>
                  <a:tcPr marL="36000" marR="36000" marT="25200" marB="252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Rix모던고딕 M" pitchFamily="18" charset="-127"/>
                        <a:ea typeface="Rix모던고딕 M" pitchFamily="18" charset="-127"/>
                      </a:endParaRPr>
                    </a:p>
                  </a:txBody>
                  <a:tcPr marL="36000" marR="36000" marT="25200" marB="252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Rix모던고딕 M" pitchFamily="18" charset="-127"/>
                        <a:ea typeface="Rix모던고딕 M" pitchFamily="18" charset="-127"/>
                      </a:endParaRPr>
                    </a:p>
                  </a:txBody>
                  <a:tcPr marL="36000" marR="36000" marT="25200" marB="252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Rix모던고딕 M" pitchFamily="18" charset="-127"/>
                        <a:ea typeface="Rix모던고딕 M" pitchFamily="18" charset="-127"/>
                      </a:endParaRPr>
                    </a:p>
                  </a:txBody>
                  <a:tcPr marL="36000" marR="36000" marT="25200" marB="252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Rix모던고딕 M" pitchFamily="18" charset="-127"/>
                        <a:ea typeface="Rix모던고딕 M" pitchFamily="18" charset="-127"/>
                      </a:endParaRPr>
                    </a:p>
                  </a:txBody>
                  <a:tcPr marL="36000" marR="36000" marT="25200" marB="252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Rix모던고딕 M" pitchFamily="18" charset="-127"/>
                        <a:ea typeface="Rix모던고딕 M" pitchFamily="18" charset="-127"/>
                      </a:endParaRPr>
                    </a:p>
                  </a:txBody>
                  <a:tcPr marL="36000" marR="36000" marT="25200" marB="252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Rix모던고딕 M" pitchFamily="18" charset="-127"/>
                        <a:ea typeface="Rix모던고딕 M" pitchFamily="18" charset="-127"/>
                      </a:endParaRPr>
                    </a:p>
                  </a:txBody>
                  <a:tcPr marL="36000" marR="36000" marT="25200" marB="252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 smtClean="0">
                          <a:solidFill>
                            <a:schemeClr val="tx1"/>
                          </a:solidFill>
                          <a:latin typeface="Rix모던고딕 M" pitchFamily="18" charset="-127"/>
                          <a:ea typeface="Rix모던고딕 M" pitchFamily="18" charset="-127"/>
                        </a:rPr>
                        <a:t>5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Rix모던고딕 M" pitchFamily="18" charset="-127"/>
                        <a:ea typeface="Rix모던고딕 M" pitchFamily="18" charset="-127"/>
                      </a:endParaRPr>
                    </a:p>
                  </a:txBody>
                  <a:tcPr marL="36000" marR="36000" marT="25200" marB="252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 smtClean="0">
                          <a:solidFill>
                            <a:schemeClr val="tx1"/>
                          </a:solidFill>
                          <a:latin typeface="Rix모던고딕 M" pitchFamily="18" charset="-127"/>
                          <a:ea typeface="Rix모던고딕 M" pitchFamily="18" charset="-127"/>
                        </a:rPr>
                        <a:t>다원아이씨티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Rix모던고딕 M" pitchFamily="18" charset="-127"/>
                        <a:ea typeface="Rix모던고딕 M" pitchFamily="18" charset="-127"/>
                      </a:endParaRPr>
                    </a:p>
                  </a:txBody>
                  <a:tcPr marL="36000" marR="36000" marT="25200" marB="252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 smtClean="0">
                          <a:solidFill>
                            <a:schemeClr val="tx1"/>
                          </a:solidFill>
                          <a:latin typeface="Rix모던고딕 M" pitchFamily="18" charset="-127"/>
                          <a:ea typeface="Rix모던고딕 M" pitchFamily="18" charset="-127"/>
                        </a:rPr>
                        <a:t>박상민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Rix모던고딕 M" pitchFamily="18" charset="-127"/>
                        <a:ea typeface="Rix모던고딕 M" pitchFamily="18" charset="-127"/>
                      </a:endParaRPr>
                    </a:p>
                  </a:txBody>
                  <a:tcPr marL="36000" marR="36000" marT="25200" marB="252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 smtClean="0">
                          <a:solidFill>
                            <a:schemeClr val="tx1"/>
                          </a:solidFill>
                          <a:latin typeface="Rix모던고딕 M" pitchFamily="18" charset="-127"/>
                          <a:ea typeface="Rix모던고딕 M" pitchFamily="18" charset="-127"/>
                        </a:rPr>
                        <a:t>초급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Rix모던고딕 M" pitchFamily="18" charset="-127"/>
                        <a:ea typeface="Rix모던고딕 M" pitchFamily="18" charset="-127"/>
                      </a:endParaRPr>
                    </a:p>
                  </a:txBody>
                  <a:tcPr marL="36000" marR="36000" marT="25200" marB="252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Rix모던고딕 M" pitchFamily="18" charset="-127"/>
                        <a:ea typeface="Rix모던고딕 M" pitchFamily="18" charset="-127"/>
                      </a:endParaRPr>
                    </a:p>
                  </a:txBody>
                  <a:tcPr marL="36000" marR="36000" marT="25200" marB="252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Rix모던고딕 M" pitchFamily="18" charset="-127"/>
                        <a:ea typeface="Rix모던고딕 M" pitchFamily="18" charset="-127"/>
                      </a:endParaRPr>
                    </a:p>
                  </a:txBody>
                  <a:tcPr marL="36000" marR="36000" marT="25200" marB="252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Rix모던고딕 M" pitchFamily="18" charset="-127"/>
                        <a:ea typeface="Rix모던고딕 M" pitchFamily="18" charset="-127"/>
                      </a:endParaRPr>
                    </a:p>
                  </a:txBody>
                  <a:tcPr marL="36000" marR="36000" marT="25200" marB="252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Rix모던고딕 M" pitchFamily="18" charset="-127"/>
                        <a:ea typeface="Rix모던고딕 M" pitchFamily="18" charset="-127"/>
                      </a:endParaRPr>
                    </a:p>
                  </a:txBody>
                  <a:tcPr marL="36000" marR="36000" marT="25200" marB="252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Rix모던고딕 M" pitchFamily="18" charset="-127"/>
                        <a:ea typeface="Rix모던고딕 M" pitchFamily="18" charset="-127"/>
                      </a:endParaRPr>
                    </a:p>
                  </a:txBody>
                  <a:tcPr marL="36000" marR="36000" marT="25200" marB="252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Rix모던고딕 M" pitchFamily="18" charset="-127"/>
                        <a:ea typeface="Rix모던고딕 M" pitchFamily="18" charset="-127"/>
                      </a:endParaRPr>
                    </a:p>
                  </a:txBody>
                  <a:tcPr marL="36000" marR="36000" marT="25200" marB="252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Rix모던고딕 M" pitchFamily="18" charset="-127"/>
                        <a:ea typeface="Rix모던고딕 M" pitchFamily="18" charset="-127"/>
                      </a:endParaRPr>
                    </a:p>
                  </a:txBody>
                  <a:tcPr marL="36000" marR="36000" marT="25200" marB="252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Rix모던고딕 M" pitchFamily="18" charset="-127"/>
                        <a:ea typeface="Rix모던고딕 M" pitchFamily="18" charset="-127"/>
                      </a:endParaRPr>
                    </a:p>
                  </a:txBody>
                  <a:tcPr marL="36000" marR="36000" marT="25200" marB="252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 smtClean="0">
                          <a:solidFill>
                            <a:schemeClr val="tx1"/>
                          </a:solidFill>
                          <a:latin typeface="Rix모던고딕 M" pitchFamily="18" charset="-127"/>
                          <a:ea typeface="Rix모던고딕 M" pitchFamily="18" charset="-127"/>
                        </a:rPr>
                        <a:t>5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Rix모던고딕 M" pitchFamily="18" charset="-127"/>
                        <a:ea typeface="Rix모던고딕 M" pitchFamily="18" charset="-127"/>
                      </a:endParaRPr>
                    </a:p>
                  </a:txBody>
                  <a:tcPr marL="36000" marR="36000" marT="25200" marB="252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Rix모던고딕 M" pitchFamily="18" charset="-127"/>
                        <a:ea typeface="Rix모던고딕 M" pitchFamily="18" charset="-127"/>
                      </a:endParaRPr>
                    </a:p>
                  </a:txBody>
                  <a:tcPr marL="33006" marR="33006" marT="33006" marB="33006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ltUpDiag">
                      <a:fgClr>
                        <a:schemeClr val="bg1">
                          <a:lumMod val="8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 smtClean="0">
                          <a:solidFill>
                            <a:schemeClr val="tx1"/>
                          </a:solidFill>
                          <a:latin typeface="Rix모던고딕 M" pitchFamily="18" charset="-127"/>
                          <a:ea typeface="Rix모던고딕 M" pitchFamily="18" charset="-127"/>
                        </a:rPr>
                        <a:t>아이센트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Rix모던고딕 M" pitchFamily="18" charset="-127"/>
                        <a:ea typeface="Rix모던고딕 M" pitchFamily="18" charset="-127"/>
                      </a:endParaRPr>
                    </a:p>
                  </a:txBody>
                  <a:tcPr marL="36000" marR="36000" marT="25200" marB="252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 smtClean="0">
                          <a:solidFill>
                            <a:schemeClr val="tx1"/>
                          </a:solidFill>
                          <a:latin typeface="Rix모던고딕 M" pitchFamily="18" charset="-127"/>
                          <a:ea typeface="Rix모던고딕 M" pitchFamily="18" charset="-127"/>
                        </a:rPr>
                        <a:t>최장엽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Rix모던고딕 M" pitchFamily="18" charset="-127"/>
                        <a:ea typeface="Rix모던고딕 M" pitchFamily="18" charset="-127"/>
                      </a:endParaRPr>
                    </a:p>
                  </a:txBody>
                  <a:tcPr marL="36000" marR="36000" marT="25200" marB="252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 smtClean="0">
                          <a:solidFill>
                            <a:schemeClr val="tx1"/>
                          </a:solidFill>
                          <a:latin typeface="Rix모던고딕 M" pitchFamily="18" charset="-127"/>
                          <a:ea typeface="Rix모던고딕 M" pitchFamily="18" charset="-127"/>
                        </a:rPr>
                        <a:t>고급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Rix모던고딕 M" pitchFamily="18" charset="-127"/>
                        <a:ea typeface="Rix모던고딕 M" pitchFamily="18" charset="-127"/>
                      </a:endParaRPr>
                    </a:p>
                  </a:txBody>
                  <a:tcPr marL="36000" marR="36000" marT="25200" marB="252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Rix모던고딕 M" pitchFamily="18" charset="-127"/>
                        <a:ea typeface="Rix모던고딕 M" pitchFamily="18" charset="-127"/>
                      </a:endParaRPr>
                    </a:p>
                  </a:txBody>
                  <a:tcPr marL="36000" marR="36000" marT="25200" marB="252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Rix모던고딕 M" pitchFamily="18" charset="-127"/>
                        <a:ea typeface="Rix모던고딕 M" pitchFamily="18" charset="-127"/>
                      </a:endParaRPr>
                    </a:p>
                  </a:txBody>
                  <a:tcPr marL="36000" marR="36000" marT="25200" marB="252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Rix모던고딕 M" pitchFamily="18" charset="-127"/>
                        <a:ea typeface="Rix모던고딕 M" pitchFamily="18" charset="-127"/>
                      </a:endParaRPr>
                    </a:p>
                  </a:txBody>
                  <a:tcPr marL="36000" marR="36000" marT="25200" marB="252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Rix모던고딕 M" pitchFamily="18" charset="-127"/>
                        <a:ea typeface="Rix모던고딕 M" pitchFamily="18" charset="-127"/>
                      </a:endParaRPr>
                    </a:p>
                  </a:txBody>
                  <a:tcPr marL="36000" marR="36000" marT="25200" marB="252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Rix모던고딕 M" pitchFamily="18" charset="-127"/>
                        <a:ea typeface="Rix모던고딕 M" pitchFamily="18" charset="-127"/>
                      </a:endParaRPr>
                    </a:p>
                  </a:txBody>
                  <a:tcPr marL="36000" marR="36000" marT="25200" marB="252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Rix모던고딕 M" pitchFamily="18" charset="-127"/>
                        <a:ea typeface="Rix모던고딕 M" pitchFamily="18" charset="-127"/>
                      </a:endParaRPr>
                    </a:p>
                  </a:txBody>
                  <a:tcPr marL="36000" marR="36000" marT="25200" marB="252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Rix모던고딕 M" pitchFamily="18" charset="-127"/>
                        <a:ea typeface="Rix모던고딕 M" pitchFamily="18" charset="-127"/>
                      </a:endParaRPr>
                    </a:p>
                  </a:txBody>
                  <a:tcPr marL="36000" marR="36000" marT="25200" marB="252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Rix모던고딕 M" pitchFamily="18" charset="-127"/>
                        <a:ea typeface="Rix모던고딕 M" pitchFamily="18" charset="-127"/>
                      </a:endParaRPr>
                    </a:p>
                  </a:txBody>
                  <a:tcPr marL="36000" marR="36000" marT="25200" marB="252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 smtClean="0">
                          <a:solidFill>
                            <a:schemeClr val="tx1"/>
                          </a:solidFill>
                          <a:latin typeface="Rix모던고딕 M" pitchFamily="18" charset="-127"/>
                          <a:ea typeface="Rix모던고딕 M" pitchFamily="18" charset="-127"/>
                        </a:rPr>
                        <a:t>3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Rix모던고딕 M" pitchFamily="18" charset="-127"/>
                        <a:ea typeface="Rix모던고딕 M" pitchFamily="18" charset="-127"/>
                      </a:endParaRPr>
                    </a:p>
                  </a:txBody>
                  <a:tcPr marL="36000" marR="36000" marT="25200" marB="252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Rix모던고딕 M" pitchFamily="18" charset="-127"/>
                        <a:ea typeface="Rix모던고딕 M" pitchFamily="18" charset="-127"/>
                      </a:endParaRPr>
                    </a:p>
                  </a:txBody>
                  <a:tcPr marL="33006" marR="33006" marT="33006" marB="33006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ltUpDiag">
                      <a:fgClr>
                        <a:schemeClr val="bg1">
                          <a:lumMod val="8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6487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dirty="0" smtClean="0">
                          <a:solidFill>
                            <a:schemeClr val="tx1"/>
                          </a:solidFill>
                          <a:latin typeface="Rix모던고딕 M" pitchFamily="18" charset="-127"/>
                          <a:ea typeface="Rix모던고딕 M" pitchFamily="18" charset="-127"/>
                        </a:rPr>
                        <a:t>아이센트</a:t>
                      </a:r>
                    </a:p>
                  </a:txBody>
                  <a:tcPr marL="36000" marR="36000" marT="25200" marB="252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 smtClean="0">
                          <a:solidFill>
                            <a:schemeClr val="tx1"/>
                          </a:solidFill>
                          <a:latin typeface="Rix모던고딕 M" pitchFamily="18" charset="-127"/>
                          <a:ea typeface="Rix모던고딕 M" pitchFamily="18" charset="-127"/>
                        </a:rPr>
                        <a:t>정종일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Rix모던고딕 M" pitchFamily="18" charset="-127"/>
                        <a:ea typeface="Rix모던고딕 M" pitchFamily="18" charset="-127"/>
                      </a:endParaRPr>
                    </a:p>
                  </a:txBody>
                  <a:tcPr marL="36000" marR="36000" marT="25200" marB="252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 smtClean="0">
                          <a:solidFill>
                            <a:schemeClr val="tx1"/>
                          </a:solidFill>
                          <a:latin typeface="Rix모던고딕 M" pitchFamily="18" charset="-127"/>
                          <a:ea typeface="Rix모던고딕 M" pitchFamily="18" charset="-127"/>
                        </a:rPr>
                        <a:t>중급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Rix모던고딕 M" pitchFamily="18" charset="-127"/>
                        <a:ea typeface="Rix모던고딕 M" pitchFamily="18" charset="-127"/>
                      </a:endParaRPr>
                    </a:p>
                  </a:txBody>
                  <a:tcPr marL="36000" marR="36000" marT="25200" marB="252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Rix모던고딕 M" pitchFamily="18" charset="-127"/>
                        <a:ea typeface="Rix모던고딕 M" pitchFamily="18" charset="-127"/>
                      </a:endParaRPr>
                    </a:p>
                  </a:txBody>
                  <a:tcPr marL="36000" marR="36000" marT="25200" marB="252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Rix모던고딕 M" pitchFamily="18" charset="-127"/>
                        <a:ea typeface="Rix모던고딕 M" pitchFamily="18" charset="-127"/>
                      </a:endParaRPr>
                    </a:p>
                  </a:txBody>
                  <a:tcPr marL="36000" marR="36000" marT="25200" marB="252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Rix모던고딕 M" pitchFamily="18" charset="-127"/>
                        <a:ea typeface="Rix모던고딕 M" pitchFamily="18" charset="-127"/>
                      </a:endParaRPr>
                    </a:p>
                  </a:txBody>
                  <a:tcPr marL="36000" marR="36000" marT="25200" marB="252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Rix모던고딕 M" pitchFamily="18" charset="-127"/>
                        <a:ea typeface="Rix모던고딕 M" pitchFamily="18" charset="-127"/>
                      </a:endParaRPr>
                    </a:p>
                  </a:txBody>
                  <a:tcPr marL="36000" marR="36000" marT="25200" marB="252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Rix모던고딕 M" pitchFamily="18" charset="-127"/>
                        <a:ea typeface="Rix모던고딕 M" pitchFamily="18" charset="-127"/>
                      </a:endParaRPr>
                    </a:p>
                  </a:txBody>
                  <a:tcPr marL="36000" marR="36000" marT="25200" marB="252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Rix모던고딕 M" pitchFamily="18" charset="-127"/>
                        <a:ea typeface="Rix모던고딕 M" pitchFamily="18" charset="-127"/>
                      </a:endParaRPr>
                    </a:p>
                  </a:txBody>
                  <a:tcPr marL="36000" marR="36000" marT="25200" marB="252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Rix모던고딕 M" pitchFamily="18" charset="-127"/>
                        <a:ea typeface="Rix모던고딕 M" pitchFamily="18" charset="-127"/>
                      </a:endParaRPr>
                    </a:p>
                  </a:txBody>
                  <a:tcPr marL="36000" marR="36000" marT="25200" marB="252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Rix모던고딕 M" pitchFamily="18" charset="-127"/>
                        <a:ea typeface="Rix모던고딕 M" pitchFamily="18" charset="-127"/>
                      </a:endParaRPr>
                    </a:p>
                  </a:txBody>
                  <a:tcPr marL="36000" marR="36000" marT="25200" marB="252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 smtClean="0">
                          <a:solidFill>
                            <a:schemeClr val="tx1"/>
                          </a:solidFill>
                          <a:latin typeface="Rix모던고딕 M" pitchFamily="18" charset="-127"/>
                          <a:ea typeface="Rix모던고딕 M" pitchFamily="18" charset="-127"/>
                        </a:rPr>
                        <a:t>3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Rix모던고딕 M" pitchFamily="18" charset="-127"/>
                        <a:ea typeface="Rix모던고딕 M" pitchFamily="18" charset="-127"/>
                      </a:endParaRPr>
                    </a:p>
                  </a:txBody>
                  <a:tcPr marL="36000" marR="36000" marT="25200" marB="252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0">
                <a:tc rowSpan="6"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 smtClean="0">
                          <a:solidFill>
                            <a:schemeClr val="tx1"/>
                          </a:solidFill>
                          <a:latin typeface="Rix모던고딕 M" pitchFamily="18" charset="-127"/>
                          <a:ea typeface="Rix모던고딕 M" pitchFamily="18" charset="-127"/>
                        </a:rPr>
                        <a:t>영상장비 구축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Rix모던고딕 M" pitchFamily="18" charset="-127"/>
                        <a:ea typeface="Rix모던고딕 M" pitchFamily="18" charset="-127"/>
                      </a:endParaRPr>
                    </a:p>
                  </a:txBody>
                  <a:tcPr marL="36000" marR="36000" marT="25200" marB="252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ltUpDiag">
                      <a:fgClr>
                        <a:schemeClr val="bg1">
                          <a:lumMod val="8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 smtClean="0">
                          <a:solidFill>
                            <a:schemeClr val="tx1"/>
                          </a:solidFill>
                          <a:latin typeface="Rix모던고딕 M" pitchFamily="18" charset="-127"/>
                          <a:ea typeface="Rix모던고딕 M" pitchFamily="18" charset="-127"/>
                        </a:rPr>
                        <a:t>송림기술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Rix모던고딕 M" pitchFamily="18" charset="-127"/>
                        <a:ea typeface="Rix모던고딕 M" pitchFamily="18" charset="-127"/>
                      </a:endParaRPr>
                    </a:p>
                  </a:txBody>
                  <a:tcPr marL="36000" marR="36000" marT="25200" marB="252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 smtClean="0">
                          <a:solidFill>
                            <a:schemeClr val="tx1"/>
                          </a:solidFill>
                          <a:latin typeface="Rix모던고딕 M" pitchFamily="18" charset="-127"/>
                          <a:ea typeface="Rix모던고딕 M" pitchFamily="18" charset="-127"/>
                        </a:rPr>
                        <a:t>최병문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Rix모던고딕 M" pitchFamily="18" charset="-127"/>
                        <a:ea typeface="Rix모던고딕 M" pitchFamily="18" charset="-127"/>
                      </a:endParaRPr>
                    </a:p>
                  </a:txBody>
                  <a:tcPr marL="36000" marR="36000" marT="25200" marB="252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 smtClean="0">
                          <a:solidFill>
                            <a:schemeClr val="tx1"/>
                          </a:solidFill>
                          <a:latin typeface="Rix모던고딕 M" pitchFamily="18" charset="-127"/>
                          <a:ea typeface="Rix모던고딕 M" pitchFamily="18" charset="-127"/>
                        </a:rPr>
                        <a:t>고급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Rix모던고딕 M" pitchFamily="18" charset="-127"/>
                        <a:ea typeface="Rix모던고딕 M" pitchFamily="18" charset="-127"/>
                      </a:endParaRPr>
                    </a:p>
                  </a:txBody>
                  <a:tcPr marL="36000" marR="36000" marT="25200" marB="252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Rix모던고딕 M" pitchFamily="18" charset="-127"/>
                        <a:ea typeface="Rix모던고딕 M" pitchFamily="18" charset="-127"/>
                      </a:endParaRPr>
                    </a:p>
                  </a:txBody>
                  <a:tcPr marL="36000" marR="36000" marT="25200" marB="252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Rix모던고딕 M" pitchFamily="18" charset="-127"/>
                        <a:ea typeface="Rix모던고딕 M" pitchFamily="18" charset="-127"/>
                      </a:endParaRPr>
                    </a:p>
                  </a:txBody>
                  <a:tcPr marL="36000" marR="36000" marT="25200" marB="252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Rix모던고딕 M" pitchFamily="18" charset="-127"/>
                        <a:ea typeface="Rix모던고딕 M" pitchFamily="18" charset="-127"/>
                      </a:endParaRPr>
                    </a:p>
                  </a:txBody>
                  <a:tcPr marL="36000" marR="36000" marT="25200" marB="252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Rix모던고딕 M" pitchFamily="18" charset="-127"/>
                        <a:ea typeface="Rix모던고딕 M" pitchFamily="18" charset="-127"/>
                      </a:endParaRPr>
                    </a:p>
                  </a:txBody>
                  <a:tcPr marL="36000" marR="36000" marT="25200" marB="252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Rix모던고딕 M" pitchFamily="18" charset="-127"/>
                        <a:ea typeface="Rix모던고딕 M" pitchFamily="18" charset="-127"/>
                      </a:endParaRPr>
                    </a:p>
                  </a:txBody>
                  <a:tcPr marL="36000" marR="36000" marT="25200" marB="252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Rix모던고딕 M" pitchFamily="18" charset="-127"/>
                        <a:ea typeface="Rix모던고딕 M" pitchFamily="18" charset="-127"/>
                      </a:endParaRPr>
                    </a:p>
                  </a:txBody>
                  <a:tcPr marL="36000" marR="36000" marT="25200" marB="252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Rix모던고딕 M" pitchFamily="18" charset="-127"/>
                        <a:ea typeface="Rix모던고딕 M" pitchFamily="18" charset="-127"/>
                      </a:endParaRPr>
                    </a:p>
                  </a:txBody>
                  <a:tcPr marL="36000" marR="36000" marT="25200" marB="252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Rix모던고딕 M" pitchFamily="18" charset="-127"/>
                        <a:ea typeface="Rix모던고딕 M" pitchFamily="18" charset="-127"/>
                      </a:endParaRPr>
                    </a:p>
                  </a:txBody>
                  <a:tcPr marL="36000" marR="36000" marT="25200" marB="252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 smtClean="0">
                          <a:solidFill>
                            <a:schemeClr val="tx1"/>
                          </a:solidFill>
                          <a:latin typeface="Rix모던고딕 M" pitchFamily="18" charset="-127"/>
                          <a:ea typeface="Rix모던고딕 M" pitchFamily="18" charset="-127"/>
                        </a:rPr>
                        <a:t>1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Rix모던고딕 M" pitchFamily="18" charset="-127"/>
                        <a:ea typeface="Rix모던고딕 M" pitchFamily="18" charset="-127"/>
                      </a:endParaRPr>
                    </a:p>
                  </a:txBody>
                  <a:tcPr marL="36000" marR="36000" marT="25200" marB="252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 smtClean="0">
                          <a:solidFill>
                            <a:schemeClr val="tx1"/>
                          </a:solidFill>
                          <a:latin typeface="Rix모던고딕 M" pitchFamily="18" charset="-127"/>
                          <a:ea typeface="Rix모던고딕 M" pitchFamily="18" charset="-127"/>
                        </a:rPr>
                        <a:t>송림기술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Rix모던고딕 M" pitchFamily="18" charset="-127"/>
                        <a:ea typeface="Rix모던고딕 M" pitchFamily="18" charset="-127"/>
                      </a:endParaRPr>
                    </a:p>
                  </a:txBody>
                  <a:tcPr marL="36000" marR="36000" marT="25200" marB="252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 smtClean="0">
                          <a:solidFill>
                            <a:schemeClr val="tx1"/>
                          </a:solidFill>
                          <a:latin typeface="Rix모던고딕 M" pitchFamily="18" charset="-127"/>
                          <a:ea typeface="Rix모던고딕 M" pitchFamily="18" charset="-127"/>
                        </a:rPr>
                        <a:t>백승일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Rix모던고딕 M" pitchFamily="18" charset="-127"/>
                        <a:ea typeface="Rix모던고딕 M" pitchFamily="18" charset="-127"/>
                      </a:endParaRPr>
                    </a:p>
                  </a:txBody>
                  <a:tcPr marL="36000" marR="36000" marT="25200" marB="252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 smtClean="0">
                          <a:solidFill>
                            <a:schemeClr val="tx1"/>
                          </a:solidFill>
                          <a:latin typeface="Rix모던고딕 M" pitchFamily="18" charset="-127"/>
                          <a:ea typeface="Rix모던고딕 M" pitchFamily="18" charset="-127"/>
                        </a:rPr>
                        <a:t>중급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Rix모던고딕 M" pitchFamily="18" charset="-127"/>
                        <a:ea typeface="Rix모던고딕 M" pitchFamily="18" charset="-127"/>
                      </a:endParaRPr>
                    </a:p>
                  </a:txBody>
                  <a:tcPr marL="36000" marR="36000" marT="25200" marB="252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Rix모던고딕 M" pitchFamily="18" charset="-127"/>
                        <a:ea typeface="Rix모던고딕 M" pitchFamily="18" charset="-127"/>
                      </a:endParaRPr>
                    </a:p>
                  </a:txBody>
                  <a:tcPr marL="36000" marR="36000" marT="25200" marB="252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Rix모던고딕 M" pitchFamily="18" charset="-127"/>
                        <a:ea typeface="Rix모던고딕 M" pitchFamily="18" charset="-127"/>
                      </a:endParaRPr>
                    </a:p>
                  </a:txBody>
                  <a:tcPr marL="36000" marR="36000" marT="25200" marB="252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Rix모던고딕 M" pitchFamily="18" charset="-127"/>
                        <a:ea typeface="Rix모던고딕 M" pitchFamily="18" charset="-127"/>
                      </a:endParaRPr>
                    </a:p>
                  </a:txBody>
                  <a:tcPr marL="36000" marR="36000" marT="25200" marB="252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Rix모던고딕 M" pitchFamily="18" charset="-127"/>
                        <a:ea typeface="Rix모던고딕 M" pitchFamily="18" charset="-127"/>
                      </a:endParaRPr>
                    </a:p>
                  </a:txBody>
                  <a:tcPr marL="36000" marR="36000" marT="25200" marB="252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Rix모던고딕 M" pitchFamily="18" charset="-127"/>
                        <a:ea typeface="Rix모던고딕 M" pitchFamily="18" charset="-127"/>
                      </a:endParaRPr>
                    </a:p>
                  </a:txBody>
                  <a:tcPr marL="36000" marR="36000" marT="25200" marB="252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Rix모던고딕 M" pitchFamily="18" charset="-127"/>
                        <a:ea typeface="Rix모던고딕 M" pitchFamily="18" charset="-127"/>
                      </a:endParaRPr>
                    </a:p>
                  </a:txBody>
                  <a:tcPr marL="36000" marR="36000" marT="25200" marB="252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Rix모던고딕 M" pitchFamily="18" charset="-127"/>
                        <a:ea typeface="Rix모던고딕 M" pitchFamily="18" charset="-127"/>
                      </a:endParaRPr>
                    </a:p>
                  </a:txBody>
                  <a:tcPr marL="36000" marR="36000" marT="25200" marB="252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Rix모던고딕 M" pitchFamily="18" charset="-127"/>
                        <a:ea typeface="Rix모던고딕 M" pitchFamily="18" charset="-127"/>
                      </a:endParaRPr>
                    </a:p>
                  </a:txBody>
                  <a:tcPr marL="36000" marR="36000" marT="25200" marB="252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 smtClean="0">
                          <a:solidFill>
                            <a:schemeClr val="tx1"/>
                          </a:solidFill>
                          <a:latin typeface="Rix모던고딕 M" pitchFamily="18" charset="-127"/>
                          <a:ea typeface="Rix모던고딕 M" pitchFamily="18" charset="-127"/>
                        </a:rPr>
                        <a:t>1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Rix모던고딕 M" pitchFamily="18" charset="-127"/>
                        <a:ea typeface="Rix모던고딕 M" pitchFamily="18" charset="-127"/>
                      </a:endParaRPr>
                    </a:p>
                  </a:txBody>
                  <a:tcPr marL="36000" marR="36000" marT="25200" marB="252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 smtClean="0">
                          <a:solidFill>
                            <a:schemeClr val="tx1"/>
                          </a:solidFill>
                          <a:latin typeface="Rix모던고딕 M" pitchFamily="18" charset="-127"/>
                          <a:ea typeface="Rix모던고딕 M" pitchFamily="18" charset="-127"/>
                        </a:rPr>
                        <a:t>송림기술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Rix모던고딕 M" pitchFamily="18" charset="-127"/>
                        <a:ea typeface="Rix모던고딕 M" pitchFamily="18" charset="-127"/>
                      </a:endParaRPr>
                    </a:p>
                  </a:txBody>
                  <a:tcPr marL="36000" marR="36000" marT="25200" marB="252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 smtClean="0">
                          <a:solidFill>
                            <a:schemeClr val="tx1"/>
                          </a:solidFill>
                          <a:latin typeface="Rix모던고딕 M" pitchFamily="18" charset="-127"/>
                          <a:ea typeface="Rix모던고딕 M" pitchFamily="18" charset="-127"/>
                        </a:rPr>
                        <a:t>문남호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Rix모던고딕 M" pitchFamily="18" charset="-127"/>
                        <a:ea typeface="Rix모던고딕 M" pitchFamily="18" charset="-127"/>
                      </a:endParaRPr>
                    </a:p>
                  </a:txBody>
                  <a:tcPr marL="36000" marR="36000" marT="25200" marB="252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 smtClean="0">
                          <a:solidFill>
                            <a:schemeClr val="tx1"/>
                          </a:solidFill>
                          <a:latin typeface="Rix모던고딕 M" pitchFamily="18" charset="-127"/>
                          <a:ea typeface="Rix모던고딕 M" pitchFamily="18" charset="-127"/>
                        </a:rPr>
                        <a:t>특급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Rix모던고딕 M" pitchFamily="18" charset="-127"/>
                        <a:ea typeface="Rix모던고딕 M" pitchFamily="18" charset="-127"/>
                      </a:endParaRPr>
                    </a:p>
                  </a:txBody>
                  <a:tcPr marL="36000" marR="36000" marT="25200" marB="252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Rix모던고딕 M" pitchFamily="18" charset="-127"/>
                        <a:ea typeface="Rix모던고딕 M" pitchFamily="18" charset="-127"/>
                      </a:endParaRPr>
                    </a:p>
                  </a:txBody>
                  <a:tcPr marL="36000" marR="36000" marT="25200" marB="252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Rix모던고딕 M" pitchFamily="18" charset="-127"/>
                        <a:ea typeface="Rix모던고딕 M" pitchFamily="18" charset="-127"/>
                      </a:endParaRPr>
                    </a:p>
                  </a:txBody>
                  <a:tcPr marL="36000" marR="36000" marT="25200" marB="252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Rix모던고딕 M" pitchFamily="18" charset="-127"/>
                        <a:ea typeface="Rix모던고딕 M" pitchFamily="18" charset="-127"/>
                      </a:endParaRPr>
                    </a:p>
                  </a:txBody>
                  <a:tcPr marL="36000" marR="36000" marT="25200" marB="252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Rix모던고딕 M" pitchFamily="18" charset="-127"/>
                        <a:ea typeface="Rix모던고딕 M" pitchFamily="18" charset="-127"/>
                      </a:endParaRPr>
                    </a:p>
                  </a:txBody>
                  <a:tcPr marL="36000" marR="36000" marT="25200" marB="252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Rix모던고딕 M" pitchFamily="18" charset="-127"/>
                        <a:ea typeface="Rix모던고딕 M" pitchFamily="18" charset="-127"/>
                      </a:endParaRPr>
                    </a:p>
                  </a:txBody>
                  <a:tcPr marL="36000" marR="36000" marT="25200" marB="252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Rix모던고딕 M" pitchFamily="18" charset="-127"/>
                        <a:ea typeface="Rix모던고딕 M" pitchFamily="18" charset="-127"/>
                      </a:endParaRPr>
                    </a:p>
                  </a:txBody>
                  <a:tcPr marL="36000" marR="36000" marT="25200" marB="252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Rix모던고딕 M" pitchFamily="18" charset="-127"/>
                        <a:ea typeface="Rix모던고딕 M" pitchFamily="18" charset="-127"/>
                      </a:endParaRPr>
                    </a:p>
                  </a:txBody>
                  <a:tcPr marL="36000" marR="36000" marT="25200" marB="252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Rix모던고딕 M" pitchFamily="18" charset="-127"/>
                        <a:ea typeface="Rix모던고딕 M" pitchFamily="18" charset="-127"/>
                      </a:endParaRPr>
                    </a:p>
                  </a:txBody>
                  <a:tcPr marL="36000" marR="36000" marT="25200" marB="252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 smtClean="0">
                          <a:solidFill>
                            <a:schemeClr val="tx1"/>
                          </a:solidFill>
                          <a:latin typeface="Rix모던고딕 M" pitchFamily="18" charset="-127"/>
                          <a:ea typeface="Rix모던고딕 M" pitchFamily="18" charset="-127"/>
                        </a:rPr>
                        <a:t>1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Rix모던고딕 M" pitchFamily="18" charset="-127"/>
                        <a:ea typeface="Rix모던고딕 M" pitchFamily="18" charset="-127"/>
                      </a:endParaRPr>
                    </a:p>
                  </a:txBody>
                  <a:tcPr marL="36000" marR="36000" marT="25200" marB="252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 smtClean="0">
                          <a:solidFill>
                            <a:schemeClr val="tx1"/>
                          </a:solidFill>
                          <a:latin typeface="Rix모던고딕 M" pitchFamily="18" charset="-127"/>
                          <a:ea typeface="Rix모던고딕 M" pitchFamily="18" charset="-127"/>
                        </a:rPr>
                        <a:t>송림기술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Rix모던고딕 M" pitchFamily="18" charset="-127"/>
                        <a:ea typeface="Rix모던고딕 M" pitchFamily="18" charset="-127"/>
                      </a:endParaRPr>
                    </a:p>
                  </a:txBody>
                  <a:tcPr marL="36000" marR="36000" marT="25200" marB="252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 smtClean="0">
                          <a:solidFill>
                            <a:schemeClr val="tx1"/>
                          </a:solidFill>
                          <a:latin typeface="Rix모던고딕 M" pitchFamily="18" charset="-127"/>
                          <a:ea typeface="Rix모던고딕 M" pitchFamily="18" charset="-127"/>
                        </a:rPr>
                        <a:t>채동윤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Rix모던고딕 M" pitchFamily="18" charset="-127"/>
                        <a:ea typeface="Rix모던고딕 M" pitchFamily="18" charset="-127"/>
                      </a:endParaRPr>
                    </a:p>
                  </a:txBody>
                  <a:tcPr marL="36000" marR="36000" marT="25200" marB="252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 smtClean="0">
                          <a:solidFill>
                            <a:schemeClr val="tx1"/>
                          </a:solidFill>
                          <a:latin typeface="Rix모던고딕 M" pitchFamily="18" charset="-127"/>
                          <a:ea typeface="Rix모던고딕 M" pitchFamily="18" charset="-127"/>
                        </a:rPr>
                        <a:t>초급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Rix모던고딕 M" pitchFamily="18" charset="-127"/>
                        <a:ea typeface="Rix모던고딕 M" pitchFamily="18" charset="-127"/>
                      </a:endParaRPr>
                    </a:p>
                  </a:txBody>
                  <a:tcPr marL="36000" marR="36000" marT="25200" marB="252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Rix모던고딕 M" pitchFamily="18" charset="-127"/>
                        <a:ea typeface="Rix모던고딕 M" pitchFamily="18" charset="-127"/>
                      </a:endParaRPr>
                    </a:p>
                  </a:txBody>
                  <a:tcPr marL="36000" marR="36000" marT="25200" marB="252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Rix모던고딕 M" pitchFamily="18" charset="-127"/>
                        <a:ea typeface="Rix모던고딕 M" pitchFamily="18" charset="-127"/>
                      </a:endParaRPr>
                    </a:p>
                  </a:txBody>
                  <a:tcPr marL="36000" marR="36000" marT="25200" marB="252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Rix모던고딕 M" pitchFamily="18" charset="-127"/>
                        <a:ea typeface="Rix모던고딕 M" pitchFamily="18" charset="-127"/>
                      </a:endParaRPr>
                    </a:p>
                  </a:txBody>
                  <a:tcPr marL="36000" marR="36000" marT="25200" marB="252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Rix모던고딕 M" pitchFamily="18" charset="-127"/>
                        <a:ea typeface="Rix모던고딕 M" pitchFamily="18" charset="-127"/>
                      </a:endParaRPr>
                    </a:p>
                  </a:txBody>
                  <a:tcPr marL="36000" marR="36000" marT="25200" marB="252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Rix모던고딕 M" pitchFamily="18" charset="-127"/>
                        <a:ea typeface="Rix모던고딕 M" pitchFamily="18" charset="-127"/>
                      </a:endParaRPr>
                    </a:p>
                  </a:txBody>
                  <a:tcPr marL="36000" marR="36000" marT="25200" marB="252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Rix모던고딕 M" pitchFamily="18" charset="-127"/>
                        <a:ea typeface="Rix모던고딕 M" pitchFamily="18" charset="-127"/>
                      </a:endParaRPr>
                    </a:p>
                  </a:txBody>
                  <a:tcPr marL="36000" marR="36000" marT="25200" marB="252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Rix모던고딕 M" pitchFamily="18" charset="-127"/>
                        <a:ea typeface="Rix모던고딕 M" pitchFamily="18" charset="-127"/>
                      </a:endParaRPr>
                    </a:p>
                  </a:txBody>
                  <a:tcPr marL="36000" marR="36000" marT="25200" marB="252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Rix모던고딕 M" pitchFamily="18" charset="-127"/>
                        <a:ea typeface="Rix모던고딕 M" pitchFamily="18" charset="-127"/>
                      </a:endParaRPr>
                    </a:p>
                  </a:txBody>
                  <a:tcPr marL="36000" marR="36000" marT="25200" marB="252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 smtClean="0">
                          <a:solidFill>
                            <a:schemeClr val="tx1"/>
                          </a:solidFill>
                          <a:latin typeface="Rix모던고딕 M" pitchFamily="18" charset="-127"/>
                          <a:ea typeface="Rix모던고딕 M" pitchFamily="18" charset="-127"/>
                        </a:rPr>
                        <a:t>1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Rix모던고딕 M" pitchFamily="18" charset="-127"/>
                        <a:ea typeface="Rix모던고딕 M" pitchFamily="18" charset="-127"/>
                      </a:endParaRPr>
                    </a:p>
                  </a:txBody>
                  <a:tcPr marL="36000" marR="36000" marT="25200" marB="252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 err="1" smtClean="0">
                          <a:solidFill>
                            <a:schemeClr val="tx1"/>
                          </a:solidFill>
                          <a:latin typeface="Rix모던고딕 M" pitchFamily="18" charset="-127"/>
                          <a:ea typeface="Rix모던고딕 M" pitchFamily="18" charset="-127"/>
                        </a:rPr>
                        <a:t>아이쿼드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Rix모던고딕 M" pitchFamily="18" charset="-127"/>
                        <a:ea typeface="Rix모던고딕 M" pitchFamily="18" charset="-127"/>
                      </a:endParaRPr>
                    </a:p>
                  </a:txBody>
                  <a:tcPr marL="36000" marR="36000" marT="25200" marB="252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 smtClean="0">
                          <a:solidFill>
                            <a:schemeClr val="tx1"/>
                          </a:solidFill>
                          <a:latin typeface="Rix모던고딕 M" pitchFamily="18" charset="-127"/>
                          <a:ea typeface="Rix모던고딕 M" pitchFamily="18" charset="-127"/>
                        </a:rPr>
                        <a:t>오승주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Rix모던고딕 M" pitchFamily="18" charset="-127"/>
                        <a:ea typeface="Rix모던고딕 M" pitchFamily="18" charset="-127"/>
                      </a:endParaRPr>
                    </a:p>
                  </a:txBody>
                  <a:tcPr marL="36000" marR="36000" marT="25200" marB="252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 smtClean="0">
                          <a:solidFill>
                            <a:schemeClr val="tx1"/>
                          </a:solidFill>
                          <a:latin typeface="Rix모던고딕 M" pitchFamily="18" charset="-127"/>
                          <a:ea typeface="Rix모던고딕 M" pitchFamily="18" charset="-127"/>
                        </a:rPr>
                        <a:t>초급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Rix모던고딕 M" pitchFamily="18" charset="-127"/>
                        <a:ea typeface="Rix모던고딕 M" pitchFamily="18" charset="-127"/>
                      </a:endParaRPr>
                    </a:p>
                  </a:txBody>
                  <a:tcPr marL="36000" marR="36000" marT="25200" marB="252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Rix모던고딕 M" pitchFamily="18" charset="-127"/>
                        <a:ea typeface="Rix모던고딕 M" pitchFamily="18" charset="-127"/>
                      </a:endParaRPr>
                    </a:p>
                  </a:txBody>
                  <a:tcPr marL="36000" marR="36000" marT="25200" marB="252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Rix모던고딕 M" pitchFamily="18" charset="-127"/>
                        <a:ea typeface="Rix모던고딕 M" pitchFamily="18" charset="-127"/>
                      </a:endParaRPr>
                    </a:p>
                  </a:txBody>
                  <a:tcPr marL="36000" marR="36000" marT="25200" marB="252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Rix모던고딕 M" pitchFamily="18" charset="-127"/>
                        <a:ea typeface="Rix모던고딕 M" pitchFamily="18" charset="-127"/>
                      </a:endParaRPr>
                    </a:p>
                  </a:txBody>
                  <a:tcPr marL="36000" marR="36000" marT="25200" marB="252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Rix모던고딕 M" pitchFamily="18" charset="-127"/>
                        <a:ea typeface="Rix모던고딕 M" pitchFamily="18" charset="-127"/>
                      </a:endParaRPr>
                    </a:p>
                  </a:txBody>
                  <a:tcPr marL="36000" marR="36000" marT="25200" marB="252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Rix모던고딕 M" pitchFamily="18" charset="-127"/>
                        <a:ea typeface="Rix모던고딕 M" pitchFamily="18" charset="-127"/>
                      </a:endParaRPr>
                    </a:p>
                  </a:txBody>
                  <a:tcPr marL="36000" marR="36000" marT="25200" marB="252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Rix모던고딕 M" pitchFamily="18" charset="-127"/>
                        <a:ea typeface="Rix모던고딕 M" pitchFamily="18" charset="-127"/>
                      </a:endParaRPr>
                    </a:p>
                  </a:txBody>
                  <a:tcPr marL="36000" marR="36000" marT="25200" marB="252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Rix모던고딕 M" pitchFamily="18" charset="-127"/>
                        <a:ea typeface="Rix모던고딕 M" pitchFamily="18" charset="-127"/>
                      </a:endParaRPr>
                    </a:p>
                  </a:txBody>
                  <a:tcPr marL="36000" marR="36000" marT="25200" marB="252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Rix모던고딕 M" pitchFamily="18" charset="-127"/>
                        <a:ea typeface="Rix모던고딕 M" pitchFamily="18" charset="-127"/>
                      </a:endParaRPr>
                    </a:p>
                  </a:txBody>
                  <a:tcPr marL="36000" marR="36000" marT="25200" marB="252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 smtClean="0">
                          <a:solidFill>
                            <a:schemeClr val="tx1"/>
                          </a:solidFill>
                          <a:latin typeface="Rix모던고딕 M" pitchFamily="18" charset="-127"/>
                          <a:ea typeface="Rix모던고딕 M" pitchFamily="18" charset="-127"/>
                        </a:rPr>
                        <a:t>1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Rix모던고딕 M" pitchFamily="18" charset="-127"/>
                        <a:ea typeface="Rix모던고딕 M" pitchFamily="18" charset="-127"/>
                      </a:endParaRPr>
                    </a:p>
                  </a:txBody>
                  <a:tcPr marL="36000" marR="36000" marT="25200" marB="252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 err="1" smtClean="0">
                          <a:solidFill>
                            <a:schemeClr val="tx1"/>
                          </a:solidFill>
                          <a:latin typeface="Rix모던고딕 M" pitchFamily="18" charset="-127"/>
                          <a:ea typeface="Rix모던고딕 M" pitchFamily="18" charset="-127"/>
                        </a:rPr>
                        <a:t>아이쿼드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Rix모던고딕 M" pitchFamily="18" charset="-127"/>
                        <a:ea typeface="Rix모던고딕 M" pitchFamily="18" charset="-127"/>
                      </a:endParaRPr>
                    </a:p>
                  </a:txBody>
                  <a:tcPr marL="36000" marR="36000" marT="25200" marB="252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 smtClean="0">
                          <a:solidFill>
                            <a:schemeClr val="tx1"/>
                          </a:solidFill>
                          <a:latin typeface="Rix모던고딕 M" pitchFamily="18" charset="-127"/>
                          <a:ea typeface="Rix모던고딕 M" pitchFamily="18" charset="-127"/>
                        </a:rPr>
                        <a:t>윤상우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Rix모던고딕 M" pitchFamily="18" charset="-127"/>
                        <a:ea typeface="Rix모던고딕 M" pitchFamily="18" charset="-127"/>
                      </a:endParaRPr>
                    </a:p>
                  </a:txBody>
                  <a:tcPr marL="36000" marR="36000" marT="25200" marB="252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 smtClean="0">
                          <a:solidFill>
                            <a:schemeClr val="tx1"/>
                          </a:solidFill>
                          <a:latin typeface="Rix모던고딕 M" pitchFamily="18" charset="-127"/>
                          <a:ea typeface="Rix모던고딕 M" pitchFamily="18" charset="-127"/>
                        </a:rPr>
                        <a:t>초급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Rix모던고딕 M" pitchFamily="18" charset="-127"/>
                        <a:ea typeface="Rix모던고딕 M" pitchFamily="18" charset="-127"/>
                      </a:endParaRPr>
                    </a:p>
                  </a:txBody>
                  <a:tcPr marL="36000" marR="36000" marT="25200" marB="252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Rix모던고딕 M" pitchFamily="18" charset="-127"/>
                        <a:ea typeface="Rix모던고딕 M" pitchFamily="18" charset="-127"/>
                      </a:endParaRPr>
                    </a:p>
                  </a:txBody>
                  <a:tcPr marL="36000" marR="36000" marT="25200" marB="252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Rix모던고딕 M" pitchFamily="18" charset="-127"/>
                        <a:ea typeface="Rix모던고딕 M" pitchFamily="18" charset="-127"/>
                      </a:endParaRPr>
                    </a:p>
                  </a:txBody>
                  <a:tcPr marL="36000" marR="36000" marT="25200" marB="252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Rix모던고딕 M" pitchFamily="18" charset="-127"/>
                        <a:ea typeface="Rix모던고딕 M" pitchFamily="18" charset="-127"/>
                      </a:endParaRPr>
                    </a:p>
                  </a:txBody>
                  <a:tcPr marL="36000" marR="36000" marT="25200" marB="252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Rix모던고딕 M" pitchFamily="18" charset="-127"/>
                        <a:ea typeface="Rix모던고딕 M" pitchFamily="18" charset="-127"/>
                      </a:endParaRPr>
                    </a:p>
                  </a:txBody>
                  <a:tcPr marL="36000" marR="36000" marT="25200" marB="252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Rix모던고딕 M" pitchFamily="18" charset="-127"/>
                        <a:ea typeface="Rix모던고딕 M" pitchFamily="18" charset="-127"/>
                      </a:endParaRPr>
                    </a:p>
                  </a:txBody>
                  <a:tcPr marL="36000" marR="36000" marT="25200" marB="252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Rix모던고딕 M" pitchFamily="18" charset="-127"/>
                        <a:ea typeface="Rix모던고딕 M" pitchFamily="18" charset="-127"/>
                      </a:endParaRPr>
                    </a:p>
                  </a:txBody>
                  <a:tcPr marL="36000" marR="36000" marT="25200" marB="252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Rix모던고딕 M" pitchFamily="18" charset="-127"/>
                        <a:ea typeface="Rix모던고딕 M" pitchFamily="18" charset="-127"/>
                      </a:endParaRPr>
                    </a:p>
                  </a:txBody>
                  <a:tcPr marL="36000" marR="36000" marT="25200" marB="252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Rix모던고딕 M" pitchFamily="18" charset="-127"/>
                        <a:ea typeface="Rix모던고딕 M" pitchFamily="18" charset="-127"/>
                      </a:endParaRPr>
                    </a:p>
                  </a:txBody>
                  <a:tcPr marL="36000" marR="36000" marT="25200" marB="252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 smtClean="0">
                          <a:solidFill>
                            <a:schemeClr val="tx1"/>
                          </a:solidFill>
                          <a:latin typeface="Rix모던고딕 M" pitchFamily="18" charset="-127"/>
                          <a:ea typeface="Rix모던고딕 M" pitchFamily="18" charset="-127"/>
                        </a:rPr>
                        <a:t>1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Rix모던고딕 M" pitchFamily="18" charset="-127"/>
                        <a:ea typeface="Rix모던고딕 M" pitchFamily="18" charset="-127"/>
                      </a:endParaRPr>
                    </a:p>
                  </a:txBody>
                  <a:tcPr marL="36000" marR="36000" marT="25200" marB="252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4"/>
                  </a:ext>
                </a:extLst>
              </a:tr>
              <a:tr h="0"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 smtClean="0">
                          <a:solidFill>
                            <a:schemeClr val="tx1"/>
                          </a:solidFill>
                          <a:latin typeface="Rix모던고딕 M" pitchFamily="18" charset="-127"/>
                          <a:ea typeface="Rix모던고딕 M" pitchFamily="18" charset="-127"/>
                        </a:rPr>
                        <a:t>IP</a:t>
                      </a:r>
                      <a:r>
                        <a:rPr lang="ko-KR" altLang="en-US" sz="900" dirty="0" smtClean="0">
                          <a:solidFill>
                            <a:schemeClr val="tx1"/>
                          </a:solidFill>
                          <a:latin typeface="Rix모던고딕 M" pitchFamily="18" charset="-127"/>
                          <a:ea typeface="Rix모던고딕 M" pitchFamily="18" charset="-127"/>
                        </a:rPr>
                        <a:t>관리체계 구축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Rix모던고딕 M" pitchFamily="18" charset="-127"/>
                        <a:ea typeface="Rix모던고딕 M" pitchFamily="18" charset="-127"/>
                      </a:endParaRPr>
                    </a:p>
                  </a:txBody>
                  <a:tcPr marL="36000" marR="36000" marT="25200" marB="252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ltUpDiag">
                      <a:fgClr>
                        <a:schemeClr val="bg1">
                          <a:lumMod val="8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 err="1" smtClean="0">
                          <a:solidFill>
                            <a:schemeClr val="tx1"/>
                          </a:solidFill>
                          <a:latin typeface="Rix모던고딕 M" pitchFamily="18" charset="-127"/>
                          <a:ea typeface="Rix모던고딕 M" pitchFamily="18" charset="-127"/>
                        </a:rPr>
                        <a:t>유비콤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Rix모던고딕 M" pitchFamily="18" charset="-127"/>
                        <a:ea typeface="Rix모던고딕 M" pitchFamily="18" charset="-127"/>
                      </a:endParaRPr>
                    </a:p>
                  </a:txBody>
                  <a:tcPr marL="36000" marR="36000" marT="25200" marB="252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 smtClean="0">
                          <a:solidFill>
                            <a:schemeClr val="tx1"/>
                          </a:solidFill>
                          <a:latin typeface="Rix모던고딕 M" pitchFamily="18" charset="-127"/>
                          <a:ea typeface="Rix모던고딕 M" pitchFamily="18" charset="-127"/>
                        </a:rPr>
                        <a:t>이승범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Rix모던고딕 M" pitchFamily="18" charset="-127"/>
                        <a:ea typeface="Rix모던고딕 M" pitchFamily="18" charset="-127"/>
                      </a:endParaRPr>
                    </a:p>
                  </a:txBody>
                  <a:tcPr marL="36000" marR="36000" marT="25200" marB="252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 smtClean="0">
                          <a:solidFill>
                            <a:schemeClr val="tx1"/>
                          </a:solidFill>
                          <a:latin typeface="Rix모던고딕 M" pitchFamily="18" charset="-127"/>
                          <a:ea typeface="Rix모던고딕 M" pitchFamily="18" charset="-127"/>
                        </a:rPr>
                        <a:t>초급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Rix모던고딕 M" pitchFamily="18" charset="-127"/>
                        <a:ea typeface="Rix모던고딕 M" pitchFamily="18" charset="-127"/>
                      </a:endParaRPr>
                    </a:p>
                  </a:txBody>
                  <a:tcPr marL="36000" marR="36000" marT="25200" marB="252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Rix모던고딕 M" pitchFamily="18" charset="-127"/>
                        <a:ea typeface="Rix모던고딕 M" pitchFamily="18" charset="-127"/>
                      </a:endParaRPr>
                    </a:p>
                  </a:txBody>
                  <a:tcPr marL="36000" marR="36000" marT="25200" marB="252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Rix모던고딕 M" pitchFamily="18" charset="-127"/>
                        <a:ea typeface="Rix모던고딕 M" pitchFamily="18" charset="-127"/>
                      </a:endParaRPr>
                    </a:p>
                  </a:txBody>
                  <a:tcPr marL="36000" marR="36000" marT="25200" marB="252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Rix모던고딕 M" pitchFamily="18" charset="-127"/>
                        <a:ea typeface="Rix모던고딕 M" pitchFamily="18" charset="-127"/>
                      </a:endParaRPr>
                    </a:p>
                  </a:txBody>
                  <a:tcPr marL="36000" marR="36000" marT="25200" marB="252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Rix모던고딕 M" pitchFamily="18" charset="-127"/>
                        <a:ea typeface="Rix모던고딕 M" pitchFamily="18" charset="-127"/>
                      </a:endParaRPr>
                    </a:p>
                  </a:txBody>
                  <a:tcPr marL="36000" marR="36000" marT="25200" marB="252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Rix모던고딕 M" pitchFamily="18" charset="-127"/>
                        <a:ea typeface="Rix모던고딕 M" pitchFamily="18" charset="-127"/>
                      </a:endParaRPr>
                    </a:p>
                  </a:txBody>
                  <a:tcPr marL="36000" marR="36000" marT="25200" marB="252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Rix모던고딕 M" pitchFamily="18" charset="-127"/>
                        <a:ea typeface="Rix모던고딕 M" pitchFamily="18" charset="-127"/>
                      </a:endParaRPr>
                    </a:p>
                  </a:txBody>
                  <a:tcPr marL="36000" marR="36000" marT="25200" marB="252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Rix모던고딕 M" pitchFamily="18" charset="-127"/>
                        <a:ea typeface="Rix모던고딕 M" pitchFamily="18" charset="-127"/>
                      </a:endParaRPr>
                    </a:p>
                  </a:txBody>
                  <a:tcPr marL="36000" marR="36000" marT="25200" marB="252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Rix모던고딕 M" pitchFamily="18" charset="-127"/>
                        <a:ea typeface="Rix모던고딕 M" pitchFamily="18" charset="-127"/>
                      </a:endParaRPr>
                    </a:p>
                  </a:txBody>
                  <a:tcPr marL="36000" marR="36000" marT="25200" marB="252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 smtClean="0">
                          <a:solidFill>
                            <a:schemeClr val="tx1"/>
                          </a:solidFill>
                          <a:latin typeface="Rix모던고딕 M" pitchFamily="18" charset="-127"/>
                          <a:ea typeface="Rix모던고딕 M" pitchFamily="18" charset="-127"/>
                        </a:rPr>
                        <a:t>3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Rix모던고딕 M" pitchFamily="18" charset="-127"/>
                        <a:ea typeface="Rix모던고딕 M" pitchFamily="18" charset="-127"/>
                      </a:endParaRPr>
                    </a:p>
                  </a:txBody>
                  <a:tcPr marL="36000" marR="36000" marT="25200" marB="252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5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 err="1" smtClean="0">
                          <a:solidFill>
                            <a:schemeClr val="tx1"/>
                          </a:solidFill>
                          <a:latin typeface="Rix모던고딕 M" pitchFamily="18" charset="-127"/>
                          <a:ea typeface="Rix모던고딕 M" pitchFamily="18" charset="-127"/>
                        </a:rPr>
                        <a:t>유비콤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Rix모던고딕 M" pitchFamily="18" charset="-127"/>
                        <a:ea typeface="Rix모던고딕 M" pitchFamily="18" charset="-127"/>
                      </a:endParaRPr>
                    </a:p>
                  </a:txBody>
                  <a:tcPr marL="36000" marR="36000" marT="25200" marB="252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 smtClean="0">
                          <a:solidFill>
                            <a:schemeClr val="tx1"/>
                          </a:solidFill>
                          <a:latin typeface="Rix모던고딕 M" pitchFamily="18" charset="-127"/>
                          <a:ea typeface="Rix모던고딕 M" pitchFamily="18" charset="-127"/>
                        </a:rPr>
                        <a:t>김종옥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Rix모던고딕 M" pitchFamily="18" charset="-127"/>
                        <a:ea typeface="Rix모던고딕 M" pitchFamily="18" charset="-127"/>
                      </a:endParaRPr>
                    </a:p>
                  </a:txBody>
                  <a:tcPr marL="36000" marR="36000" marT="25200" marB="252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 smtClean="0">
                          <a:solidFill>
                            <a:schemeClr val="tx1"/>
                          </a:solidFill>
                          <a:latin typeface="Rix모던고딕 M" pitchFamily="18" charset="-127"/>
                          <a:ea typeface="Rix모던고딕 M" pitchFamily="18" charset="-127"/>
                        </a:rPr>
                        <a:t>특급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Rix모던고딕 M" pitchFamily="18" charset="-127"/>
                        <a:ea typeface="Rix모던고딕 M" pitchFamily="18" charset="-127"/>
                      </a:endParaRPr>
                    </a:p>
                  </a:txBody>
                  <a:tcPr marL="36000" marR="36000" marT="25200" marB="252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Rix모던고딕 M" pitchFamily="18" charset="-127"/>
                        <a:ea typeface="Rix모던고딕 M" pitchFamily="18" charset="-127"/>
                      </a:endParaRPr>
                    </a:p>
                  </a:txBody>
                  <a:tcPr marL="36000" marR="36000" marT="25200" marB="252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Rix모던고딕 M" pitchFamily="18" charset="-127"/>
                        <a:ea typeface="Rix모던고딕 M" pitchFamily="18" charset="-127"/>
                      </a:endParaRPr>
                    </a:p>
                  </a:txBody>
                  <a:tcPr marL="36000" marR="36000" marT="25200" marB="252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Rix모던고딕 M" pitchFamily="18" charset="-127"/>
                        <a:ea typeface="Rix모던고딕 M" pitchFamily="18" charset="-127"/>
                      </a:endParaRPr>
                    </a:p>
                  </a:txBody>
                  <a:tcPr marL="36000" marR="36000" marT="25200" marB="252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Rix모던고딕 M" pitchFamily="18" charset="-127"/>
                        <a:ea typeface="Rix모던고딕 M" pitchFamily="18" charset="-127"/>
                      </a:endParaRPr>
                    </a:p>
                  </a:txBody>
                  <a:tcPr marL="36000" marR="36000" marT="25200" marB="252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Rix모던고딕 M" pitchFamily="18" charset="-127"/>
                        <a:ea typeface="Rix모던고딕 M" pitchFamily="18" charset="-127"/>
                      </a:endParaRPr>
                    </a:p>
                  </a:txBody>
                  <a:tcPr marL="36000" marR="36000" marT="25200" marB="252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Rix모던고딕 M" pitchFamily="18" charset="-127"/>
                        <a:ea typeface="Rix모던고딕 M" pitchFamily="18" charset="-127"/>
                      </a:endParaRPr>
                    </a:p>
                  </a:txBody>
                  <a:tcPr marL="36000" marR="36000" marT="25200" marB="252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Rix모던고딕 M" pitchFamily="18" charset="-127"/>
                        <a:ea typeface="Rix모던고딕 M" pitchFamily="18" charset="-127"/>
                      </a:endParaRPr>
                    </a:p>
                  </a:txBody>
                  <a:tcPr marL="36000" marR="36000" marT="25200" marB="252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Rix모던고딕 M" pitchFamily="18" charset="-127"/>
                        <a:ea typeface="Rix모던고딕 M" pitchFamily="18" charset="-127"/>
                      </a:endParaRPr>
                    </a:p>
                  </a:txBody>
                  <a:tcPr marL="36000" marR="36000" marT="25200" marB="252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 smtClean="0">
                          <a:solidFill>
                            <a:schemeClr val="tx1"/>
                          </a:solidFill>
                          <a:latin typeface="Rix모던고딕 M" pitchFamily="18" charset="-127"/>
                          <a:ea typeface="Rix모던고딕 M" pitchFamily="18" charset="-127"/>
                        </a:rPr>
                        <a:t>3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Rix모던고딕 M" pitchFamily="18" charset="-127"/>
                        <a:ea typeface="Rix모던고딕 M" pitchFamily="18" charset="-127"/>
                      </a:endParaRPr>
                    </a:p>
                  </a:txBody>
                  <a:tcPr marL="36000" marR="36000" marT="25200" marB="252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6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 smtClean="0">
                          <a:solidFill>
                            <a:schemeClr val="tx1"/>
                          </a:solidFill>
                          <a:latin typeface="Rix모던고딕 M" pitchFamily="18" charset="-127"/>
                          <a:ea typeface="Rix모던고딕 M" pitchFamily="18" charset="-127"/>
                        </a:rPr>
                        <a:t>유비콤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Rix모던고딕 M" pitchFamily="18" charset="-127"/>
                        <a:ea typeface="Rix모던고딕 M" pitchFamily="18" charset="-127"/>
                      </a:endParaRPr>
                    </a:p>
                  </a:txBody>
                  <a:tcPr marL="36000" marR="36000" marT="25200" marB="252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 smtClean="0">
                          <a:solidFill>
                            <a:schemeClr val="tx1"/>
                          </a:solidFill>
                          <a:latin typeface="Rix모던고딕 M" pitchFamily="18" charset="-127"/>
                          <a:ea typeface="Rix모던고딕 M" pitchFamily="18" charset="-127"/>
                        </a:rPr>
                        <a:t>박지운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Rix모던고딕 M" pitchFamily="18" charset="-127"/>
                        <a:ea typeface="Rix모던고딕 M" pitchFamily="18" charset="-127"/>
                      </a:endParaRPr>
                    </a:p>
                  </a:txBody>
                  <a:tcPr marL="36000" marR="36000" marT="25200" marB="252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 smtClean="0">
                          <a:solidFill>
                            <a:schemeClr val="tx1"/>
                          </a:solidFill>
                          <a:latin typeface="Rix모던고딕 M" pitchFamily="18" charset="-127"/>
                          <a:ea typeface="Rix모던고딕 M" pitchFamily="18" charset="-127"/>
                        </a:rPr>
                        <a:t>초급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Rix모던고딕 M" pitchFamily="18" charset="-127"/>
                        <a:ea typeface="Rix모던고딕 M" pitchFamily="18" charset="-127"/>
                      </a:endParaRPr>
                    </a:p>
                  </a:txBody>
                  <a:tcPr marL="36000" marR="36000" marT="25200" marB="252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Rix모던고딕 M" pitchFamily="18" charset="-127"/>
                        <a:ea typeface="Rix모던고딕 M" pitchFamily="18" charset="-127"/>
                      </a:endParaRPr>
                    </a:p>
                  </a:txBody>
                  <a:tcPr marL="36000" marR="36000" marT="25200" marB="252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Rix모던고딕 M" pitchFamily="18" charset="-127"/>
                        <a:ea typeface="Rix모던고딕 M" pitchFamily="18" charset="-127"/>
                      </a:endParaRPr>
                    </a:p>
                  </a:txBody>
                  <a:tcPr marL="36000" marR="36000" marT="25200" marB="252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Rix모던고딕 M" pitchFamily="18" charset="-127"/>
                        <a:ea typeface="Rix모던고딕 M" pitchFamily="18" charset="-127"/>
                      </a:endParaRPr>
                    </a:p>
                  </a:txBody>
                  <a:tcPr marL="36000" marR="36000" marT="25200" marB="252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Rix모던고딕 M" pitchFamily="18" charset="-127"/>
                        <a:ea typeface="Rix모던고딕 M" pitchFamily="18" charset="-127"/>
                      </a:endParaRPr>
                    </a:p>
                  </a:txBody>
                  <a:tcPr marL="36000" marR="36000" marT="25200" marB="252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Rix모던고딕 M" pitchFamily="18" charset="-127"/>
                        <a:ea typeface="Rix모던고딕 M" pitchFamily="18" charset="-127"/>
                      </a:endParaRPr>
                    </a:p>
                  </a:txBody>
                  <a:tcPr marL="36000" marR="36000" marT="25200" marB="252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Rix모던고딕 M" pitchFamily="18" charset="-127"/>
                        <a:ea typeface="Rix모던고딕 M" pitchFamily="18" charset="-127"/>
                      </a:endParaRPr>
                    </a:p>
                  </a:txBody>
                  <a:tcPr marL="36000" marR="36000" marT="25200" marB="252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Rix모던고딕 M" pitchFamily="18" charset="-127"/>
                        <a:ea typeface="Rix모던고딕 M" pitchFamily="18" charset="-127"/>
                      </a:endParaRPr>
                    </a:p>
                  </a:txBody>
                  <a:tcPr marL="36000" marR="36000" marT="25200" marB="252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Rix모던고딕 M" pitchFamily="18" charset="-127"/>
                        <a:ea typeface="Rix모던고딕 M" pitchFamily="18" charset="-127"/>
                      </a:endParaRPr>
                    </a:p>
                  </a:txBody>
                  <a:tcPr marL="36000" marR="36000" marT="25200" marB="252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 smtClean="0">
                          <a:solidFill>
                            <a:schemeClr val="tx1"/>
                          </a:solidFill>
                          <a:latin typeface="Rix모던고딕 M" pitchFamily="18" charset="-127"/>
                          <a:ea typeface="Rix모던고딕 M" pitchFamily="18" charset="-127"/>
                        </a:rPr>
                        <a:t>3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Rix모던고딕 M" pitchFamily="18" charset="-127"/>
                        <a:ea typeface="Rix모던고딕 M" pitchFamily="18" charset="-127"/>
                      </a:endParaRPr>
                    </a:p>
                  </a:txBody>
                  <a:tcPr marL="36000" marR="36000" marT="25200" marB="252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 smtClean="0">
                          <a:solidFill>
                            <a:schemeClr val="tx1"/>
                          </a:solidFill>
                          <a:latin typeface="Rix모던고딕 M" pitchFamily="18" charset="-127"/>
                          <a:ea typeface="Rix모던고딕 M" pitchFamily="18" charset="-127"/>
                        </a:rPr>
                        <a:t>문자전송체계 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Rix모던고딕 M" pitchFamily="18" charset="-127"/>
                        <a:ea typeface="Rix모던고딕 M" pitchFamily="18" charset="-127"/>
                      </a:endParaRPr>
                    </a:p>
                  </a:txBody>
                  <a:tcPr marL="36000" marR="36000" marT="25200" marB="252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ltUpDiag">
                      <a:fgClr>
                        <a:schemeClr val="bg1">
                          <a:lumMod val="8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 smtClean="0">
                          <a:solidFill>
                            <a:schemeClr val="tx1"/>
                          </a:solidFill>
                          <a:latin typeface="Rix모던고딕 M" pitchFamily="18" charset="-127"/>
                          <a:ea typeface="Rix모던고딕 M" pitchFamily="18" charset="-127"/>
                        </a:rPr>
                        <a:t>지엠피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Rix모던고딕 M" pitchFamily="18" charset="-127"/>
                        <a:ea typeface="Rix모던고딕 M" pitchFamily="18" charset="-127"/>
                      </a:endParaRPr>
                    </a:p>
                  </a:txBody>
                  <a:tcPr marL="36000" marR="36000" marT="25200" marB="252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 smtClean="0">
                          <a:solidFill>
                            <a:schemeClr val="tx1"/>
                          </a:solidFill>
                          <a:latin typeface="Rix모던고딕 M" pitchFamily="18" charset="-127"/>
                          <a:ea typeface="Rix모던고딕 M" pitchFamily="18" charset="-127"/>
                        </a:rPr>
                        <a:t>김재범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Rix모던고딕 M" pitchFamily="18" charset="-127"/>
                        <a:ea typeface="Rix모던고딕 M" pitchFamily="18" charset="-127"/>
                      </a:endParaRPr>
                    </a:p>
                  </a:txBody>
                  <a:tcPr marL="36000" marR="36000" marT="25200" marB="252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 smtClean="0">
                          <a:solidFill>
                            <a:schemeClr val="tx1"/>
                          </a:solidFill>
                          <a:latin typeface="Rix모던고딕 M" pitchFamily="18" charset="-127"/>
                          <a:ea typeface="Rix모던고딕 M" pitchFamily="18" charset="-127"/>
                        </a:rPr>
                        <a:t>고급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Rix모던고딕 M" pitchFamily="18" charset="-127"/>
                        <a:ea typeface="Rix모던고딕 M" pitchFamily="18" charset="-127"/>
                      </a:endParaRPr>
                    </a:p>
                  </a:txBody>
                  <a:tcPr marL="36000" marR="36000" marT="25200" marB="252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Rix모던고딕 M" pitchFamily="18" charset="-127"/>
                        <a:ea typeface="Rix모던고딕 M" pitchFamily="18" charset="-127"/>
                      </a:endParaRPr>
                    </a:p>
                  </a:txBody>
                  <a:tcPr marL="36000" marR="36000" marT="25200" marB="252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Rix모던고딕 M" pitchFamily="18" charset="-127"/>
                        <a:ea typeface="Rix모던고딕 M" pitchFamily="18" charset="-127"/>
                      </a:endParaRPr>
                    </a:p>
                  </a:txBody>
                  <a:tcPr marL="36000" marR="36000" marT="25200" marB="252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Rix모던고딕 M" pitchFamily="18" charset="-127"/>
                        <a:ea typeface="Rix모던고딕 M" pitchFamily="18" charset="-127"/>
                      </a:endParaRPr>
                    </a:p>
                  </a:txBody>
                  <a:tcPr marL="36000" marR="36000" marT="25200" marB="252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Rix모던고딕 M" pitchFamily="18" charset="-127"/>
                        <a:ea typeface="Rix모던고딕 M" pitchFamily="18" charset="-127"/>
                      </a:endParaRPr>
                    </a:p>
                  </a:txBody>
                  <a:tcPr marL="36000" marR="36000" marT="25200" marB="252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Rix모던고딕 M" pitchFamily="18" charset="-127"/>
                        <a:ea typeface="Rix모던고딕 M" pitchFamily="18" charset="-127"/>
                      </a:endParaRPr>
                    </a:p>
                  </a:txBody>
                  <a:tcPr marL="36000" marR="36000" marT="25200" marB="252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Rix모던고딕 M" pitchFamily="18" charset="-127"/>
                        <a:ea typeface="Rix모던고딕 M" pitchFamily="18" charset="-127"/>
                      </a:endParaRPr>
                    </a:p>
                  </a:txBody>
                  <a:tcPr marL="36000" marR="36000" marT="25200" marB="252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Rix모던고딕 M" pitchFamily="18" charset="-127"/>
                        <a:ea typeface="Rix모던고딕 M" pitchFamily="18" charset="-127"/>
                      </a:endParaRPr>
                    </a:p>
                  </a:txBody>
                  <a:tcPr marL="36000" marR="36000" marT="25200" marB="252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Rix모던고딕 M" pitchFamily="18" charset="-127"/>
                        <a:ea typeface="Rix모던고딕 M" pitchFamily="18" charset="-127"/>
                      </a:endParaRPr>
                    </a:p>
                  </a:txBody>
                  <a:tcPr marL="36000" marR="36000" marT="25200" marB="252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 smtClean="0">
                          <a:solidFill>
                            <a:schemeClr val="tx1"/>
                          </a:solidFill>
                          <a:latin typeface="Rix모던고딕 M" pitchFamily="18" charset="-127"/>
                          <a:ea typeface="Rix모던고딕 M" pitchFamily="18" charset="-127"/>
                        </a:rPr>
                        <a:t>2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Rix모던고딕 M" pitchFamily="18" charset="-127"/>
                        <a:ea typeface="Rix모던고딕 M" pitchFamily="18" charset="-127"/>
                      </a:endParaRPr>
                    </a:p>
                  </a:txBody>
                  <a:tcPr marL="36000" marR="36000" marT="25200" marB="252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8"/>
                  </a:ext>
                </a:extLst>
              </a:tr>
            </a:tbl>
          </a:graphicData>
        </a:graphic>
      </p:graphicFrame>
      <p:grpSp>
        <p:nvGrpSpPr>
          <p:cNvPr id="5" name="그룹 4"/>
          <p:cNvGrpSpPr/>
          <p:nvPr/>
        </p:nvGrpSpPr>
        <p:grpSpPr>
          <a:xfrm>
            <a:off x="3061941" y="1440566"/>
            <a:ext cx="6627244" cy="4862317"/>
            <a:chOff x="3061941" y="1569143"/>
            <a:chExt cx="6627244" cy="4862317"/>
          </a:xfrm>
        </p:grpSpPr>
        <p:cxnSp>
          <p:nvCxnSpPr>
            <p:cNvPr id="56" name="직선 화살표 연결선 55"/>
            <p:cNvCxnSpPr/>
            <p:nvPr/>
          </p:nvCxnSpPr>
          <p:spPr>
            <a:xfrm>
              <a:off x="3071651" y="1960984"/>
              <a:ext cx="2489553" cy="0"/>
            </a:xfrm>
            <a:prstGeom prst="straightConnector1">
              <a:avLst/>
            </a:prstGeom>
            <a:ln w="19050">
              <a:solidFill>
                <a:schemeClr val="accent6">
                  <a:lumMod val="50000"/>
                </a:schemeClr>
              </a:solidFill>
              <a:prstDash val="solid"/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직선 화살표 연결선 56"/>
            <p:cNvCxnSpPr/>
            <p:nvPr/>
          </p:nvCxnSpPr>
          <p:spPr>
            <a:xfrm>
              <a:off x="3072067" y="1569143"/>
              <a:ext cx="2489137" cy="0"/>
            </a:xfrm>
            <a:prstGeom prst="straightConnector1">
              <a:avLst/>
            </a:prstGeom>
            <a:ln w="19050">
              <a:solidFill>
                <a:srgbClr val="1B91C1"/>
              </a:solidFill>
              <a:prstDash val="sysDash"/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직선 화살표 연결선 58"/>
            <p:cNvCxnSpPr/>
            <p:nvPr/>
          </p:nvCxnSpPr>
          <p:spPr>
            <a:xfrm>
              <a:off x="5797638" y="1960984"/>
              <a:ext cx="367488" cy="0"/>
            </a:xfrm>
            <a:prstGeom prst="straightConnector1">
              <a:avLst/>
            </a:prstGeom>
            <a:ln w="19050">
              <a:solidFill>
                <a:schemeClr val="accent1">
                  <a:lumMod val="75000"/>
                </a:schemeClr>
              </a:solidFill>
              <a:prstDash val="solid"/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직선 화살표 연결선 60"/>
            <p:cNvCxnSpPr/>
            <p:nvPr/>
          </p:nvCxnSpPr>
          <p:spPr>
            <a:xfrm>
              <a:off x="6578357" y="1960984"/>
              <a:ext cx="367488" cy="0"/>
            </a:xfrm>
            <a:prstGeom prst="straightConnector1">
              <a:avLst/>
            </a:prstGeom>
            <a:ln w="19050">
              <a:solidFill>
                <a:schemeClr val="accent1">
                  <a:lumMod val="75000"/>
                </a:schemeClr>
              </a:solidFill>
              <a:prstDash val="solid"/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직선 화살표 연결선 61"/>
            <p:cNvCxnSpPr/>
            <p:nvPr/>
          </p:nvCxnSpPr>
          <p:spPr>
            <a:xfrm>
              <a:off x="7387059" y="1960984"/>
              <a:ext cx="367488" cy="0"/>
            </a:xfrm>
            <a:prstGeom prst="straightConnector1">
              <a:avLst/>
            </a:prstGeom>
            <a:ln w="19050">
              <a:solidFill>
                <a:schemeClr val="accent1">
                  <a:lumMod val="75000"/>
                </a:schemeClr>
              </a:solidFill>
              <a:prstDash val="solid"/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직선 화살표 연결선 62"/>
            <p:cNvCxnSpPr/>
            <p:nvPr/>
          </p:nvCxnSpPr>
          <p:spPr>
            <a:xfrm>
              <a:off x="3947214" y="1761129"/>
              <a:ext cx="4062104" cy="0"/>
            </a:xfrm>
            <a:prstGeom prst="straightConnector1">
              <a:avLst/>
            </a:prstGeom>
            <a:ln w="19050">
              <a:solidFill>
                <a:srgbClr val="1B91C1"/>
              </a:solidFill>
              <a:prstDash val="sysDash"/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직선 화살표 연결선 63"/>
            <p:cNvCxnSpPr/>
            <p:nvPr/>
          </p:nvCxnSpPr>
          <p:spPr>
            <a:xfrm>
              <a:off x="3070416" y="1761129"/>
              <a:ext cx="828000" cy="0"/>
            </a:xfrm>
            <a:prstGeom prst="straightConnector1">
              <a:avLst/>
            </a:prstGeom>
            <a:ln w="19050">
              <a:solidFill>
                <a:schemeClr val="accent6">
                  <a:lumMod val="50000"/>
                </a:schemeClr>
              </a:solidFill>
              <a:prstDash val="solid"/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직선 화살표 연결선 64"/>
            <p:cNvCxnSpPr/>
            <p:nvPr/>
          </p:nvCxnSpPr>
          <p:spPr>
            <a:xfrm>
              <a:off x="3071651" y="2128768"/>
              <a:ext cx="2489553" cy="0"/>
            </a:xfrm>
            <a:prstGeom prst="straightConnector1">
              <a:avLst/>
            </a:prstGeom>
            <a:ln w="19050">
              <a:solidFill>
                <a:srgbClr val="1B91C1"/>
              </a:solidFill>
              <a:prstDash val="sysDash"/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직선 화살표 연결선 66"/>
            <p:cNvCxnSpPr/>
            <p:nvPr/>
          </p:nvCxnSpPr>
          <p:spPr>
            <a:xfrm>
              <a:off x="3071651" y="2297778"/>
              <a:ext cx="2489553" cy="0"/>
            </a:xfrm>
            <a:prstGeom prst="straightConnector1">
              <a:avLst/>
            </a:prstGeom>
            <a:ln w="19050">
              <a:solidFill>
                <a:schemeClr val="accent6">
                  <a:lumMod val="50000"/>
                </a:schemeClr>
              </a:solidFill>
              <a:prstDash val="solid"/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직선 화살표 연결선 67"/>
            <p:cNvCxnSpPr/>
            <p:nvPr/>
          </p:nvCxnSpPr>
          <p:spPr>
            <a:xfrm>
              <a:off x="3071651" y="2497020"/>
              <a:ext cx="2489553" cy="0"/>
            </a:xfrm>
            <a:prstGeom prst="straightConnector1">
              <a:avLst/>
            </a:prstGeom>
            <a:ln w="19050">
              <a:solidFill>
                <a:schemeClr val="accent6">
                  <a:lumMod val="50000"/>
                </a:schemeClr>
              </a:solidFill>
              <a:prstDash val="solid"/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직선 화살표 연결선 70"/>
            <p:cNvCxnSpPr/>
            <p:nvPr/>
          </p:nvCxnSpPr>
          <p:spPr>
            <a:xfrm>
              <a:off x="3071651" y="2673766"/>
              <a:ext cx="2489553" cy="0"/>
            </a:xfrm>
            <a:prstGeom prst="straightConnector1">
              <a:avLst/>
            </a:prstGeom>
            <a:ln w="19050">
              <a:solidFill>
                <a:schemeClr val="accent6">
                  <a:lumMod val="50000"/>
                </a:schemeClr>
              </a:solidFill>
              <a:prstDash val="solid"/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직선 화살표 연결선 71"/>
            <p:cNvCxnSpPr/>
            <p:nvPr/>
          </p:nvCxnSpPr>
          <p:spPr>
            <a:xfrm>
              <a:off x="3071651" y="3426114"/>
              <a:ext cx="2489553" cy="0"/>
            </a:xfrm>
            <a:prstGeom prst="straightConnector1">
              <a:avLst/>
            </a:prstGeom>
            <a:ln w="19050">
              <a:solidFill>
                <a:schemeClr val="accent6">
                  <a:lumMod val="50000"/>
                </a:schemeClr>
              </a:solidFill>
              <a:prstDash val="solid"/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직선 화살표 연결선 72"/>
            <p:cNvCxnSpPr/>
            <p:nvPr/>
          </p:nvCxnSpPr>
          <p:spPr>
            <a:xfrm>
              <a:off x="3071651" y="3617736"/>
              <a:ext cx="2489553" cy="0"/>
            </a:xfrm>
            <a:prstGeom prst="straightConnector1">
              <a:avLst/>
            </a:prstGeom>
            <a:ln w="19050">
              <a:solidFill>
                <a:srgbClr val="1B91C1"/>
              </a:solidFill>
              <a:prstDash val="sysDash"/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직선 화살표 연결선 74"/>
            <p:cNvCxnSpPr/>
            <p:nvPr/>
          </p:nvCxnSpPr>
          <p:spPr>
            <a:xfrm>
              <a:off x="3071651" y="3992267"/>
              <a:ext cx="2489553" cy="0"/>
            </a:xfrm>
            <a:prstGeom prst="straightConnector1">
              <a:avLst/>
            </a:prstGeom>
            <a:ln w="19050">
              <a:solidFill>
                <a:schemeClr val="accent6">
                  <a:lumMod val="50000"/>
                </a:schemeClr>
              </a:solidFill>
              <a:prstDash val="solid"/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직선 화살표 연결선 76"/>
            <p:cNvCxnSpPr/>
            <p:nvPr/>
          </p:nvCxnSpPr>
          <p:spPr>
            <a:xfrm>
              <a:off x="3071651" y="4180924"/>
              <a:ext cx="2489553" cy="0"/>
            </a:xfrm>
            <a:prstGeom prst="straightConnector1">
              <a:avLst/>
            </a:prstGeom>
            <a:ln w="19050">
              <a:solidFill>
                <a:schemeClr val="accent6">
                  <a:lumMod val="50000"/>
                </a:schemeClr>
              </a:solidFill>
              <a:prstDash val="solid"/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직선 화살표 연결선 87"/>
            <p:cNvCxnSpPr/>
            <p:nvPr/>
          </p:nvCxnSpPr>
          <p:spPr>
            <a:xfrm>
              <a:off x="5574890" y="3423626"/>
              <a:ext cx="2464904" cy="0"/>
            </a:xfrm>
            <a:prstGeom prst="straightConnector1">
              <a:avLst/>
            </a:prstGeom>
            <a:ln w="19050">
              <a:solidFill>
                <a:srgbClr val="1B91C1"/>
              </a:solidFill>
              <a:prstDash val="sysDash"/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직선 화살표 연결선 88"/>
            <p:cNvCxnSpPr/>
            <p:nvPr/>
          </p:nvCxnSpPr>
          <p:spPr>
            <a:xfrm>
              <a:off x="8039794" y="1955272"/>
              <a:ext cx="1649391" cy="0"/>
            </a:xfrm>
            <a:prstGeom prst="straightConnector1">
              <a:avLst/>
            </a:prstGeom>
            <a:ln w="19050">
              <a:solidFill>
                <a:srgbClr val="1B91C1"/>
              </a:solidFill>
              <a:prstDash val="sysDash"/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직선 화살표 연결선 90"/>
            <p:cNvCxnSpPr/>
            <p:nvPr/>
          </p:nvCxnSpPr>
          <p:spPr>
            <a:xfrm>
              <a:off x="5561204" y="2497020"/>
              <a:ext cx="2489553" cy="0"/>
            </a:xfrm>
            <a:prstGeom prst="straightConnector1">
              <a:avLst/>
            </a:prstGeom>
            <a:ln w="19050">
              <a:solidFill>
                <a:schemeClr val="accent1">
                  <a:lumMod val="75000"/>
                </a:schemeClr>
              </a:solidFill>
              <a:prstDash val="solid"/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직선 화살표 연결선 91"/>
            <p:cNvCxnSpPr/>
            <p:nvPr/>
          </p:nvCxnSpPr>
          <p:spPr>
            <a:xfrm>
              <a:off x="5561204" y="2673766"/>
              <a:ext cx="2489553" cy="0"/>
            </a:xfrm>
            <a:prstGeom prst="straightConnector1">
              <a:avLst/>
            </a:prstGeom>
            <a:ln w="19050">
              <a:solidFill>
                <a:schemeClr val="accent1">
                  <a:lumMod val="75000"/>
                </a:schemeClr>
              </a:solidFill>
              <a:prstDash val="solid"/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직선 화살표 연결선 92"/>
            <p:cNvCxnSpPr/>
            <p:nvPr/>
          </p:nvCxnSpPr>
          <p:spPr>
            <a:xfrm>
              <a:off x="3061941" y="2871015"/>
              <a:ext cx="1692000" cy="0"/>
            </a:xfrm>
            <a:prstGeom prst="straightConnector1">
              <a:avLst/>
            </a:prstGeom>
            <a:ln w="19050">
              <a:solidFill>
                <a:schemeClr val="accent6">
                  <a:lumMod val="50000"/>
                </a:schemeClr>
              </a:solidFill>
              <a:prstDash val="solid"/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직선 화살표 연결선 93"/>
            <p:cNvCxnSpPr/>
            <p:nvPr/>
          </p:nvCxnSpPr>
          <p:spPr>
            <a:xfrm>
              <a:off x="3872681" y="3055800"/>
              <a:ext cx="1692000" cy="0"/>
            </a:xfrm>
            <a:prstGeom prst="straightConnector1">
              <a:avLst/>
            </a:prstGeom>
            <a:ln w="19050">
              <a:solidFill>
                <a:schemeClr val="accent6">
                  <a:lumMod val="50000"/>
                </a:schemeClr>
              </a:solidFill>
              <a:prstDash val="solid"/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직선 화살표 연결선 94"/>
            <p:cNvCxnSpPr/>
            <p:nvPr/>
          </p:nvCxnSpPr>
          <p:spPr>
            <a:xfrm>
              <a:off x="5570151" y="3232785"/>
              <a:ext cx="1645058" cy="0"/>
            </a:xfrm>
            <a:prstGeom prst="straightConnector1">
              <a:avLst/>
            </a:prstGeom>
            <a:ln w="19050">
              <a:solidFill>
                <a:schemeClr val="accent1">
                  <a:lumMod val="75000"/>
                </a:schemeClr>
              </a:solidFill>
              <a:prstDash val="solid"/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직선 화살표 연결선 95"/>
            <p:cNvCxnSpPr/>
            <p:nvPr/>
          </p:nvCxnSpPr>
          <p:spPr>
            <a:xfrm>
              <a:off x="7199632" y="3802102"/>
              <a:ext cx="2489553" cy="0"/>
            </a:xfrm>
            <a:prstGeom prst="straightConnector1">
              <a:avLst/>
            </a:prstGeom>
            <a:ln w="19050">
              <a:solidFill>
                <a:schemeClr val="accent1">
                  <a:lumMod val="75000"/>
                </a:schemeClr>
              </a:solidFill>
              <a:prstDash val="solid"/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직선 화살표 연결선 96"/>
            <p:cNvCxnSpPr/>
            <p:nvPr/>
          </p:nvCxnSpPr>
          <p:spPr>
            <a:xfrm>
              <a:off x="8050757" y="3992267"/>
              <a:ext cx="1638428" cy="0"/>
            </a:xfrm>
            <a:prstGeom prst="straightConnector1">
              <a:avLst/>
            </a:prstGeom>
            <a:ln w="19050">
              <a:solidFill>
                <a:schemeClr val="accent1">
                  <a:lumMod val="75000"/>
                </a:schemeClr>
              </a:solidFill>
              <a:prstDash val="solid"/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직선 화살표 연결선 97"/>
            <p:cNvCxnSpPr/>
            <p:nvPr/>
          </p:nvCxnSpPr>
          <p:spPr>
            <a:xfrm>
              <a:off x="3071651" y="4380887"/>
              <a:ext cx="2489553" cy="0"/>
            </a:xfrm>
            <a:prstGeom prst="straightConnector1">
              <a:avLst/>
            </a:prstGeom>
            <a:ln w="19050">
              <a:solidFill>
                <a:schemeClr val="accent6">
                  <a:lumMod val="50000"/>
                </a:schemeClr>
              </a:solidFill>
              <a:prstDash val="solid"/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직선 화살표 연결선 98"/>
            <p:cNvCxnSpPr/>
            <p:nvPr/>
          </p:nvCxnSpPr>
          <p:spPr>
            <a:xfrm>
              <a:off x="3071651" y="4552399"/>
              <a:ext cx="2489553" cy="0"/>
            </a:xfrm>
            <a:prstGeom prst="straightConnector1">
              <a:avLst/>
            </a:prstGeom>
            <a:ln w="19050">
              <a:solidFill>
                <a:schemeClr val="accent6">
                  <a:lumMod val="50000"/>
                </a:schemeClr>
              </a:solidFill>
              <a:prstDash val="solid"/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직선 화살표 연결선 99"/>
            <p:cNvCxnSpPr/>
            <p:nvPr/>
          </p:nvCxnSpPr>
          <p:spPr>
            <a:xfrm>
              <a:off x="5574890" y="4380887"/>
              <a:ext cx="2464904" cy="0"/>
            </a:xfrm>
            <a:prstGeom prst="straightConnector1">
              <a:avLst/>
            </a:prstGeom>
            <a:ln w="19050">
              <a:solidFill>
                <a:srgbClr val="1B91C1"/>
              </a:solidFill>
              <a:prstDash val="sysDash"/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직선 화살표 연결선 100"/>
            <p:cNvCxnSpPr/>
            <p:nvPr/>
          </p:nvCxnSpPr>
          <p:spPr>
            <a:xfrm>
              <a:off x="5574890" y="4552399"/>
              <a:ext cx="2464904" cy="0"/>
            </a:xfrm>
            <a:prstGeom prst="straightConnector1">
              <a:avLst/>
            </a:prstGeom>
            <a:ln w="19050">
              <a:solidFill>
                <a:srgbClr val="1B91C1"/>
              </a:solidFill>
              <a:prstDash val="sysDash"/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직선 화살표 연결선 101"/>
            <p:cNvCxnSpPr/>
            <p:nvPr/>
          </p:nvCxnSpPr>
          <p:spPr>
            <a:xfrm>
              <a:off x="3484416" y="4757694"/>
              <a:ext cx="828000" cy="0"/>
            </a:xfrm>
            <a:prstGeom prst="straightConnector1">
              <a:avLst/>
            </a:prstGeom>
            <a:ln w="19050">
              <a:solidFill>
                <a:schemeClr val="accent6">
                  <a:lumMod val="50000"/>
                </a:schemeClr>
              </a:solidFill>
              <a:prstDash val="solid"/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직선 화살표 연결선 102"/>
            <p:cNvCxnSpPr/>
            <p:nvPr/>
          </p:nvCxnSpPr>
          <p:spPr>
            <a:xfrm>
              <a:off x="3906891" y="4948194"/>
              <a:ext cx="828000" cy="0"/>
            </a:xfrm>
            <a:prstGeom prst="straightConnector1">
              <a:avLst/>
            </a:prstGeom>
            <a:ln w="19050">
              <a:solidFill>
                <a:schemeClr val="accent6">
                  <a:lumMod val="50000"/>
                </a:schemeClr>
              </a:solidFill>
              <a:prstDash val="solid"/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직선 화살표 연결선 103"/>
            <p:cNvCxnSpPr/>
            <p:nvPr/>
          </p:nvCxnSpPr>
          <p:spPr>
            <a:xfrm>
              <a:off x="3898416" y="5304429"/>
              <a:ext cx="828000" cy="0"/>
            </a:xfrm>
            <a:prstGeom prst="straightConnector1">
              <a:avLst/>
            </a:prstGeom>
            <a:ln w="19050">
              <a:solidFill>
                <a:schemeClr val="accent6">
                  <a:lumMod val="50000"/>
                </a:schemeClr>
              </a:solidFill>
              <a:prstDash val="solid"/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직선 화살표 연결선 104"/>
            <p:cNvCxnSpPr/>
            <p:nvPr/>
          </p:nvCxnSpPr>
          <p:spPr>
            <a:xfrm>
              <a:off x="3071651" y="5119644"/>
              <a:ext cx="828000" cy="0"/>
            </a:xfrm>
            <a:prstGeom prst="straightConnector1">
              <a:avLst/>
            </a:prstGeom>
            <a:ln w="19050">
              <a:solidFill>
                <a:schemeClr val="accent6">
                  <a:lumMod val="50000"/>
                </a:schemeClr>
              </a:solidFill>
              <a:prstDash val="solid"/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직선 화살표 연결선 105"/>
            <p:cNvCxnSpPr/>
            <p:nvPr/>
          </p:nvCxnSpPr>
          <p:spPr>
            <a:xfrm>
              <a:off x="5574890" y="5123899"/>
              <a:ext cx="2464904" cy="0"/>
            </a:xfrm>
            <a:prstGeom prst="straightConnector1">
              <a:avLst/>
            </a:prstGeom>
            <a:ln w="19050">
              <a:solidFill>
                <a:srgbClr val="1B91C1"/>
              </a:solidFill>
              <a:prstDash val="sysDash"/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직선 화살표 연결선 106"/>
            <p:cNvCxnSpPr/>
            <p:nvPr/>
          </p:nvCxnSpPr>
          <p:spPr>
            <a:xfrm>
              <a:off x="5574890" y="5502994"/>
              <a:ext cx="2464904" cy="0"/>
            </a:xfrm>
            <a:prstGeom prst="straightConnector1">
              <a:avLst/>
            </a:prstGeom>
            <a:ln w="19050">
              <a:solidFill>
                <a:srgbClr val="1B91C1"/>
              </a:solidFill>
              <a:prstDash val="sysDash"/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직선 화살표 연결선 107"/>
            <p:cNvCxnSpPr/>
            <p:nvPr/>
          </p:nvCxnSpPr>
          <p:spPr>
            <a:xfrm>
              <a:off x="5574890" y="6430729"/>
              <a:ext cx="2464904" cy="0"/>
            </a:xfrm>
            <a:prstGeom prst="straightConnector1">
              <a:avLst/>
            </a:prstGeom>
            <a:ln w="19050">
              <a:solidFill>
                <a:srgbClr val="1B91C1"/>
              </a:solidFill>
              <a:prstDash val="sysDash"/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직선 화살표 연결선 108"/>
            <p:cNvCxnSpPr/>
            <p:nvPr/>
          </p:nvCxnSpPr>
          <p:spPr>
            <a:xfrm>
              <a:off x="3872681" y="6431460"/>
              <a:ext cx="1692000" cy="0"/>
            </a:xfrm>
            <a:prstGeom prst="straightConnector1">
              <a:avLst/>
            </a:prstGeom>
            <a:ln w="19050">
              <a:solidFill>
                <a:schemeClr val="accent6">
                  <a:lumMod val="50000"/>
                </a:schemeClr>
              </a:solidFill>
              <a:prstDash val="solid"/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직선 화살표 연결선 109"/>
            <p:cNvCxnSpPr/>
            <p:nvPr/>
          </p:nvCxnSpPr>
          <p:spPr>
            <a:xfrm>
              <a:off x="3899651" y="5502994"/>
              <a:ext cx="826765" cy="0"/>
            </a:xfrm>
            <a:prstGeom prst="straightConnector1">
              <a:avLst/>
            </a:prstGeom>
            <a:ln w="19050">
              <a:solidFill>
                <a:schemeClr val="accent6">
                  <a:lumMod val="50000"/>
                </a:schemeClr>
              </a:solidFill>
              <a:prstDash val="solid"/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직선 화살표 연결선 110"/>
            <p:cNvCxnSpPr/>
            <p:nvPr/>
          </p:nvCxnSpPr>
          <p:spPr>
            <a:xfrm>
              <a:off x="3898416" y="5689622"/>
              <a:ext cx="820265" cy="0"/>
            </a:xfrm>
            <a:prstGeom prst="straightConnector1">
              <a:avLst/>
            </a:prstGeom>
            <a:ln w="19050">
              <a:solidFill>
                <a:schemeClr val="accent6">
                  <a:lumMod val="50000"/>
                </a:schemeClr>
              </a:solidFill>
              <a:prstDash val="solid"/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직선 화살표 연결선 111"/>
            <p:cNvCxnSpPr/>
            <p:nvPr/>
          </p:nvCxnSpPr>
          <p:spPr>
            <a:xfrm>
              <a:off x="3071651" y="5868754"/>
              <a:ext cx="2489553" cy="0"/>
            </a:xfrm>
            <a:prstGeom prst="straightConnector1">
              <a:avLst/>
            </a:prstGeom>
            <a:ln w="19050">
              <a:solidFill>
                <a:schemeClr val="accent6">
                  <a:lumMod val="50000"/>
                </a:schemeClr>
              </a:solidFill>
              <a:prstDash val="solid"/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직선 화살표 연결선 112"/>
            <p:cNvCxnSpPr/>
            <p:nvPr/>
          </p:nvCxnSpPr>
          <p:spPr>
            <a:xfrm>
              <a:off x="5576781" y="4180924"/>
              <a:ext cx="1638428" cy="0"/>
            </a:xfrm>
            <a:prstGeom prst="straightConnector1">
              <a:avLst/>
            </a:prstGeom>
            <a:ln w="19050">
              <a:solidFill>
                <a:schemeClr val="accent1">
                  <a:lumMod val="75000"/>
                </a:schemeClr>
              </a:solidFill>
              <a:prstDash val="solid"/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직선 화살표 연결선 89"/>
            <p:cNvCxnSpPr/>
            <p:nvPr/>
          </p:nvCxnSpPr>
          <p:spPr>
            <a:xfrm>
              <a:off x="3071651" y="6066874"/>
              <a:ext cx="2489553" cy="0"/>
            </a:xfrm>
            <a:prstGeom prst="straightConnector1">
              <a:avLst/>
            </a:prstGeom>
            <a:ln w="19050">
              <a:solidFill>
                <a:schemeClr val="accent6">
                  <a:lumMod val="50000"/>
                </a:schemeClr>
              </a:solidFill>
              <a:prstDash val="solid"/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직선 화살표 연결선 116"/>
            <p:cNvCxnSpPr/>
            <p:nvPr/>
          </p:nvCxnSpPr>
          <p:spPr>
            <a:xfrm>
              <a:off x="3071651" y="6257374"/>
              <a:ext cx="2489553" cy="0"/>
            </a:xfrm>
            <a:prstGeom prst="straightConnector1">
              <a:avLst/>
            </a:prstGeom>
            <a:ln w="19050">
              <a:solidFill>
                <a:schemeClr val="accent6">
                  <a:lumMod val="50000"/>
                </a:schemeClr>
              </a:solidFill>
              <a:prstDash val="solid"/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직선 화살표 연결선 117"/>
            <p:cNvCxnSpPr/>
            <p:nvPr/>
          </p:nvCxnSpPr>
          <p:spPr>
            <a:xfrm>
              <a:off x="5574890" y="6069191"/>
              <a:ext cx="2464904" cy="0"/>
            </a:xfrm>
            <a:prstGeom prst="straightConnector1">
              <a:avLst/>
            </a:prstGeom>
            <a:ln w="19050">
              <a:solidFill>
                <a:srgbClr val="1B91C1"/>
              </a:solidFill>
              <a:prstDash val="sysDash"/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4" name="직사각형 113"/>
          <p:cNvSpPr/>
          <p:nvPr/>
        </p:nvSpPr>
        <p:spPr>
          <a:xfrm rot="5400000" flipV="1">
            <a:off x="5070033" y="1752365"/>
            <a:ext cx="553338" cy="10693399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15" name="Rectangle 209"/>
          <p:cNvSpPr>
            <a:spLocks noChangeArrowheads="1"/>
          </p:cNvSpPr>
          <p:nvPr/>
        </p:nvSpPr>
        <p:spPr bwMode="auto">
          <a:xfrm>
            <a:off x="1055031" y="6856400"/>
            <a:ext cx="8640731" cy="5285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104306" tIns="52153" rIns="104306" bIns="52153">
            <a:spAutoFit/>
          </a:bodyPr>
          <a:lstStyle/>
          <a:p>
            <a:pPr algn="ctr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ko-KR" sz="3000" spc="-250" dirty="0" smtClean="0">
                <a:ln/>
                <a:solidFill>
                  <a:schemeClr val="bg1"/>
                </a:solidFill>
                <a:latin typeface="Rix모던고딕 EB" pitchFamily="18" charset="-127"/>
                <a:ea typeface="Rix모던고딕 EB" pitchFamily="18" charset="-127"/>
              </a:rPr>
              <a:t>27</a:t>
            </a:r>
            <a:r>
              <a:rPr lang="ko-KR" altLang="en-US" sz="3000" spc="-250" dirty="0" smtClean="0">
                <a:ln/>
                <a:solidFill>
                  <a:schemeClr val="bg1"/>
                </a:solidFill>
                <a:latin typeface="Rix모던고딕 EB" pitchFamily="18" charset="-127"/>
                <a:ea typeface="Rix모던고딕 EB" pitchFamily="18" charset="-127"/>
              </a:rPr>
              <a:t>명</a:t>
            </a:r>
            <a:r>
              <a:rPr lang="en-US" altLang="ko-KR" sz="2400" spc="-250" dirty="0" smtClean="0">
                <a:ln/>
                <a:solidFill>
                  <a:schemeClr val="bg1"/>
                </a:solidFill>
                <a:latin typeface="Rix모던고딕 EB" pitchFamily="18" charset="-127"/>
                <a:ea typeface="Rix모던고딕 EB" pitchFamily="18" charset="-127"/>
              </a:rPr>
              <a:t>(</a:t>
            </a:r>
            <a:r>
              <a:rPr lang="ko-KR" altLang="en-US" sz="2400" spc="-250" dirty="0" smtClean="0">
                <a:ln/>
                <a:solidFill>
                  <a:schemeClr val="bg1"/>
                </a:solidFill>
                <a:latin typeface="Rix모던고딕 EB" pitchFamily="18" charset="-127"/>
                <a:ea typeface="Rix모던고딕 EB" pitchFamily="18" charset="-127"/>
              </a:rPr>
              <a:t>상주 </a:t>
            </a:r>
            <a:r>
              <a:rPr lang="en-US" altLang="ko-KR" sz="2400" spc="-250" dirty="0" smtClean="0">
                <a:ln/>
                <a:solidFill>
                  <a:schemeClr val="bg1"/>
                </a:solidFill>
                <a:latin typeface="Rix모던고딕 EB" pitchFamily="18" charset="-127"/>
                <a:ea typeface="Rix모던고딕 EB" pitchFamily="18" charset="-127"/>
              </a:rPr>
              <a:t>24</a:t>
            </a:r>
            <a:r>
              <a:rPr lang="ko-KR" altLang="en-US" sz="2400" spc="-250" dirty="0" smtClean="0">
                <a:ln/>
                <a:solidFill>
                  <a:schemeClr val="bg1"/>
                </a:solidFill>
                <a:latin typeface="Rix모던고딕 EB" pitchFamily="18" charset="-127"/>
                <a:ea typeface="Rix모던고딕 EB" pitchFamily="18" charset="-127"/>
              </a:rPr>
              <a:t>명</a:t>
            </a:r>
            <a:r>
              <a:rPr lang="en-US" altLang="ko-KR" sz="2400" spc="-250" dirty="0" smtClean="0">
                <a:ln/>
                <a:solidFill>
                  <a:schemeClr val="bg1"/>
                </a:solidFill>
                <a:latin typeface="Rix모던고딕 EB" pitchFamily="18" charset="-127"/>
                <a:ea typeface="Rix모던고딕 EB" pitchFamily="18" charset="-127"/>
              </a:rPr>
              <a:t>/</a:t>
            </a:r>
            <a:r>
              <a:rPr lang="ko-KR" altLang="en-US" sz="2400" spc="-250" dirty="0" smtClean="0">
                <a:ln/>
                <a:solidFill>
                  <a:schemeClr val="bg1"/>
                </a:solidFill>
                <a:latin typeface="Rix모던고딕 EB" pitchFamily="18" charset="-127"/>
                <a:ea typeface="Rix모던고딕 EB" pitchFamily="18" charset="-127"/>
              </a:rPr>
              <a:t>비상주</a:t>
            </a:r>
            <a:r>
              <a:rPr lang="en-US" altLang="ko-KR" sz="2400" spc="-250" dirty="0" smtClean="0">
                <a:ln/>
                <a:solidFill>
                  <a:schemeClr val="bg1"/>
                </a:solidFill>
                <a:latin typeface="Rix모던고딕 EB" pitchFamily="18" charset="-127"/>
                <a:ea typeface="Rix모던고딕 EB" pitchFamily="18" charset="-127"/>
              </a:rPr>
              <a:t>3</a:t>
            </a:r>
            <a:r>
              <a:rPr lang="ko-KR" altLang="en-US" sz="2400" spc="-250" dirty="0" smtClean="0">
                <a:ln/>
                <a:solidFill>
                  <a:schemeClr val="bg1"/>
                </a:solidFill>
                <a:latin typeface="Rix모던고딕 EB" pitchFamily="18" charset="-127"/>
                <a:ea typeface="Rix모던고딕 EB" pitchFamily="18" charset="-127"/>
              </a:rPr>
              <a:t>명</a:t>
            </a:r>
            <a:r>
              <a:rPr lang="en-US" altLang="ko-KR" sz="2400" spc="-250" dirty="0" smtClean="0">
                <a:ln/>
                <a:solidFill>
                  <a:schemeClr val="bg1"/>
                </a:solidFill>
                <a:latin typeface="Rix모던고딕 EB" pitchFamily="18" charset="-127"/>
                <a:ea typeface="Rix모던고딕 EB" pitchFamily="18" charset="-127"/>
              </a:rPr>
              <a:t>)</a:t>
            </a:r>
            <a:r>
              <a:rPr lang="en-US" altLang="ko-KR" sz="3000" spc="-250" dirty="0" smtClean="0">
                <a:ln/>
                <a:solidFill>
                  <a:schemeClr val="bg1"/>
                </a:solidFill>
                <a:latin typeface="Rix모던고딕 EB" pitchFamily="18" charset="-127"/>
                <a:ea typeface="Rix모던고딕 EB" pitchFamily="18" charset="-127"/>
              </a:rPr>
              <a:t>, 65.5M/M </a:t>
            </a:r>
            <a:r>
              <a:rPr lang="ko-KR" altLang="en-US" sz="3000" spc="-250" dirty="0" smtClean="0">
                <a:ln/>
                <a:solidFill>
                  <a:schemeClr val="bg1"/>
                </a:solidFill>
                <a:latin typeface="Rix모던고딕 EB" pitchFamily="18" charset="-127"/>
                <a:ea typeface="Rix모던고딕 EB" pitchFamily="18" charset="-127"/>
              </a:rPr>
              <a:t>투입</a:t>
            </a:r>
            <a:endParaRPr lang="en-US" altLang="ko-KR" sz="3000" spc="-250" dirty="0">
              <a:ln/>
              <a:solidFill>
                <a:schemeClr val="bg1"/>
              </a:solidFill>
              <a:latin typeface="Rix모던고딕 EB" pitchFamily="18" charset="-127"/>
              <a:ea typeface="Rix모던고딕 EB" pitchFamily="18" charset="-127"/>
            </a:endParaRPr>
          </a:p>
        </p:txBody>
      </p:sp>
      <p:grpSp>
        <p:nvGrpSpPr>
          <p:cNvPr id="4" name="그룹 3"/>
          <p:cNvGrpSpPr/>
          <p:nvPr/>
        </p:nvGrpSpPr>
        <p:grpSpPr>
          <a:xfrm>
            <a:off x="225654" y="6502457"/>
            <a:ext cx="10230755" cy="282076"/>
            <a:chOff x="215517" y="6317652"/>
            <a:chExt cx="10129456" cy="375442"/>
          </a:xfrm>
        </p:grpSpPr>
        <p:grpSp>
          <p:nvGrpSpPr>
            <p:cNvPr id="2" name="그룹 1"/>
            <p:cNvGrpSpPr/>
            <p:nvPr/>
          </p:nvGrpSpPr>
          <p:grpSpPr>
            <a:xfrm>
              <a:off x="215517" y="6324287"/>
              <a:ext cx="1156702" cy="348886"/>
              <a:chOff x="215517" y="6435119"/>
              <a:chExt cx="1156702" cy="348886"/>
            </a:xfrm>
          </p:grpSpPr>
          <p:cxnSp>
            <p:nvCxnSpPr>
              <p:cNvPr id="69" name="직선 화살표 연결선 68"/>
              <p:cNvCxnSpPr/>
              <p:nvPr/>
            </p:nvCxnSpPr>
            <p:spPr>
              <a:xfrm>
                <a:off x="769448" y="6606892"/>
                <a:ext cx="602771" cy="0"/>
              </a:xfrm>
              <a:prstGeom prst="straightConnector1">
                <a:avLst/>
              </a:prstGeom>
              <a:ln w="19050">
                <a:solidFill>
                  <a:srgbClr val="1B91C1"/>
                </a:solidFill>
                <a:prstDash val="sysDash"/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0" name="TextBox 69"/>
              <p:cNvSpPr txBox="1"/>
              <p:nvPr/>
            </p:nvSpPr>
            <p:spPr>
              <a:xfrm>
                <a:off x="215517" y="6435119"/>
                <a:ext cx="554408" cy="348886"/>
              </a:xfrm>
              <a:prstGeom prst="rect">
                <a:avLst/>
              </a:prstGeom>
              <a:noFill/>
            </p:spPr>
            <p:txBody>
              <a:bodyPr wrap="none" lIns="99569" tIns="49785" rIns="99569" bIns="49785" rtlCol="0">
                <a:spAutoFit/>
              </a:bodyPr>
              <a:lstStyle/>
              <a:p>
                <a:r>
                  <a:rPr lang="ko-KR" altLang="en-US" sz="1050" spc="-6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Rix고딕 M" panose="02020603020101020101" pitchFamily="18" charset="-127"/>
                    <a:ea typeface="Rix고딕 M" panose="02020603020101020101" pitchFamily="18" charset="-127"/>
                  </a:rPr>
                  <a:t>비상주</a:t>
                </a:r>
              </a:p>
            </p:txBody>
          </p:sp>
        </p:grpSp>
        <p:sp>
          <p:nvSpPr>
            <p:cNvPr id="120" name="TextBox 119"/>
            <p:cNvSpPr txBox="1"/>
            <p:nvPr/>
          </p:nvSpPr>
          <p:spPr>
            <a:xfrm>
              <a:off x="3494034" y="6317652"/>
              <a:ext cx="2757567" cy="348887"/>
            </a:xfrm>
            <a:prstGeom prst="rect">
              <a:avLst/>
            </a:prstGeom>
            <a:noFill/>
          </p:spPr>
          <p:txBody>
            <a:bodyPr wrap="none" lIns="99569" tIns="49785" rIns="99569" bIns="49785" rtlCol="0">
              <a:spAutoFit/>
            </a:bodyPr>
            <a:lstStyle/>
            <a:p>
              <a:r>
                <a:rPr lang="en-US" altLang="ko-KR" sz="1050" spc="-1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Rix고딕 M" panose="02020603020101020101" pitchFamily="18" charset="-127"/>
                  <a:ea typeface="Rix고딕 M" panose="02020603020101020101" pitchFamily="18" charset="-127"/>
                </a:rPr>
                <a:t>※ </a:t>
              </a:r>
              <a:r>
                <a:rPr lang="ko-KR" altLang="en-US" sz="1050" spc="-1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Rix고딕 M" panose="02020603020101020101" pitchFamily="18" charset="-127"/>
                  <a:ea typeface="Rix고딕 M" panose="02020603020101020101" pitchFamily="18" charset="-127"/>
                </a:rPr>
                <a:t>월 부분 상주의 경우 고객과 협의 후 상주 일정 결정</a:t>
              </a:r>
            </a:p>
          </p:txBody>
        </p:sp>
        <p:sp>
          <p:nvSpPr>
            <p:cNvPr id="121" name="TextBox 120"/>
            <p:cNvSpPr txBox="1"/>
            <p:nvPr/>
          </p:nvSpPr>
          <p:spPr>
            <a:xfrm>
              <a:off x="6191884" y="6317652"/>
              <a:ext cx="4153089" cy="348887"/>
            </a:xfrm>
            <a:prstGeom prst="rect">
              <a:avLst/>
            </a:prstGeom>
            <a:noFill/>
          </p:spPr>
          <p:txBody>
            <a:bodyPr wrap="none" lIns="99569" tIns="49785" rIns="99569" bIns="49785" rtlCol="0">
              <a:spAutoFit/>
            </a:bodyPr>
            <a:lstStyle/>
            <a:p>
              <a:r>
                <a:rPr lang="en-US" altLang="ko-KR" sz="1050" spc="-1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Rix고딕 M" panose="02020603020101020101" pitchFamily="18" charset="-127"/>
                  <a:ea typeface="Rix고딕 M" panose="02020603020101020101" pitchFamily="18" charset="-127"/>
                </a:rPr>
                <a:t>※ </a:t>
              </a:r>
              <a:r>
                <a:rPr lang="ko-KR" altLang="en-US" sz="1050" spc="-1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Rix고딕 M" panose="02020603020101020101" pitchFamily="18" charset="-127"/>
                  <a:ea typeface="Rix고딕 M" panose="02020603020101020101" pitchFamily="18" charset="-127"/>
                </a:rPr>
                <a:t>비상주 지원 </a:t>
              </a:r>
              <a:r>
                <a:rPr lang="en-US" altLang="ko-KR" sz="1050" spc="-1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Rix고딕 M" panose="02020603020101020101" pitchFamily="18" charset="-127"/>
                  <a:ea typeface="Rix고딕 M" panose="02020603020101020101" pitchFamily="18" charset="-127"/>
                </a:rPr>
                <a:t>: </a:t>
              </a:r>
              <a:r>
                <a:rPr lang="ko-KR" altLang="en-US" sz="1050" spc="-1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Rix고딕 M" panose="02020603020101020101" pitchFamily="18" charset="-127"/>
                  <a:ea typeface="Rix고딕 M" panose="02020603020101020101" pitchFamily="18" charset="-127"/>
                </a:rPr>
                <a:t>온라인 기술지원</a:t>
              </a:r>
              <a:r>
                <a:rPr lang="en-US" altLang="ko-KR" sz="1050" spc="-1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Rix고딕 M" panose="02020603020101020101" pitchFamily="18" charset="-127"/>
                  <a:ea typeface="Rix고딕 M" panose="02020603020101020101" pitchFamily="18" charset="-127"/>
                </a:rPr>
                <a:t>, </a:t>
              </a:r>
              <a:r>
                <a:rPr lang="ko-KR" altLang="en-US" sz="1050" spc="-1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Rix고딕 M" panose="02020603020101020101" pitchFamily="18" charset="-127"/>
                  <a:ea typeface="Rix고딕 M" panose="02020603020101020101" pitchFamily="18" charset="-127"/>
                </a:rPr>
                <a:t>비상 대기 지원</a:t>
              </a:r>
              <a:r>
                <a:rPr lang="en-US" altLang="ko-KR" sz="1050" spc="-1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Rix고딕 M" panose="02020603020101020101" pitchFamily="18" charset="-127"/>
                  <a:ea typeface="Rix고딕 M" panose="02020603020101020101" pitchFamily="18" charset="-127"/>
                </a:rPr>
                <a:t>, </a:t>
              </a:r>
              <a:r>
                <a:rPr lang="ko-KR" altLang="en-US" sz="1050" spc="-1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Rix고딕 M" panose="02020603020101020101" pitchFamily="18" charset="-127"/>
                  <a:ea typeface="Rix고딕 M" panose="02020603020101020101" pitchFamily="18" charset="-127"/>
                </a:rPr>
                <a:t>문서 작성 지원</a:t>
              </a:r>
              <a:r>
                <a:rPr lang="en-US" altLang="ko-KR" sz="1050" spc="-1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Rix고딕 M" panose="02020603020101020101" pitchFamily="18" charset="-127"/>
                  <a:ea typeface="Rix고딕 M" panose="02020603020101020101" pitchFamily="18" charset="-127"/>
                </a:rPr>
                <a:t>, </a:t>
              </a:r>
              <a:r>
                <a:rPr lang="ko-KR" altLang="en-US" sz="1050" spc="-1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Rix고딕 M" panose="02020603020101020101" pitchFamily="18" charset="-127"/>
                  <a:ea typeface="Rix고딕 M" panose="02020603020101020101" pitchFamily="18" charset="-127"/>
                </a:rPr>
                <a:t>장애 </a:t>
              </a:r>
              <a:r>
                <a:rPr lang="en-US" altLang="ko-KR" sz="1050" spc="-1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Rix고딕 M" panose="02020603020101020101" pitchFamily="18" charset="-127"/>
                  <a:ea typeface="Rix고딕 M" panose="02020603020101020101" pitchFamily="18" charset="-127"/>
                </a:rPr>
                <a:t>2</a:t>
              </a:r>
              <a:r>
                <a:rPr lang="ko-KR" altLang="en-US" sz="1050" spc="-1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Rix고딕 M" panose="02020603020101020101" pitchFamily="18" charset="-127"/>
                  <a:ea typeface="Rix고딕 M" panose="02020603020101020101" pitchFamily="18" charset="-127"/>
                </a:rPr>
                <a:t>선 지원 등</a:t>
              </a:r>
            </a:p>
          </p:txBody>
        </p:sp>
        <p:grpSp>
          <p:nvGrpSpPr>
            <p:cNvPr id="3" name="그룹 2"/>
            <p:cNvGrpSpPr/>
            <p:nvPr/>
          </p:nvGrpSpPr>
          <p:grpSpPr>
            <a:xfrm>
              <a:off x="1662634" y="6344206"/>
              <a:ext cx="1040800" cy="348888"/>
              <a:chOff x="1662634" y="6455038"/>
              <a:chExt cx="1040800" cy="348888"/>
            </a:xfrm>
          </p:grpSpPr>
          <p:cxnSp>
            <p:nvCxnSpPr>
              <p:cNvPr id="76" name="직선 화살표 연결선 75"/>
              <p:cNvCxnSpPr/>
              <p:nvPr/>
            </p:nvCxnSpPr>
            <p:spPr>
              <a:xfrm>
                <a:off x="2097493" y="6544349"/>
                <a:ext cx="605940" cy="0"/>
              </a:xfrm>
              <a:prstGeom prst="straightConnector1">
                <a:avLst/>
              </a:prstGeom>
              <a:ln w="19050">
                <a:solidFill>
                  <a:schemeClr val="accent6">
                    <a:lumMod val="50000"/>
                  </a:schemeClr>
                </a:solidFill>
                <a:prstDash val="solid"/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8" name="TextBox 77"/>
              <p:cNvSpPr txBox="1"/>
              <p:nvPr/>
            </p:nvSpPr>
            <p:spPr>
              <a:xfrm>
                <a:off x="1662634" y="6455038"/>
                <a:ext cx="437980" cy="348888"/>
              </a:xfrm>
              <a:prstGeom prst="rect">
                <a:avLst/>
              </a:prstGeom>
              <a:noFill/>
            </p:spPr>
            <p:txBody>
              <a:bodyPr wrap="none" lIns="99569" tIns="49785" rIns="99569" bIns="49785" rtlCol="0">
                <a:spAutoFit/>
              </a:bodyPr>
              <a:lstStyle/>
              <a:p>
                <a:r>
                  <a:rPr lang="ko-KR" altLang="en-US" sz="1050" spc="-6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Rix고딕 M" panose="02020603020101020101" pitchFamily="18" charset="-127"/>
                    <a:ea typeface="Rix고딕 M" panose="02020603020101020101" pitchFamily="18" charset="-127"/>
                  </a:rPr>
                  <a:t>상주</a:t>
                </a:r>
              </a:p>
            </p:txBody>
          </p:sp>
          <p:cxnSp>
            <p:nvCxnSpPr>
              <p:cNvPr id="116" name="직선 화살표 연결선 115"/>
              <p:cNvCxnSpPr/>
              <p:nvPr/>
            </p:nvCxnSpPr>
            <p:spPr>
              <a:xfrm>
                <a:off x="2097493" y="6685084"/>
                <a:ext cx="605941" cy="0"/>
              </a:xfrm>
              <a:prstGeom prst="straightConnector1">
                <a:avLst/>
              </a:prstGeom>
              <a:ln w="19050">
                <a:solidFill>
                  <a:schemeClr val="accent1">
                    <a:lumMod val="75000"/>
                  </a:schemeClr>
                </a:solidFill>
                <a:prstDash val="solid"/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1628792646"/>
      </p:ext>
    </p:extLst>
  </p:cSld>
  <p:clrMapOvr>
    <a:masterClrMapping/>
  </p:clrMapOvr>
  <p:transition spd="slow">
    <p:split orient="vert"/>
  </p:transition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직사각형 23"/>
          <p:cNvSpPr/>
          <p:nvPr/>
        </p:nvSpPr>
        <p:spPr>
          <a:xfrm>
            <a:off x="313164" y="3952738"/>
            <a:ext cx="10382713" cy="5800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9569" tIns="49785" rIns="99569" bIns="49785" rtlCol="0" anchor="ctr"/>
          <a:lstStyle/>
          <a:p>
            <a:pPr algn="ctr"/>
            <a:endParaRPr lang="ko-KR" altLang="en-US" sz="1800" dirty="0"/>
          </a:p>
        </p:txBody>
      </p:sp>
      <p:sp>
        <p:nvSpPr>
          <p:cNvPr id="27" name="U자형 화살표 26"/>
          <p:cNvSpPr/>
          <p:nvPr/>
        </p:nvSpPr>
        <p:spPr>
          <a:xfrm rot="5400000">
            <a:off x="4657110" y="-1561484"/>
            <a:ext cx="4475329" cy="7598301"/>
          </a:xfrm>
          <a:prstGeom prst="uturnArrow">
            <a:avLst>
              <a:gd name="adj1" fmla="val 4497"/>
              <a:gd name="adj2" fmla="val 5076"/>
              <a:gd name="adj3" fmla="val 9678"/>
              <a:gd name="adj4" fmla="val 9838"/>
              <a:gd name="adj5" fmla="val 74407"/>
            </a:avLst>
          </a:prstGeom>
          <a:solidFill>
            <a:srgbClr val="1B91C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9569" tIns="49785" rIns="99569" bIns="49785" rtlCol="0" anchor="ctr"/>
          <a:lstStyle/>
          <a:p>
            <a:pPr algn="ctr"/>
            <a:endParaRPr lang="ko-KR" altLang="en-US" sz="1800" dirty="0">
              <a:solidFill>
                <a:schemeClr val="tx1"/>
              </a:solidFill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313164" y="2731530"/>
            <a:ext cx="10382713" cy="1049102"/>
          </a:xfrm>
          <a:prstGeom prst="rect">
            <a:avLst/>
          </a:prstGeom>
          <a:solidFill>
            <a:srgbClr val="1B91C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9569" tIns="49785" rIns="99569" bIns="49785" rtlCol="0" anchor="ctr"/>
          <a:lstStyle/>
          <a:p>
            <a:pPr algn="ctr"/>
            <a:endParaRPr lang="ko-KR" altLang="en-US" sz="1800" dirty="0"/>
          </a:p>
        </p:txBody>
      </p:sp>
      <p:sp>
        <p:nvSpPr>
          <p:cNvPr id="33" name="TextBox 32"/>
          <p:cNvSpPr txBox="1"/>
          <p:nvPr/>
        </p:nvSpPr>
        <p:spPr>
          <a:xfrm>
            <a:off x="3788529" y="769009"/>
            <a:ext cx="6336546" cy="1540719"/>
          </a:xfrm>
          <a:prstGeom prst="rect">
            <a:avLst/>
          </a:prstGeom>
          <a:noFill/>
        </p:spPr>
        <p:txBody>
          <a:bodyPr wrap="square" lIns="98336" tIns="49169" rIns="98336" bIns="49169" rtlCol="0">
            <a:spAutoFit/>
          </a:bodyPr>
          <a:lstStyle/>
          <a:p>
            <a:pPr>
              <a:spcBef>
                <a:spcPts val="700"/>
              </a:spcBef>
            </a:pPr>
            <a:r>
              <a:rPr lang="ko-KR" altLang="en-US" sz="2200" spc="-197" dirty="0">
                <a:ln>
                  <a:solidFill>
                    <a:prstClr val="white">
                      <a:alpha val="10000"/>
                    </a:prst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 </a:t>
            </a:r>
            <a:r>
              <a:rPr lang="en-US" altLang="ko-KR" sz="2200" spc="-197" dirty="0">
                <a:ln>
                  <a:solidFill>
                    <a:prstClr val="white">
                      <a:alpha val="10000"/>
                    </a:prst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“ </a:t>
            </a:r>
            <a:r>
              <a:rPr lang="en-US" altLang="ko-KR" sz="2200" spc="-197" dirty="0">
                <a:ln>
                  <a:solidFill>
                    <a:prstClr val="white">
                      <a:alpha val="10000"/>
                    </a:prstClr>
                  </a:solidFill>
                </a:ln>
                <a:latin typeface="Rix모던고딕 M" panose="02020603020101020101" pitchFamily="18" charset="-127"/>
                <a:ea typeface="Rix모던고딕 M" panose="02020603020101020101" pitchFamily="18" charset="-127"/>
              </a:rPr>
              <a:t>15</a:t>
            </a:r>
            <a:r>
              <a:rPr lang="ko-KR" altLang="en-US" sz="2200" spc="-197" dirty="0">
                <a:ln>
                  <a:solidFill>
                    <a:prstClr val="white">
                      <a:alpha val="10000"/>
                    </a:prstClr>
                  </a:solidFill>
                </a:ln>
                <a:latin typeface="Rix모던고딕 M" panose="02020603020101020101" pitchFamily="18" charset="-127"/>
                <a:ea typeface="Rix모던고딕 M" panose="02020603020101020101" pitchFamily="18" charset="-127"/>
              </a:rPr>
              <a:t>년 노후 네트워크 및 관제실 영상 장비 교체사업 </a:t>
            </a:r>
            <a:r>
              <a:rPr lang="en-US" altLang="ko-KR" sz="2200" spc="-197" dirty="0">
                <a:ln>
                  <a:solidFill>
                    <a:prstClr val="white">
                      <a:alpha val="10000"/>
                    </a:prst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”</a:t>
            </a:r>
            <a:r>
              <a:rPr lang="ko-KR" altLang="en-US" sz="2200" spc="-197" dirty="0">
                <a:ln>
                  <a:solidFill>
                    <a:prstClr val="white">
                      <a:alpha val="10000"/>
                    </a:prst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은</a:t>
            </a:r>
            <a:endParaRPr lang="en-US" altLang="ko-KR" sz="2200" spc="-197" dirty="0">
              <a:ln>
                <a:solidFill>
                  <a:prstClr val="white">
                    <a:alpha val="10000"/>
                  </a:prstClr>
                </a:solidFill>
              </a:ln>
              <a:solidFill>
                <a:schemeClr val="tx1">
                  <a:lumMod val="65000"/>
                  <a:lumOff val="35000"/>
                </a:schemeClr>
              </a:solidFill>
              <a:latin typeface="Rix모던고딕 M" panose="02020603020101020101" pitchFamily="18" charset="-127"/>
              <a:ea typeface="Rix모던고딕 M" panose="02020603020101020101" pitchFamily="18" charset="-127"/>
            </a:endParaRPr>
          </a:p>
          <a:p>
            <a:pPr>
              <a:spcBef>
                <a:spcPts val="700"/>
              </a:spcBef>
            </a:pPr>
            <a:r>
              <a:rPr lang="ko-KR" altLang="en-US" sz="3000" spc="-148" dirty="0" smtClean="0">
                <a:ln>
                  <a:solidFill>
                    <a:prstClr val="white">
                      <a:alpha val="10000"/>
                    </a:prstClr>
                  </a:solidFill>
                </a:ln>
                <a:latin typeface="Rix모던고딕 EB" panose="02020603020101020101" pitchFamily="18" charset="-127"/>
                <a:ea typeface="Rix모던고딕 EB" panose="02020603020101020101" pitchFamily="18" charset="-127"/>
              </a:rPr>
              <a:t>   군</a:t>
            </a:r>
            <a:r>
              <a:rPr lang="ko-KR" altLang="en-US" sz="2200" spc="-197" dirty="0" smtClean="0">
                <a:ln>
                  <a:solidFill>
                    <a:prstClr val="white">
                      <a:alpha val="10000"/>
                    </a:prst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 </a:t>
            </a:r>
            <a:r>
              <a:rPr lang="ko-KR" altLang="en-US" sz="2200" spc="-197" dirty="0">
                <a:ln>
                  <a:solidFill>
                    <a:prstClr val="white">
                      <a:alpha val="10000"/>
                    </a:prst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내부에</a:t>
            </a:r>
            <a:r>
              <a:rPr lang="ko-KR" altLang="en-US" sz="3000" spc="-148" dirty="0">
                <a:ln>
                  <a:solidFill>
                    <a:prstClr val="white">
                      <a:alpha val="10000"/>
                    </a:prstClr>
                  </a:solidFill>
                </a:ln>
                <a:latin typeface="Rix모던고딕 EB" panose="02020603020101020101" pitchFamily="18" charset="-127"/>
                <a:ea typeface="Rix모던고딕 EB" panose="02020603020101020101" pitchFamily="18" charset="-127"/>
              </a:rPr>
              <a:t> </a:t>
            </a:r>
            <a:r>
              <a:rPr lang="ko-KR" altLang="en-US" sz="3000" spc="-250" dirty="0">
                <a:ln>
                  <a:solidFill>
                    <a:prstClr val="white">
                      <a:alpha val="10000"/>
                    </a:prstClr>
                  </a:solidFill>
                </a:ln>
                <a:latin typeface="Rix모던고딕 EB" panose="02020603020101020101" pitchFamily="18" charset="-127"/>
                <a:ea typeface="Rix모던고딕 EB" panose="02020603020101020101" pitchFamily="18" charset="-127"/>
              </a:rPr>
              <a:t>다수</a:t>
            </a:r>
            <a:r>
              <a:rPr lang="ko-KR" altLang="en-US" sz="2200" spc="-197" dirty="0">
                <a:ln>
                  <a:solidFill>
                    <a:prstClr val="white">
                      <a:alpha val="10000"/>
                    </a:prst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의 시스템을 </a:t>
            </a:r>
            <a:r>
              <a:rPr lang="ko-KR" altLang="en-US" sz="3000" spc="-250" dirty="0" smtClean="0">
                <a:ln>
                  <a:solidFill>
                    <a:prstClr val="white">
                      <a:alpha val="10000"/>
                    </a:prstClr>
                  </a:solidFill>
                </a:ln>
                <a:latin typeface="Rix모던고딕 EB" panose="02020603020101020101" pitchFamily="18" charset="-127"/>
                <a:ea typeface="Rix모던고딕 EB" panose="02020603020101020101" pitchFamily="18" charset="-127"/>
              </a:rPr>
              <a:t>단기간</a:t>
            </a:r>
            <a:r>
              <a:rPr lang="ko-KR" altLang="en-US" sz="2200" spc="-197" dirty="0" smtClean="0">
                <a:ln>
                  <a:solidFill>
                    <a:prstClr val="white">
                      <a:alpha val="10000"/>
                    </a:prst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에 </a:t>
            </a:r>
            <a:r>
              <a:rPr lang="ko-KR" altLang="en-US" sz="2200" spc="-197" dirty="0">
                <a:ln>
                  <a:solidFill>
                    <a:prstClr val="white">
                      <a:alpha val="10000"/>
                    </a:prst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구축 하고</a:t>
            </a:r>
            <a:endParaRPr lang="en-US" altLang="ko-KR" sz="2200" spc="-197" dirty="0">
              <a:ln>
                <a:solidFill>
                  <a:prstClr val="white">
                    <a:alpha val="10000"/>
                  </a:prstClr>
                </a:solidFill>
              </a:ln>
              <a:solidFill>
                <a:schemeClr val="tx1">
                  <a:lumMod val="65000"/>
                  <a:lumOff val="35000"/>
                </a:schemeClr>
              </a:solidFill>
              <a:latin typeface="Rix모던고딕 M" panose="02020603020101020101" pitchFamily="18" charset="-127"/>
              <a:ea typeface="Rix모던고딕 M" panose="02020603020101020101" pitchFamily="18" charset="-127"/>
            </a:endParaRPr>
          </a:p>
          <a:p>
            <a:pPr>
              <a:spcBef>
                <a:spcPts val="700"/>
              </a:spcBef>
            </a:pPr>
            <a:r>
              <a:rPr lang="ko-KR" altLang="en-US" sz="2200" spc="-197" dirty="0" smtClean="0">
                <a:ln>
                  <a:solidFill>
                    <a:prstClr val="white">
                      <a:alpha val="10000"/>
                    </a:prst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     구축 </a:t>
            </a:r>
            <a:r>
              <a:rPr lang="ko-KR" altLang="en-US" sz="2200" spc="-197" dirty="0">
                <a:ln>
                  <a:solidFill>
                    <a:prstClr val="white">
                      <a:alpha val="10000"/>
                    </a:prst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완료 후 </a:t>
            </a:r>
            <a:r>
              <a:rPr lang="ko-KR" altLang="en-US" sz="3000" spc="-250" dirty="0">
                <a:ln>
                  <a:solidFill>
                    <a:prstClr val="white">
                      <a:alpha val="10000"/>
                    </a:prstClr>
                  </a:solidFill>
                </a:ln>
                <a:latin typeface="Rix모던고딕 EB" panose="02020603020101020101" pitchFamily="18" charset="-127"/>
                <a:ea typeface="Rix모던고딕 EB" panose="02020603020101020101" pitchFamily="18" charset="-127"/>
              </a:rPr>
              <a:t>이전 </a:t>
            </a:r>
            <a:r>
              <a:rPr lang="ko-KR" altLang="en-US" sz="3000" spc="-250" dirty="0" smtClean="0">
                <a:ln>
                  <a:solidFill>
                    <a:prstClr val="white">
                      <a:alpha val="10000"/>
                    </a:prstClr>
                  </a:solidFill>
                </a:ln>
                <a:latin typeface="Rix모던고딕 EB" panose="02020603020101020101" pitchFamily="18" charset="-127"/>
                <a:ea typeface="Rix모던고딕 EB" panose="02020603020101020101" pitchFamily="18" charset="-127"/>
              </a:rPr>
              <a:t>업무</a:t>
            </a:r>
            <a:r>
              <a:rPr lang="ko-KR" altLang="en-US" sz="2200" spc="-197" dirty="0" smtClean="0">
                <a:ln>
                  <a:solidFill>
                    <a:prstClr val="white">
                      <a:alpha val="10000"/>
                    </a:prst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를 </a:t>
            </a:r>
            <a:r>
              <a:rPr lang="ko-KR" altLang="en-US" sz="2200" spc="-197" dirty="0">
                <a:ln>
                  <a:solidFill>
                    <a:prstClr val="white">
                      <a:alpha val="10000"/>
                    </a:prst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지원하는 사업으로</a:t>
            </a:r>
            <a:endParaRPr lang="en-US" altLang="ko-KR" sz="2200" spc="-197" dirty="0">
              <a:ln>
                <a:solidFill>
                  <a:prstClr val="white">
                    <a:alpha val="10000"/>
                  </a:prstClr>
                </a:solidFill>
              </a:ln>
              <a:solidFill>
                <a:schemeClr val="tx1">
                  <a:lumMod val="65000"/>
                  <a:lumOff val="35000"/>
                </a:schemeClr>
              </a:solidFill>
              <a:latin typeface="Rix모던고딕 M" panose="02020603020101020101" pitchFamily="18" charset="-127"/>
              <a:ea typeface="Rix모던고딕 M" panose="02020603020101020101" pitchFamily="18" charset="-127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1975429" y="3971989"/>
            <a:ext cx="3035651" cy="514797"/>
          </a:xfrm>
          <a:prstGeom prst="rect">
            <a:avLst/>
          </a:prstGeom>
          <a:noFill/>
        </p:spPr>
        <p:txBody>
          <a:bodyPr wrap="none" lIns="98336" tIns="49169" rIns="98336" bIns="49169" rtlCol="0">
            <a:spAutoFit/>
          </a:bodyPr>
          <a:lstStyle/>
          <a:p>
            <a:r>
              <a:rPr lang="ko-KR" altLang="en-US" sz="2700" spc="-296" dirty="0">
                <a:ln>
                  <a:solidFill>
                    <a:prstClr val="white">
                      <a:alpha val="10000"/>
                    </a:prstClr>
                  </a:solidFill>
                </a:ln>
                <a:solidFill>
                  <a:srgbClr val="40FFFF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이를 완성하기 위해서는</a:t>
            </a:r>
          </a:p>
        </p:txBody>
      </p:sp>
      <p:sp>
        <p:nvSpPr>
          <p:cNvPr id="36" name="직사각형 35"/>
          <p:cNvSpPr/>
          <p:nvPr/>
        </p:nvSpPr>
        <p:spPr>
          <a:xfrm>
            <a:off x="897361" y="6089483"/>
            <a:ext cx="4781810" cy="61454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8336" tIns="49169" rIns="98336" bIns="49169" rtlCol="0" anchor="ctr"/>
          <a:lstStyle/>
          <a:p>
            <a:pPr>
              <a:lnSpc>
                <a:spcPts val="3119"/>
              </a:lnSpc>
            </a:pPr>
            <a:r>
              <a:rPr lang="ko-KR" altLang="en-US" sz="2300" spc="-148" dirty="0">
                <a:ln>
                  <a:solidFill>
                    <a:prstClr val="white">
                      <a:alpha val="10000"/>
                    </a:prstClr>
                  </a:solidFill>
                </a:ln>
                <a:solidFill>
                  <a:schemeClr val="tx1"/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저희 다원아이씨티는 이러한 </a:t>
            </a:r>
            <a:r>
              <a:rPr lang="en-US" altLang="ko-KR" sz="3000" spc="-148" dirty="0">
                <a:ln>
                  <a:solidFill>
                    <a:prstClr val="white">
                      <a:alpha val="10000"/>
                    </a:prstClr>
                  </a:solidFill>
                </a:ln>
                <a:solidFill>
                  <a:srgbClr val="C00000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3</a:t>
            </a:r>
            <a:r>
              <a:rPr lang="ko-KR" altLang="en-US" sz="3000" spc="-148" dirty="0">
                <a:ln>
                  <a:solidFill>
                    <a:prstClr val="white">
                      <a:alpha val="10000"/>
                    </a:prstClr>
                  </a:solidFill>
                </a:ln>
                <a:solidFill>
                  <a:srgbClr val="C00000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가지</a:t>
            </a:r>
            <a:r>
              <a:rPr lang="ko-KR" altLang="en-US" sz="2300" spc="-148" dirty="0">
                <a:ln>
                  <a:solidFill>
                    <a:prstClr val="white">
                      <a:alpha val="10000"/>
                    </a:prstClr>
                  </a:solidFill>
                </a:ln>
                <a:solidFill>
                  <a:schemeClr val="tx1"/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를</a:t>
            </a:r>
            <a:r>
              <a:rPr lang="ko-KR" altLang="en-US" sz="2300" spc="-148" dirty="0">
                <a:ln>
                  <a:solidFill>
                    <a:prstClr val="white">
                      <a:alpha val="10000"/>
                    </a:prstClr>
                  </a:solidFill>
                </a:ln>
                <a:solidFill>
                  <a:schemeClr val="tx1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 </a:t>
            </a:r>
            <a:endParaRPr lang="en-US" altLang="ko-KR" sz="2300" spc="-148" dirty="0">
              <a:ln>
                <a:solidFill>
                  <a:prstClr val="white">
                    <a:alpha val="10000"/>
                  </a:prstClr>
                </a:solidFill>
              </a:ln>
              <a:solidFill>
                <a:schemeClr val="tx1"/>
              </a:solidFill>
              <a:latin typeface="Rix모던고딕 EB" panose="02020603020101020101" pitchFamily="18" charset="-127"/>
              <a:ea typeface="Rix모던고딕 EB" panose="02020603020101020101" pitchFamily="18" charset="-127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897361" y="6616943"/>
            <a:ext cx="7588648" cy="57656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8336" tIns="49169" rIns="98336" bIns="49169" rtlCol="0" anchor="ctr"/>
          <a:lstStyle/>
          <a:p>
            <a:pPr>
              <a:lnSpc>
                <a:spcPts val="3119"/>
              </a:lnSpc>
            </a:pPr>
            <a:r>
              <a:rPr lang="ko-KR" altLang="en-US" sz="2300" spc="-148" dirty="0">
                <a:ln>
                  <a:solidFill>
                    <a:prstClr val="white">
                      <a:alpha val="10000"/>
                    </a:prstClr>
                  </a:solidFill>
                </a:ln>
                <a:solidFill>
                  <a:schemeClr val="tx1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완벽히 갖춘 </a:t>
            </a:r>
            <a:r>
              <a:rPr lang="ko-KR" altLang="en-US" sz="3200" spc="-197" dirty="0">
                <a:ln>
                  <a:solidFill>
                    <a:prstClr val="white">
                      <a:alpha val="10000"/>
                    </a:prstClr>
                  </a:solidFill>
                </a:ln>
                <a:solidFill>
                  <a:schemeClr val="tx2">
                    <a:lumMod val="75000"/>
                  </a:schemeClr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군 네트워크 구축 전문기업</a:t>
            </a:r>
            <a:r>
              <a:rPr lang="ko-KR" altLang="en-US" sz="2300" spc="-148" dirty="0">
                <a:ln>
                  <a:solidFill>
                    <a:prstClr val="white">
                      <a:alpha val="10000"/>
                    </a:prstClr>
                  </a:solidFill>
                </a:ln>
                <a:solidFill>
                  <a:schemeClr val="tx1"/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이라고 확신합니다</a:t>
            </a:r>
            <a:r>
              <a:rPr lang="en-US" altLang="ko-KR" sz="2300" spc="-148" dirty="0">
                <a:ln>
                  <a:solidFill>
                    <a:prstClr val="white">
                      <a:alpha val="10000"/>
                    </a:prstClr>
                  </a:solidFill>
                </a:ln>
                <a:solidFill>
                  <a:schemeClr val="tx1"/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.</a:t>
            </a:r>
            <a:endParaRPr lang="ko-KR" altLang="en-US" sz="2300" spc="-148" dirty="0">
              <a:ln>
                <a:solidFill>
                  <a:prstClr val="white">
                    <a:alpha val="10000"/>
                  </a:prstClr>
                </a:solidFill>
              </a:ln>
              <a:solidFill>
                <a:schemeClr val="tx1"/>
              </a:solidFill>
              <a:latin typeface="Rix모던고딕 M" panose="02020603020101020101" pitchFamily="18" charset="-127"/>
              <a:ea typeface="Rix모던고딕 M" panose="02020603020101020101" pitchFamily="18" charset="-127"/>
            </a:endParaRPr>
          </a:p>
        </p:txBody>
      </p:sp>
      <p:grpSp>
        <p:nvGrpSpPr>
          <p:cNvPr id="40" name="그룹 39"/>
          <p:cNvGrpSpPr/>
          <p:nvPr/>
        </p:nvGrpSpPr>
        <p:grpSpPr>
          <a:xfrm>
            <a:off x="1465885" y="4593355"/>
            <a:ext cx="7421491" cy="1145250"/>
            <a:chOff x="1465885" y="4648771"/>
            <a:chExt cx="7421491" cy="1145250"/>
          </a:xfrm>
        </p:grpSpPr>
        <p:sp>
          <p:nvSpPr>
            <p:cNvPr id="41" name="TextBox 40"/>
            <p:cNvSpPr txBox="1"/>
            <p:nvPr/>
          </p:nvSpPr>
          <p:spPr>
            <a:xfrm>
              <a:off x="1465885" y="4648771"/>
              <a:ext cx="7231306" cy="1099572"/>
            </a:xfrm>
            <a:prstGeom prst="rect">
              <a:avLst/>
            </a:prstGeom>
            <a:noFill/>
          </p:spPr>
          <p:txBody>
            <a:bodyPr wrap="square" lIns="98336" tIns="49169" rIns="98336" bIns="49169" rtlCol="0">
              <a:spAutoFit/>
            </a:bodyPr>
            <a:lstStyle/>
            <a:p>
              <a:pPr>
                <a:lnSpc>
                  <a:spcPts val="2581"/>
                </a:lnSpc>
              </a:pPr>
              <a:r>
                <a:rPr lang="ko-KR" altLang="en-US" spc="-119" dirty="0">
                  <a:ln>
                    <a:solidFill>
                      <a:prstClr val="white">
                        <a:alpha val="10000"/>
                      </a:prstClr>
                    </a:solidFill>
                  </a:ln>
                  <a:latin typeface="Rix모던고딕 M" panose="02020603020101020101" pitchFamily="18" charset="-127"/>
                  <a:ea typeface="Rix모던고딕 M" panose="02020603020101020101" pitchFamily="18" charset="-127"/>
                </a:rPr>
                <a:t>첫째</a:t>
              </a:r>
              <a:r>
                <a:rPr lang="en-US" altLang="ko-KR" spc="-119" dirty="0">
                  <a:ln>
                    <a:solidFill>
                      <a:prstClr val="white">
                        <a:alpha val="10000"/>
                      </a:prstClr>
                    </a:solidFill>
                  </a:ln>
                  <a:latin typeface="Rix모던고딕 M" panose="02020603020101020101" pitchFamily="18" charset="-127"/>
                  <a:ea typeface="Rix모던고딕 M" panose="02020603020101020101" pitchFamily="18" charset="-127"/>
                </a:rPr>
                <a:t>, </a:t>
              </a:r>
              <a:r>
                <a:rPr lang="en-US" altLang="ko-KR" spc="-119" dirty="0" smtClean="0">
                  <a:ln>
                    <a:solidFill>
                      <a:prstClr val="white">
                        <a:alpha val="10000"/>
                      </a:prstClr>
                    </a:solidFill>
                  </a:ln>
                  <a:latin typeface="Rix모던고딕 M" panose="02020603020101020101" pitchFamily="18" charset="-127"/>
                  <a:ea typeface="Rix모던고딕 M" panose="02020603020101020101" pitchFamily="18" charset="-127"/>
                </a:rPr>
                <a:t> </a:t>
              </a:r>
              <a:r>
                <a:rPr lang="ko-KR" altLang="en-US" sz="2200" spc="-119" dirty="0" smtClean="0">
                  <a:ln>
                    <a:solidFill>
                      <a:prstClr val="white">
                        <a:alpha val="10000"/>
                      </a:prstClr>
                    </a:solidFill>
                  </a:ln>
                  <a:solidFill>
                    <a:srgbClr val="C00000"/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</a:rPr>
                <a:t>군 체계 </a:t>
              </a:r>
              <a:r>
                <a:rPr lang="ko-KR" altLang="en-US" sz="1500" spc="-119" dirty="0" smtClean="0">
                  <a:ln>
                    <a:solidFill>
                      <a:prstClr val="white">
                        <a:alpha val="10000"/>
                      </a:prstClr>
                    </a:solidFill>
                  </a:ln>
                  <a:solidFill>
                    <a:srgbClr val="C00000"/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  <a:sym typeface="Wingdings" panose="05000000000000000000" pitchFamily="2" charset="2"/>
                </a:rPr>
                <a:t> </a:t>
              </a:r>
              <a:r>
                <a:rPr lang="ko-KR" altLang="en-US" sz="2200" spc="-119" dirty="0" smtClean="0">
                  <a:ln>
                    <a:solidFill>
                      <a:prstClr val="white">
                        <a:alpha val="10000"/>
                      </a:prstClr>
                    </a:solidFill>
                  </a:ln>
                  <a:solidFill>
                    <a:srgbClr val="C00000"/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</a:rPr>
                <a:t>업무</a:t>
              </a:r>
              <a:r>
                <a:rPr lang="ko-KR" altLang="en-US" spc="-119" dirty="0" smtClean="0">
                  <a:ln>
                    <a:solidFill>
                      <a:prstClr val="white">
                        <a:alpha val="10000"/>
                      </a:prstClr>
                    </a:solidFill>
                  </a:ln>
                  <a:latin typeface="Rix모던고딕 M" panose="02020603020101020101" pitchFamily="18" charset="-127"/>
                  <a:ea typeface="Rix모던고딕 M" panose="02020603020101020101" pitchFamily="18" charset="-127"/>
                </a:rPr>
                <a:t>에 </a:t>
              </a:r>
              <a:r>
                <a:rPr lang="ko-KR" altLang="en-US" spc="-119" dirty="0">
                  <a:ln>
                    <a:solidFill>
                      <a:prstClr val="white">
                        <a:alpha val="10000"/>
                      </a:prstClr>
                    </a:solidFill>
                  </a:ln>
                  <a:latin typeface="Rix모던고딕 M" panose="02020603020101020101" pitchFamily="18" charset="-127"/>
                  <a:ea typeface="Rix모던고딕 M" panose="02020603020101020101" pitchFamily="18" charset="-127"/>
                </a:rPr>
                <a:t>대한 이해</a:t>
              </a:r>
              <a:endParaRPr lang="en-US" altLang="ko-KR" spc="-119" dirty="0">
                <a:ln>
                  <a:solidFill>
                    <a:prstClr val="white">
                      <a:alpha val="10000"/>
                    </a:prstClr>
                  </a:solidFill>
                </a:ln>
                <a:latin typeface="Rix모던고딕 M" panose="02020603020101020101" pitchFamily="18" charset="-127"/>
                <a:ea typeface="Rix모던고딕 M" panose="02020603020101020101" pitchFamily="18" charset="-127"/>
              </a:endParaRPr>
            </a:p>
            <a:p>
              <a:pPr>
                <a:lnSpc>
                  <a:spcPts val="2581"/>
                </a:lnSpc>
              </a:pPr>
              <a:r>
                <a:rPr lang="ko-KR" altLang="en-US" spc="-119" dirty="0">
                  <a:ln>
                    <a:solidFill>
                      <a:prstClr val="white">
                        <a:alpha val="10000"/>
                      </a:prstClr>
                    </a:solidFill>
                  </a:ln>
                  <a:latin typeface="Rix모던고딕 M" panose="02020603020101020101" pitchFamily="18" charset="-127"/>
                  <a:ea typeface="Rix모던고딕 M" panose="02020603020101020101" pitchFamily="18" charset="-127"/>
                </a:rPr>
                <a:t>둘째</a:t>
              </a:r>
              <a:r>
                <a:rPr lang="en-US" altLang="ko-KR" spc="-119" dirty="0">
                  <a:ln>
                    <a:solidFill>
                      <a:prstClr val="white">
                        <a:alpha val="10000"/>
                      </a:prstClr>
                    </a:solidFill>
                  </a:ln>
                  <a:latin typeface="Rix모던고딕 M" panose="02020603020101020101" pitchFamily="18" charset="-127"/>
                  <a:ea typeface="Rix모던고딕 M" panose="02020603020101020101" pitchFamily="18" charset="-127"/>
                </a:rPr>
                <a:t>,  </a:t>
              </a:r>
              <a:r>
                <a:rPr lang="ko-KR" altLang="en-US" spc="-119" dirty="0">
                  <a:ln>
                    <a:solidFill>
                      <a:prstClr val="white">
                        <a:alpha val="10000"/>
                      </a:prstClr>
                    </a:solidFill>
                  </a:ln>
                  <a:latin typeface="Rix모던고딕 M" panose="02020603020101020101" pitchFamily="18" charset="-127"/>
                  <a:ea typeface="Rix모던고딕 M" panose="02020603020101020101" pitchFamily="18" charset="-127"/>
                </a:rPr>
                <a:t>다양한 </a:t>
              </a:r>
              <a:r>
                <a:rPr lang="ko-KR" altLang="en-US" sz="2200" spc="-119" dirty="0">
                  <a:ln>
                    <a:solidFill>
                      <a:prstClr val="white">
                        <a:alpha val="10000"/>
                      </a:prstClr>
                    </a:solidFill>
                  </a:ln>
                  <a:solidFill>
                    <a:srgbClr val="C00000"/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</a:rPr>
                <a:t>네트워크 구축</a:t>
              </a:r>
              <a:r>
                <a:rPr lang="en-US" altLang="ko-KR" spc="-119" dirty="0">
                  <a:ln>
                    <a:solidFill>
                      <a:prstClr val="white">
                        <a:alpha val="10000"/>
                      </a:prstClr>
                    </a:solidFill>
                  </a:ln>
                  <a:solidFill>
                    <a:srgbClr val="C00000"/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</a:rPr>
                <a:t> </a:t>
              </a:r>
              <a:r>
                <a:rPr lang="ko-KR" altLang="en-US" spc="-119" dirty="0">
                  <a:ln>
                    <a:solidFill>
                      <a:prstClr val="white">
                        <a:alpha val="10000"/>
                      </a:prstClr>
                    </a:solidFill>
                  </a:ln>
                  <a:latin typeface="Rix모던고딕 M" panose="02020603020101020101" pitchFamily="18" charset="-127"/>
                  <a:ea typeface="Rix모던고딕 M" panose="02020603020101020101" pitchFamily="18" charset="-127"/>
                </a:rPr>
                <a:t>경험 및 이전에 대한 이해</a:t>
              </a:r>
              <a:endParaRPr lang="en-US" altLang="ko-KR" spc="-119" dirty="0">
                <a:ln>
                  <a:solidFill>
                    <a:prstClr val="white">
                      <a:alpha val="10000"/>
                    </a:prstClr>
                  </a:solidFill>
                </a:ln>
                <a:latin typeface="Rix모던고딕 M" panose="02020603020101020101" pitchFamily="18" charset="-127"/>
                <a:ea typeface="Rix모던고딕 M" panose="02020603020101020101" pitchFamily="18" charset="-127"/>
              </a:endParaRPr>
            </a:p>
            <a:p>
              <a:pPr>
                <a:lnSpc>
                  <a:spcPts val="2581"/>
                </a:lnSpc>
              </a:pPr>
              <a:r>
                <a:rPr lang="ko-KR" altLang="en-US" spc="-119" dirty="0">
                  <a:ln>
                    <a:solidFill>
                      <a:prstClr val="white">
                        <a:alpha val="10000"/>
                      </a:prstClr>
                    </a:solidFill>
                  </a:ln>
                  <a:latin typeface="Rix모던고딕 M" panose="02020603020101020101" pitchFamily="18" charset="-127"/>
                  <a:ea typeface="Rix모던고딕 M" panose="02020603020101020101" pitchFamily="18" charset="-127"/>
                </a:rPr>
                <a:t>셋째</a:t>
              </a:r>
              <a:r>
                <a:rPr lang="en-US" altLang="ko-KR" spc="-119" dirty="0">
                  <a:ln>
                    <a:solidFill>
                      <a:prstClr val="white">
                        <a:alpha val="10000"/>
                      </a:prstClr>
                    </a:solidFill>
                  </a:ln>
                  <a:latin typeface="Rix모던고딕 M" panose="02020603020101020101" pitchFamily="18" charset="-127"/>
                  <a:ea typeface="Rix모던고딕 M" panose="02020603020101020101" pitchFamily="18" charset="-127"/>
                </a:rPr>
                <a:t>,  </a:t>
              </a:r>
              <a:r>
                <a:rPr lang="ko-KR" altLang="en-US" spc="-119" dirty="0">
                  <a:ln>
                    <a:solidFill>
                      <a:prstClr val="white">
                        <a:alpha val="10000"/>
                      </a:prstClr>
                    </a:solidFill>
                  </a:ln>
                  <a:latin typeface="Rix모던고딕 M" panose="02020603020101020101" pitchFamily="18" charset="-127"/>
                  <a:ea typeface="Rix모던고딕 M" panose="02020603020101020101" pitchFamily="18" charset="-127"/>
                </a:rPr>
                <a:t>사업에 최적화된 </a:t>
              </a:r>
              <a:r>
                <a:rPr lang="ko-KR" altLang="en-US" sz="2200" spc="-119" dirty="0">
                  <a:ln>
                    <a:solidFill>
                      <a:prstClr val="white">
                        <a:alpha val="10000"/>
                      </a:prstClr>
                    </a:solidFill>
                  </a:ln>
                  <a:solidFill>
                    <a:srgbClr val="C00000"/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</a:rPr>
                <a:t>전문 인력</a:t>
              </a:r>
              <a:r>
                <a:rPr lang="ko-KR" altLang="en-US" spc="-119" dirty="0">
                  <a:ln>
                    <a:solidFill>
                      <a:prstClr val="white">
                        <a:alpha val="10000"/>
                      </a:prstClr>
                    </a:solidFill>
                  </a:ln>
                  <a:solidFill>
                    <a:srgbClr val="C00000"/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</a:rPr>
                <a:t> </a:t>
              </a:r>
              <a:r>
                <a:rPr lang="ko-KR" altLang="en-US" spc="-119" dirty="0">
                  <a:ln>
                    <a:solidFill>
                      <a:prstClr val="white">
                        <a:alpha val="10000"/>
                      </a:prstClr>
                    </a:solidFill>
                  </a:ln>
                  <a:latin typeface="Rix모던고딕 M" panose="02020603020101020101" pitchFamily="18" charset="-127"/>
                  <a:ea typeface="Rix모던고딕 M" panose="02020603020101020101" pitchFamily="18" charset="-127"/>
                </a:rPr>
                <a:t>투입 및 관리가</a:t>
              </a:r>
            </a:p>
          </p:txBody>
        </p:sp>
        <p:sp>
          <p:nvSpPr>
            <p:cNvPr id="42" name="직사각형 41"/>
            <p:cNvSpPr/>
            <p:nvPr/>
          </p:nvSpPr>
          <p:spPr>
            <a:xfrm>
              <a:off x="5988060" y="5226210"/>
              <a:ext cx="2899316" cy="56781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8336" tIns="49169" rIns="98336" bIns="49169" rtlCol="0" anchor="ctr"/>
            <a:lstStyle/>
            <a:p>
              <a:pPr>
                <a:lnSpc>
                  <a:spcPts val="3119"/>
                </a:lnSpc>
              </a:pPr>
              <a:r>
                <a:rPr lang="ko-KR" altLang="en-US" sz="2300" spc="-148" dirty="0">
                  <a:ln>
                    <a:solidFill>
                      <a:prstClr val="white">
                        <a:alpha val="10000"/>
                      </a:prstClr>
                    </a:solidFill>
                  </a:ln>
                  <a:solidFill>
                    <a:schemeClr val="tx1"/>
                  </a:solidFill>
                  <a:latin typeface="Rix모던고딕 EB" panose="02020603020101020101" pitchFamily="18" charset="-127"/>
                  <a:ea typeface="Rix모던고딕 EB" panose="02020603020101020101" pitchFamily="18" charset="-127"/>
                </a:rPr>
                <a:t>반드시 필요합니다</a:t>
              </a:r>
              <a:r>
                <a:rPr lang="en-US" altLang="ko-KR" sz="2300" spc="-148" dirty="0">
                  <a:ln>
                    <a:solidFill>
                      <a:prstClr val="white">
                        <a:alpha val="10000"/>
                      </a:prstClr>
                    </a:solidFill>
                  </a:ln>
                  <a:solidFill>
                    <a:schemeClr val="tx1"/>
                  </a:solidFill>
                  <a:latin typeface="Rix모던고딕 EB" panose="02020603020101020101" pitchFamily="18" charset="-127"/>
                  <a:ea typeface="Rix모던고딕 EB" panose="02020603020101020101" pitchFamily="18" charset="-127"/>
                </a:rPr>
                <a:t>.</a:t>
              </a:r>
            </a:p>
          </p:txBody>
        </p:sp>
      </p:grpSp>
      <p:sp>
        <p:nvSpPr>
          <p:cNvPr id="43" name="직각 삼각형 42"/>
          <p:cNvSpPr/>
          <p:nvPr/>
        </p:nvSpPr>
        <p:spPr>
          <a:xfrm flipV="1">
            <a:off x="0" y="1"/>
            <a:ext cx="3340537" cy="7561263"/>
          </a:xfrm>
          <a:prstGeom prst="rtTriangl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9569" tIns="49785" rIns="99569" bIns="49785" rtlCol="0" anchor="ctr"/>
          <a:lstStyle/>
          <a:p>
            <a:pPr algn="ctr"/>
            <a:endParaRPr lang="ko-KR" altLang="en-US" sz="1800" dirty="0"/>
          </a:p>
        </p:txBody>
      </p:sp>
      <p:grpSp>
        <p:nvGrpSpPr>
          <p:cNvPr id="44" name="그룹 43"/>
          <p:cNvGrpSpPr/>
          <p:nvPr/>
        </p:nvGrpSpPr>
        <p:grpSpPr>
          <a:xfrm>
            <a:off x="628678" y="449943"/>
            <a:ext cx="2874897" cy="1297824"/>
            <a:chOff x="356013" y="449943"/>
            <a:chExt cx="2874897" cy="1297824"/>
          </a:xfrm>
        </p:grpSpPr>
        <p:sp>
          <p:nvSpPr>
            <p:cNvPr id="45" name="TextBox 44"/>
            <p:cNvSpPr txBox="1"/>
            <p:nvPr/>
          </p:nvSpPr>
          <p:spPr>
            <a:xfrm>
              <a:off x="356013" y="571251"/>
              <a:ext cx="2149062" cy="1176516"/>
            </a:xfrm>
            <a:prstGeom prst="rect">
              <a:avLst/>
            </a:prstGeom>
            <a:noFill/>
          </p:spPr>
          <p:txBody>
            <a:bodyPr wrap="square" lIns="98336" tIns="49169" rIns="98336" bIns="49169" rtlCol="0">
              <a:spAutoFit/>
            </a:bodyPr>
            <a:lstStyle/>
            <a:p>
              <a:r>
                <a:rPr lang="en-US" altLang="ko-KR" sz="4000" spc="-267" dirty="0">
                  <a:solidFill>
                    <a:schemeClr val="bg1"/>
                  </a:solidFill>
                  <a:latin typeface="Rix모던고딕 EB" panose="02020603020101020101" pitchFamily="18" charset="-127"/>
                  <a:ea typeface="Rix모던고딕 EB" panose="02020603020101020101" pitchFamily="18" charset="-127"/>
                </a:rPr>
                <a:t>Why</a:t>
              </a:r>
              <a:r>
                <a:rPr lang="en-US" altLang="ko-KR" sz="3000" spc="-267" dirty="0">
                  <a:solidFill>
                    <a:schemeClr val="bg1"/>
                  </a:solidFill>
                  <a:latin typeface="Rix모던고딕 EB" panose="02020603020101020101" pitchFamily="18" charset="-127"/>
                  <a:ea typeface="Rix모던고딕 EB" panose="02020603020101020101" pitchFamily="18" charset="-127"/>
                </a:rPr>
                <a:t> </a:t>
              </a:r>
            </a:p>
            <a:p>
              <a:r>
                <a:rPr lang="ko-KR" altLang="en-US" sz="3000" spc="-267" dirty="0">
                  <a:solidFill>
                    <a:schemeClr val="bg1"/>
                  </a:solidFill>
                  <a:latin typeface="Rix모던고딕 EB" panose="02020603020101020101" pitchFamily="18" charset="-127"/>
                  <a:ea typeface="Rix모던고딕 EB" panose="02020603020101020101" pitchFamily="18" charset="-127"/>
                </a:rPr>
                <a:t>다원아이씨티</a:t>
              </a:r>
              <a:endParaRPr lang="en-US" altLang="ko-KR" sz="3000" spc="-267" dirty="0">
                <a:solidFill>
                  <a:schemeClr val="bg1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endParaRPr>
            </a:p>
          </p:txBody>
        </p:sp>
        <p:pic>
          <p:nvPicPr>
            <p:cNvPr id="46" name="Picture 2" descr="G:\work\아이티센시스템즈\경찰청공조조회유지보수\icon&amp;dia\제안서템플릿이미지-75.png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71383" y="449943"/>
              <a:ext cx="859527" cy="117951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48" name="직각 삼각형 47"/>
          <p:cNvSpPr/>
          <p:nvPr/>
        </p:nvSpPr>
        <p:spPr>
          <a:xfrm rot="10800000">
            <a:off x="10126622" y="0"/>
            <a:ext cx="567304" cy="449943"/>
          </a:xfrm>
          <a:prstGeom prst="rtTriangle">
            <a:avLst/>
          </a:prstGeom>
          <a:solidFill>
            <a:srgbClr val="1B91C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9569" tIns="49785" rIns="99569" bIns="49785" rtlCol="0" anchor="ctr"/>
          <a:lstStyle/>
          <a:p>
            <a:pPr algn="ctr"/>
            <a:endParaRPr lang="ko-KR" altLang="en-US" sz="1800" dirty="0"/>
          </a:p>
        </p:txBody>
      </p:sp>
      <p:pic>
        <p:nvPicPr>
          <p:cNvPr id="49" name="Picture 4" descr="G:\work\아이티센시스템즈\경찰청공조조회유지보수\icon&amp;dia\남여셋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85273" y="5479401"/>
            <a:ext cx="2181099" cy="20664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50" name="그룹 49"/>
          <p:cNvGrpSpPr/>
          <p:nvPr/>
        </p:nvGrpSpPr>
        <p:grpSpPr>
          <a:xfrm>
            <a:off x="5011821" y="5726483"/>
            <a:ext cx="855759" cy="820318"/>
            <a:chOff x="5132627" y="5822723"/>
            <a:chExt cx="874039" cy="820318"/>
          </a:xfrm>
        </p:grpSpPr>
        <p:pic>
          <p:nvPicPr>
            <p:cNvPr id="51" name="Picture 6" descr="G:\work\다원아이씨티\충북교육정보원\표지-12.png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21268809">
              <a:off x="5334778" y="5822723"/>
              <a:ext cx="671888" cy="59469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2" name="Picture 7" descr="G:\work\다원아이씨티\충북교육정보원\표지-09.png"/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9297386">
              <a:off x="5132627" y="5858771"/>
              <a:ext cx="465572" cy="41208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3" name="Picture 8" descr="G:\work\다원아이씨티\충북교육정보원\표지-10.png"/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452211">
              <a:off x="5474274" y="6187495"/>
              <a:ext cx="514675" cy="45554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54" name="그룹 53"/>
          <p:cNvGrpSpPr/>
          <p:nvPr/>
        </p:nvGrpSpPr>
        <p:grpSpPr>
          <a:xfrm>
            <a:off x="226124" y="3435794"/>
            <a:ext cx="1670269" cy="1356153"/>
            <a:chOff x="226124" y="3435794"/>
            <a:chExt cx="1670269" cy="1356153"/>
          </a:xfrm>
        </p:grpSpPr>
        <p:pic>
          <p:nvPicPr>
            <p:cNvPr id="55" name="Picture 9" descr="G:\work\아이티센시스템즈\경찰청공조조회유지보수\icon&amp;dia\제안서템플릿이미지-02.png"/>
            <p:cNvPicPr>
              <a:picLocks noChangeAspect="1" noChangeArrowheads="1"/>
            </p:cNvPicPr>
            <p:nvPr/>
          </p:nvPicPr>
          <p:blipFill rotWithShape="1"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2732"/>
            <a:stretch/>
          </p:blipFill>
          <p:spPr bwMode="auto">
            <a:xfrm>
              <a:off x="226124" y="3739007"/>
              <a:ext cx="1021213" cy="8953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6" name="Picture 5" descr="G:\work\아이티센시스템즈\경찰청공조조회유지보수\icon&amp;dia\클립아트-21.png"/>
            <p:cNvPicPr>
              <a:picLocks noChangeAspect="1" noChangeArrowheads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52933" y="3435794"/>
              <a:ext cx="943460" cy="109696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7" name="Picture 10" descr="G:\work\다원아이씨티\다원CI_merterial\CI_dawon\다원CI_Fixed-09.png"/>
            <p:cNvPicPr>
              <a:picLocks noChangeAspect="1" noChangeArrowheads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6124" y="4576840"/>
              <a:ext cx="877402" cy="21510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58" name="직사각형 57"/>
          <p:cNvSpPr/>
          <p:nvPr/>
        </p:nvSpPr>
        <p:spPr>
          <a:xfrm>
            <a:off x="2667787" y="2803845"/>
            <a:ext cx="7726323" cy="9144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8336" tIns="49169" rIns="98336" bIns="49169" rtlCol="0" anchor="ctr"/>
          <a:lstStyle/>
          <a:p>
            <a:pPr>
              <a:lnSpc>
                <a:spcPts val="3119"/>
              </a:lnSpc>
            </a:pPr>
            <a:r>
              <a:rPr lang="ko-KR" altLang="en-US" sz="2700" spc="-296" dirty="0">
                <a:ln>
                  <a:solidFill>
                    <a:prstClr val="white">
                      <a:alpha val="10000"/>
                    </a:prstClr>
                  </a:solidFill>
                </a:ln>
                <a:solidFill>
                  <a:schemeClr val="bg1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이전하는 기관이 중단 없이 </a:t>
            </a:r>
            <a:r>
              <a:rPr lang="ko-KR" altLang="en-US" sz="2700" spc="-296" dirty="0" smtClean="0">
                <a:ln>
                  <a:solidFill>
                    <a:prstClr val="white">
                      <a:alpha val="10000"/>
                    </a:prstClr>
                  </a:solidFill>
                </a:ln>
                <a:solidFill>
                  <a:schemeClr val="bg1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업무</a:t>
            </a:r>
            <a:r>
              <a:rPr lang="ko-KR" altLang="en-US" sz="2200" spc="-296" dirty="0" smtClean="0">
                <a:ln>
                  <a:solidFill>
                    <a:prstClr val="white">
                      <a:alpha val="10000"/>
                    </a:prstClr>
                  </a:solidFill>
                </a:ln>
                <a:solidFill>
                  <a:schemeClr val="bg1">
                    <a:lumMod val="95000"/>
                  </a:schemeClr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를 </a:t>
            </a:r>
            <a:r>
              <a:rPr lang="ko-KR" altLang="en-US" sz="2200" spc="-296" dirty="0">
                <a:ln>
                  <a:solidFill>
                    <a:prstClr val="white">
                      <a:alpha val="10000"/>
                    </a:prstClr>
                  </a:solidFill>
                </a:ln>
                <a:solidFill>
                  <a:schemeClr val="bg1">
                    <a:lumMod val="95000"/>
                  </a:schemeClr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수행할 수 있도록 해당 시스템을 </a:t>
            </a:r>
            <a:r>
              <a:rPr lang="en-US" altLang="ko-KR" sz="2400" spc="-296" dirty="0">
                <a:ln>
                  <a:solidFill>
                    <a:prstClr val="white">
                      <a:alpha val="10000"/>
                    </a:prstClr>
                  </a:solidFill>
                </a:ln>
                <a:solidFill>
                  <a:schemeClr val="bg1"/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/>
            </a:r>
            <a:br>
              <a:rPr lang="en-US" altLang="ko-KR" sz="2400" spc="-296" dirty="0">
                <a:ln>
                  <a:solidFill>
                    <a:prstClr val="white">
                      <a:alpha val="10000"/>
                    </a:prstClr>
                  </a:solidFill>
                </a:ln>
                <a:solidFill>
                  <a:schemeClr val="bg1"/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</a:br>
            <a:r>
              <a:rPr lang="ko-KR" altLang="en-US" sz="2700" spc="-296" dirty="0">
                <a:ln>
                  <a:solidFill>
                    <a:prstClr val="white">
                      <a:alpha val="10000"/>
                    </a:prstClr>
                  </a:solidFill>
                </a:ln>
                <a:solidFill>
                  <a:schemeClr val="bg1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안정적으로 </a:t>
            </a:r>
            <a:r>
              <a:rPr lang="ko-KR" altLang="en-US" sz="2700" spc="-296" dirty="0" smtClean="0">
                <a:ln>
                  <a:solidFill>
                    <a:prstClr val="white">
                      <a:alpha val="10000"/>
                    </a:prstClr>
                  </a:solidFill>
                </a:ln>
                <a:solidFill>
                  <a:schemeClr val="bg1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구축</a:t>
            </a:r>
            <a:r>
              <a:rPr lang="ko-KR" altLang="en-US" sz="2200" spc="-296" dirty="0" smtClean="0">
                <a:ln>
                  <a:solidFill>
                    <a:prstClr val="white">
                      <a:alpha val="10000"/>
                    </a:prstClr>
                  </a:solidFill>
                </a:ln>
                <a:solidFill>
                  <a:schemeClr val="bg1">
                    <a:lumMod val="95000"/>
                  </a:schemeClr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할 </a:t>
            </a:r>
            <a:r>
              <a:rPr lang="ko-KR" altLang="en-US" sz="2200" spc="-296" dirty="0">
                <a:ln>
                  <a:solidFill>
                    <a:prstClr val="white">
                      <a:alpha val="10000"/>
                    </a:prstClr>
                  </a:solidFill>
                </a:ln>
                <a:solidFill>
                  <a:schemeClr val="bg1">
                    <a:lumMod val="95000"/>
                  </a:schemeClr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수 있는 </a:t>
            </a:r>
            <a:r>
              <a:rPr lang="ko-KR" altLang="en-US" sz="2400" spc="-296" dirty="0" smtClean="0">
                <a:ln>
                  <a:solidFill>
                    <a:prstClr val="white">
                      <a:alpha val="10000"/>
                    </a:prstClr>
                  </a:solidFill>
                </a:ln>
                <a:solidFill>
                  <a:schemeClr val="bg1"/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사업자</a:t>
            </a:r>
            <a:r>
              <a:rPr lang="ko-KR" altLang="en-US" sz="2200" spc="-296" dirty="0" smtClean="0">
                <a:ln>
                  <a:solidFill>
                    <a:prstClr val="white">
                      <a:alpha val="10000"/>
                    </a:prstClr>
                  </a:solidFill>
                </a:ln>
                <a:solidFill>
                  <a:schemeClr val="bg1">
                    <a:lumMod val="95000"/>
                  </a:schemeClr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를 </a:t>
            </a:r>
            <a:r>
              <a:rPr lang="ko-KR" altLang="en-US" sz="2200" spc="-296" dirty="0">
                <a:ln>
                  <a:solidFill>
                    <a:prstClr val="white">
                      <a:alpha val="10000"/>
                    </a:prstClr>
                  </a:solidFill>
                </a:ln>
                <a:solidFill>
                  <a:schemeClr val="bg1">
                    <a:lumMod val="95000"/>
                  </a:schemeClr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선정하는 사업 입니다</a:t>
            </a:r>
            <a:r>
              <a:rPr lang="en-US" altLang="ko-KR" sz="2200" spc="-296" dirty="0">
                <a:ln>
                  <a:solidFill>
                    <a:prstClr val="white">
                      <a:alpha val="10000"/>
                    </a:prstClr>
                  </a:solidFill>
                </a:ln>
                <a:solidFill>
                  <a:schemeClr val="bg1">
                    <a:lumMod val="95000"/>
                  </a:schemeClr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.</a:t>
            </a:r>
            <a:endParaRPr lang="ko-KR" altLang="en-US" sz="2200" spc="-296" dirty="0">
              <a:ln>
                <a:solidFill>
                  <a:prstClr val="white">
                    <a:alpha val="10000"/>
                  </a:prstClr>
                </a:solidFill>
              </a:ln>
              <a:solidFill>
                <a:schemeClr val="bg1">
                  <a:lumMod val="95000"/>
                </a:schemeClr>
              </a:solidFill>
              <a:latin typeface="Rix모던고딕 M" panose="02020603020101020101" pitchFamily="18" charset="-127"/>
              <a:ea typeface="Rix모던고딕 M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299471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19" descr="16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917" b="32269"/>
          <a:stretch/>
        </p:blipFill>
        <p:spPr bwMode="auto">
          <a:xfrm>
            <a:off x="-1" y="3190012"/>
            <a:ext cx="8570421" cy="30947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" name="직사각형 15"/>
          <p:cNvSpPr/>
          <p:nvPr/>
        </p:nvSpPr>
        <p:spPr>
          <a:xfrm>
            <a:off x="8570421" y="1971925"/>
            <a:ext cx="1257300" cy="385895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7" name="직사각형 16"/>
          <p:cNvSpPr/>
          <p:nvPr/>
        </p:nvSpPr>
        <p:spPr>
          <a:xfrm>
            <a:off x="0" y="1577113"/>
            <a:ext cx="9827721" cy="16129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8" name="TextBox 17"/>
          <p:cNvSpPr txBox="1"/>
          <p:nvPr/>
        </p:nvSpPr>
        <p:spPr>
          <a:xfrm>
            <a:off x="494824" y="1719234"/>
            <a:ext cx="8828836" cy="1381919"/>
          </a:xfrm>
          <a:prstGeom prst="rect">
            <a:avLst/>
          </a:prstGeom>
          <a:noFill/>
        </p:spPr>
        <p:txBody>
          <a:bodyPr wrap="square" lIns="99569" tIns="49785" rIns="99569" bIns="49785" rtlCol="0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pc="-148" dirty="0">
                <a:ln>
                  <a:solidFill>
                    <a:prstClr val="white">
                      <a:alpha val="10000"/>
                    </a:prstClr>
                  </a:solidFill>
                </a:ln>
                <a:solidFill>
                  <a:schemeClr val="bg1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다양한 장비에 대한 안정적 구축</a:t>
            </a:r>
            <a:r>
              <a:rPr lang="ko-KR" altLang="en-US" spc="-148" dirty="0">
                <a:ln>
                  <a:solidFill>
                    <a:prstClr val="white">
                      <a:alpha val="10000"/>
                    </a:prstClr>
                  </a:solidFill>
                </a:ln>
                <a:solidFill>
                  <a:schemeClr val="bg1">
                    <a:lumMod val="85000"/>
                  </a:schemeClr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에 만족하지 않고</a:t>
            </a:r>
            <a:r>
              <a:rPr lang="en-US" altLang="ko-KR" spc="-148" dirty="0">
                <a:ln>
                  <a:solidFill>
                    <a:prstClr val="white">
                      <a:alpha val="10000"/>
                    </a:prstClr>
                  </a:solidFill>
                </a:ln>
                <a:solidFill>
                  <a:schemeClr val="bg1"/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,</a:t>
            </a:r>
          </a:p>
          <a:p>
            <a:pPr>
              <a:lnSpc>
                <a:spcPct val="120000"/>
              </a:lnSpc>
            </a:pPr>
            <a:r>
              <a:rPr lang="ko-KR" altLang="en-US" spc="-148" dirty="0">
                <a:ln>
                  <a:solidFill>
                    <a:prstClr val="white">
                      <a:alpha val="10000"/>
                    </a:prstClr>
                  </a:solidFill>
                </a:ln>
                <a:solidFill>
                  <a:schemeClr val="bg1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미래의 안정적 서비스 제공을 위한 환경 개선</a:t>
            </a:r>
            <a:r>
              <a:rPr lang="ko-KR" altLang="en-US" spc="-148" dirty="0">
                <a:ln>
                  <a:solidFill>
                    <a:prstClr val="white">
                      <a:alpha val="10000"/>
                    </a:prstClr>
                  </a:solidFill>
                </a:ln>
                <a:solidFill>
                  <a:schemeClr val="bg1">
                    <a:lumMod val="85000"/>
                  </a:schemeClr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을 위해</a:t>
            </a:r>
            <a:r>
              <a:rPr lang="en-US" altLang="ko-KR" spc="-148" dirty="0">
                <a:ln>
                  <a:solidFill>
                    <a:prstClr val="white">
                      <a:alpha val="10000"/>
                    </a:prstClr>
                  </a:solidFill>
                </a:ln>
                <a:solidFill>
                  <a:schemeClr val="bg1">
                    <a:lumMod val="85000"/>
                  </a:schemeClr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,</a:t>
            </a:r>
            <a:r>
              <a:rPr lang="ko-KR" altLang="en-US" spc="-148" dirty="0">
                <a:ln>
                  <a:solidFill>
                    <a:prstClr val="white">
                      <a:alpha val="10000"/>
                    </a:prstClr>
                  </a:solidFill>
                </a:ln>
                <a:solidFill>
                  <a:schemeClr val="bg1">
                    <a:lumMod val="85000"/>
                  </a:schemeClr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 </a:t>
            </a:r>
            <a:endParaRPr lang="en-US" altLang="ko-KR" spc="-148" dirty="0">
              <a:ln>
                <a:solidFill>
                  <a:prstClr val="white">
                    <a:alpha val="10000"/>
                  </a:prstClr>
                </a:solidFill>
              </a:ln>
              <a:solidFill>
                <a:schemeClr val="bg1">
                  <a:lumMod val="85000"/>
                </a:schemeClr>
              </a:solidFill>
              <a:latin typeface="Rix모던고딕 M" panose="02020603020101020101" pitchFamily="18" charset="-127"/>
              <a:ea typeface="Rix모던고딕 M" panose="02020603020101020101" pitchFamily="18" charset="-127"/>
            </a:endParaRPr>
          </a:p>
          <a:p>
            <a:pPr>
              <a:lnSpc>
                <a:spcPct val="120000"/>
              </a:lnSpc>
              <a:spcBef>
                <a:spcPts val="197"/>
              </a:spcBef>
            </a:pPr>
            <a:r>
              <a:rPr lang="ko-KR" altLang="en-US" spc="-148" dirty="0">
                <a:ln>
                  <a:solidFill>
                    <a:prstClr val="white">
                      <a:alpha val="10000"/>
                    </a:prstClr>
                  </a:solidFill>
                </a:ln>
                <a:solidFill>
                  <a:schemeClr val="bg1"/>
                </a:solidFill>
                <a:latin typeface="Rix모던고딕 L" panose="02020603020101020101" pitchFamily="18" charset="-127"/>
                <a:ea typeface="Rix모던고딕 L" panose="02020603020101020101" pitchFamily="18" charset="-127"/>
              </a:rPr>
              <a:t>앞으로의</a:t>
            </a:r>
            <a:r>
              <a:rPr lang="ko-KR" altLang="en-US" sz="2800" spc="-148" dirty="0">
                <a:ln>
                  <a:solidFill>
                    <a:prstClr val="white">
                      <a:alpha val="10000"/>
                    </a:prstClr>
                  </a:solidFill>
                </a:ln>
                <a:solidFill>
                  <a:schemeClr val="bg1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 </a:t>
            </a:r>
            <a:r>
              <a:rPr lang="ko-KR" altLang="en-US" sz="2800" spc="-148" dirty="0" smtClean="0">
                <a:ln>
                  <a:solidFill>
                    <a:prstClr val="white">
                      <a:alpha val="10000"/>
                    </a:prstClr>
                  </a:solidFill>
                </a:ln>
                <a:solidFill>
                  <a:schemeClr val="bg1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국방부 </a:t>
            </a:r>
            <a:r>
              <a:rPr lang="ko-KR" altLang="en-US" sz="2800" spc="-148" dirty="0">
                <a:ln>
                  <a:solidFill>
                    <a:prstClr val="white">
                      <a:alpha val="10000"/>
                    </a:prstClr>
                  </a:solidFill>
                </a:ln>
                <a:solidFill>
                  <a:schemeClr val="bg1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업무 환경 </a:t>
            </a:r>
            <a:r>
              <a:rPr lang="ko-KR" altLang="en-US" sz="2800" spc="-148" dirty="0" smtClean="0">
                <a:ln>
                  <a:solidFill>
                    <a:prstClr val="white">
                      <a:alpha val="10000"/>
                    </a:prstClr>
                  </a:solidFill>
                </a:ln>
                <a:solidFill>
                  <a:schemeClr val="bg1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개선</a:t>
            </a:r>
            <a:r>
              <a:rPr lang="ko-KR" altLang="en-US" spc="-148" dirty="0" smtClean="0">
                <a:ln>
                  <a:solidFill>
                    <a:prstClr val="white">
                      <a:alpha val="10000"/>
                    </a:prstClr>
                  </a:solidFill>
                </a:ln>
                <a:solidFill>
                  <a:schemeClr val="bg1"/>
                </a:solidFill>
                <a:latin typeface="Rix모던고딕 L" panose="02020603020101020101" pitchFamily="18" charset="-127"/>
                <a:ea typeface="Rix모던고딕 L" panose="02020603020101020101" pitchFamily="18" charset="-127"/>
              </a:rPr>
              <a:t>을 </a:t>
            </a:r>
            <a:r>
              <a:rPr lang="ko-KR" altLang="en-US" spc="-148" dirty="0">
                <a:ln>
                  <a:solidFill>
                    <a:prstClr val="white">
                      <a:alpha val="10000"/>
                    </a:prstClr>
                  </a:solidFill>
                </a:ln>
                <a:solidFill>
                  <a:schemeClr val="bg1"/>
                </a:solidFill>
                <a:latin typeface="Rix모던고딕 L" panose="02020603020101020101" pitchFamily="18" charset="-127"/>
                <a:ea typeface="Rix모던고딕 L" panose="02020603020101020101" pitchFamily="18" charset="-127"/>
              </a:rPr>
              <a:t>위해 노력하겠습니다</a:t>
            </a:r>
            <a:r>
              <a:rPr lang="en-US" altLang="ko-KR" spc="-148" dirty="0">
                <a:ln>
                  <a:solidFill>
                    <a:prstClr val="white">
                      <a:alpha val="10000"/>
                    </a:prstClr>
                  </a:solidFill>
                </a:ln>
                <a:solidFill>
                  <a:schemeClr val="bg1"/>
                </a:solidFill>
                <a:latin typeface="Rix모던고딕 L" panose="02020603020101020101" pitchFamily="18" charset="-127"/>
                <a:ea typeface="Rix모던고딕 L" panose="02020603020101020101" pitchFamily="18" charset="-127"/>
              </a:rPr>
              <a:t>.</a:t>
            </a:r>
          </a:p>
        </p:txBody>
      </p:sp>
      <p:sp>
        <p:nvSpPr>
          <p:cNvPr id="19" name="직사각형 18"/>
          <p:cNvSpPr/>
          <p:nvPr/>
        </p:nvSpPr>
        <p:spPr>
          <a:xfrm>
            <a:off x="2413000" y="5685104"/>
            <a:ext cx="7414721" cy="1160038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2951780" y="5830875"/>
            <a:ext cx="6680060" cy="877678"/>
          </a:xfrm>
          <a:prstGeom prst="rect">
            <a:avLst/>
          </a:prstGeom>
          <a:noFill/>
        </p:spPr>
        <p:txBody>
          <a:bodyPr wrap="square" lIns="99569" tIns="49785" rIns="99569" bIns="49785" rtlCol="0">
            <a:spAutoFit/>
          </a:bodyPr>
          <a:lstStyle/>
          <a:p>
            <a:r>
              <a:rPr lang="ko-KR" altLang="en-US" sz="2400" spc="-150" dirty="0">
                <a:ln>
                  <a:solidFill>
                    <a:prstClr val="white">
                      <a:alpha val="10000"/>
                    </a:prstClr>
                  </a:solidFill>
                </a:ln>
                <a:solidFill>
                  <a:srgbClr val="40FFFF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挑戰</a:t>
            </a:r>
            <a:r>
              <a:rPr lang="ko-KR" altLang="en-US" spc="-150" dirty="0">
                <a:ln>
                  <a:solidFill>
                    <a:prstClr val="white">
                      <a:alpha val="10000"/>
                    </a:prstClr>
                  </a:solidFill>
                </a:ln>
                <a:solidFill>
                  <a:schemeClr val="bg1"/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 </a:t>
            </a:r>
            <a:r>
              <a:rPr lang="ko-KR" altLang="en-US" sz="1800" spc="-150" dirty="0">
                <a:ln>
                  <a:solidFill>
                    <a:prstClr val="white">
                      <a:alpha val="10000"/>
                    </a:prstClr>
                  </a:solidFill>
                </a:ln>
                <a:solidFill>
                  <a:schemeClr val="bg1">
                    <a:lumMod val="85000"/>
                  </a:schemeClr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정신을 갖고</a:t>
            </a:r>
            <a:r>
              <a:rPr lang="en-US" altLang="ko-KR" sz="1800" spc="-150" dirty="0">
                <a:ln>
                  <a:solidFill>
                    <a:prstClr val="white">
                      <a:alpha val="10000"/>
                    </a:prstClr>
                  </a:solidFill>
                </a:ln>
                <a:solidFill>
                  <a:schemeClr val="bg1">
                    <a:lumMod val="85000"/>
                  </a:schemeClr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, </a:t>
            </a:r>
            <a:r>
              <a:rPr lang="ko-KR" altLang="en-US" sz="2400" spc="-150" dirty="0" smtClean="0">
                <a:ln>
                  <a:solidFill>
                    <a:prstClr val="white">
                      <a:alpha val="10000"/>
                    </a:prstClr>
                  </a:solidFill>
                </a:ln>
                <a:solidFill>
                  <a:srgbClr val="40FFFF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變化</a:t>
            </a:r>
            <a:r>
              <a:rPr lang="ko-KR" altLang="en-US" sz="1800" spc="-150" dirty="0" smtClean="0">
                <a:ln>
                  <a:solidFill>
                    <a:prstClr val="white">
                      <a:alpha val="10000"/>
                    </a:prstClr>
                  </a:solidFill>
                </a:ln>
                <a:solidFill>
                  <a:schemeClr val="bg1">
                    <a:lumMod val="85000"/>
                  </a:schemeClr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를 </a:t>
            </a:r>
            <a:r>
              <a:rPr lang="ko-KR" altLang="en-US" sz="1800" spc="-150" dirty="0">
                <a:ln>
                  <a:solidFill>
                    <a:prstClr val="white">
                      <a:alpha val="10000"/>
                    </a:prstClr>
                  </a:solidFill>
                </a:ln>
                <a:solidFill>
                  <a:schemeClr val="bg1">
                    <a:lumMod val="85000"/>
                  </a:schemeClr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두려워하지 않으며</a:t>
            </a:r>
            <a:r>
              <a:rPr lang="en-US" altLang="ko-KR" sz="1800" spc="-150" dirty="0">
                <a:ln>
                  <a:solidFill>
                    <a:prstClr val="white">
                      <a:alpha val="10000"/>
                    </a:prstClr>
                  </a:solidFill>
                </a:ln>
                <a:solidFill>
                  <a:schemeClr val="bg1">
                    <a:lumMod val="85000"/>
                  </a:schemeClr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, </a:t>
            </a:r>
            <a:r>
              <a:rPr lang="ko-KR" altLang="en-US" sz="1800" spc="-150" dirty="0" smtClean="0">
                <a:ln>
                  <a:solidFill>
                    <a:prstClr val="white">
                      <a:alpha val="10000"/>
                    </a:prstClr>
                  </a:solidFill>
                </a:ln>
                <a:solidFill>
                  <a:schemeClr val="bg1">
                    <a:lumMod val="85000"/>
                  </a:schemeClr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상호</a:t>
            </a:r>
            <a:r>
              <a:rPr lang="ko-KR" altLang="en-US" sz="2400" spc="-150" dirty="0" smtClean="0">
                <a:ln>
                  <a:solidFill>
                    <a:prstClr val="white">
                      <a:alpha val="10000"/>
                    </a:prstClr>
                  </a:solidFill>
                </a:ln>
                <a:solidFill>
                  <a:srgbClr val="40FFFF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協力</a:t>
            </a:r>
            <a:r>
              <a:rPr lang="ko-KR" altLang="en-US" sz="1800" spc="-150" dirty="0" smtClean="0">
                <a:ln>
                  <a:solidFill>
                    <a:prstClr val="white">
                      <a:alpha val="10000"/>
                    </a:prstClr>
                  </a:solidFill>
                </a:ln>
                <a:solidFill>
                  <a:schemeClr val="bg1">
                    <a:lumMod val="85000"/>
                  </a:schemeClr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하고</a:t>
            </a:r>
            <a:r>
              <a:rPr lang="ko-KR" altLang="en-US" spc="-150" dirty="0" smtClean="0">
                <a:ln>
                  <a:solidFill>
                    <a:prstClr val="white">
                      <a:alpha val="10000"/>
                    </a:prstClr>
                  </a:solidFill>
                </a:ln>
                <a:solidFill>
                  <a:schemeClr val="bg1"/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 </a:t>
            </a:r>
            <a:r>
              <a:rPr lang="ko-KR" altLang="en-US" sz="2400" spc="-150" dirty="0" smtClean="0">
                <a:ln>
                  <a:solidFill>
                    <a:prstClr val="white">
                      <a:alpha val="10000"/>
                    </a:prstClr>
                  </a:solidFill>
                </a:ln>
                <a:solidFill>
                  <a:srgbClr val="40FFFF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相生</a:t>
            </a:r>
            <a:r>
              <a:rPr lang="ko-KR" altLang="en-US" sz="1800" spc="-150" dirty="0" smtClean="0">
                <a:ln>
                  <a:solidFill>
                    <a:prstClr val="white">
                      <a:alpha val="10000"/>
                    </a:prstClr>
                  </a:solidFill>
                </a:ln>
                <a:solidFill>
                  <a:schemeClr val="bg1">
                    <a:lumMod val="85000"/>
                  </a:schemeClr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하여</a:t>
            </a:r>
            <a:endParaRPr lang="ko-KR" altLang="en-US" sz="1800" spc="-150" dirty="0">
              <a:ln>
                <a:solidFill>
                  <a:prstClr val="white">
                    <a:alpha val="10000"/>
                  </a:prstClr>
                </a:solidFill>
              </a:ln>
              <a:solidFill>
                <a:schemeClr val="bg1">
                  <a:lumMod val="85000"/>
                </a:schemeClr>
              </a:solidFill>
              <a:latin typeface="Rix모던고딕 M" panose="02020603020101020101" pitchFamily="18" charset="-127"/>
              <a:ea typeface="Rix모던고딕 M" panose="02020603020101020101" pitchFamily="18" charset="-127"/>
            </a:endParaRPr>
          </a:p>
          <a:p>
            <a:pPr>
              <a:spcBef>
                <a:spcPts val="300"/>
              </a:spcBef>
            </a:pPr>
            <a:r>
              <a:rPr lang="ko-KR" altLang="en-US" sz="2400" spc="-150" dirty="0">
                <a:ln>
                  <a:solidFill>
                    <a:prstClr val="white">
                      <a:alpha val="10000"/>
                    </a:prstClr>
                  </a:solidFill>
                </a:ln>
                <a:solidFill>
                  <a:schemeClr val="bg1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본 사업을 완벽히 수행 하겠습니다</a:t>
            </a:r>
            <a:r>
              <a:rPr lang="en-US" altLang="ko-KR" sz="2400" spc="-150" dirty="0">
                <a:ln>
                  <a:solidFill>
                    <a:prstClr val="white">
                      <a:alpha val="10000"/>
                    </a:prstClr>
                  </a:solidFill>
                </a:ln>
                <a:solidFill>
                  <a:schemeClr val="bg1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.</a:t>
            </a:r>
          </a:p>
        </p:txBody>
      </p:sp>
      <p:pic>
        <p:nvPicPr>
          <p:cNvPr id="21" name="Picture 2" descr="G:\work\아이티센시스템즈\경찰청공조조회유지보수\icon&amp;dia\제안서템플릿이미지-73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0873" y="4992644"/>
            <a:ext cx="1563728" cy="21849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Picture 2" descr="G:\work\아이티센시스템즈\경찰청공조조회유지보수\icon&amp;dia\약속.pn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6436" y="3081783"/>
            <a:ext cx="3262633" cy="25906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TextBox 22"/>
          <p:cNvSpPr txBox="1"/>
          <p:nvPr/>
        </p:nvSpPr>
        <p:spPr>
          <a:xfrm>
            <a:off x="2755900" y="4943678"/>
            <a:ext cx="5659563" cy="728726"/>
          </a:xfrm>
          <a:prstGeom prst="rect">
            <a:avLst/>
          </a:prstGeom>
          <a:noFill/>
          <a:ln w="6350">
            <a:noFill/>
          </a:ln>
          <a:effectLst/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 anchorCtr="0">
            <a:spAutoFit/>
            <a:sp3d>
              <a:bevelT w="0" h="0"/>
              <a:contourClr>
                <a:schemeClr val="bg1"/>
              </a:contourClr>
            </a:sp3d>
          </a:bodyPr>
          <a:lstStyle>
            <a:defPPr>
              <a:defRPr lang="ko-KR"/>
            </a:defPPr>
            <a:lvl1pPr lvl="0" indent="0" defTabSz="801639" latinLnBrk="0">
              <a:lnSpc>
                <a:spcPct val="100000"/>
              </a:lnSpc>
              <a:spcBef>
                <a:spcPts val="88"/>
              </a:spcBef>
              <a:spcAft>
                <a:spcPts val="88"/>
              </a:spcAft>
              <a:defRPr sz="2400" spc="0">
                <a:ln>
                  <a:solidFill>
                    <a:prstClr val="white">
                      <a:alpha val="10000"/>
                    </a:prstClr>
                  </a:solidFill>
                </a:ln>
                <a:solidFill>
                  <a:prstClr val="white"/>
                </a:solidFill>
                <a:effectLst/>
                <a:latin typeface="나눔고딕 ExtraBold" panose="020D0904000000000000" pitchFamily="50" charset="-127"/>
                <a:ea typeface="나눔고딕 ExtraBold" panose="020D0904000000000000" pitchFamily="50" charset="-127"/>
              </a:defRPr>
            </a:lvl1pPr>
          </a:lstStyle>
          <a:p>
            <a:pPr lvl="1">
              <a:lnSpc>
                <a:spcPct val="110000"/>
              </a:lnSpc>
            </a:pPr>
            <a:r>
              <a:rPr lang="ko-KR" altLang="en-US" sz="4500" spc="-300" dirty="0">
                <a:solidFill>
                  <a:schemeClr val="tx2">
                    <a:lumMod val="75000"/>
                  </a:schemeClr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제안사는 약속 드립니다</a:t>
            </a:r>
            <a:r>
              <a:rPr lang="en-US" altLang="ko-KR" sz="4500" spc="-300" dirty="0">
                <a:solidFill>
                  <a:schemeClr val="tx2">
                    <a:lumMod val="75000"/>
                  </a:schemeClr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.</a:t>
            </a:r>
          </a:p>
        </p:txBody>
      </p:sp>
      <p:grpSp>
        <p:nvGrpSpPr>
          <p:cNvPr id="24" name="그룹 23"/>
          <p:cNvGrpSpPr/>
          <p:nvPr/>
        </p:nvGrpSpPr>
        <p:grpSpPr>
          <a:xfrm>
            <a:off x="6813504" y="0"/>
            <a:ext cx="3879896" cy="2702342"/>
            <a:chOff x="6986754" y="76200"/>
            <a:chExt cx="3879896" cy="2702342"/>
          </a:xfrm>
        </p:grpSpPr>
        <p:pic>
          <p:nvPicPr>
            <p:cNvPr id="25" name="Picture 19" descr="13"/>
            <p:cNvPicPr>
              <a:picLocks noChangeAspect="1" noChangeArrowheads="1"/>
            </p:cNvPicPr>
            <p:nvPr/>
          </p:nvPicPr>
          <p:blipFill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667" t="10242" r="29022" b="30031"/>
            <a:stretch/>
          </p:blipFill>
          <p:spPr bwMode="auto">
            <a:xfrm>
              <a:off x="6986754" y="76200"/>
              <a:ext cx="3879896" cy="27023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6" name="Picture 20" descr="13-1"/>
            <p:cNvPicPr>
              <a:picLocks noChangeAspect="1" noChangeArrowheads="1"/>
            </p:cNvPicPr>
            <p:nvPr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4635" t="26904" r="17519" b="32098"/>
            <a:stretch/>
          </p:blipFill>
          <p:spPr bwMode="auto">
            <a:xfrm>
              <a:off x="9763692" y="849513"/>
              <a:ext cx="1028700" cy="1135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29" name="TextBox 28"/>
          <p:cNvSpPr txBox="1"/>
          <p:nvPr/>
        </p:nvSpPr>
        <p:spPr>
          <a:xfrm>
            <a:off x="591044" y="450445"/>
            <a:ext cx="7149842" cy="1015663"/>
          </a:xfrm>
          <a:prstGeom prst="rect">
            <a:avLst/>
          </a:prstGeom>
          <a:noFill/>
          <a:ln w="6350">
            <a:noFill/>
          </a:ln>
          <a:effectLst/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 anchorCtr="0">
            <a:spAutoFit/>
            <a:sp3d>
              <a:bevelT w="0" h="0"/>
              <a:contourClr>
                <a:schemeClr val="bg1"/>
              </a:contourClr>
            </a:sp3d>
          </a:bodyPr>
          <a:lstStyle>
            <a:defPPr>
              <a:defRPr lang="ko-KR"/>
            </a:defPPr>
            <a:lvl1pPr lvl="0" indent="0" defTabSz="801639" latinLnBrk="0">
              <a:lnSpc>
                <a:spcPct val="100000"/>
              </a:lnSpc>
              <a:spcBef>
                <a:spcPts val="88"/>
              </a:spcBef>
              <a:spcAft>
                <a:spcPts val="88"/>
              </a:spcAft>
              <a:defRPr sz="2400" spc="0">
                <a:ln>
                  <a:solidFill>
                    <a:prstClr val="white">
                      <a:alpha val="10000"/>
                    </a:prstClr>
                  </a:solidFill>
                </a:ln>
                <a:solidFill>
                  <a:prstClr val="white"/>
                </a:solidFill>
                <a:effectLst/>
                <a:latin typeface="나눔고딕 ExtraBold" panose="020D0904000000000000" pitchFamily="50" charset="-127"/>
                <a:ea typeface="나눔고딕 ExtraBold" panose="020D0904000000000000" pitchFamily="50" charset="-127"/>
              </a:defRPr>
            </a:lvl1pPr>
          </a:lstStyle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pc="-296" dirty="0">
                <a:solidFill>
                  <a:schemeClr val="tx1">
                    <a:lumMod val="65000"/>
                    <a:lumOff val="35000"/>
                  </a:schemeClr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고객은 </a:t>
            </a:r>
            <a:r>
              <a:rPr lang="ko-KR" altLang="en-US" sz="3000" spc="-296" dirty="0">
                <a:solidFill>
                  <a:srgbClr val="C00000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구축 </a:t>
            </a:r>
            <a:r>
              <a:rPr lang="ko-KR" altLang="en-US" sz="3000" spc="-296" dirty="0" smtClean="0">
                <a:solidFill>
                  <a:srgbClr val="C00000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사업자</a:t>
            </a:r>
            <a:r>
              <a:rPr lang="ko-KR" altLang="en-US" spc="-296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를 </a:t>
            </a:r>
            <a:r>
              <a:rPr lang="ko-KR" altLang="en-US" spc="-296" dirty="0">
                <a:solidFill>
                  <a:schemeClr val="tx1">
                    <a:lumMod val="65000"/>
                    <a:lumOff val="35000"/>
                  </a:schemeClr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선정하는 것이 아니라 </a:t>
            </a:r>
            <a:endParaRPr lang="en-US" altLang="ko-KR" spc="-296" dirty="0">
              <a:solidFill>
                <a:schemeClr val="tx1">
                  <a:lumMod val="65000"/>
                  <a:lumOff val="35000"/>
                </a:schemeClr>
              </a:solidFill>
              <a:latin typeface="Rix모던고딕 M" panose="02020603020101020101" pitchFamily="18" charset="-127"/>
              <a:ea typeface="Rix모던고딕 M" panose="02020603020101020101" pitchFamily="18" charset="-127"/>
            </a:endParaRP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3000" spc="-296" dirty="0">
                <a:ln>
                  <a:noFill/>
                </a:ln>
                <a:solidFill>
                  <a:srgbClr val="C00000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최적의 업무환경을 보장해줄 사업자</a:t>
            </a:r>
            <a:r>
              <a:rPr lang="ko-KR" altLang="en-US" spc="-296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Rix모던고딕 M" pitchFamily="18" charset="-127"/>
                <a:ea typeface="Rix모던고딕 M" pitchFamily="18" charset="-127"/>
              </a:rPr>
              <a:t>를</a:t>
            </a:r>
            <a:r>
              <a:rPr lang="ko-KR" altLang="en-US" sz="3000" spc="-296" dirty="0">
                <a:ln>
                  <a:noFill/>
                </a:ln>
                <a:solidFill>
                  <a:srgbClr val="C00000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 </a:t>
            </a:r>
            <a:r>
              <a:rPr lang="ko-KR" altLang="en-US" spc="-296" dirty="0">
                <a:solidFill>
                  <a:schemeClr val="tx1">
                    <a:lumMod val="65000"/>
                    <a:lumOff val="35000"/>
                  </a:schemeClr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rPr>
              <a:t>선정하는 것입니다</a:t>
            </a:r>
            <a:endParaRPr lang="ko-KR" altLang="en-US" spc="-296" dirty="0">
              <a:solidFill>
                <a:schemeClr val="tx1">
                  <a:lumMod val="65000"/>
                  <a:lumOff val="35000"/>
                </a:schemeClr>
              </a:solidFill>
              <a:latin typeface="Rix모던고딕 B" panose="02020603020101020101" pitchFamily="18" charset="-127"/>
              <a:ea typeface="Rix모던고딕 B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785905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" name="Picture 2" descr="C:\Users\User\Desktop\병아리\thankyou-01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0691813" cy="7559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4" name="Picture 2" descr="C:\Users\User\Desktop\병아리\thankyou-02.png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6207"/>
          <a:stretch/>
        </p:blipFill>
        <p:spPr bwMode="auto">
          <a:xfrm>
            <a:off x="500176" y="408806"/>
            <a:ext cx="1774151" cy="8008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5" name="왼쪽 화살표 64"/>
          <p:cNvSpPr/>
          <p:nvPr/>
        </p:nvSpPr>
        <p:spPr>
          <a:xfrm rot="10800000">
            <a:off x="2451908" y="941650"/>
            <a:ext cx="5328000" cy="169600"/>
          </a:xfrm>
          <a:prstGeom prst="leftArrow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2" name="그룹 1"/>
          <p:cNvGrpSpPr/>
          <p:nvPr/>
        </p:nvGrpSpPr>
        <p:grpSpPr>
          <a:xfrm>
            <a:off x="701675" y="0"/>
            <a:ext cx="9991723" cy="7561263"/>
            <a:chOff x="701675" y="0"/>
            <a:chExt cx="9991723" cy="7561263"/>
          </a:xfrm>
        </p:grpSpPr>
        <p:sp>
          <p:nvSpPr>
            <p:cNvPr id="60" name="직각 삼각형 59"/>
            <p:cNvSpPr/>
            <p:nvPr/>
          </p:nvSpPr>
          <p:spPr>
            <a:xfrm flipH="1">
              <a:off x="7281503" y="0"/>
              <a:ext cx="3411895" cy="7561263"/>
            </a:xfrm>
            <a:prstGeom prst="rtTriangle">
              <a:avLst/>
            </a:prstGeom>
            <a:solidFill>
              <a:schemeClr val="tx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 smtClean="0"/>
            </a:p>
          </p:txBody>
        </p:sp>
        <p:sp>
          <p:nvSpPr>
            <p:cNvPr id="66" name="TextBox 65"/>
            <p:cNvSpPr txBox="1"/>
            <p:nvPr/>
          </p:nvSpPr>
          <p:spPr>
            <a:xfrm>
              <a:off x="701675" y="1393545"/>
              <a:ext cx="4079875" cy="3077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pc="-150" dirty="0" smtClean="0">
                  <a:ln>
                    <a:solidFill>
                      <a:prstClr val="white">
                        <a:alpha val="10000"/>
                      </a:prstClr>
                    </a:solidFill>
                  </a:ln>
                  <a:latin typeface="Rix모던고딕 EB" pitchFamily="18" charset="-127"/>
                  <a:ea typeface="Rix모던고딕 EB" pitchFamily="18" charset="-127"/>
                </a:rPr>
                <a:t>Q1. </a:t>
              </a:r>
              <a:r>
                <a:rPr lang="ko-KR" altLang="en-US" spc="-150" dirty="0">
                  <a:ln>
                    <a:solidFill>
                      <a:prstClr val="white">
                        <a:alpha val="10000"/>
                      </a:prstClr>
                    </a:solidFill>
                  </a:ln>
                  <a:latin typeface="Rix모던고딕 M" panose="02020603020101020101" pitchFamily="18" charset="-127"/>
                  <a:ea typeface="Rix모던고딕 M" panose="02020603020101020101" pitchFamily="18" charset="-127"/>
                </a:rPr>
                <a:t>구축 사업 수행 구조 및 사업자 역량</a:t>
              </a:r>
              <a:r>
                <a:rPr lang="en-US" altLang="ko-KR" spc="-150" dirty="0">
                  <a:ln>
                    <a:solidFill>
                      <a:prstClr val="white">
                        <a:alpha val="10000"/>
                      </a:prstClr>
                    </a:solidFill>
                  </a:ln>
                  <a:latin typeface="Rix모던고딕 M" panose="02020603020101020101" pitchFamily="18" charset="-127"/>
                  <a:ea typeface="Rix모던고딕 M" panose="02020603020101020101" pitchFamily="18" charset="-127"/>
                </a:rPr>
                <a:t>(2</a:t>
              </a:r>
              <a:r>
                <a:rPr lang="en-US" altLang="ko-KR" spc="-150" dirty="0" smtClean="0">
                  <a:ln>
                    <a:solidFill>
                      <a:prstClr val="white">
                        <a:alpha val="10000"/>
                      </a:prstClr>
                    </a:solidFill>
                  </a:ln>
                  <a:latin typeface="Rix모던고딕 M" panose="02020603020101020101" pitchFamily="18" charset="-127"/>
                  <a:ea typeface="Rix모던고딕 M" panose="02020603020101020101" pitchFamily="18" charset="-127"/>
                </a:rPr>
                <a:t>)</a:t>
              </a:r>
              <a:endParaRPr lang="en-US" altLang="ko-KR" spc="-150" dirty="0">
                <a:ln>
                  <a:solidFill>
                    <a:prstClr val="white">
                      <a:alpha val="10000"/>
                    </a:prstClr>
                  </a:solidFill>
                </a:ln>
                <a:latin typeface="Rix모던고딕 M" panose="02020603020101020101" pitchFamily="18" charset="-127"/>
                <a:ea typeface="Rix모던고딕 M" panose="02020603020101020101" pitchFamily="18" charset="-127"/>
              </a:endParaRPr>
            </a:p>
          </p:txBody>
        </p:sp>
        <p:sp>
          <p:nvSpPr>
            <p:cNvPr id="67" name="TextBox 66"/>
            <p:cNvSpPr txBox="1"/>
            <p:nvPr/>
          </p:nvSpPr>
          <p:spPr>
            <a:xfrm>
              <a:off x="701675" y="1908561"/>
              <a:ext cx="4079875" cy="3077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pc="-150" dirty="0" smtClean="0">
                  <a:ln>
                    <a:solidFill>
                      <a:prstClr val="white">
                        <a:alpha val="10000"/>
                      </a:prstClr>
                    </a:solidFill>
                  </a:ln>
                  <a:latin typeface="Rix모던고딕 EB" pitchFamily="18" charset="-127"/>
                  <a:ea typeface="Rix모던고딕 EB" pitchFamily="18" charset="-127"/>
                </a:rPr>
                <a:t>Q2</a:t>
              </a:r>
              <a:r>
                <a:rPr lang="en-US" altLang="ko-KR" spc="-150" dirty="0" smtClean="0">
                  <a:ln>
                    <a:solidFill>
                      <a:prstClr val="white">
                        <a:alpha val="10000"/>
                      </a:prstClr>
                    </a:solidFill>
                  </a:ln>
                  <a:latin typeface="Rix모던고딕 M" panose="02020603020101020101" pitchFamily="18" charset="-127"/>
                  <a:ea typeface="Rix모던고딕 M" panose="02020603020101020101" pitchFamily="18" charset="-127"/>
                </a:rPr>
                <a:t>. </a:t>
              </a:r>
              <a:r>
                <a:rPr lang="ko-KR" altLang="en-US" spc="-150" dirty="0">
                  <a:ln>
                    <a:solidFill>
                      <a:prstClr val="white">
                        <a:alpha val="10000"/>
                      </a:prstClr>
                    </a:solidFill>
                  </a:ln>
                  <a:latin typeface="Rix모던고딕 M" panose="02020603020101020101" pitchFamily="18" charset="-127"/>
                  <a:ea typeface="Rix모던고딕 M" panose="02020603020101020101" pitchFamily="18" charset="-127"/>
                </a:rPr>
                <a:t>이전 시 지원 업무</a:t>
              </a:r>
            </a:p>
          </p:txBody>
        </p:sp>
        <p:sp>
          <p:nvSpPr>
            <p:cNvPr id="68" name="TextBox 67"/>
            <p:cNvSpPr txBox="1"/>
            <p:nvPr/>
          </p:nvSpPr>
          <p:spPr>
            <a:xfrm>
              <a:off x="701675" y="2423577"/>
              <a:ext cx="4079875" cy="3077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pc="-150" dirty="0" smtClean="0">
                  <a:ln>
                    <a:solidFill>
                      <a:prstClr val="white">
                        <a:alpha val="10000"/>
                      </a:prstClr>
                    </a:solidFill>
                  </a:ln>
                  <a:latin typeface="Rix모던고딕 EB" pitchFamily="18" charset="-127"/>
                  <a:ea typeface="Rix모던고딕 EB" pitchFamily="18" charset="-127"/>
                </a:rPr>
                <a:t>Q3. </a:t>
              </a:r>
              <a:r>
                <a:rPr lang="ko-KR" altLang="en-US" spc="-150" dirty="0">
                  <a:ln>
                    <a:solidFill>
                      <a:prstClr val="white">
                        <a:alpha val="10000"/>
                      </a:prstClr>
                    </a:solidFill>
                  </a:ln>
                  <a:latin typeface="Rix모던고딕 M" panose="02020603020101020101" pitchFamily="18" charset="-127"/>
                  <a:ea typeface="Rix모던고딕 M" panose="02020603020101020101" pitchFamily="18" charset="-127"/>
                </a:rPr>
                <a:t>본 사업 참여 이유</a:t>
              </a:r>
            </a:p>
          </p:txBody>
        </p:sp>
        <p:sp>
          <p:nvSpPr>
            <p:cNvPr id="69" name="TextBox 68"/>
            <p:cNvSpPr txBox="1"/>
            <p:nvPr/>
          </p:nvSpPr>
          <p:spPr>
            <a:xfrm>
              <a:off x="701675" y="2938593"/>
              <a:ext cx="4079875" cy="3077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pc="-150" dirty="0" smtClean="0">
                  <a:ln>
                    <a:solidFill>
                      <a:prstClr val="white">
                        <a:alpha val="10000"/>
                      </a:prstClr>
                    </a:solidFill>
                  </a:ln>
                  <a:latin typeface="Rix모던고딕 EB" pitchFamily="18" charset="-127"/>
                  <a:ea typeface="Rix모던고딕 EB" pitchFamily="18" charset="-127"/>
                </a:rPr>
                <a:t>Q4. </a:t>
              </a:r>
              <a:r>
                <a:rPr lang="ko-KR" altLang="en-US" spc="-150" dirty="0">
                  <a:ln>
                    <a:solidFill>
                      <a:prstClr val="white">
                        <a:alpha val="10000"/>
                      </a:prstClr>
                    </a:solidFill>
                  </a:ln>
                  <a:latin typeface="Rix모던고딕 M" panose="02020603020101020101" pitchFamily="18" charset="-127"/>
                  <a:ea typeface="Rix모던고딕 M" panose="02020603020101020101" pitchFamily="18" charset="-127"/>
                </a:rPr>
                <a:t>본 사업의 특징</a:t>
              </a:r>
            </a:p>
          </p:txBody>
        </p:sp>
        <p:sp>
          <p:nvSpPr>
            <p:cNvPr id="70" name="TextBox 69"/>
            <p:cNvSpPr txBox="1"/>
            <p:nvPr/>
          </p:nvSpPr>
          <p:spPr>
            <a:xfrm>
              <a:off x="701675" y="3453609"/>
              <a:ext cx="4079875" cy="3077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pc="-150" dirty="0" smtClean="0">
                  <a:ln>
                    <a:solidFill>
                      <a:prstClr val="white">
                        <a:alpha val="10000"/>
                      </a:prstClr>
                    </a:solidFill>
                  </a:ln>
                  <a:latin typeface="Rix모던고딕 EB" pitchFamily="18" charset="-127"/>
                  <a:ea typeface="Rix모던고딕 EB" pitchFamily="18" charset="-127"/>
                </a:rPr>
                <a:t>Q5. </a:t>
              </a:r>
              <a:r>
                <a:rPr lang="en-US" altLang="ko-KR" spc="-150" dirty="0">
                  <a:ln>
                    <a:solidFill>
                      <a:prstClr val="white">
                        <a:alpha val="10000"/>
                      </a:prstClr>
                    </a:solidFill>
                  </a:ln>
                  <a:latin typeface="Rix모던고딕 M" panose="02020603020101020101" pitchFamily="18" charset="-127"/>
                  <a:ea typeface="Rix모던고딕 M" panose="02020603020101020101" pitchFamily="18" charset="-127"/>
                </a:rPr>
                <a:t>SLA</a:t>
              </a:r>
              <a:r>
                <a:rPr lang="ko-KR" altLang="en-US" spc="-150" dirty="0">
                  <a:ln>
                    <a:solidFill>
                      <a:prstClr val="white">
                        <a:alpha val="10000"/>
                      </a:prstClr>
                    </a:solidFill>
                  </a:ln>
                  <a:latin typeface="Rix모던고딕 M" panose="02020603020101020101" pitchFamily="18" charset="-127"/>
                  <a:ea typeface="Rix모던고딕 M" panose="02020603020101020101" pitchFamily="18" charset="-127"/>
                </a:rPr>
                <a:t>관리 방안</a:t>
              </a:r>
            </a:p>
          </p:txBody>
        </p:sp>
        <p:sp>
          <p:nvSpPr>
            <p:cNvPr id="71" name="TextBox 70"/>
            <p:cNvSpPr txBox="1"/>
            <p:nvPr/>
          </p:nvSpPr>
          <p:spPr>
            <a:xfrm>
              <a:off x="701675" y="3968625"/>
              <a:ext cx="4079875" cy="3077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pc="-150" dirty="0" smtClean="0">
                  <a:ln>
                    <a:solidFill>
                      <a:prstClr val="white">
                        <a:alpha val="10000"/>
                      </a:prstClr>
                    </a:solidFill>
                  </a:ln>
                  <a:latin typeface="Rix모던고딕 EB" pitchFamily="18" charset="-127"/>
                  <a:ea typeface="Rix모던고딕 EB" pitchFamily="18" charset="-127"/>
                </a:rPr>
                <a:t>Q6. </a:t>
              </a:r>
              <a:r>
                <a:rPr lang="ko-KR" altLang="en-US" spc="-150" dirty="0">
                  <a:ln>
                    <a:solidFill>
                      <a:prstClr val="white">
                        <a:alpha val="10000"/>
                      </a:prstClr>
                    </a:solidFill>
                  </a:ln>
                  <a:latin typeface="Rix모던고딕 M" panose="02020603020101020101" pitchFamily="18" charset="-127"/>
                  <a:ea typeface="Rix모던고딕 M" panose="02020603020101020101" pitchFamily="18" charset="-127"/>
                </a:rPr>
                <a:t>장애 원인 규명 프로세스</a:t>
              </a:r>
            </a:p>
          </p:txBody>
        </p:sp>
        <p:sp>
          <p:nvSpPr>
            <p:cNvPr id="72" name="TextBox 71"/>
            <p:cNvSpPr txBox="1"/>
            <p:nvPr/>
          </p:nvSpPr>
          <p:spPr>
            <a:xfrm>
              <a:off x="701675" y="4483641"/>
              <a:ext cx="4079875" cy="3077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pc="-150" dirty="0" smtClean="0">
                  <a:ln>
                    <a:solidFill>
                      <a:prstClr val="white">
                        <a:alpha val="10000"/>
                      </a:prstClr>
                    </a:solidFill>
                  </a:ln>
                  <a:latin typeface="Rix모던고딕 EB" pitchFamily="18" charset="-127"/>
                  <a:ea typeface="Rix모던고딕 EB" pitchFamily="18" charset="-127"/>
                </a:rPr>
                <a:t>Q7. </a:t>
              </a:r>
              <a:r>
                <a:rPr lang="ko-KR" altLang="en-US" spc="-150" dirty="0">
                  <a:ln>
                    <a:solidFill>
                      <a:prstClr val="white">
                        <a:alpha val="10000"/>
                      </a:prstClr>
                    </a:solidFill>
                  </a:ln>
                  <a:latin typeface="Rix모던고딕 M" panose="02020603020101020101" pitchFamily="18" charset="-127"/>
                  <a:ea typeface="Rix모던고딕 M" panose="02020603020101020101" pitchFamily="18" charset="-127"/>
                </a:rPr>
                <a:t>본 사업의 핵심 관리 사항</a:t>
              </a:r>
            </a:p>
          </p:txBody>
        </p:sp>
        <p:sp>
          <p:nvSpPr>
            <p:cNvPr id="73" name="TextBox 72"/>
            <p:cNvSpPr txBox="1"/>
            <p:nvPr/>
          </p:nvSpPr>
          <p:spPr>
            <a:xfrm>
              <a:off x="701675" y="4998657"/>
              <a:ext cx="4079875" cy="3077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pc="-150" dirty="0" smtClean="0">
                  <a:ln>
                    <a:solidFill>
                      <a:prstClr val="white">
                        <a:alpha val="10000"/>
                      </a:prstClr>
                    </a:solidFill>
                  </a:ln>
                  <a:latin typeface="Rix모던고딕 EB" pitchFamily="18" charset="-127"/>
                  <a:ea typeface="Rix모던고딕 EB" pitchFamily="18" charset="-127"/>
                </a:rPr>
                <a:t>Q8. </a:t>
              </a:r>
              <a:r>
                <a:rPr lang="ko-KR" altLang="en-US" spc="-150" dirty="0">
                  <a:ln>
                    <a:solidFill>
                      <a:prstClr val="white">
                        <a:alpha val="10000"/>
                      </a:prstClr>
                    </a:solidFill>
                  </a:ln>
                  <a:latin typeface="Rix모던고딕 M" panose="02020603020101020101" pitchFamily="18" charset="-127"/>
                  <a:ea typeface="Rix모던고딕 M" panose="02020603020101020101" pitchFamily="18" charset="-127"/>
                </a:rPr>
                <a:t>사이버침해 발생 시 대응 방법</a:t>
              </a:r>
            </a:p>
          </p:txBody>
        </p:sp>
        <p:sp>
          <p:nvSpPr>
            <p:cNvPr id="74" name="TextBox 73"/>
            <p:cNvSpPr txBox="1"/>
            <p:nvPr/>
          </p:nvSpPr>
          <p:spPr>
            <a:xfrm>
              <a:off x="701675" y="5513673"/>
              <a:ext cx="4079875" cy="3077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pc="-150" dirty="0" smtClean="0">
                  <a:ln>
                    <a:solidFill>
                      <a:prstClr val="white">
                        <a:alpha val="10000"/>
                      </a:prstClr>
                    </a:solidFill>
                  </a:ln>
                  <a:latin typeface="Rix모던고딕 EB" pitchFamily="18" charset="-127"/>
                  <a:ea typeface="Rix모던고딕 EB" pitchFamily="18" charset="-127"/>
                </a:rPr>
                <a:t>Q9. </a:t>
              </a:r>
              <a:r>
                <a:rPr lang="ko-KR" altLang="en-US" spc="-150" dirty="0">
                  <a:ln>
                    <a:solidFill>
                      <a:prstClr val="white">
                        <a:alpha val="10000"/>
                      </a:prstClr>
                    </a:solidFill>
                  </a:ln>
                  <a:latin typeface="Rix모던고딕 M" panose="02020603020101020101" pitchFamily="18" charset="-127"/>
                  <a:ea typeface="Rix모던고딕 M" panose="02020603020101020101" pitchFamily="18" charset="-127"/>
                </a:rPr>
                <a:t>최근 사이버침해 유형</a:t>
              </a:r>
            </a:p>
          </p:txBody>
        </p:sp>
        <p:sp>
          <p:nvSpPr>
            <p:cNvPr id="75" name="TextBox 74"/>
            <p:cNvSpPr txBox="1"/>
            <p:nvPr/>
          </p:nvSpPr>
          <p:spPr>
            <a:xfrm>
              <a:off x="701675" y="6028692"/>
              <a:ext cx="4079875" cy="3077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pc="-150" dirty="0" smtClean="0">
                  <a:ln>
                    <a:solidFill>
                      <a:prstClr val="white">
                        <a:alpha val="10000"/>
                      </a:prstClr>
                    </a:solidFill>
                  </a:ln>
                  <a:latin typeface="Rix모던고딕 EB" pitchFamily="18" charset="-127"/>
                  <a:ea typeface="Rix모던고딕 EB" pitchFamily="18" charset="-127"/>
                </a:rPr>
                <a:t>Q10. </a:t>
              </a:r>
              <a:r>
                <a:rPr lang="ko-KR" altLang="en-US" spc="-150" dirty="0">
                  <a:ln>
                    <a:solidFill>
                      <a:prstClr val="white">
                        <a:alpha val="10000"/>
                      </a:prstClr>
                    </a:solidFill>
                  </a:ln>
                  <a:latin typeface="Rix모던고딕 M" panose="02020603020101020101" pitchFamily="18" charset="-127"/>
                  <a:ea typeface="Rix모던고딕 M" panose="02020603020101020101" pitchFamily="18" charset="-127"/>
                </a:rPr>
                <a:t>투입 인력</a:t>
              </a:r>
              <a:r>
                <a:rPr lang="en-US" altLang="ko-KR" spc="-150" dirty="0">
                  <a:ln>
                    <a:solidFill>
                      <a:prstClr val="white">
                        <a:alpha val="10000"/>
                      </a:prstClr>
                    </a:solidFill>
                  </a:ln>
                  <a:latin typeface="Rix모던고딕 M" panose="02020603020101020101" pitchFamily="18" charset="-127"/>
                  <a:ea typeface="Rix모던고딕 M" panose="02020603020101020101" pitchFamily="18" charset="-127"/>
                </a:rPr>
                <a:t>(</a:t>
              </a:r>
              <a:r>
                <a:rPr lang="ko-KR" altLang="en-US" spc="-150" dirty="0">
                  <a:ln>
                    <a:solidFill>
                      <a:prstClr val="white">
                        <a:alpha val="10000"/>
                      </a:prstClr>
                    </a:solidFill>
                  </a:ln>
                  <a:latin typeface="Rix모던고딕 M" panose="02020603020101020101" pitchFamily="18" charset="-127"/>
                  <a:ea typeface="Rix모던고딕 M" panose="02020603020101020101" pitchFamily="18" charset="-127"/>
                </a:rPr>
                <a:t>협력사 포함</a:t>
              </a:r>
              <a:r>
                <a:rPr lang="en-US" altLang="ko-KR" spc="-150" dirty="0">
                  <a:ln>
                    <a:solidFill>
                      <a:prstClr val="white">
                        <a:alpha val="10000"/>
                      </a:prstClr>
                    </a:solidFill>
                  </a:ln>
                  <a:latin typeface="Rix모던고딕 M" panose="02020603020101020101" pitchFamily="18" charset="-127"/>
                  <a:ea typeface="Rix모던고딕 M" panose="02020603020101020101" pitchFamily="18" charset="-127"/>
                </a:rPr>
                <a:t>) </a:t>
              </a:r>
            </a:p>
          </p:txBody>
        </p:sp>
        <p:sp>
          <p:nvSpPr>
            <p:cNvPr id="76" name="TextBox 75"/>
            <p:cNvSpPr txBox="1"/>
            <p:nvPr/>
          </p:nvSpPr>
          <p:spPr>
            <a:xfrm>
              <a:off x="4962525" y="1393545"/>
              <a:ext cx="4079875" cy="3077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pc="-150" dirty="0" smtClean="0">
                  <a:ln>
                    <a:solidFill>
                      <a:prstClr val="white">
                        <a:alpha val="10000"/>
                      </a:prstClr>
                    </a:solidFill>
                  </a:ln>
                  <a:latin typeface="Rix모던고딕 EB" pitchFamily="18" charset="-127"/>
                  <a:ea typeface="Rix모던고딕 EB" pitchFamily="18" charset="-127"/>
                </a:rPr>
                <a:t>Q11. </a:t>
              </a:r>
              <a:r>
                <a:rPr lang="ko-KR" altLang="en-US" spc="-150" dirty="0">
                  <a:ln>
                    <a:solidFill>
                      <a:prstClr val="white">
                        <a:alpha val="10000"/>
                      </a:prstClr>
                    </a:solidFill>
                  </a:ln>
                  <a:latin typeface="Rix모던고딕 M" panose="02020603020101020101" pitchFamily="18" charset="-127"/>
                  <a:ea typeface="Rix모던고딕 M" panose="02020603020101020101" pitchFamily="18" charset="-127"/>
                </a:rPr>
                <a:t>향후 발전 방향</a:t>
              </a:r>
            </a:p>
          </p:txBody>
        </p:sp>
        <p:sp>
          <p:nvSpPr>
            <p:cNvPr id="77" name="TextBox 76"/>
            <p:cNvSpPr txBox="1"/>
            <p:nvPr/>
          </p:nvSpPr>
          <p:spPr>
            <a:xfrm>
              <a:off x="4962525" y="1908561"/>
              <a:ext cx="4079875" cy="3077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pc="-150" dirty="0" smtClean="0">
                  <a:ln>
                    <a:solidFill>
                      <a:prstClr val="white">
                        <a:alpha val="10000"/>
                      </a:prstClr>
                    </a:solidFill>
                  </a:ln>
                  <a:latin typeface="Rix모던고딕 EB" pitchFamily="18" charset="-127"/>
                  <a:ea typeface="Rix모던고딕 EB" pitchFamily="18" charset="-127"/>
                </a:rPr>
                <a:t>Q12</a:t>
              </a:r>
              <a:r>
                <a:rPr lang="en-US" altLang="ko-KR" spc="-150" dirty="0" smtClean="0">
                  <a:ln>
                    <a:solidFill>
                      <a:prstClr val="white">
                        <a:alpha val="10000"/>
                      </a:prstClr>
                    </a:solidFill>
                  </a:ln>
                  <a:latin typeface="Rix모던고딕 M" panose="02020603020101020101" pitchFamily="18" charset="-127"/>
                  <a:ea typeface="Rix모던고딕 M" panose="02020603020101020101" pitchFamily="18" charset="-127"/>
                </a:rPr>
                <a:t>. </a:t>
              </a:r>
              <a:r>
                <a:rPr lang="ko-KR" altLang="en-US" spc="-150" dirty="0">
                  <a:ln>
                    <a:solidFill>
                      <a:prstClr val="white">
                        <a:alpha val="10000"/>
                      </a:prstClr>
                    </a:solidFill>
                  </a:ln>
                  <a:latin typeface="Rix모던고딕 M" panose="02020603020101020101" pitchFamily="18" charset="-127"/>
                  <a:ea typeface="Rix모던고딕 M" panose="02020603020101020101" pitchFamily="18" charset="-127"/>
                </a:rPr>
                <a:t>장애처리 지원 방안</a:t>
              </a:r>
            </a:p>
          </p:txBody>
        </p:sp>
        <p:sp>
          <p:nvSpPr>
            <p:cNvPr id="78" name="TextBox 77"/>
            <p:cNvSpPr txBox="1"/>
            <p:nvPr/>
          </p:nvSpPr>
          <p:spPr>
            <a:xfrm>
              <a:off x="4962525" y="2423577"/>
              <a:ext cx="4079875" cy="3077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pc="-150" dirty="0" smtClean="0">
                  <a:ln>
                    <a:solidFill>
                      <a:prstClr val="white">
                        <a:alpha val="10000"/>
                      </a:prstClr>
                    </a:solidFill>
                  </a:ln>
                  <a:latin typeface="Rix모던고딕 EB" pitchFamily="18" charset="-127"/>
                  <a:ea typeface="Rix모던고딕 EB" pitchFamily="18" charset="-127"/>
                </a:rPr>
                <a:t>Q13. </a:t>
              </a:r>
              <a:r>
                <a:rPr lang="en-US" altLang="ko-KR" spc="-150" dirty="0">
                  <a:ln>
                    <a:solidFill>
                      <a:prstClr val="white">
                        <a:alpha val="10000"/>
                      </a:prstClr>
                    </a:solidFill>
                  </a:ln>
                  <a:latin typeface="Rix모던고딕 M" panose="02020603020101020101" pitchFamily="18" charset="-127"/>
                  <a:ea typeface="Rix모던고딕 M" panose="02020603020101020101" pitchFamily="18" charset="-127"/>
                </a:rPr>
                <a:t>L/B, </a:t>
              </a:r>
              <a:r>
                <a:rPr lang="ko-KR" altLang="en-US" spc="-150" dirty="0">
                  <a:ln>
                    <a:solidFill>
                      <a:prstClr val="white">
                        <a:alpha val="10000"/>
                      </a:prstClr>
                    </a:solidFill>
                  </a:ln>
                  <a:latin typeface="Rix모던고딕 M" panose="02020603020101020101" pitchFamily="18" charset="-127"/>
                  <a:ea typeface="Rix모던고딕 M" panose="02020603020101020101" pitchFamily="18" charset="-127"/>
                </a:rPr>
                <a:t>가상화</a:t>
              </a:r>
              <a:r>
                <a:rPr lang="en-US" altLang="ko-KR" spc="-150" dirty="0">
                  <a:ln>
                    <a:solidFill>
                      <a:prstClr val="white">
                        <a:alpha val="10000"/>
                      </a:prstClr>
                    </a:solidFill>
                  </a:ln>
                  <a:latin typeface="Rix모던고딕 M" panose="02020603020101020101" pitchFamily="18" charset="-127"/>
                  <a:ea typeface="Rix모던고딕 M" panose="02020603020101020101" pitchFamily="18" charset="-127"/>
                </a:rPr>
                <a:t>, L2 </a:t>
              </a:r>
              <a:r>
                <a:rPr lang="ko-KR" altLang="en-US" spc="-150" dirty="0">
                  <a:ln>
                    <a:solidFill>
                      <a:prstClr val="white">
                        <a:alpha val="10000"/>
                      </a:prstClr>
                    </a:solidFill>
                  </a:ln>
                  <a:latin typeface="Rix모던고딕 M" panose="02020603020101020101" pitchFamily="18" charset="-127"/>
                  <a:ea typeface="Rix모던고딕 M" panose="02020603020101020101" pitchFamily="18" charset="-127"/>
                </a:rPr>
                <a:t>트렁크 구성 방안</a:t>
              </a:r>
            </a:p>
          </p:txBody>
        </p:sp>
        <p:sp>
          <p:nvSpPr>
            <p:cNvPr id="79" name="TextBox 78"/>
            <p:cNvSpPr txBox="1"/>
            <p:nvPr/>
          </p:nvSpPr>
          <p:spPr>
            <a:xfrm>
              <a:off x="4962525" y="2938593"/>
              <a:ext cx="4079875" cy="3077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pc="-150" dirty="0" smtClean="0">
                  <a:ln>
                    <a:solidFill>
                      <a:prstClr val="white">
                        <a:alpha val="10000"/>
                      </a:prstClr>
                    </a:solidFill>
                  </a:ln>
                  <a:latin typeface="Rix모던고딕 EB" pitchFamily="18" charset="-127"/>
                  <a:ea typeface="Rix모던고딕 EB" pitchFamily="18" charset="-127"/>
                </a:rPr>
                <a:t>Q14. </a:t>
              </a:r>
              <a:r>
                <a:rPr lang="ko-KR" altLang="en-US" spc="-150" dirty="0">
                  <a:ln>
                    <a:solidFill>
                      <a:prstClr val="white">
                        <a:alpha val="10000"/>
                      </a:prstClr>
                    </a:solidFill>
                  </a:ln>
                  <a:latin typeface="Rix모던고딕 M" panose="02020603020101020101" pitchFamily="18" charset="-127"/>
                  <a:ea typeface="Rix모던고딕 M" panose="02020603020101020101" pitchFamily="18" charset="-127"/>
                </a:rPr>
                <a:t>무중단 구축 방안</a:t>
              </a:r>
            </a:p>
          </p:txBody>
        </p:sp>
        <p:sp>
          <p:nvSpPr>
            <p:cNvPr id="80" name="TextBox 79"/>
            <p:cNvSpPr txBox="1"/>
            <p:nvPr/>
          </p:nvSpPr>
          <p:spPr>
            <a:xfrm>
              <a:off x="4962525" y="3453609"/>
              <a:ext cx="4079875" cy="3077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pc="-150" dirty="0" smtClean="0">
                  <a:ln>
                    <a:solidFill>
                      <a:prstClr val="white">
                        <a:alpha val="10000"/>
                      </a:prstClr>
                    </a:solidFill>
                  </a:ln>
                  <a:latin typeface="Rix모던고딕 EB" pitchFamily="18" charset="-127"/>
                  <a:ea typeface="Rix모던고딕 EB" pitchFamily="18" charset="-127"/>
                </a:rPr>
                <a:t>Q15. </a:t>
              </a:r>
              <a:r>
                <a:rPr lang="ko-KR" altLang="en-US" spc="-150" dirty="0">
                  <a:ln>
                    <a:solidFill>
                      <a:prstClr val="white">
                        <a:alpha val="10000"/>
                      </a:prstClr>
                    </a:solidFill>
                  </a:ln>
                  <a:latin typeface="Rix모던고딕 M" panose="02020603020101020101" pitchFamily="18" charset="-127"/>
                  <a:ea typeface="Rix모던고딕 M" panose="02020603020101020101" pitchFamily="18" charset="-127"/>
                </a:rPr>
                <a:t>군 사업 수행 경험</a:t>
              </a:r>
            </a:p>
          </p:txBody>
        </p:sp>
        <p:sp>
          <p:nvSpPr>
            <p:cNvPr id="81" name="TextBox 80"/>
            <p:cNvSpPr txBox="1"/>
            <p:nvPr/>
          </p:nvSpPr>
          <p:spPr>
            <a:xfrm>
              <a:off x="4962525" y="3968625"/>
              <a:ext cx="4079875" cy="3077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pc="-150" dirty="0" smtClean="0">
                  <a:ln>
                    <a:solidFill>
                      <a:prstClr val="white">
                        <a:alpha val="10000"/>
                      </a:prstClr>
                    </a:solidFill>
                  </a:ln>
                  <a:latin typeface="Rix모던고딕 EB" pitchFamily="18" charset="-127"/>
                  <a:ea typeface="Rix모던고딕 EB" pitchFamily="18" charset="-127"/>
                </a:rPr>
                <a:t>Q16. </a:t>
              </a:r>
              <a:r>
                <a:rPr lang="ko-KR" altLang="en-US" spc="-150" dirty="0">
                  <a:ln>
                    <a:solidFill>
                      <a:prstClr val="white">
                        <a:alpha val="10000"/>
                      </a:prstClr>
                    </a:solidFill>
                  </a:ln>
                  <a:latin typeface="Rix모던고딕 M" panose="02020603020101020101" pitchFamily="18" charset="-127"/>
                  <a:ea typeface="Rix모던고딕 M" panose="02020603020101020101" pitchFamily="18" charset="-127"/>
                </a:rPr>
                <a:t>휴일 및 비상 시 지원 방안</a:t>
              </a:r>
            </a:p>
          </p:txBody>
        </p:sp>
        <p:sp>
          <p:nvSpPr>
            <p:cNvPr id="82" name="TextBox 81"/>
            <p:cNvSpPr txBox="1"/>
            <p:nvPr/>
          </p:nvSpPr>
          <p:spPr>
            <a:xfrm>
              <a:off x="4962525" y="4483641"/>
              <a:ext cx="4079875" cy="3077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pc="-150" dirty="0" smtClean="0">
                  <a:ln>
                    <a:solidFill>
                      <a:prstClr val="white">
                        <a:alpha val="10000"/>
                      </a:prstClr>
                    </a:solidFill>
                  </a:ln>
                  <a:latin typeface="Rix모던고딕 EB" pitchFamily="18" charset="-127"/>
                  <a:ea typeface="Rix모던고딕 EB" pitchFamily="18" charset="-127"/>
                </a:rPr>
                <a:t>Q17. </a:t>
              </a:r>
              <a:r>
                <a:rPr lang="ko-KR" altLang="en-US" spc="-150" dirty="0">
                  <a:ln>
                    <a:solidFill>
                      <a:prstClr val="white">
                        <a:alpha val="10000"/>
                      </a:prstClr>
                    </a:solidFill>
                  </a:ln>
                  <a:latin typeface="Rix모던고딕 M" panose="02020603020101020101" pitchFamily="18" charset="-127"/>
                  <a:ea typeface="Rix모던고딕 M" panose="02020603020101020101" pitchFamily="18" charset="-127"/>
                </a:rPr>
                <a:t>제안사 주요 실적</a:t>
              </a:r>
            </a:p>
          </p:txBody>
        </p:sp>
        <p:cxnSp>
          <p:nvCxnSpPr>
            <p:cNvPr id="83" name="직선 연결선 82"/>
            <p:cNvCxnSpPr/>
            <p:nvPr/>
          </p:nvCxnSpPr>
          <p:spPr>
            <a:xfrm>
              <a:off x="701675" y="1812056"/>
              <a:ext cx="8958984" cy="0"/>
            </a:xfrm>
            <a:prstGeom prst="line">
              <a:avLst/>
            </a:prstGeom>
            <a:ln w="6350">
              <a:solidFill>
                <a:schemeClr val="tx1">
                  <a:lumMod val="50000"/>
                  <a:lumOff val="50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직선 연결선 83"/>
            <p:cNvCxnSpPr/>
            <p:nvPr/>
          </p:nvCxnSpPr>
          <p:spPr>
            <a:xfrm>
              <a:off x="701675" y="2326406"/>
              <a:ext cx="8718937" cy="0"/>
            </a:xfrm>
            <a:prstGeom prst="line">
              <a:avLst/>
            </a:prstGeom>
            <a:ln w="6350">
              <a:solidFill>
                <a:schemeClr val="tx1">
                  <a:lumMod val="50000"/>
                  <a:lumOff val="50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직선 연결선 84"/>
            <p:cNvCxnSpPr/>
            <p:nvPr/>
          </p:nvCxnSpPr>
          <p:spPr>
            <a:xfrm>
              <a:off x="701675" y="2828056"/>
              <a:ext cx="8499475" cy="0"/>
            </a:xfrm>
            <a:prstGeom prst="line">
              <a:avLst/>
            </a:prstGeom>
            <a:ln w="6350">
              <a:solidFill>
                <a:schemeClr val="tx1">
                  <a:lumMod val="50000"/>
                  <a:lumOff val="50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직선 연결선 85"/>
            <p:cNvCxnSpPr/>
            <p:nvPr/>
          </p:nvCxnSpPr>
          <p:spPr>
            <a:xfrm>
              <a:off x="701675" y="3336056"/>
              <a:ext cx="8285775" cy="0"/>
            </a:xfrm>
            <a:prstGeom prst="line">
              <a:avLst/>
            </a:prstGeom>
            <a:ln w="6350">
              <a:solidFill>
                <a:schemeClr val="tx1">
                  <a:lumMod val="50000"/>
                  <a:lumOff val="50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직선 연결선 86"/>
            <p:cNvCxnSpPr/>
            <p:nvPr/>
          </p:nvCxnSpPr>
          <p:spPr>
            <a:xfrm>
              <a:off x="701675" y="3856756"/>
              <a:ext cx="8029575" cy="0"/>
            </a:xfrm>
            <a:prstGeom prst="line">
              <a:avLst/>
            </a:prstGeom>
            <a:ln w="6350">
              <a:solidFill>
                <a:schemeClr val="tx1">
                  <a:lumMod val="50000"/>
                  <a:lumOff val="50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직선 연결선 87"/>
            <p:cNvCxnSpPr/>
            <p:nvPr/>
          </p:nvCxnSpPr>
          <p:spPr>
            <a:xfrm>
              <a:off x="701675" y="4377456"/>
              <a:ext cx="7813675" cy="0"/>
            </a:xfrm>
            <a:prstGeom prst="line">
              <a:avLst/>
            </a:prstGeom>
            <a:ln w="6350">
              <a:solidFill>
                <a:schemeClr val="tx1">
                  <a:lumMod val="50000"/>
                  <a:lumOff val="50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직선 연결선 88"/>
            <p:cNvCxnSpPr/>
            <p:nvPr/>
          </p:nvCxnSpPr>
          <p:spPr>
            <a:xfrm>
              <a:off x="701675" y="4891806"/>
              <a:ext cx="7561263" cy="0"/>
            </a:xfrm>
            <a:prstGeom prst="line">
              <a:avLst/>
            </a:prstGeom>
            <a:ln w="6350">
              <a:solidFill>
                <a:schemeClr val="tx1">
                  <a:lumMod val="50000"/>
                  <a:lumOff val="50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직선 연결선 89"/>
            <p:cNvCxnSpPr/>
            <p:nvPr/>
          </p:nvCxnSpPr>
          <p:spPr>
            <a:xfrm>
              <a:off x="701675" y="5406156"/>
              <a:ext cx="7342188" cy="0"/>
            </a:xfrm>
            <a:prstGeom prst="line">
              <a:avLst/>
            </a:prstGeom>
            <a:ln w="6350">
              <a:solidFill>
                <a:schemeClr val="tx1">
                  <a:lumMod val="50000"/>
                  <a:lumOff val="50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직선 연결선 90"/>
            <p:cNvCxnSpPr/>
            <p:nvPr/>
          </p:nvCxnSpPr>
          <p:spPr>
            <a:xfrm>
              <a:off x="701675" y="5926856"/>
              <a:ext cx="7104063" cy="0"/>
            </a:xfrm>
            <a:prstGeom prst="line">
              <a:avLst/>
            </a:prstGeom>
            <a:ln w="6350">
              <a:solidFill>
                <a:schemeClr val="tx1">
                  <a:lumMod val="50000"/>
                  <a:lumOff val="50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93" name="Picture 4" descr="G:\work\아이티센시스템즈\경찰청공조조회유지보수\icon&amp;dia\제안서템플릿이미지-77.png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402998" y="5631280"/>
              <a:ext cx="1897785" cy="160770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4" name="직사각형 33"/>
            <p:cNvSpPr/>
            <p:nvPr/>
          </p:nvSpPr>
          <p:spPr>
            <a:xfrm>
              <a:off x="4957240" y="5011229"/>
              <a:ext cx="3198761" cy="29238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pc="-150" dirty="0">
                  <a:ln>
                    <a:solidFill>
                      <a:prstClr val="white">
                        <a:alpha val="10000"/>
                      </a:prstClr>
                    </a:solidFill>
                  </a:ln>
                  <a:latin typeface="Rix모던고딕 EB" pitchFamily="18" charset="-127"/>
                  <a:ea typeface="Rix모던고딕 EB" pitchFamily="18" charset="-127"/>
                </a:rPr>
                <a:t>Q18. </a:t>
              </a:r>
              <a:r>
                <a:rPr lang="ko-KR" altLang="en-US" spc="-150" dirty="0">
                  <a:ln>
                    <a:solidFill>
                      <a:prstClr val="white">
                        <a:alpha val="10000"/>
                      </a:prstClr>
                    </a:solidFill>
                  </a:ln>
                  <a:latin typeface="Rix모던고딕 M" panose="02020603020101020101" pitchFamily="18" charset="-127"/>
                  <a:ea typeface="Rix모던고딕 M" panose="02020603020101020101" pitchFamily="18" charset="-127"/>
                </a:rPr>
                <a:t>네트워크 장비 </a:t>
              </a:r>
              <a:r>
                <a:rPr lang="en-US" altLang="ko-KR" spc="-150" dirty="0">
                  <a:ln>
                    <a:solidFill>
                      <a:prstClr val="white">
                        <a:alpha val="10000"/>
                      </a:prstClr>
                    </a:solidFill>
                  </a:ln>
                  <a:latin typeface="Rix모던고딕 M" panose="02020603020101020101" pitchFamily="18" charset="-127"/>
                  <a:ea typeface="Rix모던고딕 M" panose="02020603020101020101" pitchFamily="18" charset="-127"/>
                </a:rPr>
                <a:t>Green IT </a:t>
              </a:r>
              <a:r>
                <a:rPr lang="ko-KR" altLang="en-US" spc="-150" dirty="0">
                  <a:ln>
                    <a:solidFill>
                      <a:prstClr val="white">
                        <a:alpha val="10000"/>
                      </a:prstClr>
                    </a:solidFill>
                  </a:ln>
                  <a:latin typeface="Rix모던고딕 M" panose="02020603020101020101" pitchFamily="18" charset="-127"/>
                  <a:ea typeface="Rix모던고딕 M" panose="02020603020101020101" pitchFamily="18" charset="-127"/>
                </a:rPr>
                <a:t>지원</a:t>
              </a: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4962525" y="5512329"/>
              <a:ext cx="2843213" cy="292388"/>
            </a:xfrm>
            <a:prstGeom prst="rect">
              <a:avLst/>
            </a:prstGeom>
            <a:noFill/>
            <a:ln w="6350">
              <a:noFill/>
            </a:ln>
            <a:effectLst/>
            <a:scene3d>
              <a:camera prst="orthographicFront"/>
              <a:lightRig rig="threePt" dir="t"/>
            </a:scene3d>
            <a:sp3d>
              <a:bevelT w="0" h="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 anchorCtr="0">
              <a:spAutoFit/>
              <a:sp3d>
                <a:bevelT w="0" h="0"/>
                <a:contourClr>
                  <a:schemeClr val="bg1"/>
                </a:contourClr>
              </a:sp3d>
            </a:bodyPr>
            <a:lstStyle>
              <a:defPPr>
                <a:defRPr lang="ko-KR"/>
              </a:defPPr>
              <a:lvl1pPr lvl="0" indent="0" defTabSz="801639" latinLnBrk="0">
                <a:lnSpc>
                  <a:spcPct val="100000"/>
                </a:lnSpc>
                <a:spcBef>
                  <a:spcPts val="88"/>
                </a:spcBef>
                <a:spcAft>
                  <a:spcPts val="88"/>
                </a:spcAft>
                <a:defRPr sz="2400" spc="0">
                  <a:ln>
                    <a:solidFill>
                      <a:prstClr val="white">
                        <a:alpha val="10000"/>
                      </a:prstClr>
                    </a:solidFill>
                  </a:ln>
                  <a:solidFill>
                    <a:prstClr val="white"/>
                  </a:solidFill>
                  <a:effectLst/>
                  <a:latin typeface="나눔고딕 ExtraBold" panose="020D0904000000000000" pitchFamily="50" charset="-127"/>
                  <a:ea typeface="나눔고딕 ExtraBold" panose="020D0904000000000000" pitchFamily="50" charset="-127"/>
                </a:defRPr>
              </a:lvl1pPr>
            </a:lstStyle>
            <a:p>
              <a:r>
                <a:rPr lang="en-US" altLang="ko-KR" sz="1900" b="1" spc="-150" dirty="0">
                  <a:solidFill>
                    <a:schemeClr val="tx1"/>
                  </a:solidFill>
                  <a:latin typeface="Rix모던고딕 M" panose="02020603020101020101" pitchFamily="18" charset="-127"/>
                  <a:ea typeface="Rix모던고딕 M" panose="02020603020101020101" pitchFamily="18" charset="-127"/>
                </a:rPr>
                <a:t>Q19</a:t>
              </a:r>
              <a:r>
                <a:rPr lang="en-US" altLang="ko-KR" sz="1900" spc="-150" dirty="0">
                  <a:solidFill>
                    <a:schemeClr val="tx1"/>
                  </a:solidFill>
                  <a:latin typeface="Rix모던고딕 M" panose="02020603020101020101" pitchFamily="18" charset="-127"/>
                  <a:ea typeface="Rix모던고딕 M" panose="02020603020101020101" pitchFamily="18" charset="-127"/>
                </a:rPr>
                <a:t>. </a:t>
              </a:r>
              <a:r>
                <a:rPr lang="ko-KR" altLang="en-US" sz="1900" spc="-150" dirty="0" smtClean="0">
                  <a:solidFill>
                    <a:schemeClr val="tx1"/>
                  </a:solidFill>
                  <a:latin typeface="Rix모던고딕 M" panose="02020603020101020101" pitchFamily="18" charset="-127"/>
                  <a:ea typeface="Rix모던고딕 M" panose="02020603020101020101" pitchFamily="18" charset="-127"/>
                </a:rPr>
                <a:t>제안</a:t>
              </a:r>
              <a:r>
                <a:rPr lang="en-US" altLang="ko-KR" sz="1900" spc="-150" dirty="0" smtClean="0">
                  <a:solidFill>
                    <a:schemeClr val="tx1"/>
                  </a:solidFill>
                  <a:latin typeface="Rix모던고딕 M" panose="02020603020101020101" pitchFamily="18" charset="-127"/>
                  <a:ea typeface="Rix모던고딕 M" panose="02020603020101020101" pitchFamily="18" charset="-127"/>
                </a:rPr>
                <a:t> </a:t>
              </a:r>
              <a:r>
                <a:rPr lang="ko-KR" altLang="en-US" sz="1900" spc="-150" dirty="0" smtClean="0">
                  <a:solidFill>
                    <a:schemeClr val="tx1"/>
                  </a:solidFill>
                  <a:latin typeface="Rix모던고딕 M" panose="02020603020101020101" pitchFamily="18" charset="-127"/>
                  <a:ea typeface="Rix모던고딕 M" panose="02020603020101020101" pitchFamily="18" charset="-127"/>
                </a:rPr>
                <a:t>장비 선정 </a:t>
              </a:r>
              <a:r>
                <a:rPr lang="ko-KR" altLang="en-US" sz="1900" spc="-150" dirty="0">
                  <a:solidFill>
                    <a:schemeClr val="tx1"/>
                  </a:solidFill>
                  <a:latin typeface="Rix모던고딕 M" panose="02020603020101020101" pitchFamily="18" charset="-127"/>
                  <a:ea typeface="Rix모던고딕 M" panose="02020603020101020101" pitchFamily="18" charset="-127"/>
                </a:rPr>
                <a:t>기준</a:t>
              </a: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4951412" y="6060527"/>
              <a:ext cx="2955999" cy="292388"/>
            </a:xfrm>
            <a:prstGeom prst="rect">
              <a:avLst/>
            </a:prstGeom>
            <a:noFill/>
            <a:ln w="6350">
              <a:noFill/>
            </a:ln>
            <a:effectLst/>
            <a:scene3d>
              <a:camera prst="orthographicFront"/>
              <a:lightRig rig="threePt" dir="t"/>
            </a:scene3d>
            <a:sp3d>
              <a:bevelT w="0" h="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 anchorCtr="0">
              <a:spAutoFit/>
              <a:sp3d>
                <a:bevelT w="0" h="0"/>
                <a:contourClr>
                  <a:schemeClr val="bg1"/>
                </a:contourClr>
              </a:sp3d>
            </a:bodyPr>
            <a:lstStyle>
              <a:defPPr>
                <a:defRPr lang="ko-KR"/>
              </a:defPPr>
              <a:lvl1pPr lvl="0" indent="0" defTabSz="801639" latinLnBrk="0">
                <a:lnSpc>
                  <a:spcPct val="100000"/>
                </a:lnSpc>
                <a:spcBef>
                  <a:spcPts val="88"/>
                </a:spcBef>
                <a:spcAft>
                  <a:spcPts val="88"/>
                </a:spcAft>
                <a:defRPr b="1" spc="-150">
                  <a:ln>
                    <a:solidFill>
                      <a:prstClr val="white">
                        <a:alpha val="10000"/>
                      </a:prstClr>
                    </a:solidFill>
                  </a:ln>
                  <a:solidFill>
                    <a:schemeClr val="tx1"/>
                  </a:solidFill>
                  <a:effectLst/>
                  <a:latin typeface="Rix모던고딕 M" panose="02020603020101020101" pitchFamily="18" charset="-127"/>
                  <a:ea typeface="Rix모던고딕 M" panose="02020603020101020101" pitchFamily="18" charset="-127"/>
                </a:defRPr>
              </a:lvl1pPr>
            </a:lstStyle>
            <a:p>
              <a:r>
                <a:rPr lang="en-US" altLang="ko-KR" dirty="0"/>
                <a:t>Q20. </a:t>
              </a:r>
              <a:r>
                <a:rPr lang="ko-KR" altLang="en-US" b="0" dirty="0"/>
                <a:t>무상하자보수 방안</a:t>
              </a:r>
            </a:p>
          </p:txBody>
        </p:sp>
      </p:grpSp>
      <p:pic>
        <p:nvPicPr>
          <p:cNvPr id="38" name="Picture 2" descr="C:\Users\CCS\Desktop\다원_컨소.pn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67046" y="831131"/>
            <a:ext cx="1981200" cy="393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058078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직사각형 30"/>
          <p:cNvSpPr/>
          <p:nvPr/>
        </p:nvSpPr>
        <p:spPr>
          <a:xfrm>
            <a:off x="0" y="307090"/>
            <a:ext cx="10693400" cy="46218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 cap="rnd" cmpd="sng">
            <a:noFill/>
            <a:prstDash val="solid"/>
            <a:headEnd type="none" w="lg" len="med"/>
            <a:tailEnd type="none" w="lg" len="med"/>
          </a:ln>
          <a:effectLst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none" lIns="99569" tIns="172873" rIns="99569" bIns="49785"/>
          <a:lstStyle/>
          <a:p>
            <a:pPr algn="ctr" latinLnBrk="0"/>
            <a:endParaRPr lang="ko-KR" altLang="en-US" sz="1700" b="1" dirty="0">
              <a:gradFill>
                <a:gsLst>
                  <a:gs pos="0">
                    <a:prstClr val="white"/>
                  </a:gs>
                  <a:gs pos="100000">
                    <a:prstClr val="white"/>
                  </a:gs>
                </a:gsLst>
                <a:lin ang="5400000" scaled="0"/>
              </a:gra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고도 B" panose="02000503000000020004" pitchFamily="2" charset="-127"/>
              <a:ea typeface="고도 B" panose="02000503000000020004" pitchFamily="2" charset="-127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347918" y="357032"/>
            <a:ext cx="8148382" cy="369332"/>
          </a:xfrm>
          <a:prstGeom prst="rect">
            <a:avLst/>
          </a:prstGeom>
          <a:noFill/>
          <a:ln w="6350">
            <a:noFill/>
          </a:ln>
          <a:effectLst/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 anchorCtr="0">
            <a:spAutoFit/>
            <a:sp3d>
              <a:bevelT w="0" h="0"/>
              <a:contourClr>
                <a:schemeClr val="bg1"/>
              </a:contourClr>
            </a:sp3d>
          </a:bodyPr>
          <a:lstStyle>
            <a:defPPr>
              <a:defRPr lang="ko-KR"/>
            </a:defPPr>
            <a:lvl1pPr lvl="0" indent="0" defTabSz="801639" latinLnBrk="0">
              <a:lnSpc>
                <a:spcPct val="100000"/>
              </a:lnSpc>
              <a:spcBef>
                <a:spcPts val="88"/>
              </a:spcBef>
              <a:spcAft>
                <a:spcPts val="88"/>
              </a:spcAft>
              <a:defRPr sz="2400" spc="0">
                <a:ln>
                  <a:solidFill>
                    <a:prstClr val="white">
                      <a:alpha val="10000"/>
                    </a:prstClr>
                  </a:solidFill>
                </a:ln>
                <a:solidFill>
                  <a:prstClr val="white"/>
                </a:solidFill>
                <a:effectLst/>
                <a:latin typeface="나눔고딕 ExtraBold" panose="020D0904000000000000" pitchFamily="50" charset="-127"/>
                <a:ea typeface="나눔고딕 ExtraBold" panose="020D0904000000000000" pitchFamily="50" charset="-127"/>
              </a:defRPr>
            </a:lvl1pPr>
          </a:lstStyle>
          <a:p>
            <a:r>
              <a:rPr lang="en-US" altLang="ko-KR" spc="-150" dirty="0" smtClean="0">
                <a:solidFill>
                  <a:schemeClr val="tx1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Q1. </a:t>
            </a:r>
            <a:r>
              <a:rPr lang="ko-KR" altLang="en-US" spc="-150" dirty="0">
                <a:solidFill>
                  <a:schemeClr val="tx1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구축 사업 수행 구조 및 사업자 역량</a:t>
            </a:r>
            <a:r>
              <a:rPr lang="en-US" altLang="ko-KR" spc="-150" dirty="0">
                <a:solidFill>
                  <a:schemeClr val="tx1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(1/2</a:t>
            </a:r>
            <a:r>
              <a:rPr lang="en-US" altLang="ko-KR" spc="-150" dirty="0" smtClean="0">
                <a:solidFill>
                  <a:schemeClr val="tx1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)</a:t>
            </a:r>
            <a:endParaRPr lang="en-US" altLang="ko-KR" spc="-150" dirty="0">
              <a:solidFill>
                <a:schemeClr val="tx1"/>
              </a:solidFill>
              <a:latin typeface="Rix모던고딕 B" panose="02020603020101020101" pitchFamily="18" charset="-127"/>
              <a:ea typeface="Rix모던고딕 B" panose="02020603020101020101" pitchFamily="18" charset="-127"/>
            </a:endParaRPr>
          </a:p>
        </p:txBody>
      </p:sp>
      <p:sp>
        <p:nvSpPr>
          <p:cNvPr id="33" name="직사각형 32"/>
          <p:cNvSpPr/>
          <p:nvPr/>
        </p:nvSpPr>
        <p:spPr>
          <a:xfrm>
            <a:off x="0" y="776867"/>
            <a:ext cx="10693400" cy="1173853"/>
          </a:xfrm>
          <a:prstGeom prst="rect">
            <a:avLst/>
          </a:prstGeom>
          <a:solidFill>
            <a:srgbClr val="2F6495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 lang="ko-KR" altLang="en-US" dirty="0"/>
          </a:p>
        </p:txBody>
      </p:sp>
      <p:sp>
        <p:nvSpPr>
          <p:cNvPr id="34" name="TextBox 33"/>
          <p:cNvSpPr txBox="1"/>
          <p:nvPr/>
        </p:nvSpPr>
        <p:spPr>
          <a:xfrm>
            <a:off x="357442" y="920807"/>
            <a:ext cx="10043857" cy="914096"/>
          </a:xfrm>
          <a:prstGeom prst="rect">
            <a:avLst/>
          </a:prstGeom>
          <a:noFill/>
          <a:ln w="6350">
            <a:noFill/>
          </a:ln>
          <a:effectLst/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 anchorCtr="0">
            <a:spAutoFit/>
            <a:sp3d>
              <a:bevelT w="0" h="0"/>
              <a:contourClr>
                <a:schemeClr val="bg1"/>
              </a:contourClr>
            </a:sp3d>
          </a:bodyPr>
          <a:lstStyle>
            <a:defPPr>
              <a:defRPr lang="ko-KR"/>
            </a:defPPr>
            <a:lvl1pPr lvl="0" indent="0" defTabSz="801639" latinLnBrk="0">
              <a:lnSpc>
                <a:spcPct val="100000"/>
              </a:lnSpc>
              <a:spcBef>
                <a:spcPts val="88"/>
              </a:spcBef>
              <a:spcAft>
                <a:spcPts val="88"/>
              </a:spcAft>
              <a:defRPr sz="2400" spc="0">
                <a:ln>
                  <a:solidFill>
                    <a:prstClr val="white">
                      <a:alpha val="10000"/>
                    </a:prstClr>
                  </a:solidFill>
                </a:ln>
                <a:solidFill>
                  <a:prstClr val="white"/>
                </a:solidFill>
                <a:effectLst/>
                <a:latin typeface="나눔고딕 ExtraBold" panose="020D0904000000000000" pitchFamily="50" charset="-127"/>
                <a:ea typeface="나눔고딕 ExtraBold" panose="020D0904000000000000" pitchFamily="50" charset="-127"/>
              </a:defRPr>
            </a:lvl1pPr>
          </a:lstStyle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800" spc="-100" dirty="0">
                <a:solidFill>
                  <a:schemeClr val="bg1"/>
                </a:solidFill>
                <a:latin typeface="Rix고딕 M" pitchFamily="18" charset="-127"/>
                <a:ea typeface="Rix고딕 M" pitchFamily="18" charset="-127"/>
              </a:rPr>
              <a:t>구축 사업은 주사업자</a:t>
            </a:r>
            <a:r>
              <a:rPr lang="en-US" altLang="ko-KR" sz="1800" spc="-100" dirty="0">
                <a:solidFill>
                  <a:schemeClr val="bg1"/>
                </a:solidFill>
                <a:latin typeface="Rix고딕 M" pitchFamily="18" charset="-127"/>
                <a:ea typeface="Rix고딕 M" pitchFamily="18" charset="-127"/>
              </a:rPr>
              <a:t>, </a:t>
            </a:r>
            <a:r>
              <a:rPr lang="ko-KR" altLang="en-US" sz="1800" spc="-100" dirty="0">
                <a:solidFill>
                  <a:schemeClr val="bg1"/>
                </a:solidFill>
                <a:latin typeface="Rix고딕 M" pitchFamily="18" charset="-127"/>
                <a:ea typeface="Rix고딕 M" pitchFamily="18" charset="-127"/>
              </a:rPr>
              <a:t>협력사</a:t>
            </a:r>
            <a:r>
              <a:rPr lang="en-US" altLang="ko-KR" sz="1800" spc="-100" dirty="0">
                <a:solidFill>
                  <a:schemeClr val="bg1"/>
                </a:solidFill>
                <a:latin typeface="Rix고딕 M" pitchFamily="18" charset="-127"/>
                <a:ea typeface="Rix고딕 M" pitchFamily="18" charset="-127"/>
              </a:rPr>
              <a:t>, </a:t>
            </a:r>
            <a:r>
              <a:rPr lang="ko-KR" altLang="en-US" sz="1800" spc="-100" dirty="0">
                <a:solidFill>
                  <a:schemeClr val="bg1"/>
                </a:solidFill>
                <a:latin typeface="Rix고딕 M" pitchFamily="18" charset="-127"/>
                <a:ea typeface="Rix고딕 M" pitchFamily="18" charset="-127"/>
              </a:rPr>
              <a:t>하도급</a:t>
            </a:r>
            <a:r>
              <a:rPr lang="en-US" altLang="ko-KR" sz="1800" spc="-100" dirty="0">
                <a:solidFill>
                  <a:schemeClr val="bg1"/>
                </a:solidFill>
                <a:latin typeface="Rix고딕 M" pitchFamily="18" charset="-127"/>
                <a:ea typeface="Rix고딕 M" pitchFamily="18" charset="-127"/>
              </a:rPr>
              <a:t>(</a:t>
            </a:r>
            <a:r>
              <a:rPr lang="ko-KR" altLang="en-US" sz="1800" spc="-100" dirty="0">
                <a:solidFill>
                  <a:schemeClr val="bg1"/>
                </a:solidFill>
                <a:latin typeface="Rix고딕 M" pitchFamily="18" charset="-127"/>
                <a:ea typeface="Rix고딕 M" pitchFamily="18" charset="-127"/>
              </a:rPr>
              <a:t>벤더</a:t>
            </a:r>
            <a:r>
              <a:rPr lang="en-US" altLang="ko-KR" sz="1800" spc="-100" dirty="0">
                <a:solidFill>
                  <a:schemeClr val="bg1"/>
                </a:solidFill>
                <a:latin typeface="Rix고딕 M" pitchFamily="18" charset="-127"/>
                <a:ea typeface="Rix고딕 M" pitchFamily="18" charset="-127"/>
              </a:rPr>
              <a:t>) </a:t>
            </a:r>
            <a:r>
              <a:rPr lang="ko-KR" altLang="en-US" sz="1800" spc="-100" dirty="0">
                <a:solidFill>
                  <a:schemeClr val="bg1"/>
                </a:solidFill>
                <a:latin typeface="Rix고딕 M" pitchFamily="18" charset="-127"/>
                <a:ea typeface="Rix고딕 M" pitchFamily="18" charset="-127"/>
              </a:rPr>
              <a:t>등으로 구분됩니다</a:t>
            </a:r>
            <a:r>
              <a:rPr lang="en-US" altLang="ko-KR" sz="1800" spc="-100" dirty="0">
                <a:solidFill>
                  <a:schemeClr val="bg1"/>
                </a:solidFill>
                <a:latin typeface="Rix고딕 M" pitchFamily="18" charset="-127"/>
                <a:ea typeface="Rix고딕 M" pitchFamily="18" charset="-127"/>
              </a:rPr>
              <a:t>. </a:t>
            </a:r>
            <a:r>
              <a:rPr lang="ko-KR" altLang="en-US" sz="1800" spc="-100" dirty="0">
                <a:solidFill>
                  <a:schemeClr val="bg1"/>
                </a:solidFill>
                <a:latin typeface="Rix고딕 M" pitchFamily="18" charset="-127"/>
                <a:ea typeface="Rix고딕 M" pitchFamily="18" charset="-127"/>
              </a:rPr>
              <a:t>제안사는 초기 협력사</a:t>
            </a:r>
            <a:r>
              <a:rPr lang="en-US" altLang="ko-KR" sz="1800" spc="-100" dirty="0">
                <a:solidFill>
                  <a:schemeClr val="bg1"/>
                </a:solidFill>
                <a:latin typeface="Rix고딕 M" pitchFamily="18" charset="-127"/>
                <a:ea typeface="Rix고딕 M" pitchFamily="18" charset="-127"/>
              </a:rPr>
              <a:t>, </a:t>
            </a:r>
            <a:r>
              <a:rPr lang="ko-KR" altLang="en-US" sz="1800" spc="-100" dirty="0">
                <a:solidFill>
                  <a:schemeClr val="bg1"/>
                </a:solidFill>
                <a:latin typeface="Rix고딕 M" pitchFamily="18" charset="-127"/>
                <a:ea typeface="Rix고딕 M" pitchFamily="18" charset="-127"/>
              </a:rPr>
              <a:t>하도급 사 업무를 수행하며 장비 구축</a:t>
            </a:r>
            <a:r>
              <a:rPr lang="en-US" altLang="ko-KR" sz="1800" spc="-100" dirty="0">
                <a:solidFill>
                  <a:schemeClr val="bg1"/>
                </a:solidFill>
                <a:latin typeface="Rix고딕 M" pitchFamily="18" charset="-127"/>
                <a:ea typeface="Rix고딕 M" pitchFamily="18" charset="-127"/>
              </a:rPr>
              <a:t>, </a:t>
            </a:r>
            <a:r>
              <a:rPr lang="ko-KR" altLang="en-US" sz="1800" spc="-100" dirty="0">
                <a:solidFill>
                  <a:schemeClr val="bg1"/>
                </a:solidFill>
                <a:latin typeface="Rix고딕 M" pitchFamily="18" charset="-127"/>
                <a:ea typeface="Rix고딕 M" pitchFamily="18" charset="-127"/>
              </a:rPr>
              <a:t>교체 등 구축업무에 대한 핵심 역량을 확보하였습니다</a:t>
            </a:r>
            <a:r>
              <a:rPr lang="en-US" altLang="ko-KR" sz="1800" spc="-100" dirty="0">
                <a:solidFill>
                  <a:schemeClr val="bg1"/>
                </a:solidFill>
                <a:latin typeface="Rix고딕 M" pitchFamily="18" charset="-127"/>
                <a:ea typeface="Rix고딕 M" pitchFamily="18" charset="-127"/>
              </a:rPr>
              <a:t>. </a:t>
            </a:r>
            <a:r>
              <a:rPr lang="ko-KR" altLang="en-US" sz="1800" spc="-100" dirty="0">
                <a:solidFill>
                  <a:schemeClr val="bg1"/>
                </a:solidFill>
                <a:latin typeface="Rix고딕 M" pitchFamily="18" charset="-127"/>
                <a:ea typeface="Rix고딕 M" pitchFamily="18" charset="-127"/>
              </a:rPr>
              <a:t>최근 </a:t>
            </a:r>
            <a:r>
              <a:rPr lang="en-US" altLang="ko-KR" sz="1800" spc="-100" dirty="0">
                <a:solidFill>
                  <a:schemeClr val="bg1"/>
                </a:solidFill>
                <a:latin typeface="Rix고딕 M" pitchFamily="18" charset="-127"/>
                <a:ea typeface="Rix고딕 M" pitchFamily="18" charset="-127"/>
              </a:rPr>
              <a:t>2</a:t>
            </a:r>
            <a:r>
              <a:rPr lang="ko-KR" altLang="en-US" sz="1800" spc="-100" dirty="0">
                <a:solidFill>
                  <a:schemeClr val="bg1"/>
                </a:solidFill>
                <a:latin typeface="Rix고딕 M" pitchFamily="18" charset="-127"/>
                <a:ea typeface="Rix고딕 M" pitchFamily="18" charset="-127"/>
              </a:rPr>
              <a:t>년 간은 대형 사업의 사업관리와 주관 사업 수행을 통해 주 사업자로서 사업 수행</a:t>
            </a:r>
            <a:r>
              <a:rPr lang="en-US" altLang="ko-KR" sz="1800" spc="-100" dirty="0">
                <a:solidFill>
                  <a:schemeClr val="bg1"/>
                </a:solidFill>
                <a:latin typeface="Rix고딕 M" pitchFamily="18" charset="-127"/>
                <a:ea typeface="Rix고딕 M" pitchFamily="18" charset="-127"/>
              </a:rPr>
              <a:t>, </a:t>
            </a:r>
            <a:r>
              <a:rPr lang="ko-KR" altLang="en-US" sz="1800" spc="-100" dirty="0">
                <a:solidFill>
                  <a:schemeClr val="bg1"/>
                </a:solidFill>
                <a:latin typeface="Rix고딕 M" pitchFamily="18" charset="-127"/>
                <a:ea typeface="Rix고딕 M" pitchFamily="18" charset="-127"/>
              </a:rPr>
              <a:t>사업 관리 역량을 강화하였습니다</a:t>
            </a:r>
            <a:r>
              <a:rPr lang="en-US" altLang="ko-KR" sz="1800" spc="-100" dirty="0">
                <a:solidFill>
                  <a:schemeClr val="bg1"/>
                </a:solidFill>
                <a:latin typeface="Rix고딕 M" pitchFamily="18" charset="-127"/>
                <a:ea typeface="Rix고딕 M" pitchFamily="18" charset="-127"/>
              </a:rPr>
              <a:t>.</a:t>
            </a:r>
          </a:p>
        </p:txBody>
      </p:sp>
      <p:sp>
        <p:nvSpPr>
          <p:cNvPr id="35" name="양쪽 모서리가 둥근 사각형 34"/>
          <p:cNvSpPr/>
          <p:nvPr/>
        </p:nvSpPr>
        <p:spPr>
          <a:xfrm rot="5400000">
            <a:off x="4569557" y="1134404"/>
            <a:ext cx="4666693" cy="7069719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 dirty="0"/>
          </a:p>
        </p:txBody>
      </p:sp>
      <p:sp>
        <p:nvSpPr>
          <p:cNvPr id="45" name="직사각형 44"/>
          <p:cNvSpPr/>
          <p:nvPr/>
        </p:nvSpPr>
        <p:spPr>
          <a:xfrm>
            <a:off x="3368048" y="2196133"/>
            <a:ext cx="7069717" cy="388860"/>
          </a:xfrm>
          <a:prstGeom prst="rect">
            <a:avLst/>
          </a:prstGeom>
          <a:solidFill>
            <a:schemeClr val="accent5">
              <a:lumMod val="7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1629" anchor="ctr"/>
          <a:lstStyle/>
          <a:p>
            <a:pPr algn="ctr"/>
            <a:endParaRPr lang="ko-KR" altLang="en-US" sz="1800" spc="-148" dirty="0">
              <a:solidFill>
                <a:schemeClr val="bg1"/>
              </a:solidFill>
              <a:latin typeface="Rix모던고딕 B" panose="02020603020101020101" pitchFamily="18" charset="-127"/>
              <a:ea typeface="Rix모던고딕 B" panose="02020603020101020101" pitchFamily="18" charset="-127"/>
            </a:endParaRPr>
          </a:p>
        </p:txBody>
      </p:sp>
      <p:sp>
        <p:nvSpPr>
          <p:cNvPr id="48" name="직사각형 47"/>
          <p:cNvSpPr/>
          <p:nvPr/>
        </p:nvSpPr>
        <p:spPr>
          <a:xfrm>
            <a:off x="3457379" y="2195457"/>
            <a:ext cx="692758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 algn="ctr">
              <a:spcBef>
                <a:spcPct val="0"/>
              </a:spcBef>
            </a:pPr>
            <a:r>
              <a:rPr lang="ko-KR" altLang="en-US" sz="2400" spc="-99" dirty="0">
                <a:solidFill>
                  <a:schemeClr val="bg1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  <a:cs typeface="+mj-cs"/>
              </a:rPr>
              <a:t>제안사 역량</a:t>
            </a:r>
            <a:endParaRPr lang="en-US" altLang="ko-KR" sz="2400" spc="-99" dirty="0">
              <a:solidFill>
                <a:schemeClr val="bg1"/>
              </a:solidFill>
              <a:latin typeface="Rix모던고딕 B" panose="02020603020101020101" pitchFamily="18" charset="-127"/>
              <a:ea typeface="Rix모던고딕 B" panose="02020603020101020101" pitchFamily="18" charset="-127"/>
              <a:cs typeface="+mj-cs"/>
            </a:endParaRPr>
          </a:p>
        </p:txBody>
      </p:sp>
      <p:grpSp>
        <p:nvGrpSpPr>
          <p:cNvPr id="2" name="그룹 1"/>
          <p:cNvGrpSpPr/>
          <p:nvPr/>
        </p:nvGrpSpPr>
        <p:grpSpPr>
          <a:xfrm>
            <a:off x="297049" y="2000250"/>
            <a:ext cx="3235860" cy="5212773"/>
            <a:chOff x="305767" y="2000250"/>
            <a:chExt cx="2768734" cy="5212773"/>
          </a:xfrm>
        </p:grpSpPr>
        <p:sp>
          <p:nvSpPr>
            <p:cNvPr id="36" name="직사각형 35"/>
            <p:cNvSpPr/>
            <p:nvPr/>
          </p:nvSpPr>
          <p:spPr>
            <a:xfrm>
              <a:off x="357442" y="2000250"/>
              <a:ext cx="2568009" cy="5212773"/>
            </a:xfrm>
            <a:prstGeom prst="rect">
              <a:avLst/>
            </a:prstGeom>
            <a:solidFill>
              <a:schemeClr val="tx1">
                <a:alpha val="60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 sz="2400" dirty="0">
                <a:latin typeface="나눔고딕" pitchFamily="50" charset="-127"/>
                <a:ea typeface="나눔고딕" pitchFamily="50" charset="-127"/>
              </a:endParaRPr>
            </a:p>
          </p:txBody>
        </p:sp>
        <p:sp>
          <p:nvSpPr>
            <p:cNvPr id="37" name="직사각형 36"/>
            <p:cNvSpPr/>
            <p:nvPr/>
          </p:nvSpPr>
          <p:spPr>
            <a:xfrm>
              <a:off x="357442" y="2134497"/>
              <a:ext cx="2568009" cy="495635"/>
            </a:xfrm>
            <a:prstGeom prst="rect">
              <a:avLst/>
            </a:prstGeom>
            <a:solidFill>
              <a:schemeClr val="tx1">
                <a:lumMod val="85000"/>
                <a:lumOff val="15000"/>
                <a:alpha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 dirty="0"/>
            </a:p>
          </p:txBody>
        </p:sp>
        <p:sp>
          <p:nvSpPr>
            <p:cNvPr id="38" name="직사각형 37"/>
            <p:cNvSpPr/>
            <p:nvPr/>
          </p:nvSpPr>
          <p:spPr>
            <a:xfrm>
              <a:off x="305767" y="2157935"/>
              <a:ext cx="2686978" cy="42643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lvl="1" algn="ctr">
                <a:spcBef>
                  <a:spcPct val="0"/>
                </a:spcBef>
              </a:pPr>
              <a:r>
                <a:rPr lang="ko-KR" altLang="en-US" sz="2400" spc="-99" dirty="0">
                  <a:solidFill>
                    <a:schemeClr val="bg1"/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  <a:cs typeface="+mj-cs"/>
                </a:rPr>
                <a:t>유지보수 사업 수행 구조</a:t>
              </a:r>
              <a:endParaRPr lang="en-US" altLang="ko-KR" sz="2400" spc="-99" dirty="0">
                <a:solidFill>
                  <a:schemeClr val="bg1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  <a:cs typeface="+mj-cs"/>
              </a:endParaRPr>
            </a:p>
          </p:txBody>
        </p:sp>
        <p:sp>
          <p:nvSpPr>
            <p:cNvPr id="39" name="양쪽 모서리가 둥근 사각형 38"/>
            <p:cNvSpPr/>
            <p:nvPr/>
          </p:nvSpPr>
          <p:spPr>
            <a:xfrm rot="16200000">
              <a:off x="1495426" y="1866176"/>
              <a:ext cx="386067" cy="2473983"/>
            </a:xfrm>
            <a:prstGeom prst="round2SameRect">
              <a:avLst>
                <a:gd name="adj1" fmla="val 32023"/>
                <a:gd name="adj2" fmla="val 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 dirty="0"/>
            </a:p>
          </p:txBody>
        </p:sp>
        <p:sp>
          <p:nvSpPr>
            <p:cNvPr id="40" name="직사각형 39"/>
            <p:cNvSpPr/>
            <p:nvPr/>
          </p:nvSpPr>
          <p:spPr>
            <a:xfrm>
              <a:off x="470840" y="2956150"/>
              <a:ext cx="2419142" cy="307777"/>
            </a:xfrm>
            <a:prstGeom prst="rect">
              <a:avLst/>
            </a:prstGeom>
          </p:spPr>
          <p:txBody>
            <a:bodyPr wrap="square" lIns="0" tIns="0" rIns="0" bIns="0" anchor="ctr" anchorCtr="0">
              <a:spAutoFit/>
            </a:bodyPr>
            <a:lstStyle/>
            <a:p>
              <a:pPr marL="0" lvl="1" algn="ctr">
                <a:spcBef>
                  <a:spcPct val="0"/>
                </a:spcBef>
              </a:pPr>
              <a:r>
                <a:rPr lang="ko-KR" altLang="en-US" sz="2000" spc="-99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  <a:cs typeface="+mj-cs"/>
                </a:rPr>
                <a:t>주관 사업자</a:t>
              </a:r>
            </a:p>
          </p:txBody>
        </p:sp>
        <p:sp>
          <p:nvSpPr>
            <p:cNvPr id="41" name="직사각형 40"/>
            <p:cNvSpPr/>
            <p:nvPr/>
          </p:nvSpPr>
          <p:spPr>
            <a:xfrm>
              <a:off x="577384" y="3398647"/>
              <a:ext cx="2263490" cy="121879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0" tIns="0" rIns="0" bIns="0" anchor="t" anchorCtr="0">
              <a:spAutoFit/>
              <a:scene3d>
                <a:camera prst="orthographicFront"/>
                <a:lightRig rig="threePt" dir="t"/>
              </a:scene3d>
              <a:sp3d>
                <a:bevelT w="0"/>
              </a:sp3d>
            </a:bodyPr>
            <a:lstStyle/>
            <a:p>
              <a:pPr marL="106664" lvl="1" indent="-106664" defTabSz="1065323" fontAlgn="base" latinLnBrk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bg1"/>
                </a:buClr>
                <a:buSzPct val="80000"/>
                <a:buFont typeface="Arial" pitchFamily="34" charset="0"/>
                <a:buChar char="•"/>
                <a:tabLst>
                  <a:tab pos="6074394" algn="l"/>
                </a:tabLst>
                <a:defRPr/>
              </a:pPr>
              <a:r>
                <a:rPr lang="ko-KR" altLang="en-US" sz="1800" b="1" spc="-99" dirty="0">
                  <a:ln>
                    <a:solidFill>
                      <a:prstClr val="white">
                        <a:alpha val="10000"/>
                      </a:prstClr>
                    </a:solidFill>
                  </a:ln>
                  <a:solidFill>
                    <a:schemeClr val="bg1"/>
                  </a:solidFill>
                  <a:latin typeface="Rix모던고딕 M" panose="02020603020101020101" pitchFamily="18" charset="-127"/>
                  <a:ea typeface="Rix모던고딕 M" panose="02020603020101020101" pitchFamily="18" charset="-127"/>
                </a:rPr>
                <a:t>업무 총괄 관리</a:t>
              </a:r>
              <a:r>
                <a:rPr lang="en-US" altLang="ko-KR" sz="1800" b="1" spc="-99" dirty="0">
                  <a:ln>
                    <a:solidFill>
                      <a:prstClr val="white">
                        <a:alpha val="10000"/>
                      </a:prstClr>
                    </a:solidFill>
                  </a:ln>
                  <a:solidFill>
                    <a:schemeClr val="bg1"/>
                  </a:solidFill>
                  <a:latin typeface="Rix모던고딕 M" panose="02020603020101020101" pitchFamily="18" charset="-127"/>
                  <a:ea typeface="Rix모던고딕 M" panose="02020603020101020101" pitchFamily="18" charset="-127"/>
                </a:rPr>
                <a:t>(</a:t>
              </a:r>
              <a:r>
                <a:rPr lang="ko-KR" altLang="en-US" sz="1800" b="1" spc="-99" dirty="0">
                  <a:ln>
                    <a:solidFill>
                      <a:prstClr val="white">
                        <a:alpha val="10000"/>
                      </a:prstClr>
                    </a:solidFill>
                  </a:ln>
                  <a:solidFill>
                    <a:schemeClr val="bg1"/>
                  </a:solidFill>
                  <a:latin typeface="Rix모던고딕 M" panose="02020603020101020101" pitchFamily="18" charset="-127"/>
                  <a:ea typeface="Rix모던고딕 M" panose="02020603020101020101" pitchFamily="18" charset="-127"/>
                </a:rPr>
                <a:t>일정</a:t>
              </a:r>
              <a:r>
                <a:rPr lang="en-US" altLang="ko-KR" sz="1800" b="1" spc="-99" dirty="0">
                  <a:ln>
                    <a:solidFill>
                      <a:prstClr val="white">
                        <a:alpha val="10000"/>
                      </a:prstClr>
                    </a:solidFill>
                  </a:ln>
                  <a:solidFill>
                    <a:schemeClr val="bg1"/>
                  </a:solidFill>
                  <a:latin typeface="Rix모던고딕 M" panose="02020603020101020101" pitchFamily="18" charset="-127"/>
                  <a:ea typeface="Rix모던고딕 M" panose="02020603020101020101" pitchFamily="18" charset="-127"/>
                </a:rPr>
                <a:t>, </a:t>
              </a:r>
              <a:r>
                <a:rPr lang="ko-KR" altLang="en-US" sz="1800" b="1" spc="-99" dirty="0">
                  <a:ln>
                    <a:solidFill>
                      <a:prstClr val="white">
                        <a:alpha val="10000"/>
                      </a:prstClr>
                    </a:solidFill>
                  </a:ln>
                  <a:solidFill>
                    <a:schemeClr val="bg1"/>
                  </a:solidFill>
                  <a:latin typeface="Rix모던고딕 M" panose="02020603020101020101" pitchFamily="18" charset="-127"/>
                  <a:ea typeface="Rix모던고딕 M" panose="02020603020101020101" pitchFamily="18" charset="-127"/>
                </a:rPr>
                <a:t>위험</a:t>
              </a:r>
              <a:r>
                <a:rPr lang="en-US" altLang="ko-KR" sz="1800" b="1" spc="-99" dirty="0">
                  <a:ln>
                    <a:solidFill>
                      <a:prstClr val="white">
                        <a:alpha val="10000"/>
                      </a:prstClr>
                    </a:solidFill>
                  </a:ln>
                  <a:solidFill>
                    <a:schemeClr val="bg1"/>
                  </a:solidFill>
                  <a:latin typeface="Rix모던고딕 M" panose="02020603020101020101" pitchFamily="18" charset="-127"/>
                  <a:ea typeface="Rix모던고딕 M" panose="02020603020101020101" pitchFamily="18" charset="-127"/>
                </a:rPr>
                <a:t>, </a:t>
              </a:r>
              <a:r>
                <a:rPr lang="ko-KR" altLang="en-US" sz="1800" b="1" spc="-99" dirty="0">
                  <a:ln>
                    <a:solidFill>
                      <a:prstClr val="white">
                        <a:alpha val="10000"/>
                      </a:prstClr>
                    </a:solidFill>
                  </a:ln>
                  <a:solidFill>
                    <a:schemeClr val="bg1"/>
                  </a:solidFill>
                  <a:latin typeface="Rix모던고딕 M" panose="02020603020101020101" pitchFamily="18" charset="-127"/>
                  <a:ea typeface="Rix모던고딕 M" panose="02020603020101020101" pitchFamily="18" charset="-127"/>
                </a:rPr>
                <a:t>보안</a:t>
              </a:r>
              <a:r>
                <a:rPr lang="en-US" altLang="ko-KR" sz="1800" b="1" spc="-99" dirty="0">
                  <a:ln>
                    <a:solidFill>
                      <a:prstClr val="white">
                        <a:alpha val="10000"/>
                      </a:prstClr>
                    </a:solidFill>
                  </a:ln>
                  <a:solidFill>
                    <a:schemeClr val="bg1"/>
                  </a:solidFill>
                  <a:latin typeface="Rix모던고딕 M" panose="02020603020101020101" pitchFamily="18" charset="-127"/>
                  <a:ea typeface="Rix모던고딕 M" panose="02020603020101020101" pitchFamily="18" charset="-127"/>
                </a:rPr>
                <a:t>, </a:t>
              </a:r>
              <a:r>
                <a:rPr lang="ko-KR" altLang="en-US" sz="1800" b="1" spc="-99" dirty="0">
                  <a:ln>
                    <a:solidFill>
                      <a:prstClr val="white">
                        <a:alpha val="10000"/>
                      </a:prstClr>
                    </a:solidFill>
                  </a:ln>
                  <a:solidFill>
                    <a:schemeClr val="bg1"/>
                  </a:solidFill>
                  <a:latin typeface="Rix모던고딕 M" panose="02020603020101020101" pitchFamily="18" charset="-127"/>
                  <a:ea typeface="Rix모던고딕 M" panose="02020603020101020101" pitchFamily="18" charset="-127"/>
                </a:rPr>
                <a:t>자원</a:t>
              </a:r>
              <a:r>
                <a:rPr lang="en-US" altLang="ko-KR" sz="1800" b="1" spc="-99" dirty="0">
                  <a:ln>
                    <a:solidFill>
                      <a:prstClr val="white">
                        <a:alpha val="10000"/>
                      </a:prstClr>
                    </a:solidFill>
                  </a:ln>
                  <a:solidFill>
                    <a:schemeClr val="bg1"/>
                  </a:solidFill>
                  <a:latin typeface="Rix모던고딕 M" panose="02020603020101020101" pitchFamily="18" charset="-127"/>
                  <a:ea typeface="Rix모던고딕 M" panose="02020603020101020101" pitchFamily="18" charset="-127"/>
                </a:rPr>
                <a:t>, </a:t>
              </a:r>
              <a:r>
                <a:rPr lang="ko-KR" altLang="en-US" sz="1800" b="1" spc="-99" dirty="0">
                  <a:ln>
                    <a:solidFill>
                      <a:prstClr val="white">
                        <a:alpha val="10000"/>
                      </a:prstClr>
                    </a:solidFill>
                  </a:ln>
                  <a:solidFill>
                    <a:schemeClr val="bg1"/>
                  </a:solidFill>
                  <a:latin typeface="Rix모던고딕 M" panose="02020603020101020101" pitchFamily="18" charset="-127"/>
                  <a:ea typeface="Rix모던고딕 M" panose="02020603020101020101" pitchFamily="18" charset="-127"/>
                </a:rPr>
                <a:t>산출물</a:t>
              </a:r>
              <a:r>
                <a:rPr lang="en-US" altLang="ko-KR" sz="1800" b="1" spc="-99" dirty="0">
                  <a:ln>
                    <a:solidFill>
                      <a:prstClr val="white">
                        <a:alpha val="10000"/>
                      </a:prstClr>
                    </a:solidFill>
                  </a:ln>
                  <a:solidFill>
                    <a:schemeClr val="bg1"/>
                  </a:solidFill>
                  <a:latin typeface="Rix모던고딕 M" panose="02020603020101020101" pitchFamily="18" charset="-127"/>
                  <a:ea typeface="Rix모던고딕 M" panose="02020603020101020101" pitchFamily="18" charset="-127"/>
                </a:rPr>
                <a:t>)</a:t>
              </a:r>
              <a:r>
                <a:rPr lang="ko-KR" altLang="en-US" sz="1800" b="1" spc="-99" dirty="0">
                  <a:ln>
                    <a:solidFill>
                      <a:prstClr val="white">
                        <a:alpha val="10000"/>
                      </a:prstClr>
                    </a:solidFill>
                  </a:ln>
                  <a:solidFill>
                    <a:schemeClr val="bg1"/>
                  </a:solidFill>
                  <a:latin typeface="Rix모던고딕 M" panose="02020603020101020101" pitchFamily="18" charset="-127"/>
                  <a:ea typeface="Rix모던고딕 M" panose="02020603020101020101" pitchFamily="18" charset="-127"/>
                </a:rPr>
                <a:t> </a:t>
              </a:r>
              <a:endParaRPr lang="en-US" altLang="ko-KR" sz="1800" b="1" spc="-99" dirty="0">
                <a:ln>
                  <a:solidFill>
                    <a:prstClr val="white">
                      <a:alpha val="10000"/>
                    </a:prstClr>
                  </a:solidFill>
                </a:ln>
                <a:solidFill>
                  <a:schemeClr val="bg1"/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endParaRPr>
            </a:p>
            <a:p>
              <a:pPr marL="106664" lvl="1" indent="-106664" defTabSz="1065323" fontAlgn="base" latinLnBrk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bg1"/>
                </a:buClr>
                <a:buSzPct val="80000"/>
                <a:buFont typeface="Arial" pitchFamily="34" charset="0"/>
                <a:buChar char="•"/>
                <a:tabLst>
                  <a:tab pos="6074394" algn="l"/>
                </a:tabLst>
                <a:defRPr/>
              </a:pPr>
              <a:r>
                <a:rPr lang="ko-KR" altLang="en-US" sz="1800" b="1" spc="-99" dirty="0">
                  <a:ln>
                    <a:solidFill>
                      <a:prstClr val="white">
                        <a:alpha val="10000"/>
                      </a:prstClr>
                    </a:solidFill>
                  </a:ln>
                  <a:solidFill>
                    <a:schemeClr val="bg1"/>
                  </a:solidFill>
                  <a:latin typeface="Rix모던고딕 M" panose="02020603020101020101" pitchFamily="18" charset="-127"/>
                  <a:ea typeface="Rix모던고딕 M" panose="02020603020101020101" pitchFamily="18" charset="-127"/>
                </a:rPr>
                <a:t>인력 관리</a:t>
              </a:r>
              <a:endParaRPr lang="en-US" altLang="ko-KR" sz="1800" b="1" spc="-99" dirty="0">
                <a:ln>
                  <a:solidFill>
                    <a:prstClr val="white">
                      <a:alpha val="10000"/>
                    </a:prstClr>
                  </a:solidFill>
                </a:ln>
                <a:solidFill>
                  <a:schemeClr val="bg1"/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endParaRPr>
            </a:p>
            <a:p>
              <a:pPr marL="106664" lvl="1" indent="-106664" defTabSz="1065323" fontAlgn="base" latinLnBrk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bg1"/>
                </a:buClr>
                <a:buSzPct val="80000"/>
                <a:buFont typeface="Arial" pitchFamily="34" charset="0"/>
                <a:buChar char="•"/>
                <a:tabLst>
                  <a:tab pos="6074394" algn="l"/>
                </a:tabLst>
                <a:defRPr/>
              </a:pPr>
              <a:r>
                <a:rPr lang="ko-KR" altLang="en-US" sz="1800" b="1" spc="-99" dirty="0">
                  <a:ln>
                    <a:solidFill>
                      <a:prstClr val="white">
                        <a:alpha val="10000"/>
                      </a:prstClr>
                    </a:solidFill>
                  </a:ln>
                  <a:solidFill>
                    <a:schemeClr val="bg1"/>
                  </a:solidFill>
                  <a:latin typeface="Rix모던고딕 M" panose="02020603020101020101" pitchFamily="18" charset="-127"/>
                  <a:ea typeface="Rix모던고딕 M" panose="02020603020101020101" pitchFamily="18" charset="-127"/>
                </a:rPr>
                <a:t>하도급</a:t>
              </a:r>
              <a:r>
                <a:rPr lang="en-US" altLang="ko-KR" sz="1800" b="1" spc="-99" dirty="0">
                  <a:ln>
                    <a:solidFill>
                      <a:prstClr val="white">
                        <a:alpha val="10000"/>
                      </a:prstClr>
                    </a:solidFill>
                  </a:ln>
                  <a:solidFill>
                    <a:schemeClr val="bg1"/>
                  </a:solidFill>
                  <a:latin typeface="Rix모던고딕 M" panose="02020603020101020101" pitchFamily="18" charset="-127"/>
                  <a:ea typeface="Rix모던고딕 M" panose="02020603020101020101" pitchFamily="18" charset="-127"/>
                </a:rPr>
                <a:t>, </a:t>
              </a:r>
              <a:r>
                <a:rPr lang="ko-KR" altLang="en-US" sz="1800" b="1" spc="-99" dirty="0">
                  <a:ln>
                    <a:solidFill>
                      <a:prstClr val="white">
                        <a:alpha val="10000"/>
                      </a:prstClr>
                    </a:solidFill>
                  </a:ln>
                  <a:solidFill>
                    <a:schemeClr val="bg1"/>
                  </a:solidFill>
                  <a:latin typeface="Rix모던고딕 M" panose="02020603020101020101" pitchFamily="18" charset="-127"/>
                  <a:ea typeface="Rix모던고딕 M" panose="02020603020101020101" pitchFamily="18" charset="-127"/>
                </a:rPr>
                <a:t>협력사 관리</a:t>
              </a:r>
            </a:p>
          </p:txBody>
        </p:sp>
        <p:sp>
          <p:nvSpPr>
            <p:cNvPr id="42" name="양쪽 모서리가 둥근 사각형 41"/>
            <p:cNvSpPr/>
            <p:nvPr/>
          </p:nvSpPr>
          <p:spPr>
            <a:xfrm rot="16200000">
              <a:off x="1495426" y="4200746"/>
              <a:ext cx="386067" cy="2473983"/>
            </a:xfrm>
            <a:prstGeom prst="round2SameRect">
              <a:avLst>
                <a:gd name="adj1" fmla="val 32023"/>
                <a:gd name="adj2" fmla="val 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 dirty="0"/>
            </a:p>
          </p:txBody>
        </p:sp>
        <p:sp>
          <p:nvSpPr>
            <p:cNvPr id="43" name="직사각형 42"/>
            <p:cNvSpPr/>
            <p:nvPr/>
          </p:nvSpPr>
          <p:spPr>
            <a:xfrm>
              <a:off x="470840" y="5290721"/>
              <a:ext cx="2419142" cy="307777"/>
            </a:xfrm>
            <a:prstGeom prst="rect">
              <a:avLst/>
            </a:prstGeom>
          </p:spPr>
          <p:txBody>
            <a:bodyPr wrap="square" lIns="0" tIns="0" rIns="0" bIns="0" anchor="ctr" anchorCtr="0">
              <a:spAutoFit/>
            </a:bodyPr>
            <a:lstStyle/>
            <a:p>
              <a:pPr marL="0" lvl="1" algn="ctr">
                <a:spcBef>
                  <a:spcPct val="0"/>
                </a:spcBef>
              </a:pPr>
              <a:r>
                <a:rPr lang="ko-KR" altLang="en-US" sz="2000" spc="-99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  <a:cs typeface="+mj-cs"/>
                </a:rPr>
                <a:t>협력사</a:t>
              </a:r>
              <a:r>
                <a:rPr lang="en-US" altLang="ko-KR" sz="2000" spc="-99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  <a:cs typeface="+mj-cs"/>
                </a:rPr>
                <a:t>, </a:t>
              </a:r>
              <a:r>
                <a:rPr lang="ko-KR" altLang="en-US" sz="2000" spc="-99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  <a:cs typeface="+mj-cs"/>
                </a:rPr>
                <a:t>하도급 사</a:t>
              </a:r>
              <a:r>
                <a:rPr lang="en-US" altLang="ko-KR" sz="2000" spc="-99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  <a:cs typeface="+mj-cs"/>
                </a:rPr>
                <a:t>(</a:t>
              </a:r>
              <a:r>
                <a:rPr lang="ko-KR" altLang="en-US" sz="2000" spc="-99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  <a:cs typeface="+mj-cs"/>
                </a:rPr>
                <a:t>벤더</a:t>
              </a:r>
              <a:r>
                <a:rPr lang="en-US" altLang="ko-KR" sz="2000" spc="-99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  <a:cs typeface="+mj-cs"/>
                </a:rPr>
                <a:t>)</a:t>
              </a:r>
              <a:endParaRPr lang="ko-KR" altLang="en-US" sz="2000" spc="-99" dirty="0">
                <a:solidFill>
                  <a:schemeClr val="tx1">
                    <a:lumMod val="75000"/>
                    <a:lumOff val="25000"/>
                  </a:schemeClr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  <a:cs typeface="+mj-cs"/>
              </a:endParaRPr>
            </a:p>
          </p:txBody>
        </p:sp>
        <p:sp>
          <p:nvSpPr>
            <p:cNvPr id="44" name="직사각형 43"/>
            <p:cNvSpPr/>
            <p:nvPr/>
          </p:nvSpPr>
          <p:spPr>
            <a:xfrm>
              <a:off x="577383" y="5733217"/>
              <a:ext cx="2177046" cy="9140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0" tIns="0" rIns="0" bIns="0" anchor="t" anchorCtr="0">
              <a:spAutoFit/>
              <a:scene3d>
                <a:camera prst="orthographicFront"/>
                <a:lightRig rig="threePt" dir="t"/>
              </a:scene3d>
              <a:sp3d>
                <a:bevelT w="0"/>
              </a:sp3d>
            </a:bodyPr>
            <a:lstStyle/>
            <a:p>
              <a:pPr marL="106664" lvl="1" indent="-106664" defTabSz="1065323" fontAlgn="base" latinLnBrk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bg1"/>
                </a:buClr>
                <a:buSzPct val="80000"/>
                <a:buFont typeface="Arial" pitchFamily="34" charset="0"/>
                <a:buChar char="•"/>
                <a:tabLst>
                  <a:tab pos="6074394" algn="l"/>
                </a:tabLst>
                <a:defRPr/>
              </a:pPr>
              <a:r>
                <a:rPr lang="ko-KR" altLang="en-US" sz="1800" b="1" spc="-99" dirty="0">
                  <a:ln>
                    <a:solidFill>
                      <a:prstClr val="white">
                        <a:alpha val="10000"/>
                      </a:prstClr>
                    </a:solidFill>
                  </a:ln>
                  <a:solidFill>
                    <a:schemeClr val="bg1"/>
                  </a:solidFill>
                  <a:latin typeface="Rix모던고딕 M" panose="02020603020101020101" pitchFamily="18" charset="-127"/>
                  <a:ea typeface="Rix모던고딕 M" panose="02020603020101020101" pitchFamily="18" charset="-127"/>
                </a:rPr>
                <a:t>장비 패치 등 업데이트</a:t>
              </a:r>
              <a:endParaRPr lang="en-US" altLang="ko-KR" sz="1800" b="1" spc="-99" dirty="0">
                <a:ln>
                  <a:solidFill>
                    <a:prstClr val="white">
                      <a:alpha val="10000"/>
                    </a:prstClr>
                  </a:solidFill>
                </a:ln>
                <a:solidFill>
                  <a:schemeClr val="bg1"/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endParaRPr>
            </a:p>
            <a:p>
              <a:pPr marL="106664" lvl="1" indent="-106664" defTabSz="1065323" fontAlgn="base" latinLnBrk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bg1"/>
                </a:buClr>
                <a:buSzPct val="80000"/>
                <a:buFont typeface="Arial" pitchFamily="34" charset="0"/>
                <a:buChar char="•"/>
                <a:tabLst>
                  <a:tab pos="6074394" algn="l"/>
                </a:tabLst>
                <a:defRPr/>
              </a:pPr>
              <a:r>
                <a:rPr lang="ko-KR" altLang="en-US" sz="1800" b="1" spc="-99" dirty="0">
                  <a:ln>
                    <a:solidFill>
                      <a:prstClr val="white">
                        <a:alpha val="10000"/>
                      </a:prstClr>
                    </a:solidFill>
                  </a:ln>
                  <a:solidFill>
                    <a:schemeClr val="bg1"/>
                  </a:solidFill>
                  <a:latin typeface="Rix모던고딕 M" panose="02020603020101020101" pitchFamily="18" charset="-127"/>
                  <a:ea typeface="Rix모던고딕 M" panose="02020603020101020101" pitchFamily="18" charset="-127"/>
                </a:rPr>
                <a:t>장애시 장비 교체</a:t>
              </a:r>
              <a:endParaRPr lang="en-US" altLang="ko-KR" sz="1800" b="1" spc="-99" dirty="0">
                <a:ln>
                  <a:solidFill>
                    <a:prstClr val="white">
                      <a:alpha val="10000"/>
                    </a:prstClr>
                  </a:solidFill>
                </a:ln>
                <a:solidFill>
                  <a:schemeClr val="bg1"/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endParaRPr>
            </a:p>
            <a:p>
              <a:pPr marL="106664" lvl="1" indent="-106664" defTabSz="1065323" fontAlgn="base" latinLnBrk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bg1"/>
                </a:buClr>
                <a:buSzPct val="80000"/>
                <a:buFont typeface="Arial" pitchFamily="34" charset="0"/>
                <a:buChar char="•"/>
                <a:tabLst>
                  <a:tab pos="6074394" algn="l"/>
                </a:tabLst>
                <a:defRPr/>
              </a:pPr>
              <a:r>
                <a:rPr lang="ko-KR" altLang="en-US" sz="1800" b="1" spc="-99" dirty="0">
                  <a:ln>
                    <a:solidFill>
                      <a:prstClr val="white">
                        <a:alpha val="10000"/>
                      </a:prstClr>
                    </a:solidFill>
                  </a:ln>
                  <a:solidFill>
                    <a:schemeClr val="bg1"/>
                  </a:solidFill>
                  <a:latin typeface="Rix모던고딕 M" panose="02020603020101020101" pitchFamily="18" charset="-127"/>
                  <a:ea typeface="Rix모던고딕 M" panose="02020603020101020101" pitchFamily="18" charset="-127"/>
                </a:rPr>
                <a:t>정기 점검</a:t>
              </a:r>
              <a:endParaRPr lang="en-US" altLang="ko-KR" sz="1800" b="1" spc="-99" dirty="0">
                <a:ln>
                  <a:solidFill>
                    <a:prstClr val="white">
                      <a:alpha val="10000"/>
                    </a:prstClr>
                  </a:solidFill>
                </a:ln>
                <a:solidFill>
                  <a:schemeClr val="bg1"/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endParaRPr>
            </a:p>
          </p:txBody>
        </p:sp>
        <p:sp>
          <p:nvSpPr>
            <p:cNvPr id="49" name="이등변 삼각형 48"/>
            <p:cNvSpPr/>
            <p:nvPr/>
          </p:nvSpPr>
          <p:spPr>
            <a:xfrm flipH="1">
              <a:off x="2934228" y="2001914"/>
              <a:ext cx="140273" cy="194219"/>
            </a:xfrm>
            <a:prstGeom prst="triangle">
              <a:avLst>
                <a:gd name="adj" fmla="val 100000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 dirty="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50" name="이등변 삼각형 49"/>
            <p:cNvSpPr/>
            <p:nvPr/>
          </p:nvSpPr>
          <p:spPr>
            <a:xfrm flipH="1" flipV="1">
              <a:off x="2925446" y="7002610"/>
              <a:ext cx="149055" cy="210413"/>
            </a:xfrm>
            <a:prstGeom prst="triangle">
              <a:avLst>
                <a:gd name="adj" fmla="val 100000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 dirty="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pic>
          <p:nvPicPr>
            <p:cNvPr id="51" name="그림 50"/>
            <p:cNvPicPr>
              <a:picLocks noChangeAspect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/>
          </p:blipFill>
          <p:spPr>
            <a:xfrm flipH="1">
              <a:off x="1864004" y="4529942"/>
              <a:ext cx="980171" cy="773583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52" name="직선 연결선 51"/>
          <p:cNvCxnSpPr>
            <a:stCxn id="35" idx="1"/>
            <a:endCxn id="35" idx="3"/>
          </p:cNvCxnSpPr>
          <p:nvPr/>
        </p:nvCxnSpPr>
        <p:spPr>
          <a:xfrm>
            <a:off x="3368044" y="4669264"/>
            <a:ext cx="7069719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3" name="Picture 120" descr="16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42" t="9053" r="4306" b="5881"/>
          <a:stretch>
            <a:fillRect/>
          </a:stretch>
        </p:blipFill>
        <p:spPr bwMode="auto">
          <a:xfrm>
            <a:off x="7645561" y="5213694"/>
            <a:ext cx="2887979" cy="1999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4" name="제목 3"/>
          <p:cNvSpPr>
            <a:spLocks/>
          </p:cNvSpPr>
          <p:nvPr/>
        </p:nvSpPr>
        <p:spPr bwMode="auto">
          <a:xfrm>
            <a:off x="3415884" y="4737346"/>
            <a:ext cx="7021879" cy="2077492"/>
          </a:xfrm>
          <a:prstGeom prst="roundRect">
            <a:avLst>
              <a:gd name="adj" fmla="val 0"/>
            </a:avLst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anchor="ctr">
            <a:spAutoFit/>
          </a:bodyPr>
          <a:lstStyle/>
          <a:p>
            <a:pPr marL="180306" indent="-180306">
              <a:lnSpc>
                <a:spcPct val="150000"/>
              </a:lnSpc>
              <a:spcBef>
                <a:spcPts val="592"/>
              </a:spcBef>
              <a:buFont typeface="Arial" panose="020B0604020202020204" pitchFamily="34" charset="0"/>
              <a:buChar char="•"/>
              <a:defRPr/>
            </a:pPr>
            <a:r>
              <a:rPr kumimoji="1" lang="ko-KR" altLang="en-US" sz="2000" b="1" spc="-99" dirty="0">
                <a:solidFill>
                  <a:schemeClr val="tx1">
                    <a:lumMod val="85000"/>
                    <a:lumOff val="15000"/>
                  </a:schemeClr>
                </a:solidFill>
                <a:latin typeface="Rix고딕 M" pitchFamily="18" charset="-127"/>
                <a:ea typeface="Rix고딕 M" pitchFamily="18" charset="-127"/>
              </a:rPr>
              <a:t>협력사</a:t>
            </a:r>
            <a:r>
              <a:rPr kumimoji="1" lang="en-US" altLang="ko-KR" sz="2000" b="1" spc="-99" dirty="0">
                <a:solidFill>
                  <a:schemeClr val="tx1">
                    <a:lumMod val="85000"/>
                    <a:lumOff val="15000"/>
                  </a:schemeClr>
                </a:solidFill>
                <a:latin typeface="Rix고딕 M" pitchFamily="18" charset="-127"/>
                <a:ea typeface="Rix고딕 M" pitchFamily="18" charset="-127"/>
              </a:rPr>
              <a:t>, </a:t>
            </a:r>
            <a:r>
              <a:rPr kumimoji="1" lang="ko-KR" altLang="en-US" sz="2000" b="1" spc="-99" dirty="0">
                <a:solidFill>
                  <a:schemeClr val="tx1">
                    <a:lumMod val="85000"/>
                    <a:lumOff val="15000"/>
                  </a:schemeClr>
                </a:solidFill>
                <a:latin typeface="Rix고딕 M" pitchFamily="18" charset="-127"/>
                <a:ea typeface="Rix고딕 M" pitchFamily="18" charset="-127"/>
              </a:rPr>
              <a:t>하도급 사 경험을 통해 실제 시스템에 대한 구축 능력 습득</a:t>
            </a:r>
            <a:endParaRPr kumimoji="1" lang="en-US" altLang="ko-KR" sz="2000" b="1" spc="-99" dirty="0">
              <a:solidFill>
                <a:schemeClr val="tx1">
                  <a:lumMod val="85000"/>
                  <a:lumOff val="15000"/>
                </a:schemeClr>
              </a:solidFill>
              <a:latin typeface="Rix고딕 M" pitchFamily="18" charset="-127"/>
              <a:ea typeface="Rix고딕 M" pitchFamily="18" charset="-127"/>
            </a:endParaRPr>
          </a:p>
          <a:p>
            <a:pPr marL="180306" indent="-180306">
              <a:lnSpc>
                <a:spcPct val="150000"/>
              </a:lnSpc>
              <a:spcBef>
                <a:spcPts val="592"/>
              </a:spcBef>
              <a:buFont typeface="Arial" panose="020B0604020202020204" pitchFamily="34" charset="0"/>
              <a:buChar char="•"/>
              <a:defRPr/>
            </a:pPr>
            <a:r>
              <a:rPr kumimoji="1" lang="ko-KR" altLang="en-US" sz="2000" b="1" spc="-99" dirty="0">
                <a:solidFill>
                  <a:schemeClr val="tx1">
                    <a:lumMod val="85000"/>
                    <a:lumOff val="15000"/>
                  </a:schemeClr>
                </a:solidFill>
                <a:latin typeface="Rix고딕 M" pitchFamily="18" charset="-127"/>
                <a:ea typeface="Rix고딕 M" pitchFamily="18" charset="-127"/>
              </a:rPr>
              <a:t>시스템의 문제점 분석 능력</a:t>
            </a:r>
            <a:endParaRPr kumimoji="1" lang="en-US" altLang="ko-KR" sz="2000" b="1" spc="-99" dirty="0">
              <a:solidFill>
                <a:schemeClr val="tx1">
                  <a:lumMod val="85000"/>
                  <a:lumOff val="15000"/>
                </a:schemeClr>
              </a:solidFill>
              <a:latin typeface="Rix고딕 M" pitchFamily="18" charset="-127"/>
              <a:ea typeface="Rix고딕 M" pitchFamily="18" charset="-127"/>
            </a:endParaRPr>
          </a:p>
          <a:p>
            <a:pPr marL="180306" indent="-180306">
              <a:lnSpc>
                <a:spcPct val="150000"/>
              </a:lnSpc>
              <a:spcBef>
                <a:spcPts val="592"/>
              </a:spcBef>
              <a:buFont typeface="Arial" panose="020B0604020202020204" pitchFamily="34" charset="0"/>
              <a:buChar char="•"/>
              <a:defRPr/>
            </a:pPr>
            <a:r>
              <a:rPr kumimoji="1" lang="ko-KR" altLang="en-US" sz="2000" b="1" spc="-99" dirty="0">
                <a:solidFill>
                  <a:schemeClr val="tx1">
                    <a:lumMod val="85000"/>
                    <a:lumOff val="15000"/>
                  </a:schemeClr>
                </a:solidFill>
                <a:latin typeface="Rix고딕 M" pitchFamily="18" charset="-127"/>
                <a:ea typeface="Rix고딕 M" pitchFamily="18" charset="-127"/>
              </a:rPr>
              <a:t>빠른 장애조치 능력</a:t>
            </a:r>
            <a:endParaRPr kumimoji="1" lang="en-US" altLang="ko-KR" sz="2000" b="1" spc="-99" dirty="0">
              <a:solidFill>
                <a:schemeClr val="tx1">
                  <a:lumMod val="85000"/>
                  <a:lumOff val="15000"/>
                </a:schemeClr>
              </a:solidFill>
              <a:latin typeface="Rix고딕 M" pitchFamily="18" charset="-127"/>
              <a:ea typeface="Rix고딕 M" pitchFamily="18" charset="-127"/>
            </a:endParaRPr>
          </a:p>
          <a:p>
            <a:pPr marL="180306" indent="-180306">
              <a:lnSpc>
                <a:spcPct val="150000"/>
              </a:lnSpc>
              <a:spcBef>
                <a:spcPts val="592"/>
              </a:spcBef>
              <a:buFont typeface="Arial" panose="020B0604020202020204" pitchFamily="34" charset="0"/>
              <a:buChar char="•"/>
              <a:defRPr/>
            </a:pPr>
            <a:r>
              <a:rPr kumimoji="1" lang="ko-KR" altLang="en-US" sz="2000" b="1" spc="-99" dirty="0">
                <a:solidFill>
                  <a:schemeClr val="tx1">
                    <a:lumMod val="85000"/>
                    <a:lumOff val="15000"/>
                  </a:schemeClr>
                </a:solidFill>
                <a:latin typeface="Rix고딕 M" pitchFamily="18" charset="-127"/>
                <a:ea typeface="Rix고딕 M" pitchFamily="18" charset="-127"/>
              </a:rPr>
              <a:t>장비 구축</a:t>
            </a:r>
            <a:r>
              <a:rPr kumimoji="1" lang="en-US" altLang="ko-KR" sz="2000" b="1" spc="-99" dirty="0">
                <a:solidFill>
                  <a:schemeClr val="tx1">
                    <a:lumMod val="85000"/>
                    <a:lumOff val="15000"/>
                  </a:schemeClr>
                </a:solidFill>
                <a:latin typeface="Rix고딕 M" pitchFamily="18" charset="-127"/>
                <a:ea typeface="Rix고딕 M" pitchFamily="18" charset="-127"/>
              </a:rPr>
              <a:t>, </a:t>
            </a:r>
            <a:r>
              <a:rPr kumimoji="1" lang="ko-KR" altLang="en-US" sz="2000" b="1" spc="-99" dirty="0">
                <a:solidFill>
                  <a:schemeClr val="tx1">
                    <a:lumMod val="85000"/>
                    <a:lumOff val="15000"/>
                  </a:schemeClr>
                </a:solidFill>
                <a:latin typeface="Rix고딕 M" pitchFamily="18" charset="-127"/>
                <a:ea typeface="Rix고딕 M" pitchFamily="18" charset="-127"/>
              </a:rPr>
              <a:t>업그레이드 능력</a:t>
            </a:r>
          </a:p>
        </p:txBody>
      </p:sp>
      <p:sp>
        <p:nvSpPr>
          <p:cNvPr id="55" name="제목 3"/>
          <p:cNvSpPr>
            <a:spLocks/>
          </p:cNvSpPr>
          <p:nvPr/>
        </p:nvSpPr>
        <p:spPr bwMode="auto">
          <a:xfrm>
            <a:off x="3415884" y="2842193"/>
            <a:ext cx="7021879" cy="1538883"/>
          </a:xfrm>
          <a:prstGeom prst="roundRect">
            <a:avLst>
              <a:gd name="adj" fmla="val 0"/>
            </a:avLst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anchor="ctr">
            <a:spAutoFit/>
          </a:bodyPr>
          <a:lstStyle/>
          <a:p>
            <a:pPr marL="180306" indent="-180306">
              <a:lnSpc>
                <a:spcPct val="150000"/>
              </a:lnSpc>
              <a:spcBef>
                <a:spcPts val="592"/>
              </a:spcBef>
              <a:buFont typeface="Arial" panose="020B0604020202020204" pitchFamily="34" charset="0"/>
              <a:buChar char="•"/>
              <a:defRPr/>
            </a:pPr>
            <a:r>
              <a:rPr kumimoji="1" lang="ko-KR" altLang="en-US" sz="2000" b="1" spc="-99" dirty="0">
                <a:solidFill>
                  <a:schemeClr val="tx1">
                    <a:lumMod val="85000"/>
                    <a:lumOff val="15000"/>
                  </a:schemeClr>
                </a:solidFill>
                <a:latin typeface="Rix고딕 M" pitchFamily="18" charset="-127"/>
                <a:ea typeface="Rix고딕 M" pitchFamily="18" charset="-127"/>
              </a:rPr>
              <a:t>대형 사업의 사업관리</a:t>
            </a:r>
            <a:r>
              <a:rPr kumimoji="1" lang="en-US" altLang="ko-KR" sz="2000" b="1" spc="-99" dirty="0">
                <a:solidFill>
                  <a:schemeClr val="tx1">
                    <a:lumMod val="85000"/>
                    <a:lumOff val="15000"/>
                  </a:schemeClr>
                </a:solidFill>
                <a:latin typeface="Rix고딕 M" pitchFamily="18" charset="-127"/>
                <a:ea typeface="Rix고딕 M" pitchFamily="18" charset="-127"/>
              </a:rPr>
              <a:t>, </a:t>
            </a:r>
            <a:r>
              <a:rPr kumimoji="1" lang="ko-KR" altLang="en-US" sz="2000" b="1" spc="-99" dirty="0">
                <a:solidFill>
                  <a:schemeClr val="tx1">
                    <a:lumMod val="85000"/>
                    <a:lumOff val="15000"/>
                  </a:schemeClr>
                </a:solidFill>
                <a:latin typeface="Rix고딕 M" pitchFamily="18" charset="-127"/>
                <a:ea typeface="Rix고딕 M" pitchFamily="18" charset="-127"/>
              </a:rPr>
              <a:t>수행을 통한 주관사업자로써의 관리 노하우 확보</a:t>
            </a:r>
            <a:endParaRPr kumimoji="1" lang="en-US" altLang="ko-KR" sz="2000" b="1" spc="-99" dirty="0">
              <a:solidFill>
                <a:schemeClr val="tx1">
                  <a:lumMod val="85000"/>
                  <a:lumOff val="15000"/>
                </a:schemeClr>
              </a:solidFill>
              <a:latin typeface="Rix고딕 M" pitchFamily="18" charset="-127"/>
              <a:ea typeface="Rix고딕 M" pitchFamily="18" charset="-127"/>
            </a:endParaRPr>
          </a:p>
          <a:p>
            <a:pPr marL="180306" indent="-180306">
              <a:lnSpc>
                <a:spcPct val="150000"/>
              </a:lnSpc>
              <a:spcBef>
                <a:spcPts val="592"/>
              </a:spcBef>
              <a:buFont typeface="Arial" panose="020B0604020202020204" pitchFamily="34" charset="0"/>
              <a:buChar char="•"/>
              <a:defRPr/>
            </a:pPr>
            <a:r>
              <a:rPr kumimoji="1" lang="ko-KR" altLang="en-US" sz="2000" b="1" spc="-99" dirty="0">
                <a:solidFill>
                  <a:schemeClr val="tx1">
                    <a:lumMod val="85000"/>
                    <a:lumOff val="15000"/>
                  </a:schemeClr>
                </a:solidFill>
                <a:latin typeface="Rix고딕 M" pitchFamily="18" charset="-127"/>
                <a:ea typeface="Rix고딕 M" pitchFamily="18" charset="-127"/>
              </a:rPr>
              <a:t>협력사</a:t>
            </a:r>
            <a:r>
              <a:rPr kumimoji="1" lang="en-US" altLang="ko-KR" sz="2000" b="1" spc="-99" dirty="0">
                <a:solidFill>
                  <a:schemeClr val="tx1">
                    <a:lumMod val="85000"/>
                    <a:lumOff val="15000"/>
                  </a:schemeClr>
                </a:solidFill>
                <a:latin typeface="Rix고딕 M" pitchFamily="18" charset="-127"/>
                <a:ea typeface="Rix고딕 M" pitchFamily="18" charset="-127"/>
              </a:rPr>
              <a:t>, </a:t>
            </a:r>
            <a:r>
              <a:rPr kumimoji="1" lang="ko-KR" altLang="en-US" sz="2000" b="1" spc="-99" dirty="0">
                <a:solidFill>
                  <a:schemeClr val="tx1">
                    <a:lumMod val="85000"/>
                    <a:lumOff val="15000"/>
                  </a:schemeClr>
                </a:solidFill>
                <a:latin typeface="Rix고딕 M" pitchFamily="18" charset="-127"/>
                <a:ea typeface="Rix고딕 M" pitchFamily="18" charset="-127"/>
              </a:rPr>
              <a:t>하도급사의 문제점 이해</a:t>
            </a:r>
            <a:endParaRPr kumimoji="1" lang="en-US" altLang="ko-KR" sz="2000" b="1" spc="-99" dirty="0">
              <a:solidFill>
                <a:schemeClr val="tx1">
                  <a:lumMod val="85000"/>
                  <a:lumOff val="15000"/>
                </a:schemeClr>
              </a:solidFill>
              <a:latin typeface="Rix고딕 M" pitchFamily="18" charset="-127"/>
              <a:ea typeface="Rix고딕 M" pitchFamily="18" charset="-127"/>
            </a:endParaRPr>
          </a:p>
          <a:p>
            <a:pPr marL="180306" indent="-180306">
              <a:lnSpc>
                <a:spcPct val="150000"/>
              </a:lnSpc>
              <a:spcBef>
                <a:spcPts val="592"/>
              </a:spcBef>
              <a:buFont typeface="Arial" panose="020B0604020202020204" pitchFamily="34" charset="0"/>
              <a:buChar char="•"/>
              <a:defRPr/>
            </a:pPr>
            <a:r>
              <a:rPr kumimoji="1" lang="ko-KR" altLang="en-US" sz="2000" b="1" spc="-99" dirty="0">
                <a:solidFill>
                  <a:schemeClr val="tx1">
                    <a:lumMod val="85000"/>
                    <a:lumOff val="15000"/>
                  </a:schemeClr>
                </a:solidFill>
                <a:latin typeface="Rix고딕 M" pitchFamily="18" charset="-127"/>
                <a:ea typeface="Rix고딕 M" pitchFamily="18" charset="-127"/>
              </a:rPr>
              <a:t>실제적인 상생 협력 가능</a:t>
            </a:r>
          </a:p>
        </p:txBody>
      </p:sp>
    </p:spTree>
    <p:extLst>
      <p:ext uri="{BB962C8B-B14F-4D97-AF65-F5344CB8AC3E}">
        <p14:creationId xmlns:p14="http://schemas.microsoft.com/office/powerpoint/2010/main" val="26596758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직사각형 75"/>
          <p:cNvSpPr/>
          <p:nvPr/>
        </p:nvSpPr>
        <p:spPr>
          <a:xfrm>
            <a:off x="0" y="307090"/>
            <a:ext cx="10693400" cy="46218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 cap="rnd" cmpd="sng">
            <a:noFill/>
            <a:prstDash val="solid"/>
            <a:headEnd type="none" w="lg" len="med"/>
            <a:tailEnd type="none" w="lg" len="med"/>
          </a:ln>
          <a:effectLst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none" lIns="99569" tIns="172873" rIns="99569" bIns="49785"/>
          <a:lstStyle/>
          <a:p>
            <a:pPr algn="ctr" latinLnBrk="0"/>
            <a:endParaRPr lang="ko-KR" altLang="en-US" sz="1700" b="1" dirty="0">
              <a:gradFill>
                <a:gsLst>
                  <a:gs pos="0">
                    <a:prstClr val="white"/>
                  </a:gs>
                  <a:gs pos="100000">
                    <a:prstClr val="white"/>
                  </a:gs>
                </a:gsLst>
                <a:lin ang="5400000" scaled="0"/>
              </a:gra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고도 B" panose="02000503000000020004" pitchFamily="2" charset="-127"/>
              <a:ea typeface="고도 B" panose="02000503000000020004" pitchFamily="2" charset="-127"/>
            </a:endParaRPr>
          </a:p>
        </p:txBody>
      </p:sp>
      <p:sp>
        <p:nvSpPr>
          <p:cNvPr id="77" name="TextBox 76"/>
          <p:cNvSpPr txBox="1"/>
          <p:nvPr/>
        </p:nvSpPr>
        <p:spPr>
          <a:xfrm>
            <a:off x="347918" y="357032"/>
            <a:ext cx="8148382" cy="369332"/>
          </a:xfrm>
          <a:prstGeom prst="rect">
            <a:avLst/>
          </a:prstGeom>
          <a:noFill/>
          <a:ln w="6350">
            <a:noFill/>
          </a:ln>
          <a:effectLst/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 anchorCtr="0">
            <a:spAutoFit/>
            <a:sp3d>
              <a:bevelT w="0" h="0"/>
              <a:contourClr>
                <a:schemeClr val="bg1"/>
              </a:contourClr>
            </a:sp3d>
          </a:bodyPr>
          <a:lstStyle>
            <a:defPPr>
              <a:defRPr lang="ko-KR"/>
            </a:defPPr>
            <a:lvl1pPr lvl="0" indent="0" defTabSz="801639" latinLnBrk="0">
              <a:lnSpc>
                <a:spcPct val="100000"/>
              </a:lnSpc>
              <a:spcBef>
                <a:spcPts val="88"/>
              </a:spcBef>
              <a:spcAft>
                <a:spcPts val="88"/>
              </a:spcAft>
              <a:defRPr sz="2400" spc="0">
                <a:ln>
                  <a:solidFill>
                    <a:prstClr val="white">
                      <a:alpha val="10000"/>
                    </a:prstClr>
                  </a:solidFill>
                </a:ln>
                <a:solidFill>
                  <a:prstClr val="white"/>
                </a:solidFill>
                <a:effectLst/>
                <a:latin typeface="나눔고딕 ExtraBold" panose="020D0904000000000000" pitchFamily="50" charset="-127"/>
                <a:ea typeface="나눔고딕 ExtraBold" panose="020D0904000000000000" pitchFamily="50" charset="-127"/>
              </a:defRPr>
            </a:lvl1pPr>
          </a:lstStyle>
          <a:p>
            <a:r>
              <a:rPr lang="en-US" altLang="ko-KR" spc="-150" dirty="0" smtClean="0">
                <a:solidFill>
                  <a:schemeClr val="tx1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Q1. </a:t>
            </a:r>
            <a:r>
              <a:rPr lang="ko-KR" altLang="en-US" spc="-150" dirty="0">
                <a:solidFill>
                  <a:schemeClr val="tx1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구축 사업 수행 구조 및 사업자 역량</a:t>
            </a:r>
            <a:r>
              <a:rPr lang="en-US" altLang="ko-KR" spc="-150" dirty="0">
                <a:solidFill>
                  <a:schemeClr val="tx1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(1/2</a:t>
            </a:r>
            <a:r>
              <a:rPr lang="en-US" altLang="ko-KR" spc="-150" dirty="0" smtClean="0">
                <a:solidFill>
                  <a:schemeClr val="tx1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)</a:t>
            </a:r>
            <a:endParaRPr lang="en-US" altLang="ko-KR" spc="-150" dirty="0">
              <a:solidFill>
                <a:schemeClr val="tx1"/>
              </a:solidFill>
              <a:latin typeface="Rix모던고딕 B" panose="02020603020101020101" pitchFamily="18" charset="-127"/>
              <a:ea typeface="Rix모던고딕 B" panose="02020603020101020101" pitchFamily="18" charset="-127"/>
            </a:endParaRPr>
          </a:p>
        </p:txBody>
      </p:sp>
      <p:sp>
        <p:nvSpPr>
          <p:cNvPr id="78" name="직사각형 77"/>
          <p:cNvSpPr/>
          <p:nvPr/>
        </p:nvSpPr>
        <p:spPr>
          <a:xfrm>
            <a:off x="0" y="776867"/>
            <a:ext cx="10693400" cy="566157"/>
          </a:xfrm>
          <a:prstGeom prst="rect">
            <a:avLst/>
          </a:prstGeom>
          <a:solidFill>
            <a:srgbClr val="2F6495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 lang="ko-KR" altLang="en-US" dirty="0"/>
          </a:p>
        </p:txBody>
      </p:sp>
      <p:sp>
        <p:nvSpPr>
          <p:cNvPr id="79" name="TextBox 78"/>
          <p:cNvSpPr txBox="1"/>
          <p:nvPr/>
        </p:nvSpPr>
        <p:spPr>
          <a:xfrm>
            <a:off x="357442" y="920807"/>
            <a:ext cx="10043857" cy="304699"/>
          </a:xfrm>
          <a:prstGeom prst="rect">
            <a:avLst/>
          </a:prstGeom>
          <a:noFill/>
          <a:ln w="6350">
            <a:noFill/>
          </a:ln>
          <a:effectLst/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 anchorCtr="0">
            <a:spAutoFit/>
            <a:sp3d>
              <a:bevelT w="0" h="0"/>
              <a:contourClr>
                <a:schemeClr val="bg1"/>
              </a:contourClr>
            </a:sp3d>
          </a:bodyPr>
          <a:lstStyle>
            <a:defPPr>
              <a:defRPr lang="ko-KR"/>
            </a:defPPr>
            <a:lvl1pPr lvl="0" indent="0" defTabSz="801639" latinLnBrk="0">
              <a:lnSpc>
                <a:spcPct val="100000"/>
              </a:lnSpc>
              <a:spcBef>
                <a:spcPts val="88"/>
              </a:spcBef>
              <a:spcAft>
                <a:spcPts val="88"/>
              </a:spcAft>
              <a:defRPr sz="2400" spc="0">
                <a:ln>
                  <a:solidFill>
                    <a:prstClr val="white">
                      <a:alpha val="10000"/>
                    </a:prstClr>
                  </a:solidFill>
                </a:ln>
                <a:solidFill>
                  <a:prstClr val="white"/>
                </a:solidFill>
                <a:effectLst/>
                <a:latin typeface="나눔고딕 ExtraBold" panose="020D0904000000000000" pitchFamily="50" charset="-127"/>
                <a:ea typeface="나눔고딕 ExtraBold" panose="020D0904000000000000" pitchFamily="50" charset="-127"/>
              </a:defRPr>
            </a:lvl1pPr>
          </a:lstStyle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800" spc="-100" dirty="0">
                <a:solidFill>
                  <a:schemeClr val="bg1"/>
                </a:solidFill>
                <a:latin typeface="Rix고딕 M" pitchFamily="18" charset="-127"/>
                <a:ea typeface="Rix고딕 M" pitchFamily="18" charset="-127"/>
              </a:rPr>
              <a:t>검증된 구축 방법론 </a:t>
            </a:r>
            <a:r>
              <a:rPr lang="ko-KR" altLang="en-US" sz="1800" spc="-100" dirty="0" smtClean="0">
                <a:solidFill>
                  <a:schemeClr val="bg1"/>
                </a:solidFill>
                <a:latin typeface="Rix고딕 M" pitchFamily="18" charset="-127"/>
                <a:ea typeface="Rix고딕 M" pitchFamily="18" charset="-127"/>
              </a:rPr>
              <a:t>적용으로 사업의 완성도를 향상하겠습니다</a:t>
            </a:r>
            <a:r>
              <a:rPr lang="en-US" altLang="ko-KR" sz="1800" spc="-100" dirty="0" smtClean="0">
                <a:solidFill>
                  <a:schemeClr val="bg1"/>
                </a:solidFill>
                <a:latin typeface="Rix고딕 M" pitchFamily="18" charset="-127"/>
                <a:ea typeface="Rix고딕 M" pitchFamily="18" charset="-127"/>
              </a:rPr>
              <a:t>.</a:t>
            </a:r>
            <a:endParaRPr lang="ko-KR" altLang="en-US" sz="1800" spc="-100" dirty="0">
              <a:solidFill>
                <a:schemeClr val="bg1"/>
              </a:solidFill>
              <a:latin typeface="Rix고딕 M" pitchFamily="18" charset="-127"/>
              <a:ea typeface="Rix고딕 M" pitchFamily="18" charset="-127"/>
            </a:endParaRPr>
          </a:p>
        </p:txBody>
      </p:sp>
      <p:sp>
        <p:nvSpPr>
          <p:cNvPr id="80" name="직사각형 79"/>
          <p:cNvSpPr/>
          <p:nvPr/>
        </p:nvSpPr>
        <p:spPr>
          <a:xfrm>
            <a:off x="0" y="1542076"/>
            <a:ext cx="5414430" cy="1122187"/>
          </a:xfrm>
          <a:prstGeom prst="rect">
            <a:avLst/>
          </a:prstGeom>
          <a:solidFill>
            <a:srgbClr val="1B91C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1"/>
            <a:endParaRPr lang="ko-KR" altLang="en-US" dirty="0"/>
          </a:p>
        </p:txBody>
      </p:sp>
      <p:sp>
        <p:nvSpPr>
          <p:cNvPr id="81" name="직사각형 80"/>
          <p:cNvSpPr/>
          <p:nvPr/>
        </p:nvSpPr>
        <p:spPr>
          <a:xfrm>
            <a:off x="5406213" y="1544502"/>
            <a:ext cx="5298520" cy="1122187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1"/>
            <a:endParaRPr lang="ko-KR" altLang="en-US" dirty="0"/>
          </a:p>
        </p:txBody>
      </p:sp>
      <p:sp>
        <p:nvSpPr>
          <p:cNvPr id="82" name="직사각형 81"/>
          <p:cNvSpPr/>
          <p:nvPr/>
        </p:nvSpPr>
        <p:spPr>
          <a:xfrm>
            <a:off x="5562478" y="1625734"/>
            <a:ext cx="4983601" cy="3077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defTabSz="801639" latinLnBrk="0">
              <a:spcBef>
                <a:spcPts val="88"/>
              </a:spcBef>
              <a:spcAft>
                <a:spcPts val="88"/>
              </a:spcAft>
            </a:pPr>
            <a:r>
              <a:rPr lang="ko-KR" altLang="en-US" spc="-150" dirty="0" smtClean="0">
                <a:ln>
                  <a:solidFill>
                    <a:prstClr val="white">
                      <a:alpha val="10000"/>
                    </a:prstClr>
                  </a:solidFill>
                </a:ln>
                <a:solidFill>
                  <a:schemeClr val="bg1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분야별 전문가로 구성된 추진조직 구성</a:t>
            </a:r>
            <a:endParaRPr lang="en-US" altLang="ko-KR" spc="-150" dirty="0">
              <a:ln>
                <a:solidFill>
                  <a:prstClr val="white">
                    <a:alpha val="10000"/>
                  </a:prstClr>
                </a:solidFill>
              </a:ln>
              <a:solidFill>
                <a:schemeClr val="bg1"/>
              </a:solidFill>
              <a:latin typeface="Rix모던고딕 B" panose="02020603020101020101" pitchFamily="18" charset="-127"/>
              <a:ea typeface="Rix모던고딕 B" panose="02020603020101020101" pitchFamily="18" charset="-127"/>
            </a:endParaRPr>
          </a:p>
        </p:txBody>
      </p:sp>
      <p:sp>
        <p:nvSpPr>
          <p:cNvPr id="83" name="직사각형 82"/>
          <p:cNvSpPr/>
          <p:nvPr/>
        </p:nvSpPr>
        <p:spPr>
          <a:xfrm>
            <a:off x="1196340" y="1625734"/>
            <a:ext cx="4035646" cy="3077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r" defTabSz="801639" latinLnBrk="0">
              <a:spcBef>
                <a:spcPts val="88"/>
              </a:spcBef>
              <a:spcAft>
                <a:spcPts val="88"/>
              </a:spcAft>
            </a:pPr>
            <a:r>
              <a:rPr lang="ko-KR" altLang="en-US" spc="-150" dirty="0" smtClean="0">
                <a:ln>
                  <a:solidFill>
                    <a:prstClr val="white">
                      <a:alpha val="10000"/>
                    </a:prstClr>
                  </a:solidFill>
                </a:ln>
                <a:solidFill>
                  <a:schemeClr val="bg1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검증된 구축 방법론을 각 단계별로 적용</a:t>
            </a:r>
            <a:endParaRPr lang="en-US" altLang="ko-KR" spc="-150" dirty="0">
              <a:ln>
                <a:solidFill>
                  <a:prstClr val="white">
                    <a:alpha val="10000"/>
                  </a:prstClr>
                </a:solidFill>
              </a:ln>
              <a:solidFill>
                <a:schemeClr val="bg1"/>
              </a:solidFill>
              <a:latin typeface="Rix모던고딕 B" panose="02020603020101020101" pitchFamily="18" charset="-127"/>
              <a:ea typeface="Rix모던고딕 B" panose="02020603020101020101" pitchFamily="18" charset="-127"/>
            </a:endParaRPr>
          </a:p>
        </p:txBody>
      </p:sp>
      <p:grpSp>
        <p:nvGrpSpPr>
          <p:cNvPr id="84" name="그룹 83"/>
          <p:cNvGrpSpPr/>
          <p:nvPr/>
        </p:nvGrpSpPr>
        <p:grpSpPr>
          <a:xfrm>
            <a:off x="1519754" y="2018914"/>
            <a:ext cx="3886458" cy="830966"/>
            <a:chOff x="1514665" y="2361814"/>
            <a:chExt cx="3886458" cy="659705"/>
          </a:xfrm>
        </p:grpSpPr>
        <p:sp>
          <p:nvSpPr>
            <p:cNvPr id="85" name="직사각형 84"/>
            <p:cNvSpPr/>
            <p:nvPr/>
          </p:nvSpPr>
          <p:spPr>
            <a:xfrm>
              <a:off x="1990725" y="2361878"/>
              <a:ext cx="3410398" cy="64360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 smtClean="0"/>
            </a:p>
          </p:txBody>
        </p:sp>
        <p:sp>
          <p:nvSpPr>
            <p:cNvPr id="86" name="직각 삼각형 85"/>
            <p:cNvSpPr/>
            <p:nvPr/>
          </p:nvSpPr>
          <p:spPr>
            <a:xfrm flipH="1">
              <a:off x="1514665" y="2361814"/>
              <a:ext cx="476060" cy="659705"/>
            </a:xfrm>
            <a:prstGeom prst="rt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 smtClean="0"/>
            </a:p>
          </p:txBody>
        </p:sp>
      </p:grpSp>
      <p:grpSp>
        <p:nvGrpSpPr>
          <p:cNvPr id="87" name="그룹 86"/>
          <p:cNvGrpSpPr/>
          <p:nvPr/>
        </p:nvGrpSpPr>
        <p:grpSpPr>
          <a:xfrm flipH="1">
            <a:off x="5392342" y="2018914"/>
            <a:ext cx="3886458" cy="830966"/>
            <a:chOff x="1514665" y="2361814"/>
            <a:chExt cx="3886458" cy="659705"/>
          </a:xfrm>
        </p:grpSpPr>
        <p:sp>
          <p:nvSpPr>
            <p:cNvPr id="88" name="직사각형 87"/>
            <p:cNvSpPr/>
            <p:nvPr/>
          </p:nvSpPr>
          <p:spPr>
            <a:xfrm>
              <a:off x="1990725" y="2361878"/>
              <a:ext cx="3410398" cy="64360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 smtClean="0"/>
            </a:p>
          </p:txBody>
        </p:sp>
        <p:sp>
          <p:nvSpPr>
            <p:cNvPr id="89" name="직각 삼각형 88"/>
            <p:cNvSpPr/>
            <p:nvPr/>
          </p:nvSpPr>
          <p:spPr>
            <a:xfrm flipH="1">
              <a:off x="1514665" y="2361814"/>
              <a:ext cx="476060" cy="659705"/>
            </a:xfrm>
            <a:prstGeom prst="rt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 smtClean="0"/>
            </a:p>
          </p:txBody>
        </p:sp>
      </p:grpSp>
      <p:grpSp>
        <p:nvGrpSpPr>
          <p:cNvPr id="90" name="그룹 89"/>
          <p:cNvGrpSpPr/>
          <p:nvPr/>
        </p:nvGrpSpPr>
        <p:grpSpPr>
          <a:xfrm>
            <a:off x="9192999" y="1250688"/>
            <a:ext cx="1098929" cy="1344036"/>
            <a:chOff x="8917874" y="2111657"/>
            <a:chExt cx="1129703" cy="1381674"/>
          </a:xfrm>
        </p:grpSpPr>
        <p:grpSp>
          <p:nvGrpSpPr>
            <p:cNvPr id="91" name="그룹 90"/>
            <p:cNvGrpSpPr/>
            <p:nvPr/>
          </p:nvGrpSpPr>
          <p:grpSpPr>
            <a:xfrm flipH="1">
              <a:off x="8917874" y="2787373"/>
              <a:ext cx="978466" cy="705958"/>
              <a:chOff x="2714503" y="3924647"/>
              <a:chExt cx="4246563" cy="3063875"/>
            </a:xfrm>
          </p:grpSpPr>
          <p:pic>
            <p:nvPicPr>
              <p:cNvPr id="93" name="Picture 10" descr="G:\work\다원아이씨티\한국정보화진흥원\슬라이드8-15.png"/>
              <p:cNvPicPr>
                <a:picLocks noChangeAspect="1" noChangeArrowheads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714503" y="3924647"/>
                <a:ext cx="4246563" cy="306387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94" name="Picture 5" descr="G:\work\다원아이씨티\한국정보화진흥원\슬라이드8-12.png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74493" y="4640998"/>
                <a:ext cx="2544218" cy="177865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pic>
          <p:nvPicPr>
            <p:cNvPr id="92" name="Picture 3" descr="G:\work\지에프티GFT\이상호부장님\발표자료\이미지들-05.png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9684474" y="2111657"/>
              <a:ext cx="363103" cy="133905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95" name="Picture 2" descr="G:\work\아이티센시스템즈\경찰청공조조회유지보수\icon&amp;dia\제안서템플릿이미지-61.pn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7918" y="1723432"/>
            <a:ext cx="1162312" cy="8298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96" name="그룹 95"/>
          <p:cNvGrpSpPr/>
          <p:nvPr/>
        </p:nvGrpSpPr>
        <p:grpSpPr>
          <a:xfrm>
            <a:off x="1" y="4224487"/>
            <a:ext cx="10693400" cy="2868928"/>
            <a:chOff x="2398589" y="4067602"/>
            <a:chExt cx="8294811" cy="2868928"/>
          </a:xfrm>
        </p:grpSpPr>
        <p:sp>
          <p:nvSpPr>
            <p:cNvPr id="97" name="Freeform 113"/>
            <p:cNvSpPr>
              <a:spLocks/>
            </p:cNvSpPr>
            <p:nvPr/>
          </p:nvSpPr>
          <p:spPr bwMode="auto">
            <a:xfrm>
              <a:off x="3954331" y="6020268"/>
              <a:ext cx="512393" cy="916262"/>
            </a:xfrm>
            <a:custGeom>
              <a:avLst/>
              <a:gdLst>
                <a:gd name="T0" fmla="*/ 0 w 296"/>
                <a:gd name="T1" fmla="*/ 0 h 682"/>
                <a:gd name="T2" fmla="*/ 438150 w 296"/>
                <a:gd name="T3" fmla="*/ 293215 h 682"/>
                <a:gd name="T4" fmla="*/ 438150 w 296"/>
                <a:gd name="T5" fmla="*/ 1004887 h 682"/>
                <a:gd name="T6" fmla="*/ 0 w 296"/>
                <a:gd name="T7" fmla="*/ 708725 h 682"/>
                <a:gd name="T8" fmla="*/ 0 w 296"/>
                <a:gd name="T9" fmla="*/ 0 h 68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682">
                  <a:moveTo>
                    <a:pt x="0" y="0"/>
                  </a:moveTo>
                  <a:lnTo>
                    <a:pt x="296" y="199"/>
                  </a:lnTo>
                  <a:lnTo>
                    <a:pt x="296" y="682"/>
                  </a:lnTo>
                  <a:lnTo>
                    <a:pt x="0" y="48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0808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592AFF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98" name="Freeform 114"/>
            <p:cNvSpPr>
              <a:spLocks/>
            </p:cNvSpPr>
            <p:nvPr/>
          </p:nvSpPr>
          <p:spPr bwMode="auto">
            <a:xfrm>
              <a:off x="3954331" y="6020268"/>
              <a:ext cx="2068133" cy="266338"/>
            </a:xfrm>
            <a:custGeom>
              <a:avLst/>
              <a:gdLst>
                <a:gd name="T0" fmla="*/ 0 w 1197"/>
                <a:gd name="T1" fmla="*/ 0 h 199"/>
                <a:gd name="T2" fmla="*/ 1325248 w 1197"/>
                <a:gd name="T3" fmla="*/ 0 h 199"/>
                <a:gd name="T4" fmla="*/ 1768475 w 1197"/>
                <a:gd name="T5" fmla="*/ 292100 h 199"/>
                <a:gd name="T6" fmla="*/ 443227 w 1197"/>
                <a:gd name="T7" fmla="*/ 292100 h 199"/>
                <a:gd name="T8" fmla="*/ 0 w 1197"/>
                <a:gd name="T9" fmla="*/ 0 h 19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197" h="199">
                  <a:moveTo>
                    <a:pt x="0" y="0"/>
                  </a:moveTo>
                  <a:lnTo>
                    <a:pt x="897" y="0"/>
                  </a:lnTo>
                  <a:lnTo>
                    <a:pt x="1197" y="199"/>
                  </a:lnTo>
                  <a:lnTo>
                    <a:pt x="300" y="19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0C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1331FD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99" name="Freeform 115"/>
            <p:cNvSpPr>
              <a:spLocks/>
            </p:cNvSpPr>
            <p:nvPr/>
          </p:nvSpPr>
          <p:spPr bwMode="auto">
            <a:xfrm>
              <a:off x="5517497" y="5367449"/>
              <a:ext cx="512393" cy="919157"/>
            </a:xfrm>
            <a:custGeom>
              <a:avLst/>
              <a:gdLst>
                <a:gd name="T0" fmla="*/ 0 w 296"/>
                <a:gd name="T1" fmla="*/ 0 h 681"/>
                <a:gd name="T2" fmla="*/ 438150 w 296"/>
                <a:gd name="T3" fmla="*/ 297534 h 681"/>
                <a:gd name="T4" fmla="*/ 438150 w 296"/>
                <a:gd name="T5" fmla="*/ 1008063 h 681"/>
                <a:gd name="T6" fmla="*/ 0 w 296"/>
                <a:gd name="T7" fmla="*/ 713490 h 681"/>
                <a:gd name="T8" fmla="*/ 0 w 296"/>
                <a:gd name="T9" fmla="*/ 0 h 68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681">
                  <a:moveTo>
                    <a:pt x="0" y="0"/>
                  </a:moveTo>
                  <a:lnTo>
                    <a:pt x="296" y="201"/>
                  </a:lnTo>
                  <a:lnTo>
                    <a:pt x="296" y="681"/>
                  </a:lnTo>
                  <a:lnTo>
                    <a:pt x="0" y="4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0808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592AFF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100" name="Freeform 116"/>
            <p:cNvSpPr>
              <a:spLocks/>
            </p:cNvSpPr>
            <p:nvPr/>
          </p:nvSpPr>
          <p:spPr bwMode="auto">
            <a:xfrm>
              <a:off x="5517497" y="5367449"/>
              <a:ext cx="2064420" cy="272128"/>
            </a:xfrm>
            <a:custGeom>
              <a:avLst/>
              <a:gdLst>
                <a:gd name="T0" fmla="*/ 0 w 1195"/>
                <a:gd name="T1" fmla="*/ 0 h 201"/>
                <a:gd name="T2" fmla="*/ 1325083 w 1195"/>
                <a:gd name="T3" fmla="*/ 0 h 201"/>
                <a:gd name="T4" fmla="*/ 1765300 w 1195"/>
                <a:gd name="T5" fmla="*/ 298450 h 201"/>
                <a:gd name="T6" fmla="*/ 441694 w 1195"/>
                <a:gd name="T7" fmla="*/ 298450 h 201"/>
                <a:gd name="T8" fmla="*/ 0 w 1195"/>
                <a:gd name="T9" fmla="*/ 0 h 20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195" h="201">
                  <a:moveTo>
                    <a:pt x="0" y="0"/>
                  </a:moveTo>
                  <a:lnTo>
                    <a:pt x="897" y="0"/>
                  </a:lnTo>
                  <a:lnTo>
                    <a:pt x="1195" y="201"/>
                  </a:lnTo>
                  <a:lnTo>
                    <a:pt x="299" y="20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0C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1331FD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101" name="Freeform 117"/>
            <p:cNvSpPr>
              <a:spLocks/>
            </p:cNvSpPr>
            <p:nvPr/>
          </p:nvSpPr>
          <p:spPr bwMode="auto">
            <a:xfrm>
              <a:off x="7069526" y="4714631"/>
              <a:ext cx="512393" cy="922052"/>
            </a:xfrm>
            <a:custGeom>
              <a:avLst/>
              <a:gdLst>
                <a:gd name="T0" fmla="*/ 0 w 296"/>
                <a:gd name="T1" fmla="*/ 0 h 684"/>
                <a:gd name="T2" fmla="*/ 438150 w 296"/>
                <a:gd name="T3" fmla="*/ 297162 h 684"/>
                <a:gd name="T4" fmla="*/ 438150 w 296"/>
                <a:gd name="T5" fmla="*/ 1011237 h 684"/>
                <a:gd name="T6" fmla="*/ 0 w 296"/>
                <a:gd name="T7" fmla="*/ 714075 h 684"/>
                <a:gd name="T8" fmla="*/ 0 w 296"/>
                <a:gd name="T9" fmla="*/ 0 h 6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684">
                  <a:moveTo>
                    <a:pt x="0" y="0"/>
                  </a:moveTo>
                  <a:lnTo>
                    <a:pt x="296" y="201"/>
                  </a:lnTo>
                  <a:lnTo>
                    <a:pt x="296" y="684"/>
                  </a:lnTo>
                  <a:lnTo>
                    <a:pt x="0" y="48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0808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592AFF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102" name="Freeform 118"/>
            <p:cNvSpPr>
              <a:spLocks/>
            </p:cNvSpPr>
            <p:nvPr/>
          </p:nvSpPr>
          <p:spPr bwMode="auto">
            <a:xfrm>
              <a:off x="7069526" y="4710288"/>
              <a:ext cx="2071846" cy="272128"/>
            </a:xfrm>
            <a:custGeom>
              <a:avLst/>
              <a:gdLst>
                <a:gd name="T0" fmla="*/ 0 w 1197"/>
                <a:gd name="T1" fmla="*/ 0 h 201"/>
                <a:gd name="T2" fmla="*/ 1327627 w 1197"/>
                <a:gd name="T3" fmla="*/ 0 h 201"/>
                <a:gd name="T4" fmla="*/ 1771650 w 1197"/>
                <a:gd name="T5" fmla="*/ 298450 h 201"/>
                <a:gd name="T6" fmla="*/ 442542 w 1197"/>
                <a:gd name="T7" fmla="*/ 298450 h 201"/>
                <a:gd name="T8" fmla="*/ 0 w 1197"/>
                <a:gd name="T9" fmla="*/ 0 h 20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197" h="201">
                  <a:moveTo>
                    <a:pt x="0" y="0"/>
                  </a:moveTo>
                  <a:lnTo>
                    <a:pt x="897" y="0"/>
                  </a:lnTo>
                  <a:lnTo>
                    <a:pt x="1197" y="201"/>
                  </a:lnTo>
                  <a:lnTo>
                    <a:pt x="299" y="20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0C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1331FD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103" name="Freeform 119"/>
            <p:cNvSpPr>
              <a:spLocks/>
            </p:cNvSpPr>
            <p:nvPr/>
          </p:nvSpPr>
          <p:spPr bwMode="auto">
            <a:xfrm>
              <a:off x="8628980" y="4067602"/>
              <a:ext cx="512393" cy="920604"/>
            </a:xfrm>
            <a:custGeom>
              <a:avLst/>
              <a:gdLst>
                <a:gd name="T0" fmla="*/ 0 w 296"/>
                <a:gd name="T1" fmla="*/ 0 h 681"/>
                <a:gd name="T2" fmla="*/ 438150 w 296"/>
                <a:gd name="T3" fmla="*/ 295037 h 681"/>
                <a:gd name="T4" fmla="*/ 438150 w 296"/>
                <a:gd name="T5" fmla="*/ 1009650 h 681"/>
                <a:gd name="T6" fmla="*/ 0 w 296"/>
                <a:gd name="T7" fmla="*/ 711648 h 681"/>
                <a:gd name="T8" fmla="*/ 0 w 296"/>
                <a:gd name="T9" fmla="*/ 0 h 68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681">
                  <a:moveTo>
                    <a:pt x="0" y="0"/>
                  </a:moveTo>
                  <a:lnTo>
                    <a:pt x="296" y="199"/>
                  </a:lnTo>
                  <a:lnTo>
                    <a:pt x="296" y="681"/>
                  </a:lnTo>
                  <a:lnTo>
                    <a:pt x="0" y="48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0808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592AFF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104" name="Freeform 120"/>
            <p:cNvSpPr>
              <a:spLocks/>
            </p:cNvSpPr>
            <p:nvPr/>
          </p:nvSpPr>
          <p:spPr bwMode="auto">
            <a:xfrm>
              <a:off x="8628980" y="4067602"/>
              <a:ext cx="2064420" cy="267786"/>
            </a:xfrm>
            <a:custGeom>
              <a:avLst/>
              <a:gdLst>
                <a:gd name="T0" fmla="*/ 0 w 1195"/>
                <a:gd name="T1" fmla="*/ 0 h 199"/>
                <a:gd name="T2" fmla="*/ 1759391 w 1195"/>
                <a:gd name="T3" fmla="*/ 0 h 199"/>
                <a:gd name="T4" fmla="*/ 1765300 w 1195"/>
                <a:gd name="T5" fmla="*/ 293688 h 199"/>
                <a:gd name="T6" fmla="*/ 1765300 w 1195"/>
                <a:gd name="T7" fmla="*/ 293688 h 199"/>
                <a:gd name="T8" fmla="*/ 441694 w 1195"/>
                <a:gd name="T9" fmla="*/ 293688 h 199"/>
                <a:gd name="T10" fmla="*/ 0 w 1195"/>
                <a:gd name="T11" fmla="*/ 0 h 19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195" h="199">
                  <a:moveTo>
                    <a:pt x="0" y="0"/>
                  </a:moveTo>
                  <a:lnTo>
                    <a:pt x="1191" y="0"/>
                  </a:lnTo>
                  <a:lnTo>
                    <a:pt x="1195" y="199"/>
                  </a:lnTo>
                  <a:lnTo>
                    <a:pt x="299" y="19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0C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1331FD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105" name="Freeform 121"/>
            <p:cNvSpPr>
              <a:spLocks/>
            </p:cNvSpPr>
            <p:nvPr/>
          </p:nvSpPr>
          <p:spPr bwMode="auto">
            <a:xfrm>
              <a:off x="2398589" y="6667297"/>
              <a:ext cx="2068133" cy="269233"/>
            </a:xfrm>
            <a:custGeom>
              <a:avLst/>
              <a:gdLst>
                <a:gd name="T0" fmla="*/ 0 w 1195"/>
                <a:gd name="T1" fmla="*/ 0 h 201"/>
                <a:gd name="T2" fmla="*/ 1324506 w 1195"/>
                <a:gd name="T3" fmla="*/ 0 h 201"/>
                <a:gd name="T4" fmla="*/ 1768475 w 1195"/>
                <a:gd name="T5" fmla="*/ 295275 h 201"/>
                <a:gd name="T6" fmla="*/ 5920 w 1195"/>
                <a:gd name="T7" fmla="*/ 295275 h 201"/>
                <a:gd name="T8" fmla="*/ 0 w 1195"/>
                <a:gd name="T9" fmla="*/ 0 h 20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195" h="201">
                  <a:moveTo>
                    <a:pt x="0" y="0"/>
                  </a:moveTo>
                  <a:lnTo>
                    <a:pt x="895" y="0"/>
                  </a:lnTo>
                  <a:lnTo>
                    <a:pt x="1195" y="201"/>
                  </a:lnTo>
                  <a:lnTo>
                    <a:pt x="4" y="20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0C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1331FD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ko-KR" altLang="en-US" dirty="0"/>
            </a:p>
          </p:txBody>
        </p:sp>
      </p:grpSp>
      <p:sp>
        <p:nvSpPr>
          <p:cNvPr id="106" name="Freeform 126"/>
          <p:cNvSpPr>
            <a:spLocks/>
          </p:cNvSpPr>
          <p:nvPr/>
        </p:nvSpPr>
        <p:spPr bwMode="auto">
          <a:xfrm>
            <a:off x="519897" y="5686337"/>
            <a:ext cx="1272461" cy="1272461"/>
          </a:xfrm>
          <a:custGeom>
            <a:avLst/>
            <a:gdLst>
              <a:gd name="T0" fmla="*/ 505619 w 684"/>
              <a:gd name="T1" fmla="*/ 0 h 684"/>
              <a:gd name="T2" fmla="*/ 594324 w 684"/>
              <a:gd name="T3" fmla="*/ 8871 h 684"/>
              <a:gd name="T4" fmla="*/ 681550 w 684"/>
              <a:gd name="T5" fmla="*/ 32525 h 684"/>
              <a:gd name="T6" fmla="*/ 759906 w 684"/>
              <a:gd name="T7" fmla="*/ 70964 h 684"/>
              <a:gd name="T8" fmla="*/ 829392 w 684"/>
              <a:gd name="T9" fmla="*/ 119752 h 684"/>
              <a:gd name="T10" fmla="*/ 891485 w 684"/>
              <a:gd name="T11" fmla="*/ 181845 h 684"/>
              <a:gd name="T12" fmla="*/ 940273 w 684"/>
              <a:gd name="T13" fmla="*/ 251331 h 684"/>
              <a:gd name="T14" fmla="*/ 978712 w 684"/>
              <a:gd name="T15" fmla="*/ 329687 h 684"/>
              <a:gd name="T16" fmla="*/ 1002367 w 684"/>
              <a:gd name="T17" fmla="*/ 416914 h 684"/>
              <a:gd name="T18" fmla="*/ 1011237 w 684"/>
              <a:gd name="T19" fmla="*/ 505619 h 684"/>
              <a:gd name="T20" fmla="*/ 1002367 w 684"/>
              <a:gd name="T21" fmla="*/ 597281 h 684"/>
              <a:gd name="T22" fmla="*/ 978712 w 684"/>
              <a:gd name="T23" fmla="*/ 681551 h 684"/>
              <a:gd name="T24" fmla="*/ 940273 w 684"/>
              <a:gd name="T25" fmla="*/ 759907 h 684"/>
              <a:gd name="T26" fmla="*/ 891485 w 684"/>
              <a:gd name="T27" fmla="*/ 829393 h 684"/>
              <a:gd name="T28" fmla="*/ 829392 w 684"/>
              <a:gd name="T29" fmla="*/ 891486 h 684"/>
              <a:gd name="T30" fmla="*/ 759906 w 684"/>
              <a:gd name="T31" fmla="*/ 940274 h 684"/>
              <a:gd name="T32" fmla="*/ 681550 w 684"/>
              <a:gd name="T33" fmla="*/ 978713 h 684"/>
              <a:gd name="T34" fmla="*/ 594324 w 684"/>
              <a:gd name="T35" fmla="*/ 1002367 h 684"/>
              <a:gd name="T36" fmla="*/ 505619 w 684"/>
              <a:gd name="T37" fmla="*/ 1011238 h 684"/>
              <a:gd name="T38" fmla="*/ 413957 w 684"/>
              <a:gd name="T39" fmla="*/ 1002367 h 684"/>
              <a:gd name="T40" fmla="*/ 329687 w 684"/>
              <a:gd name="T41" fmla="*/ 978713 h 684"/>
              <a:gd name="T42" fmla="*/ 251331 w 684"/>
              <a:gd name="T43" fmla="*/ 940274 h 684"/>
              <a:gd name="T44" fmla="*/ 181845 w 684"/>
              <a:gd name="T45" fmla="*/ 891486 h 684"/>
              <a:gd name="T46" fmla="*/ 119752 w 684"/>
              <a:gd name="T47" fmla="*/ 829393 h 684"/>
              <a:gd name="T48" fmla="*/ 70964 w 684"/>
              <a:gd name="T49" fmla="*/ 759907 h 684"/>
              <a:gd name="T50" fmla="*/ 32525 w 684"/>
              <a:gd name="T51" fmla="*/ 681551 h 684"/>
              <a:gd name="T52" fmla="*/ 8871 w 684"/>
              <a:gd name="T53" fmla="*/ 597281 h 684"/>
              <a:gd name="T54" fmla="*/ 0 w 684"/>
              <a:gd name="T55" fmla="*/ 505619 h 684"/>
              <a:gd name="T56" fmla="*/ 8871 w 684"/>
              <a:gd name="T57" fmla="*/ 416914 h 684"/>
              <a:gd name="T58" fmla="*/ 32525 w 684"/>
              <a:gd name="T59" fmla="*/ 329687 h 684"/>
              <a:gd name="T60" fmla="*/ 70964 w 684"/>
              <a:gd name="T61" fmla="*/ 251331 h 684"/>
              <a:gd name="T62" fmla="*/ 119752 w 684"/>
              <a:gd name="T63" fmla="*/ 181845 h 684"/>
              <a:gd name="T64" fmla="*/ 181845 w 684"/>
              <a:gd name="T65" fmla="*/ 119752 h 684"/>
              <a:gd name="T66" fmla="*/ 251331 w 684"/>
              <a:gd name="T67" fmla="*/ 70964 h 684"/>
              <a:gd name="T68" fmla="*/ 329687 w 684"/>
              <a:gd name="T69" fmla="*/ 32525 h 684"/>
              <a:gd name="T70" fmla="*/ 413957 w 684"/>
              <a:gd name="T71" fmla="*/ 8871 h 684"/>
              <a:gd name="T72" fmla="*/ 505619 w 684"/>
              <a:gd name="T73" fmla="*/ 0 h 684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</a:gdLst>
            <a:ahLst/>
            <a:cxnLst>
              <a:cxn ang="T74">
                <a:pos x="T0" y="T1"/>
              </a:cxn>
              <a:cxn ang="T75">
                <a:pos x="T2" y="T3"/>
              </a:cxn>
              <a:cxn ang="T76">
                <a:pos x="T4" y="T5"/>
              </a:cxn>
              <a:cxn ang="T77">
                <a:pos x="T6" y="T7"/>
              </a:cxn>
              <a:cxn ang="T78">
                <a:pos x="T8" y="T9"/>
              </a:cxn>
              <a:cxn ang="T79">
                <a:pos x="T10" y="T11"/>
              </a:cxn>
              <a:cxn ang="T80">
                <a:pos x="T12" y="T13"/>
              </a:cxn>
              <a:cxn ang="T81">
                <a:pos x="T14" y="T15"/>
              </a:cxn>
              <a:cxn ang="T82">
                <a:pos x="T16" y="T17"/>
              </a:cxn>
              <a:cxn ang="T83">
                <a:pos x="T18" y="T19"/>
              </a:cxn>
              <a:cxn ang="T84">
                <a:pos x="T20" y="T21"/>
              </a:cxn>
              <a:cxn ang="T85">
                <a:pos x="T22" y="T23"/>
              </a:cxn>
              <a:cxn ang="T86">
                <a:pos x="T24" y="T25"/>
              </a:cxn>
              <a:cxn ang="T87">
                <a:pos x="T26" y="T27"/>
              </a:cxn>
              <a:cxn ang="T88">
                <a:pos x="T28" y="T29"/>
              </a:cxn>
              <a:cxn ang="T89">
                <a:pos x="T30" y="T31"/>
              </a:cxn>
              <a:cxn ang="T90">
                <a:pos x="T32" y="T33"/>
              </a:cxn>
              <a:cxn ang="T91">
                <a:pos x="T34" y="T35"/>
              </a:cxn>
              <a:cxn ang="T92">
                <a:pos x="T36" y="T37"/>
              </a:cxn>
              <a:cxn ang="T93">
                <a:pos x="T38" y="T39"/>
              </a:cxn>
              <a:cxn ang="T94">
                <a:pos x="T40" y="T41"/>
              </a:cxn>
              <a:cxn ang="T95">
                <a:pos x="T42" y="T43"/>
              </a:cxn>
              <a:cxn ang="T96">
                <a:pos x="T44" y="T45"/>
              </a:cxn>
              <a:cxn ang="T97">
                <a:pos x="T46" y="T47"/>
              </a:cxn>
              <a:cxn ang="T98">
                <a:pos x="T48" y="T49"/>
              </a:cxn>
              <a:cxn ang="T99">
                <a:pos x="T50" y="T51"/>
              </a:cxn>
              <a:cxn ang="T100">
                <a:pos x="T52" y="T53"/>
              </a:cxn>
              <a:cxn ang="T101">
                <a:pos x="T54" y="T55"/>
              </a:cxn>
              <a:cxn ang="T102">
                <a:pos x="T56" y="T57"/>
              </a:cxn>
              <a:cxn ang="T103">
                <a:pos x="T58" y="T59"/>
              </a:cxn>
              <a:cxn ang="T104">
                <a:pos x="T60" y="T61"/>
              </a:cxn>
              <a:cxn ang="T105">
                <a:pos x="T62" y="T63"/>
              </a:cxn>
              <a:cxn ang="T106">
                <a:pos x="T64" y="T65"/>
              </a:cxn>
              <a:cxn ang="T107">
                <a:pos x="T66" y="T67"/>
              </a:cxn>
              <a:cxn ang="T108">
                <a:pos x="T68" y="T69"/>
              </a:cxn>
              <a:cxn ang="T109">
                <a:pos x="T70" y="T71"/>
              </a:cxn>
              <a:cxn ang="T110">
                <a:pos x="T72" y="T73"/>
              </a:cxn>
            </a:cxnLst>
            <a:rect l="0" t="0" r="r" b="b"/>
            <a:pathLst>
              <a:path w="684" h="684">
                <a:moveTo>
                  <a:pt x="342" y="0"/>
                </a:moveTo>
                <a:lnTo>
                  <a:pt x="402" y="6"/>
                </a:lnTo>
                <a:lnTo>
                  <a:pt x="461" y="22"/>
                </a:lnTo>
                <a:lnTo>
                  <a:pt x="514" y="48"/>
                </a:lnTo>
                <a:lnTo>
                  <a:pt x="561" y="81"/>
                </a:lnTo>
                <a:lnTo>
                  <a:pt x="603" y="123"/>
                </a:lnTo>
                <a:lnTo>
                  <a:pt x="636" y="170"/>
                </a:lnTo>
                <a:lnTo>
                  <a:pt x="662" y="223"/>
                </a:lnTo>
                <a:lnTo>
                  <a:pt x="678" y="282"/>
                </a:lnTo>
                <a:lnTo>
                  <a:pt x="684" y="342"/>
                </a:lnTo>
                <a:lnTo>
                  <a:pt x="678" y="404"/>
                </a:lnTo>
                <a:lnTo>
                  <a:pt x="662" y="461"/>
                </a:lnTo>
                <a:lnTo>
                  <a:pt x="636" y="514"/>
                </a:lnTo>
                <a:lnTo>
                  <a:pt x="603" y="561"/>
                </a:lnTo>
                <a:lnTo>
                  <a:pt x="561" y="603"/>
                </a:lnTo>
                <a:lnTo>
                  <a:pt x="514" y="636"/>
                </a:lnTo>
                <a:lnTo>
                  <a:pt x="461" y="662"/>
                </a:lnTo>
                <a:lnTo>
                  <a:pt x="402" y="678"/>
                </a:lnTo>
                <a:lnTo>
                  <a:pt x="342" y="684"/>
                </a:lnTo>
                <a:lnTo>
                  <a:pt x="280" y="678"/>
                </a:lnTo>
                <a:lnTo>
                  <a:pt x="223" y="662"/>
                </a:lnTo>
                <a:lnTo>
                  <a:pt x="170" y="636"/>
                </a:lnTo>
                <a:lnTo>
                  <a:pt x="123" y="603"/>
                </a:lnTo>
                <a:lnTo>
                  <a:pt x="81" y="561"/>
                </a:lnTo>
                <a:lnTo>
                  <a:pt x="48" y="514"/>
                </a:lnTo>
                <a:lnTo>
                  <a:pt x="22" y="461"/>
                </a:lnTo>
                <a:lnTo>
                  <a:pt x="6" y="404"/>
                </a:lnTo>
                <a:lnTo>
                  <a:pt x="0" y="342"/>
                </a:lnTo>
                <a:lnTo>
                  <a:pt x="6" y="282"/>
                </a:lnTo>
                <a:lnTo>
                  <a:pt x="22" y="223"/>
                </a:lnTo>
                <a:lnTo>
                  <a:pt x="48" y="170"/>
                </a:lnTo>
                <a:lnTo>
                  <a:pt x="81" y="123"/>
                </a:lnTo>
                <a:lnTo>
                  <a:pt x="123" y="81"/>
                </a:lnTo>
                <a:lnTo>
                  <a:pt x="170" y="48"/>
                </a:lnTo>
                <a:lnTo>
                  <a:pt x="223" y="22"/>
                </a:lnTo>
                <a:lnTo>
                  <a:pt x="280" y="6"/>
                </a:lnTo>
                <a:lnTo>
                  <a:pt x="342" y="0"/>
                </a:lnTo>
                <a:close/>
              </a:path>
            </a:pathLst>
          </a:custGeom>
          <a:solidFill>
            <a:srgbClr val="FFFFFF"/>
          </a:solidFill>
          <a:ln w="88900">
            <a:solidFill>
              <a:schemeClr val="bg1">
                <a:lumMod val="50000"/>
              </a:schemeClr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107" name="직사각형 106"/>
          <p:cNvSpPr/>
          <p:nvPr/>
        </p:nvSpPr>
        <p:spPr>
          <a:xfrm>
            <a:off x="519897" y="6194449"/>
            <a:ext cx="1226820" cy="276999"/>
          </a:xfrm>
          <a:prstGeom prst="rect">
            <a:avLst/>
          </a:prstGeom>
        </p:spPr>
        <p:txBody>
          <a:bodyPr wrap="square" lIns="0" tIns="0" rIns="0" bIns="0" anchor="ctr" anchorCtr="0">
            <a:spAutoFit/>
          </a:bodyPr>
          <a:lstStyle/>
          <a:p>
            <a:pPr algn="ctr" defTabSz="801639" latinLnBrk="0">
              <a:spcBef>
                <a:spcPts val="88"/>
              </a:spcBef>
              <a:spcAft>
                <a:spcPts val="88"/>
              </a:spcAft>
            </a:pPr>
            <a:r>
              <a:rPr lang="en-US" altLang="ko-KR" sz="1800" spc="-150" dirty="0" smtClean="0">
                <a:ln>
                  <a:solidFill>
                    <a:prstClr val="white">
                      <a:alpha val="10000"/>
                    </a:prstClr>
                  </a:solidFill>
                </a:ln>
                <a:solidFill>
                  <a:srgbClr val="0070C0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4 Team</a:t>
            </a:r>
            <a:endParaRPr lang="en-US" altLang="ko-KR" sz="1800" spc="-150" dirty="0">
              <a:ln>
                <a:solidFill>
                  <a:prstClr val="white">
                    <a:alpha val="10000"/>
                  </a:prstClr>
                </a:solidFill>
              </a:ln>
              <a:solidFill>
                <a:srgbClr val="0070C0"/>
              </a:solidFill>
              <a:latin typeface="Rix모던고딕 B" panose="02020603020101020101" pitchFamily="18" charset="-127"/>
              <a:ea typeface="Rix모던고딕 B" panose="02020603020101020101" pitchFamily="18" charset="-127"/>
            </a:endParaRPr>
          </a:p>
        </p:txBody>
      </p:sp>
      <p:sp>
        <p:nvSpPr>
          <p:cNvPr id="108" name="Freeform 126"/>
          <p:cNvSpPr>
            <a:spLocks/>
          </p:cNvSpPr>
          <p:nvPr/>
        </p:nvSpPr>
        <p:spPr bwMode="auto">
          <a:xfrm>
            <a:off x="2530735" y="5079527"/>
            <a:ext cx="1272461" cy="1272461"/>
          </a:xfrm>
          <a:custGeom>
            <a:avLst/>
            <a:gdLst>
              <a:gd name="T0" fmla="*/ 505619 w 684"/>
              <a:gd name="T1" fmla="*/ 0 h 684"/>
              <a:gd name="T2" fmla="*/ 594324 w 684"/>
              <a:gd name="T3" fmla="*/ 8871 h 684"/>
              <a:gd name="T4" fmla="*/ 681550 w 684"/>
              <a:gd name="T5" fmla="*/ 32525 h 684"/>
              <a:gd name="T6" fmla="*/ 759906 w 684"/>
              <a:gd name="T7" fmla="*/ 70964 h 684"/>
              <a:gd name="T8" fmla="*/ 829392 w 684"/>
              <a:gd name="T9" fmla="*/ 119752 h 684"/>
              <a:gd name="T10" fmla="*/ 891485 w 684"/>
              <a:gd name="T11" fmla="*/ 181845 h 684"/>
              <a:gd name="T12" fmla="*/ 940273 w 684"/>
              <a:gd name="T13" fmla="*/ 251331 h 684"/>
              <a:gd name="T14" fmla="*/ 978712 w 684"/>
              <a:gd name="T15" fmla="*/ 329687 h 684"/>
              <a:gd name="T16" fmla="*/ 1002367 w 684"/>
              <a:gd name="T17" fmla="*/ 416914 h 684"/>
              <a:gd name="T18" fmla="*/ 1011237 w 684"/>
              <a:gd name="T19" fmla="*/ 505619 h 684"/>
              <a:gd name="T20" fmla="*/ 1002367 w 684"/>
              <a:gd name="T21" fmla="*/ 597281 h 684"/>
              <a:gd name="T22" fmla="*/ 978712 w 684"/>
              <a:gd name="T23" fmla="*/ 681551 h 684"/>
              <a:gd name="T24" fmla="*/ 940273 w 684"/>
              <a:gd name="T25" fmla="*/ 759907 h 684"/>
              <a:gd name="T26" fmla="*/ 891485 w 684"/>
              <a:gd name="T27" fmla="*/ 829393 h 684"/>
              <a:gd name="T28" fmla="*/ 829392 w 684"/>
              <a:gd name="T29" fmla="*/ 891486 h 684"/>
              <a:gd name="T30" fmla="*/ 759906 w 684"/>
              <a:gd name="T31" fmla="*/ 940274 h 684"/>
              <a:gd name="T32" fmla="*/ 681550 w 684"/>
              <a:gd name="T33" fmla="*/ 978713 h 684"/>
              <a:gd name="T34" fmla="*/ 594324 w 684"/>
              <a:gd name="T35" fmla="*/ 1002367 h 684"/>
              <a:gd name="T36" fmla="*/ 505619 w 684"/>
              <a:gd name="T37" fmla="*/ 1011238 h 684"/>
              <a:gd name="T38" fmla="*/ 413957 w 684"/>
              <a:gd name="T39" fmla="*/ 1002367 h 684"/>
              <a:gd name="T40" fmla="*/ 329687 w 684"/>
              <a:gd name="T41" fmla="*/ 978713 h 684"/>
              <a:gd name="T42" fmla="*/ 251331 w 684"/>
              <a:gd name="T43" fmla="*/ 940274 h 684"/>
              <a:gd name="T44" fmla="*/ 181845 w 684"/>
              <a:gd name="T45" fmla="*/ 891486 h 684"/>
              <a:gd name="T46" fmla="*/ 119752 w 684"/>
              <a:gd name="T47" fmla="*/ 829393 h 684"/>
              <a:gd name="T48" fmla="*/ 70964 w 684"/>
              <a:gd name="T49" fmla="*/ 759907 h 684"/>
              <a:gd name="T50" fmla="*/ 32525 w 684"/>
              <a:gd name="T51" fmla="*/ 681551 h 684"/>
              <a:gd name="T52" fmla="*/ 8871 w 684"/>
              <a:gd name="T53" fmla="*/ 597281 h 684"/>
              <a:gd name="T54" fmla="*/ 0 w 684"/>
              <a:gd name="T55" fmla="*/ 505619 h 684"/>
              <a:gd name="T56" fmla="*/ 8871 w 684"/>
              <a:gd name="T57" fmla="*/ 416914 h 684"/>
              <a:gd name="T58" fmla="*/ 32525 w 684"/>
              <a:gd name="T59" fmla="*/ 329687 h 684"/>
              <a:gd name="T60" fmla="*/ 70964 w 684"/>
              <a:gd name="T61" fmla="*/ 251331 h 684"/>
              <a:gd name="T62" fmla="*/ 119752 w 684"/>
              <a:gd name="T63" fmla="*/ 181845 h 684"/>
              <a:gd name="T64" fmla="*/ 181845 w 684"/>
              <a:gd name="T65" fmla="*/ 119752 h 684"/>
              <a:gd name="T66" fmla="*/ 251331 w 684"/>
              <a:gd name="T67" fmla="*/ 70964 h 684"/>
              <a:gd name="T68" fmla="*/ 329687 w 684"/>
              <a:gd name="T69" fmla="*/ 32525 h 684"/>
              <a:gd name="T70" fmla="*/ 413957 w 684"/>
              <a:gd name="T71" fmla="*/ 8871 h 684"/>
              <a:gd name="T72" fmla="*/ 505619 w 684"/>
              <a:gd name="T73" fmla="*/ 0 h 684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</a:gdLst>
            <a:ahLst/>
            <a:cxnLst>
              <a:cxn ang="T74">
                <a:pos x="T0" y="T1"/>
              </a:cxn>
              <a:cxn ang="T75">
                <a:pos x="T2" y="T3"/>
              </a:cxn>
              <a:cxn ang="T76">
                <a:pos x="T4" y="T5"/>
              </a:cxn>
              <a:cxn ang="T77">
                <a:pos x="T6" y="T7"/>
              </a:cxn>
              <a:cxn ang="T78">
                <a:pos x="T8" y="T9"/>
              </a:cxn>
              <a:cxn ang="T79">
                <a:pos x="T10" y="T11"/>
              </a:cxn>
              <a:cxn ang="T80">
                <a:pos x="T12" y="T13"/>
              </a:cxn>
              <a:cxn ang="T81">
                <a:pos x="T14" y="T15"/>
              </a:cxn>
              <a:cxn ang="T82">
                <a:pos x="T16" y="T17"/>
              </a:cxn>
              <a:cxn ang="T83">
                <a:pos x="T18" y="T19"/>
              </a:cxn>
              <a:cxn ang="T84">
                <a:pos x="T20" y="T21"/>
              </a:cxn>
              <a:cxn ang="T85">
                <a:pos x="T22" y="T23"/>
              </a:cxn>
              <a:cxn ang="T86">
                <a:pos x="T24" y="T25"/>
              </a:cxn>
              <a:cxn ang="T87">
                <a:pos x="T26" y="T27"/>
              </a:cxn>
              <a:cxn ang="T88">
                <a:pos x="T28" y="T29"/>
              </a:cxn>
              <a:cxn ang="T89">
                <a:pos x="T30" y="T31"/>
              </a:cxn>
              <a:cxn ang="T90">
                <a:pos x="T32" y="T33"/>
              </a:cxn>
              <a:cxn ang="T91">
                <a:pos x="T34" y="T35"/>
              </a:cxn>
              <a:cxn ang="T92">
                <a:pos x="T36" y="T37"/>
              </a:cxn>
              <a:cxn ang="T93">
                <a:pos x="T38" y="T39"/>
              </a:cxn>
              <a:cxn ang="T94">
                <a:pos x="T40" y="T41"/>
              </a:cxn>
              <a:cxn ang="T95">
                <a:pos x="T42" y="T43"/>
              </a:cxn>
              <a:cxn ang="T96">
                <a:pos x="T44" y="T45"/>
              </a:cxn>
              <a:cxn ang="T97">
                <a:pos x="T46" y="T47"/>
              </a:cxn>
              <a:cxn ang="T98">
                <a:pos x="T48" y="T49"/>
              </a:cxn>
              <a:cxn ang="T99">
                <a:pos x="T50" y="T51"/>
              </a:cxn>
              <a:cxn ang="T100">
                <a:pos x="T52" y="T53"/>
              </a:cxn>
              <a:cxn ang="T101">
                <a:pos x="T54" y="T55"/>
              </a:cxn>
              <a:cxn ang="T102">
                <a:pos x="T56" y="T57"/>
              </a:cxn>
              <a:cxn ang="T103">
                <a:pos x="T58" y="T59"/>
              </a:cxn>
              <a:cxn ang="T104">
                <a:pos x="T60" y="T61"/>
              </a:cxn>
              <a:cxn ang="T105">
                <a:pos x="T62" y="T63"/>
              </a:cxn>
              <a:cxn ang="T106">
                <a:pos x="T64" y="T65"/>
              </a:cxn>
              <a:cxn ang="T107">
                <a:pos x="T66" y="T67"/>
              </a:cxn>
              <a:cxn ang="T108">
                <a:pos x="T68" y="T69"/>
              </a:cxn>
              <a:cxn ang="T109">
                <a:pos x="T70" y="T71"/>
              </a:cxn>
              <a:cxn ang="T110">
                <a:pos x="T72" y="T73"/>
              </a:cxn>
            </a:cxnLst>
            <a:rect l="0" t="0" r="r" b="b"/>
            <a:pathLst>
              <a:path w="684" h="684">
                <a:moveTo>
                  <a:pt x="342" y="0"/>
                </a:moveTo>
                <a:lnTo>
                  <a:pt x="402" y="6"/>
                </a:lnTo>
                <a:lnTo>
                  <a:pt x="461" y="22"/>
                </a:lnTo>
                <a:lnTo>
                  <a:pt x="514" y="48"/>
                </a:lnTo>
                <a:lnTo>
                  <a:pt x="561" y="81"/>
                </a:lnTo>
                <a:lnTo>
                  <a:pt x="603" y="123"/>
                </a:lnTo>
                <a:lnTo>
                  <a:pt x="636" y="170"/>
                </a:lnTo>
                <a:lnTo>
                  <a:pt x="662" y="223"/>
                </a:lnTo>
                <a:lnTo>
                  <a:pt x="678" y="282"/>
                </a:lnTo>
                <a:lnTo>
                  <a:pt x="684" y="342"/>
                </a:lnTo>
                <a:lnTo>
                  <a:pt x="678" y="404"/>
                </a:lnTo>
                <a:lnTo>
                  <a:pt x="662" y="461"/>
                </a:lnTo>
                <a:lnTo>
                  <a:pt x="636" y="514"/>
                </a:lnTo>
                <a:lnTo>
                  <a:pt x="603" y="561"/>
                </a:lnTo>
                <a:lnTo>
                  <a:pt x="561" y="603"/>
                </a:lnTo>
                <a:lnTo>
                  <a:pt x="514" y="636"/>
                </a:lnTo>
                <a:lnTo>
                  <a:pt x="461" y="662"/>
                </a:lnTo>
                <a:lnTo>
                  <a:pt x="402" y="678"/>
                </a:lnTo>
                <a:lnTo>
                  <a:pt x="342" y="684"/>
                </a:lnTo>
                <a:lnTo>
                  <a:pt x="280" y="678"/>
                </a:lnTo>
                <a:lnTo>
                  <a:pt x="223" y="662"/>
                </a:lnTo>
                <a:lnTo>
                  <a:pt x="170" y="636"/>
                </a:lnTo>
                <a:lnTo>
                  <a:pt x="123" y="603"/>
                </a:lnTo>
                <a:lnTo>
                  <a:pt x="81" y="561"/>
                </a:lnTo>
                <a:lnTo>
                  <a:pt x="48" y="514"/>
                </a:lnTo>
                <a:lnTo>
                  <a:pt x="22" y="461"/>
                </a:lnTo>
                <a:lnTo>
                  <a:pt x="6" y="404"/>
                </a:lnTo>
                <a:lnTo>
                  <a:pt x="0" y="342"/>
                </a:lnTo>
                <a:lnTo>
                  <a:pt x="6" y="282"/>
                </a:lnTo>
                <a:lnTo>
                  <a:pt x="22" y="223"/>
                </a:lnTo>
                <a:lnTo>
                  <a:pt x="48" y="170"/>
                </a:lnTo>
                <a:lnTo>
                  <a:pt x="81" y="123"/>
                </a:lnTo>
                <a:lnTo>
                  <a:pt x="123" y="81"/>
                </a:lnTo>
                <a:lnTo>
                  <a:pt x="170" y="48"/>
                </a:lnTo>
                <a:lnTo>
                  <a:pt x="223" y="22"/>
                </a:lnTo>
                <a:lnTo>
                  <a:pt x="280" y="6"/>
                </a:lnTo>
                <a:lnTo>
                  <a:pt x="342" y="0"/>
                </a:lnTo>
                <a:close/>
              </a:path>
            </a:pathLst>
          </a:custGeom>
          <a:solidFill>
            <a:srgbClr val="FFFFFF"/>
          </a:solidFill>
          <a:ln w="88900">
            <a:solidFill>
              <a:schemeClr val="bg1">
                <a:lumMod val="50000"/>
              </a:schemeClr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109" name="Freeform 126"/>
          <p:cNvSpPr>
            <a:spLocks/>
          </p:cNvSpPr>
          <p:nvPr/>
        </p:nvSpPr>
        <p:spPr bwMode="auto">
          <a:xfrm>
            <a:off x="4557655" y="4428938"/>
            <a:ext cx="1272461" cy="1272461"/>
          </a:xfrm>
          <a:custGeom>
            <a:avLst/>
            <a:gdLst>
              <a:gd name="T0" fmla="*/ 505619 w 684"/>
              <a:gd name="T1" fmla="*/ 0 h 684"/>
              <a:gd name="T2" fmla="*/ 594324 w 684"/>
              <a:gd name="T3" fmla="*/ 8871 h 684"/>
              <a:gd name="T4" fmla="*/ 681550 w 684"/>
              <a:gd name="T5" fmla="*/ 32525 h 684"/>
              <a:gd name="T6" fmla="*/ 759906 w 684"/>
              <a:gd name="T7" fmla="*/ 70964 h 684"/>
              <a:gd name="T8" fmla="*/ 829392 w 684"/>
              <a:gd name="T9" fmla="*/ 119752 h 684"/>
              <a:gd name="T10" fmla="*/ 891485 w 684"/>
              <a:gd name="T11" fmla="*/ 181845 h 684"/>
              <a:gd name="T12" fmla="*/ 940273 w 684"/>
              <a:gd name="T13" fmla="*/ 251331 h 684"/>
              <a:gd name="T14" fmla="*/ 978712 w 684"/>
              <a:gd name="T15" fmla="*/ 329687 h 684"/>
              <a:gd name="T16" fmla="*/ 1002367 w 684"/>
              <a:gd name="T17" fmla="*/ 416914 h 684"/>
              <a:gd name="T18" fmla="*/ 1011237 w 684"/>
              <a:gd name="T19" fmla="*/ 505619 h 684"/>
              <a:gd name="T20" fmla="*/ 1002367 w 684"/>
              <a:gd name="T21" fmla="*/ 597281 h 684"/>
              <a:gd name="T22" fmla="*/ 978712 w 684"/>
              <a:gd name="T23" fmla="*/ 681551 h 684"/>
              <a:gd name="T24" fmla="*/ 940273 w 684"/>
              <a:gd name="T25" fmla="*/ 759907 h 684"/>
              <a:gd name="T26" fmla="*/ 891485 w 684"/>
              <a:gd name="T27" fmla="*/ 829393 h 684"/>
              <a:gd name="T28" fmla="*/ 829392 w 684"/>
              <a:gd name="T29" fmla="*/ 891486 h 684"/>
              <a:gd name="T30" fmla="*/ 759906 w 684"/>
              <a:gd name="T31" fmla="*/ 940274 h 684"/>
              <a:gd name="T32" fmla="*/ 681550 w 684"/>
              <a:gd name="T33" fmla="*/ 978713 h 684"/>
              <a:gd name="T34" fmla="*/ 594324 w 684"/>
              <a:gd name="T35" fmla="*/ 1002367 h 684"/>
              <a:gd name="T36" fmla="*/ 505619 w 684"/>
              <a:gd name="T37" fmla="*/ 1011238 h 684"/>
              <a:gd name="T38" fmla="*/ 413957 w 684"/>
              <a:gd name="T39" fmla="*/ 1002367 h 684"/>
              <a:gd name="T40" fmla="*/ 329687 w 684"/>
              <a:gd name="T41" fmla="*/ 978713 h 684"/>
              <a:gd name="T42" fmla="*/ 251331 w 684"/>
              <a:gd name="T43" fmla="*/ 940274 h 684"/>
              <a:gd name="T44" fmla="*/ 181845 w 684"/>
              <a:gd name="T45" fmla="*/ 891486 h 684"/>
              <a:gd name="T46" fmla="*/ 119752 w 684"/>
              <a:gd name="T47" fmla="*/ 829393 h 684"/>
              <a:gd name="T48" fmla="*/ 70964 w 684"/>
              <a:gd name="T49" fmla="*/ 759907 h 684"/>
              <a:gd name="T50" fmla="*/ 32525 w 684"/>
              <a:gd name="T51" fmla="*/ 681551 h 684"/>
              <a:gd name="T52" fmla="*/ 8871 w 684"/>
              <a:gd name="T53" fmla="*/ 597281 h 684"/>
              <a:gd name="T54" fmla="*/ 0 w 684"/>
              <a:gd name="T55" fmla="*/ 505619 h 684"/>
              <a:gd name="T56" fmla="*/ 8871 w 684"/>
              <a:gd name="T57" fmla="*/ 416914 h 684"/>
              <a:gd name="T58" fmla="*/ 32525 w 684"/>
              <a:gd name="T59" fmla="*/ 329687 h 684"/>
              <a:gd name="T60" fmla="*/ 70964 w 684"/>
              <a:gd name="T61" fmla="*/ 251331 h 684"/>
              <a:gd name="T62" fmla="*/ 119752 w 684"/>
              <a:gd name="T63" fmla="*/ 181845 h 684"/>
              <a:gd name="T64" fmla="*/ 181845 w 684"/>
              <a:gd name="T65" fmla="*/ 119752 h 684"/>
              <a:gd name="T66" fmla="*/ 251331 w 684"/>
              <a:gd name="T67" fmla="*/ 70964 h 684"/>
              <a:gd name="T68" fmla="*/ 329687 w 684"/>
              <a:gd name="T69" fmla="*/ 32525 h 684"/>
              <a:gd name="T70" fmla="*/ 413957 w 684"/>
              <a:gd name="T71" fmla="*/ 8871 h 684"/>
              <a:gd name="T72" fmla="*/ 505619 w 684"/>
              <a:gd name="T73" fmla="*/ 0 h 684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</a:gdLst>
            <a:ahLst/>
            <a:cxnLst>
              <a:cxn ang="T74">
                <a:pos x="T0" y="T1"/>
              </a:cxn>
              <a:cxn ang="T75">
                <a:pos x="T2" y="T3"/>
              </a:cxn>
              <a:cxn ang="T76">
                <a:pos x="T4" y="T5"/>
              </a:cxn>
              <a:cxn ang="T77">
                <a:pos x="T6" y="T7"/>
              </a:cxn>
              <a:cxn ang="T78">
                <a:pos x="T8" y="T9"/>
              </a:cxn>
              <a:cxn ang="T79">
                <a:pos x="T10" y="T11"/>
              </a:cxn>
              <a:cxn ang="T80">
                <a:pos x="T12" y="T13"/>
              </a:cxn>
              <a:cxn ang="T81">
                <a:pos x="T14" y="T15"/>
              </a:cxn>
              <a:cxn ang="T82">
                <a:pos x="T16" y="T17"/>
              </a:cxn>
              <a:cxn ang="T83">
                <a:pos x="T18" y="T19"/>
              </a:cxn>
              <a:cxn ang="T84">
                <a:pos x="T20" y="T21"/>
              </a:cxn>
              <a:cxn ang="T85">
                <a:pos x="T22" y="T23"/>
              </a:cxn>
              <a:cxn ang="T86">
                <a:pos x="T24" y="T25"/>
              </a:cxn>
              <a:cxn ang="T87">
                <a:pos x="T26" y="T27"/>
              </a:cxn>
              <a:cxn ang="T88">
                <a:pos x="T28" y="T29"/>
              </a:cxn>
              <a:cxn ang="T89">
                <a:pos x="T30" y="T31"/>
              </a:cxn>
              <a:cxn ang="T90">
                <a:pos x="T32" y="T33"/>
              </a:cxn>
              <a:cxn ang="T91">
                <a:pos x="T34" y="T35"/>
              </a:cxn>
              <a:cxn ang="T92">
                <a:pos x="T36" y="T37"/>
              </a:cxn>
              <a:cxn ang="T93">
                <a:pos x="T38" y="T39"/>
              </a:cxn>
              <a:cxn ang="T94">
                <a:pos x="T40" y="T41"/>
              </a:cxn>
              <a:cxn ang="T95">
                <a:pos x="T42" y="T43"/>
              </a:cxn>
              <a:cxn ang="T96">
                <a:pos x="T44" y="T45"/>
              </a:cxn>
              <a:cxn ang="T97">
                <a:pos x="T46" y="T47"/>
              </a:cxn>
              <a:cxn ang="T98">
                <a:pos x="T48" y="T49"/>
              </a:cxn>
              <a:cxn ang="T99">
                <a:pos x="T50" y="T51"/>
              </a:cxn>
              <a:cxn ang="T100">
                <a:pos x="T52" y="T53"/>
              </a:cxn>
              <a:cxn ang="T101">
                <a:pos x="T54" y="T55"/>
              </a:cxn>
              <a:cxn ang="T102">
                <a:pos x="T56" y="T57"/>
              </a:cxn>
              <a:cxn ang="T103">
                <a:pos x="T58" y="T59"/>
              </a:cxn>
              <a:cxn ang="T104">
                <a:pos x="T60" y="T61"/>
              </a:cxn>
              <a:cxn ang="T105">
                <a:pos x="T62" y="T63"/>
              </a:cxn>
              <a:cxn ang="T106">
                <a:pos x="T64" y="T65"/>
              </a:cxn>
              <a:cxn ang="T107">
                <a:pos x="T66" y="T67"/>
              </a:cxn>
              <a:cxn ang="T108">
                <a:pos x="T68" y="T69"/>
              </a:cxn>
              <a:cxn ang="T109">
                <a:pos x="T70" y="T71"/>
              </a:cxn>
              <a:cxn ang="T110">
                <a:pos x="T72" y="T73"/>
              </a:cxn>
            </a:cxnLst>
            <a:rect l="0" t="0" r="r" b="b"/>
            <a:pathLst>
              <a:path w="684" h="684">
                <a:moveTo>
                  <a:pt x="342" y="0"/>
                </a:moveTo>
                <a:lnTo>
                  <a:pt x="402" y="6"/>
                </a:lnTo>
                <a:lnTo>
                  <a:pt x="461" y="22"/>
                </a:lnTo>
                <a:lnTo>
                  <a:pt x="514" y="48"/>
                </a:lnTo>
                <a:lnTo>
                  <a:pt x="561" y="81"/>
                </a:lnTo>
                <a:lnTo>
                  <a:pt x="603" y="123"/>
                </a:lnTo>
                <a:lnTo>
                  <a:pt x="636" y="170"/>
                </a:lnTo>
                <a:lnTo>
                  <a:pt x="662" y="223"/>
                </a:lnTo>
                <a:lnTo>
                  <a:pt x="678" y="282"/>
                </a:lnTo>
                <a:lnTo>
                  <a:pt x="684" y="342"/>
                </a:lnTo>
                <a:lnTo>
                  <a:pt x="678" y="404"/>
                </a:lnTo>
                <a:lnTo>
                  <a:pt x="662" y="461"/>
                </a:lnTo>
                <a:lnTo>
                  <a:pt x="636" y="514"/>
                </a:lnTo>
                <a:lnTo>
                  <a:pt x="603" y="561"/>
                </a:lnTo>
                <a:lnTo>
                  <a:pt x="561" y="603"/>
                </a:lnTo>
                <a:lnTo>
                  <a:pt x="514" y="636"/>
                </a:lnTo>
                <a:lnTo>
                  <a:pt x="461" y="662"/>
                </a:lnTo>
                <a:lnTo>
                  <a:pt x="402" y="678"/>
                </a:lnTo>
                <a:lnTo>
                  <a:pt x="342" y="684"/>
                </a:lnTo>
                <a:lnTo>
                  <a:pt x="280" y="678"/>
                </a:lnTo>
                <a:lnTo>
                  <a:pt x="223" y="662"/>
                </a:lnTo>
                <a:lnTo>
                  <a:pt x="170" y="636"/>
                </a:lnTo>
                <a:lnTo>
                  <a:pt x="123" y="603"/>
                </a:lnTo>
                <a:lnTo>
                  <a:pt x="81" y="561"/>
                </a:lnTo>
                <a:lnTo>
                  <a:pt x="48" y="514"/>
                </a:lnTo>
                <a:lnTo>
                  <a:pt x="22" y="461"/>
                </a:lnTo>
                <a:lnTo>
                  <a:pt x="6" y="404"/>
                </a:lnTo>
                <a:lnTo>
                  <a:pt x="0" y="342"/>
                </a:lnTo>
                <a:lnTo>
                  <a:pt x="6" y="282"/>
                </a:lnTo>
                <a:lnTo>
                  <a:pt x="22" y="223"/>
                </a:lnTo>
                <a:lnTo>
                  <a:pt x="48" y="170"/>
                </a:lnTo>
                <a:lnTo>
                  <a:pt x="81" y="123"/>
                </a:lnTo>
                <a:lnTo>
                  <a:pt x="123" y="81"/>
                </a:lnTo>
                <a:lnTo>
                  <a:pt x="170" y="48"/>
                </a:lnTo>
                <a:lnTo>
                  <a:pt x="223" y="22"/>
                </a:lnTo>
                <a:lnTo>
                  <a:pt x="280" y="6"/>
                </a:lnTo>
                <a:lnTo>
                  <a:pt x="342" y="0"/>
                </a:lnTo>
                <a:close/>
              </a:path>
            </a:pathLst>
          </a:custGeom>
          <a:solidFill>
            <a:srgbClr val="FFFFFF"/>
          </a:solidFill>
          <a:ln w="88900">
            <a:solidFill>
              <a:schemeClr val="bg1">
                <a:lumMod val="50000"/>
              </a:schemeClr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110" name="Freeform 126"/>
          <p:cNvSpPr>
            <a:spLocks/>
          </p:cNvSpPr>
          <p:nvPr/>
        </p:nvSpPr>
        <p:spPr bwMode="auto">
          <a:xfrm>
            <a:off x="6542401" y="3796881"/>
            <a:ext cx="1272461" cy="1272461"/>
          </a:xfrm>
          <a:custGeom>
            <a:avLst/>
            <a:gdLst>
              <a:gd name="T0" fmla="*/ 505619 w 684"/>
              <a:gd name="T1" fmla="*/ 0 h 684"/>
              <a:gd name="T2" fmla="*/ 594324 w 684"/>
              <a:gd name="T3" fmla="*/ 8871 h 684"/>
              <a:gd name="T4" fmla="*/ 681550 w 684"/>
              <a:gd name="T5" fmla="*/ 32525 h 684"/>
              <a:gd name="T6" fmla="*/ 759906 w 684"/>
              <a:gd name="T7" fmla="*/ 70964 h 684"/>
              <a:gd name="T8" fmla="*/ 829392 w 684"/>
              <a:gd name="T9" fmla="*/ 119752 h 684"/>
              <a:gd name="T10" fmla="*/ 891485 w 684"/>
              <a:gd name="T11" fmla="*/ 181845 h 684"/>
              <a:gd name="T12" fmla="*/ 940273 w 684"/>
              <a:gd name="T13" fmla="*/ 251331 h 684"/>
              <a:gd name="T14" fmla="*/ 978712 w 684"/>
              <a:gd name="T15" fmla="*/ 329687 h 684"/>
              <a:gd name="T16" fmla="*/ 1002367 w 684"/>
              <a:gd name="T17" fmla="*/ 416914 h 684"/>
              <a:gd name="T18" fmla="*/ 1011237 w 684"/>
              <a:gd name="T19" fmla="*/ 505619 h 684"/>
              <a:gd name="T20" fmla="*/ 1002367 w 684"/>
              <a:gd name="T21" fmla="*/ 597281 h 684"/>
              <a:gd name="T22" fmla="*/ 978712 w 684"/>
              <a:gd name="T23" fmla="*/ 681551 h 684"/>
              <a:gd name="T24" fmla="*/ 940273 w 684"/>
              <a:gd name="T25" fmla="*/ 759907 h 684"/>
              <a:gd name="T26" fmla="*/ 891485 w 684"/>
              <a:gd name="T27" fmla="*/ 829393 h 684"/>
              <a:gd name="T28" fmla="*/ 829392 w 684"/>
              <a:gd name="T29" fmla="*/ 891486 h 684"/>
              <a:gd name="T30" fmla="*/ 759906 w 684"/>
              <a:gd name="T31" fmla="*/ 940274 h 684"/>
              <a:gd name="T32" fmla="*/ 681550 w 684"/>
              <a:gd name="T33" fmla="*/ 978713 h 684"/>
              <a:gd name="T34" fmla="*/ 594324 w 684"/>
              <a:gd name="T35" fmla="*/ 1002367 h 684"/>
              <a:gd name="T36" fmla="*/ 505619 w 684"/>
              <a:gd name="T37" fmla="*/ 1011238 h 684"/>
              <a:gd name="T38" fmla="*/ 413957 w 684"/>
              <a:gd name="T39" fmla="*/ 1002367 h 684"/>
              <a:gd name="T40" fmla="*/ 329687 w 684"/>
              <a:gd name="T41" fmla="*/ 978713 h 684"/>
              <a:gd name="T42" fmla="*/ 251331 w 684"/>
              <a:gd name="T43" fmla="*/ 940274 h 684"/>
              <a:gd name="T44" fmla="*/ 181845 w 684"/>
              <a:gd name="T45" fmla="*/ 891486 h 684"/>
              <a:gd name="T46" fmla="*/ 119752 w 684"/>
              <a:gd name="T47" fmla="*/ 829393 h 684"/>
              <a:gd name="T48" fmla="*/ 70964 w 684"/>
              <a:gd name="T49" fmla="*/ 759907 h 684"/>
              <a:gd name="T50" fmla="*/ 32525 w 684"/>
              <a:gd name="T51" fmla="*/ 681551 h 684"/>
              <a:gd name="T52" fmla="*/ 8871 w 684"/>
              <a:gd name="T53" fmla="*/ 597281 h 684"/>
              <a:gd name="T54" fmla="*/ 0 w 684"/>
              <a:gd name="T55" fmla="*/ 505619 h 684"/>
              <a:gd name="T56" fmla="*/ 8871 w 684"/>
              <a:gd name="T57" fmla="*/ 416914 h 684"/>
              <a:gd name="T58" fmla="*/ 32525 w 684"/>
              <a:gd name="T59" fmla="*/ 329687 h 684"/>
              <a:gd name="T60" fmla="*/ 70964 w 684"/>
              <a:gd name="T61" fmla="*/ 251331 h 684"/>
              <a:gd name="T62" fmla="*/ 119752 w 684"/>
              <a:gd name="T63" fmla="*/ 181845 h 684"/>
              <a:gd name="T64" fmla="*/ 181845 w 684"/>
              <a:gd name="T65" fmla="*/ 119752 h 684"/>
              <a:gd name="T66" fmla="*/ 251331 w 684"/>
              <a:gd name="T67" fmla="*/ 70964 h 684"/>
              <a:gd name="T68" fmla="*/ 329687 w 684"/>
              <a:gd name="T69" fmla="*/ 32525 h 684"/>
              <a:gd name="T70" fmla="*/ 413957 w 684"/>
              <a:gd name="T71" fmla="*/ 8871 h 684"/>
              <a:gd name="T72" fmla="*/ 505619 w 684"/>
              <a:gd name="T73" fmla="*/ 0 h 684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</a:gdLst>
            <a:ahLst/>
            <a:cxnLst>
              <a:cxn ang="T74">
                <a:pos x="T0" y="T1"/>
              </a:cxn>
              <a:cxn ang="T75">
                <a:pos x="T2" y="T3"/>
              </a:cxn>
              <a:cxn ang="T76">
                <a:pos x="T4" y="T5"/>
              </a:cxn>
              <a:cxn ang="T77">
                <a:pos x="T6" y="T7"/>
              </a:cxn>
              <a:cxn ang="T78">
                <a:pos x="T8" y="T9"/>
              </a:cxn>
              <a:cxn ang="T79">
                <a:pos x="T10" y="T11"/>
              </a:cxn>
              <a:cxn ang="T80">
                <a:pos x="T12" y="T13"/>
              </a:cxn>
              <a:cxn ang="T81">
                <a:pos x="T14" y="T15"/>
              </a:cxn>
              <a:cxn ang="T82">
                <a:pos x="T16" y="T17"/>
              </a:cxn>
              <a:cxn ang="T83">
                <a:pos x="T18" y="T19"/>
              </a:cxn>
              <a:cxn ang="T84">
                <a:pos x="T20" y="T21"/>
              </a:cxn>
              <a:cxn ang="T85">
                <a:pos x="T22" y="T23"/>
              </a:cxn>
              <a:cxn ang="T86">
                <a:pos x="T24" y="T25"/>
              </a:cxn>
              <a:cxn ang="T87">
                <a:pos x="T26" y="T27"/>
              </a:cxn>
              <a:cxn ang="T88">
                <a:pos x="T28" y="T29"/>
              </a:cxn>
              <a:cxn ang="T89">
                <a:pos x="T30" y="T31"/>
              </a:cxn>
              <a:cxn ang="T90">
                <a:pos x="T32" y="T33"/>
              </a:cxn>
              <a:cxn ang="T91">
                <a:pos x="T34" y="T35"/>
              </a:cxn>
              <a:cxn ang="T92">
                <a:pos x="T36" y="T37"/>
              </a:cxn>
              <a:cxn ang="T93">
                <a:pos x="T38" y="T39"/>
              </a:cxn>
              <a:cxn ang="T94">
                <a:pos x="T40" y="T41"/>
              </a:cxn>
              <a:cxn ang="T95">
                <a:pos x="T42" y="T43"/>
              </a:cxn>
              <a:cxn ang="T96">
                <a:pos x="T44" y="T45"/>
              </a:cxn>
              <a:cxn ang="T97">
                <a:pos x="T46" y="T47"/>
              </a:cxn>
              <a:cxn ang="T98">
                <a:pos x="T48" y="T49"/>
              </a:cxn>
              <a:cxn ang="T99">
                <a:pos x="T50" y="T51"/>
              </a:cxn>
              <a:cxn ang="T100">
                <a:pos x="T52" y="T53"/>
              </a:cxn>
              <a:cxn ang="T101">
                <a:pos x="T54" y="T55"/>
              </a:cxn>
              <a:cxn ang="T102">
                <a:pos x="T56" y="T57"/>
              </a:cxn>
              <a:cxn ang="T103">
                <a:pos x="T58" y="T59"/>
              </a:cxn>
              <a:cxn ang="T104">
                <a:pos x="T60" y="T61"/>
              </a:cxn>
              <a:cxn ang="T105">
                <a:pos x="T62" y="T63"/>
              </a:cxn>
              <a:cxn ang="T106">
                <a:pos x="T64" y="T65"/>
              </a:cxn>
              <a:cxn ang="T107">
                <a:pos x="T66" y="T67"/>
              </a:cxn>
              <a:cxn ang="T108">
                <a:pos x="T68" y="T69"/>
              </a:cxn>
              <a:cxn ang="T109">
                <a:pos x="T70" y="T71"/>
              </a:cxn>
              <a:cxn ang="T110">
                <a:pos x="T72" y="T73"/>
              </a:cxn>
            </a:cxnLst>
            <a:rect l="0" t="0" r="r" b="b"/>
            <a:pathLst>
              <a:path w="684" h="684">
                <a:moveTo>
                  <a:pt x="342" y="0"/>
                </a:moveTo>
                <a:lnTo>
                  <a:pt x="402" y="6"/>
                </a:lnTo>
                <a:lnTo>
                  <a:pt x="461" y="22"/>
                </a:lnTo>
                <a:lnTo>
                  <a:pt x="514" y="48"/>
                </a:lnTo>
                <a:lnTo>
                  <a:pt x="561" y="81"/>
                </a:lnTo>
                <a:lnTo>
                  <a:pt x="603" y="123"/>
                </a:lnTo>
                <a:lnTo>
                  <a:pt x="636" y="170"/>
                </a:lnTo>
                <a:lnTo>
                  <a:pt x="662" y="223"/>
                </a:lnTo>
                <a:lnTo>
                  <a:pt x="678" y="282"/>
                </a:lnTo>
                <a:lnTo>
                  <a:pt x="684" y="342"/>
                </a:lnTo>
                <a:lnTo>
                  <a:pt x="678" y="404"/>
                </a:lnTo>
                <a:lnTo>
                  <a:pt x="662" y="461"/>
                </a:lnTo>
                <a:lnTo>
                  <a:pt x="636" y="514"/>
                </a:lnTo>
                <a:lnTo>
                  <a:pt x="603" y="561"/>
                </a:lnTo>
                <a:lnTo>
                  <a:pt x="561" y="603"/>
                </a:lnTo>
                <a:lnTo>
                  <a:pt x="514" y="636"/>
                </a:lnTo>
                <a:lnTo>
                  <a:pt x="461" y="662"/>
                </a:lnTo>
                <a:lnTo>
                  <a:pt x="402" y="678"/>
                </a:lnTo>
                <a:lnTo>
                  <a:pt x="342" y="684"/>
                </a:lnTo>
                <a:lnTo>
                  <a:pt x="280" y="678"/>
                </a:lnTo>
                <a:lnTo>
                  <a:pt x="223" y="662"/>
                </a:lnTo>
                <a:lnTo>
                  <a:pt x="170" y="636"/>
                </a:lnTo>
                <a:lnTo>
                  <a:pt x="123" y="603"/>
                </a:lnTo>
                <a:lnTo>
                  <a:pt x="81" y="561"/>
                </a:lnTo>
                <a:lnTo>
                  <a:pt x="48" y="514"/>
                </a:lnTo>
                <a:lnTo>
                  <a:pt x="22" y="461"/>
                </a:lnTo>
                <a:lnTo>
                  <a:pt x="6" y="404"/>
                </a:lnTo>
                <a:lnTo>
                  <a:pt x="0" y="342"/>
                </a:lnTo>
                <a:lnTo>
                  <a:pt x="6" y="282"/>
                </a:lnTo>
                <a:lnTo>
                  <a:pt x="22" y="223"/>
                </a:lnTo>
                <a:lnTo>
                  <a:pt x="48" y="170"/>
                </a:lnTo>
                <a:lnTo>
                  <a:pt x="81" y="123"/>
                </a:lnTo>
                <a:lnTo>
                  <a:pt x="123" y="81"/>
                </a:lnTo>
                <a:lnTo>
                  <a:pt x="170" y="48"/>
                </a:lnTo>
                <a:lnTo>
                  <a:pt x="223" y="22"/>
                </a:lnTo>
                <a:lnTo>
                  <a:pt x="280" y="6"/>
                </a:lnTo>
                <a:lnTo>
                  <a:pt x="342" y="0"/>
                </a:lnTo>
                <a:close/>
              </a:path>
            </a:pathLst>
          </a:custGeom>
          <a:solidFill>
            <a:srgbClr val="FFFFFF"/>
          </a:solidFill>
          <a:ln w="88900">
            <a:solidFill>
              <a:schemeClr val="bg1">
                <a:lumMod val="50000"/>
              </a:schemeClr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111" name="Freeform 126"/>
          <p:cNvSpPr>
            <a:spLocks/>
          </p:cNvSpPr>
          <p:nvPr/>
        </p:nvSpPr>
        <p:spPr bwMode="auto">
          <a:xfrm>
            <a:off x="8867365" y="3142691"/>
            <a:ext cx="1272461" cy="1272461"/>
          </a:xfrm>
          <a:custGeom>
            <a:avLst/>
            <a:gdLst>
              <a:gd name="T0" fmla="*/ 505619 w 684"/>
              <a:gd name="T1" fmla="*/ 0 h 684"/>
              <a:gd name="T2" fmla="*/ 594324 w 684"/>
              <a:gd name="T3" fmla="*/ 8871 h 684"/>
              <a:gd name="T4" fmla="*/ 681550 w 684"/>
              <a:gd name="T5" fmla="*/ 32525 h 684"/>
              <a:gd name="T6" fmla="*/ 759906 w 684"/>
              <a:gd name="T7" fmla="*/ 70964 h 684"/>
              <a:gd name="T8" fmla="*/ 829392 w 684"/>
              <a:gd name="T9" fmla="*/ 119752 h 684"/>
              <a:gd name="T10" fmla="*/ 891485 w 684"/>
              <a:gd name="T11" fmla="*/ 181845 h 684"/>
              <a:gd name="T12" fmla="*/ 940273 w 684"/>
              <a:gd name="T13" fmla="*/ 251331 h 684"/>
              <a:gd name="T14" fmla="*/ 978712 w 684"/>
              <a:gd name="T15" fmla="*/ 329687 h 684"/>
              <a:gd name="T16" fmla="*/ 1002367 w 684"/>
              <a:gd name="T17" fmla="*/ 416914 h 684"/>
              <a:gd name="T18" fmla="*/ 1011237 w 684"/>
              <a:gd name="T19" fmla="*/ 505619 h 684"/>
              <a:gd name="T20" fmla="*/ 1002367 w 684"/>
              <a:gd name="T21" fmla="*/ 597281 h 684"/>
              <a:gd name="T22" fmla="*/ 978712 w 684"/>
              <a:gd name="T23" fmla="*/ 681551 h 684"/>
              <a:gd name="T24" fmla="*/ 940273 w 684"/>
              <a:gd name="T25" fmla="*/ 759907 h 684"/>
              <a:gd name="T26" fmla="*/ 891485 w 684"/>
              <a:gd name="T27" fmla="*/ 829393 h 684"/>
              <a:gd name="T28" fmla="*/ 829392 w 684"/>
              <a:gd name="T29" fmla="*/ 891486 h 684"/>
              <a:gd name="T30" fmla="*/ 759906 w 684"/>
              <a:gd name="T31" fmla="*/ 940274 h 684"/>
              <a:gd name="T32" fmla="*/ 681550 w 684"/>
              <a:gd name="T33" fmla="*/ 978713 h 684"/>
              <a:gd name="T34" fmla="*/ 594324 w 684"/>
              <a:gd name="T35" fmla="*/ 1002367 h 684"/>
              <a:gd name="T36" fmla="*/ 505619 w 684"/>
              <a:gd name="T37" fmla="*/ 1011238 h 684"/>
              <a:gd name="T38" fmla="*/ 413957 w 684"/>
              <a:gd name="T39" fmla="*/ 1002367 h 684"/>
              <a:gd name="T40" fmla="*/ 329687 w 684"/>
              <a:gd name="T41" fmla="*/ 978713 h 684"/>
              <a:gd name="T42" fmla="*/ 251331 w 684"/>
              <a:gd name="T43" fmla="*/ 940274 h 684"/>
              <a:gd name="T44" fmla="*/ 181845 w 684"/>
              <a:gd name="T45" fmla="*/ 891486 h 684"/>
              <a:gd name="T46" fmla="*/ 119752 w 684"/>
              <a:gd name="T47" fmla="*/ 829393 h 684"/>
              <a:gd name="T48" fmla="*/ 70964 w 684"/>
              <a:gd name="T49" fmla="*/ 759907 h 684"/>
              <a:gd name="T50" fmla="*/ 32525 w 684"/>
              <a:gd name="T51" fmla="*/ 681551 h 684"/>
              <a:gd name="T52" fmla="*/ 8871 w 684"/>
              <a:gd name="T53" fmla="*/ 597281 h 684"/>
              <a:gd name="T54" fmla="*/ 0 w 684"/>
              <a:gd name="T55" fmla="*/ 505619 h 684"/>
              <a:gd name="T56" fmla="*/ 8871 w 684"/>
              <a:gd name="T57" fmla="*/ 416914 h 684"/>
              <a:gd name="T58" fmla="*/ 32525 w 684"/>
              <a:gd name="T59" fmla="*/ 329687 h 684"/>
              <a:gd name="T60" fmla="*/ 70964 w 684"/>
              <a:gd name="T61" fmla="*/ 251331 h 684"/>
              <a:gd name="T62" fmla="*/ 119752 w 684"/>
              <a:gd name="T63" fmla="*/ 181845 h 684"/>
              <a:gd name="T64" fmla="*/ 181845 w 684"/>
              <a:gd name="T65" fmla="*/ 119752 h 684"/>
              <a:gd name="T66" fmla="*/ 251331 w 684"/>
              <a:gd name="T67" fmla="*/ 70964 h 684"/>
              <a:gd name="T68" fmla="*/ 329687 w 684"/>
              <a:gd name="T69" fmla="*/ 32525 h 684"/>
              <a:gd name="T70" fmla="*/ 413957 w 684"/>
              <a:gd name="T71" fmla="*/ 8871 h 684"/>
              <a:gd name="T72" fmla="*/ 505619 w 684"/>
              <a:gd name="T73" fmla="*/ 0 h 684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</a:gdLst>
            <a:ahLst/>
            <a:cxnLst>
              <a:cxn ang="T74">
                <a:pos x="T0" y="T1"/>
              </a:cxn>
              <a:cxn ang="T75">
                <a:pos x="T2" y="T3"/>
              </a:cxn>
              <a:cxn ang="T76">
                <a:pos x="T4" y="T5"/>
              </a:cxn>
              <a:cxn ang="T77">
                <a:pos x="T6" y="T7"/>
              </a:cxn>
              <a:cxn ang="T78">
                <a:pos x="T8" y="T9"/>
              </a:cxn>
              <a:cxn ang="T79">
                <a:pos x="T10" y="T11"/>
              </a:cxn>
              <a:cxn ang="T80">
                <a:pos x="T12" y="T13"/>
              </a:cxn>
              <a:cxn ang="T81">
                <a:pos x="T14" y="T15"/>
              </a:cxn>
              <a:cxn ang="T82">
                <a:pos x="T16" y="T17"/>
              </a:cxn>
              <a:cxn ang="T83">
                <a:pos x="T18" y="T19"/>
              </a:cxn>
              <a:cxn ang="T84">
                <a:pos x="T20" y="T21"/>
              </a:cxn>
              <a:cxn ang="T85">
                <a:pos x="T22" y="T23"/>
              </a:cxn>
              <a:cxn ang="T86">
                <a:pos x="T24" y="T25"/>
              </a:cxn>
              <a:cxn ang="T87">
                <a:pos x="T26" y="T27"/>
              </a:cxn>
              <a:cxn ang="T88">
                <a:pos x="T28" y="T29"/>
              </a:cxn>
              <a:cxn ang="T89">
                <a:pos x="T30" y="T31"/>
              </a:cxn>
              <a:cxn ang="T90">
                <a:pos x="T32" y="T33"/>
              </a:cxn>
              <a:cxn ang="T91">
                <a:pos x="T34" y="T35"/>
              </a:cxn>
              <a:cxn ang="T92">
                <a:pos x="T36" y="T37"/>
              </a:cxn>
              <a:cxn ang="T93">
                <a:pos x="T38" y="T39"/>
              </a:cxn>
              <a:cxn ang="T94">
                <a:pos x="T40" y="T41"/>
              </a:cxn>
              <a:cxn ang="T95">
                <a:pos x="T42" y="T43"/>
              </a:cxn>
              <a:cxn ang="T96">
                <a:pos x="T44" y="T45"/>
              </a:cxn>
              <a:cxn ang="T97">
                <a:pos x="T46" y="T47"/>
              </a:cxn>
              <a:cxn ang="T98">
                <a:pos x="T48" y="T49"/>
              </a:cxn>
              <a:cxn ang="T99">
                <a:pos x="T50" y="T51"/>
              </a:cxn>
              <a:cxn ang="T100">
                <a:pos x="T52" y="T53"/>
              </a:cxn>
              <a:cxn ang="T101">
                <a:pos x="T54" y="T55"/>
              </a:cxn>
              <a:cxn ang="T102">
                <a:pos x="T56" y="T57"/>
              </a:cxn>
              <a:cxn ang="T103">
                <a:pos x="T58" y="T59"/>
              </a:cxn>
              <a:cxn ang="T104">
                <a:pos x="T60" y="T61"/>
              </a:cxn>
              <a:cxn ang="T105">
                <a:pos x="T62" y="T63"/>
              </a:cxn>
              <a:cxn ang="T106">
                <a:pos x="T64" y="T65"/>
              </a:cxn>
              <a:cxn ang="T107">
                <a:pos x="T66" y="T67"/>
              </a:cxn>
              <a:cxn ang="T108">
                <a:pos x="T68" y="T69"/>
              </a:cxn>
              <a:cxn ang="T109">
                <a:pos x="T70" y="T71"/>
              </a:cxn>
              <a:cxn ang="T110">
                <a:pos x="T72" y="T73"/>
              </a:cxn>
            </a:cxnLst>
            <a:rect l="0" t="0" r="r" b="b"/>
            <a:pathLst>
              <a:path w="684" h="684">
                <a:moveTo>
                  <a:pt x="342" y="0"/>
                </a:moveTo>
                <a:lnTo>
                  <a:pt x="402" y="6"/>
                </a:lnTo>
                <a:lnTo>
                  <a:pt x="461" y="22"/>
                </a:lnTo>
                <a:lnTo>
                  <a:pt x="514" y="48"/>
                </a:lnTo>
                <a:lnTo>
                  <a:pt x="561" y="81"/>
                </a:lnTo>
                <a:lnTo>
                  <a:pt x="603" y="123"/>
                </a:lnTo>
                <a:lnTo>
                  <a:pt x="636" y="170"/>
                </a:lnTo>
                <a:lnTo>
                  <a:pt x="662" y="223"/>
                </a:lnTo>
                <a:lnTo>
                  <a:pt x="678" y="282"/>
                </a:lnTo>
                <a:lnTo>
                  <a:pt x="684" y="342"/>
                </a:lnTo>
                <a:lnTo>
                  <a:pt x="678" y="404"/>
                </a:lnTo>
                <a:lnTo>
                  <a:pt x="662" y="461"/>
                </a:lnTo>
                <a:lnTo>
                  <a:pt x="636" y="514"/>
                </a:lnTo>
                <a:lnTo>
                  <a:pt x="603" y="561"/>
                </a:lnTo>
                <a:lnTo>
                  <a:pt x="561" y="603"/>
                </a:lnTo>
                <a:lnTo>
                  <a:pt x="514" y="636"/>
                </a:lnTo>
                <a:lnTo>
                  <a:pt x="461" y="662"/>
                </a:lnTo>
                <a:lnTo>
                  <a:pt x="402" y="678"/>
                </a:lnTo>
                <a:lnTo>
                  <a:pt x="342" y="684"/>
                </a:lnTo>
                <a:lnTo>
                  <a:pt x="280" y="678"/>
                </a:lnTo>
                <a:lnTo>
                  <a:pt x="223" y="662"/>
                </a:lnTo>
                <a:lnTo>
                  <a:pt x="170" y="636"/>
                </a:lnTo>
                <a:lnTo>
                  <a:pt x="123" y="603"/>
                </a:lnTo>
                <a:lnTo>
                  <a:pt x="81" y="561"/>
                </a:lnTo>
                <a:lnTo>
                  <a:pt x="48" y="514"/>
                </a:lnTo>
                <a:lnTo>
                  <a:pt x="22" y="461"/>
                </a:lnTo>
                <a:lnTo>
                  <a:pt x="6" y="404"/>
                </a:lnTo>
                <a:lnTo>
                  <a:pt x="0" y="342"/>
                </a:lnTo>
                <a:lnTo>
                  <a:pt x="6" y="282"/>
                </a:lnTo>
                <a:lnTo>
                  <a:pt x="22" y="223"/>
                </a:lnTo>
                <a:lnTo>
                  <a:pt x="48" y="170"/>
                </a:lnTo>
                <a:lnTo>
                  <a:pt x="81" y="123"/>
                </a:lnTo>
                <a:lnTo>
                  <a:pt x="123" y="81"/>
                </a:lnTo>
                <a:lnTo>
                  <a:pt x="170" y="48"/>
                </a:lnTo>
                <a:lnTo>
                  <a:pt x="223" y="22"/>
                </a:lnTo>
                <a:lnTo>
                  <a:pt x="280" y="6"/>
                </a:lnTo>
                <a:lnTo>
                  <a:pt x="342" y="0"/>
                </a:lnTo>
                <a:close/>
              </a:path>
            </a:pathLst>
          </a:custGeom>
          <a:solidFill>
            <a:srgbClr val="FFFFFF"/>
          </a:solidFill>
          <a:ln w="88900">
            <a:solidFill>
              <a:schemeClr val="bg1">
                <a:lumMod val="50000"/>
              </a:schemeClr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112" name="직사각형 111"/>
          <p:cNvSpPr/>
          <p:nvPr/>
        </p:nvSpPr>
        <p:spPr>
          <a:xfrm>
            <a:off x="2542776" y="5456984"/>
            <a:ext cx="1226820" cy="499239"/>
          </a:xfrm>
          <a:prstGeom prst="rect">
            <a:avLst/>
          </a:prstGeom>
        </p:spPr>
        <p:txBody>
          <a:bodyPr wrap="square" lIns="0" tIns="0" rIns="0" bIns="0" anchor="ctr" anchorCtr="0">
            <a:spAutoFit/>
          </a:bodyPr>
          <a:lstStyle/>
          <a:p>
            <a:pPr algn="ctr" defTabSz="801639" latinLnBrk="0">
              <a:lnSpc>
                <a:spcPct val="90000"/>
              </a:lnSpc>
            </a:pPr>
            <a:r>
              <a:rPr lang="en-US" altLang="ko-KR" sz="1800" spc="-150" dirty="0" smtClean="0">
                <a:ln>
                  <a:solidFill>
                    <a:prstClr val="white">
                      <a:alpha val="10000"/>
                    </a:prstClr>
                  </a:solidFill>
                </a:ln>
                <a:solidFill>
                  <a:srgbClr val="0070C0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NI</a:t>
            </a:r>
          </a:p>
          <a:p>
            <a:pPr algn="ctr" defTabSz="801639" latinLnBrk="0">
              <a:lnSpc>
                <a:spcPct val="90000"/>
              </a:lnSpc>
            </a:pPr>
            <a:r>
              <a:rPr lang="en-US" altLang="ko-KR" sz="1800" spc="-150" dirty="0" smtClean="0">
                <a:ln>
                  <a:solidFill>
                    <a:prstClr val="white">
                      <a:alpha val="10000"/>
                    </a:prstClr>
                  </a:solidFill>
                </a:ln>
                <a:solidFill>
                  <a:srgbClr val="0070C0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Specialist</a:t>
            </a:r>
            <a:endParaRPr lang="en-US" altLang="ko-KR" sz="1800" spc="-150" dirty="0">
              <a:ln>
                <a:solidFill>
                  <a:prstClr val="white">
                    <a:alpha val="10000"/>
                  </a:prstClr>
                </a:solidFill>
              </a:ln>
              <a:solidFill>
                <a:srgbClr val="0070C0"/>
              </a:solidFill>
              <a:latin typeface="Rix모던고딕 B" panose="02020603020101020101" pitchFamily="18" charset="-127"/>
              <a:ea typeface="Rix모던고딕 B" panose="02020603020101020101" pitchFamily="18" charset="-127"/>
            </a:endParaRPr>
          </a:p>
        </p:txBody>
      </p:sp>
      <p:sp>
        <p:nvSpPr>
          <p:cNvPr id="113" name="직사각형 112"/>
          <p:cNvSpPr/>
          <p:nvPr/>
        </p:nvSpPr>
        <p:spPr>
          <a:xfrm>
            <a:off x="4588096" y="4969841"/>
            <a:ext cx="1226820" cy="249940"/>
          </a:xfrm>
          <a:prstGeom prst="rect">
            <a:avLst/>
          </a:prstGeom>
        </p:spPr>
        <p:txBody>
          <a:bodyPr wrap="square" lIns="0" tIns="0" rIns="0" bIns="0" anchor="ctr" anchorCtr="0">
            <a:spAutoFit/>
          </a:bodyPr>
          <a:lstStyle/>
          <a:p>
            <a:pPr algn="ctr" defTabSz="801639" latinLnBrk="0">
              <a:lnSpc>
                <a:spcPct val="90000"/>
              </a:lnSpc>
            </a:pPr>
            <a:r>
              <a:rPr lang="en-US" altLang="ko-KR" sz="1800" spc="-150" dirty="0" smtClean="0">
                <a:ln>
                  <a:solidFill>
                    <a:prstClr val="white">
                      <a:alpha val="10000"/>
                    </a:prstClr>
                  </a:solidFill>
                </a:ln>
                <a:solidFill>
                  <a:srgbClr val="0070C0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Standard</a:t>
            </a:r>
            <a:endParaRPr lang="en-US" altLang="ko-KR" sz="1800" spc="-150" dirty="0">
              <a:ln>
                <a:solidFill>
                  <a:prstClr val="white">
                    <a:alpha val="10000"/>
                  </a:prstClr>
                </a:solidFill>
              </a:ln>
              <a:solidFill>
                <a:srgbClr val="0070C0"/>
              </a:solidFill>
              <a:latin typeface="Rix모던고딕 B" panose="02020603020101020101" pitchFamily="18" charset="-127"/>
              <a:ea typeface="Rix모던고딕 B" panose="02020603020101020101" pitchFamily="18" charset="-127"/>
            </a:endParaRPr>
          </a:p>
        </p:txBody>
      </p:sp>
      <p:sp>
        <p:nvSpPr>
          <p:cNvPr id="114" name="직사각형 113"/>
          <p:cNvSpPr/>
          <p:nvPr/>
        </p:nvSpPr>
        <p:spPr>
          <a:xfrm>
            <a:off x="6580422" y="4342376"/>
            <a:ext cx="1226820" cy="249940"/>
          </a:xfrm>
          <a:prstGeom prst="rect">
            <a:avLst/>
          </a:prstGeom>
        </p:spPr>
        <p:txBody>
          <a:bodyPr wrap="square" lIns="0" tIns="0" rIns="0" bIns="0" anchor="ctr" anchorCtr="0">
            <a:spAutoFit/>
          </a:bodyPr>
          <a:lstStyle/>
          <a:p>
            <a:pPr algn="ctr" defTabSz="801639" latinLnBrk="0">
              <a:lnSpc>
                <a:spcPct val="90000"/>
              </a:lnSpc>
            </a:pPr>
            <a:r>
              <a:rPr lang="en-US" altLang="ko-KR" sz="1800" spc="-150" dirty="0" smtClean="0">
                <a:ln>
                  <a:solidFill>
                    <a:prstClr val="white">
                      <a:alpha val="10000"/>
                    </a:prstClr>
                  </a:solidFill>
                </a:ln>
                <a:solidFill>
                  <a:srgbClr val="0070C0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Knowledge</a:t>
            </a:r>
            <a:endParaRPr lang="en-US" altLang="ko-KR" sz="1800" spc="-150" dirty="0">
              <a:ln>
                <a:solidFill>
                  <a:prstClr val="white">
                    <a:alpha val="10000"/>
                  </a:prstClr>
                </a:solidFill>
              </a:ln>
              <a:solidFill>
                <a:srgbClr val="0070C0"/>
              </a:solidFill>
              <a:latin typeface="Rix모던고딕 B" panose="02020603020101020101" pitchFamily="18" charset="-127"/>
              <a:ea typeface="Rix모던고딕 B" panose="02020603020101020101" pitchFamily="18" charset="-127"/>
            </a:endParaRPr>
          </a:p>
        </p:txBody>
      </p:sp>
      <p:sp>
        <p:nvSpPr>
          <p:cNvPr id="115" name="직사각형 114"/>
          <p:cNvSpPr/>
          <p:nvPr/>
        </p:nvSpPr>
        <p:spPr>
          <a:xfrm>
            <a:off x="8887250" y="3576046"/>
            <a:ext cx="1226820" cy="499239"/>
          </a:xfrm>
          <a:prstGeom prst="rect">
            <a:avLst/>
          </a:prstGeom>
        </p:spPr>
        <p:txBody>
          <a:bodyPr wrap="square" lIns="0" tIns="0" rIns="0" bIns="0" anchor="ctr" anchorCtr="0">
            <a:spAutoFit/>
          </a:bodyPr>
          <a:lstStyle/>
          <a:p>
            <a:pPr algn="ctr" defTabSz="801639" latinLnBrk="0">
              <a:lnSpc>
                <a:spcPct val="90000"/>
              </a:lnSpc>
            </a:pPr>
            <a:r>
              <a:rPr lang="en-US" altLang="ko-KR" sz="1700" spc="-150" dirty="0" smtClean="0">
                <a:ln>
                  <a:solidFill>
                    <a:prstClr val="white">
                      <a:alpha val="10000"/>
                    </a:prstClr>
                  </a:solidFill>
                </a:ln>
                <a:solidFill>
                  <a:srgbClr val="0070C0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Management</a:t>
            </a:r>
          </a:p>
          <a:p>
            <a:pPr algn="ctr" defTabSz="801639" latinLnBrk="0">
              <a:lnSpc>
                <a:spcPct val="90000"/>
              </a:lnSpc>
            </a:pPr>
            <a:r>
              <a:rPr lang="en-US" altLang="ko-KR" sz="1800" spc="-150" dirty="0" smtClean="0">
                <a:ln>
                  <a:solidFill>
                    <a:prstClr val="white">
                      <a:alpha val="10000"/>
                    </a:prstClr>
                  </a:solidFill>
                </a:ln>
                <a:solidFill>
                  <a:srgbClr val="0070C0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Plan</a:t>
            </a:r>
            <a:endParaRPr lang="en-US" altLang="ko-KR" sz="1800" spc="-150" dirty="0">
              <a:ln>
                <a:solidFill>
                  <a:prstClr val="white">
                    <a:alpha val="10000"/>
                  </a:prstClr>
                </a:solidFill>
              </a:ln>
              <a:solidFill>
                <a:srgbClr val="0070C0"/>
              </a:solidFill>
              <a:latin typeface="Rix모던고딕 B" panose="02020603020101020101" pitchFamily="18" charset="-127"/>
              <a:ea typeface="Rix모던고딕 B" panose="02020603020101020101" pitchFamily="18" charset="-127"/>
            </a:endParaRPr>
          </a:p>
        </p:txBody>
      </p:sp>
      <p:sp>
        <p:nvSpPr>
          <p:cNvPr id="116" name="TextBox 115"/>
          <p:cNvSpPr txBox="1"/>
          <p:nvPr/>
        </p:nvSpPr>
        <p:spPr>
          <a:xfrm>
            <a:off x="7193832" y="2571995"/>
            <a:ext cx="1969015" cy="6924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108000" indent="-108000">
              <a:spcAft>
                <a:spcPts val="600"/>
              </a:spcAft>
              <a:buClr>
                <a:srgbClr val="0B7E99"/>
              </a:buClr>
              <a:buFont typeface="Wingdings" panose="05000000000000000000" pitchFamily="2" charset="2"/>
              <a:buChar char="§"/>
              <a:defRPr sz="1200" spc="-100">
                <a:solidFill>
                  <a:schemeClr val="tx1">
                    <a:lumMod val="75000"/>
                    <a:lumOff val="25000"/>
                  </a:schemeClr>
                </a:solidFill>
                <a:latin typeface="Yoon 윤고딕 530_TT" panose="02090603020101020101" pitchFamily="18" charset="-127"/>
                <a:ea typeface="Yoon 윤고딕 530_TT" panose="02090603020101020101" pitchFamily="18" charset="-127"/>
              </a:defRPr>
            </a:lvl1pPr>
          </a:lstStyle>
          <a:p>
            <a:pPr latinLnBrk="0"/>
            <a:r>
              <a:rPr lang="ko-KR" altLang="en-US" sz="1300" dirty="0" smtClean="0">
                <a:latin typeface="Rix고딕 M" pitchFamily="18" charset="-127"/>
                <a:ea typeface="Rix고딕 M" pitchFamily="18" charset="-127"/>
              </a:rPr>
              <a:t>대</a:t>
            </a:r>
            <a:r>
              <a:rPr lang="ko-KR" altLang="en-US" sz="1300" dirty="0">
                <a:latin typeface="Rix고딕 M" pitchFamily="18" charset="-127"/>
                <a:ea typeface="Rix고딕 M" pitchFamily="18" charset="-127"/>
              </a:rPr>
              <a:t>형 </a:t>
            </a:r>
            <a:r>
              <a:rPr lang="ko-KR" altLang="en-US" sz="1300" dirty="0" smtClean="0">
                <a:latin typeface="Rix고딕 M" pitchFamily="18" charset="-127"/>
                <a:ea typeface="Rix고딕 M" pitchFamily="18" charset="-127"/>
              </a:rPr>
              <a:t>사업에서 검증된 사업 수행 방법론 추진 단계별 관리 방안 도출</a:t>
            </a:r>
            <a:endParaRPr lang="ko-KR" altLang="en-US" sz="1300" dirty="0">
              <a:latin typeface="Rix고딕 M" pitchFamily="18" charset="-127"/>
              <a:ea typeface="Rix고딕 M" pitchFamily="18" charset="-127"/>
            </a:endParaRPr>
          </a:p>
        </p:txBody>
      </p:sp>
      <p:sp>
        <p:nvSpPr>
          <p:cNvPr id="117" name="TextBox 116"/>
          <p:cNvSpPr txBox="1"/>
          <p:nvPr/>
        </p:nvSpPr>
        <p:spPr>
          <a:xfrm>
            <a:off x="5388084" y="2571995"/>
            <a:ext cx="1969015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108000" indent="-108000">
              <a:spcAft>
                <a:spcPts val="600"/>
              </a:spcAft>
              <a:buClr>
                <a:srgbClr val="0B7E99"/>
              </a:buClr>
              <a:buFont typeface="Wingdings" panose="05000000000000000000" pitchFamily="2" charset="2"/>
              <a:buChar char="§"/>
              <a:defRPr sz="1200" spc="-100">
                <a:solidFill>
                  <a:schemeClr val="tx1">
                    <a:lumMod val="75000"/>
                    <a:lumOff val="25000"/>
                  </a:schemeClr>
                </a:solidFill>
                <a:latin typeface="Yoon 윤고딕 530_TT" panose="02090603020101020101" pitchFamily="18" charset="-127"/>
                <a:ea typeface="Yoon 윤고딕 530_TT" panose="02090603020101020101" pitchFamily="18" charset="-127"/>
              </a:defRPr>
            </a:lvl1pPr>
          </a:lstStyle>
          <a:p>
            <a:pPr latinLnBrk="0"/>
            <a:r>
              <a:rPr lang="en-US" altLang="ko-KR" sz="1300" dirty="0" smtClean="0">
                <a:latin typeface="Rix고딕 M" pitchFamily="18" charset="-127"/>
                <a:ea typeface="Rix고딕 M" pitchFamily="18" charset="-127"/>
              </a:rPr>
              <a:t>WBS </a:t>
            </a:r>
            <a:r>
              <a:rPr lang="ko-KR" altLang="en-US" sz="1300" dirty="0" smtClean="0">
                <a:latin typeface="Rix고딕 M" pitchFamily="18" charset="-127"/>
                <a:ea typeface="Rix고딕 M" pitchFamily="18" charset="-127"/>
              </a:rPr>
              <a:t>및 추진일정에 따른 체계적 사업 수행</a:t>
            </a:r>
            <a:endParaRPr lang="en-US" altLang="ko-KR" sz="1300" dirty="0" smtClean="0">
              <a:latin typeface="Rix고딕 M" pitchFamily="18" charset="-127"/>
              <a:ea typeface="Rix고딕 M" pitchFamily="18" charset="-127"/>
            </a:endParaRPr>
          </a:p>
          <a:p>
            <a:pPr latinLnBrk="0"/>
            <a:r>
              <a:rPr lang="ko-KR" altLang="en-US" sz="1300" dirty="0" smtClean="0">
                <a:latin typeface="Rix고딕 M" pitchFamily="18" charset="-127"/>
                <a:ea typeface="Rix고딕 M" pitchFamily="18" charset="-127"/>
              </a:rPr>
              <a:t>유사사</a:t>
            </a:r>
            <a:r>
              <a:rPr lang="ko-KR" altLang="en-US" sz="1300" dirty="0">
                <a:latin typeface="Rix고딕 M" pitchFamily="18" charset="-127"/>
                <a:ea typeface="Rix고딕 M" pitchFamily="18" charset="-127"/>
              </a:rPr>
              <a:t>업 </a:t>
            </a:r>
            <a:r>
              <a:rPr lang="ko-KR" altLang="en-US" sz="1300" dirty="0" smtClean="0">
                <a:latin typeface="Rix고딕 M" pitchFamily="18" charset="-127"/>
                <a:ea typeface="Rix고딕 M" pitchFamily="18" charset="-127"/>
              </a:rPr>
              <a:t>구축 경험을 활용한 </a:t>
            </a:r>
            <a:r>
              <a:rPr lang="en-US" altLang="ko-KR" sz="1300" dirty="0" smtClean="0">
                <a:latin typeface="Rix고딕 M" pitchFamily="18" charset="-127"/>
                <a:ea typeface="Rix고딕 M" pitchFamily="18" charset="-127"/>
              </a:rPr>
              <a:t>Knowledge </a:t>
            </a:r>
            <a:r>
              <a:rPr lang="ko-KR" altLang="en-US" sz="1300" dirty="0" smtClean="0">
                <a:latin typeface="Rix고딕 M" pitchFamily="18" charset="-127"/>
                <a:ea typeface="Rix고딕 M" pitchFamily="18" charset="-127"/>
              </a:rPr>
              <a:t>기반 수행</a:t>
            </a:r>
            <a:endParaRPr lang="ko-KR" altLang="en-US" sz="1300" dirty="0">
              <a:latin typeface="Rix고딕 M" pitchFamily="18" charset="-127"/>
              <a:ea typeface="Rix고딕 M" pitchFamily="18" charset="-127"/>
            </a:endParaRPr>
          </a:p>
        </p:txBody>
      </p:sp>
      <p:sp>
        <p:nvSpPr>
          <p:cNvPr id="118" name="TextBox 117"/>
          <p:cNvSpPr txBox="1"/>
          <p:nvPr/>
        </p:nvSpPr>
        <p:spPr>
          <a:xfrm>
            <a:off x="3773572" y="3773600"/>
            <a:ext cx="1969015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108000" indent="-108000">
              <a:spcAft>
                <a:spcPts val="600"/>
              </a:spcAft>
              <a:buClr>
                <a:srgbClr val="0B7E99"/>
              </a:buClr>
              <a:buFont typeface="Wingdings" panose="05000000000000000000" pitchFamily="2" charset="2"/>
              <a:buChar char="§"/>
              <a:defRPr sz="1200" spc="-100">
                <a:solidFill>
                  <a:schemeClr val="tx1">
                    <a:lumMod val="75000"/>
                    <a:lumOff val="25000"/>
                  </a:schemeClr>
                </a:solidFill>
                <a:latin typeface="Yoon 윤고딕 530_TT" panose="02090603020101020101" pitchFamily="18" charset="-127"/>
                <a:ea typeface="Yoon 윤고딕 530_TT" panose="02090603020101020101" pitchFamily="18" charset="-127"/>
              </a:defRPr>
            </a:lvl1pPr>
          </a:lstStyle>
          <a:p>
            <a:pPr latinLnBrk="0"/>
            <a:r>
              <a:rPr lang="ko-KR" altLang="en-US" sz="1300" dirty="0" smtClean="0">
                <a:latin typeface="Rix고딕 M" pitchFamily="18" charset="-127"/>
                <a:ea typeface="Rix고딕 M" pitchFamily="18" charset="-127"/>
              </a:rPr>
              <a:t>국내외 품질보증 인증으로 최적화된 프로세스 적용</a:t>
            </a:r>
            <a:endParaRPr lang="ko-KR" altLang="en-US" sz="1300" dirty="0">
              <a:latin typeface="Rix고딕 M" pitchFamily="18" charset="-127"/>
              <a:ea typeface="Rix고딕 M" pitchFamily="18" charset="-127"/>
            </a:endParaRPr>
          </a:p>
        </p:txBody>
      </p:sp>
      <p:sp>
        <p:nvSpPr>
          <p:cNvPr id="119" name="TextBox 118"/>
          <p:cNvSpPr txBox="1"/>
          <p:nvPr/>
        </p:nvSpPr>
        <p:spPr>
          <a:xfrm>
            <a:off x="1757784" y="3858975"/>
            <a:ext cx="1969015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108000" indent="-108000">
              <a:spcAft>
                <a:spcPts val="600"/>
              </a:spcAft>
              <a:buClr>
                <a:srgbClr val="0B7E99"/>
              </a:buClr>
              <a:buFont typeface="Wingdings" panose="05000000000000000000" pitchFamily="2" charset="2"/>
              <a:buChar char="§"/>
              <a:defRPr sz="1200" spc="-100">
                <a:solidFill>
                  <a:schemeClr val="tx1">
                    <a:lumMod val="75000"/>
                    <a:lumOff val="25000"/>
                  </a:schemeClr>
                </a:solidFill>
                <a:latin typeface="Yoon 윤고딕 530_TT" panose="02090603020101020101" pitchFamily="18" charset="-127"/>
                <a:ea typeface="Yoon 윤고딕 530_TT" panose="02090603020101020101" pitchFamily="18" charset="-127"/>
              </a:defRPr>
            </a:lvl1pPr>
          </a:lstStyle>
          <a:p>
            <a:pPr latinLnBrk="0"/>
            <a:r>
              <a:rPr lang="ko-KR" altLang="en-US" sz="1300" dirty="0" smtClean="0">
                <a:latin typeface="Rix고딕 M" pitchFamily="18" charset="-127"/>
                <a:ea typeface="Rix고딕 M" pitchFamily="18" charset="-127"/>
              </a:rPr>
              <a:t>군</a:t>
            </a:r>
            <a:r>
              <a:rPr lang="en-US" altLang="ko-KR" sz="1300" dirty="0" smtClean="0">
                <a:latin typeface="Rix고딕 M" pitchFamily="18" charset="-127"/>
                <a:ea typeface="Rix고딕 M" pitchFamily="18" charset="-127"/>
              </a:rPr>
              <a:t>, </a:t>
            </a:r>
            <a:r>
              <a:rPr lang="ko-KR" altLang="en-US" sz="1300" dirty="0" smtClean="0">
                <a:latin typeface="Rix고딕 M" pitchFamily="18" charset="-127"/>
                <a:ea typeface="Rix고딕 M" pitchFamily="18" charset="-127"/>
              </a:rPr>
              <a:t>공공 </a:t>
            </a:r>
            <a:r>
              <a:rPr lang="en-US" altLang="ko-KR" sz="1300" dirty="0" smtClean="0">
                <a:latin typeface="Rix고딕 M" pitchFamily="18" charset="-127"/>
                <a:ea typeface="Rix고딕 M" pitchFamily="18" charset="-127"/>
              </a:rPr>
              <a:t>NI </a:t>
            </a:r>
            <a:r>
              <a:rPr lang="ko-KR" altLang="en-US" sz="1300" dirty="0" smtClean="0">
                <a:latin typeface="Rix고딕 M" pitchFamily="18" charset="-127"/>
                <a:ea typeface="Rix고딕 M" pitchFamily="18" charset="-127"/>
              </a:rPr>
              <a:t>수행 경험 보유</a:t>
            </a:r>
            <a:endParaRPr lang="en-US" altLang="ko-KR" sz="1300" dirty="0" smtClean="0">
              <a:latin typeface="Rix고딕 M" pitchFamily="18" charset="-127"/>
              <a:ea typeface="Rix고딕 M" pitchFamily="18" charset="-127"/>
            </a:endParaRPr>
          </a:p>
          <a:p>
            <a:pPr latinLnBrk="0"/>
            <a:r>
              <a:rPr lang="ko-KR" altLang="en-US" sz="1300" dirty="0" smtClean="0">
                <a:latin typeface="Rix고딕 M" pitchFamily="18" charset="-127"/>
                <a:ea typeface="Rix고딕 M" pitchFamily="18" charset="-127"/>
              </a:rPr>
              <a:t>네트워</a:t>
            </a:r>
            <a:r>
              <a:rPr lang="ko-KR" altLang="en-US" sz="1300" dirty="0">
                <a:latin typeface="Rix고딕 M" pitchFamily="18" charset="-127"/>
                <a:ea typeface="Rix고딕 M" pitchFamily="18" charset="-127"/>
              </a:rPr>
              <a:t>크 </a:t>
            </a:r>
            <a:r>
              <a:rPr lang="ko-KR" altLang="en-US" sz="1300" dirty="0" smtClean="0">
                <a:latin typeface="Rix고딕 M" pitchFamily="18" charset="-127"/>
                <a:ea typeface="Rix고딕 M" pitchFamily="18" charset="-127"/>
              </a:rPr>
              <a:t>인프라 구축 전문가</a:t>
            </a:r>
            <a:endParaRPr lang="en-US" altLang="ko-KR" sz="1300" dirty="0" smtClean="0">
              <a:latin typeface="Rix고딕 M" pitchFamily="18" charset="-127"/>
              <a:ea typeface="Rix고딕 M" pitchFamily="18" charset="-127"/>
            </a:endParaRPr>
          </a:p>
          <a:p>
            <a:pPr latinLnBrk="0"/>
            <a:r>
              <a:rPr lang="ko-KR" altLang="en-US" sz="1300" dirty="0" smtClean="0">
                <a:latin typeface="Rix고딕 M" pitchFamily="18" charset="-127"/>
                <a:ea typeface="Rix고딕 M" pitchFamily="18" charset="-127"/>
              </a:rPr>
              <a:t>제조</a:t>
            </a:r>
            <a:r>
              <a:rPr lang="ko-KR" altLang="en-US" sz="1300" dirty="0">
                <a:latin typeface="Rix고딕 M" pitchFamily="18" charset="-127"/>
                <a:ea typeface="Rix고딕 M" pitchFamily="18" charset="-127"/>
              </a:rPr>
              <a:t>사 </a:t>
            </a:r>
            <a:r>
              <a:rPr lang="ko-KR" altLang="en-US" sz="1300" dirty="0" smtClean="0">
                <a:latin typeface="Rix고딕 M" pitchFamily="18" charset="-127"/>
                <a:ea typeface="Rix고딕 M" pitchFamily="18" charset="-127"/>
              </a:rPr>
              <a:t>엔지니어 상주 수행</a:t>
            </a:r>
            <a:endParaRPr lang="ko-KR" altLang="en-US" sz="1300" dirty="0">
              <a:latin typeface="Rix고딕 M" pitchFamily="18" charset="-127"/>
              <a:ea typeface="Rix고딕 M" pitchFamily="18" charset="-127"/>
            </a:endParaRPr>
          </a:p>
        </p:txBody>
      </p:sp>
      <p:sp>
        <p:nvSpPr>
          <p:cNvPr id="120" name="TextBox 119"/>
          <p:cNvSpPr txBox="1"/>
          <p:nvPr/>
        </p:nvSpPr>
        <p:spPr>
          <a:xfrm>
            <a:off x="468524" y="5145091"/>
            <a:ext cx="1455632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108000" indent="-108000">
              <a:spcAft>
                <a:spcPts val="600"/>
              </a:spcAft>
              <a:buClr>
                <a:srgbClr val="0B7E99"/>
              </a:buClr>
              <a:buFont typeface="Wingdings" panose="05000000000000000000" pitchFamily="2" charset="2"/>
              <a:buChar char="§"/>
              <a:defRPr sz="1200" spc="-100">
                <a:solidFill>
                  <a:schemeClr val="tx1">
                    <a:lumMod val="75000"/>
                    <a:lumOff val="25000"/>
                  </a:schemeClr>
                </a:solidFill>
                <a:latin typeface="Yoon 윤고딕 530_TT" panose="02090603020101020101" pitchFamily="18" charset="-127"/>
                <a:ea typeface="Yoon 윤고딕 530_TT" panose="02090603020101020101" pitchFamily="18" charset="-127"/>
              </a:defRPr>
            </a:lvl1pPr>
          </a:lstStyle>
          <a:p>
            <a:pPr latinLnBrk="0"/>
            <a:r>
              <a:rPr lang="ko-KR" altLang="en-US" sz="1300" dirty="0" smtClean="0">
                <a:latin typeface="Rix고딕 M" pitchFamily="18" charset="-127"/>
                <a:ea typeface="Rix고딕 M" pitchFamily="18" charset="-127"/>
              </a:rPr>
              <a:t>구축 전문가 투입</a:t>
            </a:r>
            <a:endParaRPr lang="ko-KR" altLang="en-US" sz="1300" dirty="0">
              <a:latin typeface="Rix고딕 M" pitchFamily="18" charset="-127"/>
              <a:ea typeface="Rix고딕 M" pitchFamily="18" charset="-127"/>
            </a:endParaRPr>
          </a:p>
        </p:txBody>
      </p:sp>
      <p:cxnSp>
        <p:nvCxnSpPr>
          <p:cNvPr id="121" name="직선 연결선 120"/>
          <p:cNvCxnSpPr/>
          <p:nvPr/>
        </p:nvCxnSpPr>
        <p:spPr>
          <a:xfrm flipV="1">
            <a:off x="1133307" y="5472224"/>
            <a:ext cx="0" cy="188174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직선 연결선 121"/>
          <p:cNvCxnSpPr/>
          <p:nvPr/>
        </p:nvCxnSpPr>
        <p:spPr>
          <a:xfrm flipH="1">
            <a:off x="1995814" y="5219781"/>
            <a:ext cx="711401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직선 연결선 122"/>
          <p:cNvCxnSpPr/>
          <p:nvPr/>
        </p:nvCxnSpPr>
        <p:spPr>
          <a:xfrm flipV="1">
            <a:off x="1995814" y="4938100"/>
            <a:ext cx="0" cy="281681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직선 연결선 123"/>
          <p:cNvCxnSpPr/>
          <p:nvPr/>
        </p:nvCxnSpPr>
        <p:spPr>
          <a:xfrm flipH="1">
            <a:off x="3981086" y="4632679"/>
            <a:ext cx="711401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직선 연결선 124"/>
          <p:cNvCxnSpPr/>
          <p:nvPr/>
        </p:nvCxnSpPr>
        <p:spPr>
          <a:xfrm flipV="1">
            <a:off x="3985849" y="4224487"/>
            <a:ext cx="0" cy="414431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직선 연결선 125"/>
          <p:cNvCxnSpPr/>
          <p:nvPr/>
        </p:nvCxnSpPr>
        <p:spPr>
          <a:xfrm flipH="1">
            <a:off x="5814916" y="4306270"/>
            <a:ext cx="711401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직선 연결선 126"/>
          <p:cNvCxnSpPr/>
          <p:nvPr/>
        </p:nvCxnSpPr>
        <p:spPr>
          <a:xfrm flipV="1">
            <a:off x="5819679" y="3752605"/>
            <a:ext cx="0" cy="559905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직선 연결선 127"/>
          <p:cNvCxnSpPr/>
          <p:nvPr/>
        </p:nvCxnSpPr>
        <p:spPr>
          <a:xfrm flipH="1">
            <a:off x="7681913" y="3840895"/>
            <a:ext cx="1170088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직선 연결선 128"/>
          <p:cNvCxnSpPr/>
          <p:nvPr/>
        </p:nvCxnSpPr>
        <p:spPr>
          <a:xfrm flipV="1">
            <a:off x="7683398" y="3287230"/>
            <a:ext cx="0" cy="559905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0" name="그룹 59"/>
          <p:cNvGrpSpPr/>
          <p:nvPr/>
        </p:nvGrpSpPr>
        <p:grpSpPr>
          <a:xfrm>
            <a:off x="7947070" y="5622263"/>
            <a:ext cx="2524625" cy="1609810"/>
            <a:chOff x="7947070" y="5622263"/>
            <a:chExt cx="2524625" cy="1609810"/>
          </a:xfrm>
        </p:grpSpPr>
        <p:pic>
          <p:nvPicPr>
            <p:cNvPr id="61" name="Picture 2" descr="G:\work\아이티센시스템즈\경찰청공조조회유지보수\icon&amp;dia\제안서템플릿이미지-74.png"/>
            <p:cNvPicPr>
              <a:picLocks noChangeAspect="1" noChangeArrowheads="1"/>
            </p:cNvPicPr>
            <p:nvPr/>
          </p:nvPicPr>
          <p:blipFill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20258"/>
            <a:stretch/>
          </p:blipFill>
          <p:spPr bwMode="auto">
            <a:xfrm>
              <a:off x="7947070" y="6336523"/>
              <a:ext cx="1176849" cy="8955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2" name="Picture 4" descr="G:\work\다원아이씨티\한국정보화진흥원\슬라이드8-03.png"/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535495" y="5622263"/>
              <a:ext cx="1936200" cy="145576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7909656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직사각형 36"/>
          <p:cNvSpPr/>
          <p:nvPr/>
        </p:nvSpPr>
        <p:spPr>
          <a:xfrm>
            <a:off x="0" y="307090"/>
            <a:ext cx="10693400" cy="46218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 cap="rnd" cmpd="sng">
            <a:noFill/>
            <a:prstDash val="solid"/>
            <a:headEnd type="none" w="lg" len="med"/>
            <a:tailEnd type="none" w="lg" len="med"/>
          </a:ln>
          <a:effectLst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none" lIns="99569" tIns="172873" rIns="99569" bIns="49785"/>
          <a:lstStyle/>
          <a:p>
            <a:pPr algn="ctr" latinLnBrk="0"/>
            <a:endParaRPr lang="ko-KR" altLang="en-US" sz="1700" b="1" dirty="0">
              <a:gradFill>
                <a:gsLst>
                  <a:gs pos="0">
                    <a:prstClr val="white"/>
                  </a:gs>
                  <a:gs pos="100000">
                    <a:prstClr val="white"/>
                  </a:gs>
                </a:gsLst>
                <a:lin ang="5400000" scaled="0"/>
              </a:gra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고도 B" panose="02000503000000020004" pitchFamily="2" charset="-127"/>
              <a:ea typeface="고도 B" panose="02000503000000020004" pitchFamily="2" charset="-127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347918" y="357032"/>
            <a:ext cx="8148382" cy="369332"/>
          </a:xfrm>
          <a:prstGeom prst="rect">
            <a:avLst/>
          </a:prstGeom>
          <a:noFill/>
          <a:ln w="6350">
            <a:noFill/>
          </a:ln>
          <a:effectLst/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 anchorCtr="0">
            <a:spAutoFit/>
            <a:sp3d>
              <a:bevelT w="0" h="0"/>
              <a:contourClr>
                <a:schemeClr val="bg1"/>
              </a:contourClr>
            </a:sp3d>
          </a:bodyPr>
          <a:lstStyle>
            <a:defPPr>
              <a:defRPr lang="ko-KR"/>
            </a:defPPr>
            <a:lvl1pPr lvl="0" indent="0" defTabSz="801639" latinLnBrk="0">
              <a:lnSpc>
                <a:spcPct val="100000"/>
              </a:lnSpc>
              <a:spcBef>
                <a:spcPts val="88"/>
              </a:spcBef>
              <a:spcAft>
                <a:spcPts val="88"/>
              </a:spcAft>
              <a:defRPr sz="2400" spc="0">
                <a:ln>
                  <a:solidFill>
                    <a:prstClr val="white">
                      <a:alpha val="10000"/>
                    </a:prstClr>
                  </a:solidFill>
                </a:ln>
                <a:solidFill>
                  <a:prstClr val="white"/>
                </a:solidFill>
                <a:effectLst/>
                <a:latin typeface="나눔고딕 ExtraBold" panose="020D0904000000000000" pitchFamily="50" charset="-127"/>
                <a:ea typeface="나눔고딕 ExtraBold" panose="020D0904000000000000" pitchFamily="50" charset="-127"/>
              </a:defRPr>
            </a:lvl1pPr>
          </a:lstStyle>
          <a:p>
            <a:r>
              <a:rPr lang="en-US" altLang="ko-KR" spc="-150" dirty="0" smtClean="0">
                <a:solidFill>
                  <a:schemeClr val="tx1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Q2. </a:t>
            </a:r>
            <a:r>
              <a:rPr lang="ko-KR" altLang="en-US" spc="-150" dirty="0">
                <a:solidFill>
                  <a:schemeClr val="tx1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이전 시 지원 업무</a:t>
            </a:r>
          </a:p>
        </p:txBody>
      </p:sp>
      <p:sp>
        <p:nvSpPr>
          <p:cNvPr id="43" name="직사각형 42"/>
          <p:cNvSpPr/>
          <p:nvPr/>
        </p:nvSpPr>
        <p:spPr>
          <a:xfrm>
            <a:off x="0" y="776867"/>
            <a:ext cx="10693400" cy="880483"/>
          </a:xfrm>
          <a:prstGeom prst="rect">
            <a:avLst/>
          </a:prstGeom>
          <a:solidFill>
            <a:srgbClr val="2F6495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 lang="ko-KR" altLang="en-US" dirty="0"/>
          </a:p>
        </p:txBody>
      </p:sp>
      <p:sp>
        <p:nvSpPr>
          <p:cNvPr id="44" name="TextBox 43"/>
          <p:cNvSpPr txBox="1"/>
          <p:nvPr/>
        </p:nvSpPr>
        <p:spPr>
          <a:xfrm>
            <a:off x="357442" y="920807"/>
            <a:ext cx="10043857" cy="596189"/>
          </a:xfrm>
          <a:prstGeom prst="rect">
            <a:avLst/>
          </a:prstGeom>
          <a:noFill/>
          <a:ln w="6350">
            <a:noFill/>
          </a:ln>
          <a:effectLst/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 anchorCtr="0">
            <a:spAutoFit/>
            <a:sp3d>
              <a:bevelT w="0" h="0"/>
              <a:contourClr>
                <a:schemeClr val="bg1"/>
              </a:contourClr>
            </a:sp3d>
          </a:bodyPr>
          <a:lstStyle>
            <a:defPPr>
              <a:defRPr lang="ko-KR"/>
            </a:defPPr>
            <a:lvl1pPr lvl="0" indent="0" defTabSz="801639" latinLnBrk="0">
              <a:lnSpc>
                <a:spcPct val="100000"/>
              </a:lnSpc>
              <a:spcBef>
                <a:spcPts val="88"/>
              </a:spcBef>
              <a:spcAft>
                <a:spcPts val="88"/>
              </a:spcAft>
              <a:defRPr sz="2400" spc="0">
                <a:ln>
                  <a:solidFill>
                    <a:prstClr val="white">
                      <a:alpha val="10000"/>
                    </a:prstClr>
                  </a:solidFill>
                </a:ln>
                <a:solidFill>
                  <a:prstClr val="white"/>
                </a:solidFill>
                <a:effectLst/>
                <a:latin typeface="나눔고딕 ExtraBold" panose="020D0904000000000000" pitchFamily="50" charset="-127"/>
                <a:ea typeface="나눔고딕 ExtraBold" panose="020D0904000000000000" pitchFamily="50" charset="-127"/>
              </a:defRPr>
            </a:lvl1pPr>
          </a:lstStyle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800" spc="-100" dirty="0">
                <a:solidFill>
                  <a:schemeClr val="bg1"/>
                </a:solidFill>
                <a:latin typeface="Rix고딕 M" pitchFamily="18" charset="-127"/>
                <a:ea typeface="Rix고딕 M" pitchFamily="18" charset="-127"/>
              </a:rPr>
              <a:t>이전은 사전현황 분석</a:t>
            </a:r>
            <a:r>
              <a:rPr lang="en-US" altLang="ko-KR" sz="1800" spc="-100" dirty="0">
                <a:solidFill>
                  <a:schemeClr val="bg1"/>
                </a:solidFill>
                <a:latin typeface="Rix고딕 M" pitchFamily="18" charset="-127"/>
                <a:ea typeface="Rix고딕 M" pitchFamily="18" charset="-127"/>
              </a:rPr>
              <a:t>, </a:t>
            </a:r>
            <a:r>
              <a:rPr lang="ko-KR" altLang="en-US" sz="1800" spc="-100" dirty="0">
                <a:solidFill>
                  <a:schemeClr val="bg1"/>
                </a:solidFill>
                <a:latin typeface="Rix고딕 M" pitchFamily="18" charset="-127"/>
                <a:ea typeface="Rix고딕 M" pitchFamily="18" charset="-127"/>
              </a:rPr>
              <a:t>이전준비</a:t>
            </a:r>
            <a:r>
              <a:rPr lang="en-US" altLang="ko-KR" sz="1800" spc="-100" dirty="0">
                <a:solidFill>
                  <a:schemeClr val="bg1"/>
                </a:solidFill>
                <a:latin typeface="Rix고딕 M" pitchFamily="18" charset="-127"/>
                <a:ea typeface="Rix고딕 M" pitchFamily="18" charset="-127"/>
              </a:rPr>
              <a:t>, </a:t>
            </a:r>
            <a:r>
              <a:rPr lang="ko-KR" altLang="en-US" sz="1800" spc="-100" dirty="0">
                <a:solidFill>
                  <a:schemeClr val="bg1"/>
                </a:solidFill>
                <a:latin typeface="Rix고딕 M" pitchFamily="18" charset="-127"/>
                <a:ea typeface="Rix고딕 M" pitchFamily="18" charset="-127"/>
              </a:rPr>
              <a:t>이전</a:t>
            </a:r>
            <a:r>
              <a:rPr lang="en-US" altLang="ko-KR" sz="1800" spc="-100" dirty="0">
                <a:solidFill>
                  <a:schemeClr val="bg1"/>
                </a:solidFill>
                <a:latin typeface="Rix고딕 M" pitchFamily="18" charset="-127"/>
                <a:ea typeface="Rix고딕 M" pitchFamily="18" charset="-127"/>
              </a:rPr>
              <a:t>, </a:t>
            </a:r>
            <a:r>
              <a:rPr lang="ko-KR" altLang="en-US" sz="1800" spc="-100" dirty="0">
                <a:solidFill>
                  <a:schemeClr val="bg1"/>
                </a:solidFill>
                <a:latin typeface="Rix고딕 M" pitchFamily="18" charset="-127"/>
                <a:ea typeface="Rix고딕 M" pitchFamily="18" charset="-127"/>
              </a:rPr>
              <a:t>안정화의 </a:t>
            </a:r>
            <a:r>
              <a:rPr lang="en-US" altLang="ko-KR" sz="1800" spc="-100" dirty="0">
                <a:solidFill>
                  <a:schemeClr val="bg1"/>
                </a:solidFill>
                <a:latin typeface="Rix고딕 M" pitchFamily="18" charset="-127"/>
                <a:ea typeface="Rix고딕 M" pitchFamily="18" charset="-127"/>
              </a:rPr>
              <a:t>4</a:t>
            </a:r>
            <a:r>
              <a:rPr lang="ko-KR" altLang="en-US" sz="1800" spc="-100" dirty="0">
                <a:solidFill>
                  <a:schemeClr val="bg1"/>
                </a:solidFill>
                <a:latin typeface="Rix고딕 M" pitchFamily="18" charset="-127"/>
                <a:ea typeface="Rix고딕 M" pitchFamily="18" charset="-127"/>
              </a:rPr>
              <a:t>단계로 진행됩니다</a:t>
            </a:r>
            <a:r>
              <a:rPr lang="en-US" altLang="ko-KR" sz="1800" spc="-100" dirty="0">
                <a:solidFill>
                  <a:schemeClr val="bg1"/>
                </a:solidFill>
                <a:latin typeface="Rix고딕 M" pitchFamily="18" charset="-127"/>
                <a:ea typeface="Rix고딕 M" pitchFamily="18" charset="-127"/>
              </a:rPr>
              <a:t>. </a:t>
            </a:r>
            <a:r>
              <a:rPr lang="ko-KR" altLang="en-US" sz="1800" spc="-100" dirty="0">
                <a:solidFill>
                  <a:schemeClr val="bg1"/>
                </a:solidFill>
                <a:latin typeface="Rix고딕 M" pitchFamily="18" charset="-127"/>
                <a:ea typeface="Rix고딕 M" pitchFamily="18" charset="-127"/>
              </a:rPr>
              <a:t>본 사업에서는 이전시 기존 시스템 철거 및 재배치 지원</a:t>
            </a:r>
            <a:r>
              <a:rPr lang="en-US" altLang="ko-KR" sz="1800" spc="-100" dirty="0">
                <a:solidFill>
                  <a:schemeClr val="bg1"/>
                </a:solidFill>
                <a:latin typeface="Rix고딕 M" pitchFamily="18" charset="-127"/>
                <a:ea typeface="Rix고딕 M" pitchFamily="18" charset="-127"/>
              </a:rPr>
              <a:t>, </a:t>
            </a:r>
            <a:r>
              <a:rPr lang="ko-KR" altLang="en-US" sz="1800" spc="-100" dirty="0">
                <a:solidFill>
                  <a:schemeClr val="bg1"/>
                </a:solidFill>
                <a:latin typeface="Rix고딕 M" pitchFamily="18" charset="-127"/>
                <a:ea typeface="Rix고딕 M" pitchFamily="18" charset="-127"/>
              </a:rPr>
              <a:t>구성 변경 지원</a:t>
            </a:r>
            <a:r>
              <a:rPr lang="en-US" altLang="ko-KR" sz="1800" spc="-100" dirty="0">
                <a:solidFill>
                  <a:schemeClr val="bg1"/>
                </a:solidFill>
                <a:latin typeface="Rix고딕 M" pitchFamily="18" charset="-127"/>
                <a:ea typeface="Rix고딕 M" pitchFamily="18" charset="-127"/>
              </a:rPr>
              <a:t>, </a:t>
            </a:r>
            <a:r>
              <a:rPr lang="ko-KR" altLang="en-US" sz="1800" spc="-100" dirty="0">
                <a:solidFill>
                  <a:schemeClr val="bg1"/>
                </a:solidFill>
                <a:latin typeface="Rix고딕 M" pitchFamily="18" charset="-127"/>
                <a:ea typeface="Rix고딕 M" pitchFamily="18" charset="-127"/>
              </a:rPr>
              <a:t>안정화 등을 지원 합니다</a:t>
            </a:r>
            <a:r>
              <a:rPr lang="en-US" altLang="ko-KR" sz="1800" spc="-100" dirty="0">
                <a:solidFill>
                  <a:schemeClr val="bg1"/>
                </a:solidFill>
                <a:latin typeface="Rix고딕 M" pitchFamily="18" charset="-127"/>
                <a:ea typeface="Rix고딕 M" pitchFamily="18" charset="-127"/>
              </a:rPr>
              <a:t>.</a:t>
            </a:r>
          </a:p>
        </p:txBody>
      </p:sp>
      <p:sp>
        <p:nvSpPr>
          <p:cNvPr id="45" name="직사각형 44"/>
          <p:cNvSpPr/>
          <p:nvPr/>
        </p:nvSpPr>
        <p:spPr>
          <a:xfrm>
            <a:off x="0" y="6273800"/>
            <a:ext cx="1836472" cy="800879"/>
          </a:xfrm>
          <a:prstGeom prst="rect">
            <a:avLst/>
          </a:prstGeom>
          <a:solidFill>
            <a:srgbClr val="1B91C1"/>
          </a:solidFill>
          <a:ln w="3175" cap="flat" cmpd="sng" algn="ctr">
            <a:noFill/>
            <a:prstDash val="solid"/>
          </a:ln>
          <a:effectLst/>
        </p:spPr>
        <p:txBody>
          <a:bodyPr lIns="96487" tIns="48244" rIns="96487" bIns="48244" anchor="ctr"/>
          <a:lstStyle/>
          <a:p>
            <a:pPr marL="525326" lvl="1" defTabSz="1050652" latinLnBrk="0"/>
            <a:endParaRPr lang="ko-KR" altLang="en-US" kern="0" dirty="0">
              <a:solidFill>
                <a:srgbClr val="C02338"/>
              </a:solidFill>
              <a:latin typeface="Calibri"/>
              <a:ea typeface="맑은 고딕" panose="020B0503020000020004" pitchFamily="50" charset="-127"/>
            </a:endParaRPr>
          </a:p>
        </p:txBody>
      </p:sp>
      <p:sp>
        <p:nvSpPr>
          <p:cNvPr id="46" name="직사각형 45"/>
          <p:cNvSpPr/>
          <p:nvPr/>
        </p:nvSpPr>
        <p:spPr>
          <a:xfrm>
            <a:off x="1836473" y="6273800"/>
            <a:ext cx="8856926" cy="800879"/>
          </a:xfrm>
          <a:prstGeom prst="rect">
            <a:avLst/>
          </a:prstGeom>
          <a:solidFill>
            <a:srgbClr val="1F497D">
              <a:lumMod val="75000"/>
            </a:srgbClr>
          </a:solidFill>
          <a:ln w="3175" cap="flat" cmpd="sng" algn="ctr">
            <a:noFill/>
            <a:prstDash val="solid"/>
          </a:ln>
          <a:effectLst/>
        </p:spPr>
        <p:txBody>
          <a:bodyPr lIns="96487" tIns="48244" rIns="96487" bIns="48244" anchor="ctr"/>
          <a:lstStyle/>
          <a:p>
            <a:pPr marL="525326" lvl="1" defTabSz="1050652" latinLnBrk="0">
              <a:defRPr/>
            </a:pPr>
            <a:endParaRPr lang="ko-KR" altLang="en-US" sz="2100" kern="0" dirty="0">
              <a:solidFill>
                <a:prstClr val="white"/>
              </a:solidFill>
              <a:latin typeface="Calibri"/>
              <a:ea typeface="맑은 고딕" panose="020B0503020000020004" pitchFamily="50" charset="-127"/>
            </a:endParaRPr>
          </a:p>
        </p:txBody>
      </p:sp>
      <p:sp>
        <p:nvSpPr>
          <p:cNvPr id="47" name="직사각형 46"/>
          <p:cNvSpPr/>
          <p:nvPr/>
        </p:nvSpPr>
        <p:spPr>
          <a:xfrm>
            <a:off x="429830" y="6535263"/>
            <a:ext cx="1188138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  <a:scene3d>
              <a:camera prst="orthographicFront"/>
              <a:lightRig rig="threePt" dir="t"/>
            </a:scene3d>
            <a:sp3d>
              <a:bevelT w="0"/>
            </a:sp3d>
          </a:bodyPr>
          <a:lstStyle/>
          <a:p>
            <a:pPr marL="0" lvl="1" indent="-313719" algn="ctr" defTabSz="1003898" fontAlgn="base" latinLnBrk="0">
              <a:spcBef>
                <a:spcPct val="0"/>
              </a:spcBef>
              <a:spcAft>
                <a:spcPct val="0"/>
              </a:spcAft>
              <a:buClr>
                <a:prstClr val="white"/>
              </a:buClr>
              <a:buSzPct val="80000"/>
              <a:tabLst>
                <a:tab pos="5724151" algn="l"/>
              </a:tabLst>
              <a:defRPr/>
            </a:pPr>
            <a:r>
              <a:rPr lang="ko-KR" altLang="en-US" spc="-84" dirty="0">
                <a:solidFill>
                  <a:prstClr val="white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이전 규모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2249091" y="6299286"/>
            <a:ext cx="5894784" cy="370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  <a:scene3d>
              <a:camera prst="orthographicFront"/>
              <a:lightRig rig="threePt" dir="t"/>
            </a:scene3d>
            <a:sp3d>
              <a:bevelT w="0"/>
            </a:sp3d>
          </a:bodyPr>
          <a:lstStyle/>
          <a:p>
            <a:pPr marL="0" lvl="1" defTabSz="1084207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>
                <a:prstClr val="white"/>
              </a:buClr>
              <a:buSzPct val="80000"/>
              <a:tabLst>
                <a:tab pos="5906963" algn="l"/>
              </a:tabLst>
            </a:pPr>
            <a:r>
              <a:rPr lang="ko-KR" altLang="en-US" spc="-218" dirty="0">
                <a:solidFill>
                  <a:prstClr val="white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이전 기관 수 </a:t>
            </a:r>
            <a:r>
              <a:rPr lang="en-US" altLang="ko-KR" spc="-218" dirty="0">
                <a:solidFill>
                  <a:prstClr val="white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: 6</a:t>
            </a:r>
            <a:r>
              <a:rPr lang="ko-KR" altLang="en-US" spc="-218" dirty="0">
                <a:solidFill>
                  <a:prstClr val="white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개  </a:t>
            </a:r>
            <a:r>
              <a:rPr lang="ko-KR" altLang="en-US" spc="-218" dirty="0" smtClean="0">
                <a:solidFill>
                  <a:prstClr val="white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부처 </a:t>
            </a:r>
            <a:r>
              <a:rPr lang="en-US" altLang="ko-KR" sz="1700" spc="-218" dirty="0" smtClean="0">
                <a:solidFill>
                  <a:prstClr val="white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(</a:t>
            </a:r>
            <a:r>
              <a:rPr lang="en-US" altLang="ko-KR" sz="1700" spc="-218" dirty="0">
                <a:solidFill>
                  <a:prstClr val="white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3</a:t>
            </a:r>
            <a:r>
              <a:rPr lang="ko-KR" altLang="en-US" sz="1700" spc="-218" dirty="0">
                <a:solidFill>
                  <a:prstClr val="white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개 층 이전 기관 미 확정</a:t>
            </a:r>
            <a:r>
              <a:rPr lang="en-US" altLang="ko-KR" sz="1700" spc="-218" dirty="0">
                <a:solidFill>
                  <a:prstClr val="white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)</a:t>
            </a:r>
          </a:p>
        </p:txBody>
      </p:sp>
      <p:pic>
        <p:nvPicPr>
          <p:cNvPr id="49" name="Picture 3" descr="G:\work\아이티센시스템즈\경찰청공조조회유지보수\icon&amp;dia\제안서템플릿이미지-24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21516" y="6353822"/>
            <a:ext cx="297095" cy="3021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0" name="직사각형 49"/>
          <p:cNvSpPr/>
          <p:nvPr/>
        </p:nvSpPr>
        <p:spPr>
          <a:xfrm>
            <a:off x="2249091" y="6620831"/>
            <a:ext cx="2678509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  <a:scene3d>
              <a:camera prst="orthographicFront"/>
              <a:lightRig rig="threePt" dir="t"/>
            </a:scene3d>
            <a:sp3d>
              <a:bevelT w="0"/>
            </a:sp3d>
          </a:bodyPr>
          <a:lstStyle/>
          <a:p>
            <a:pPr marL="0" lvl="1" defTabSz="1084207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>
                <a:prstClr val="white"/>
              </a:buClr>
              <a:buSzPct val="80000"/>
              <a:tabLst>
                <a:tab pos="5906963" algn="l"/>
              </a:tabLst>
            </a:pPr>
            <a:r>
              <a:rPr lang="ko-KR" altLang="en-US" spc="-218" dirty="0">
                <a:solidFill>
                  <a:prstClr val="white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이전 인원 </a:t>
            </a:r>
            <a:r>
              <a:rPr lang="en-US" altLang="ko-KR" spc="-218" dirty="0">
                <a:solidFill>
                  <a:prstClr val="white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: </a:t>
            </a:r>
            <a:r>
              <a:rPr lang="ko-KR" altLang="en-US" spc="-218" dirty="0">
                <a:solidFill>
                  <a:prstClr val="white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약 </a:t>
            </a:r>
            <a:r>
              <a:rPr lang="en-US" altLang="ko-KR" spc="-218" dirty="0">
                <a:solidFill>
                  <a:prstClr val="white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500</a:t>
            </a:r>
            <a:r>
              <a:rPr lang="ko-KR" altLang="en-US" spc="-218" dirty="0">
                <a:solidFill>
                  <a:prstClr val="white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명</a:t>
            </a:r>
          </a:p>
        </p:txBody>
      </p:sp>
      <p:pic>
        <p:nvPicPr>
          <p:cNvPr id="51" name="Picture 3" descr="G:\work\아이티센시스템즈\경찰청공조조회유지보수\icon&amp;dia\제안서템플릿이미지-24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21516" y="6690403"/>
            <a:ext cx="297095" cy="3021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2" name="직사각형 51"/>
          <p:cNvSpPr/>
          <p:nvPr/>
        </p:nvSpPr>
        <p:spPr>
          <a:xfrm>
            <a:off x="6443963" y="6630834"/>
            <a:ext cx="2678509" cy="3801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  <a:scene3d>
              <a:camera prst="orthographicFront"/>
              <a:lightRig rig="threePt" dir="t"/>
            </a:scene3d>
            <a:sp3d>
              <a:bevelT w="0"/>
            </a:sp3d>
          </a:bodyPr>
          <a:lstStyle/>
          <a:p>
            <a:pPr marL="0" lvl="1" defTabSz="1084207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>
                <a:prstClr val="white"/>
              </a:buClr>
              <a:buSzPct val="80000"/>
              <a:tabLst>
                <a:tab pos="5906963" algn="l"/>
              </a:tabLst>
            </a:pPr>
            <a:r>
              <a:rPr lang="ko-KR" altLang="en-US" spc="-218" dirty="0">
                <a:solidFill>
                  <a:prstClr val="white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이전  시기  </a:t>
            </a:r>
            <a:r>
              <a:rPr lang="en-US" altLang="ko-KR" spc="-218" dirty="0">
                <a:solidFill>
                  <a:prstClr val="white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: </a:t>
            </a:r>
            <a:r>
              <a:rPr lang="en-US" altLang="ko-KR" spc="-218" dirty="0" smtClean="0">
                <a:solidFill>
                  <a:prstClr val="white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5</a:t>
            </a:r>
            <a:r>
              <a:rPr lang="ko-KR" altLang="en-US" spc="-218" dirty="0" smtClean="0">
                <a:solidFill>
                  <a:prstClr val="white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월 </a:t>
            </a:r>
            <a:r>
              <a:rPr lang="en-US" altLang="ko-KR" spc="-218" dirty="0">
                <a:solidFill>
                  <a:prstClr val="white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~ 9</a:t>
            </a:r>
            <a:r>
              <a:rPr lang="ko-KR" altLang="en-US" spc="-218" dirty="0">
                <a:solidFill>
                  <a:prstClr val="white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월</a:t>
            </a:r>
            <a:r>
              <a:rPr lang="en-US" altLang="ko-KR" spc="-218" dirty="0">
                <a:solidFill>
                  <a:prstClr val="white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(</a:t>
            </a:r>
            <a:r>
              <a:rPr lang="ko-KR" altLang="en-US" spc="-218" dirty="0">
                <a:solidFill>
                  <a:prstClr val="white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예상</a:t>
            </a:r>
            <a:r>
              <a:rPr lang="en-US" altLang="ko-KR" spc="-218" dirty="0">
                <a:solidFill>
                  <a:prstClr val="white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)</a:t>
            </a:r>
          </a:p>
        </p:txBody>
      </p:sp>
      <p:pic>
        <p:nvPicPr>
          <p:cNvPr id="54" name="Picture 3" descr="G:\work\아이티센시스템즈\경찰청공조조회유지보수\icon&amp;dia\제안서템플릿이미지-24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6388" y="6690403"/>
            <a:ext cx="297095" cy="3021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5" name="막힌 원호 54"/>
          <p:cNvSpPr/>
          <p:nvPr/>
        </p:nvSpPr>
        <p:spPr>
          <a:xfrm>
            <a:off x="1752447" y="1839664"/>
            <a:ext cx="2520950" cy="2520950"/>
          </a:xfrm>
          <a:prstGeom prst="blockArc">
            <a:avLst>
              <a:gd name="adj1" fmla="val 10800000"/>
              <a:gd name="adj2" fmla="val 125221"/>
              <a:gd name="adj3" fmla="val 14625"/>
            </a:avLst>
          </a:prstGeom>
          <a:solidFill>
            <a:srgbClr val="65A60E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56" name="막힌 원호 55"/>
          <p:cNvSpPr/>
          <p:nvPr/>
        </p:nvSpPr>
        <p:spPr>
          <a:xfrm>
            <a:off x="6121247" y="1839664"/>
            <a:ext cx="2520950" cy="2520950"/>
          </a:xfrm>
          <a:prstGeom prst="blockArc">
            <a:avLst>
              <a:gd name="adj1" fmla="val 10800000"/>
              <a:gd name="adj2" fmla="val 125221"/>
              <a:gd name="adj3" fmla="val 14625"/>
            </a:avLst>
          </a:prstGeom>
          <a:solidFill>
            <a:srgbClr val="178E8C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57" name="막힌 원호 56"/>
          <p:cNvSpPr/>
          <p:nvPr/>
        </p:nvSpPr>
        <p:spPr>
          <a:xfrm rot="10800000">
            <a:off x="3936847" y="2596892"/>
            <a:ext cx="2520950" cy="2520950"/>
          </a:xfrm>
          <a:prstGeom prst="blockArc">
            <a:avLst>
              <a:gd name="adj1" fmla="val 10800000"/>
              <a:gd name="adj2" fmla="val 125221"/>
              <a:gd name="adj3" fmla="val 14625"/>
            </a:avLst>
          </a:prstGeom>
          <a:solidFill>
            <a:srgbClr val="8FAF06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58" name="모서리가 둥근 직사각형 57"/>
          <p:cNvSpPr/>
          <p:nvPr/>
        </p:nvSpPr>
        <p:spPr>
          <a:xfrm>
            <a:off x="1380972" y="2787392"/>
            <a:ext cx="1081088" cy="1079500"/>
          </a:xfrm>
          <a:prstGeom prst="roundRect">
            <a:avLst/>
          </a:prstGeom>
          <a:solidFill>
            <a:srgbClr val="65A60E"/>
          </a:solidFill>
          <a:ln w="3175">
            <a:noFill/>
          </a:ln>
          <a:effectLst>
            <a:outerShdw blurRad="50800" dist="254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dirty="0"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59" name="모서리가 둥근 직사각형 58"/>
          <p:cNvSpPr/>
          <p:nvPr/>
        </p:nvSpPr>
        <p:spPr>
          <a:xfrm>
            <a:off x="3565372" y="2787392"/>
            <a:ext cx="1079500" cy="1079500"/>
          </a:xfrm>
          <a:prstGeom prst="roundRect">
            <a:avLst/>
          </a:prstGeom>
          <a:solidFill>
            <a:srgbClr val="8FAF06"/>
          </a:solidFill>
          <a:ln w="3175">
            <a:noFill/>
          </a:ln>
          <a:effectLst>
            <a:outerShdw blurRad="50800" dist="25400" dir="16200000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dirty="0"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60" name="모서리가 둥근 직사각형 59"/>
          <p:cNvSpPr/>
          <p:nvPr/>
        </p:nvSpPr>
        <p:spPr>
          <a:xfrm flipH="1">
            <a:off x="5749772" y="2787392"/>
            <a:ext cx="1079500" cy="1079500"/>
          </a:xfrm>
          <a:prstGeom prst="roundRect">
            <a:avLst/>
          </a:prstGeom>
          <a:solidFill>
            <a:srgbClr val="178E8C"/>
          </a:solidFill>
          <a:ln w="3175">
            <a:noFill/>
          </a:ln>
          <a:effectLst>
            <a:outerShdw blurRad="50800" dist="254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dirty="0"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61" name="모서리가 둥근 직사각형 60"/>
          <p:cNvSpPr/>
          <p:nvPr/>
        </p:nvSpPr>
        <p:spPr>
          <a:xfrm flipH="1">
            <a:off x="7934172" y="2787392"/>
            <a:ext cx="1079500" cy="1079500"/>
          </a:xfrm>
          <a:prstGeom prst="roundRect">
            <a:avLst/>
          </a:prstGeom>
          <a:solidFill>
            <a:srgbClr val="0E578C"/>
          </a:solidFill>
          <a:ln w="3175">
            <a:noFill/>
          </a:ln>
          <a:effectLst>
            <a:outerShdw blurRad="50800" dist="25400" dir="16200000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dirty="0"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83" name="제목 3"/>
          <p:cNvSpPr>
            <a:spLocks/>
          </p:cNvSpPr>
          <p:nvPr/>
        </p:nvSpPr>
        <p:spPr bwMode="auto">
          <a:xfrm>
            <a:off x="3012921" y="1847284"/>
            <a:ext cx="3108325" cy="371497"/>
          </a:xfrm>
          <a:prstGeom prst="roundRect">
            <a:avLst>
              <a:gd name="adj" fmla="val 35389"/>
            </a:avLst>
          </a:prstGeom>
          <a:solidFill>
            <a:srgbClr val="65A60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108000" tIns="36000" rIns="108000" bIns="36000" anchor="ctr"/>
          <a:lstStyle/>
          <a:p>
            <a:pPr algn="r"/>
            <a:r>
              <a:rPr lang="en-US" altLang="ko-KR" sz="1700" spc="-100" dirty="0">
                <a:solidFill>
                  <a:schemeClr val="bg1"/>
                </a:solidFill>
                <a:latin typeface="Rix고딕 B" pitchFamily="18" charset="-127"/>
                <a:ea typeface="Rix고딕 B" pitchFamily="18" charset="-127"/>
              </a:rPr>
              <a:t>6</a:t>
            </a:r>
            <a:r>
              <a:rPr lang="ko-KR" altLang="en-US" sz="1700" spc="-100" dirty="0">
                <a:solidFill>
                  <a:schemeClr val="bg1"/>
                </a:solidFill>
                <a:latin typeface="Rix고딕 B" pitchFamily="18" charset="-127"/>
                <a:ea typeface="Rix고딕 B" pitchFamily="18" charset="-127"/>
              </a:rPr>
              <a:t>개 부처</a:t>
            </a:r>
            <a:r>
              <a:rPr lang="en-US" altLang="ko-KR" sz="1700" spc="-100" dirty="0">
                <a:solidFill>
                  <a:schemeClr val="bg1"/>
                </a:solidFill>
                <a:latin typeface="Rix고딕 B" pitchFamily="18" charset="-127"/>
                <a:ea typeface="Rix고딕 B" pitchFamily="18" charset="-127"/>
              </a:rPr>
              <a:t>, </a:t>
            </a:r>
            <a:r>
              <a:rPr lang="ko-KR" altLang="en-US" sz="1700" spc="-100" dirty="0">
                <a:solidFill>
                  <a:schemeClr val="bg1"/>
                </a:solidFill>
                <a:latin typeface="Rix고딕 B" pitchFamily="18" charset="-127"/>
                <a:ea typeface="Rix고딕 B" pitchFamily="18" charset="-127"/>
              </a:rPr>
              <a:t>근무 인원 </a:t>
            </a:r>
            <a:r>
              <a:rPr lang="en-US" altLang="ko-KR" sz="1700" spc="-100" dirty="0">
                <a:solidFill>
                  <a:schemeClr val="bg1"/>
                </a:solidFill>
                <a:latin typeface="Rix고딕 B" pitchFamily="18" charset="-127"/>
                <a:ea typeface="Rix고딕 B" pitchFamily="18" charset="-127"/>
              </a:rPr>
              <a:t>: </a:t>
            </a:r>
            <a:r>
              <a:rPr lang="ko-KR" altLang="en-US" sz="1700" spc="-100" dirty="0">
                <a:solidFill>
                  <a:schemeClr val="bg1"/>
                </a:solidFill>
                <a:latin typeface="Rix고딕 B" pitchFamily="18" charset="-127"/>
                <a:ea typeface="Rix고딕 B" pitchFamily="18" charset="-127"/>
              </a:rPr>
              <a:t>약 </a:t>
            </a:r>
            <a:r>
              <a:rPr lang="en-US" altLang="ko-KR" sz="1700" spc="-100" dirty="0">
                <a:solidFill>
                  <a:schemeClr val="bg1"/>
                </a:solidFill>
                <a:latin typeface="Rix고딕 B" pitchFamily="18" charset="-127"/>
                <a:ea typeface="Rix고딕 B" pitchFamily="18" charset="-127"/>
              </a:rPr>
              <a:t>500</a:t>
            </a:r>
            <a:r>
              <a:rPr lang="ko-KR" altLang="en-US" sz="1700" spc="-100" dirty="0">
                <a:solidFill>
                  <a:schemeClr val="bg1"/>
                </a:solidFill>
                <a:latin typeface="Rix고딕 B" pitchFamily="18" charset="-127"/>
                <a:ea typeface="Rix고딕 B" pitchFamily="18" charset="-127"/>
              </a:rPr>
              <a:t>명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101502" y="3954703"/>
            <a:ext cx="1638366" cy="10310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108000" indent="-108000">
              <a:spcAft>
                <a:spcPts val="600"/>
              </a:spcAft>
              <a:buClr>
                <a:srgbClr val="0B7E99"/>
              </a:buClr>
              <a:buFont typeface="Wingdings" panose="05000000000000000000" pitchFamily="2" charset="2"/>
              <a:buChar char="§"/>
              <a:defRPr sz="1200" spc="-100">
                <a:solidFill>
                  <a:schemeClr val="tx1">
                    <a:lumMod val="75000"/>
                    <a:lumOff val="25000"/>
                  </a:schemeClr>
                </a:solidFill>
                <a:latin typeface="Yoon 윤고딕 530_TT" panose="02090603020101020101" pitchFamily="18" charset="-127"/>
                <a:ea typeface="Yoon 윤고딕 530_TT" panose="02090603020101020101" pitchFamily="18" charset="-127"/>
              </a:defRPr>
            </a:lvl1pPr>
          </a:lstStyle>
          <a:p>
            <a:pPr>
              <a:spcAft>
                <a:spcPts val="200"/>
              </a:spcAft>
            </a:pPr>
            <a:r>
              <a:rPr lang="ko-KR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Rix고딕 M" pitchFamily="18" charset="-127"/>
                <a:ea typeface="Rix고딕 M" pitchFamily="18" charset="-127"/>
              </a:rPr>
              <a:t>별관 현황 분석</a:t>
            </a:r>
          </a:p>
          <a:p>
            <a:pPr>
              <a:spcAft>
                <a:spcPts val="200"/>
              </a:spcAft>
            </a:pPr>
            <a:r>
              <a:rPr lang="ko-KR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Rix고딕 M" pitchFamily="18" charset="-127"/>
                <a:ea typeface="Rix고딕 M" pitchFamily="18" charset="-127"/>
              </a:rPr>
              <a:t> 개별 기관 현황 분석</a:t>
            </a:r>
          </a:p>
          <a:p>
            <a:pPr>
              <a:spcAft>
                <a:spcPts val="200"/>
              </a:spcAft>
            </a:pPr>
            <a:r>
              <a:rPr lang="ko-KR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Rix고딕 M" pitchFamily="18" charset="-127"/>
                <a:ea typeface="Rix고딕 M" pitchFamily="18" charset="-127"/>
              </a:rPr>
              <a:t> 연계 망 현황 분석</a:t>
            </a:r>
          </a:p>
          <a:p>
            <a:pPr>
              <a:spcAft>
                <a:spcPts val="200"/>
              </a:spcAft>
            </a:pPr>
            <a:r>
              <a:rPr lang="ko-KR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Rix고딕 M" pitchFamily="18" charset="-127"/>
                <a:ea typeface="Rix고딕 M" pitchFamily="18" charset="-127"/>
              </a:rPr>
              <a:t> 비상시 대책</a:t>
            </a:r>
          </a:p>
        </p:txBody>
      </p:sp>
      <p:sp>
        <p:nvSpPr>
          <p:cNvPr id="85" name="직사각형 84"/>
          <p:cNvSpPr/>
          <p:nvPr/>
        </p:nvSpPr>
        <p:spPr>
          <a:xfrm>
            <a:off x="1380972" y="3096416"/>
            <a:ext cx="1081088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  <a:scene3d>
              <a:camera prst="orthographicFront"/>
              <a:lightRig rig="threePt" dir="t"/>
            </a:scene3d>
            <a:sp3d>
              <a:bevelT w="0"/>
            </a:sp3d>
          </a:bodyPr>
          <a:lstStyle/>
          <a:p>
            <a:pPr marL="0" lvl="1" algn="ctr" defTabSz="1084207" fontAlgn="base">
              <a:spcBef>
                <a:spcPct val="0"/>
              </a:spcBef>
              <a:spcAft>
                <a:spcPct val="0"/>
              </a:spcAft>
              <a:buClr>
                <a:prstClr val="white"/>
              </a:buClr>
              <a:buSzPct val="80000"/>
              <a:tabLst>
                <a:tab pos="5906963" algn="l"/>
              </a:tabLst>
            </a:pPr>
            <a:r>
              <a:rPr lang="ko-KR" altLang="en-US" sz="1700" spc="-218" dirty="0">
                <a:solidFill>
                  <a:prstClr val="white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사전 </a:t>
            </a:r>
            <a:r>
              <a:rPr lang="ko-KR" altLang="en-US" sz="1700" spc="-218" dirty="0" smtClean="0">
                <a:solidFill>
                  <a:prstClr val="white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현황</a:t>
            </a:r>
            <a:endParaRPr lang="en-US" altLang="ko-KR" sz="1700" spc="-218" dirty="0" smtClean="0">
              <a:solidFill>
                <a:prstClr val="white"/>
              </a:solidFill>
              <a:latin typeface="Rix모던고딕 B" panose="02020603020101020101" pitchFamily="18" charset="-127"/>
              <a:ea typeface="Rix모던고딕 B" panose="02020603020101020101" pitchFamily="18" charset="-127"/>
            </a:endParaRPr>
          </a:p>
          <a:p>
            <a:pPr marL="0" lvl="1" algn="ctr" defTabSz="1084207" fontAlgn="base">
              <a:spcBef>
                <a:spcPct val="0"/>
              </a:spcBef>
              <a:spcAft>
                <a:spcPct val="0"/>
              </a:spcAft>
              <a:buClr>
                <a:prstClr val="white"/>
              </a:buClr>
              <a:buSzPct val="80000"/>
              <a:tabLst>
                <a:tab pos="5906963" algn="l"/>
              </a:tabLst>
            </a:pPr>
            <a:r>
              <a:rPr lang="ko-KR" altLang="en-US" sz="1700" spc="-218" dirty="0" smtClean="0">
                <a:solidFill>
                  <a:prstClr val="white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분석</a:t>
            </a:r>
            <a:endParaRPr lang="ko-KR" altLang="en-US" sz="1700" spc="-218" dirty="0">
              <a:solidFill>
                <a:prstClr val="white"/>
              </a:solidFill>
              <a:latin typeface="Rix모던고딕 B" panose="02020603020101020101" pitchFamily="18" charset="-127"/>
              <a:ea typeface="Rix모던고딕 B" panose="02020603020101020101" pitchFamily="18" charset="-127"/>
            </a:endParaRPr>
          </a:p>
        </p:txBody>
      </p:sp>
      <p:sp>
        <p:nvSpPr>
          <p:cNvPr id="86" name="직사각형 85"/>
          <p:cNvSpPr/>
          <p:nvPr/>
        </p:nvSpPr>
        <p:spPr>
          <a:xfrm>
            <a:off x="3563784" y="3227221"/>
            <a:ext cx="1081088" cy="2616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  <a:scene3d>
              <a:camera prst="orthographicFront"/>
              <a:lightRig rig="threePt" dir="t"/>
            </a:scene3d>
            <a:sp3d>
              <a:bevelT w="0"/>
            </a:sp3d>
          </a:bodyPr>
          <a:lstStyle/>
          <a:p>
            <a:pPr marL="0" lvl="1" algn="ctr" defTabSz="1084207" fontAlgn="base">
              <a:spcBef>
                <a:spcPct val="0"/>
              </a:spcBef>
              <a:spcAft>
                <a:spcPct val="0"/>
              </a:spcAft>
              <a:buClr>
                <a:prstClr val="white"/>
              </a:buClr>
              <a:buSzPct val="80000"/>
              <a:tabLst>
                <a:tab pos="5906963" algn="l"/>
              </a:tabLst>
            </a:pPr>
            <a:r>
              <a:rPr lang="ko-KR" altLang="en-US" sz="1700" spc="-218" dirty="0">
                <a:solidFill>
                  <a:prstClr val="white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이전 준비</a:t>
            </a:r>
          </a:p>
        </p:txBody>
      </p:sp>
      <p:sp>
        <p:nvSpPr>
          <p:cNvPr id="87" name="직사각형 86"/>
          <p:cNvSpPr/>
          <p:nvPr/>
        </p:nvSpPr>
        <p:spPr>
          <a:xfrm>
            <a:off x="5754041" y="3227221"/>
            <a:ext cx="1081088" cy="2616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  <a:scene3d>
              <a:camera prst="orthographicFront"/>
              <a:lightRig rig="threePt" dir="t"/>
            </a:scene3d>
            <a:sp3d>
              <a:bevelT w="0"/>
            </a:sp3d>
          </a:bodyPr>
          <a:lstStyle/>
          <a:p>
            <a:pPr marL="0" lvl="1" algn="ctr" defTabSz="1084207" fontAlgn="base">
              <a:spcBef>
                <a:spcPct val="0"/>
              </a:spcBef>
              <a:spcAft>
                <a:spcPct val="0"/>
              </a:spcAft>
              <a:buClr>
                <a:prstClr val="white"/>
              </a:buClr>
              <a:buSzPct val="80000"/>
              <a:tabLst>
                <a:tab pos="5906963" algn="l"/>
              </a:tabLst>
            </a:pPr>
            <a:r>
              <a:rPr lang="ko-KR" altLang="en-US" sz="1700" spc="-218" dirty="0" smtClean="0">
                <a:solidFill>
                  <a:prstClr val="white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이 전</a:t>
            </a:r>
            <a:endParaRPr lang="ko-KR" altLang="en-US" sz="1700" spc="-218" dirty="0">
              <a:solidFill>
                <a:prstClr val="white"/>
              </a:solidFill>
              <a:latin typeface="Rix모던고딕 B" panose="02020603020101020101" pitchFamily="18" charset="-127"/>
              <a:ea typeface="Rix모던고딕 B" panose="02020603020101020101" pitchFamily="18" charset="-127"/>
            </a:endParaRPr>
          </a:p>
        </p:txBody>
      </p:sp>
      <p:sp>
        <p:nvSpPr>
          <p:cNvPr id="88" name="직사각형 87"/>
          <p:cNvSpPr/>
          <p:nvPr/>
        </p:nvSpPr>
        <p:spPr>
          <a:xfrm>
            <a:off x="7937347" y="3227221"/>
            <a:ext cx="1081088" cy="2616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  <a:scene3d>
              <a:camera prst="orthographicFront"/>
              <a:lightRig rig="threePt" dir="t"/>
            </a:scene3d>
            <a:sp3d>
              <a:bevelT w="0"/>
            </a:sp3d>
          </a:bodyPr>
          <a:lstStyle/>
          <a:p>
            <a:pPr marL="0" lvl="1" algn="ctr" defTabSz="1084207" fontAlgn="base">
              <a:spcBef>
                <a:spcPct val="0"/>
              </a:spcBef>
              <a:spcAft>
                <a:spcPct val="0"/>
              </a:spcAft>
              <a:buClr>
                <a:prstClr val="white"/>
              </a:buClr>
              <a:buSzPct val="80000"/>
              <a:tabLst>
                <a:tab pos="5906963" algn="l"/>
              </a:tabLst>
            </a:pPr>
            <a:r>
              <a:rPr lang="ko-KR" altLang="en-US" sz="1700" spc="-218" dirty="0">
                <a:solidFill>
                  <a:prstClr val="white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안정화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7845202" y="3954703"/>
            <a:ext cx="2063820" cy="1513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108000" indent="-108000">
              <a:spcAft>
                <a:spcPts val="600"/>
              </a:spcAft>
              <a:buClr>
                <a:srgbClr val="0B7E99"/>
              </a:buClr>
              <a:buFont typeface="Wingdings" panose="05000000000000000000" pitchFamily="2" charset="2"/>
              <a:buChar char="§"/>
              <a:defRPr sz="1200" spc="-100">
                <a:solidFill>
                  <a:schemeClr val="tx1">
                    <a:lumMod val="75000"/>
                    <a:lumOff val="25000"/>
                  </a:schemeClr>
                </a:solidFill>
                <a:latin typeface="Yoon 윤고딕 530_TT" panose="02090603020101020101" pitchFamily="18" charset="-127"/>
                <a:ea typeface="Yoon 윤고딕 530_TT" panose="02090603020101020101" pitchFamily="18" charset="-127"/>
              </a:defRPr>
            </a:lvl1pPr>
          </a:lstStyle>
          <a:p>
            <a:pPr>
              <a:spcAft>
                <a:spcPts val="200"/>
              </a:spcAft>
            </a:pPr>
            <a:r>
              <a:rPr lang="ko-KR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Rix고딕 M" pitchFamily="18" charset="-127"/>
                <a:ea typeface="Rix고딕 M" pitchFamily="18" charset="-127"/>
              </a:rPr>
              <a:t>기능 검증</a:t>
            </a:r>
          </a:p>
          <a:p>
            <a:pPr>
              <a:spcAft>
                <a:spcPts val="200"/>
              </a:spcAft>
            </a:pPr>
            <a:r>
              <a:rPr lang="ko-KR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Rix고딕 M" pitchFamily="18" charset="-127"/>
                <a:ea typeface="Rix고딕 M" pitchFamily="18" charset="-127"/>
              </a:rPr>
              <a:t> 서비스 모니터링</a:t>
            </a:r>
          </a:p>
          <a:p>
            <a:pPr>
              <a:spcAft>
                <a:spcPts val="200"/>
              </a:spcAft>
            </a:pPr>
            <a:r>
              <a:rPr lang="ko-KR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Rix고딕 M" pitchFamily="18" charset="-127"/>
                <a:ea typeface="Rix고딕 M" pitchFamily="18" charset="-127"/>
              </a:rPr>
              <a:t> 보안취약점 조치</a:t>
            </a:r>
          </a:p>
          <a:p>
            <a:pPr>
              <a:spcAft>
                <a:spcPts val="200"/>
              </a:spcAft>
            </a:pPr>
            <a:r>
              <a:rPr lang="ko-KR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Rix고딕 M" pitchFamily="18" charset="-127"/>
                <a:ea typeface="Rix고딕 M" pitchFamily="18" charset="-127"/>
              </a:rPr>
              <a:t> 네트워크</a:t>
            </a:r>
            <a:r>
              <a:rPr lang="en-US" altLang="ko-KR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Rix고딕 M" pitchFamily="18" charset="-127"/>
                <a:ea typeface="Rix고딕 M" pitchFamily="18" charset="-127"/>
              </a:rPr>
              <a:t>/</a:t>
            </a:r>
            <a:r>
              <a:rPr lang="ko-KR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Rix고딕 M" pitchFamily="18" charset="-127"/>
                <a:ea typeface="Rix고딕 M" pitchFamily="18" charset="-127"/>
              </a:rPr>
              <a:t>보안 최적화</a:t>
            </a:r>
          </a:p>
          <a:p>
            <a:pPr>
              <a:spcAft>
                <a:spcPts val="200"/>
              </a:spcAft>
            </a:pPr>
            <a:r>
              <a:rPr lang="ko-KR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Rix고딕 M" pitchFamily="18" charset="-127"/>
                <a:ea typeface="Rix고딕 M" pitchFamily="18" charset="-127"/>
              </a:rPr>
              <a:t> 안정화 인력 상주</a:t>
            </a:r>
          </a:p>
          <a:p>
            <a:pPr>
              <a:spcAft>
                <a:spcPts val="200"/>
              </a:spcAft>
            </a:pPr>
            <a:r>
              <a:rPr lang="ko-KR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Rix고딕 M" pitchFamily="18" charset="-127"/>
                <a:ea typeface="Rix고딕 M" pitchFamily="18" charset="-127"/>
              </a:rPr>
              <a:t> 공동운영 계획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3371829" y="3954703"/>
            <a:ext cx="182549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108000" indent="-108000">
              <a:spcAft>
                <a:spcPts val="600"/>
              </a:spcAft>
              <a:buClr>
                <a:srgbClr val="0B7E99"/>
              </a:buClr>
              <a:buFont typeface="Wingdings" panose="05000000000000000000" pitchFamily="2" charset="2"/>
              <a:buChar char="§"/>
              <a:defRPr sz="1200" spc="-100">
                <a:solidFill>
                  <a:schemeClr val="tx1">
                    <a:lumMod val="75000"/>
                    <a:lumOff val="25000"/>
                  </a:schemeClr>
                </a:solidFill>
                <a:latin typeface="Yoon 윤고딕 530_TT" panose="02090603020101020101" pitchFamily="18" charset="-127"/>
                <a:ea typeface="Yoon 윤고딕 530_TT" panose="02090603020101020101" pitchFamily="18" charset="-127"/>
              </a:defRPr>
            </a:lvl1pPr>
          </a:lstStyle>
          <a:p>
            <a:pPr>
              <a:spcAft>
                <a:spcPts val="200"/>
              </a:spcAft>
            </a:pPr>
            <a:r>
              <a:rPr lang="ko-KR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Rix고딕 M" pitchFamily="18" charset="-127"/>
                <a:ea typeface="Rix고딕 M" pitchFamily="18" charset="-127"/>
              </a:rPr>
              <a:t>전산실 환경 공사</a:t>
            </a:r>
          </a:p>
          <a:p>
            <a:pPr>
              <a:spcAft>
                <a:spcPts val="200"/>
              </a:spcAft>
            </a:pPr>
            <a:r>
              <a:rPr lang="ko-KR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Rix고딕 M" pitchFamily="18" charset="-127"/>
                <a:ea typeface="Rix고딕 M" pitchFamily="18" charset="-127"/>
              </a:rPr>
              <a:t>네트워크 구축</a:t>
            </a:r>
          </a:p>
          <a:p>
            <a:pPr>
              <a:spcAft>
                <a:spcPts val="200"/>
              </a:spcAft>
            </a:pPr>
            <a:r>
              <a:rPr lang="ko-KR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Rix고딕 M" pitchFamily="18" charset="-127"/>
                <a:ea typeface="Rix고딕 M" pitchFamily="18" charset="-127"/>
              </a:rPr>
              <a:t>연계회선 구성</a:t>
            </a:r>
          </a:p>
          <a:p>
            <a:pPr>
              <a:spcAft>
                <a:spcPts val="200"/>
              </a:spcAft>
            </a:pPr>
            <a:r>
              <a:rPr lang="ko-KR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Rix고딕 M" pitchFamily="18" charset="-127"/>
                <a:ea typeface="Rix고딕 M" pitchFamily="18" charset="-127"/>
              </a:rPr>
              <a:t>백업환경 구성</a:t>
            </a:r>
            <a:r>
              <a:rPr lang="en-US" altLang="ko-KR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Rix고딕 M" pitchFamily="18" charset="-127"/>
                <a:ea typeface="Rix고딕 M" pitchFamily="18" charset="-127"/>
              </a:rPr>
              <a:t>/</a:t>
            </a:r>
            <a:r>
              <a:rPr lang="ko-KR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Rix고딕 M" pitchFamily="18" charset="-127"/>
                <a:ea typeface="Rix고딕 M" pitchFamily="18" charset="-127"/>
              </a:rPr>
              <a:t>백업</a:t>
            </a:r>
          </a:p>
          <a:p>
            <a:pPr>
              <a:spcAft>
                <a:spcPts val="200"/>
              </a:spcAft>
            </a:pPr>
            <a:r>
              <a:rPr lang="ko-KR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Rix고딕 M" pitchFamily="18" charset="-127"/>
                <a:ea typeface="Rix고딕 M" pitchFamily="18" charset="-127"/>
              </a:rPr>
              <a:t>이전 실행 계획 수립</a:t>
            </a:r>
          </a:p>
          <a:p>
            <a:pPr>
              <a:spcAft>
                <a:spcPts val="200"/>
              </a:spcAft>
            </a:pPr>
            <a:r>
              <a:rPr lang="ko-KR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Rix고딕 M" pitchFamily="18" charset="-127"/>
                <a:ea typeface="Rix고딕 M" pitchFamily="18" charset="-127"/>
              </a:rPr>
              <a:t>모의 훈련 시행 등</a:t>
            </a:r>
          </a:p>
          <a:p>
            <a:pPr>
              <a:spcAft>
                <a:spcPts val="200"/>
              </a:spcAft>
            </a:pPr>
            <a:r>
              <a:rPr lang="ko-KR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Rix고딕 M" pitchFamily="18" charset="-127"/>
                <a:ea typeface="Rix고딕 M" pitchFamily="18" charset="-127"/>
              </a:rPr>
              <a:t>이전 실행 계획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5406872" y="3954703"/>
            <a:ext cx="2286000" cy="1259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108000" indent="-108000">
              <a:spcAft>
                <a:spcPts val="600"/>
              </a:spcAft>
              <a:buClr>
                <a:srgbClr val="0B7E99"/>
              </a:buClr>
              <a:buFont typeface="Wingdings" panose="05000000000000000000" pitchFamily="2" charset="2"/>
              <a:buChar char="§"/>
              <a:defRPr sz="1200" spc="-100">
                <a:solidFill>
                  <a:schemeClr val="tx1">
                    <a:lumMod val="75000"/>
                    <a:lumOff val="25000"/>
                  </a:schemeClr>
                </a:solidFill>
                <a:latin typeface="Yoon 윤고딕 530_TT" panose="02090603020101020101" pitchFamily="18" charset="-127"/>
                <a:ea typeface="Yoon 윤고딕 530_TT" panose="02090603020101020101" pitchFamily="18" charset="-127"/>
              </a:defRPr>
            </a:lvl1pPr>
          </a:lstStyle>
          <a:p>
            <a:pPr>
              <a:spcAft>
                <a:spcPts val="200"/>
              </a:spcAft>
            </a:pPr>
            <a:r>
              <a:rPr lang="ko-KR" altLang="en-US" sz="1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Rix고딕 M" pitchFamily="18" charset="-127"/>
                <a:ea typeface="Rix고딕 M" pitchFamily="18" charset="-127"/>
              </a:rPr>
              <a:t>백업 </a:t>
            </a:r>
            <a:r>
              <a:rPr lang="ko-KR" altLang="en-US" sz="14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→ </a:t>
            </a:r>
            <a:r>
              <a:rPr lang="ko-KR" altLang="en-US" sz="1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Rix고딕 M" pitchFamily="18" charset="-127"/>
                <a:ea typeface="Rix고딕 M" pitchFamily="18" charset="-127"/>
              </a:rPr>
              <a:t>시스템 점검</a:t>
            </a:r>
            <a:r>
              <a:rPr lang="ko-KR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Rix고딕 M" pitchFamily="18" charset="-127"/>
                <a:ea typeface="Rix고딕 M" pitchFamily="18" charset="-127"/>
              </a:rPr>
              <a:t> </a:t>
            </a:r>
            <a:r>
              <a:rPr lang="ko-KR" altLang="en-US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→ </a:t>
            </a:r>
            <a:r>
              <a:rPr lang="ko-KR" altLang="en-US" sz="1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Rix고딕 M" pitchFamily="18" charset="-127"/>
                <a:ea typeface="Rix고딕 M" pitchFamily="18" charset="-127"/>
              </a:rPr>
              <a:t> 반출</a:t>
            </a:r>
            <a:r>
              <a:rPr lang="ko-KR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Rix고딕 M" pitchFamily="18" charset="-127"/>
                <a:ea typeface="Rix고딕 M" pitchFamily="18" charset="-127"/>
              </a:rPr>
              <a:t> </a:t>
            </a:r>
            <a:r>
              <a:rPr lang="ko-KR" altLang="en-US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→ </a:t>
            </a:r>
            <a:r>
              <a:rPr lang="ko-KR" altLang="en-US" sz="1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Rix고딕 M" pitchFamily="18" charset="-127"/>
                <a:ea typeface="Rix고딕 M" pitchFamily="18" charset="-127"/>
              </a:rPr>
              <a:t>운송  </a:t>
            </a:r>
            <a:r>
              <a:rPr lang="ko-KR" altLang="en-US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→ </a:t>
            </a:r>
            <a:r>
              <a:rPr lang="ko-KR" altLang="en-US" sz="1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Rix고딕 M" pitchFamily="18" charset="-127"/>
                <a:ea typeface="Rix고딕 M" pitchFamily="18" charset="-127"/>
              </a:rPr>
              <a:t>설치</a:t>
            </a:r>
            <a:r>
              <a:rPr lang="ko-KR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Rix고딕 M" pitchFamily="18" charset="-127"/>
                <a:ea typeface="Rix고딕 M" pitchFamily="18" charset="-127"/>
              </a:rPr>
              <a:t> </a:t>
            </a:r>
            <a:r>
              <a:rPr lang="ko-KR" altLang="en-US" sz="1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Rix고딕 M" pitchFamily="18" charset="-127"/>
                <a:ea typeface="Rix고딕 M" pitchFamily="18" charset="-127"/>
              </a:rPr>
              <a:t> </a:t>
            </a:r>
            <a:r>
              <a:rPr lang="ko-KR" altLang="en-US" sz="14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→ </a:t>
            </a:r>
            <a:r>
              <a:rPr lang="en-US" altLang="ko-KR" sz="1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Rix고딕 M" pitchFamily="18" charset="-127"/>
                <a:ea typeface="Rix고딕 M" pitchFamily="18" charset="-127"/>
              </a:rPr>
              <a:t>HW</a:t>
            </a:r>
            <a:r>
              <a:rPr lang="ko-KR" altLang="en-US" sz="1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Rix고딕 M" pitchFamily="18" charset="-127"/>
                <a:ea typeface="Rix고딕 M" pitchFamily="18" charset="-127"/>
              </a:rPr>
              <a:t>가동</a:t>
            </a:r>
            <a:r>
              <a:rPr lang="ko-KR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Rix고딕 M" pitchFamily="18" charset="-127"/>
                <a:ea typeface="Rix고딕 M" pitchFamily="18" charset="-127"/>
              </a:rPr>
              <a:t> </a:t>
            </a:r>
            <a:r>
              <a:rPr lang="ko-KR" altLang="en-US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→ </a:t>
            </a:r>
            <a:r>
              <a:rPr lang="en-US" altLang="ko-KR" sz="1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Rix고딕 M" pitchFamily="18" charset="-127"/>
                <a:ea typeface="Rix고딕 M" pitchFamily="18" charset="-127"/>
              </a:rPr>
              <a:t>SW</a:t>
            </a:r>
            <a:r>
              <a:rPr lang="ko-KR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Rix고딕 M" pitchFamily="18" charset="-127"/>
                <a:ea typeface="Rix고딕 M" pitchFamily="18" charset="-127"/>
              </a:rPr>
              <a:t>가동 </a:t>
            </a:r>
            <a:r>
              <a:rPr lang="ko-KR" altLang="en-US" sz="14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→ </a:t>
            </a:r>
            <a:r>
              <a:rPr lang="ko-KR" altLang="en-US" sz="1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Rix고딕 M" pitchFamily="18" charset="-127"/>
                <a:ea typeface="Rix고딕 M" pitchFamily="18" charset="-127"/>
              </a:rPr>
              <a:t>서비스 </a:t>
            </a:r>
            <a:r>
              <a:rPr lang="ko-KR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Rix고딕 M" pitchFamily="18" charset="-127"/>
                <a:ea typeface="Rix고딕 M" pitchFamily="18" charset="-127"/>
              </a:rPr>
              <a:t>점검 </a:t>
            </a:r>
            <a:r>
              <a:rPr lang="ko-KR" altLang="en-US" sz="1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Rix고딕 M" pitchFamily="18" charset="-127"/>
                <a:ea typeface="Rix고딕 M" pitchFamily="18" charset="-127"/>
              </a:rPr>
              <a:t>   </a:t>
            </a:r>
            <a:r>
              <a:rPr lang="ko-KR" altLang="en-US" sz="14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→ </a:t>
            </a:r>
            <a:r>
              <a:rPr lang="ko-KR" altLang="en-US" sz="1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Rix고딕 M" pitchFamily="18" charset="-127"/>
                <a:ea typeface="Rix고딕 M" pitchFamily="18" charset="-127"/>
              </a:rPr>
              <a:t>시스템 </a:t>
            </a:r>
            <a:r>
              <a:rPr lang="ko-KR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Rix고딕 M" pitchFamily="18" charset="-127"/>
                <a:ea typeface="Rix고딕 M" pitchFamily="18" charset="-127"/>
              </a:rPr>
              <a:t>측정</a:t>
            </a:r>
          </a:p>
          <a:p>
            <a:pPr>
              <a:spcBef>
                <a:spcPts val="500"/>
              </a:spcBef>
              <a:spcAft>
                <a:spcPts val="500"/>
              </a:spcAft>
            </a:pPr>
            <a:r>
              <a:rPr lang="ko-KR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Rix고딕 M" pitchFamily="18" charset="-127"/>
                <a:ea typeface="Rix고딕 M" pitchFamily="18" charset="-127"/>
              </a:rPr>
              <a:t> 기존 시스템 철거 및 재배치</a:t>
            </a:r>
          </a:p>
        </p:txBody>
      </p:sp>
      <p:sp>
        <p:nvSpPr>
          <p:cNvPr id="92" name="직사각형 91"/>
          <p:cNvSpPr/>
          <p:nvPr/>
        </p:nvSpPr>
        <p:spPr>
          <a:xfrm>
            <a:off x="5428751" y="4882521"/>
            <a:ext cx="2086321" cy="331501"/>
          </a:xfrm>
          <a:prstGeom prst="rect">
            <a:avLst/>
          </a:prstGeom>
          <a:noFill/>
          <a:ln w="28575">
            <a:solidFill>
              <a:srgbClr val="C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9569" tIns="49785" rIns="99569" bIns="49785" rtlCol="0" anchor="ctr"/>
          <a:lstStyle/>
          <a:p>
            <a:pPr algn="ctr"/>
            <a:endParaRPr lang="ko-KR" altLang="en-US" dirty="0" smtClean="0"/>
          </a:p>
        </p:txBody>
      </p:sp>
      <p:sp>
        <p:nvSpPr>
          <p:cNvPr id="93" name="직사각형 92"/>
          <p:cNvSpPr/>
          <p:nvPr/>
        </p:nvSpPr>
        <p:spPr>
          <a:xfrm>
            <a:off x="7813141" y="3948353"/>
            <a:ext cx="1829181" cy="1566386"/>
          </a:xfrm>
          <a:prstGeom prst="rect">
            <a:avLst/>
          </a:prstGeom>
          <a:noFill/>
          <a:ln w="28575">
            <a:solidFill>
              <a:srgbClr val="C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9569" tIns="49785" rIns="99569" bIns="49785" rtlCol="0" anchor="ctr"/>
          <a:lstStyle/>
          <a:p>
            <a:pPr algn="ctr"/>
            <a:endParaRPr lang="ko-KR" altLang="en-US" dirty="0"/>
          </a:p>
        </p:txBody>
      </p:sp>
      <p:sp>
        <p:nvSpPr>
          <p:cNvPr id="94" name="제목 3"/>
          <p:cNvSpPr txBox="1">
            <a:spLocks/>
          </p:cNvSpPr>
          <p:nvPr/>
        </p:nvSpPr>
        <p:spPr bwMode="auto">
          <a:xfrm>
            <a:off x="1153148" y="5745480"/>
            <a:ext cx="3757154" cy="426719"/>
          </a:xfrm>
          <a:prstGeom prst="roundRect">
            <a:avLst>
              <a:gd name="adj" fmla="val 50000"/>
            </a:avLst>
          </a:prstGeom>
          <a:solidFill>
            <a:srgbClr val="D46921"/>
          </a:solidFill>
          <a:ln w="3175">
            <a:noFill/>
          </a:ln>
          <a:ex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anchor="ctr"/>
          <a:lstStyle>
            <a:defPPr>
              <a:defRPr lang="ko-KR"/>
            </a:defPPr>
            <a:lvl1pPr lvl="0" algn="ctr">
              <a:defRPr sz="3000" spc="-270">
                <a:solidFill>
                  <a:prstClr val="white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>
              <a:defRPr/>
            </a:pPr>
            <a:r>
              <a:rPr kumimoji="1" lang="ko-KR" altLang="en-US" sz="1700" spc="-100" dirty="0">
                <a:solidFill>
                  <a:schemeClr val="bg1"/>
                </a:solidFill>
              </a:rPr>
              <a:t>이전 기관 계획</a:t>
            </a:r>
            <a:r>
              <a:rPr kumimoji="1" lang="en-US" altLang="ko-KR" sz="1700" spc="-100" dirty="0">
                <a:solidFill>
                  <a:schemeClr val="bg1"/>
                </a:solidFill>
              </a:rPr>
              <a:t>, </a:t>
            </a:r>
            <a:r>
              <a:rPr kumimoji="1" lang="ko-KR" altLang="en-US" sz="1700" spc="-100" dirty="0">
                <a:solidFill>
                  <a:schemeClr val="bg1"/>
                </a:solidFill>
              </a:rPr>
              <a:t>문제점</a:t>
            </a:r>
            <a:r>
              <a:rPr kumimoji="1" lang="en-US" altLang="ko-KR" sz="1700" spc="-100" dirty="0">
                <a:solidFill>
                  <a:schemeClr val="bg1"/>
                </a:solidFill>
              </a:rPr>
              <a:t>, </a:t>
            </a:r>
            <a:r>
              <a:rPr kumimoji="1" lang="ko-KR" altLang="en-US" sz="1700" spc="-100" dirty="0">
                <a:solidFill>
                  <a:schemeClr val="bg1"/>
                </a:solidFill>
              </a:rPr>
              <a:t>개선 사항 분석</a:t>
            </a:r>
          </a:p>
        </p:txBody>
      </p:sp>
      <p:sp>
        <p:nvSpPr>
          <p:cNvPr id="95" name="제목 3"/>
          <p:cNvSpPr txBox="1">
            <a:spLocks/>
          </p:cNvSpPr>
          <p:nvPr/>
        </p:nvSpPr>
        <p:spPr bwMode="auto">
          <a:xfrm>
            <a:off x="5690344" y="5745480"/>
            <a:ext cx="3757154" cy="426719"/>
          </a:xfrm>
          <a:prstGeom prst="roundRect">
            <a:avLst>
              <a:gd name="adj" fmla="val 50000"/>
            </a:avLst>
          </a:prstGeom>
          <a:solidFill>
            <a:schemeClr val="accent5">
              <a:lumMod val="75000"/>
            </a:schemeClr>
          </a:solidFill>
          <a:ln w="3175">
            <a:noFill/>
          </a:ln>
          <a:ex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anchor="ctr"/>
          <a:lstStyle>
            <a:defPPr>
              <a:defRPr lang="ko-KR"/>
            </a:defPPr>
            <a:lvl1pPr lvl="0" algn="ctr">
              <a:defRPr sz="3000" spc="-270">
                <a:solidFill>
                  <a:prstClr val="white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>
              <a:defRPr/>
            </a:pPr>
            <a:r>
              <a:rPr kumimoji="1" lang="ko-KR" altLang="en-US" sz="1700" spc="-100" dirty="0">
                <a:solidFill>
                  <a:schemeClr val="bg1"/>
                </a:solidFill>
              </a:rPr>
              <a:t>이전 시 업무연속성 확보 및 안정화</a:t>
            </a:r>
          </a:p>
        </p:txBody>
      </p:sp>
      <p:grpSp>
        <p:nvGrpSpPr>
          <p:cNvPr id="96" name="그룹 95"/>
          <p:cNvGrpSpPr/>
          <p:nvPr/>
        </p:nvGrpSpPr>
        <p:grpSpPr>
          <a:xfrm>
            <a:off x="8560282" y="1925252"/>
            <a:ext cx="1486055" cy="343589"/>
            <a:chOff x="8694420" y="1917632"/>
            <a:chExt cx="1486055" cy="343589"/>
          </a:xfrm>
        </p:grpSpPr>
        <p:sp>
          <p:nvSpPr>
            <p:cNvPr id="97" name="직사각형 96"/>
            <p:cNvSpPr/>
            <p:nvPr/>
          </p:nvSpPr>
          <p:spPr>
            <a:xfrm>
              <a:off x="8694420" y="1929720"/>
              <a:ext cx="1486055" cy="331501"/>
            </a:xfrm>
            <a:prstGeom prst="rect">
              <a:avLst/>
            </a:prstGeom>
            <a:noFill/>
            <a:ln w="28575">
              <a:solidFill>
                <a:srgbClr val="C00000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9569" tIns="49785" rIns="99569" bIns="49785"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98" name="TextBox 97"/>
            <p:cNvSpPr txBox="1"/>
            <p:nvPr/>
          </p:nvSpPr>
          <p:spPr>
            <a:xfrm>
              <a:off x="8783955" y="1917632"/>
              <a:ext cx="129715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defRPr/>
              </a:pPr>
              <a:r>
                <a:rPr lang="ko-KR" altLang="en-US" sz="1600" spc="-100" dirty="0">
                  <a:latin typeface="Rix모던고딕 B" panose="02020603020101020101" pitchFamily="18" charset="-127"/>
                  <a:ea typeface="Rix모던고딕 B" panose="02020603020101020101" pitchFamily="18" charset="-127"/>
                </a:rPr>
                <a:t>지원 업무 범위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23875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0" y="307090"/>
            <a:ext cx="10693400" cy="46218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 cap="rnd" cmpd="sng">
            <a:noFill/>
            <a:prstDash val="solid"/>
            <a:headEnd type="none" w="lg" len="med"/>
            <a:tailEnd type="none" w="lg" len="med"/>
          </a:ln>
          <a:effectLst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none" lIns="99569" tIns="172873" rIns="99569" bIns="49785"/>
          <a:lstStyle/>
          <a:p>
            <a:pPr algn="ctr" latinLnBrk="0"/>
            <a:endParaRPr lang="ko-KR" altLang="en-US" sz="1700" b="1" dirty="0">
              <a:gradFill>
                <a:gsLst>
                  <a:gs pos="0">
                    <a:prstClr val="white"/>
                  </a:gs>
                  <a:gs pos="100000">
                    <a:prstClr val="white"/>
                  </a:gs>
                </a:gsLst>
                <a:lin ang="5400000" scaled="0"/>
              </a:gra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고도 B" panose="02000503000000020004" pitchFamily="2" charset="-127"/>
              <a:ea typeface="고도 B" panose="02000503000000020004" pitchFamily="2" charset="-127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47918" y="357032"/>
            <a:ext cx="8148382" cy="369332"/>
          </a:xfrm>
          <a:prstGeom prst="rect">
            <a:avLst/>
          </a:prstGeom>
          <a:noFill/>
          <a:ln w="6350">
            <a:noFill/>
          </a:ln>
          <a:effectLst/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 anchorCtr="0">
            <a:spAutoFit/>
            <a:sp3d>
              <a:bevelT w="0" h="0"/>
              <a:contourClr>
                <a:schemeClr val="bg1"/>
              </a:contourClr>
            </a:sp3d>
          </a:bodyPr>
          <a:lstStyle>
            <a:defPPr>
              <a:defRPr lang="ko-KR"/>
            </a:defPPr>
            <a:lvl1pPr lvl="0" indent="0" defTabSz="801639" latinLnBrk="0">
              <a:lnSpc>
                <a:spcPct val="100000"/>
              </a:lnSpc>
              <a:spcBef>
                <a:spcPts val="88"/>
              </a:spcBef>
              <a:spcAft>
                <a:spcPts val="88"/>
              </a:spcAft>
              <a:defRPr sz="2400" spc="0">
                <a:ln>
                  <a:solidFill>
                    <a:prstClr val="white">
                      <a:alpha val="10000"/>
                    </a:prstClr>
                  </a:solidFill>
                </a:ln>
                <a:solidFill>
                  <a:prstClr val="white"/>
                </a:solidFill>
                <a:effectLst/>
                <a:latin typeface="나눔고딕 ExtraBold" panose="020D0904000000000000" pitchFamily="50" charset="-127"/>
                <a:ea typeface="나눔고딕 ExtraBold" panose="020D0904000000000000" pitchFamily="50" charset="-127"/>
              </a:defRPr>
            </a:lvl1pPr>
          </a:lstStyle>
          <a:p>
            <a:r>
              <a:rPr lang="en-US" altLang="ko-KR" spc="-150" dirty="0" smtClean="0">
                <a:solidFill>
                  <a:schemeClr val="tx1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Q3. </a:t>
            </a:r>
            <a:r>
              <a:rPr lang="ko-KR" altLang="en-US" spc="-150" dirty="0">
                <a:solidFill>
                  <a:schemeClr val="tx1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본 사업 참여 이유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7442" y="2499413"/>
            <a:ext cx="10043857" cy="914096"/>
          </a:xfrm>
          <a:prstGeom prst="rect">
            <a:avLst/>
          </a:prstGeom>
          <a:noFill/>
          <a:ln w="6350">
            <a:noFill/>
          </a:ln>
          <a:effectLst/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 anchorCtr="0">
            <a:spAutoFit/>
            <a:sp3d>
              <a:bevelT w="0" h="0"/>
              <a:contourClr>
                <a:schemeClr val="bg1"/>
              </a:contourClr>
            </a:sp3d>
          </a:bodyPr>
          <a:lstStyle>
            <a:defPPr>
              <a:defRPr lang="ko-KR"/>
            </a:defPPr>
            <a:lvl1pPr lvl="0" indent="0" defTabSz="801639" latinLnBrk="0">
              <a:lnSpc>
                <a:spcPct val="100000"/>
              </a:lnSpc>
              <a:spcBef>
                <a:spcPts val="88"/>
              </a:spcBef>
              <a:spcAft>
                <a:spcPts val="88"/>
              </a:spcAft>
              <a:defRPr sz="2400" spc="0">
                <a:ln>
                  <a:solidFill>
                    <a:prstClr val="white">
                      <a:alpha val="10000"/>
                    </a:prstClr>
                  </a:solidFill>
                </a:ln>
                <a:solidFill>
                  <a:prstClr val="white"/>
                </a:solidFill>
                <a:effectLst/>
                <a:latin typeface="나눔고딕 ExtraBold" panose="020D0904000000000000" pitchFamily="50" charset="-127"/>
                <a:ea typeface="나눔고딕 ExtraBold" panose="020D0904000000000000" pitchFamily="50" charset="-127"/>
              </a:defRPr>
            </a:lvl1pPr>
          </a:lstStyle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800" spc="-100" dirty="0">
                <a:solidFill>
                  <a:schemeClr val="tx1"/>
                </a:solidFill>
                <a:latin typeface="Rix고딕 M" pitchFamily="18" charset="-127"/>
                <a:ea typeface="Rix고딕 M" pitchFamily="18" charset="-127"/>
              </a:rPr>
              <a:t>공공 네트워크 구축 분야에서 가장 큰 규모로 네트워크 구축 업무를 수행하고 있는 사이트가 통합전산센터입니다</a:t>
            </a:r>
            <a:r>
              <a:rPr lang="en-US" altLang="ko-KR" sz="1800" spc="-100" dirty="0">
                <a:solidFill>
                  <a:schemeClr val="tx1"/>
                </a:solidFill>
                <a:latin typeface="Rix고딕 M" pitchFamily="18" charset="-127"/>
                <a:ea typeface="Rix고딕 M" pitchFamily="18" charset="-127"/>
              </a:rPr>
              <a:t>.(</a:t>
            </a:r>
            <a:r>
              <a:rPr lang="ko-KR" altLang="en-US" sz="1800" spc="-100" dirty="0">
                <a:solidFill>
                  <a:schemeClr val="tx1"/>
                </a:solidFill>
                <a:latin typeface="Rix고딕 M" pitchFamily="18" charset="-127"/>
                <a:ea typeface="Rix고딕 M" pitchFamily="18" charset="-127"/>
              </a:rPr>
              <a:t>년 </a:t>
            </a:r>
            <a:r>
              <a:rPr lang="en-US" altLang="ko-KR" sz="1800" spc="-100" dirty="0" smtClean="0">
                <a:solidFill>
                  <a:schemeClr val="tx1"/>
                </a:solidFill>
                <a:latin typeface="Rix고딕 M" pitchFamily="18" charset="-127"/>
                <a:ea typeface="Rix고딕 M" pitchFamily="18" charset="-127"/>
              </a:rPr>
              <a:t>2,000</a:t>
            </a:r>
            <a:r>
              <a:rPr lang="ko-KR" altLang="en-US" sz="1800" spc="-100" dirty="0">
                <a:solidFill>
                  <a:schemeClr val="tx1"/>
                </a:solidFill>
                <a:latin typeface="Rix고딕 M" pitchFamily="18" charset="-127"/>
                <a:ea typeface="Rix고딕 M" pitchFamily="18" charset="-127"/>
              </a:rPr>
              <a:t>억 규모</a:t>
            </a:r>
            <a:r>
              <a:rPr lang="en-US" altLang="ko-KR" sz="1800" spc="-100" dirty="0">
                <a:solidFill>
                  <a:schemeClr val="tx1"/>
                </a:solidFill>
                <a:latin typeface="Rix고딕 M" pitchFamily="18" charset="-127"/>
                <a:ea typeface="Rix고딕 M" pitchFamily="18" charset="-127"/>
              </a:rPr>
              <a:t>) </a:t>
            </a:r>
            <a:r>
              <a:rPr lang="ko-KR" altLang="en-US" sz="1800" spc="-100" dirty="0">
                <a:solidFill>
                  <a:schemeClr val="tx1"/>
                </a:solidFill>
                <a:latin typeface="Rix고딕 M" pitchFamily="18" charset="-127"/>
                <a:ea typeface="Rix고딕 M" pitchFamily="18" charset="-127"/>
              </a:rPr>
              <a:t>제안사는 통합전산센터에서 초창기 부터 네트워크 구축 관련 협력사로 구축에 필요한 모든 </a:t>
            </a:r>
            <a:r>
              <a:rPr lang="en-US" altLang="ko-KR" sz="1800" spc="-100" dirty="0">
                <a:solidFill>
                  <a:schemeClr val="tx1"/>
                </a:solidFill>
                <a:latin typeface="Rix고딕 M" pitchFamily="18" charset="-127"/>
                <a:ea typeface="Rix고딕 M" pitchFamily="18" charset="-127"/>
              </a:rPr>
              <a:t>Know How</a:t>
            </a:r>
            <a:r>
              <a:rPr lang="ko-KR" altLang="en-US" sz="1800" spc="-100" dirty="0">
                <a:solidFill>
                  <a:schemeClr val="tx1"/>
                </a:solidFill>
                <a:latin typeface="Rix고딕 M" pitchFamily="18" charset="-127"/>
                <a:ea typeface="Rix고딕 M" pitchFamily="18" charset="-127"/>
              </a:rPr>
              <a:t>를 확보 하였습니다</a:t>
            </a:r>
            <a:r>
              <a:rPr lang="en-US" altLang="ko-KR" sz="1800" spc="-100" dirty="0">
                <a:solidFill>
                  <a:schemeClr val="tx1"/>
                </a:solidFill>
                <a:latin typeface="Rix고딕 M" pitchFamily="18" charset="-127"/>
                <a:ea typeface="Rix고딕 M" pitchFamily="18" charset="-127"/>
              </a:rPr>
              <a:t>. </a:t>
            </a:r>
            <a:r>
              <a:rPr lang="ko-KR" altLang="en-US" sz="1800" spc="-100" dirty="0">
                <a:solidFill>
                  <a:schemeClr val="tx1"/>
                </a:solidFill>
                <a:latin typeface="Rix고딕 M" pitchFamily="18" charset="-127"/>
                <a:ea typeface="Rix고딕 M" pitchFamily="18" charset="-127"/>
              </a:rPr>
              <a:t>구축 분야에서는 어느 사업자 보다 앞선다고 자신 합니다</a:t>
            </a:r>
            <a:r>
              <a:rPr lang="en-US" altLang="ko-KR" sz="1800" spc="-100" dirty="0">
                <a:solidFill>
                  <a:schemeClr val="tx1"/>
                </a:solidFill>
                <a:latin typeface="Rix고딕 M" pitchFamily="18" charset="-127"/>
                <a:ea typeface="Rix고딕 M" pitchFamily="18" charset="-127"/>
              </a:rPr>
              <a:t>. </a:t>
            </a:r>
          </a:p>
        </p:txBody>
      </p:sp>
      <p:sp>
        <p:nvSpPr>
          <p:cNvPr id="16" name="직사각형 15"/>
          <p:cNvSpPr/>
          <p:nvPr/>
        </p:nvSpPr>
        <p:spPr>
          <a:xfrm>
            <a:off x="357441" y="1801290"/>
            <a:ext cx="10043857" cy="55395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1" algn="ctr">
              <a:spcBef>
                <a:spcPct val="0"/>
              </a:spcBef>
            </a:pPr>
            <a:endParaRPr lang="ko-KR" altLang="en-US" sz="2000" spc="-100" dirty="0">
              <a:solidFill>
                <a:schemeClr val="bg1"/>
              </a:solidFill>
              <a:latin typeface="Rix모던고딕 B" panose="02020603020101020101" pitchFamily="18" charset="-127"/>
              <a:ea typeface="Rix모던고딕 B" panose="02020603020101020101" pitchFamily="18" charset="-127"/>
              <a:cs typeface="+mj-cs"/>
            </a:endParaRPr>
          </a:p>
        </p:txBody>
      </p:sp>
      <p:grpSp>
        <p:nvGrpSpPr>
          <p:cNvPr id="17" name="그룹 16"/>
          <p:cNvGrpSpPr/>
          <p:nvPr/>
        </p:nvGrpSpPr>
        <p:grpSpPr>
          <a:xfrm>
            <a:off x="474459" y="1801294"/>
            <a:ext cx="814014" cy="553958"/>
            <a:chOff x="554204" y="2140317"/>
            <a:chExt cx="466074" cy="566339"/>
          </a:xfrm>
        </p:grpSpPr>
        <p:sp>
          <p:nvSpPr>
            <p:cNvPr id="18" name="직사각형 17"/>
            <p:cNvSpPr/>
            <p:nvPr/>
          </p:nvSpPr>
          <p:spPr>
            <a:xfrm>
              <a:off x="554204" y="2140317"/>
              <a:ext cx="466074" cy="566339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lvl="1" algn="ctr">
                <a:spcBef>
                  <a:spcPct val="0"/>
                </a:spcBef>
              </a:pPr>
              <a:endParaRPr lang="ko-KR" altLang="en-US" sz="2000" spc="-100" dirty="0">
                <a:solidFill>
                  <a:schemeClr val="bg1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  <a:cs typeface="+mj-cs"/>
              </a:endParaRP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609084" y="2223630"/>
              <a:ext cx="356314" cy="37364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ko-KR"/>
              </a:defPPr>
              <a:lvl1pPr algn="ctr">
                <a:defRPr sz="2000" b="1">
                  <a:ln w="22225">
                    <a:solidFill>
                      <a:schemeClr val="accent2"/>
                    </a:solidFill>
                    <a:prstDash val="solid"/>
                  </a:ln>
                  <a:solidFill>
                    <a:schemeClr val="accent2">
                      <a:lumMod val="40000"/>
                      <a:lumOff val="60000"/>
                    </a:schemeClr>
                  </a:solidFill>
                  <a:latin typeface="+mn-ea"/>
                </a:defRPr>
              </a:lvl1pPr>
            </a:lstStyle>
            <a:p>
              <a:pPr defTabSz="801639" latinLnBrk="0">
                <a:spcBef>
                  <a:spcPts val="88"/>
                </a:spcBef>
                <a:spcAft>
                  <a:spcPts val="88"/>
                </a:spcAft>
              </a:pPr>
              <a:r>
                <a:rPr lang="en-US" altLang="ko-KR" sz="2800" spc="-200" dirty="0" smtClean="0">
                  <a:ln>
                    <a:solidFill>
                      <a:prstClr val="white">
                        <a:alpha val="10000"/>
                      </a:prstClr>
                    </a:solidFill>
                  </a:ln>
                  <a:solidFill>
                    <a:schemeClr val="bg1">
                      <a:lumMod val="85000"/>
                    </a:schemeClr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</a:rPr>
                <a:t>01</a:t>
              </a:r>
              <a:endParaRPr lang="en-US" altLang="ko-KR" sz="2800" spc="-200" dirty="0">
                <a:ln>
                  <a:solidFill>
                    <a:prstClr val="white">
                      <a:alpha val="10000"/>
                    </a:prstClr>
                  </a:solidFill>
                </a:ln>
                <a:solidFill>
                  <a:schemeClr val="bg1">
                    <a:lumMod val="85000"/>
                  </a:schemeClr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endParaRPr>
            </a:p>
          </p:txBody>
        </p:sp>
      </p:grpSp>
      <p:sp>
        <p:nvSpPr>
          <p:cNvPr id="20" name="TextBox 19"/>
          <p:cNvSpPr txBox="1"/>
          <p:nvPr/>
        </p:nvSpPr>
        <p:spPr>
          <a:xfrm>
            <a:off x="1501340" y="1892276"/>
            <a:ext cx="5150449" cy="369332"/>
          </a:xfrm>
          <a:prstGeom prst="rect">
            <a:avLst/>
          </a:prstGeom>
          <a:noFill/>
          <a:ln w="6350">
            <a:noFill/>
          </a:ln>
          <a:effectLst/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t" anchorCtr="0">
            <a:spAutoFit/>
            <a:sp3d>
              <a:bevelT w="0" h="0"/>
              <a:contourClr>
                <a:schemeClr val="bg1"/>
              </a:contourClr>
            </a:sp3d>
          </a:bodyPr>
          <a:lstStyle>
            <a:defPPr>
              <a:defRPr lang="ko-KR"/>
            </a:defPPr>
            <a:lvl1pPr lvl="0" indent="-457200" algn="ctr" eaLnBrk="0" latinLnBrk="0" hangingPunct="0">
              <a:lnSpc>
                <a:spcPct val="100000"/>
              </a:lnSpc>
              <a:spcBef>
                <a:spcPts val="200"/>
              </a:spcBef>
              <a:spcAft>
                <a:spcPts val="600"/>
              </a:spcAft>
              <a:defRPr sz="1700" spc="-50">
                <a:ln w="0"/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뫼비우스 Bold" panose="02000500000000000000" pitchFamily="2" charset="-127"/>
                <a:ea typeface="뫼비우스 Bold" panose="02000500000000000000" pitchFamily="2" charset="-127"/>
              </a:defRPr>
            </a:lvl1pPr>
          </a:lstStyle>
          <a:p>
            <a:pPr marL="0" lvl="1" indent="-337083" defTabSz="1078664" fontAlgn="base" latinLnBrk="0">
              <a:spcBef>
                <a:spcPct val="0"/>
              </a:spcBef>
              <a:spcAft>
                <a:spcPct val="0"/>
              </a:spcAft>
              <a:buClr>
                <a:prstClr val="white"/>
              </a:buClr>
              <a:buSzPct val="80000"/>
              <a:tabLst>
                <a:tab pos="6150461" algn="l"/>
              </a:tabLst>
              <a:defRPr/>
            </a:pPr>
            <a:r>
              <a:rPr lang="ko-KR" altLang="en-US" sz="2400" spc="-130" dirty="0" smtClean="0">
                <a:ln>
                  <a:solidFill>
                    <a:prstClr val="white">
                      <a:alpha val="10000"/>
                    </a:prstClr>
                  </a:solidFill>
                </a:ln>
                <a:solidFill>
                  <a:schemeClr val="tx1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본 </a:t>
            </a:r>
            <a:r>
              <a:rPr lang="ko-KR" altLang="en-US" sz="2400" spc="-130" dirty="0">
                <a:ln>
                  <a:solidFill>
                    <a:prstClr val="white">
                      <a:alpha val="10000"/>
                    </a:prstClr>
                  </a:solidFill>
                </a:ln>
                <a:solidFill>
                  <a:schemeClr val="tx1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사업은 네트워크 구축 </a:t>
            </a:r>
            <a:r>
              <a:rPr lang="ko-KR" altLang="en-US" sz="2400" spc="-130" dirty="0" smtClean="0">
                <a:ln>
                  <a:solidFill>
                    <a:prstClr val="white">
                      <a:alpha val="10000"/>
                    </a:prstClr>
                  </a:solidFill>
                </a:ln>
                <a:solidFill>
                  <a:schemeClr val="tx1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사업이 핵심 </a:t>
            </a:r>
            <a:r>
              <a:rPr lang="ko-KR" altLang="en-US" sz="2400" spc="-130" dirty="0">
                <a:ln>
                  <a:solidFill>
                    <a:prstClr val="white">
                      <a:alpha val="10000"/>
                    </a:prstClr>
                  </a:solidFill>
                </a:ln>
                <a:solidFill>
                  <a:schemeClr val="tx1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입니다</a:t>
            </a:r>
            <a:r>
              <a:rPr lang="en-US" altLang="ko-KR" sz="2400" spc="-130" dirty="0">
                <a:ln>
                  <a:solidFill>
                    <a:prstClr val="white">
                      <a:alpha val="10000"/>
                    </a:prstClr>
                  </a:solidFill>
                </a:ln>
                <a:solidFill>
                  <a:schemeClr val="tx1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7442" y="4422874"/>
            <a:ext cx="10043857" cy="914096"/>
          </a:xfrm>
          <a:prstGeom prst="rect">
            <a:avLst/>
          </a:prstGeom>
          <a:noFill/>
          <a:ln w="6350">
            <a:noFill/>
          </a:ln>
          <a:effectLst/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 anchorCtr="0">
            <a:spAutoFit/>
            <a:sp3d>
              <a:bevelT w="0" h="0"/>
              <a:contourClr>
                <a:schemeClr val="bg1"/>
              </a:contourClr>
            </a:sp3d>
          </a:bodyPr>
          <a:lstStyle>
            <a:defPPr>
              <a:defRPr lang="ko-KR"/>
            </a:defPPr>
            <a:lvl1pPr lvl="0" indent="0" defTabSz="801639" latinLnBrk="0">
              <a:lnSpc>
                <a:spcPct val="100000"/>
              </a:lnSpc>
              <a:spcBef>
                <a:spcPts val="88"/>
              </a:spcBef>
              <a:spcAft>
                <a:spcPts val="88"/>
              </a:spcAft>
              <a:defRPr sz="2400" spc="0">
                <a:ln>
                  <a:solidFill>
                    <a:prstClr val="white">
                      <a:alpha val="10000"/>
                    </a:prstClr>
                  </a:solidFill>
                </a:ln>
                <a:solidFill>
                  <a:prstClr val="white"/>
                </a:solidFill>
                <a:effectLst/>
                <a:latin typeface="나눔고딕 ExtraBold" panose="020D0904000000000000" pitchFamily="50" charset="-127"/>
                <a:ea typeface="나눔고딕 ExtraBold" panose="020D0904000000000000" pitchFamily="50" charset="-127"/>
              </a:defRPr>
            </a:lvl1pPr>
          </a:lstStyle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800" spc="-100" dirty="0">
                <a:solidFill>
                  <a:schemeClr val="tx1"/>
                </a:solidFill>
                <a:latin typeface="Rix고딕 M" pitchFamily="18" charset="-127"/>
                <a:ea typeface="Rix고딕 M" pitchFamily="18" charset="-127"/>
              </a:rPr>
              <a:t>제안사는 군 사업 실적이 많이 없으나 본 </a:t>
            </a:r>
            <a:r>
              <a:rPr lang="en-US" altLang="ko-KR" sz="1800" spc="-100" dirty="0">
                <a:solidFill>
                  <a:schemeClr val="tx1"/>
                </a:solidFill>
                <a:latin typeface="Rix고딕 M" pitchFamily="18" charset="-127"/>
                <a:ea typeface="Rix고딕 M" pitchFamily="18" charset="-127"/>
              </a:rPr>
              <a:t>PM </a:t>
            </a:r>
            <a:r>
              <a:rPr lang="ko-KR" altLang="en-US" sz="1800" spc="-100" dirty="0">
                <a:solidFill>
                  <a:schemeClr val="tx1"/>
                </a:solidFill>
                <a:latin typeface="Rix고딕 M" pitchFamily="18" charset="-127"/>
                <a:ea typeface="Rix고딕 M" pitchFamily="18" charset="-127"/>
              </a:rPr>
              <a:t>및 군사 전문가의 경우 군 경험 </a:t>
            </a:r>
            <a:r>
              <a:rPr lang="en-US" altLang="ko-KR" sz="1800" spc="-100" dirty="0" smtClean="0">
                <a:solidFill>
                  <a:schemeClr val="tx1"/>
                </a:solidFill>
                <a:latin typeface="Rix고딕 M" pitchFamily="18" charset="-127"/>
                <a:ea typeface="Rix고딕 M" pitchFamily="18" charset="-127"/>
              </a:rPr>
              <a:t>21</a:t>
            </a:r>
            <a:r>
              <a:rPr lang="ko-KR" altLang="en-US" sz="1800" spc="-100" dirty="0" smtClean="0">
                <a:solidFill>
                  <a:schemeClr val="tx1"/>
                </a:solidFill>
                <a:latin typeface="Rix고딕 M" pitchFamily="18" charset="-127"/>
                <a:ea typeface="Rix고딕 M" pitchFamily="18" charset="-127"/>
              </a:rPr>
              <a:t>년</a:t>
            </a:r>
            <a:r>
              <a:rPr lang="en-US" altLang="ko-KR" sz="1800" spc="-100" dirty="0" smtClean="0">
                <a:solidFill>
                  <a:schemeClr val="tx1"/>
                </a:solidFill>
                <a:latin typeface="Rix고딕 M" pitchFamily="18" charset="-127"/>
                <a:ea typeface="Rix고딕 M" pitchFamily="18" charset="-127"/>
              </a:rPr>
              <a:t>, 23</a:t>
            </a:r>
            <a:r>
              <a:rPr lang="ko-KR" altLang="en-US" sz="1800" spc="-100" dirty="0" smtClean="0">
                <a:solidFill>
                  <a:schemeClr val="tx1"/>
                </a:solidFill>
                <a:latin typeface="Rix고딕 M" pitchFamily="18" charset="-127"/>
                <a:ea typeface="Rix고딕 M" pitchFamily="18" charset="-127"/>
              </a:rPr>
              <a:t>년으로 </a:t>
            </a:r>
            <a:r>
              <a:rPr lang="ko-KR" altLang="en-US" sz="1800" spc="-100" dirty="0">
                <a:solidFill>
                  <a:schemeClr val="tx1"/>
                </a:solidFill>
                <a:latin typeface="Rix고딕 M" pitchFamily="18" charset="-127"/>
                <a:ea typeface="Rix고딕 M" pitchFamily="18" charset="-127"/>
              </a:rPr>
              <a:t>군 </a:t>
            </a:r>
            <a:r>
              <a:rPr lang="ko-KR" altLang="en-US" sz="1800" spc="-100" dirty="0" smtClean="0">
                <a:solidFill>
                  <a:schemeClr val="tx1"/>
                </a:solidFill>
                <a:latin typeface="Rix고딕 M" pitchFamily="18" charset="-127"/>
                <a:ea typeface="Rix고딕 M" pitchFamily="18" charset="-127"/>
              </a:rPr>
              <a:t>체계와 업무 프로세스에 대해 </a:t>
            </a:r>
            <a:r>
              <a:rPr lang="ko-KR" altLang="en-US" sz="1800" spc="-100" dirty="0">
                <a:solidFill>
                  <a:schemeClr val="tx1"/>
                </a:solidFill>
                <a:latin typeface="Rix고딕 M" pitchFamily="18" charset="-127"/>
                <a:ea typeface="Rix고딕 M" pitchFamily="18" charset="-127"/>
              </a:rPr>
              <a:t>완벽히 이해하고 있습니다</a:t>
            </a:r>
            <a:r>
              <a:rPr lang="en-US" altLang="ko-KR" sz="1800" spc="-100" dirty="0">
                <a:solidFill>
                  <a:schemeClr val="tx1"/>
                </a:solidFill>
                <a:latin typeface="Rix고딕 M" pitchFamily="18" charset="-127"/>
                <a:ea typeface="Rix고딕 M" pitchFamily="18" charset="-127"/>
              </a:rPr>
              <a:t>. </a:t>
            </a:r>
            <a:r>
              <a:rPr lang="ko-KR" altLang="en-US" sz="1800" spc="-100" dirty="0">
                <a:solidFill>
                  <a:schemeClr val="tx1"/>
                </a:solidFill>
                <a:latin typeface="Rix고딕 M" pitchFamily="18" charset="-127"/>
                <a:ea typeface="Rix고딕 M" pitchFamily="18" charset="-127"/>
              </a:rPr>
              <a:t>제안사 실적은 부족하나 실제 업무를 수행할 본 </a:t>
            </a:r>
            <a:r>
              <a:rPr lang="en-US" altLang="ko-KR" sz="1800" spc="-100" dirty="0">
                <a:solidFill>
                  <a:schemeClr val="tx1"/>
                </a:solidFill>
                <a:latin typeface="Rix고딕 M" pitchFamily="18" charset="-127"/>
                <a:ea typeface="Rix고딕 M" pitchFamily="18" charset="-127"/>
              </a:rPr>
              <a:t>PM</a:t>
            </a:r>
            <a:r>
              <a:rPr lang="ko-KR" altLang="en-US" sz="1800" spc="-100" dirty="0">
                <a:solidFill>
                  <a:schemeClr val="tx1"/>
                </a:solidFill>
                <a:latin typeface="Rix고딕 M" pitchFamily="18" charset="-127"/>
                <a:ea typeface="Rix고딕 M" pitchFamily="18" charset="-127"/>
              </a:rPr>
              <a:t>과 군사전문가의 역량으로 본 사업을 완벽히 수행할 자신이 있습니다</a:t>
            </a:r>
            <a:r>
              <a:rPr lang="en-US" altLang="ko-KR" sz="1800" spc="-100" dirty="0">
                <a:solidFill>
                  <a:schemeClr val="tx1"/>
                </a:solidFill>
                <a:latin typeface="Rix고딕 M" pitchFamily="18" charset="-127"/>
                <a:ea typeface="Rix고딕 M" pitchFamily="18" charset="-127"/>
              </a:rPr>
              <a:t>.</a:t>
            </a:r>
          </a:p>
        </p:txBody>
      </p:sp>
      <p:sp>
        <p:nvSpPr>
          <p:cNvPr id="22" name="직사각형 21"/>
          <p:cNvSpPr/>
          <p:nvPr/>
        </p:nvSpPr>
        <p:spPr>
          <a:xfrm>
            <a:off x="357441" y="3724751"/>
            <a:ext cx="10043857" cy="55395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1" algn="ctr">
              <a:spcBef>
                <a:spcPct val="0"/>
              </a:spcBef>
            </a:pPr>
            <a:endParaRPr lang="ko-KR" altLang="en-US" sz="2000" spc="-100" dirty="0">
              <a:solidFill>
                <a:schemeClr val="bg1"/>
              </a:solidFill>
              <a:latin typeface="Rix모던고딕 B" panose="02020603020101020101" pitchFamily="18" charset="-127"/>
              <a:ea typeface="Rix모던고딕 B" panose="02020603020101020101" pitchFamily="18" charset="-127"/>
              <a:cs typeface="+mj-cs"/>
            </a:endParaRPr>
          </a:p>
        </p:txBody>
      </p:sp>
      <p:grpSp>
        <p:nvGrpSpPr>
          <p:cNvPr id="23" name="그룹 22"/>
          <p:cNvGrpSpPr/>
          <p:nvPr/>
        </p:nvGrpSpPr>
        <p:grpSpPr>
          <a:xfrm>
            <a:off x="474459" y="3724750"/>
            <a:ext cx="814014" cy="553957"/>
            <a:chOff x="554204" y="2140317"/>
            <a:chExt cx="466074" cy="566339"/>
          </a:xfrm>
        </p:grpSpPr>
        <p:sp>
          <p:nvSpPr>
            <p:cNvPr id="24" name="직사각형 23"/>
            <p:cNvSpPr/>
            <p:nvPr/>
          </p:nvSpPr>
          <p:spPr>
            <a:xfrm>
              <a:off x="554204" y="2140317"/>
              <a:ext cx="466074" cy="566339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lvl="1" algn="ctr">
                <a:spcBef>
                  <a:spcPct val="0"/>
                </a:spcBef>
              </a:pPr>
              <a:endParaRPr lang="ko-KR" altLang="en-US" sz="2000" spc="-100" dirty="0">
                <a:solidFill>
                  <a:schemeClr val="bg1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  <a:cs typeface="+mj-cs"/>
              </a:endParaRP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609084" y="2236819"/>
              <a:ext cx="356314" cy="4110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ko-KR"/>
              </a:defPPr>
              <a:lvl1pPr algn="ctr">
                <a:defRPr sz="2000" b="1">
                  <a:ln w="22225">
                    <a:solidFill>
                      <a:schemeClr val="accent2"/>
                    </a:solidFill>
                    <a:prstDash val="solid"/>
                  </a:ln>
                  <a:solidFill>
                    <a:schemeClr val="accent2">
                      <a:lumMod val="40000"/>
                      <a:lumOff val="60000"/>
                    </a:schemeClr>
                  </a:solidFill>
                  <a:latin typeface="+mn-ea"/>
                </a:defRPr>
              </a:lvl1pPr>
            </a:lstStyle>
            <a:p>
              <a:pPr defTabSz="801639" latinLnBrk="0">
                <a:spcBef>
                  <a:spcPts val="88"/>
                </a:spcBef>
                <a:spcAft>
                  <a:spcPts val="88"/>
                </a:spcAft>
              </a:pPr>
              <a:r>
                <a:rPr lang="en-US" altLang="ko-KR" sz="2800" spc="-200" dirty="0" smtClean="0">
                  <a:ln>
                    <a:solidFill>
                      <a:prstClr val="white">
                        <a:alpha val="10000"/>
                      </a:prstClr>
                    </a:solidFill>
                  </a:ln>
                  <a:solidFill>
                    <a:schemeClr val="bg1">
                      <a:lumMod val="85000"/>
                    </a:schemeClr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</a:rPr>
                <a:t>02</a:t>
              </a:r>
              <a:endParaRPr lang="en-US" altLang="ko-KR" sz="2800" spc="-200" dirty="0">
                <a:ln>
                  <a:solidFill>
                    <a:prstClr val="white">
                      <a:alpha val="10000"/>
                    </a:prstClr>
                  </a:solidFill>
                </a:ln>
                <a:solidFill>
                  <a:schemeClr val="bg1">
                    <a:lumMod val="85000"/>
                  </a:schemeClr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endParaRPr>
            </a:p>
          </p:txBody>
        </p:sp>
      </p:grpSp>
      <p:sp>
        <p:nvSpPr>
          <p:cNvPr id="26" name="TextBox 25"/>
          <p:cNvSpPr txBox="1"/>
          <p:nvPr/>
        </p:nvSpPr>
        <p:spPr>
          <a:xfrm>
            <a:off x="1501340" y="3815737"/>
            <a:ext cx="7170233" cy="369332"/>
          </a:xfrm>
          <a:prstGeom prst="rect">
            <a:avLst/>
          </a:prstGeom>
          <a:noFill/>
          <a:ln w="6350">
            <a:noFill/>
          </a:ln>
          <a:effectLst/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t" anchorCtr="0">
            <a:spAutoFit/>
            <a:sp3d>
              <a:bevelT w="0" h="0"/>
              <a:contourClr>
                <a:schemeClr val="bg1"/>
              </a:contourClr>
            </a:sp3d>
          </a:bodyPr>
          <a:lstStyle>
            <a:defPPr>
              <a:defRPr lang="ko-KR"/>
            </a:defPPr>
            <a:lvl1pPr lvl="0" indent="-457200" algn="ctr" eaLnBrk="0" latinLnBrk="0" hangingPunct="0">
              <a:lnSpc>
                <a:spcPct val="100000"/>
              </a:lnSpc>
              <a:spcBef>
                <a:spcPts val="200"/>
              </a:spcBef>
              <a:spcAft>
                <a:spcPts val="600"/>
              </a:spcAft>
              <a:defRPr sz="1700" spc="-50">
                <a:ln w="0"/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뫼비우스 Bold" panose="02000500000000000000" pitchFamily="2" charset="-127"/>
                <a:ea typeface="뫼비우스 Bold" panose="02000500000000000000" pitchFamily="2" charset="-127"/>
              </a:defRPr>
            </a:lvl1pPr>
          </a:lstStyle>
          <a:p>
            <a:pPr marL="0" lvl="1" indent="-337083" defTabSz="1078664" fontAlgn="base" latinLnBrk="0">
              <a:spcBef>
                <a:spcPct val="0"/>
              </a:spcBef>
              <a:spcAft>
                <a:spcPct val="0"/>
              </a:spcAft>
              <a:buClr>
                <a:prstClr val="white"/>
              </a:buClr>
              <a:buSzPct val="80000"/>
              <a:tabLst>
                <a:tab pos="6150461" algn="l"/>
              </a:tabLst>
              <a:defRPr/>
            </a:pPr>
            <a:r>
              <a:rPr lang="ko-KR" altLang="en-US" sz="2400" spc="-130" dirty="0">
                <a:ln>
                  <a:solidFill>
                    <a:prstClr val="white">
                      <a:alpha val="10000"/>
                    </a:prstClr>
                  </a:solidFill>
                </a:ln>
                <a:solidFill>
                  <a:schemeClr val="tx1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본 사업은 군 업무 지원을 위한 인프라를 구축하는 사업 입니다</a:t>
            </a:r>
            <a:r>
              <a:rPr lang="en-US" altLang="ko-KR" sz="2400" spc="-130" dirty="0">
                <a:ln>
                  <a:solidFill>
                    <a:prstClr val="white">
                      <a:alpha val="10000"/>
                    </a:prstClr>
                  </a:solidFill>
                </a:ln>
                <a:solidFill>
                  <a:schemeClr val="tx1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7442" y="6210249"/>
            <a:ext cx="10043857" cy="914096"/>
          </a:xfrm>
          <a:prstGeom prst="rect">
            <a:avLst/>
          </a:prstGeom>
          <a:noFill/>
          <a:ln w="6350">
            <a:noFill/>
          </a:ln>
          <a:effectLst/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 anchorCtr="0">
            <a:spAutoFit/>
            <a:sp3d>
              <a:bevelT w="0" h="0"/>
              <a:contourClr>
                <a:schemeClr val="bg1"/>
              </a:contourClr>
            </a:sp3d>
          </a:bodyPr>
          <a:lstStyle>
            <a:defPPr>
              <a:defRPr lang="ko-KR"/>
            </a:defPPr>
            <a:lvl1pPr lvl="0" indent="0" defTabSz="801639" latinLnBrk="0">
              <a:lnSpc>
                <a:spcPct val="100000"/>
              </a:lnSpc>
              <a:spcBef>
                <a:spcPts val="88"/>
              </a:spcBef>
              <a:spcAft>
                <a:spcPts val="88"/>
              </a:spcAft>
              <a:defRPr sz="2400" spc="0">
                <a:ln>
                  <a:solidFill>
                    <a:prstClr val="white">
                      <a:alpha val="10000"/>
                    </a:prstClr>
                  </a:solidFill>
                </a:ln>
                <a:solidFill>
                  <a:prstClr val="white"/>
                </a:solidFill>
                <a:effectLst/>
                <a:latin typeface="나눔고딕 ExtraBold" panose="020D0904000000000000" pitchFamily="50" charset="-127"/>
                <a:ea typeface="나눔고딕 ExtraBold" panose="020D0904000000000000" pitchFamily="50" charset="-127"/>
              </a:defRPr>
            </a:lvl1pPr>
          </a:lstStyle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800" spc="-100" dirty="0">
                <a:solidFill>
                  <a:schemeClr val="tx1"/>
                </a:solidFill>
                <a:latin typeface="Rix고딕 M" pitchFamily="18" charset="-127"/>
                <a:ea typeface="Rix고딕 M" pitchFamily="18" charset="-127"/>
              </a:rPr>
              <a:t>사업 시행 이전 부터 현황 조사 및 본 </a:t>
            </a:r>
            <a:r>
              <a:rPr lang="en-US" altLang="ko-KR" sz="1800" spc="-100" dirty="0">
                <a:solidFill>
                  <a:schemeClr val="tx1"/>
                </a:solidFill>
                <a:latin typeface="Rix고딕 M" pitchFamily="18" charset="-127"/>
                <a:ea typeface="Rix고딕 M" pitchFamily="18" charset="-127"/>
              </a:rPr>
              <a:t>PM</a:t>
            </a:r>
            <a:r>
              <a:rPr lang="ko-KR" altLang="en-US" sz="1800" spc="-100" dirty="0">
                <a:solidFill>
                  <a:schemeClr val="tx1"/>
                </a:solidFill>
                <a:latin typeface="Rix고딕 M" pitchFamily="18" charset="-127"/>
                <a:ea typeface="Rix고딕 M" pitchFamily="18" charset="-127"/>
              </a:rPr>
              <a:t>의 사업 경험을 바탕으로 본 사업에 필요한 이전 대상 기관이 사용 중인 다양한 군 체계에 대해 철저히 조사하였습니다</a:t>
            </a:r>
            <a:r>
              <a:rPr lang="en-US" altLang="ko-KR" sz="1800" spc="-100" dirty="0">
                <a:solidFill>
                  <a:schemeClr val="tx1"/>
                </a:solidFill>
                <a:latin typeface="Rix고딕 M" pitchFamily="18" charset="-127"/>
                <a:ea typeface="Rix고딕 M" pitchFamily="18" charset="-127"/>
              </a:rPr>
              <a:t>. </a:t>
            </a:r>
            <a:r>
              <a:rPr lang="ko-KR" altLang="en-US" sz="1800" spc="-100" dirty="0">
                <a:solidFill>
                  <a:schemeClr val="tx1"/>
                </a:solidFill>
                <a:latin typeface="Rix고딕 M" pitchFamily="18" charset="-127"/>
                <a:ea typeface="Rix고딕 M" pitchFamily="18" charset="-127"/>
              </a:rPr>
              <a:t>이러한 군 체계에 대한 이해 및 사전 조사를 통해 본 사업을 성공적으로 수행할 준비가 되어 있습니다</a:t>
            </a:r>
            <a:r>
              <a:rPr lang="en-US" altLang="ko-KR" sz="1800" spc="-100" dirty="0">
                <a:solidFill>
                  <a:schemeClr val="tx1"/>
                </a:solidFill>
                <a:latin typeface="Rix고딕 M" pitchFamily="18" charset="-127"/>
                <a:ea typeface="Rix고딕 M" pitchFamily="18" charset="-127"/>
              </a:rPr>
              <a:t>.</a:t>
            </a:r>
          </a:p>
        </p:txBody>
      </p:sp>
      <p:sp>
        <p:nvSpPr>
          <p:cNvPr id="31" name="직사각형 30"/>
          <p:cNvSpPr/>
          <p:nvPr/>
        </p:nvSpPr>
        <p:spPr>
          <a:xfrm>
            <a:off x="357441" y="5512126"/>
            <a:ext cx="10043857" cy="55395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1" algn="ctr">
              <a:spcBef>
                <a:spcPct val="0"/>
              </a:spcBef>
            </a:pPr>
            <a:endParaRPr lang="ko-KR" altLang="en-US" sz="2000" spc="-100" dirty="0">
              <a:solidFill>
                <a:schemeClr val="bg1"/>
              </a:solidFill>
              <a:latin typeface="Rix모던고딕 B" panose="02020603020101020101" pitchFamily="18" charset="-127"/>
              <a:ea typeface="Rix모던고딕 B" panose="02020603020101020101" pitchFamily="18" charset="-127"/>
              <a:cs typeface="+mj-cs"/>
            </a:endParaRPr>
          </a:p>
        </p:txBody>
      </p:sp>
      <p:grpSp>
        <p:nvGrpSpPr>
          <p:cNvPr id="32" name="그룹 31"/>
          <p:cNvGrpSpPr/>
          <p:nvPr/>
        </p:nvGrpSpPr>
        <p:grpSpPr>
          <a:xfrm>
            <a:off x="474459" y="5512125"/>
            <a:ext cx="814014" cy="553957"/>
            <a:chOff x="554204" y="2140317"/>
            <a:chExt cx="466074" cy="566339"/>
          </a:xfrm>
        </p:grpSpPr>
        <p:sp>
          <p:nvSpPr>
            <p:cNvPr id="33" name="직사각형 32"/>
            <p:cNvSpPr/>
            <p:nvPr/>
          </p:nvSpPr>
          <p:spPr>
            <a:xfrm>
              <a:off x="554204" y="2140317"/>
              <a:ext cx="466074" cy="566339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lvl="1" algn="ctr">
                <a:spcBef>
                  <a:spcPct val="0"/>
                </a:spcBef>
              </a:pPr>
              <a:endParaRPr lang="ko-KR" altLang="en-US" sz="2000" spc="-100" dirty="0">
                <a:solidFill>
                  <a:schemeClr val="bg1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  <a:cs typeface="+mj-cs"/>
              </a:endParaRP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609084" y="2205642"/>
              <a:ext cx="356314" cy="452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ko-KR"/>
              </a:defPPr>
              <a:lvl1pPr algn="ctr">
                <a:defRPr sz="2000" b="1">
                  <a:ln w="22225">
                    <a:solidFill>
                      <a:schemeClr val="accent2"/>
                    </a:solidFill>
                    <a:prstDash val="solid"/>
                  </a:ln>
                  <a:solidFill>
                    <a:schemeClr val="accent2">
                      <a:lumMod val="40000"/>
                      <a:lumOff val="60000"/>
                    </a:schemeClr>
                  </a:solidFill>
                  <a:latin typeface="+mn-ea"/>
                </a:defRPr>
              </a:lvl1pPr>
            </a:lstStyle>
            <a:p>
              <a:pPr defTabSz="801639" latinLnBrk="0">
                <a:spcBef>
                  <a:spcPts val="88"/>
                </a:spcBef>
                <a:spcAft>
                  <a:spcPts val="88"/>
                </a:spcAft>
              </a:pPr>
              <a:r>
                <a:rPr lang="en-US" altLang="ko-KR" sz="2800" spc="-200" dirty="0" smtClean="0">
                  <a:ln>
                    <a:solidFill>
                      <a:prstClr val="white">
                        <a:alpha val="10000"/>
                      </a:prstClr>
                    </a:solidFill>
                  </a:ln>
                  <a:solidFill>
                    <a:schemeClr val="bg1">
                      <a:lumMod val="85000"/>
                    </a:schemeClr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</a:rPr>
                <a:t>03</a:t>
              </a:r>
              <a:endParaRPr lang="en-US" altLang="ko-KR" sz="2800" spc="-200" dirty="0">
                <a:ln>
                  <a:solidFill>
                    <a:prstClr val="white">
                      <a:alpha val="10000"/>
                    </a:prstClr>
                  </a:solidFill>
                </a:ln>
                <a:solidFill>
                  <a:schemeClr val="bg1">
                    <a:lumMod val="85000"/>
                  </a:schemeClr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endParaRPr>
            </a:p>
          </p:txBody>
        </p:sp>
      </p:grpSp>
      <p:sp>
        <p:nvSpPr>
          <p:cNvPr id="37" name="TextBox 36"/>
          <p:cNvSpPr txBox="1"/>
          <p:nvPr/>
        </p:nvSpPr>
        <p:spPr>
          <a:xfrm>
            <a:off x="1501340" y="5603112"/>
            <a:ext cx="4564070" cy="369332"/>
          </a:xfrm>
          <a:prstGeom prst="rect">
            <a:avLst/>
          </a:prstGeom>
          <a:noFill/>
          <a:ln w="6350">
            <a:noFill/>
          </a:ln>
          <a:effectLst/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t" anchorCtr="0">
            <a:spAutoFit/>
            <a:sp3d>
              <a:bevelT w="0" h="0"/>
              <a:contourClr>
                <a:schemeClr val="bg1"/>
              </a:contourClr>
            </a:sp3d>
          </a:bodyPr>
          <a:lstStyle>
            <a:defPPr>
              <a:defRPr lang="ko-KR"/>
            </a:defPPr>
            <a:lvl1pPr lvl="0" indent="-457200" algn="ctr" eaLnBrk="0" latinLnBrk="0" hangingPunct="0">
              <a:lnSpc>
                <a:spcPct val="100000"/>
              </a:lnSpc>
              <a:spcBef>
                <a:spcPts val="200"/>
              </a:spcBef>
              <a:spcAft>
                <a:spcPts val="600"/>
              </a:spcAft>
              <a:defRPr sz="1700" spc="-50">
                <a:ln w="0"/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뫼비우스 Bold" panose="02000500000000000000" pitchFamily="2" charset="-127"/>
                <a:ea typeface="뫼비우스 Bold" panose="02000500000000000000" pitchFamily="2" charset="-127"/>
              </a:defRPr>
            </a:lvl1pPr>
          </a:lstStyle>
          <a:p>
            <a:pPr marL="0" lvl="1" indent="-337083" defTabSz="1078664" fontAlgn="base" latinLnBrk="0">
              <a:spcBef>
                <a:spcPct val="0"/>
              </a:spcBef>
              <a:spcAft>
                <a:spcPct val="0"/>
              </a:spcAft>
              <a:buClr>
                <a:prstClr val="white"/>
              </a:buClr>
              <a:buSzPct val="80000"/>
              <a:tabLst>
                <a:tab pos="6150461" algn="l"/>
              </a:tabLst>
              <a:defRPr/>
            </a:pPr>
            <a:r>
              <a:rPr lang="ko-KR" altLang="en-US" sz="2400" spc="-130" dirty="0">
                <a:ln>
                  <a:solidFill>
                    <a:prstClr val="white">
                      <a:alpha val="10000"/>
                    </a:prstClr>
                  </a:solidFill>
                </a:ln>
                <a:solidFill>
                  <a:schemeClr val="tx1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본 사업은 업무 이전이 매우 중요합니다</a:t>
            </a:r>
            <a:r>
              <a:rPr lang="en-US" altLang="ko-KR" sz="2400" spc="-130" dirty="0">
                <a:ln>
                  <a:solidFill>
                    <a:prstClr val="white">
                      <a:alpha val="10000"/>
                    </a:prstClr>
                  </a:solidFill>
                </a:ln>
                <a:solidFill>
                  <a:schemeClr val="tx1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.</a:t>
            </a:r>
          </a:p>
        </p:txBody>
      </p:sp>
      <p:pic>
        <p:nvPicPr>
          <p:cNvPr id="39" name="그림 2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56404" y="3414484"/>
            <a:ext cx="865483" cy="7148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" name="Picture 2" descr="G:\work\아이티센시스템즈\경찰청공조조회유지보수\icon&amp;dia\제안서템플릿이미지-65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75287" y="1800863"/>
            <a:ext cx="946600" cy="6413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" name="Picture 2" descr="G:\work\아이티센시스템즈\경찰청공조조회유지보수\icon&amp;dia\2014광주전산센터-06-02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75287" y="5086255"/>
            <a:ext cx="1035964" cy="7036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7" name="직사각형 26"/>
          <p:cNvSpPr/>
          <p:nvPr/>
        </p:nvSpPr>
        <p:spPr>
          <a:xfrm>
            <a:off x="0" y="776868"/>
            <a:ext cx="10693400" cy="655792"/>
          </a:xfrm>
          <a:prstGeom prst="rect">
            <a:avLst/>
          </a:prstGeom>
          <a:solidFill>
            <a:srgbClr val="2F6495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 lang="ko-KR" altLang="en-US" dirty="0"/>
          </a:p>
        </p:txBody>
      </p:sp>
      <p:sp>
        <p:nvSpPr>
          <p:cNvPr id="28" name="TextBox 27"/>
          <p:cNvSpPr txBox="1"/>
          <p:nvPr/>
        </p:nvSpPr>
        <p:spPr>
          <a:xfrm>
            <a:off x="357442" y="920807"/>
            <a:ext cx="10156571" cy="304699"/>
          </a:xfrm>
          <a:prstGeom prst="rect">
            <a:avLst/>
          </a:prstGeom>
          <a:noFill/>
          <a:ln w="6350">
            <a:noFill/>
          </a:ln>
          <a:effectLst/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 anchorCtr="0">
            <a:spAutoFit/>
            <a:sp3d>
              <a:bevelT w="0" h="0"/>
              <a:contourClr>
                <a:schemeClr val="bg1"/>
              </a:contourClr>
            </a:sp3d>
          </a:bodyPr>
          <a:lstStyle>
            <a:defPPr>
              <a:defRPr lang="ko-KR"/>
            </a:defPPr>
            <a:lvl1pPr lvl="0" indent="0" defTabSz="801639" latinLnBrk="0">
              <a:lnSpc>
                <a:spcPct val="100000"/>
              </a:lnSpc>
              <a:spcBef>
                <a:spcPts val="88"/>
              </a:spcBef>
              <a:spcAft>
                <a:spcPts val="88"/>
              </a:spcAft>
              <a:defRPr sz="2400" spc="0">
                <a:ln>
                  <a:solidFill>
                    <a:prstClr val="white">
                      <a:alpha val="10000"/>
                    </a:prstClr>
                  </a:solidFill>
                </a:ln>
                <a:solidFill>
                  <a:prstClr val="white"/>
                </a:solidFill>
                <a:effectLst/>
                <a:latin typeface="나눔고딕 ExtraBold" panose="020D0904000000000000" pitchFamily="50" charset="-127"/>
                <a:ea typeface="나눔고딕 ExtraBold" panose="020D0904000000000000" pitchFamily="50" charset="-127"/>
              </a:defRPr>
            </a:lvl1pPr>
          </a:lstStyle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800" spc="-100" dirty="0">
                <a:solidFill>
                  <a:schemeClr val="bg1"/>
                </a:solidFill>
                <a:latin typeface="Rix고딕 M" pitchFamily="18" charset="-127"/>
                <a:ea typeface="Rix고딕 M" pitchFamily="18" charset="-127"/>
              </a:rPr>
              <a:t>본 사업은 </a:t>
            </a:r>
            <a:r>
              <a:rPr lang="ko-KR" altLang="en-US" sz="1800" spc="-100" dirty="0" smtClean="0">
                <a:solidFill>
                  <a:schemeClr val="bg1"/>
                </a:solidFill>
                <a:latin typeface="Rix고딕 M" pitchFamily="18" charset="-127"/>
                <a:ea typeface="Rix고딕 M" pitchFamily="18" charset="-127"/>
              </a:rPr>
              <a:t>이전 후 안정적 업무 수행을 위해 네트워크 구축</a:t>
            </a:r>
            <a:r>
              <a:rPr lang="en-US" altLang="ko-KR" sz="1800" spc="-100" dirty="0" smtClean="0">
                <a:solidFill>
                  <a:schemeClr val="bg1"/>
                </a:solidFill>
                <a:latin typeface="Rix고딕 M" pitchFamily="18" charset="-127"/>
                <a:ea typeface="Rix고딕 M" pitchFamily="18" charset="-127"/>
              </a:rPr>
              <a:t>, </a:t>
            </a:r>
            <a:r>
              <a:rPr lang="ko-KR" altLang="en-US" sz="1800" spc="-100" dirty="0" smtClean="0">
                <a:solidFill>
                  <a:schemeClr val="bg1"/>
                </a:solidFill>
                <a:latin typeface="Rix고딕 M" pitchFamily="18" charset="-127"/>
                <a:ea typeface="Rix고딕 M" pitchFamily="18" charset="-127"/>
              </a:rPr>
              <a:t>구축 후 이전 지원이 매우 중요한 사업입니다</a:t>
            </a:r>
            <a:r>
              <a:rPr lang="en-US" altLang="ko-KR" sz="1800" spc="-100" dirty="0" smtClean="0">
                <a:solidFill>
                  <a:schemeClr val="bg1"/>
                </a:solidFill>
                <a:latin typeface="Rix고딕 M" pitchFamily="18" charset="-127"/>
                <a:ea typeface="Rix고딕 M" pitchFamily="18" charset="-127"/>
              </a:rPr>
              <a:t>.</a:t>
            </a:r>
            <a:endParaRPr lang="en-US" altLang="ko-KR" sz="1800" spc="-100" dirty="0">
              <a:solidFill>
                <a:schemeClr val="bg1"/>
              </a:solidFill>
              <a:latin typeface="Rix고딕 M" pitchFamily="18" charset="-127"/>
              <a:ea typeface="Rix고딕 M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365132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/>
        </p:nvSpPr>
        <p:spPr>
          <a:xfrm>
            <a:off x="0" y="307090"/>
            <a:ext cx="10693400" cy="46218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 cap="rnd" cmpd="sng">
            <a:noFill/>
            <a:prstDash val="solid"/>
            <a:headEnd type="none" w="lg" len="med"/>
            <a:tailEnd type="none" w="lg" len="med"/>
          </a:ln>
          <a:effectLst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none" lIns="99569" tIns="172873" rIns="99569" bIns="49785"/>
          <a:lstStyle/>
          <a:p>
            <a:pPr algn="ctr" latinLnBrk="0"/>
            <a:endParaRPr lang="ko-KR" altLang="en-US" sz="1700" b="1" dirty="0">
              <a:gradFill>
                <a:gsLst>
                  <a:gs pos="0">
                    <a:prstClr val="white"/>
                  </a:gs>
                  <a:gs pos="100000">
                    <a:prstClr val="white"/>
                  </a:gs>
                </a:gsLst>
                <a:lin ang="5400000" scaled="0"/>
              </a:gra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고도 B" panose="02000503000000020004" pitchFamily="2" charset="-127"/>
              <a:ea typeface="고도 B" panose="02000503000000020004" pitchFamily="2" charset="-127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47918" y="357032"/>
            <a:ext cx="8148382" cy="369332"/>
          </a:xfrm>
          <a:prstGeom prst="rect">
            <a:avLst/>
          </a:prstGeom>
          <a:noFill/>
          <a:ln w="6350">
            <a:noFill/>
          </a:ln>
          <a:effectLst/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 anchorCtr="0">
            <a:spAutoFit/>
            <a:sp3d>
              <a:bevelT w="0" h="0"/>
              <a:contourClr>
                <a:schemeClr val="bg1"/>
              </a:contourClr>
            </a:sp3d>
          </a:bodyPr>
          <a:lstStyle>
            <a:defPPr>
              <a:defRPr lang="ko-KR"/>
            </a:defPPr>
            <a:lvl1pPr lvl="0" indent="0" defTabSz="801639" latinLnBrk="0">
              <a:lnSpc>
                <a:spcPct val="100000"/>
              </a:lnSpc>
              <a:spcBef>
                <a:spcPts val="88"/>
              </a:spcBef>
              <a:spcAft>
                <a:spcPts val="88"/>
              </a:spcAft>
              <a:defRPr sz="2400" spc="0">
                <a:ln>
                  <a:solidFill>
                    <a:prstClr val="white">
                      <a:alpha val="10000"/>
                    </a:prstClr>
                  </a:solidFill>
                </a:ln>
                <a:solidFill>
                  <a:prstClr val="white"/>
                </a:solidFill>
                <a:effectLst/>
                <a:latin typeface="나눔고딕 ExtraBold" panose="020D0904000000000000" pitchFamily="50" charset="-127"/>
                <a:ea typeface="나눔고딕 ExtraBold" panose="020D0904000000000000" pitchFamily="50" charset="-127"/>
              </a:defRPr>
            </a:lvl1pPr>
          </a:lstStyle>
          <a:p>
            <a:r>
              <a:rPr lang="en-US" altLang="ko-KR" spc="-150" dirty="0" smtClean="0">
                <a:solidFill>
                  <a:schemeClr val="tx1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Q4. </a:t>
            </a:r>
            <a:r>
              <a:rPr lang="ko-KR" altLang="en-US" spc="-150" dirty="0">
                <a:solidFill>
                  <a:schemeClr val="tx1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본 사업의 특징</a:t>
            </a:r>
          </a:p>
        </p:txBody>
      </p:sp>
      <p:sp>
        <p:nvSpPr>
          <p:cNvPr id="11" name="직사각형 10"/>
          <p:cNvSpPr/>
          <p:nvPr/>
        </p:nvSpPr>
        <p:spPr>
          <a:xfrm>
            <a:off x="0" y="776867"/>
            <a:ext cx="10693400" cy="880483"/>
          </a:xfrm>
          <a:prstGeom prst="rect">
            <a:avLst/>
          </a:prstGeom>
          <a:solidFill>
            <a:srgbClr val="2F6495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 lang="ko-KR" alt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357442" y="920807"/>
            <a:ext cx="10156571" cy="609398"/>
          </a:xfrm>
          <a:prstGeom prst="rect">
            <a:avLst/>
          </a:prstGeom>
          <a:noFill/>
          <a:ln w="6350">
            <a:noFill/>
          </a:ln>
          <a:effectLst/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 anchorCtr="0">
            <a:spAutoFit/>
            <a:sp3d>
              <a:bevelT w="0" h="0"/>
              <a:contourClr>
                <a:schemeClr val="bg1"/>
              </a:contourClr>
            </a:sp3d>
          </a:bodyPr>
          <a:lstStyle>
            <a:defPPr>
              <a:defRPr lang="ko-KR"/>
            </a:defPPr>
            <a:lvl1pPr lvl="0" indent="0" defTabSz="801639" latinLnBrk="0">
              <a:lnSpc>
                <a:spcPct val="100000"/>
              </a:lnSpc>
              <a:spcBef>
                <a:spcPts val="88"/>
              </a:spcBef>
              <a:spcAft>
                <a:spcPts val="88"/>
              </a:spcAft>
              <a:defRPr sz="2400" spc="0">
                <a:ln>
                  <a:solidFill>
                    <a:prstClr val="white">
                      <a:alpha val="10000"/>
                    </a:prstClr>
                  </a:solidFill>
                </a:ln>
                <a:solidFill>
                  <a:prstClr val="white"/>
                </a:solidFill>
                <a:effectLst/>
                <a:latin typeface="나눔고딕 ExtraBold" panose="020D0904000000000000" pitchFamily="50" charset="-127"/>
                <a:ea typeface="나눔고딕 ExtraBold" panose="020D0904000000000000" pitchFamily="50" charset="-127"/>
              </a:defRPr>
            </a:lvl1pPr>
          </a:lstStyle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800" spc="-100" dirty="0">
                <a:solidFill>
                  <a:schemeClr val="bg1"/>
                </a:solidFill>
                <a:latin typeface="Rix고딕 M" pitchFamily="18" charset="-127"/>
                <a:ea typeface="Rix고딕 M" pitchFamily="18" charset="-127"/>
              </a:rPr>
              <a:t>본 사업은 군 내부에 정보통신 인프라를 구축하여 이전 부서에서 업무 중단 없이 사업을 수행할 수 있게 하는데 </a:t>
            </a:r>
            <a:r>
              <a:rPr lang="ko-KR" altLang="en-US" sz="1800" spc="-100" dirty="0" smtClean="0">
                <a:solidFill>
                  <a:schemeClr val="bg1"/>
                </a:solidFill>
                <a:latin typeface="Rix고딕 M" pitchFamily="18" charset="-127"/>
                <a:ea typeface="Rix고딕 M" pitchFamily="18" charset="-127"/>
              </a:rPr>
              <a:t> 목적이 </a:t>
            </a:r>
            <a:r>
              <a:rPr lang="ko-KR" altLang="en-US" sz="1800" spc="-100" dirty="0">
                <a:solidFill>
                  <a:schemeClr val="bg1"/>
                </a:solidFill>
                <a:latin typeface="Rix고딕 M" pitchFamily="18" charset="-127"/>
                <a:ea typeface="Rix고딕 M" pitchFamily="18" charset="-127"/>
              </a:rPr>
              <a:t>있습니다</a:t>
            </a:r>
            <a:r>
              <a:rPr lang="en-US" altLang="ko-KR" sz="1800" spc="-100" dirty="0">
                <a:solidFill>
                  <a:schemeClr val="bg1"/>
                </a:solidFill>
                <a:latin typeface="Rix고딕 M" pitchFamily="18" charset="-127"/>
                <a:ea typeface="Rix고딕 M" pitchFamily="18" charset="-127"/>
              </a:rPr>
              <a:t>.</a:t>
            </a:r>
          </a:p>
        </p:txBody>
      </p:sp>
      <p:sp>
        <p:nvSpPr>
          <p:cNvPr id="13" name="직사각형 12"/>
          <p:cNvSpPr/>
          <p:nvPr/>
        </p:nvSpPr>
        <p:spPr>
          <a:xfrm>
            <a:off x="0" y="6134100"/>
            <a:ext cx="10693399" cy="940579"/>
          </a:xfrm>
          <a:prstGeom prst="rect">
            <a:avLst/>
          </a:prstGeom>
          <a:solidFill>
            <a:srgbClr val="1B91C1"/>
          </a:solidFill>
          <a:ln w="3175" cap="flat" cmpd="sng" algn="ctr">
            <a:noFill/>
            <a:prstDash val="solid"/>
          </a:ln>
          <a:effectLst/>
        </p:spPr>
        <p:txBody>
          <a:bodyPr lIns="96487" tIns="48244" rIns="96487" bIns="48244" anchor="ctr"/>
          <a:lstStyle/>
          <a:p>
            <a:pPr marL="525326" lvl="1" defTabSz="1050652" latinLnBrk="0"/>
            <a:endParaRPr lang="ko-KR" altLang="en-US" kern="0" dirty="0">
              <a:solidFill>
                <a:srgbClr val="C02338"/>
              </a:solidFill>
              <a:latin typeface="Calibri"/>
              <a:ea typeface="맑은 고딕" panose="020B0503020000020004" pitchFamily="50" charset="-127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57442" y="6299944"/>
            <a:ext cx="10043857" cy="629275"/>
          </a:xfrm>
          <a:prstGeom prst="rect">
            <a:avLst/>
          </a:prstGeom>
          <a:noFill/>
          <a:ln w="6350">
            <a:noFill/>
          </a:ln>
          <a:effectLst/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 anchorCtr="0">
            <a:spAutoFit/>
            <a:sp3d>
              <a:bevelT w="0" h="0"/>
              <a:contourClr>
                <a:schemeClr val="bg1"/>
              </a:contourClr>
            </a:sp3d>
          </a:bodyPr>
          <a:lstStyle>
            <a:defPPr>
              <a:defRPr lang="ko-KR"/>
            </a:defPPr>
            <a:lvl1pPr lvl="0" indent="0" defTabSz="801639" latinLnBrk="0">
              <a:lnSpc>
                <a:spcPct val="100000"/>
              </a:lnSpc>
              <a:spcBef>
                <a:spcPts val="88"/>
              </a:spcBef>
              <a:spcAft>
                <a:spcPts val="88"/>
              </a:spcAft>
              <a:defRPr sz="2400" spc="0">
                <a:ln>
                  <a:solidFill>
                    <a:prstClr val="white">
                      <a:alpha val="10000"/>
                    </a:prstClr>
                  </a:solidFill>
                </a:ln>
                <a:solidFill>
                  <a:prstClr val="white"/>
                </a:solidFill>
                <a:effectLst/>
                <a:latin typeface="나눔고딕 ExtraBold" panose="020D0904000000000000" pitchFamily="50" charset="-127"/>
                <a:ea typeface="나눔고딕 ExtraBold" panose="020D0904000000000000" pitchFamily="50" charset="-127"/>
              </a:defRPr>
            </a:lvl1pPr>
          </a:lstStyle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900" spc="-100" dirty="0">
                <a:solidFill>
                  <a:schemeClr val="bg1"/>
                </a:solidFill>
                <a:latin typeface="Rix고딕 B" pitchFamily="18" charset="-127"/>
                <a:ea typeface="Rix고딕 B" pitchFamily="18" charset="-127"/>
              </a:rPr>
              <a:t>제안사는 본 사업의 특징을 고려하여 다수 시스템을 안정적으로 구축하고</a:t>
            </a:r>
            <a:r>
              <a:rPr lang="en-US" altLang="ko-KR" sz="1900" spc="-100" dirty="0">
                <a:solidFill>
                  <a:schemeClr val="bg1"/>
                </a:solidFill>
                <a:latin typeface="Rix고딕 B" pitchFamily="18" charset="-127"/>
                <a:ea typeface="Rix고딕 B" pitchFamily="18" charset="-127"/>
              </a:rPr>
              <a:t>, </a:t>
            </a:r>
            <a:r>
              <a:rPr lang="ko-KR" altLang="en-US" sz="1900" spc="-100" dirty="0">
                <a:solidFill>
                  <a:schemeClr val="bg1"/>
                </a:solidFill>
                <a:latin typeface="Rix고딕 B" pitchFamily="18" charset="-127"/>
                <a:ea typeface="Rix고딕 B" pitchFamily="18" charset="-127"/>
              </a:rPr>
              <a:t>이전 업무를 지원하기 위해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900" spc="-100" dirty="0">
                <a:solidFill>
                  <a:schemeClr val="bg1"/>
                </a:solidFill>
                <a:latin typeface="Rix고딕 B" pitchFamily="18" charset="-127"/>
                <a:ea typeface="Rix고딕 B" pitchFamily="18" charset="-127"/>
              </a:rPr>
              <a:t>투입 인력은 </a:t>
            </a:r>
            <a:r>
              <a:rPr lang="en-US" altLang="ko-KR" sz="1900" spc="-100" dirty="0">
                <a:solidFill>
                  <a:schemeClr val="bg1"/>
                </a:solidFill>
                <a:latin typeface="Rix고딕 B" pitchFamily="18" charset="-127"/>
                <a:ea typeface="Rix고딕 B" pitchFamily="18" charset="-127"/>
              </a:rPr>
              <a:t>NW </a:t>
            </a:r>
            <a:r>
              <a:rPr lang="ko-KR" altLang="en-US" sz="1900" spc="-100" dirty="0">
                <a:solidFill>
                  <a:schemeClr val="bg1"/>
                </a:solidFill>
                <a:latin typeface="Rix고딕 B" pitchFamily="18" charset="-127"/>
                <a:ea typeface="Rix고딕 B" pitchFamily="18" charset="-127"/>
              </a:rPr>
              <a:t>전문가</a:t>
            </a:r>
            <a:r>
              <a:rPr lang="en-US" altLang="ko-KR" sz="1900" spc="-100" dirty="0">
                <a:solidFill>
                  <a:schemeClr val="bg1"/>
                </a:solidFill>
                <a:latin typeface="Rix고딕 B" pitchFamily="18" charset="-127"/>
                <a:ea typeface="Rix고딕 B" pitchFamily="18" charset="-127"/>
              </a:rPr>
              <a:t>, </a:t>
            </a:r>
            <a:r>
              <a:rPr lang="ko-KR" altLang="en-US" sz="1900" spc="-100" dirty="0">
                <a:solidFill>
                  <a:schemeClr val="bg1"/>
                </a:solidFill>
                <a:latin typeface="Rix고딕 B" pitchFamily="18" charset="-127"/>
                <a:ea typeface="Rix고딕 B" pitchFamily="18" charset="-127"/>
              </a:rPr>
              <a:t>영상전문가</a:t>
            </a:r>
            <a:r>
              <a:rPr lang="en-US" altLang="ko-KR" sz="1900" spc="-100" dirty="0">
                <a:solidFill>
                  <a:schemeClr val="bg1"/>
                </a:solidFill>
                <a:latin typeface="Rix고딕 B" pitchFamily="18" charset="-127"/>
                <a:ea typeface="Rix고딕 B" pitchFamily="18" charset="-127"/>
              </a:rPr>
              <a:t>, </a:t>
            </a:r>
            <a:r>
              <a:rPr lang="ko-KR" altLang="en-US" sz="1900" spc="-100" dirty="0">
                <a:solidFill>
                  <a:schemeClr val="bg1"/>
                </a:solidFill>
                <a:latin typeface="Rix고딕 B" pitchFamily="18" charset="-127"/>
                <a:ea typeface="Rix고딕 B" pitchFamily="18" charset="-127"/>
              </a:rPr>
              <a:t>시스템 전문가로 구성하였습니다</a:t>
            </a:r>
            <a:r>
              <a:rPr lang="en-US" altLang="ko-KR" sz="1900" spc="-100" dirty="0">
                <a:solidFill>
                  <a:schemeClr val="bg1"/>
                </a:solidFill>
                <a:latin typeface="Rix고딕 B" pitchFamily="18" charset="-127"/>
                <a:ea typeface="Rix고딕 B" pitchFamily="18" charset="-127"/>
              </a:rPr>
              <a:t>.</a:t>
            </a:r>
          </a:p>
        </p:txBody>
      </p:sp>
      <p:graphicFrame>
        <p:nvGraphicFramePr>
          <p:cNvPr id="15" name="표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9087623"/>
              </p:ext>
            </p:extLst>
          </p:nvPr>
        </p:nvGraphicFramePr>
        <p:xfrm>
          <a:off x="386017" y="1873048"/>
          <a:ext cx="9891457" cy="401340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53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980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980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823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 smtClean="0">
                          <a:solidFill>
                            <a:schemeClr val="bg1"/>
                          </a:solidFill>
                          <a:latin typeface="Rix고딕 B" pitchFamily="18" charset="-127"/>
                          <a:ea typeface="Rix고딕 B" pitchFamily="18" charset="-127"/>
                        </a:rPr>
                        <a:t>구분</a:t>
                      </a:r>
                      <a:endParaRPr lang="ko-KR" altLang="en-US" sz="1600" b="0" dirty="0">
                        <a:solidFill>
                          <a:schemeClr val="bg1"/>
                        </a:solidFill>
                        <a:latin typeface="Rix고딕 B" pitchFamily="18" charset="-127"/>
                        <a:ea typeface="Rix고딕 B" pitchFamily="18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ltUpDiag">
                      <a:fgClr>
                        <a:schemeClr val="accent1">
                          <a:lumMod val="75000"/>
                        </a:schemeClr>
                      </a:fgClr>
                      <a:bgClr>
                        <a:schemeClr val="accent5">
                          <a:lumMod val="75000"/>
                        </a:schemeClr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 smtClean="0">
                          <a:solidFill>
                            <a:schemeClr val="bg1"/>
                          </a:solidFill>
                          <a:latin typeface="Rix고딕 B" pitchFamily="18" charset="-127"/>
                          <a:ea typeface="Rix고딕 B" pitchFamily="18" charset="-127"/>
                        </a:rPr>
                        <a:t>일반적 인프라 구축 사업</a:t>
                      </a:r>
                      <a:endParaRPr lang="ko-KR" altLang="en-US" sz="1600" b="0" dirty="0">
                        <a:solidFill>
                          <a:schemeClr val="bg1"/>
                        </a:solidFill>
                        <a:latin typeface="Rix고딕 B" pitchFamily="18" charset="-127"/>
                        <a:ea typeface="Rix고딕 B" pitchFamily="18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ltUpDiag">
                      <a:fgClr>
                        <a:schemeClr val="accent1">
                          <a:lumMod val="75000"/>
                        </a:schemeClr>
                      </a:fgClr>
                      <a:bgClr>
                        <a:schemeClr val="accent5">
                          <a:lumMod val="75000"/>
                        </a:schemeClr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 smtClean="0">
                          <a:solidFill>
                            <a:schemeClr val="bg1"/>
                          </a:solidFill>
                          <a:latin typeface="Rix고딕 B" pitchFamily="18" charset="-127"/>
                          <a:ea typeface="Rix고딕 B" pitchFamily="18" charset="-127"/>
                        </a:rPr>
                        <a:t>본 사업</a:t>
                      </a:r>
                      <a:endParaRPr lang="ko-KR" altLang="en-US" sz="1600" b="0" dirty="0">
                        <a:solidFill>
                          <a:schemeClr val="bg1"/>
                        </a:solidFill>
                        <a:latin typeface="Rix고딕 B" pitchFamily="18" charset="-127"/>
                        <a:ea typeface="Rix고딕 B" pitchFamily="18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ltUpDiag">
                      <a:fgClr>
                        <a:schemeClr val="accent1">
                          <a:lumMod val="75000"/>
                        </a:schemeClr>
                      </a:fgClr>
                      <a:bgClr>
                        <a:schemeClr val="accent5">
                          <a:lumMod val="75000"/>
                        </a:schemeClr>
                      </a:bgClr>
                    </a:patt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812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500" b="0" dirty="0" smtClean="0">
                          <a:latin typeface="Rix고딕 B" pitchFamily="18" charset="-127"/>
                          <a:ea typeface="Rix고딕 B" pitchFamily="18" charset="-127"/>
                        </a:rPr>
                        <a:t>대상 시스템</a:t>
                      </a:r>
                      <a:endParaRPr lang="ko-KR" altLang="en-US" sz="1500" b="0" dirty="0">
                        <a:latin typeface="Rix고딕 B" pitchFamily="18" charset="-127"/>
                        <a:ea typeface="Rix고딕 B" pitchFamily="18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ltUpDiag">
                      <a:fgClr>
                        <a:schemeClr val="bg1">
                          <a:lumMod val="8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180000" indent="-108000" algn="l" defTabSz="995685" rtl="0" eaLnBrk="1" latinLnBrk="1" hangingPunct="1"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500" b="0" kern="1200" dirty="0" smtClean="0">
                          <a:solidFill>
                            <a:schemeClr val="dk1"/>
                          </a:solidFill>
                          <a:latin typeface="Rix고딕 M" pitchFamily="18" charset="-127"/>
                          <a:ea typeface="Rix고딕 M" pitchFamily="18" charset="-127"/>
                          <a:cs typeface="+mn-cs"/>
                        </a:rPr>
                        <a:t>네트워크 장비</a:t>
                      </a:r>
                      <a:r>
                        <a:rPr lang="en-US" altLang="ko-KR" sz="1500" b="0" kern="1200" dirty="0" smtClean="0">
                          <a:solidFill>
                            <a:schemeClr val="dk1"/>
                          </a:solidFill>
                          <a:latin typeface="Rix고딕 M" pitchFamily="18" charset="-127"/>
                          <a:ea typeface="Rix고딕 M" pitchFamily="18" charset="-127"/>
                          <a:cs typeface="+mn-cs"/>
                        </a:rPr>
                        <a:t>, </a:t>
                      </a:r>
                      <a:r>
                        <a:rPr lang="ko-KR" altLang="en-US" sz="1500" b="0" kern="1200" dirty="0" smtClean="0">
                          <a:solidFill>
                            <a:schemeClr val="dk1"/>
                          </a:solidFill>
                          <a:latin typeface="Rix고딕 M" pitchFamily="18" charset="-127"/>
                          <a:ea typeface="Rix고딕 M" pitchFamily="18" charset="-127"/>
                          <a:cs typeface="+mn-cs"/>
                        </a:rPr>
                        <a:t>보안 장비</a:t>
                      </a:r>
                      <a:endParaRPr lang="ko-KR" altLang="en-US" sz="1500" b="0" kern="1200" dirty="0">
                        <a:solidFill>
                          <a:schemeClr val="dk1"/>
                        </a:solidFill>
                        <a:latin typeface="Rix고딕 M" pitchFamily="18" charset="-127"/>
                        <a:ea typeface="Rix고딕 M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000" indent="-108000" algn="l" defTabSz="995685" rtl="0" eaLnBrk="1" latinLnBrk="1" hangingPunct="1"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500" b="0" kern="1200" dirty="0" smtClean="0">
                          <a:solidFill>
                            <a:schemeClr val="dk1"/>
                          </a:solidFill>
                          <a:latin typeface="Rix고딕 M" pitchFamily="18" charset="-127"/>
                          <a:ea typeface="Rix고딕 M" pitchFamily="18" charset="-127"/>
                          <a:cs typeface="+mn-cs"/>
                        </a:rPr>
                        <a:t>보안 장비는 군 정보보호 체계 활용</a:t>
                      </a:r>
                      <a:endParaRPr lang="ko-KR" altLang="en-US" sz="1500" b="0" kern="1200" dirty="0">
                        <a:solidFill>
                          <a:schemeClr val="dk1"/>
                        </a:solidFill>
                        <a:latin typeface="Rix고딕 M" pitchFamily="18" charset="-127"/>
                        <a:ea typeface="Rix고딕 M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812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500" b="0" dirty="0" err="1" smtClean="0">
                          <a:latin typeface="Rix고딕 B" pitchFamily="18" charset="-127"/>
                          <a:ea typeface="Rix고딕 B" pitchFamily="18" charset="-127"/>
                        </a:rPr>
                        <a:t>특</a:t>
                      </a:r>
                      <a:r>
                        <a:rPr lang="ko-KR" altLang="en-US" sz="1500" b="0" dirty="0" smtClean="0">
                          <a:latin typeface="Rix고딕 B" pitchFamily="18" charset="-127"/>
                          <a:ea typeface="Rix고딕 B" pitchFamily="18" charset="-127"/>
                        </a:rPr>
                        <a:t>      징</a:t>
                      </a:r>
                      <a:endParaRPr lang="ko-KR" altLang="en-US" sz="1500" b="0" dirty="0">
                        <a:latin typeface="Rix고딕 B" pitchFamily="18" charset="-127"/>
                        <a:ea typeface="Rix고딕 B" pitchFamily="18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ltUpDiag">
                      <a:fgClr>
                        <a:schemeClr val="bg1">
                          <a:lumMod val="8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180000" indent="-108000" algn="l" defTabSz="995685" rtl="0" eaLnBrk="1" latinLnBrk="1" hangingPunct="1"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500" b="0" kern="1200" dirty="0" smtClean="0">
                          <a:solidFill>
                            <a:schemeClr val="dk1"/>
                          </a:solidFill>
                          <a:latin typeface="Rix고딕 M" pitchFamily="18" charset="-127"/>
                          <a:ea typeface="Rix고딕 M" pitchFamily="18" charset="-127"/>
                          <a:cs typeface="+mn-cs"/>
                        </a:rPr>
                        <a:t>공공</a:t>
                      </a:r>
                      <a:r>
                        <a:rPr lang="en-US" altLang="ko-KR" sz="1500" b="0" kern="1200" dirty="0" smtClean="0">
                          <a:solidFill>
                            <a:schemeClr val="dk1"/>
                          </a:solidFill>
                          <a:latin typeface="Rix고딕 M" pitchFamily="18" charset="-127"/>
                          <a:ea typeface="Rix고딕 M" pitchFamily="18" charset="-127"/>
                          <a:cs typeface="+mn-cs"/>
                        </a:rPr>
                        <a:t>, </a:t>
                      </a:r>
                      <a:r>
                        <a:rPr lang="ko-KR" altLang="en-US" sz="1500" b="0" kern="1200" dirty="0" smtClean="0">
                          <a:solidFill>
                            <a:schemeClr val="dk1"/>
                          </a:solidFill>
                          <a:latin typeface="Rix고딕 M" pitchFamily="18" charset="-127"/>
                          <a:ea typeface="Rix고딕 M" pitchFamily="18" charset="-127"/>
                          <a:cs typeface="+mn-cs"/>
                        </a:rPr>
                        <a:t>민간 사업 수행 프로세스에 따름</a:t>
                      </a:r>
                      <a:endParaRPr lang="ko-KR" altLang="en-US" sz="1500" b="0" kern="1200" dirty="0">
                        <a:solidFill>
                          <a:schemeClr val="dk1"/>
                        </a:solidFill>
                        <a:latin typeface="Rix고딕 M" pitchFamily="18" charset="-127"/>
                        <a:ea typeface="Rix고딕 M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000" indent="-108000" algn="l" defTabSz="995685" rtl="0" eaLnBrk="1" latinLnBrk="1" hangingPunct="1"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500" b="0" kern="1200" dirty="0" smtClean="0">
                          <a:solidFill>
                            <a:schemeClr val="dk1"/>
                          </a:solidFill>
                          <a:latin typeface="Rix고딕 M" pitchFamily="18" charset="-127"/>
                          <a:ea typeface="Rix고딕 M" pitchFamily="18" charset="-127"/>
                          <a:cs typeface="+mn-cs"/>
                        </a:rPr>
                        <a:t>군 사업 프로세스에 따름</a:t>
                      </a:r>
                      <a:endParaRPr lang="en-US" altLang="ko-KR" sz="1500" b="0" kern="1200" dirty="0" smtClean="0">
                        <a:solidFill>
                          <a:schemeClr val="dk1"/>
                        </a:solidFill>
                        <a:latin typeface="Rix고딕 M" pitchFamily="18" charset="-127"/>
                        <a:ea typeface="Rix고딕 M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0234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500" b="0" dirty="0" smtClean="0">
                          <a:latin typeface="Rix고딕 B" pitchFamily="18" charset="-127"/>
                          <a:ea typeface="Rix고딕 B" pitchFamily="18" charset="-127"/>
                        </a:rPr>
                        <a:t>소요 인력</a:t>
                      </a:r>
                      <a:endParaRPr lang="ko-KR" altLang="en-US" sz="1500" b="0" dirty="0">
                        <a:latin typeface="Rix고딕 B" pitchFamily="18" charset="-127"/>
                        <a:ea typeface="Rix고딕 B" pitchFamily="18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ltUpDiag">
                      <a:fgClr>
                        <a:schemeClr val="bg1">
                          <a:lumMod val="8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180000" indent="-108000" algn="l" defTabSz="995685" rtl="0" eaLnBrk="1" latinLnBrk="1" hangingPunct="1"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500" b="0" kern="1200" dirty="0" smtClean="0">
                          <a:solidFill>
                            <a:schemeClr val="dk1"/>
                          </a:solidFill>
                          <a:latin typeface="Rix고딕 M" pitchFamily="18" charset="-127"/>
                          <a:ea typeface="Rix고딕 M" pitchFamily="18" charset="-127"/>
                          <a:cs typeface="+mn-cs"/>
                        </a:rPr>
                        <a:t>일반 </a:t>
                      </a:r>
                      <a:r>
                        <a:rPr lang="en-US" altLang="ko-KR" sz="1500" b="0" kern="1200" dirty="0" smtClean="0">
                          <a:solidFill>
                            <a:schemeClr val="dk1"/>
                          </a:solidFill>
                          <a:latin typeface="Rix고딕 M" pitchFamily="18" charset="-127"/>
                          <a:ea typeface="Rix고딕 M" pitchFamily="18" charset="-127"/>
                          <a:cs typeface="+mn-cs"/>
                        </a:rPr>
                        <a:t>NW </a:t>
                      </a:r>
                      <a:r>
                        <a:rPr lang="ko-KR" altLang="en-US" sz="1500" b="0" kern="1200" dirty="0" smtClean="0">
                          <a:solidFill>
                            <a:schemeClr val="dk1"/>
                          </a:solidFill>
                          <a:latin typeface="Rix고딕 M" pitchFamily="18" charset="-127"/>
                          <a:ea typeface="Rix고딕 M" pitchFamily="18" charset="-127"/>
                          <a:cs typeface="+mn-cs"/>
                        </a:rPr>
                        <a:t>엔지니어</a:t>
                      </a:r>
                      <a:endParaRPr lang="en-US" altLang="ko-KR" sz="1500" b="0" kern="1200" dirty="0" smtClean="0">
                        <a:solidFill>
                          <a:schemeClr val="dk1"/>
                        </a:solidFill>
                        <a:latin typeface="Rix고딕 M" pitchFamily="18" charset="-127"/>
                        <a:ea typeface="Rix고딕 M" pitchFamily="18" charset="-127"/>
                        <a:cs typeface="+mn-cs"/>
                      </a:endParaRPr>
                    </a:p>
                    <a:p>
                      <a:pPr marL="180000" indent="-108000" algn="l" defTabSz="995685" rtl="0" eaLnBrk="1" latinLnBrk="1" hangingPunct="1"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500" b="0" kern="1200" dirty="0" smtClean="0">
                          <a:solidFill>
                            <a:schemeClr val="dk1"/>
                          </a:solidFill>
                          <a:latin typeface="Rix고딕 M" pitchFamily="18" charset="-127"/>
                          <a:ea typeface="Rix고딕 M" pitchFamily="18" charset="-127"/>
                          <a:cs typeface="+mn-cs"/>
                        </a:rPr>
                        <a:t>구축 전문 사업관리자</a:t>
                      </a:r>
                      <a:endParaRPr lang="ko-KR" altLang="en-US" sz="1500" b="0" kern="1200" dirty="0">
                        <a:solidFill>
                          <a:schemeClr val="dk1"/>
                        </a:solidFill>
                        <a:latin typeface="Rix고딕 M" pitchFamily="18" charset="-127"/>
                        <a:ea typeface="Rix고딕 M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000" indent="-108000" algn="l" defTabSz="995685" rtl="0" eaLnBrk="1" latinLnBrk="1" hangingPunct="1"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500" b="0" kern="1200" dirty="0" smtClean="0">
                          <a:solidFill>
                            <a:schemeClr val="dk1"/>
                          </a:solidFill>
                          <a:latin typeface="Rix고딕 M" pitchFamily="18" charset="-127"/>
                          <a:ea typeface="Rix고딕 M" pitchFamily="18" charset="-127"/>
                          <a:cs typeface="+mn-cs"/>
                        </a:rPr>
                        <a:t>NW </a:t>
                      </a:r>
                      <a:r>
                        <a:rPr lang="ko-KR" altLang="en-US" sz="1500" b="0" kern="1200" dirty="0" smtClean="0">
                          <a:solidFill>
                            <a:schemeClr val="dk1"/>
                          </a:solidFill>
                          <a:latin typeface="Rix고딕 M" pitchFamily="18" charset="-127"/>
                          <a:ea typeface="Rix고딕 M" pitchFamily="18" charset="-127"/>
                          <a:cs typeface="+mn-cs"/>
                        </a:rPr>
                        <a:t>엔지니어</a:t>
                      </a:r>
                      <a:endParaRPr lang="en-US" altLang="ko-KR" sz="1500" b="0" kern="1200" dirty="0" smtClean="0">
                        <a:solidFill>
                          <a:schemeClr val="dk1"/>
                        </a:solidFill>
                        <a:latin typeface="Rix고딕 M" pitchFamily="18" charset="-127"/>
                        <a:ea typeface="Rix고딕 M" pitchFamily="18" charset="-127"/>
                        <a:cs typeface="+mn-cs"/>
                      </a:endParaRPr>
                    </a:p>
                    <a:p>
                      <a:pPr marL="180000" indent="-108000" algn="l" defTabSz="995685" rtl="0" eaLnBrk="1" latinLnBrk="1" hangingPunct="1"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500" b="0" kern="1200" dirty="0" smtClean="0">
                          <a:solidFill>
                            <a:schemeClr val="dk1"/>
                          </a:solidFill>
                          <a:latin typeface="Rix고딕 M" pitchFamily="18" charset="-127"/>
                          <a:ea typeface="Rix고딕 M" pitchFamily="18" charset="-127"/>
                          <a:cs typeface="+mn-cs"/>
                        </a:rPr>
                        <a:t>군사 전문가 필요</a:t>
                      </a:r>
                      <a:endParaRPr lang="ko-KR" altLang="en-US" sz="1500" b="0" kern="1200" dirty="0">
                        <a:solidFill>
                          <a:schemeClr val="dk1"/>
                        </a:solidFill>
                        <a:latin typeface="Rix고딕 M" pitchFamily="18" charset="-127"/>
                        <a:ea typeface="Rix고딕 M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42656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500" b="0" dirty="0" smtClean="0">
                          <a:latin typeface="Rix고딕 B" pitchFamily="18" charset="-127"/>
                          <a:ea typeface="Rix고딕 B" pitchFamily="18" charset="-127"/>
                        </a:rPr>
                        <a:t>제안사 경험</a:t>
                      </a:r>
                      <a:endParaRPr lang="ko-KR" altLang="en-US" sz="1500" b="0" dirty="0">
                        <a:latin typeface="Rix고딕 B" pitchFamily="18" charset="-127"/>
                        <a:ea typeface="Rix고딕 B" pitchFamily="18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ltUpDiag">
                      <a:fgClr>
                        <a:schemeClr val="bg1">
                          <a:lumMod val="8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180000" indent="-108000" algn="l" defTabSz="995685" rtl="0" eaLnBrk="1" latinLnBrk="1" hangingPunct="1"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500" b="0" kern="1200" dirty="0" smtClean="0">
                          <a:solidFill>
                            <a:schemeClr val="dk1"/>
                          </a:solidFill>
                          <a:latin typeface="Rix고딕 M" pitchFamily="18" charset="-127"/>
                          <a:ea typeface="Rix고딕 M" pitchFamily="18" charset="-127"/>
                          <a:cs typeface="+mn-cs"/>
                        </a:rPr>
                        <a:t>대형 사업을 통한 사업수행 노하우 확보</a:t>
                      </a:r>
                      <a:endParaRPr lang="en-US" altLang="ko-KR" sz="1500" b="0" kern="1200" dirty="0" smtClean="0">
                        <a:solidFill>
                          <a:schemeClr val="dk1"/>
                        </a:solidFill>
                        <a:latin typeface="Rix고딕 M" pitchFamily="18" charset="-127"/>
                        <a:ea typeface="Rix고딕 M" pitchFamily="18" charset="-127"/>
                        <a:cs typeface="+mn-cs"/>
                      </a:endParaRPr>
                    </a:p>
                    <a:p>
                      <a:pPr marL="180000" indent="-108000" algn="l" defTabSz="995685" rtl="0" eaLnBrk="1" latinLnBrk="1" hangingPunct="1"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500" b="0" kern="1200" dirty="0" smtClean="0">
                          <a:solidFill>
                            <a:schemeClr val="dk1"/>
                          </a:solidFill>
                          <a:latin typeface="Rix고딕 M" pitchFamily="18" charset="-127"/>
                          <a:ea typeface="Rix고딕 M" pitchFamily="18" charset="-127"/>
                          <a:cs typeface="+mn-cs"/>
                        </a:rPr>
                        <a:t>하드웨어</a:t>
                      </a:r>
                      <a:r>
                        <a:rPr lang="en-US" altLang="ko-KR" sz="1500" b="0" kern="1200" dirty="0" smtClean="0">
                          <a:solidFill>
                            <a:schemeClr val="dk1"/>
                          </a:solidFill>
                          <a:latin typeface="Rix고딕 M" pitchFamily="18" charset="-127"/>
                          <a:ea typeface="Rix고딕 M" pitchFamily="18" charset="-127"/>
                          <a:cs typeface="+mn-cs"/>
                        </a:rPr>
                        <a:t>, </a:t>
                      </a:r>
                      <a:r>
                        <a:rPr lang="ko-KR" altLang="en-US" sz="1500" b="0" kern="1200" dirty="0" smtClean="0">
                          <a:solidFill>
                            <a:schemeClr val="dk1"/>
                          </a:solidFill>
                          <a:latin typeface="Rix고딕 M" pitchFamily="18" charset="-127"/>
                          <a:ea typeface="Rix고딕 M" pitchFamily="18" charset="-127"/>
                          <a:cs typeface="+mn-cs"/>
                        </a:rPr>
                        <a:t>소프트웨어 등 다양한 사업 경험</a:t>
                      </a:r>
                      <a:endParaRPr lang="ko-KR" altLang="en-US" sz="1500" b="0" kern="1200" dirty="0">
                        <a:solidFill>
                          <a:schemeClr val="dk1"/>
                        </a:solidFill>
                        <a:latin typeface="Rix고딕 M" pitchFamily="18" charset="-127"/>
                        <a:ea typeface="Rix고딕 M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000" indent="-108000" algn="l" defTabSz="995685" rtl="0" eaLnBrk="1" latinLnBrk="1" hangingPunct="1"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500" b="0" kern="1200" dirty="0" smtClean="0">
                          <a:solidFill>
                            <a:schemeClr val="dk1"/>
                          </a:solidFill>
                          <a:latin typeface="Rix고딕 M" pitchFamily="18" charset="-127"/>
                          <a:ea typeface="Rix고딕 M" pitchFamily="18" charset="-127"/>
                          <a:cs typeface="+mn-cs"/>
                        </a:rPr>
                        <a:t>제안 </a:t>
                      </a:r>
                      <a:r>
                        <a:rPr lang="en-US" altLang="ko-KR" sz="1500" b="0" kern="1200" dirty="0" smtClean="0">
                          <a:solidFill>
                            <a:schemeClr val="dk1"/>
                          </a:solidFill>
                          <a:latin typeface="Rix고딕 M" pitchFamily="18" charset="-127"/>
                          <a:ea typeface="Rix고딕 M" pitchFamily="18" charset="-127"/>
                          <a:cs typeface="+mn-cs"/>
                        </a:rPr>
                        <a:t>PM</a:t>
                      </a:r>
                      <a:r>
                        <a:rPr lang="ko-KR" altLang="en-US" sz="1500" b="0" kern="1200" dirty="0" smtClean="0">
                          <a:solidFill>
                            <a:schemeClr val="dk1"/>
                          </a:solidFill>
                          <a:latin typeface="Rix고딕 M" pitchFamily="18" charset="-127"/>
                          <a:ea typeface="Rix고딕 M" pitchFamily="18" charset="-127"/>
                          <a:cs typeface="+mn-cs"/>
                        </a:rPr>
                        <a:t>의 군 경험</a:t>
                      </a:r>
                      <a:endParaRPr lang="en-US" altLang="ko-KR" sz="1500" b="0" kern="1200" dirty="0" smtClean="0">
                        <a:solidFill>
                          <a:schemeClr val="dk1"/>
                        </a:solidFill>
                        <a:latin typeface="Rix고딕 M" pitchFamily="18" charset="-127"/>
                        <a:ea typeface="Rix고딕 M" pitchFamily="18" charset="-127"/>
                        <a:cs typeface="+mn-cs"/>
                      </a:endParaRPr>
                    </a:p>
                    <a:p>
                      <a:pPr marL="180000" indent="-108000" algn="l" defTabSz="995685" rtl="0" eaLnBrk="1" latinLnBrk="1" hangingPunct="1"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500" b="0" kern="1200" dirty="0" smtClean="0">
                          <a:solidFill>
                            <a:schemeClr val="dk1"/>
                          </a:solidFill>
                          <a:latin typeface="Rix고딕 M" pitchFamily="18" charset="-127"/>
                          <a:ea typeface="Rix고딕 M" pitchFamily="18" charset="-127"/>
                          <a:cs typeface="+mn-cs"/>
                        </a:rPr>
                        <a:t>군사 전문가의 군 경험</a:t>
                      </a:r>
                      <a:endParaRPr lang="en-US" altLang="ko-KR" sz="1500" b="0" kern="1200" dirty="0" smtClean="0">
                        <a:solidFill>
                          <a:schemeClr val="dk1"/>
                        </a:solidFill>
                        <a:latin typeface="Rix고딕 M" pitchFamily="18" charset="-127"/>
                        <a:ea typeface="Rix고딕 M" pitchFamily="18" charset="-127"/>
                        <a:cs typeface="+mn-cs"/>
                      </a:endParaRPr>
                    </a:p>
                    <a:p>
                      <a:pPr marL="180000" indent="-108000" algn="l" defTabSz="995685" rtl="0" eaLnBrk="1" latinLnBrk="1" hangingPunct="1"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500" b="0" kern="1200" dirty="0" smtClean="0">
                          <a:solidFill>
                            <a:schemeClr val="dk1"/>
                          </a:solidFill>
                          <a:latin typeface="Rix고딕 M" pitchFamily="18" charset="-127"/>
                          <a:ea typeface="Rix고딕 M" pitchFamily="18" charset="-127"/>
                          <a:cs typeface="+mn-cs"/>
                        </a:rPr>
                        <a:t>해군</a:t>
                      </a:r>
                      <a:r>
                        <a:rPr lang="en-US" altLang="ko-KR" sz="1500" b="0" kern="1200" dirty="0" smtClean="0">
                          <a:solidFill>
                            <a:schemeClr val="dk1"/>
                          </a:solidFill>
                          <a:latin typeface="Rix고딕 M" pitchFamily="18" charset="-127"/>
                          <a:ea typeface="Rix고딕 M" pitchFamily="18" charset="-127"/>
                          <a:cs typeface="+mn-cs"/>
                        </a:rPr>
                        <a:t>, </a:t>
                      </a:r>
                      <a:r>
                        <a:rPr lang="ko-KR" altLang="en-US" sz="1500" b="0" kern="1200" dirty="0" smtClean="0">
                          <a:solidFill>
                            <a:schemeClr val="dk1"/>
                          </a:solidFill>
                          <a:latin typeface="Rix고딕 M" pitchFamily="18" charset="-127"/>
                          <a:ea typeface="Rix고딕 M" pitchFamily="18" charset="-127"/>
                          <a:cs typeface="+mn-cs"/>
                        </a:rPr>
                        <a:t>공군 군 사업 경험</a:t>
                      </a:r>
                      <a:endParaRPr lang="ko-KR" altLang="en-US" sz="1500" b="0" kern="1200" dirty="0">
                        <a:solidFill>
                          <a:schemeClr val="dk1"/>
                        </a:solidFill>
                        <a:latin typeface="Rix고딕 M" pitchFamily="18" charset="-127"/>
                        <a:ea typeface="Rix고딕 M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918801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직사각형 60"/>
          <p:cNvSpPr/>
          <p:nvPr/>
        </p:nvSpPr>
        <p:spPr>
          <a:xfrm>
            <a:off x="0" y="307090"/>
            <a:ext cx="10693400" cy="46218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 cap="rnd" cmpd="sng">
            <a:noFill/>
            <a:prstDash val="solid"/>
            <a:headEnd type="none" w="lg" len="med"/>
            <a:tailEnd type="none" w="lg" len="med"/>
          </a:ln>
          <a:effectLst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none" lIns="99569" tIns="172873" rIns="99569" bIns="49785"/>
          <a:lstStyle/>
          <a:p>
            <a:pPr algn="ctr" latinLnBrk="0"/>
            <a:endParaRPr lang="ko-KR" altLang="en-US" sz="1700" b="1" dirty="0">
              <a:gradFill>
                <a:gsLst>
                  <a:gs pos="0">
                    <a:prstClr val="white"/>
                  </a:gs>
                  <a:gs pos="100000">
                    <a:prstClr val="white"/>
                  </a:gs>
                </a:gsLst>
                <a:lin ang="5400000" scaled="0"/>
              </a:gra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고도 B" panose="02000503000000020004" pitchFamily="2" charset="-127"/>
              <a:ea typeface="고도 B" panose="02000503000000020004" pitchFamily="2" charset="-127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347918" y="357032"/>
            <a:ext cx="8148382" cy="369332"/>
          </a:xfrm>
          <a:prstGeom prst="rect">
            <a:avLst/>
          </a:prstGeom>
          <a:noFill/>
          <a:ln w="6350">
            <a:noFill/>
          </a:ln>
          <a:effectLst/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 anchorCtr="0">
            <a:spAutoFit/>
            <a:sp3d>
              <a:bevelT w="0" h="0"/>
              <a:contourClr>
                <a:schemeClr val="bg1"/>
              </a:contourClr>
            </a:sp3d>
          </a:bodyPr>
          <a:lstStyle>
            <a:defPPr>
              <a:defRPr lang="ko-KR"/>
            </a:defPPr>
            <a:lvl1pPr lvl="0" indent="0" defTabSz="801639" latinLnBrk="0">
              <a:lnSpc>
                <a:spcPct val="100000"/>
              </a:lnSpc>
              <a:spcBef>
                <a:spcPts val="88"/>
              </a:spcBef>
              <a:spcAft>
                <a:spcPts val="88"/>
              </a:spcAft>
              <a:defRPr sz="2400" spc="0">
                <a:ln>
                  <a:solidFill>
                    <a:prstClr val="white">
                      <a:alpha val="10000"/>
                    </a:prstClr>
                  </a:solidFill>
                </a:ln>
                <a:solidFill>
                  <a:prstClr val="white"/>
                </a:solidFill>
                <a:effectLst/>
                <a:latin typeface="나눔고딕 ExtraBold" panose="020D0904000000000000" pitchFamily="50" charset="-127"/>
                <a:ea typeface="나눔고딕 ExtraBold" panose="020D0904000000000000" pitchFamily="50" charset="-127"/>
              </a:defRPr>
            </a:lvl1pPr>
          </a:lstStyle>
          <a:p>
            <a:r>
              <a:rPr lang="en-US" altLang="ko-KR" spc="-150" dirty="0" smtClean="0">
                <a:solidFill>
                  <a:schemeClr val="tx1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Q5. </a:t>
            </a:r>
            <a:r>
              <a:rPr lang="en-US" altLang="ko-KR" spc="-150" dirty="0">
                <a:solidFill>
                  <a:schemeClr val="tx1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SLA</a:t>
            </a:r>
            <a:r>
              <a:rPr lang="ko-KR" altLang="en-US" spc="-150" dirty="0">
                <a:solidFill>
                  <a:schemeClr val="tx1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관리 방안</a:t>
            </a:r>
            <a:r>
              <a:rPr lang="en-US" altLang="ko-KR" spc="-150" dirty="0">
                <a:solidFill>
                  <a:schemeClr val="tx1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(1/2)</a:t>
            </a:r>
          </a:p>
        </p:txBody>
      </p:sp>
      <p:sp>
        <p:nvSpPr>
          <p:cNvPr id="63" name="직사각형 62"/>
          <p:cNvSpPr/>
          <p:nvPr/>
        </p:nvSpPr>
        <p:spPr>
          <a:xfrm>
            <a:off x="0" y="776868"/>
            <a:ext cx="10693400" cy="566158"/>
          </a:xfrm>
          <a:prstGeom prst="rect">
            <a:avLst/>
          </a:prstGeom>
          <a:solidFill>
            <a:srgbClr val="2F6495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 lang="ko-KR" altLang="en-US" dirty="0"/>
          </a:p>
        </p:txBody>
      </p:sp>
      <p:sp>
        <p:nvSpPr>
          <p:cNvPr id="64" name="TextBox 63"/>
          <p:cNvSpPr txBox="1"/>
          <p:nvPr/>
        </p:nvSpPr>
        <p:spPr>
          <a:xfrm>
            <a:off x="357442" y="920807"/>
            <a:ext cx="10043857" cy="304699"/>
          </a:xfrm>
          <a:prstGeom prst="rect">
            <a:avLst/>
          </a:prstGeom>
          <a:noFill/>
          <a:ln w="6350">
            <a:noFill/>
          </a:ln>
          <a:effectLst/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 anchorCtr="0">
            <a:spAutoFit/>
            <a:sp3d>
              <a:bevelT w="0" h="0"/>
              <a:contourClr>
                <a:schemeClr val="bg1"/>
              </a:contourClr>
            </a:sp3d>
          </a:bodyPr>
          <a:lstStyle>
            <a:defPPr>
              <a:defRPr lang="ko-KR"/>
            </a:defPPr>
            <a:lvl1pPr lvl="0" indent="0" defTabSz="801639" latinLnBrk="0">
              <a:lnSpc>
                <a:spcPct val="100000"/>
              </a:lnSpc>
              <a:spcBef>
                <a:spcPts val="88"/>
              </a:spcBef>
              <a:spcAft>
                <a:spcPts val="88"/>
              </a:spcAft>
              <a:defRPr sz="2400" spc="0">
                <a:ln>
                  <a:solidFill>
                    <a:prstClr val="white">
                      <a:alpha val="10000"/>
                    </a:prstClr>
                  </a:solidFill>
                </a:ln>
                <a:solidFill>
                  <a:prstClr val="white"/>
                </a:solidFill>
                <a:effectLst/>
                <a:latin typeface="나눔고딕 ExtraBold" panose="020D0904000000000000" pitchFamily="50" charset="-127"/>
                <a:ea typeface="나눔고딕 ExtraBold" panose="020D0904000000000000" pitchFamily="50" charset="-127"/>
              </a:defRPr>
            </a:lvl1pPr>
          </a:lstStyle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800" spc="-100" dirty="0">
                <a:solidFill>
                  <a:schemeClr val="bg1"/>
                </a:solidFill>
                <a:latin typeface="Rix고딕 M" pitchFamily="18" charset="-127"/>
                <a:ea typeface="Rix고딕 M" pitchFamily="18" charset="-127"/>
              </a:rPr>
              <a:t>ITSM</a:t>
            </a:r>
            <a:r>
              <a:rPr lang="ko-KR" altLang="en-US" sz="1800" spc="-100" dirty="0">
                <a:solidFill>
                  <a:schemeClr val="bg1"/>
                </a:solidFill>
                <a:latin typeface="Rix고딕 M" pitchFamily="18" charset="-127"/>
                <a:ea typeface="Rix고딕 M" pitchFamily="18" charset="-127"/>
              </a:rPr>
              <a:t>에 의한 </a:t>
            </a:r>
            <a:r>
              <a:rPr lang="en-US" altLang="ko-KR" sz="1800" spc="-100" dirty="0">
                <a:solidFill>
                  <a:schemeClr val="bg1"/>
                </a:solidFill>
                <a:latin typeface="Rix고딕 M" pitchFamily="18" charset="-127"/>
                <a:ea typeface="Rix고딕 M" pitchFamily="18" charset="-127"/>
              </a:rPr>
              <a:t>SLA </a:t>
            </a:r>
            <a:r>
              <a:rPr lang="ko-KR" altLang="en-US" sz="1800" spc="-100" dirty="0">
                <a:solidFill>
                  <a:schemeClr val="bg1"/>
                </a:solidFill>
                <a:latin typeface="Rix고딕 M" pitchFamily="18" charset="-127"/>
                <a:ea typeface="Rix고딕 M" pitchFamily="18" charset="-127"/>
              </a:rPr>
              <a:t>지표 관리로 無 장애</a:t>
            </a:r>
            <a:r>
              <a:rPr lang="en-US" altLang="ko-KR" sz="1800" spc="-100" dirty="0">
                <a:solidFill>
                  <a:schemeClr val="bg1"/>
                </a:solidFill>
                <a:latin typeface="Rix고딕 M" pitchFamily="18" charset="-127"/>
                <a:ea typeface="Rix고딕 M" pitchFamily="18" charset="-127"/>
              </a:rPr>
              <a:t>, </a:t>
            </a:r>
            <a:r>
              <a:rPr lang="ko-KR" altLang="en-US" sz="1800" spc="-100" dirty="0">
                <a:solidFill>
                  <a:schemeClr val="bg1"/>
                </a:solidFill>
                <a:latin typeface="Rix고딕 M" pitchFamily="18" charset="-127"/>
                <a:ea typeface="Rix고딕 M" pitchFamily="18" charset="-127"/>
              </a:rPr>
              <a:t>無 </a:t>
            </a:r>
            <a:r>
              <a:rPr lang="ko-KR" altLang="en-US" sz="1800" spc="-100" dirty="0" smtClean="0">
                <a:solidFill>
                  <a:schemeClr val="bg1"/>
                </a:solidFill>
                <a:latin typeface="Rix고딕 M" pitchFamily="18" charset="-127"/>
                <a:ea typeface="Rix고딕 M" pitchFamily="18" charset="-127"/>
              </a:rPr>
              <a:t>휴먼에러</a:t>
            </a:r>
            <a:r>
              <a:rPr lang="en-US" altLang="ko-KR" sz="1800" spc="-100" dirty="0">
                <a:solidFill>
                  <a:schemeClr val="bg1"/>
                </a:solidFill>
                <a:latin typeface="Rix고딕 M" pitchFamily="18" charset="-127"/>
                <a:ea typeface="Rix고딕 M" pitchFamily="18" charset="-127"/>
              </a:rPr>
              <a:t>, </a:t>
            </a:r>
            <a:r>
              <a:rPr lang="ko-KR" altLang="en-US" sz="1800" spc="-100" dirty="0">
                <a:solidFill>
                  <a:schemeClr val="bg1"/>
                </a:solidFill>
                <a:latin typeface="Rix고딕 M" pitchFamily="18" charset="-127"/>
                <a:ea typeface="Rix고딕 M" pitchFamily="18" charset="-127"/>
              </a:rPr>
              <a:t>無 보안위반</a:t>
            </a:r>
          </a:p>
        </p:txBody>
      </p:sp>
      <p:sp>
        <p:nvSpPr>
          <p:cNvPr id="65" name="직사각형 182"/>
          <p:cNvSpPr/>
          <p:nvPr/>
        </p:nvSpPr>
        <p:spPr>
          <a:xfrm rot="10800000">
            <a:off x="8811150" y="2052539"/>
            <a:ext cx="361357" cy="2553508"/>
          </a:xfrm>
          <a:custGeom>
            <a:avLst/>
            <a:gdLst>
              <a:gd name="connsiteX0" fmla="*/ 0 w 504056"/>
              <a:gd name="connsiteY0" fmla="*/ 0 h 5328592"/>
              <a:gd name="connsiteX1" fmla="*/ 504056 w 504056"/>
              <a:gd name="connsiteY1" fmla="*/ 0 h 5328592"/>
              <a:gd name="connsiteX2" fmla="*/ 504056 w 504056"/>
              <a:gd name="connsiteY2" fmla="*/ 5328592 h 5328592"/>
              <a:gd name="connsiteX3" fmla="*/ 0 w 504056"/>
              <a:gd name="connsiteY3" fmla="*/ 5328592 h 5328592"/>
              <a:gd name="connsiteX4" fmla="*/ 0 w 504056"/>
              <a:gd name="connsiteY4" fmla="*/ 0 h 5328592"/>
              <a:gd name="connsiteX0" fmla="*/ 0 w 513581"/>
              <a:gd name="connsiteY0" fmla="*/ 0 h 5328592"/>
              <a:gd name="connsiteX1" fmla="*/ 513581 w 513581"/>
              <a:gd name="connsiteY1" fmla="*/ 895350 h 5328592"/>
              <a:gd name="connsiteX2" fmla="*/ 504056 w 513581"/>
              <a:gd name="connsiteY2" fmla="*/ 5328592 h 5328592"/>
              <a:gd name="connsiteX3" fmla="*/ 0 w 513581"/>
              <a:gd name="connsiteY3" fmla="*/ 5328592 h 5328592"/>
              <a:gd name="connsiteX4" fmla="*/ 0 w 513581"/>
              <a:gd name="connsiteY4" fmla="*/ 0 h 5328592"/>
              <a:gd name="connsiteX0" fmla="*/ 0 w 513581"/>
              <a:gd name="connsiteY0" fmla="*/ 0 h 5328592"/>
              <a:gd name="connsiteX1" fmla="*/ 513581 w 513581"/>
              <a:gd name="connsiteY1" fmla="*/ 895350 h 5328592"/>
              <a:gd name="connsiteX2" fmla="*/ 513581 w 513581"/>
              <a:gd name="connsiteY2" fmla="*/ 4271317 h 5328592"/>
              <a:gd name="connsiteX3" fmla="*/ 0 w 513581"/>
              <a:gd name="connsiteY3" fmla="*/ 5328592 h 5328592"/>
              <a:gd name="connsiteX4" fmla="*/ 0 w 513581"/>
              <a:gd name="connsiteY4" fmla="*/ 0 h 53285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13581" h="5328592">
                <a:moveTo>
                  <a:pt x="0" y="0"/>
                </a:moveTo>
                <a:lnTo>
                  <a:pt x="513581" y="895350"/>
                </a:lnTo>
                <a:lnTo>
                  <a:pt x="513581" y="4271317"/>
                </a:lnTo>
                <a:lnTo>
                  <a:pt x="0" y="5328592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tx1">
                  <a:lumMod val="50000"/>
                  <a:lumOff val="50000"/>
                  <a:alpha val="57000"/>
                </a:schemeClr>
              </a:gs>
              <a:gs pos="100000">
                <a:schemeClr val="bg1"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6" name="직사각형 182"/>
          <p:cNvSpPr/>
          <p:nvPr/>
        </p:nvSpPr>
        <p:spPr>
          <a:xfrm rot="10800000" flipH="1">
            <a:off x="4810358" y="2052539"/>
            <a:ext cx="361357" cy="2553508"/>
          </a:xfrm>
          <a:custGeom>
            <a:avLst/>
            <a:gdLst>
              <a:gd name="connsiteX0" fmla="*/ 0 w 504056"/>
              <a:gd name="connsiteY0" fmla="*/ 0 h 5328592"/>
              <a:gd name="connsiteX1" fmla="*/ 504056 w 504056"/>
              <a:gd name="connsiteY1" fmla="*/ 0 h 5328592"/>
              <a:gd name="connsiteX2" fmla="*/ 504056 w 504056"/>
              <a:gd name="connsiteY2" fmla="*/ 5328592 h 5328592"/>
              <a:gd name="connsiteX3" fmla="*/ 0 w 504056"/>
              <a:gd name="connsiteY3" fmla="*/ 5328592 h 5328592"/>
              <a:gd name="connsiteX4" fmla="*/ 0 w 504056"/>
              <a:gd name="connsiteY4" fmla="*/ 0 h 5328592"/>
              <a:gd name="connsiteX0" fmla="*/ 0 w 513581"/>
              <a:gd name="connsiteY0" fmla="*/ 0 h 5328592"/>
              <a:gd name="connsiteX1" fmla="*/ 513581 w 513581"/>
              <a:gd name="connsiteY1" fmla="*/ 895350 h 5328592"/>
              <a:gd name="connsiteX2" fmla="*/ 504056 w 513581"/>
              <a:gd name="connsiteY2" fmla="*/ 5328592 h 5328592"/>
              <a:gd name="connsiteX3" fmla="*/ 0 w 513581"/>
              <a:gd name="connsiteY3" fmla="*/ 5328592 h 5328592"/>
              <a:gd name="connsiteX4" fmla="*/ 0 w 513581"/>
              <a:gd name="connsiteY4" fmla="*/ 0 h 5328592"/>
              <a:gd name="connsiteX0" fmla="*/ 0 w 513581"/>
              <a:gd name="connsiteY0" fmla="*/ 0 h 5328592"/>
              <a:gd name="connsiteX1" fmla="*/ 513581 w 513581"/>
              <a:gd name="connsiteY1" fmla="*/ 895350 h 5328592"/>
              <a:gd name="connsiteX2" fmla="*/ 513581 w 513581"/>
              <a:gd name="connsiteY2" fmla="*/ 4271317 h 5328592"/>
              <a:gd name="connsiteX3" fmla="*/ 0 w 513581"/>
              <a:gd name="connsiteY3" fmla="*/ 5328592 h 5328592"/>
              <a:gd name="connsiteX4" fmla="*/ 0 w 513581"/>
              <a:gd name="connsiteY4" fmla="*/ 0 h 53285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13581" h="5328592">
                <a:moveTo>
                  <a:pt x="0" y="0"/>
                </a:moveTo>
                <a:lnTo>
                  <a:pt x="513581" y="895350"/>
                </a:lnTo>
                <a:lnTo>
                  <a:pt x="513581" y="4271317"/>
                </a:lnTo>
                <a:lnTo>
                  <a:pt x="0" y="5328592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tx1">
                  <a:lumMod val="50000"/>
                  <a:lumOff val="50000"/>
                  <a:alpha val="57000"/>
                </a:schemeClr>
              </a:gs>
              <a:gs pos="100000">
                <a:schemeClr val="bg1"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7" name="양쪽 모서리가 둥근 사각형 66"/>
          <p:cNvSpPr/>
          <p:nvPr/>
        </p:nvSpPr>
        <p:spPr bwMode="auto">
          <a:xfrm flipH="1">
            <a:off x="335280" y="1519345"/>
            <a:ext cx="3072062" cy="4367105"/>
          </a:xfrm>
          <a:prstGeom prst="round2SameRect">
            <a:avLst>
              <a:gd name="adj1" fmla="val 3472"/>
              <a:gd name="adj2" fmla="val 0"/>
            </a:avLst>
          </a:prstGeom>
          <a:noFill/>
          <a:ln w="12700">
            <a:solidFill>
              <a:schemeClr val="bg1">
                <a:lumMod val="6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9569" tIns="49785" rIns="99569" bIns="49785" rtlCol="0" anchor="ctr"/>
          <a:lstStyle/>
          <a:p>
            <a:pPr algn="ctr" defTabSz="1043079" latinLnBrk="0">
              <a:lnSpc>
                <a:spcPct val="110000"/>
              </a:lnSpc>
            </a:pPr>
            <a:endParaRPr lang="ko-KR" altLang="en-US" sz="1600" dirty="0">
              <a:gradFill>
                <a:gsLst>
                  <a:gs pos="0">
                    <a:prstClr val="white"/>
                  </a:gs>
                  <a:gs pos="100000">
                    <a:prstClr val="white"/>
                  </a:gs>
                </a:gsLst>
                <a:lin ang="5400000" scaled="0"/>
              </a:gradFill>
              <a:latin typeface="Yoon 윤고딕 550_TT" panose="02090603020101020101" pitchFamily="18" charset="-127"/>
              <a:ea typeface="Yoon 윤고딕 550_TT" panose="02090603020101020101" pitchFamily="18" charset="-127"/>
            </a:endParaRPr>
          </a:p>
        </p:txBody>
      </p:sp>
      <p:sp>
        <p:nvSpPr>
          <p:cNvPr id="68" name="양쪽 모서리가 둥근 사각형 67"/>
          <p:cNvSpPr/>
          <p:nvPr/>
        </p:nvSpPr>
        <p:spPr bwMode="auto">
          <a:xfrm flipH="1">
            <a:off x="3634649" y="1519345"/>
            <a:ext cx="6682808" cy="4367105"/>
          </a:xfrm>
          <a:prstGeom prst="round2SameRect">
            <a:avLst>
              <a:gd name="adj1" fmla="val 3472"/>
              <a:gd name="adj2" fmla="val 0"/>
            </a:avLst>
          </a:prstGeom>
          <a:noFill/>
          <a:ln w="12700">
            <a:solidFill>
              <a:schemeClr val="bg1">
                <a:lumMod val="6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9569" tIns="49785" rIns="99569" bIns="49785" rtlCol="0" anchor="ctr"/>
          <a:lstStyle/>
          <a:p>
            <a:pPr algn="ctr" defTabSz="1043079" latinLnBrk="0">
              <a:lnSpc>
                <a:spcPct val="110000"/>
              </a:lnSpc>
            </a:pPr>
            <a:endParaRPr lang="ko-KR" altLang="en-US" sz="1600" dirty="0">
              <a:gradFill>
                <a:gsLst>
                  <a:gs pos="0">
                    <a:prstClr val="white"/>
                  </a:gs>
                  <a:gs pos="100000">
                    <a:prstClr val="white"/>
                  </a:gs>
                </a:gsLst>
                <a:lin ang="5400000" scaled="0"/>
              </a:gradFill>
              <a:latin typeface="Yoon 윤고딕 550_TT" panose="02090603020101020101" pitchFamily="18" charset="-127"/>
              <a:ea typeface="Yoon 윤고딕 550_TT" panose="02090603020101020101" pitchFamily="18" charset="-127"/>
            </a:endParaRPr>
          </a:p>
        </p:txBody>
      </p:sp>
      <p:sp>
        <p:nvSpPr>
          <p:cNvPr id="69" name="직사각형 1"/>
          <p:cNvSpPr/>
          <p:nvPr/>
        </p:nvSpPr>
        <p:spPr>
          <a:xfrm>
            <a:off x="450156" y="3779092"/>
            <a:ext cx="1125015" cy="877311"/>
          </a:xfrm>
          <a:custGeom>
            <a:avLst/>
            <a:gdLst>
              <a:gd name="connsiteX0" fmla="*/ 0 w 2139950"/>
              <a:gd name="connsiteY0" fmla="*/ 0 h 603250"/>
              <a:gd name="connsiteX1" fmla="*/ 2139950 w 2139950"/>
              <a:gd name="connsiteY1" fmla="*/ 0 h 603250"/>
              <a:gd name="connsiteX2" fmla="*/ 2139950 w 2139950"/>
              <a:gd name="connsiteY2" fmla="*/ 603250 h 603250"/>
              <a:gd name="connsiteX3" fmla="*/ 0 w 2139950"/>
              <a:gd name="connsiteY3" fmla="*/ 603250 h 603250"/>
              <a:gd name="connsiteX4" fmla="*/ 0 w 2139950"/>
              <a:gd name="connsiteY4" fmla="*/ 0 h 603250"/>
              <a:gd name="connsiteX0" fmla="*/ 0 w 2139950"/>
              <a:gd name="connsiteY0" fmla="*/ 0 h 603250"/>
              <a:gd name="connsiteX1" fmla="*/ 2139950 w 2139950"/>
              <a:gd name="connsiteY1" fmla="*/ 0 h 603250"/>
              <a:gd name="connsiteX2" fmla="*/ 774700 w 2139950"/>
              <a:gd name="connsiteY2" fmla="*/ 317500 h 603250"/>
              <a:gd name="connsiteX3" fmla="*/ 0 w 2139950"/>
              <a:gd name="connsiteY3" fmla="*/ 603250 h 603250"/>
              <a:gd name="connsiteX4" fmla="*/ 0 w 2139950"/>
              <a:gd name="connsiteY4" fmla="*/ 0 h 603250"/>
              <a:gd name="connsiteX0" fmla="*/ 0 w 2139950"/>
              <a:gd name="connsiteY0" fmla="*/ 0 h 603250"/>
              <a:gd name="connsiteX1" fmla="*/ 2139950 w 2139950"/>
              <a:gd name="connsiteY1" fmla="*/ 0 h 603250"/>
              <a:gd name="connsiteX2" fmla="*/ 774700 w 2139950"/>
              <a:gd name="connsiteY2" fmla="*/ 317500 h 603250"/>
              <a:gd name="connsiteX3" fmla="*/ 0 w 2139950"/>
              <a:gd name="connsiteY3" fmla="*/ 603250 h 603250"/>
              <a:gd name="connsiteX4" fmla="*/ 0 w 2139950"/>
              <a:gd name="connsiteY4" fmla="*/ 0 h 603250"/>
              <a:gd name="connsiteX0" fmla="*/ 0 w 2139950"/>
              <a:gd name="connsiteY0" fmla="*/ 0 h 603250"/>
              <a:gd name="connsiteX1" fmla="*/ 2139950 w 2139950"/>
              <a:gd name="connsiteY1" fmla="*/ 0 h 603250"/>
              <a:gd name="connsiteX2" fmla="*/ 774700 w 2139950"/>
              <a:gd name="connsiteY2" fmla="*/ 317500 h 603250"/>
              <a:gd name="connsiteX3" fmla="*/ 0 w 2139950"/>
              <a:gd name="connsiteY3" fmla="*/ 603250 h 603250"/>
              <a:gd name="connsiteX4" fmla="*/ 0 w 2139950"/>
              <a:gd name="connsiteY4" fmla="*/ 0 h 603250"/>
              <a:gd name="connsiteX0" fmla="*/ 0 w 2139950"/>
              <a:gd name="connsiteY0" fmla="*/ 0 h 603250"/>
              <a:gd name="connsiteX1" fmla="*/ 2139950 w 2139950"/>
              <a:gd name="connsiteY1" fmla="*/ 0 h 603250"/>
              <a:gd name="connsiteX2" fmla="*/ 774700 w 2139950"/>
              <a:gd name="connsiteY2" fmla="*/ 317500 h 603250"/>
              <a:gd name="connsiteX3" fmla="*/ 0 w 2139950"/>
              <a:gd name="connsiteY3" fmla="*/ 603250 h 603250"/>
              <a:gd name="connsiteX4" fmla="*/ 0 w 2139950"/>
              <a:gd name="connsiteY4" fmla="*/ 0 h 603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39950" h="603250">
                <a:moveTo>
                  <a:pt x="0" y="0"/>
                </a:moveTo>
                <a:lnTo>
                  <a:pt x="2139950" y="0"/>
                </a:lnTo>
                <a:cubicBezTo>
                  <a:pt x="1684867" y="105833"/>
                  <a:pt x="1394883" y="135467"/>
                  <a:pt x="774700" y="317500"/>
                </a:cubicBezTo>
                <a:cubicBezTo>
                  <a:pt x="332317" y="444500"/>
                  <a:pt x="258233" y="508000"/>
                  <a:pt x="0" y="603250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bg1">
                  <a:lumMod val="64000"/>
                  <a:lumOff val="36000"/>
                  <a:alpha val="31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bg1"/>
              </a:solidFill>
            </a:endParaRPr>
          </a:p>
        </p:txBody>
      </p:sp>
      <p:grpSp>
        <p:nvGrpSpPr>
          <p:cNvPr id="70" name="그룹 69"/>
          <p:cNvGrpSpPr/>
          <p:nvPr/>
        </p:nvGrpSpPr>
        <p:grpSpPr>
          <a:xfrm>
            <a:off x="342900" y="6094707"/>
            <a:ext cx="9963473" cy="870479"/>
            <a:chOff x="450156" y="6104867"/>
            <a:chExt cx="9846692" cy="870479"/>
          </a:xfrm>
        </p:grpSpPr>
        <p:sp>
          <p:nvSpPr>
            <p:cNvPr id="71" name="직사각형 70"/>
            <p:cNvSpPr/>
            <p:nvPr/>
          </p:nvSpPr>
          <p:spPr>
            <a:xfrm>
              <a:off x="1636033" y="6111239"/>
              <a:ext cx="8660815" cy="852983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1"/>
              <a:endParaRPr lang="ko-KR" altLang="en-US" dirty="0">
                <a:sym typeface="Monotype Sorts" pitchFamily="2" charset="2"/>
              </a:endParaRPr>
            </a:p>
          </p:txBody>
        </p:sp>
        <p:sp>
          <p:nvSpPr>
            <p:cNvPr id="72" name="직사각형 71"/>
            <p:cNvSpPr/>
            <p:nvPr/>
          </p:nvSpPr>
          <p:spPr>
            <a:xfrm>
              <a:off x="450156" y="6104867"/>
              <a:ext cx="1125016" cy="847658"/>
            </a:xfrm>
            <a:prstGeom prst="rect">
              <a:avLst/>
            </a:prstGeom>
            <a:solidFill>
              <a:schemeClr val="tx1">
                <a:lumMod val="85000"/>
                <a:lumOff val="15000"/>
                <a:alpha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dirty="0">
                  <a:latin typeface="Rix고딕 B" pitchFamily="18" charset="-127"/>
                  <a:ea typeface="Rix고딕 B" pitchFamily="18" charset="-127"/>
                </a:rPr>
                <a:t>품 질</a:t>
              </a:r>
            </a:p>
            <a:p>
              <a:pPr algn="ctr"/>
              <a:r>
                <a:rPr lang="ko-KR" altLang="en-US" sz="1600" dirty="0">
                  <a:latin typeface="Rix고딕 B" pitchFamily="18" charset="-127"/>
                  <a:ea typeface="Rix고딕 B" pitchFamily="18" charset="-127"/>
                </a:rPr>
                <a:t>활 동</a:t>
              </a:r>
            </a:p>
          </p:txBody>
        </p:sp>
        <p:sp>
          <p:nvSpPr>
            <p:cNvPr id="73" name="모서리가 둥근 직사각형 72"/>
            <p:cNvSpPr/>
            <p:nvPr/>
          </p:nvSpPr>
          <p:spPr>
            <a:xfrm>
              <a:off x="1478870" y="6280074"/>
              <a:ext cx="314325" cy="112001"/>
            </a:xfrm>
            <a:prstGeom prst="roundRect">
              <a:avLst/>
            </a:prstGeom>
            <a:gradFill>
              <a:gsLst>
                <a:gs pos="50000">
                  <a:schemeClr val="bg1"/>
                </a:gs>
                <a:gs pos="0">
                  <a:schemeClr val="tx1">
                    <a:lumMod val="50000"/>
                    <a:lumOff val="50000"/>
                  </a:schemeClr>
                </a:gs>
                <a:gs pos="100000">
                  <a:schemeClr val="bg1">
                    <a:lumMod val="50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74" name="모서리가 둥근 직사각형 73"/>
            <p:cNvSpPr/>
            <p:nvPr/>
          </p:nvSpPr>
          <p:spPr>
            <a:xfrm>
              <a:off x="1478870" y="6692377"/>
              <a:ext cx="314325" cy="112001"/>
            </a:xfrm>
            <a:prstGeom prst="roundRect">
              <a:avLst/>
            </a:prstGeom>
            <a:gradFill>
              <a:gsLst>
                <a:gs pos="50000">
                  <a:schemeClr val="bg1"/>
                </a:gs>
                <a:gs pos="0">
                  <a:schemeClr val="tx1">
                    <a:lumMod val="50000"/>
                    <a:lumOff val="50000"/>
                  </a:schemeClr>
                </a:gs>
                <a:gs pos="100000">
                  <a:schemeClr val="bg1">
                    <a:lumMod val="50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75" name="직사각형 74"/>
            <p:cNvSpPr/>
            <p:nvPr/>
          </p:nvSpPr>
          <p:spPr>
            <a:xfrm>
              <a:off x="1854880" y="6154608"/>
              <a:ext cx="8249240" cy="82073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defTabSz="941533" latinLnBrk="0">
                <a:spcAft>
                  <a:spcPts val="200"/>
                </a:spcAft>
                <a:buFont typeface="Arial" pitchFamily="34" charset="0"/>
                <a:buChar char="•"/>
                <a:defRPr/>
              </a:pPr>
              <a:r>
                <a:rPr lang="ko-KR" altLang="en-US" sz="1400" kern="0" spc="-100" dirty="0">
                  <a:latin typeface="Rix고딕 M" pitchFamily="18" charset="-127"/>
                  <a:ea typeface="Rix고딕 M" pitchFamily="18" charset="-127"/>
                </a:rPr>
                <a:t> 품질관리 담당자 주관 하에 </a:t>
              </a:r>
              <a:r>
                <a:rPr lang="ko-KR" altLang="en-US" sz="1600" kern="0" spc="-100" dirty="0">
                  <a:solidFill>
                    <a:srgbClr val="C00000"/>
                  </a:solidFill>
                  <a:latin typeface="Rix고딕 B" pitchFamily="18" charset="-127"/>
                  <a:ea typeface="Rix고딕 B" pitchFamily="18" charset="-127"/>
                </a:rPr>
                <a:t>내부감사</a:t>
              </a:r>
              <a:r>
                <a:rPr lang="ko-KR" altLang="en-US" sz="1400" kern="0" spc="-100" dirty="0">
                  <a:latin typeface="Rix고딕 M" pitchFamily="18" charset="-127"/>
                  <a:ea typeface="Rix고딕 M" pitchFamily="18" charset="-127"/>
                </a:rPr>
                <a:t> 실시</a:t>
              </a:r>
            </a:p>
            <a:p>
              <a:pPr defTabSz="941533" latinLnBrk="0">
                <a:spcAft>
                  <a:spcPts val="200"/>
                </a:spcAft>
                <a:buFont typeface="Arial" pitchFamily="34" charset="0"/>
                <a:buChar char="•"/>
                <a:defRPr/>
              </a:pPr>
              <a:r>
                <a:rPr lang="ko-KR" altLang="en-US" sz="1400" kern="0" spc="-100" dirty="0">
                  <a:latin typeface="Rix고딕 M" pitchFamily="18" charset="-127"/>
                  <a:ea typeface="Rix고딕 M" pitchFamily="18" charset="-127"/>
                </a:rPr>
                <a:t> </a:t>
              </a:r>
              <a:r>
                <a:rPr lang="en-US" altLang="ko-KR" sz="1400" kern="0" spc="-100" dirty="0">
                  <a:latin typeface="Rix고딕 M" pitchFamily="18" charset="-127"/>
                  <a:ea typeface="Rix고딕 M" pitchFamily="18" charset="-127"/>
                </a:rPr>
                <a:t>SLA </a:t>
              </a:r>
              <a:r>
                <a:rPr lang="ko-KR" altLang="en-US" sz="1400" kern="0" spc="-100" dirty="0">
                  <a:latin typeface="Rix고딕 M" pitchFamily="18" charset="-127"/>
                  <a:ea typeface="Rix고딕 M" pitchFamily="18" charset="-127"/>
                </a:rPr>
                <a:t>지표 준수를 위한 세부지표 관리</a:t>
              </a:r>
            </a:p>
            <a:p>
              <a:pPr defTabSz="941533" latinLnBrk="0">
                <a:spcAft>
                  <a:spcPts val="200"/>
                </a:spcAft>
                <a:buFont typeface="Arial" pitchFamily="34" charset="0"/>
                <a:buChar char="•"/>
                <a:defRPr/>
              </a:pPr>
              <a:r>
                <a:rPr lang="ko-KR" altLang="en-US" sz="1400" kern="0" spc="-100" dirty="0">
                  <a:latin typeface="Rix고딕 M" pitchFamily="18" charset="-127"/>
                  <a:ea typeface="Rix고딕 M" pitchFamily="18" charset="-127"/>
                </a:rPr>
                <a:t> </a:t>
              </a:r>
              <a:r>
                <a:rPr lang="en-US" altLang="ko-KR" sz="1400" kern="0" spc="-100" dirty="0">
                  <a:latin typeface="Rix고딕 M" pitchFamily="18" charset="-127"/>
                  <a:ea typeface="Rix고딕 M" pitchFamily="18" charset="-127"/>
                </a:rPr>
                <a:t>9</a:t>
              </a:r>
              <a:r>
                <a:rPr lang="ko-KR" altLang="en-US" sz="1400" kern="0" spc="-100" dirty="0">
                  <a:latin typeface="Rix고딕 M" pitchFamily="18" charset="-127"/>
                  <a:ea typeface="Rix고딕 M" pitchFamily="18" charset="-127"/>
                </a:rPr>
                <a:t>개 항목의 </a:t>
              </a:r>
              <a:r>
                <a:rPr lang="en-US" altLang="ko-KR" sz="1400" kern="0" spc="-100" dirty="0">
                  <a:latin typeface="Rix고딕 M" pitchFamily="18" charset="-127"/>
                  <a:ea typeface="Rix고딕 M" pitchFamily="18" charset="-127"/>
                </a:rPr>
                <a:t>SLA </a:t>
              </a:r>
              <a:r>
                <a:rPr lang="ko-KR" altLang="en-US" sz="1400" kern="0" spc="-100" dirty="0">
                  <a:latin typeface="Rix고딕 M" pitchFamily="18" charset="-127"/>
                  <a:ea typeface="Rix고딕 M" pitchFamily="18" charset="-127"/>
                </a:rPr>
                <a:t>지표 준수</a:t>
              </a:r>
            </a:p>
          </p:txBody>
        </p:sp>
      </p:grpSp>
      <p:pic>
        <p:nvPicPr>
          <p:cNvPr id="76" name="Picture 3" descr="G:\work\아이크래프트\그랜드코리아레져\발표자료\작업방\GKL-02-21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9348983" y="6030373"/>
            <a:ext cx="755137" cy="9950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7" name="양쪽 모서리가 둥근 사각형 76"/>
          <p:cNvSpPr/>
          <p:nvPr/>
        </p:nvSpPr>
        <p:spPr>
          <a:xfrm rot="10800000" flipV="1">
            <a:off x="335280" y="1507564"/>
            <a:ext cx="3072062" cy="382853"/>
          </a:xfrm>
          <a:prstGeom prst="round2Same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ko-KR" altLang="en-US" dirty="0"/>
          </a:p>
        </p:txBody>
      </p:sp>
      <p:sp>
        <p:nvSpPr>
          <p:cNvPr id="78" name="텍스트 개체 틀 81"/>
          <p:cNvSpPr txBox="1">
            <a:spLocks/>
          </p:cNvSpPr>
          <p:nvPr/>
        </p:nvSpPr>
        <p:spPr bwMode="auto">
          <a:xfrm>
            <a:off x="482558" y="1575880"/>
            <a:ext cx="2813092" cy="246221"/>
          </a:xfrm>
          <a:prstGeom prst="rect">
            <a:avLst/>
          </a:prstGeom>
          <a:noFill/>
        </p:spPr>
        <p:txBody>
          <a:bodyPr wrap="square" lIns="0" tIns="0" rIns="0" bIns="0" anchor="ctr" anchorCtr="0">
            <a:spAutoFit/>
          </a:bodyPr>
          <a:lstStyle>
            <a:defPPr>
              <a:defRPr lang="ko-KR"/>
            </a:defPPr>
            <a:lvl1pPr algn="just" eaLnBrk="1" latinLnBrk="0" hangingPunct="1">
              <a:lnSpc>
                <a:spcPct val="130000"/>
              </a:lnSpc>
              <a:spcBef>
                <a:spcPts val="100"/>
              </a:spcBef>
              <a:buClr>
                <a:srgbClr val="0000FF"/>
              </a:buClr>
              <a:buFont typeface="Wingdings" pitchFamily="2" charset="2"/>
              <a:buNone/>
              <a:defRPr sz="1000" kern="1100" spc="-60">
                <a:solidFill>
                  <a:srgbClr val="5F5F5F"/>
                </a:solidFill>
                <a:latin typeface="나눔고딕 Bold" pitchFamily="50" charset="-127"/>
                <a:ea typeface="나눔고딕 Bold" pitchFamily="50" charset="-127"/>
              </a:defRPr>
            </a:lvl1pPr>
            <a:lvl2pPr marL="742950" indent="-285750" eaLnBrk="0" hangingPunct="0"/>
            <a:lvl3pPr marL="1143000" indent="-228600" eaLnBrk="0" hangingPunct="0"/>
            <a:lvl4pPr marL="1600200" indent="-228600" eaLnBrk="0" hangingPunct="0"/>
            <a:lvl5pPr marL="2057400" indent="-228600" eaLnBrk="0" hangingPunct="0"/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</a:lvl9pPr>
          </a:lstStyle>
          <a:p>
            <a:pPr algn="ctr" fontAlgn="auto">
              <a:lnSpc>
                <a:spcPct val="100000"/>
              </a:lnSpc>
              <a:spcBef>
                <a:spcPts val="0"/>
              </a:spcBef>
            </a:pPr>
            <a:r>
              <a:rPr lang="en-US" altLang="ko-KR" sz="1600" spc="-50" dirty="0">
                <a:solidFill>
                  <a:schemeClr val="bg1"/>
                </a:solidFill>
                <a:latin typeface="Rix모던고딕 B" pitchFamily="18" charset="-127"/>
                <a:ea typeface="Rix모던고딕 B" pitchFamily="18" charset="-127"/>
              </a:rPr>
              <a:t>SLA 9</a:t>
            </a:r>
            <a:r>
              <a:rPr lang="ko-KR" altLang="en-US" sz="1600" spc="-50" dirty="0">
                <a:solidFill>
                  <a:schemeClr val="bg1"/>
                </a:solidFill>
                <a:latin typeface="Rix모던고딕 B" pitchFamily="18" charset="-127"/>
                <a:ea typeface="Rix모던고딕 B" pitchFamily="18" charset="-127"/>
              </a:rPr>
              <a:t>개 항목 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16404" y="2091122"/>
            <a:ext cx="2864005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108000" indent="-108000">
              <a:spcAft>
                <a:spcPts val="600"/>
              </a:spcAft>
              <a:buClr>
                <a:srgbClr val="0B7E99"/>
              </a:buClr>
              <a:buFont typeface="Wingdings" panose="05000000000000000000" pitchFamily="2" charset="2"/>
              <a:buChar char="§"/>
              <a:defRPr sz="1200" spc="-100">
                <a:solidFill>
                  <a:schemeClr val="tx1">
                    <a:lumMod val="75000"/>
                    <a:lumOff val="25000"/>
                  </a:schemeClr>
                </a:solidFill>
                <a:latin typeface="Yoon 윤고딕 530_TT" panose="02090603020101020101" pitchFamily="18" charset="-127"/>
                <a:ea typeface="Yoon 윤고딕 530_TT" panose="02090603020101020101" pitchFamily="18" charset="-127"/>
              </a:defRPr>
            </a:lvl1pPr>
          </a:lstStyle>
          <a:p>
            <a:r>
              <a:rPr lang="ko-KR" altLang="en-US" sz="1400" dirty="0">
                <a:latin typeface="Rix고딕 M" pitchFamily="18" charset="-127"/>
                <a:ea typeface="Rix고딕 M" pitchFamily="18" charset="-127"/>
              </a:rPr>
              <a:t> 작업 성공률</a:t>
            </a:r>
          </a:p>
          <a:p>
            <a:r>
              <a:rPr lang="ko-KR" altLang="en-US" sz="1400" dirty="0">
                <a:latin typeface="Rix고딕 M" pitchFamily="18" charset="-127"/>
                <a:ea typeface="Rix고딕 M" pitchFamily="18" charset="-127"/>
              </a:rPr>
              <a:t> 보안사항 위반 건수</a:t>
            </a:r>
          </a:p>
          <a:p>
            <a:r>
              <a:rPr lang="ko-KR" altLang="en-US" sz="1400" dirty="0">
                <a:latin typeface="Rix고딕 M" pitchFamily="18" charset="-127"/>
                <a:ea typeface="Rix고딕 M" pitchFamily="18" charset="-127"/>
              </a:rPr>
              <a:t> 장애조치 최대허용 시간 초과 건수</a:t>
            </a:r>
          </a:p>
          <a:p>
            <a:r>
              <a:rPr lang="ko-KR" altLang="en-US" sz="1400" dirty="0">
                <a:latin typeface="Rix고딕 M" pitchFamily="18" charset="-127"/>
                <a:ea typeface="Rix고딕 M" pitchFamily="18" charset="-127"/>
              </a:rPr>
              <a:t> 휴먼장애 건수</a:t>
            </a:r>
          </a:p>
          <a:p>
            <a:r>
              <a:rPr lang="ko-KR" altLang="en-US" sz="1400" dirty="0">
                <a:latin typeface="Rix고딕 M" pitchFamily="18" charset="-127"/>
                <a:ea typeface="Rix고딕 M" pitchFamily="18" charset="-127"/>
              </a:rPr>
              <a:t> 중복장애 건수</a:t>
            </a:r>
          </a:p>
          <a:p>
            <a:r>
              <a:rPr lang="ko-KR" altLang="en-US" sz="1400" dirty="0">
                <a:latin typeface="Rix고딕 M" pitchFamily="18" charset="-127"/>
                <a:ea typeface="Rix고딕 M" pitchFamily="18" charset="-127"/>
              </a:rPr>
              <a:t> 총 장애 건수</a:t>
            </a:r>
          </a:p>
          <a:p>
            <a:r>
              <a:rPr lang="ko-KR" altLang="en-US" sz="1400" dirty="0">
                <a:latin typeface="Rix고딕 M" pitchFamily="18" charset="-127"/>
                <a:ea typeface="Rix고딕 M" pitchFamily="18" charset="-127"/>
              </a:rPr>
              <a:t> 장애원인 규명 률</a:t>
            </a:r>
          </a:p>
          <a:p>
            <a:r>
              <a:rPr lang="ko-KR" altLang="en-US" sz="1400" dirty="0">
                <a:latin typeface="Rix고딕 M" pitchFamily="18" charset="-127"/>
                <a:ea typeface="Rix고딕 M" pitchFamily="18" charset="-127"/>
              </a:rPr>
              <a:t> 예비품 불출 후 재 입고 시간 준수율</a:t>
            </a:r>
          </a:p>
          <a:p>
            <a:r>
              <a:rPr lang="ko-KR" altLang="en-US" sz="1400" dirty="0">
                <a:latin typeface="Rix고딕 M" pitchFamily="18" charset="-127"/>
                <a:ea typeface="Rix고딕 M" pitchFamily="18" charset="-127"/>
              </a:rPr>
              <a:t> 정기 예방 점검 실시율</a:t>
            </a:r>
          </a:p>
        </p:txBody>
      </p:sp>
      <p:sp>
        <p:nvSpPr>
          <p:cNvPr id="80" name="양쪽 모서리가 둥근 사각형 79"/>
          <p:cNvSpPr/>
          <p:nvPr/>
        </p:nvSpPr>
        <p:spPr>
          <a:xfrm rot="10800000" flipV="1">
            <a:off x="3634649" y="1507564"/>
            <a:ext cx="6682808" cy="382853"/>
          </a:xfrm>
          <a:prstGeom prst="round2SameRect">
            <a:avLst>
              <a:gd name="adj1" fmla="val 16667"/>
              <a:gd name="adj2" fmla="val 0"/>
            </a:avLst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ko-KR" altLang="en-US" dirty="0"/>
          </a:p>
        </p:txBody>
      </p:sp>
      <p:sp>
        <p:nvSpPr>
          <p:cNvPr id="81" name="텍스트 개체 틀 81"/>
          <p:cNvSpPr txBox="1">
            <a:spLocks/>
          </p:cNvSpPr>
          <p:nvPr/>
        </p:nvSpPr>
        <p:spPr bwMode="auto">
          <a:xfrm>
            <a:off x="3812498" y="1575880"/>
            <a:ext cx="6354740" cy="246221"/>
          </a:xfrm>
          <a:prstGeom prst="rect">
            <a:avLst/>
          </a:prstGeom>
          <a:noFill/>
        </p:spPr>
        <p:txBody>
          <a:bodyPr wrap="square" lIns="0" tIns="0" rIns="0" bIns="0" anchor="ctr" anchorCtr="0">
            <a:spAutoFit/>
          </a:bodyPr>
          <a:lstStyle>
            <a:defPPr>
              <a:defRPr lang="ko-KR"/>
            </a:defPPr>
            <a:lvl1pPr algn="just" eaLnBrk="1" latinLnBrk="0" hangingPunct="1">
              <a:lnSpc>
                <a:spcPct val="130000"/>
              </a:lnSpc>
              <a:spcBef>
                <a:spcPts val="100"/>
              </a:spcBef>
              <a:buClr>
                <a:srgbClr val="0000FF"/>
              </a:buClr>
              <a:buFont typeface="Wingdings" pitchFamily="2" charset="2"/>
              <a:buNone/>
              <a:defRPr sz="1000" kern="1100" spc="-60">
                <a:solidFill>
                  <a:srgbClr val="5F5F5F"/>
                </a:solidFill>
                <a:latin typeface="나눔고딕 Bold" pitchFamily="50" charset="-127"/>
                <a:ea typeface="나눔고딕 Bold" pitchFamily="50" charset="-127"/>
              </a:defRPr>
            </a:lvl1pPr>
            <a:lvl2pPr marL="742950" indent="-285750" eaLnBrk="0" hangingPunct="0"/>
            <a:lvl3pPr marL="1143000" indent="-228600" eaLnBrk="0" hangingPunct="0"/>
            <a:lvl4pPr marL="1600200" indent="-228600" eaLnBrk="0" hangingPunct="0"/>
            <a:lvl5pPr marL="2057400" indent="-228600" eaLnBrk="0" hangingPunct="0"/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</a:lvl9pPr>
          </a:lstStyle>
          <a:p>
            <a:pPr algn="ctr" fontAlgn="auto">
              <a:lnSpc>
                <a:spcPct val="100000"/>
              </a:lnSpc>
              <a:spcBef>
                <a:spcPts val="0"/>
              </a:spcBef>
            </a:pPr>
            <a:r>
              <a:rPr lang="ko-KR" altLang="en-US" sz="1600" spc="-50" dirty="0">
                <a:solidFill>
                  <a:schemeClr val="bg1"/>
                </a:solidFill>
                <a:latin typeface="Rix모던고딕 B" pitchFamily="18" charset="-127"/>
                <a:ea typeface="Rix모던고딕 B" pitchFamily="18" charset="-127"/>
              </a:rPr>
              <a:t>내부감사를 이용한 프로세스 개선활동</a:t>
            </a:r>
          </a:p>
        </p:txBody>
      </p:sp>
      <p:graphicFrame>
        <p:nvGraphicFramePr>
          <p:cNvPr id="82" name="Group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356071"/>
              </p:ext>
            </p:extLst>
          </p:nvPr>
        </p:nvGraphicFramePr>
        <p:xfrm>
          <a:off x="3812498" y="4766281"/>
          <a:ext cx="6484349" cy="99177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8206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33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865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7385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16075">
                <a:tc>
                  <a:txBody>
                    <a:bodyPr/>
                    <a:lstStyle>
                      <a:lvl1pPr marL="0" algn="l" defTabSz="10191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509595" algn="l" defTabSz="10191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1019190" algn="l" defTabSz="10191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528785" algn="l" defTabSz="10191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2038380" algn="l" defTabSz="10191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547976" algn="l" defTabSz="10191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3057571" algn="l" defTabSz="10191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567166" algn="l" defTabSz="10191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4076761" algn="l" defTabSz="10191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spc="-100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Rix고딕 M" pitchFamily="18" charset="-127"/>
                          <a:ea typeface="Rix고딕 M" pitchFamily="18" charset="-127"/>
                        </a:rPr>
                        <a:t>프로세스</a:t>
                      </a:r>
                    </a:p>
                  </a:txBody>
                  <a:tcPr marL="57651" marR="57651" marT="0" marB="0" anchor="ctr" horzOverflow="overflow">
                    <a:lnL cap="flat">
                      <a:noFill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10191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509595" algn="l" defTabSz="10191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1019190" algn="l" defTabSz="10191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528785" algn="l" defTabSz="10191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2038380" algn="l" defTabSz="10191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547976" algn="l" defTabSz="10191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3057571" algn="l" defTabSz="10191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567166" algn="l" defTabSz="10191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4076761" algn="l" defTabSz="10191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spc="-100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Rix고딕 M" pitchFamily="18" charset="-127"/>
                          <a:ea typeface="Rix고딕 M" pitchFamily="18" charset="-127"/>
                        </a:rPr>
                        <a:t>관련문서</a:t>
                      </a:r>
                    </a:p>
                  </a:txBody>
                  <a:tcPr marL="57651" marR="57651" marT="0" marB="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10191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509595" algn="l" defTabSz="10191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1019190" algn="l" defTabSz="10191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528785" algn="l" defTabSz="10191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2038380" algn="l" defTabSz="10191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547976" algn="l" defTabSz="10191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3057571" algn="l" defTabSz="10191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567166" algn="l" defTabSz="10191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4076761" algn="l" defTabSz="10191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spc="-100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Rix고딕 M" pitchFamily="18" charset="-127"/>
                          <a:ea typeface="Rix고딕 M" pitchFamily="18" charset="-127"/>
                        </a:rPr>
                        <a:t>내부감사 진단내용 및 체크리스트</a:t>
                      </a:r>
                    </a:p>
                  </a:txBody>
                  <a:tcPr marL="57651" marR="57651" marT="0" marB="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10191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509595" algn="l" defTabSz="10191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1019190" algn="l" defTabSz="10191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528785" algn="l" defTabSz="10191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2038380" algn="l" defTabSz="10191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547976" algn="l" defTabSz="10191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3057571" algn="l" defTabSz="10191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567166" algn="l" defTabSz="10191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4076761" algn="l" defTabSz="10191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spc="-100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Rix고딕 M" pitchFamily="18" charset="-127"/>
                          <a:ea typeface="Rix고딕 M" pitchFamily="18" charset="-127"/>
                        </a:rPr>
                        <a:t>관련문서</a:t>
                      </a:r>
                    </a:p>
                  </a:txBody>
                  <a:tcPr marL="57651" marR="57651" marT="0" marB="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6702">
                <a:tc rowSpan="3">
                  <a:txBody>
                    <a:bodyPr/>
                    <a:lstStyle>
                      <a:lvl1pPr marL="0" algn="l" defTabSz="10191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509595" algn="l" defTabSz="10191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1019190" algn="l" defTabSz="10191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528785" algn="l" defTabSz="10191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2038380" algn="l" defTabSz="10191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547976" algn="l" defTabSz="10191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3057571" algn="l" defTabSz="10191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567166" algn="l" defTabSz="10191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4076761" algn="l" defTabSz="10191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spc="-100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Rix고딕 M" pitchFamily="18" charset="-127"/>
                          <a:ea typeface="Rix고딕 M" pitchFamily="18" charset="-127"/>
                        </a:rPr>
                        <a:t>SLA</a:t>
                      </a:r>
                      <a:r>
                        <a:rPr kumimoji="1" lang="ko-KR" altLang="en-US" sz="1000" b="0" i="0" u="none" strike="noStrike" cap="none" spc="-100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Rix고딕 M" pitchFamily="18" charset="-127"/>
                          <a:ea typeface="Rix고딕 M" pitchFamily="18" charset="-127"/>
                        </a:rPr>
                        <a:t>지표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spc="-100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Rix고딕 M" pitchFamily="18" charset="-127"/>
                          <a:ea typeface="Rix고딕 M" pitchFamily="18" charset="-127"/>
                        </a:rPr>
                        <a:t>준수</a:t>
                      </a:r>
                    </a:p>
                  </a:txBody>
                  <a:tcPr marL="57651" marR="57651" marT="0" marB="0" anchor="ctr" horzOverflow="overflow">
                    <a:lnL cap="flat">
                      <a:noFill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10191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509595" algn="l" defTabSz="10191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1019190" algn="l" defTabSz="10191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528785" algn="l" defTabSz="10191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2038380" algn="l" defTabSz="10191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547976" algn="l" defTabSz="10191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3057571" algn="l" defTabSz="10191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567166" algn="l" defTabSz="10191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4076761" algn="l" defTabSz="10191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114300" marR="0" lvl="0" indent="-1143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spc="-100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Rix고딕 M" pitchFamily="18" charset="-127"/>
                          <a:ea typeface="Rix고딕 M" pitchFamily="18" charset="-127"/>
                          <a:cs typeface="Arial" charset="0"/>
                        </a:rPr>
                        <a:t>Overview</a:t>
                      </a:r>
                    </a:p>
                  </a:txBody>
                  <a:tcPr marL="57651" marR="57651" marT="0" marB="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pattFill prst="ltUpDiag">
                      <a:fgClr>
                        <a:schemeClr val="bg1">
                          <a:lumMod val="9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>
                      <a:lvl1pPr marL="0" algn="l" defTabSz="10191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509595" algn="l" defTabSz="10191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1019190" algn="l" defTabSz="10191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528785" algn="l" defTabSz="10191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2038380" algn="l" defTabSz="10191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547976" algn="l" defTabSz="10191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3057571" algn="l" defTabSz="10191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567166" algn="l" defTabSz="10191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4076761" algn="l" defTabSz="10191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114300" marR="0" lvl="0" indent="-1143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endParaRPr kumimoji="1" lang="ko-KR" altLang="ko-KR" sz="1000" b="0" i="0" u="none" strike="noStrike" cap="none" spc="-100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Rix고딕 M" pitchFamily="18" charset="-127"/>
                        <a:ea typeface="Rix고딕 M" pitchFamily="18" charset="-127"/>
                        <a:cs typeface="Arial" charset="0"/>
                      </a:endParaRPr>
                    </a:p>
                  </a:txBody>
                  <a:tcPr marL="57651" marR="57651" marT="0" marB="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F4F5"/>
                    </a:solidFill>
                  </a:tcPr>
                </a:tc>
                <a:tc>
                  <a:txBody>
                    <a:bodyPr/>
                    <a:lstStyle>
                      <a:lvl1pPr marL="0" algn="l" defTabSz="10191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509595" algn="l" defTabSz="10191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1019190" algn="l" defTabSz="10191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528785" algn="l" defTabSz="10191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2038380" algn="l" defTabSz="10191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547976" algn="l" defTabSz="10191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3057571" algn="l" defTabSz="10191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567166" algn="l" defTabSz="10191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4076761" algn="l" defTabSz="10191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spc="-100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Rix고딕 M" pitchFamily="18" charset="-127"/>
                          <a:ea typeface="Rix고딕 M" pitchFamily="18" charset="-127"/>
                          <a:cs typeface="Arial" charset="0"/>
                        </a:rPr>
                        <a:t>업무분장표</a:t>
                      </a:r>
                    </a:p>
                  </a:txBody>
                  <a:tcPr marL="57651" marR="57651" marT="0" marB="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F4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762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10191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509595" algn="l" defTabSz="10191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1019190" algn="l" defTabSz="10191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528785" algn="l" defTabSz="10191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2038380" algn="l" defTabSz="10191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547976" algn="l" defTabSz="10191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3057571" algn="l" defTabSz="10191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567166" algn="l" defTabSz="10191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4076761" algn="l" defTabSz="10191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114300" marR="0" lvl="0" indent="-1143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spc="-100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Rix고딕 M" pitchFamily="18" charset="-127"/>
                          <a:ea typeface="Rix고딕 M" pitchFamily="18" charset="-127"/>
                          <a:cs typeface="Arial" charset="0"/>
                        </a:rPr>
                        <a:t>Activity</a:t>
                      </a:r>
                    </a:p>
                  </a:txBody>
                  <a:tcPr marL="57651" marR="57651" marT="0" marB="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pattFill prst="ltUpDiag">
                      <a:fgClr>
                        <a:schemeClr val="bg1">
                          <a:lumMod val="9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>
                      <a:lvl1pPr marL="0" algn="l" defTabSz="10191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509595" algn="l" defTabSz="10191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1019190" algn="l" defTabSz="10191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528785" algn="l" defTabSz="10191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2038380" algn="l" defTabSz="10191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547976" algn="l" defTabSz="10191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3057571" algn="l" defTabSz="10191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567166" algn="l" defTabSz="10191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4076761" algn="l" defTabSz="10191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114300" marR="0" lvl="0" indent="-1143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endParaRPr kumimoji="1" lang="ko-KR" altLang="ko-KR" sz="1000" b="0" i="0" u="none" strike="noStrike" cap="none" spc="-100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Rix고딕 M" pitchFamily="18" charset="-127"/>
                        <a:ea typeface="Rix고딕 M" pitchFamily="18" charset="-127"/>
                        <a:cs typeface="Arial" charset="0"/>
                      </a:endParaRPr>
                    </a:p>
                  </a:txBody>
                  <a:tcPr marL="57651" marR="57651" marT="0" marB="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F4F5"/>
                    </a:solidFill>
                  </a:tcPr>
                </a:tc>
                <a:tc>
                  <a:txBody>
                    <a:bodyPr/>
                    <a:lstStyle>
                      <a:lvl1pPr marL="0" algn="l" defTabSz="10191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509595" algn="l" defTabSz="10191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1019190" algn="l" defTabSz="10191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528785" algn="l" defTabSz="10191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2038380" algn="l" defTabSz="10191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547976" algn="l" defTabSz="10191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3057571" algn="l" defTabSz="10191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567166" algn="l" defTabSz="10191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4076761" algn="l" defTabSz="10191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spc="-100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Rix고딕 M" pitchFamily="18" charset="-127"/>
                          <a:ea typeface="Rix고딕 M" pitchFamily="18" charset="-127"/>
                          <a:cs typeface="Arial" charset="0"/>
                        </a:rPr>
                        <a:t>--</a:t>
                      </a:r>
                    </a:p>
                  </a:txBody>
                  <a:tcPr marL="57651" marR="57651" marT="0" marB="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F4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136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10191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509595" algn="l" defTabSz="10191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1019190" algn="l" defTabSz="10191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528785" algn="l" defTabSz="10191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2038380" algn="l" defTabSz="10191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547976" algn="l" defTabSz="10191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3057571" algn="l" defTabSz="10191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567166" algn="l" defTabSz="10191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4076761" algn="l" defTabSz="10191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114300" marR="0" lvl="0" indent="-1143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spc="-100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Rix고딕 M" pitchFamily="18" charset="-127"/>
                          <a:ea typeface="Rix고딕 M" pitchFamily="18" charset="-127"/>
                          <a:cs typeface="Arial" charset="0"/>
                        </a:rPr>
                        <a:t>Measurement</a:t>
                      </a:r>
                    </a:p>
                  </a:txBody>
                  <a:tcPr marL="57651" marR="57651" marT="0" marB="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pattFill prst="ltUpDiag">
                      <a:fgClr>
                        <a:schemeClr val="bg1">
                          <a:lumMod val="9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>
                      <a:lvl1pPr marL="0" algn="l" defTabSz="10191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509595" algn="l" defTabSz="10191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1019190" algn="l" defTabSz="10191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528785" algn="l" defTabSz="10191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2038380" algn="l" defTabSz="10191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547976" algn="l" defTabSz="10191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3057571" algn="l" defTabSz="10191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567166" algn="l" defTabSz="10191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4076761" algn="l" defTabSz="10191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114300" marR="0" lvl="0" indent="-1143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endParaRPr kumimoji="1" lang="ko-KR" altLang="ko-KR" sz="1000" b="0" i="0" u="none" strike="noStrike" cap="none" spc="-100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Rix고딕 M" pitchFamily="18" charset="-127"/>
                        <a:ea typeface="Rix고딕 M" pitchFamily="18" charset="-127"/>
                        <a:cs typeface="Arial" charset="0"/>
                      </a:endParaRPr>
                    </a:p>
                  </a:txBody>
                  <a:tcPr marL="57651" marR="57651" marT="0" marB="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F4F5"/>
                    </a:solidFill>
                  </a:tcPr>
                </a:tc>
                <a:tc>
                  <a:txBody>
                    <a:bodyPr/>
                    <a:lstStyle>
                      <a:lvl1pPr marL="0" algn="l" defTabSz="10191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509595" algn="l" defTabSz="10191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1019190" algn="l" defTabSz="10191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528785" algn="l" defTabSz="10191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2038380" algn="l" defTabSz="10191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547976" algn="l" defTabSz="10191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3057571" algn="l" defTabSz="10191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567166" algn="l" defTabSz="10191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4076761" algn="l" defTabSz="10191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spc="-100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Rix고딕 M" pitchFamily="18" charset="-127"/>
                          <a:ea typeface="Rix고딕 M" pitchFamily="18" charset="-127"/>
                          <a:cs typeface="Arial" charset="0"/>
                        </a:rPr>
                        <a:t>KPI</a:t>
                      </a:r>
                      <a:r>
                        <a:rPr kumimoji="1" lang="ko-KR" altLang="en-US" sz="1000" b="0" i="0" u="none" strike="noStrike" cap="none" spc="-100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Rix고딕 M" pitchFamily="18" charset="-127"/>
                          <a:ea typeface="Rix고딕 M" pitchFamily="18" charset="-127"/>
                          <a:cs typeface="Arial" charset="0"/>
                        </a:rPr>
                        <a:t>정의서</a:t>
                      </a:r>
                    </a:p>
                  </a:txBody>
                  <a:tcPr marL="57651" marR="57651" marT="0" marB="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F4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83" name="그룹 82"/>
          <p:cNvGrpSpPr/>
          <p:nvPr/>
        </p:nvGrpSpPr>
        <p:grpSpPr>
          <a:xfrm>
            <a:off x="6320381" y="5224626"/>
            <a:ext cx="2116381" cy="297266"/>
            <a:chOff x="6359296" y="4413470"/>
            <a:chExt cx="1689329" cy="297266"/>
          </a:xfrm>
        </p:grpSpPr>
        <p:sp>
          <p:nvSpPr>
            <p:cNvPr id="84" name="직사각형 83"/>
            <p:cNvSpPr/>
            <p:nvPr/>
          </p:nvSpPr>
          <p:spPr bwMode="auto">
            <a:xfrm>
              <a:off x="6359296" y="4413470"/>
              <a:ext cx="1689329" cy="297266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 w="15875" cap="flat" cmpd="sng" algn="ctr">
              <a:noFill/>
              <a:prstDash val="sysDash"/>
              <a:round/>
              <a:headEnd type="none" w="med" len="med"/>
              <a:tailEnd type="none" w="med" len="med"/>
            </a:ln>
            <a:effectLst/>
            <a:extLst/>
          </p:spPr>
          <p:txBody>
            <a:bodyPr rtlCol="0" anchor="ctr"/>
            <a:lstStyle/>
            <a:p>
              <a:pPr algn="ctr"/>
              <a:endParaRPr lang="en-US" altLang="ko-KR" sz="1700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85" name="Text Box 80"/>
            <p:cNvSpPr txBox="1">
              <a:spLocks noChangeArrowheads="1"/>
            </p:cNvSpPr>
            <p:nvPr/>
          </p:nvSpPr>
          <p:spPr bwMode="auto">
            <a:xfrm>
              <a:off x="6665536" y="4459285"/>
              <a:ext cx="1064682" cy="2000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>
              <a:spAutoFit/>
            </a:bodyPr>
            <a:lstStyle>
              <a:lvl1pPr eaLnBrk="0" hangingPunct="0">
                <a:defRPr kumimoji="1" sz="2000" b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 sz="2000" b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 sz="2000" b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 sz="2000" b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 sz="2000" b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9pPr>
            </a:lstStyle>
            <a:p>
              <a:pPr eaLnBrk="1" latinLnBrk="0" hangingPunct="1"/>
              <a:r>
                <a:rPr kumimoji="0" lang="en-US" altLang="ko-KR" sz="1300" b="0" spc="-100" dirty="0">
                  <a:gradFill>
                    <a:gsLst>
                      <a:gs pos="0">
                        <a:prstClr val="white"/>
                      </a:gs>
                      <a:gs pos="100000">
                        <a:prstClr val="white"/>
                      </a:gs>
                    </a:gsLst>
                    <a:lin ang="5400000" scaled="0"/>
                  </a:gradFill>
                  <a:latin typeface="Rix고딕 B" pitchFamily="18" charset="-127"/>
                  <a:ea typeface="Rix고딕 B" pitchFamily="18" charset="-127"/>
                </a:rPr>
                <a:t>SLA</a:t>
              </a:r>
              <a:r>
                <a:rPr kumimoji="0" lang="ko-KR" altLang="en-US" sz="1300" b="0" spc="-100" dirty="0">
                  <a:gradFill>
                    <a:gsLst>
                      <a:gs pos="0">
                        <a:prstClr val="white"/>
                      </a:gs>
                      <a:gs pos="100000">
                        <a:prstClr val="white"/>
                      </a:gs>
                    </a:gsLst>
                    <a:lin ang="5400000" scaled="0"/>
                  </a:gradFill>
                  <a:latin typeface="Rix고딕 B" pitchFamily="18" charset="-127"/>
                  <a:ea typeface="Rix고딕 B" pitchFamily="18" charset="-127"/>
                </a:rPr>
                <a:t>준수감사 </a:t>
              </a:r>
              <a:r>
                <a:rPr kumimoji="0" lang="en-US" altLang="ko-KR" sz="1300" b="0" spc="-100" dirty="0">
                  <a:gradFill>
                    <a:gsLst>
                      <a:gs pos="0">
                        <a:prstClr val="white"/>
                      </a:gs>
                      <a:gs pos="100000">
                        <a:prstClr val="white"/>
                      </a:gs>
                    </a:gsLst>
                    <a:lin ang="5400000" scaled="0"/>
                  </a:gradFill>
                  <a:latin typeface="Rix고딕 B" pitchFamily="18" charset="-127"/>
                  <a:ea typeface="Rix고딕 B" pitchFamily="18" charset="-127"/>
                </a:rPr>
                <a:t>Sample</a:t>
              </a:r>
            </a:p>
          </p:txBody>
        </p:sp>
      </p:grpSp>
      <p:sp>
        <p:nvSpPr>
          <p:cNvPr id="86" name="양쪽 모서리가 둥근 사각형 85"/>
          <p:cNvSpPr/>
          <p:nvPr/>
        </p:nvSpPr>
        <p:spPr bwMode="auto">
          <a:xfrm rot="16200000">
            <a:off x="4107971" y="1771589"/>
            <a:ext cx="407458" cy="984616"/>
          </a:xfrm>
          <a:prstGeom prst="round2SameRect">
            <a:avLst>
              <a:gd name="adj1" fmla="val 7651"/>
              <a:gd name="adj2" fmla="val 0"/>
            </a:avLst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7" name="TextBox 86"/>
          <p:cNvSpPr txBox="1"/>
          <p:nvPr/>
        </p:nvSpPr>
        <p:spPr>
          <a:xfrm>
            <a:off x="3878342" y="2111442"/>
            <a:ext cx="843116" cy="307777"/>
          </a:xfrm>
          <a:prstGeom prst="rect">
            <a:avLst/>
          </a:prstGeom>
          <a:noFill/>
          <a:ln w="9525" algn="ctr">
            <a:noFill/>
            <a:prstDash val="dash"/>
            <a:miter lim="800000"/>
            <a:headEnd/>
            <a:tailEnd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  <a:scene3d>
              <a:camera prst="orthographicFront"/>
              <a:lightRig rig="threePt" dir="t"/>
            </a:scene3d>
            <a:sp3d>
              <a:bevelT w="0"/>
            </a:sp3d>
          </a:bodyPr>
          <a:lstStyle/>
          <a:p>
            <a:pPr algn="ctr" defTabSz="1517736" eaLnBrk="0" hangingPunct="0"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1300"/>
              <a:defRPr/>
            </a:pPr>
            <a:r>
              <a:rPr lang="ko-KR" altLang="en-US" sz="100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Rix고딕 M" pitchFamily="18" charset="-127"/>
                <a:ea typeface="Rix고딕 M" pitchFamily="18" charset="-127"/>
                <a:cs typeface="Arial" pitchFamily="34" charset="0"/>
              </a:rPr>
              <a:t>비즈니스</a:t>
            </a:r>
          </a:p>
          <a:p>
            <a:pPr algn="ctr" defTabSz="1517736" eaLnBrk="0" hangingPunct="0"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1300"/>
              <a:defRPr/>
            </a:pPr>
            <a:r>
              <a:rPr lang="ko-KR" altLang="en-US" sz="100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Rix고딕 M" pitchFamily="18" charset="-127"/>
                <a:ea typeface="Rix고딕 M" pitchFamily="18" charset="-127"/>
                <a:cs typeface="Arial" pitchFamily="34" charset="0"/>
              </a:rPr>
              <a:t>요구사항</a:t>
            </a:r>
          </a:p>
        </p:txBody>
      </p:sp>
      <p:sp>
        <p:nvSpPr>
          <p:cNvPr id="88" name="양쪽 모서리가 둥근 사각형 87"/>
          <p:cNvSpPr/>
          <p:nvPr/>
        </p:nvSpPr>
        <p:spPr bwMode="auto">
          <a:xfrm rot="16200000">
            <a:off x="4107971" y="2304606"/>
            <a:ext cx="407458" cy="984616"/>
          </a:xfrm>
          <a:prstGeom prst="round2SameRect">
            <a:avLst>
              <a:gd name="adj1" fmla="val 7651"/>
              <a:gd name="adj2" fmla="val 0"/>
            </a:avLst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9" name="TextBox 88"/>
          <p:cNvSpPr txBox="1"/>
          <p:nvPr/>
        </p:nvSpPr>
        <p:spPr>
          <a:xfrm>
            <a:off x="3878342" y="2721403"/>
            <a:ext cx="843116" cy="153888"/>
          </a:xfrm>
          <a:prstGeom prst="rect">
            <a:avLst/>
          </a:prstGeom>
          <a:noFill/>
          <a:ln w="9525" algn="ctr">
            <a:noFill/>
            <a:prstDash val="dash"/>
            <a:miter lim="800000"/>
            <a:headEnd/>
            <a:tailEnd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  <a:scene3d>
              <a:camera prst="orthographicFront"/>
              <a:lightRig rig="threePt" dir="t"/>
            </a:scene3d>
            <a:sp3d>
              <a:bevelT w="0"/>
            </a:sp3d>
          </a:bodyPr>
          <a:lstStyle/>
          <a:p>
            <a:pPr algn="ctr" defTabSz="1517736" eaLnBrk="0" hangingPunct="0"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1300"/>
              <a:defRPr/>
            </a:pPr>
            <a:r>
              <a:rPr lang="ko-KR" altLang="en-US" sz="100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Rix고딕 M" pitchFamily="18" charset="-127"/>
                <a:ea typeface="Rix고딕 M" pitchFamily="18" charset="-127"/>
                <a:cs typeface="Arial" pitchFamily="34" charset="0"/>
              </a:rPr>
              <a:t>고객 요구사항</a:t>
            </a:r>
          </a:p>
        </p:txBody>
      </p:sp>
      <p:sp>
        <p:nvSpPr>
          <p:cNvPr id="90" name="양쪽 모서리가 둥근 사각형 89"/>
          <p:cNvSpPr/>
          <p:nvPr/>
        </p:nvSpPr>
        <p:spPr bwMode="auto">
          <a:xfrm rot="16200000">
            <a:off x="4107971" y="2837623"/>
            <a:ext cx="407458" cy="984616"/>
          </a:xfrm>
          <a:prstGeom prst="round2SameRect">
            <a:avLst>
              <a:gd name="adj1" fmla="val 7651"/>
              <a:gd name="adj2" fmla="val 0"/>
            </a:avLst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91" name="TextBox 90"/>
          <p:cNvSpPr txBox="1"/>
          <p:nvPr/>
        </p:nvSpPr>
        <p:spPr>
          <a:xfrm>
            <a:off x="3878342" y="3177476"/>
            <a:ext cx="843116" cy="307777"/>
          </a:xfrm>
          <a:prstGeom prst="rect">
            <a:avLst/>
          </a:prstGeom>
          <a:noFill/>
          <a:ln w="9525" algn="ctr">
            <a:noFill/>
            <a:prstDash val="dash"/>
            <a:miter lim="800000"/>
            <a:headEnd/>
            <a:tailEnd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  <a:scene3d>
              <a:camera prst="orthographicFront"/>
              <a:lightRig rig="threePt" dir="t"/>
            </a:scene3d>
            <a:sp3d>
              <a:bevelT w="0"/>
            </a:sp3d>
          </a:bodyPr>
          <a:lstStyle/>
          <a:p>
            <a:pPr algn="ctr" defTabSz="1517736" eaLnBrk="0" hangingPunct="0"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1300"/>
              <a:defRPr/>
            </a:pPr>
            <a:r>
              <a:rPr lang="ko-KR" altLang="en-US" sz="100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Rix고딕 M" pitchFamily="18" charset="-127"/>
                <a:ea typeface="Rix고딕 M" pitchFamily="18" charset="-127"/>
                <a:cs typeface="Arial" pitchFamily="34" charset="0"/>
              </a:rPr>
              <a:t>신규</a:t>
            </a:r>
            <a:r>
              <a:rPr lang="en-US" altLang="ko-KR" sz="100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Rix고딕 M" pitchFamily="18" charset="-127"/>
                <a:ea typeface="Rix고딕 M" pitchFamily="18" charset="-127"/>
                <a:cs typeface="Arial" pitchFamily="34" charset="0"/>
              </a:rPr>
              <a:t>/</a:t>
            </a:r>
            <a:r>
              <a:rPr lang="ko-KR" altLang="en-US" sz="100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Rix고딕 M" pitchFamily="18" charset="-127"/>
                <a:ea typeface="Rix고딕 M" pitchFamily="18" charset="-127"/>
                <a:cs typeface="Arial" pitchFamily="34" charset="0"/>
              </a:rPr>
              <a:t>변경된</a:t>
            </a:r>
          </a:p>
          <a:p>
            <a:pPr algn="ctr" defTabSz="1517736" eaLnBrk="0" hangingPunct="0"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1300"/>
              <a:defRPr/>
            </a:pPr>
            <a:r>
              <a:rPr lang="ko-KR" altLang="en-US" sz="100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Rix고딕 M" pitchFamily="18" charset="-127"/>
                <a:ea typeface="Rix고딕 M" pitchFamily="18" charset="-127"/>
                <a:cs typeface="Arial" pitchFamily="34" charset="0"/>
              </a:rPr>
              <a:t>서비스 요청</a:t>
            </a:r>
          </a:p>
        </p:txBody>
      </p:sp>
      <p:sp>
        <p:nvSpPr>
          <p:cNvPr id="92" name="양쪽 모서리가 둥근 사각형 91"/>
          <p:cNvSpPr/>
          <p:nvPr/>
        </p:nvSpPr>
        <p:spPr bwMode="auto">
          <a:xfrm rot="16200000">
            <a:off x="4107971" y="3370640"/>
            <a:ext cx="407458" cy="984616"/>
          </a:xfrm>
          <a:prstGeom prst="round2SameRect">
            <a:avLst>
              <a:gd name="adj1" fmla="val 7651"/>
              <a:gd name="adj2" fmla="val 0"/>
            </a:avLst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93" name="TextBox 92"/>
          <p:cNvSpPr txBox="1"/>
          <p:nvPr/>
        </p:nvSpPr>
        <p:spPr>
          <a:xfrm>
            <a:off x="3878342" y="3787437"/>
            <a:ext cx="843116" cy="153888"/>
          </a:xfrm>
          <a:prstGeom prst="rect">
            <a:avLst/>
          </a:prstGeom>
          <a:noFill/>
          <a:ln w="9525" algn="ctr">
            <a:noFill/>
            <a:prstDash val="dash"/>
            <a:miter lim="800000"/>
            <a:headEnd/>
            <a:tailEnd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  <a:scene3d>
              <a:camera prst="orthographicFront"/>
              <a:lightRig rig="threePt" dir="t"/>
            </a:scene3d>
            <a:sp3d>
              <a:bevelT w="0"/>
            </a:sp3d>
          </a:bodyPr>
          <a:lstStyle/>
          <a:p>
            <a:pPr algn="ctr" defTabSz="1517736" eaLnBrk="0" hangingPunct="0"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1300"/>
              <a:defRPr/>
            </a:pPr>
            <a:r>
              <a:rPr lang="ko-KR" altLang="en-US" sz="100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Rix고딕 M" pitchFamily="18" charset="-127"/>
                <a:ea typeface="Rix고딕 M" pitchFamily="18" charset="-127"/>
                <a:cs typeface="Arial" pitchFamily="34" charset="0"/>
              </a:rPr>
              <a:t>기타 프로세스</a:t>
            </a:r>
          </a:p>
        </p:txBody>
      </p:sp>
      <p:sp>
        <p:nvSpPr>
          <p:cNvPr id="94" name="양쪽 모서리가 둥근 사각형 93"/>
          <p:cNvSpPr/>
          <p:nvPr/>
        </p:nvSpPr>
        <p:spPr bwMode="auto">
          <a:xfrm rot="16200000">
            <a:off x="4107971" y="3903657"/>
            <a:ext cx="407458" cy="984616"/>
          </a:xfrm>
          <a:prstGeom prst="round2SameRect">
            <a:avLst>
              <a:gd name="adj1" fmla="val 7651"/>
              <a:gd name="adj2" fmla="val 0"/>
            </a:avLst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95" name="TextBox 94"/>
          <p:cNvSpPr txBox="1"/>
          <p:nvPr/>
        </p:nvSpPr>
        <p:spPr>
          <a:xfrm>
            <a:off x="3878342" y="4320454"/>
            <a:ext cx="843116" cy="153888"/>
          </a:xfrm>
          <a:prstGeom prst="rect">
            <a:avLst/>
          </a:prstGeom>
          <a:noFill/>
          <a:ln w="9525" algn="ctr">
            <a:noFill/>
            <a:prstDash val="dash"/>
            <a:miter lim="800000"/>
            <a:headEnd/>
            <a:tailEnd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  <a:scene3d>
              <a:camera prst="orthographicFront"/>
              <a:lightRig rig="threePt" dir="t"/>
            </a:scene3d>
            <a:sp3d>
              <a:bevelT w="0"/>
            </a:sp3d>
          </a:bodyPr>
          <a:lstStyle/>
          <a:p>
            <a:pPr algn="ctr" defTabSz="1517736" eaLnBrk="0" hangingPunct="0"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1300"/>
              <a:defRPr/>
            </a:pPr>
            <a:r>
              <a:rPr lang="ko-KR" altLang="en-US" sz="100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Rix고딕 M" pitchFamily="18" charset="-127"/>
                <a:ea typeface="Rix고딕 M" pitchFamily="18" charset="-127"/>
                <a:cs typeface="Arial" pitchFamily="34" charset="0"/>
              </a:rPr>
              <a:t>기타 관련 조직</a:t>
            </a:r>
          </a:p>
        </p:txBody>
      </p:sp>
      <p:sp>
        <p:nvSpPr>
          <p:cNvPr id="96" name="양쪽 모서리가 둥근 사각형 95"/>
          <p:cNvSpPr/>
          <p:nvPr/>
        </p:nvSpPr>
        <p:spPr bwMode="auto">
          <a:xfrm rot="5400000" flipH="1">
            <a:off x="9466692" y="1767080"/>
            <a:ext cx="407458" cy="993633"/>
          </a:xfrm>
          <a:prstGeom prst="round2SameRect">
            <a:avLst>
              <a:gd name="adj1" fmla="val 7651"/>
              <a:gd name="adj2" fmla="val 0"/>
            </a:avLst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97" name="TextBox 96"/>
          <p:cNvSpPr txBox="1"/>
          <p:nvPr/>
        </p:nvSpPr>
        <p:spPr>
          <a:xfrm>
            <a:off x="9244980" y="2180692"/>
            <a:ext cx="843116" cy="169277"/>
          </a:xfrm>
          <a:prstGeom prst="rect">
            <a:avLst/>
          </a:prstGeom>
          <a:noFill/>
          <a:ln w="9525" algn="ctr">
            <a:noFill/>
            <a:prstDash val="dash"/>
            <a:miter lim="800000"/>
            <a:headEnd/>
            <a:tailEnd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  <a:scene3d>
              <a:camera prst="orthographicFront"/>
              <a:lightRig rig="threePt" dir="t"/>
            </a:scene3d>
            <a:sp3d>
              <a:bevelT w="0"/>
            </a:sp3d>
          </a:bodyPr>
          <a:lstStyle/>
          <a:p>
            <a:pPr algn="ctr" defTabSz="1517736" eaLnBrk="0" hangingPunct="0"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1300"/>
              <a:defRPr/>
            </a:pPr>
            <a:r>
              <a:rPr lang="ko-KR" altLang="en-US" sz="110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Rix고딕 M" pitchFamily="18" charset="-127"/>
                <a:ea typeface="Rix고딕 M" pitchFamily="18" charset="-127"/>
                <a:cs typeface="Arial" pitchFamily="34" charset="0"/>
              </a:rPr>
              <a:t>비즈니스 성과</a:t>
            </a:r>
          </a:p>
        </p:txBody>
      </p:sp>
      <p:sp>
        <p:nvSpPr>
          <p:cNvPr id="98" name="양쪽 모서리가 둥근 사각형 97"/>
          <p:cNvSpPr/>
          <p:nvPr/>
        </p:nvSpPr>
        <p:spPr bwMode="auto">
          <a:xfrm rot="5400000" flipH="1">
            <a:off x="9466692" y="2300097"/>
            <a:ext cx="407458" cy="993633"/>
          </a:xfrm>
          <a:prstGeom prst="round2SameRect">
            <a:avLst>
              <a:gd name="adj1" fmla="val 7651"/>
              <a:gd name="adj2" fmla="val 0"/>
            </a:avLst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99" name="TextBox 98"/>
          <p:cNvSpPr txBox="1"/>
          <p:nvPr/>
        </p:nvSpPr>
        <p:spPr>
          <a:xfrm>
            <a:off x="9244980" y="2713709"/>
            <a:ext cx="843116" cy="169277"/>
          </a:xfrm>
          <a:prstGeom prst="rect">
            <a:avLst/>
          </a:prstGeom>
          <a:noFill/>
          <a:ln w="9525" algn="ctr">
            <a:noFill/>
            <a:prstDash val="dash"/>
            <a:miter lim="800000"/>
            <a:headEnd/>
            <a:tailEnd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  <a:scene3d>
              <a:camera prst="orthographicFront"/>
              <a:lightRig rig="threePt" dir="t"/>
            </a:scene3d>
            <a:sp3d>
              <a:bevelT w="0"/>
            </a:sp3d>
          </a:bodyPr>
          <a:lstStyle/>
          <a:p>
            <a:pPr algn="ctr" defTabSz="1517736" eaLnBrk="0" hangingPunct="0">
              <a:buClr>
                <a:srgbClr val="4D4D4D"/>
              </a:buClr>
              <a:buSzPts val="1300"/>
              <a:defRPr/>
            </a:pPr>
            <a:r>
              <a:rPr lang="ko-KR" altLang="en-US" sz="110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Rix고딕 M" pitchFamily="18" charset="-127"/>
                <a:ea typeface="Rix고딕 M" pitchFamily="18" charset="-127"/>
                <a:cs typeface="Arial" pitchFamily="34" charset="0"/>
              </a:rPr>
              <a:t>고객 만족</a:t>
            </a:r>
          </a:p>
        </p:txBody>
      </p:sp>
      <p:sp>
        <p:nvSpPr>
          <p:cNvPr id="100" name="양쪽 모서리가 둥근 사각형 99"/>
          <p:cNvSpPr/>
          <p:nvPr/>
        </p:nvSpPr>
        <p:spPr bwMode="auto">
          <a:xfrm rot="5400000" flipH="1">
            <a:off x="9466692" y="2833114"/>
            <a:ext cx="407458" cy="993633"/>
          </a:xfrm>
          <a:prstGeom prst="round2SameRect">
            <a:avLst>
              <a:gd name="adj1" fmla="val 7651"/>
              <a:gd name="adj2" fmla="val 0"/>
            </a:avLst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01" name="TextBox 100"/>
          <p:cNvSpPr txBox="1"/>
          <p:nvPr/>
        </p:nvSpPr>
        <p:spPr>
          <a:xfrm>
            <a:off x="9244980" y="3162088"/>
            <a:ext cx="843116" cy="338554"/>
          </a:xfrm>
          <a:prstGeom prst="rect">
            <a:avLst/>
          </a:prstGeom>
          <a:noFill/>
          <a:ln w="9525" algn="ctr">
            <a:noFill/>
            <a:prstDash val="dash"/>
            <a:miter lim="800000"/>
            <a:headEnd/>
            <a:tailEnd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  <a:scene3d>
              <a:camera prst="orthographicFront"/>
              <a:lightRig rig="threePt" dir="t"/>
            </a:scene3d>
            <a:sp3d>
              <a:bevelT w="0"/>
            </a:sp3d>
          </a:bodyPr>
          <a:lstStyle/>
          <a:p>
            <a:pPr algn="ctr" defTabSz="1517736" eaLnBrk="0" hangingPunct="0">
              <a:buClr>
                <a:srgbClr val="4D4D4D"/>
              </a:buClr>
              <a:buSzPts val="1300"/>
              <a:defRPr/>
            </a:pPr>
            <a:r>
              <a:rPr lang="ko-KR" altLang="en-US" sz="110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Rix고딕 M" pitchFamily="18" charset="-127"/>
                <a:ea typeface="Rix고딕 M" pitchFamily="18" charset="-127"/>
                <a:cs typeface="Arial" pitchFamily="34" charset="0"/>
              </a:rPr>
              <a:t>신규</a:t>
            </a:r>
            <a:r>
              <a:rPr lang="en-US" altLang="ko-KR" sz="110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Rix고딕 M" pitchFamily="18" charset="-127"/>
                <a:ea typeface="Rix고딕 M" pitchFamily="18" charset="-127"/>
                <a:cs typeface="Arial" pitchFamily="34" charset="0"/>
              </a:rPr>
              <a:t>/</a:t>
            </a:r>
            <a:r>
              <a:rPr lang="ko-KR" altLang="en-US" sz="110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Rix고딕 M" pitchFamily="18" charset="-127"/>
                <a:ea typeface="Rix고딕 M" pitchFamily="18" charset="-127"/>
                <a:cs typeface="Arial" pitchFamily="34" charset="0"/>
              </a:rPr>
              <a:t>변경</a:t>
            </a:r>
          </a:p>
          <a:p>
            <a:pPr algn="ctr" defTabSz="1517736" eaLnBrk="0" hangingPunct="0">
              <a:buClr>
                <a:srgbClr val="4D4D4D"/>
              </a:buClr>
              <a:buSzPts val="1300"/>
              <a:defRPr/>
            </a:pPr>
            <a:r>
              <a:rPr lang="ko-KR" altLang="en-US" sz="110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Rix고딕 M" pitchFamily="18" charset="-127"/>
                <a:ea typeface="Rix고딕 M" pitchFamily="18" charset="-127"/>
                <a:cs typeface="Arial" pitchFamily="34" charset="0"/>
              </a:rPr>
              <a:t>프로세스</a:t>
            </a:r>
          </a:p>
        </p:txBody>
      </p:sp>
      <p:sp>
        <p:nvSpPr>
          <p:cNvPr id="102" name="양쪽 모서리가 둥근 사각형 101"/>
          <p:cNvSpPr/>
          <p:nvPr/>
        </p:nvSpPr>
        <p:spPr bwMode="auto">
          <a:xfrm rot="5400000" flipH="1">
            <a:off x="9466692" y="3366131"/>
            <a:ext cx="407458" cy="993633"/>
          </a:xfrm>
          <a:prstGeom prst="round2SameRect">
            <a:avLst>
              <a:gd name="adj1" fmla="val 7651"/>
              <a:gd name="adj2" fmla="val 0"/>
            </a:avLst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03" name="TextBox 102"/>
          <p:cNvSpPr txBox="1"/>
          <p:nvPr/>
        </p:nvSpPr>
        <p:spPr>
          <a:xfrm>
            <a:off x="9244980" y="3779743"/>
            <a:ext cx="843116" cy="169277"/>
          </a:xfrm>
          <a:prstGeom prst="rect">
            <a:avLst/>
          </a:prstGeom>
          <a:noFill/>
          <a:ln w="9525" algn="ctr">
            <a:noFill/>
            <a:prstDash val="dash"/>
            <a:miter lim="800000"/>
            <a:headEnd/>
            <a:tailEnd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  <a:scene3d>
              <a:camera prst="orthographicFront"/>
              <a:lightRig rig="threePt" dir="t"/>
            </a:scene3d>
            <a:sp3d>
              <a:bevelT w="0"/>
            </a:sp3d>
          </a:bodyPr>
          <a:lstStyle/>
          <a:p>
            <a:pPr algn="ctr" defTabSz="1517736" eaLnBrk="0" hangingPunct="0">
              <a:buClr>
                <a:srgbClr val="4D4D4D"/>
              </a:buClr>
              <a:buSzPts val="1300"/>
              <a:defRPr/>
            </a:pPr>
            <a:r>
              <a:rPr lang="ko-KR" altLang="en-US" sz="110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Rix고딕 M" pitchFamily="18" charset="-127"/>
                <a:ea typeface="Rix고딕 M" pitchFamily="18" charset="-127"/>
                <a:cs typeface="Arial" pitchFamily="34" charset="0"/>
              </a:rPr>
              <a:t>기타 프로세스</a:t>
            </a:r>
          </a:p>
        </p:txBody>
      </p:sp>
      <p:sp>
        <p:nvSpPr>
          <p:cNvPr id="104" name="양쪽 모서리가 둥근 사각형 103"/>
          <p:cNvSpPr/>
          <p:nvPr/>
        </p:nvSpPr>
        <p:spPr bwMode="auto">
          <a:xfrm rot="5400000" flipH="1">
            <a:off x="9466692" y="3899148"/>
            <a:ext cx="407458" cy="993633"/>
          </a:xfrm>
          <a:prstGeom prst="round2SameRect">
            <a:avLst>
              <a:gd name="adj1" fmla="val 7651"/>
              <a:gd name="adj2" fmla="val 0"/>
            </a:avLst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05" name="TextBox 104"/>
          <p:cNvSpPr txBox="1"/>
          <p:nvPr/>
        </p:nvSpPr>
        <p:spPr>
          <a:xfrm>
            <a:off x="9244980" y="4228122"/>
            <a:ext cx="843116" cy="338554"/>
          </a:xfrm>
          <a:prstGeom prst="rect">
            <a:avLst/>
          </a:prstGeom>
          <a:noFill/>
          <a:ln w="9525" algn="ctr">
            <a:noFill/>
            <a:prstDash val="dash"/>
            <a:miter lim="800000"/>
            <a:headEnd/>
            <a:tailEnd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  <a:scene3d>
              <a:camera prst="orthographicFront"/>
              <a:lightRig rig="threePt" dir="t"/>
            </a:scene3d>
            <a:sp3d>
              <a:bevelT w="0"/>
            </a:sp3d>
          </a:bodyPr>
          <a:lstStyle/>
          <a:p>
            <a:pPr algn="ctr" defTabSz="1517736" eaLnBrk="0" hangingPunct="0">
              <a:buClr>
                <a:srgbClr val="4D4D4D"/>
              </a:buClr>
              <a:buSzPts val="1300"/>
              <a:defRPr/>
            </a:pPr>
            <a:r>
              <a:rPr lang="ko-KR" altLang="en-US" sz="110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Rix고딕 M" pitchFamily="18" charset="-127"/>
                <a:ea typeface="Rix고딕 M" pitchFamily="18" charset="-127"/>
                <a:cs typeface="Arial" pitchFamily="34" charset="0"/>
              </a:rPr>
              <a:t>팀과 </a:t>
            </a:r>
            <a:r>
              <a:rPr lang="ko-KR" altLang="en-US" sz="1100" spc="-1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Rix고딕 M" pitchFamily="18" charset="-127"/>
                <a:ea typeface="Rix고딕 M" pitchFamily="18" charset="-127"/>
                <a:cs typeface="Arial" pitchFamily="34" charset="0"/>
              </a:rPr>
              <a:t>개인의</a:t>
            </a:r>
            <a:endParaRPr lang="en-US" altLang="ko-KR" sz="1100" spc="-100" dirty="0" smtClean="0">
              <a:solidFill>
                <a:schemeClr val="tx1">
                  <a:lumMod val="85000"/>
                  <a:lumOff val="15000"/>
                </a:schemeClr>
              </a:solidFill>
              <a:latin typeface="Rix고딕 M" pitchFamily="18" charset="-127"/>
              <a:ea typeface="Rix고딕 M" pitchFamily="18" charset="-127"/>
              <a:cs typeface="Arial" pitchFamily="34" charset="0"/>
            </a:endParaRPr>
          </a:p>
          <a:p>
            <a:pPr algn="ctr" defTabSz="1517736" eaLnBrk="0" hangingPunct="0">
              <a:buClr>
                <a:srgbClr val="4D4D4D"/>
              </a:buClr>
              <a:buSzPts val="1300"/>
              <a:defRPr/>
            </a:pPr>
            <a:r>
              <a:rPr lang="ko-KR" altLang="en-US" sz="1100" spc="-1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Rix고딕 M" pitchFamily="18" charset="-127"/>
                <a:ea typeface="Rix고딕 M" pitchFamily="18" charset="-127"/>
                <a:cs typeface="Arial" pitchFamily="34" charset="0"/>
              </a:rPr>
              <a:t>만족</a:t>
            </a:r>
            <a:endParaRPr lang="ko-KR" altLang="en-US" sz="1100" spc="-100" dirty="0">
              <a:solidFill>
                <a:schemeClr val="tx1">
                  <a:lumMod val="85000"/>
                  <a:lumOff val="15000"/>
                </a:schemeClr>
              </a:solidFill>
              <a:latin typeface="Rix고딕 M" pitchFamily="18" charset="-127"/>
              <a:ea typeface="Rix고딕 M" pitchFamily="18" charset="-127"/>
              <a:cs typeface="Arial" pitchFamily="34" charset="0"/>
            </a:endParaRPr>
          </a:p>
        </p:txBody>
      </p:sp>
      <p:sp>
        <p:nvSpPr>
          <p:cNvPr id="106" name="직사각형 105"/>
          <p:cNvSpPr/>
          <p:nvPr/>
        </p:nvSpPr>
        <p:spPr>
          <a:xfrm rot="5400000" flipV="1">
            <a:off x="5711186" y="1446913"/>
            <a:ext cx="2550765" cy="3754802"/>
          </a:xfrm>
          <a:prstGeom prst="rect">
            <a:avLst/>
          </a:prstGeom>
          <a:noFill/>
          <a:ln w="12700">
            <a:solidFill>
              <a:schemeClr val="bg1">
                <a:lumMod val="6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9569" tIns="49785" rIns="99569" bIns="49785" rtlCol="0" anchor="ctr"/>
          <a:lstStyle/>
          <a:p>
            <a:pPr algn="ctr" defTabSz="1043079" latinLnBrk="0">
              <a:lnSpc>
                <a:spcPct val="110000"/>
              </a:lnSpc>
            </a:pPr>
            <a:endParaRPr lang="ko-KR" altLang="en-US" sz="1600" dirty="0">
              <a:gradFill>
                <a:gsLst>
                  <a:gs pos="0">
                    <a:prstClr val="white"/>
                  </a:gs>
                  <a:gs pos="100000">
                    <a:prstClr val="white"/>
                  </a:gs>
                </a:gsLst>
                <a:lin ang="5400000" scaled="0"/>
              </a:gradFill>
              <a:latin typeface="Yoon 윤고딕 550_TT" panose="02090603020101020101" pitchFamily="18" charset="-127"/>
              <a:ea typeface="Yoon 윤고딕 550_TT" panose="02090603020101020101" pitchFamily="18" charset="-127"/>
            </a:endParaRPr>
          </a:p>
        </p:txBody>
      </p:sp>
      <p:cxnSp>
        <p:nvCxnSpPr>
          <p:cNvPr id="107" name="직선 연결선 106"/>
          <p:cNvCxnSpPr/>
          <p:nvPr/>
        </p:nvCxnSpPr>
        <p:spPr>
          <a:xfrm>
            <a:off x="5419728" y="4367386"/>
            <a:ext cx="3262312" cy="0"/>
          </a:xfrm>
          <a:prstGeom prst="line">
            <a:avLst/>
          </a:prstGeom>
          <a:noFill/>
          <a:ln w="31750">
            <a:gradFill>
              <a:gsLst>
                <a:gs pos="0">
                  <a:schemeClr val="bg1">
                    <a:lumMod val="50000"/>
                  </a:schemeClr>
                </a:gs>
                <a:gs pos="100000">
                  <a:schemeClr val="tx1">
                    <a:lumMod val="50000"/>
                    <a:lumOff val="50000"/>
                  </a:schemeClr>
                </a:gs>
              </a:gsLst>
              <a:lin ang="5400000" scaled="0"/>
            </a:gradFill>
          </a:ln>
          <a:effectLst/>
        </p:spPr>
      </p:cxnSp>
      <p:cxnSp>
        <p:nvCxnSpPr>
          <p:cNvPr id="108" name="직선 연결선 107"/>
          <p:cNvCxnSpPr/>
          <p:nvPr/>
        </p:nvCxnSpPr>
        <p:spPr>
          <a:xfrm>
            <a:off x="5516786" y="2185428"/>
            <a:ext cx="0" cy="2186715"/>
          </a:xfrm>
          <a:prstGeom prst="line">
            <a:avLst/>
          </a:prstGeom>
          <a:noFill/>
          <a:ln w="31750">
            <a:gradFill>
              <a:gsLst>
                <a:gs pos="0">
                  <a:schemeClr val="bg1">
                    <a:lumMod val="50000"/>
                  </a:schemeClr>
                </a:gs>
                <a:gs pos="100000">
                  <a:schemeClr val="tx1">
                    <a:lumMod val="50000"/>
                    <a:lumOff val="50000"/>
                  </a:schemeClr>
                </a:gs>
              </a:gsLst>
              <a:lin ang="5400000" scaled="0"/>
            </a:gradFill>
          </a:ln>
          <a:effectLst/>
        </p:spPr>
      </p:cxnSp>
      <p:sp>
        <p:nvSpPr>
          <p:cNvPr id="109" name="오른쪽 화살표 108"/>
          <p:cNvSpPr/>
          <p:nvPr/>
        </p:nvSpPr>
        <p:spPr>
          <a:xfrm>
            <a:off x="5139228" y="2168603"/>
            <a:ext cx="318089" cy="415498"/>
          </a:xfrm>
          <a:prstGeom prst="rightArrow">
            <a:avLst>
              <a:gd name="adj1" fmla="val 100000"/>
              <a:gd name="adj2" fmla="val 0"/>
            </a:avLst>
          </a:prstGeom>
          <a:noFill/>
          <a:ln>
            <a:noFill/>
          </a:ln>
          <a:effectLst/>
          <a:scene3d>
            <a:camera prst="orthographicFront"/>
            <a:lightRig rig="threePt" dir="t"/>
          </a:scene3d>
          <a:sp3d>
            <a:bevelT w="450850" h="952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spAutoFit/>
          </a:bodyPr>
          <a:lstStyle/>
          <a:p>
            <a:pPr algn="r" defTabSz="941533"/>
            <a:r>
              <a:rPr lang="ko-KR" altLang="en-US" sz="900" spc="-100" dirty="0">
                <a:gradFill flip="none" rotWithShape="1">
                  <a:gsLst>
                    <a:gs pos="0">
                      <a:prstClr val="black">
                        <a:lumMod val="65000"/>
                        <a:lumOff val="35000"/>
                        <a:shade val="30000"/>
                        <a:satMod val="115000"/>
                      </a:prstClr>
                    </a:gs>
                    <a:gs pos="50000">
                      <a:prstClr val="black">
                        <a:lumMod val="65000"/>
                        <a:lumOff val="35000"/>
                        <a:shade val="67500"/>
                        <a:satMod val="115000"/>
                      </a:prstClr>
                    </a:gs>
                    <a:gs pos="100000">
                      <a:prstClr val="black">
                        <a:lumMod val="65000"/>
                        <a:lumOff val="35000"/>
                        <a:shade val="100000"/>
                        <a:satMod val="115000"/>
                      </a:prstClr>
                    </a:gs>
                  </a:gsLst>
                  <a:lin ang="16200000" scaled="1"/>
                  <a:tileRect/>
                </a:gradFill>
                <a:latin typeface="Rix고딕 M" pitchFamily="18" charset="-127"/>
                <a:ea typeface="Rix고딕 M" pitchFamily="18" charset="-127"/>
              </a:rPr>
              <a:t>서비스</a:t>
            </a:r>
          </a:p>
          <a:p>
            <a:pPr algn="r" defTabSz="941533"/>
            <a:r>
              <a:rPr lang="ko-KR" altLang="en-US" sz="900" spc="-100" dirty="0">
                <a:gradFill flip="none" rotWithShape="1">
                  <a:gsLst>
                    <a:gs pos="0">
                      <a:prstClr val="black">
                        <a:lumMod val="65000"/>
                        <a:lumOff val="35000"/>
                        <a:shade val="30000"/>
                        <a:satMod val="115000"/>
                      </a:prstClr>
                    </a:gs>
                    <a:gs pos="50000">
                      <a:prstClr val="black">
                        <a:lumMod val="65000"/>
                        <a:lumOff val="35000"/>
                        <a:shade val="67500"/>
                        <a:satMod val="115000"/>
                      </a:prstClr>
                    </a:gs>
                    <a:gs pos="100000">
                      <a:prstClr val="black">
                        <a:lumMod val="65000"/>
                        <a:lumOff val="35000"/>
                        <a:shade val="100000"/>
                        <a:satMod val="115000"/>
                      </a:prstClr>
                    </a:gs>
                  </a:gsLst>
                  <a:lin ang="16200000" scaled="1"/>
                  <a:tileRect/>
                </a:gradFill>
                <a:latin typeface="Rix고딕 M" pitchFamily="18" charset="-127"/>
                <a:ea typeface="Rix고딕 M" pitchFamily="18" charset="-127"/>
              </a:rPr>
              <a:t>품질</a:t>
            </a:r>
          </a:p>
          <a:p>
            <a:pPr algn="r" defTabSz="941533"/>
            <a:r>
              <a:rPr lang="ko-KR" altLang="en-US" sz="900" spc="-100" dirty="0">
                <a:gradFill flip="none" rotWithShape="1">
                  <a:gsLst>
                    <a:gs pos="0">
                      <a:prstClr val="black">
                        <a:lumMod val="65000"/>
                        <a:lumOff val="35000"/>
                        <a:shade val="30000"/>
                        <a:satMod val="115000"/>
                      </a:prstClr>
                    </a:gs>
                    <a:gs pos="50000">
                      <a:prstClr val="black">
                        <a:lumMod val="65000"/>
                        <a:lumOff val="35000"/>
                        <a:shade val="67500"/>
                        <a:satMod val="115000"/>
                      </a:prstClr>
                    </a:gs>
                    <a:gs pos="100000">
                      <a:prstClr val="black">
                        <a:lumMod val="65000"/>
                        <a:lumOff val="35000"/>
                        <a:shade val="100000"/>
                        <a:satMod val="115000"/>
                      </a:prstClr>
                    </a:gs>
                  </a:gsLst>
                  <a:lin ang="16200000" scaled="1"/>
                  <a:tileRect/>
                </a:gradFill>
                <a:latin typeface="Rix고딕 M" pitchFamily="18" charset="-127"/>
                <a:ea typeface="Rix고딕 M" pitchFamily="18" charset="-127"/>
              </a:rPr>
              <a:t>수준</a:t>
            </a:r>
          </a:p>
        </p:txBody>
      </p:sp>
      <p:sp>
        <p:nvSpPr>
          <p:cNvPr id="110" name="오른쪽 화살표 109"/>
          <p:cNvSpPr/>
          <p:nvPr/>
        </p:nvSpPr>
        <p:spPr>
          <a:xfrm>
            <a:off x="8353919" y="4411311"/>
            <a:ext cx="318089" cy="138499"/>
          </a:xfrm>
          <a:prstGeom prst="rightArrow">
            <a:avLst>
              <a:gd name="adj1" fmla="val 100000"/>
              <a:gd name="adj2" fmla="val 0"/>
            </a:avLst>
          </a:prstGeom>
          <a:noFill/>
          <a:ln>
            <a:noFill/>
          </a:ln>
          <a:effectLst/>
          <a:scene3d>
            <a:camera prst="orthographicFront"/>
            <a:lightRig rig="threePt" dir="t"/>
          </a:scene3d>
          <a:sp3d>
            <a:bevelT w="450850" h="952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spAutoFit/>
          </a:bodyPr>
          <a:lstStyle/>
          <a:p>
            <a:pPr algn="r" defTabSz="941533"/>
            <a:r>
              <a:rPr lang="ko-KR" altLang="en-US" sz="900" spc="-100" dirty="0">
                <a:gradFill flip="none" rotWithShape="1">
                  <a:gsLst>
                    <a:gs pos="0">
                      <a:prstClr val="black">
                        <a:lumMod val="65000"/>
                        <a:lumOff val="35000"/>
                        <a:shade val="30000"/>
                        <a:satMod val="115000"/>
                      </a:prstClr>
                    </a:gs>
                    <a:gs pos="50000">
                      <a:prstClr val="black">
                        <a:lumMod val="65000"/>
                        <a:lumOff val="35000"/>
                        <a:shade val="67500"/>
                        <a:satMod val="115000"/>
                      </a:prstClr>
                    </a:gs>
                    <a:gs pos="100000">
                      <a:prstClr val="black">
                        <a:lumMod val="65000"/>
                        <a:lumOff val="35000"/>
                        <a:shade val="100000"/>
                        <a:satMod val="115000"/>
                      </a:prstClr>
                    </a:gs>
                  </a:gsLst>
                  <a:lin ang="16200000" scaled="1"/>
                  <a:tileRect/>
                </a:gradFill>
                <a:latin typeface="Rix고딕 M" pitchFamily="18" charset="-127"/>
                <a:ea typeface="Rix고딕 M" pitchFamily="18" charset="-127"/>
              </a:rPr>
              <a:t>시간</a:t>
            </a:r>
          </a:p>
        </p:txBody>
      </p:sp>
      <p:cxnSp>
        <p:nvCxnSpPr>
          <p:cNvPr id="111" name="직선 연결선 110"/>
          <p:cNvCxnSpPr/>
          <p:nvPr/>
        </p:nvCxnSpPr>
        <p:spPr>
          <a:xfrm>
            <a:off x="6397753" y="3561865"/>
            <a:ext cx="0" cy="596835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직선 연결선 111"/>
          <p:cNvCxnSpPr/>
          <p:nvPr/>
        </p:nvCxnSpPr>
        <p:spPr>
          <a:xfrm>
            <a:off x="7208419" y="2951032"/>
            <a:ext cx="0" cy="596835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오른쪽 화살표 112"/>
          <p:cNvSpPr/>
          <p:nvPr/>
        </p:nvSpPr>
        <p:spPr>
          <a:xfrm>
            <a:off x="5589952" y="4112042"/>
            <a:ext cx="953723" cy="224831"/>
          </a:xfrm>
          <a:prstGeom prst="rightArrow">
            <a:avLst>
              <a:gd name="adj1" fmla="val 50001"/>
              <a:gd name="adj2" fmla="val 64717"/>
            </a:avLst>
          </a:prstGeom>
          <a:solidFill>
            <a:schemeClr val="tx1">
              <a:lumMod val="50000"/>
              <a:lumOff val="50000"/>
            </a:schemeClr>
          </a:solidFill>
          <a:effectLst/>
        </p:spPr>
        <p:txBody>
          <a:bodyPr wrap="square" lIns="0" tIns="0" rIns="0" bIns="0" anchor="ctr" anchorCtr="0">
            <a:noAutofit/>
          </a:bodyPr>
          <a:lstStyle/>
          <a:p>
            <a:pPr algn="ctr" latinLnBrk="0">
              <a:buSzPct val="135000"/>
            </a:pPr>
            <a:endParaRPr lang="ko-KR" altLang="en-US" sz="1500" kern="0" spc="-200" dirty="0">
              <a:solidFill>
                <a:schemeClr val="bg1"/>
              </a:solidFill>
              <a:latin typeface="Rix정고딕 M" pitchFamily="18" charset="-127"/>
              <a:ea typeface="Rix정고딕 M" pitchFamily="18" charset="-127"/>
            </a:endParaRPr>
          </a:p>
        </p:txBody>
      </p:sp>
      <p:sp>
        <p:nvSpPr>
          <p:cNvPr id="114" name="오른쪽 화살표 113"/>
          <p:cNvSpPr/>
          <p:nvPr/>
        </p:nvSpPr>
        <p:spPr>
          <a:xfrm>
            <a:off x="6395377" y="3498779"/>
            <a:ext cx="953723" cy="224831"/>
          </a:xfrm>
          <a:prstGeom prst="rightArrow">
            <a:avLst>
              <a:gd name="adj1" fmla="val 50001"/>
              <a:gd name="adj2" fmla="val 64717"/>
            </a:avLst>
          </a:prstGeom>
          <a:solidFill>
            <a:schemeClr val="tx1">
              <a:lumMod val="50000"/>
              <a:lumOff val="50000"/>
            </a:schemeClr>
          </a:solidFill>
          <a:effectLst/>
        </p:spPr>
        <p:txBody>
          <a:bodyPr wrap="square" lIns="0" tIns="0" rIns="0" bIns="0" anchor="ctr" anchorCtr="0">
            <a:noAutofit/>
          </a:bodyPr>
          <a:lstStyle/>
          <a:p>
            <a:pPr algn="ctr" latinLnBrk="0">
              <a:buSzPct val="135000"/>
            </a:pPr>
            <a:endParaRPr lang="ko-KR" altLang="en-US" sz="1500" kern="0" spc="-200" dirty="0">
              <a:solidFill>
                <a:schemeClr val="bg1"/>
              </a:solidFill>
              <a:latin typeface="Rix정고딕 M" pitchFamily="18" charset="-127"/>
              <a:ea typeface="Rix정고딕 M" pitchFamily="18" charset="-127"/>
            </a:endParaRPr>
          </a:p>
        </p:txBody>
      </p:sp>
      <p:cxnSp>
        <p:nvCxnSpPr>
          <p:cNvPr id="115" name="직선 연결선 114"/>
          <p:cNvCxnSpPr/>
          <p:nvPr/>
        </p:nvCxnSpPr>
        <p:spPr>
          <a:xfrm>
            <a:off x="8018031" y="2332004"/>
            <a:ext cx="0" cy="596835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6" name="오른쪽 화살표 115"/>
          <p:cNvSpPr/>
          <p:nvPr/>
        </p:nvSpPr>
        <p:spPr>
          <a:xfrm>
            <a:off x="8012330" y="2272251"/>
            <a:ext cx="584747" cy="224831"/>
          </a:xfrm>
          <a:prstGeom prst="rightArrow">
            <a:avLst>
              <a:gd name="adj1" fmla="val 50001"/>
              <a:gd name="adj2" fmla="val 64717"/>
            </a:avLst>
          </a:prstGeom>
          <a:solidFill>
            <a:schemeClr val="tx1">
              <a:lumMod val="50000"/>
              <a:lumOff val="50000"/>
            </a:schemeClr>
          </a:solidFill>
          <a:effectLst/>
        </p:spPr>
        <p:txBody>
          <a:bodyPr wrap="square" lIns="0" tIns="0" rIns="0" bIns="0" anchor="ctr" anchorCtr="0">
            <a:noAutofit/>
          </a:bodyPr>
          <a:lstStyle/>
          <a:p>
            <a:pPr algn="ctr" latinLnBrk="0">
              <a:buSzPct val="135000"/>
            </a:pPr>
            <a:endParaRPr lang="ko-KR" altLang="en-US" sz="1500" kern="0" spc="-200" dirty="0">
              <a:solidFill>
                <a:schemeClr val="bg1"/>
              </a:solidFill>
              <a:latin typeface="Rix정고딕 M" pitchFamily="18" charset="-127"/>
              <a:ea typeface="Rix정고딕 M" pitchFamily="18" charset="-127"/>
            </a:endParaRPr>
          </a:p>
        </p:txBody>
      </p:sp>
      <p:sp>
        <p:nvSpPr>
          <p:cNvPr id="117" name="오른쪽 화살표 116"/>
          <p:cNvSpPr/>
          <p:nvPr/>
        </p:nvSpPr>
        <p:spPr>
          <a:xfrm>
            <a:off x="7204323" y="2885515"/>
            <a:ext cx="953723" cy="224831"/>
          </a:xfrm>
          <a:prstGeom prst="rightArrow">
            <a:avLst>
              <a:gd name="adj1" fmla="val 50001"/>
              <a:gd name="adj2" fmla="val 64717"/>
            </a:avLst>
          </a:prstGeom>
          <a:solidFill>
            <a:schemeClr val="tx1">
              <a:lumMod val="50000"/>
              <a:lumOff val="50000"/>
            </a:schemeClr>
          </a:solidFill>
          <a:effectLst/>
        </p:spPr>
        <p:txBody>
          <a:bodyPr wrap="square" lIns="0" tIns="0" rIns="0" bIns="0" anchor="ctr" anchorCtr="0">
            <a:noAutofit/>
          </a:bodyPr>
          <a:lstStyle/>
          <a:p>
            <a:pPr algn="ctr" latinLnBrk="0">
              <a:buSzPct val="135000"/>
            </a:pPr>
            <a:endParaRPr lang="ko-KR" altLang="en-US" sz="1500" kern="0" spc="-200" dirty="0">
              <a:solidFill>
                <a:schemeClr val="bg1"/>
              </a:solidFill>
              <a:latin typeface="Rix정고딕 M" pitchFamily="18" charset="-127"/>
              <a:ea typeface="Rix정고딕 M" pitchFamily="18" charset="-127"/>
            </a:endParaRPr>
          </a:p>
        </p:txBody>
      </p:sp>
      <p:sp>
        <p:nvSpPr>
          <p:cNvPr id="118" name="위쪽 화살표 117"/>
          <p:cNvSpPr/>
          <p:nvPr/>
        </p:nvSpPr>
        <p:spPr>
          <a:xfrm rot="5400000">
            <a:off x="5867422" y="2656049"/>
            <a:ext cx="245718" cy="800658"/>
          </a:xfrm>
          <a:prstGeom prst="upArrow">
            <a:avLst/>
          </a:prstGeom>
          <a:solidFill>
            <a:srgbClr val="C00000"/>
          </a:solidFill>
          <a:effectLst/>
        </p:spPr>
        <p:txBody>
          <a:bodyPr wrap="square" lIns="0" tIns="0" rIns="0" bIns="0" anchor="ctr" anchorCtr="0">
            <a:noAutofit/>
          </a:bodyPr>
          <a:lstStyle/>
          <a:p>
            <a:pPr algn="ctr" latinLnBrk="0">
              <a:buSzPct val="135000"/>
            </a:pPr>
            <a:endParaRPr lang="ko-KR" altLang="en-US" sz="1500" kern="0" spc="-200" dirty="0">
              <a:solidFill>
                <a:schemeClr val="bg1"/>
              </a:solidFill>
              <a:latin typeface="Rix정고딕 M" pitchFamily="18" charset="-127"/>
              <a:ea typeface="Rix정고딕 M" pitchFamily="18" charset="-127"/>
            </a:endParaRPr>
          </a:p>
        </p:txBody>
      </p:sp>
      <p:sp>
        <p:nvSpPr>
          <p:cNvPr id="119" name="TextBox 118"/>
          <p:cNvSpPr txBox="1"/>
          <p:nvPr/>
        </p:nvSpPr>
        <p:spPr>
          <a:xfrm>
            <a:off x="5655545" y="2697540"/>
            <a:ext cx="628375" cy="277320"/>
          </a:xfrm>
          <a:prstGeom prst="rect">
            <a:avLst/>
          </a:prstGeom>
          <a:noFill/>
          <a:ln w="9525" algn="ctr">
            <a:noFill/>
            <a:prstDash val="dash"/>
            <a:miter lim="800000"/>
            <a:headEnd/>
            <a:tailEnd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  <a:scene3d>
              <a:camera prst="orthographicFront"/>
              <a:lightRig rig="threePt" dir="t"/>
            </a:scene3d>
            <a:sp3d>
              <a:bevelT w="0"/>
            </a:sp3d>
          </a:bodyPr>
          <a:lstStyle/>
          <a:p>
            <a:pPr algn="ctr" defTabSz="1517736" ea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1300"/>
              <a:defRPr/>
            </a:pPr>
            <a:r>
              <a:rPr lang="ko-KR" altLang="en-US" sz="1000" spc="-100" dirty="0">
                <a:solidFill>
                  <a:srgbClr val="C00000"/>
                </a:solidFill>
                <a:latin typeface="Rix고딕 M" pitchFamily="18" charset="-127"/>
                <a:ea typeface="Rix고딕 M" pitchFamily="18" charset="-127"/>
                <a:cs typeface="Arial" pitchFamily="34" charset="0"/>
              </a:rPr>
              <a:t>서비스</a:t>
            </a:r>
          </a:p>
          <a:p>
            <a:pPr algn="ctr" defTabSz="1517736" ea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1300"/>
              <a:defRPr/>
            </a:pPr>
            <a:r>
              <a:rPr lang="ko-KR" altLang="en-US" sz="1000" spc="-100" dirty="0">
                <a:solidFill>
                  <a:srgbClr val="C00000"/>
                </a:solidFill>
                <a:latin typeface="Rix고딕 M" pitchFamily="18" charset="-127"/>
                <a:ea typeface="Rix고딕 M" pitchFamily="18" charset="-127"/>
                <a:cs typeface="Arial" pitchFamily="34" charset="0"/>
              </a:rPr>
              <a:t>품질 개선</a:t>
            </a:r>
          </a:p>
        </p:txBody>
      </p:sp>
      <p:sp>
        <p:nvSpPr>
          <p:cNvPr id="120" name="위쪽 화살표 119"/>
          <p:cNvSpPr/>
          <p:nvPr/>
        </p:nvSpPr>
        <p:spPr>
          <a:xfrm rot="5400000">
            <a:off x="6691516" y="2162462"/>
            <a:ext cx="245718" cy="800658"/>
          </a:xfrm>
          <a:prstGeom prst="upArrow">
            <a:avLst/>
          </a:prstGeom>
          <a:solidFill>
            <a:srgbClr val="C00000"/>
          </a:solidFill>
          <a:effectLst/>
        </p:spPr>
        <p:txBody>
          <a:bodyPr wrap="square" lIns="0" tIns="0" rIns="0" bIns="0" anchor="ctr" anchorCtr="0">
            <a:noAutofit/>
          </a:bodyPr>
          <a:lstStyle/>
          <a:p>
            <a:pPr algn="ctr" latinLnBrk="0">
              <a:buSzPct val="135000"/>
            </a:pPr>
            <a:endParaRPr lang="ko-KR" altLang="en-US" sz="1500" kern="0" spc="-200" dirty="0">
              <a:solidFill>
                <a:schemeClr val="bg1"/>
              </a:solidFill>
              <a:latin typeface="Rix정고딕 M" pitchFamily="18" charset="-127"/>
              <a:ea typeface="Rix정고딕 M" pitchFamily="18" charset="-127"/>
            </a:endParaRPr>
          </a:p>
        </p:txBody>
      </p:sp>
      <p:sp>
        <p:nvSpPr>
          <p:cNvPr id="121" name="TextBox 120"/>
          <p:cNvSpPr txBox="1"/>
          <p:nvPr/>
        </p:nvSpPr>
        <p:spPr>
          <a:xfrm>
            <a:off x="6479639" y="2203953"/>
            <a:ext cx="628375" cy="277320"/>
          </a:xfrm>
          <a:prstGeom prst="rect">
            <a:avLst/>
          </a:prstGeom>
          <a:noFill/>
          <a:ln w="9525" algn="ctr">
            <a:noFill/>
            <a:prstDash val="dash"/>
            <a:miter lim="800000"/>
            <a:headEnd/>
            <a:tailEnd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  <a:scene3d>
              <a:camera prst="orthographicFront"/>
              <a:lightRig rig="threePt" dir="t"/>
            </a:scene3d>
            <a:sp3d>
              <a:bevelT w="0"/>
            </a:sp3d>
          </a:bodyPr>
          <a:lstStyle/>
          <a:p>
            <a:pPr algn="ctr" defTabSz="1517736" ea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1300"/>
              <a:defRPr/>
            </a:pPr>
            <a:r>
              <a:rPr lang="ko-KR" altLang="en-US" sz="1000" spc="-100" dirty="0">
                <a:solidFill>
                  <a:srgbClr val="C00000"/>
                </a:solidFill>
                <a:latin typeface="Rix고딕 M" pitchFamily="18" charset="-127"/>
                <a:ea typeface="Rix고딕 M" pitchFamily="18" charset="-127"/>
                <a:cs typeface="Arial" pitchFamily="34" charset="0"/>
              </a:rPr>
              <a:t>서비스</a:t>
            </a:r>
          </a:p>
          <a:p>
            <a:pPr algn="ctr" defTabSz="1517736" ea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1300"/>
              <a:defRPr/>
            </a:pPr>
            <a:r>
              <a:rPr lang="ko-KR" altLang="en-US" sz="1000" spc="-100" dirty="0">
                <a:solidFill>
                  <a:srgbClr val="C00000"/>
                </a:solidFill>
                <a:latin typeface="Rix고딕 M" pitchFamily="18" charset="-127"/>
                <a:ea typeface="Rix고딕 M" pitchFamily="18" charset="-127"/>
                <a:cs typeface="Arial" pitchFamily="34" charset="0"/>
              </a:rPr>
              <a:t>품질 개선</a:t>
            </a:r>
          </a:p>
        </p:txBody>
      </p:sp>
      <p:grpSp>
        <p:nvGrpSpPr>
          <p:cNvPr id="122" name="그룹 121"/>
          <p:cNvGrpSpPr/>
          <p:nvPr/>
        </p:nvGrpSpPr>
        <p:grpSpPr>
          <a:xfrm>
            <a:off x="5632020" y="3449370"/>
            <a:ext cx="694959" cy="691388"/>
            <a:chOff x="5632020" y="3449370"/>
            <a:chExt cx="694959" cy="691388"/>
          </a:xfrm>
        </p:grpSpPr>
        <p:pic>
          <p:nvPicPr>
            <p:cNvPr id="123" name="Picture 2" descr="C:\Users\User\Desktop\Untitled-2-02.png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632020" y="3449370"/>
              <a:ext cx="694959" cy="69138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124" name="그룹 123"/>
            <p:cNvGrpSpPr/>
            <p:nvPr/>
          </p:nvGrpSpPr>
          <p:grpSpPr>
            <a:xfrm>
              <a:off x="5753465" y="3487519"/>
              <a:ext cx="186370" cy="186370"/>
              <a:chOff x="1700196" y="4425584"/>
              <a:chExt cx="294823" cy="294823"/>
            </a:xfrm>
          </p:grpSpPr>
          <p:sp>
            <p:nvSpPr>
              <p:cNvPr id="134" name="타원 133"/>
              <p:cNvSpPr/>
              <p:nvPr/>
            </p:nvSpPr>
            <p:spPr>
              <a:xfrm>
                <a:off x="1700196" y="4425584"/>
                <a:ext cx="294823" cy="294823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 smtClean="0"/>
              </a:p>
            </p:txBody>
          </p:sp>
          <p:sp>
            <p:nvSpPr>
              <p:cNvPr id="135" name="TextBox 134"/>
              <p:cNvSpPr txBox="1"/>
              <p:nvPr/>
            </p:nvSpPr>
            <p:spPr>
              <a:xfrm>
                <a:off x="1715251" y="4451276"/>
                <a:ext cx="232848" cy="243439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spAutoFit/>
              </a:bodyPr>
              <a:lstStyle/>
              <a:p>
                <a:pPr algn="ctr"/>
                <a:r>
                  <a:rPr lang="en-US" altLang="ko-KR" sz="1000" spc="-200" dirty="0" smtClean="0">
                    <a:solidFill>
                      <a:schemeClr val="bg1"/>
                    </a:solidFill>
                    <a:latin typeface="Rix모던고딕 B" panose="02020603020101020101" pitchFamily="18" charset="-127"/>
                    <a:ea typeface="Rix모던고딕 B" panose="02020603020101020101" pitchFamily="18" charset="-127"/>
                  </a:rPr>
                  <a:t>P</a:t>
                </a:r>
                <a:endParaRPr lang="ko-KR" altLang="en-US" sz="1000" spc="-200" dirty="0">
                  <a:solidFill>
                    <a:schemeClr val="bg1"/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</a:endParaRPr>
              </a:p>
            </p:txBody>
          </p:sp>
        </p:grpSp>
        <p:grpSp>
          <p:nvGrpSpPr>
            <p:cNvPr id="125" name="그룹 124"/>
            <p:cNvGrpSpPr/>
            <p:nvPr/>
          </p:nvGrpSpPr>
          <p:grpSpPr>
            <a:xfrm>
              <a:off x="6107067" y="3547867"/>
              <a:ext cx="186370" cy="186370"/>
              <a:chOff x="1700196" y="4425584"/>
              <a:chExt cx="294823" cy="294823"/>
            </a:xfrm>
          </p:grpSpPr>
          <p:sp>
            <p:nvSpPr>
              <p:cNvPr id="132" name="타원 131"/>
              <p:cNvSpPr/>
              <p:nvPr/>
            </p:nvSpPr>
            <p:spPr>
              <a:xfrm>
                <a:off x="1700196" y="4425584"/>
                <a:ext cx="294823" cy="294823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 smtClean="0"/>
              </a:p>
            </p:txBody>
          </p:sp>
          <p:sp>
            <p:nvSpPr>
              <p:cNvPr id="133" name="TextBox 132"/>
              <p:cNvSpPr txBox="1"/>
              <p:nvPr/>
            </p:nvSpPr>
            <p:spPr>
              <a:xfrm>
                <a:off x="1715251" y="4451276"/>
                <a:ext cx="232848" cy="243439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spAutoFit/>
              </a:bodyPr>
              <a:lstStyle/>
              <a:p>
                <a:pPr algn="ctr"/>
                <a:r>
                  <a:rPr lang="en-US" altLang="ko-KR" sz="1000" spc="-200" dirty="0" smtClean="0">
                    <a:solidFill>
                      <a:schemeClr val="bg1"/>
                    </a:solidFill>
                    <a:latin typeface="Rix모던고딕 B" panose="02020603020101020101" pitchFamily="18" charset="-127"/>
                    <a:ea typeface="Rix모던고딕 B" panose="02020603020101020101" pitchFamily="18" charset="-127"/>
                  </a:rPr>
                  <a:t>D</a:t>
                </a:r>
                <a:endParaRPr lang="ko-KR" altLang="en-US" sz="1000" spc="-200" dirty="0">
                  <a:solidFill>
                    <a:schemeClr val="bg1"/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</a:endParaRPr>
              </a:p>
            </p:txBody>
          </p:sp>
        </p:grpSp>
        <p:grpSp>
          <p:nvGrpSpPr>
            <p:cNvPr id="126" name="그룹 125"/>
            <p:cNvGrpSpPr/>
            <p:nvPr/>
          </p:nvGrpSpPr>
          <p:grpSpPr>
            <a:xfrm>
              <a:off x="6042433" y="3907388"/>
              <a:ext cx="186370" cy="186370"/>
              <a:chOff x="1700196" y="4425584"/>
              <a:chExt cx="294823" cy="294823"/>
            </a:xfrm>
          </p:grpSpPr>
          <p:sp>
            <p:nvSpPr>
              <p:cNvPr id="130" name="타원 129"/>
              <p:cNvSpPr/>
              <p:nvPr/>
            </p:nvSpPr>
            <p:spPr>
              <a:xfrm>
                <a:off x="1700196" y="4425584"/>
                <a:ext cx="294823" cy="294823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 smtClean="0"/>
              </a:p>
            </p:txBody>
          </p:sp>
          <p:sp>
            <p:nvSpPr>
              <p:cNvPr id="131" name="TextBox 130"/>
              <p:cNvSpPr txBox="1"/>
              <p:nvPr/>
            </p:nvSpPr>
            <p:spPr>
              <a:xfrm>
                <a:off x="1715251" y="4451276"/>
                <a:ext cx="232848" cy="243439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spAutoFit/>
              </a:bodyPr>
              <a:lstStyle/>
              <a:p>
                <a:pPr algn="ctr"/>
                <a:r>
                  <a:rPr lang="en-US" altLang="ko-KR" sz="1000" spc="-200" dirty="0" smtClean="0">
                    <a:solidFill>
                      <a:schemeClr val="bg1"/>
                    </a:solidFill>
                    <a:latin typeface="Rix모던고딕 B" panose="02020603020101020101" pitchFamily="18" charset="-127"/>
                    <a:ea typeface="Rix모던고딕 B" panose="02020603020101020101" pitchFamily="18" charset="-127"/>
                  </a:rPr>
                  <a:t>C</a:t>
                </a:r>
                <a:endParaRPr lang="ko-KR" altLang="en-US" sz="1000" spc="-200" dirty="0">
                  <a:solidFill>
                    <a:schemeClr val="bg1"/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</a:endParaRPr>
              </a:p>
            </p:txBody>
          </p:sp>
        </p:grpSp>
        <p:grpSp>
          <p:nvGrpSpPr>
            <p:cNvPr id="127" name="그룹 126"/>
            <p:cNvGrpSpPr/>
            <p:nvPr/>
          </p:nvGrpSpPr>
          <p:grpSpPr>
            <a:xfrm>
              <a:off x="5681716" y="3848140"/>
              <a:ext cx="186370" cy="186370"/>
              <a:chOff x="1700196" y="4425584"/>
              <a:chExt cx="294823" cy="294823"/>
            </a:xfrm>
          </p:grpSpPr>
          <p:sp>
            <p:nvSpPr>
              <p:cNvPr id="128" name="타원 127"/>
              <p:cNvSpPr/>
              <p:nvPr/>
            </p:nvSpPr>
            <p:spPr>
              <a:xfrm>
                <a:off x="1700196" y="4425584"/>
                <a:ext cx="294823" cy="294823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 smtClean="0"/>
              </a:p>
            </p:txBody>
          </p:sp>
          <p:sp>
            <p:nvSpPr>
              <p:cNvPr id="129" name="TextBox 128"/>
              <p:cNvSpPr txBox="1"/>
              <p:nvPr/>
            </p:nvSpPr>
            <p:spPr>
              <a:xfrm>
                <a:off x="1715251" y="4451276"/>
                <a:ext cx="232848" cy="243439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spAutoFit/>
              </a:bodyPr>
              <a:lstStyle/>
              <a:p>
                <a:pPr algn="ctr"/>
                <a:r>
                  <a:rPr lang="en-US" altLang="ko-KR" sz="1000" spc="-200" dirty="0" smtClean="0">
                    <a:solidFill>
                      <a:schemeClr val="bg1"/>
                    </a:solidFill>
                    <a:latin typeface="Rix모던고딕 B" panose="02020603020101020101" pitchFamily="18" charset="-127"/>
                    <a:ea typeface="Rix모던고딕 B" panose="02020603020101020101" pitchFamily="18" charset="-127"/>
                  </a:rPr>
                  <a:t>A</a:t>
                </a:r>
                <a:endParaRPr lang="ko-KR" altLang="en-US" sz="1000" spc="-200" dirty="0">
                  <a:solidFill>
                    <a:schemeClr val="bg1"/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</a:endParaRPr>
              </a:p>
            </p:txBody>
          </p:sp>
        </p:grpSp>
      </p:grpSp>
      <p:grpSp>
        <p:nvGrpSpPr>
          <p:cNvPr id="136" name="그룹 135"/>
          <p:cNvGrpSpPr/>
          <p:nvPr/>
        </p:nvGrpSpPr>
        <p:grpSpPr>
          <a:xfrm>
            <a:off x="6423521" y="2832747"/>
            <a:ext cx="694959" cy="691388"/>
            <a:chOff x="5632020" y="3449370"/>
            <a:chExt cx="694959" cy="691388"/>
          </a:xfrm>
        </p:grpSpPr>
        <p:pic>
          <p:nvPicPr>
            <p:cNvPr id="137" name="Picture 2" descr="C:\Users\User\Desktop\Untitled-2-02.png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632020" y="3449370"/>
              <a:ext cx="694959" cy="69138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138" name="그룹 137"/>
            <p:cNvGrpSpPr/>
            <p:nvPr/>
          </p:nvGrpSpPr>
          <p:grpSpPr>
            <a:xfrm>
              <a:off x="5753465" y="3487519"/>
              <a:ext cx="186370" cy="186370"/>
              <a:chOff x="1700196" y="4425584"/>
              <a:chExt cx="294823" cy="294823"/>
            </a:xfrm>
          </p:grpSpPr>
          <p:sp>
            <p:nvSpPr>
              <p:cNvPr id="148" name="타원 147"/>
              <p:cNvSpPr/>
              <p:nvPr/>
            </p:nvSpPr>
            <p:spPr>
              <a:xfrm>
                <a:off x="1700196" y="4425584"/>
                <a:ext cx="294823" cy="294823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 smtClean="0"/>
              </a:p>
            </p:txBody>
          </p:sp>
          <p:sp>
            <p:nvSpPr>
              <p:cNvPr id="149" name="TextBox 148"/>
              <p:cNvSpPr txBox="1"/>
              <p:nvPr/>
            </p:nvSpPr>
            <p:spPr>
              <a:xfrm>
                <a:off x="1715251" y="4451276"/>
                <a:ext cx="232848" cy="243439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spAutoFit/>
              </a:bodyPr>
              <a:lstStyle/>
              <a:p>
                <a:pPr algn="ctr"/>
                <a:r>
                  <a:rPr lang="en-US" altLang="ko-KR" sz="1000" spc="-200" dirty="0" smtClean="0">
                    <a:solidFill>
                      <a:schemeClr val="bg1"/>
                    </a:solidFill>
                    <a:latin typeface="Rix모던고딕 B" panose="02020603020101020101" pitchFamily="18" charset="-127"/>
                    <a:ea typeface="Rix모던고딕 B" panose="02020603020101020101" pitchFamily="18" charset="-127"/>
                  </a:rPr>
                  <a:t>P</a:t>
                </a:r>
                <a:endParaRPr lang="ko-KR" altLang="en-US" sz="1000" spc="-200" dirty="0">
                  <a:solidFill>
                    <a:schemeClr val="bg1"/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</a:endParaRPr>
              </a:p>
            </p:txBody>
          </p:sp>
        </p:grpSp>
        <p:grpSp>
          <p:nvGrpSpPr>
            <p:cNvPr id="139" name="그룹 138"/>
            <p:cNvGrpSpPr/>
            <p:nvPr/>
          </p:nvGrpSpPr>
          <p:grpSpPr>
            <a:xfrm>
              <a:off x="6107067" y="3547867"/>
              <a:ext cx="186370" cy="186370"/>
              <a:chOff x="1700196" y="4425584"/>
              <a:chExt cx="294823" cy="294823"/>
            </a:xfrm>
          </p:grpSpPr>
          <p:sp>
            <p:nvSpPr>
              <p:cNvPr id="146" name="타원 145"/>
              <p:cNvSpPr/>
              <p:nvPr/>
            </p:nvSpPr>
            <p:spPr>
              <a:xfrm>
                <a:off x="1700196" y="4425584"/>
                <a:ext cx="294823" cy="294823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 smtClean="0"/>
              </a:p>
            </p:txBody>
          </p:sp>
          <p:sp>
            <p:nvSpPr>
              <p:cNvPr id="147" name="TextBox 146"/>
              <p:cNvSpPr txBox="1"/>
              <p:nvPr/>
            </p:nvSpPr>
            <p:spPr>
              <a:xfrm>
                <a:off x="1715251" y="4451276"/>
                <a:ext cx="232848" cy="243439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spAutoFit/>
              </a:bodyPr>
              <a:lstStyle/>
              <a:p>
                <a:pPr algn="ctr"/>
                <a:r>
                  <a:rPr lang="en-US" altLang="ko-KR" sz="1000" spc="-200" dirty="0" smtClean="0">
                    <a:solidFill>
                      <a:schemeClr val="bg1"/>
                    </a:solidFill>
                    <a:latin typeface="Rix모던고딕 B" panose="02020603020101020101" pitchFamily="18" charset="-127"/>
                    <a:ea typeface="Rix모던고딕 B" panose="02020603020101020101" pitchFamily="18" charset="-127"/>
                  </a:rPr>
                  <a:t>D</a:t>
                </a:r>
                <a:endParaRPr lang="ko-KR" altLang="en-US" sz="1000" spc="-200" dirty="0">
                  <a:solidFill>
                    <a:schemeClr val="bg1"/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</a:endParaRPr>
              </a:p>
            </p:txBody>
          </p:sp>
        </p:grpSp>
        <p:grpSp>
          <p:nvGrpSpPr>
            <p:cNvPr id="140" name="그룹 139"/>
            <p:cNvGrpSpPr/>
            <p:nvPr/>
          </p:nvGrpSpPr>
          <p:grpSpPr>
            <a:xfrm>
              <a:off x="6042433" y="3907388"/>
              <a:ext cx="186370" cy="186370"/>
              <a:chOff x="1700196" y="4425584"/>
              <a:chExt cx="294823" cy="294823"/>
            </a:xfrm>
          </p:grpSpPr>
          <p:sp>
            <p:nvSpPr>
              <p:cNvPr id="144" name="타원 143"/>
              <p:cNvSpPr/>
              <p:nvPr/>
            </p:nvSpPr>
            <p:spPr>
              <a:xfrm>
                <a:off x="1700196" y="4425584"/>
                <a:ext cx="294823" cy="294823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 smtClean="0"/>
              </a:p>
            </p:txBody>
          </p:sp>
          <p:sp>
            <p:nvSpPr>
              <p:cNvPr id="145" name="TextBox 144"/>
              <p:cNvSpPr txBox="1"/>
              <p:nvPr/>
            </p:nvSpPr>
            <p:spPr>
              <a:xfrm>
                <a:off x="1715251" y="4451276"/>
                <a:ext cx="232848" cy="243439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spAutoFit/>
              </a:bodyPr>
              <a:lstStyle/>
              <a:p>
                <a:pPr algn="ctr"/>
                <a:r>
                  <a:rPr lang="en-US" altLang="ko-KR" sz="1000" spc="-200" dirty="0" smtClean="0">
                    <a:solidFill>
                      <a:schemeClr val="bg1"/>
                    </a:solidFill>
                    <a:latin typeface="Rix모던고딕 B" panose="02020603020101020101" pitchFamily="18" charset="-127"/>
                    <a:ea typeface="Rix모던고딕 B" panose="02020603020101020101" pitchFamily="18" charset="-127"/>
                  </a:rPr>
                  <a:t>C</a:t>
                </a:r>
                <a:endParaRPr lang="ko-KR" altLang="en-US" sz="1000" spc="-200" dirty="0">
                  <a:solidFill>
                    <a:schemeClr val="bg1"/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</a:endParaRPr>
              </a:p>
            </p:txBody>
          </p:sp>
        </p:grpSp>
        <p:grpSp>
          <p:nvGrpSpPr>
            <p:cNvPr id="141" name="그룹 140"/>
            <p:cNvGrpSpPr/>
            <p:nvPr/>
          </p:nvGrpSpPr>
          <p:grpSpPr>
            <a:xfrm>
              <a:off x="5681716" y="3848140"/>
              <a:ext cx="186370" cy="186370"/>
              <a:chOff x="1700196" y="4425584"/>
              <a:chExt cx="294823" cy="294823"/>
            </a:xfrm>
          </p:grpSpPr>
          <p:sp>
            <p:nvSpPr>
              <p:cNvPr id="142" name="타원 141"/>
              <p:cNvSpPr/>
              <p:nvPr/>
            </p:nvSpPr>
            <p:spPr>
              <a:xfrm>
                <a:off x="1700196" y="4425584"/>
                <a:ext cx="294823" cy="294823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 smtClean="0"/>
              </a:p>
            </p:txBody>
          </p:sp>
          <p:sp>
            <p:nvSpPr>
              <p:cNvPr id="143" name="TextBox 142"/>
              <p:cNvSpPr txBox="1"/>
              <p:nvPr/>
            </p:nvSpPr>
            <p:spPr>
              <a:xfrm>
                <a:off x="1715251" y="4451276"/>
                <a:ext cx="232848" cy="243439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spAutoFit/>
              </a:bodyPr>
              <a:lstStyle/>
              <a:p>
                <a:pPr algn="ctr"/>
                <a:r>
                  <a:rPr lang="en-US" altLang="ko-KR" sz="1000" spc="-200" dirty="0" smtClean="0">
                    <a:solidFill>
                      <a:schemeClr val="bg1"/>
                    </a:solidFill>
                    <a:latin typeface="Rix모던고딕 B" panose="02020603020101020101" pitchFamily="18" charset="-127"/>
                    <a:ea typeface="Rix모던고딕 B" panose="02020603020101020101" pitchFamily="18" charset="-127"/>
                  </a:rPr>
                  <a:t>A</a:t>
                </a:r>
                <a:endParaRPr lang="ko-KR" altLang="en-US" sz="1000" spc="-200" dirty="0">
                  <a:solidFill>
                    <a:schemeClr val="bg1"/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</a:endParaRPr>
              </a:p>
            </p:txBody>
          </p:sp>
        </p:grpSp>
      </p:grpSp>
      <p:grpSp>
        <p:nvGrpSpPr>
          <p:cNvPr id="150" name="그룹 149"/>
          <p:cNvGrpSpPr/>
          <p:nvPr/>
        </p:nvGrpSpPr>
        <p:grpSpPr>
          <a:xfrm>
            <a:off x="7254010" y="2208755"/>
            <a:ext cx="694959" cy="691388"/>
            <a:chOff x="5632020" y="3449370"/>
            <a:chExt cx="694959" cy="691388"/>
          </a:xfrm>
        </p:grpSpPr>
        <p:pic>
          <p:nvPicPr>
            <p:cNvPr id="151" name="Picture 2" descr="C:\Users\User\Desktop\Untitled-2-02.png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632020" y="3449370"/>
              <a:ext cx="694959" cy="69138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152" name="그룹 151"/>
            <p:cNvGrpSpPr/>
            <p:nvPr/>
          </p:nvGrpSpPr>
          <p:grpSpPr>
            <a:xfrm>
              <a:off x="5753465" y="3487519"/>
              <a:ext cx="186370" cy="186370"/>
              <a:chOff x="1700196" y="4425584"/>
              <a:chExt cx="294823" cy="294823"/>
            </a:xfrm>
          </p:grpSpPr>
          <p:sp>
            <p:nvSpPr>
              <p:cNvPr id="162" name="타원 161"/>
              <p:cNvSpPr/>
              <p:nvPr/>
            </p:nvSpPr>
            <p:spPr>
              <a:xfrm>
                <a:off x="1700196" y="4425584"/>
                <a:ext cx="294823" cy="294823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 smtClean="0"/>
              </a:p>
            </p:txBody>
          </p:sp>
          <p:sp>
            <p:nvSpPr>
              <p:cNvPr id="163" name="TextBox 162"/>
              <p:cNvSpPr txBox="1"/>
              <p:nvPr/>
            </p:nvSpPr>
            <p:spPr>
              <a:xfrm>
                <a:off x="1715251" y="4451276"/>
                <a:ext cx="232848" cy="243439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spAutoFit/>
              </a:bodyPr>
              <a:lstStyle/>
              <a:p>
                <a:pPr algn="ctr"/>
                <a:r>
                  <a:rPr lang="en-US" altLang="ko-KR" sz="1000" spc="-200" dirty="0" smtClean="0">
                    <a:solidFill>
                      <a:schemeClr val="bg1"/>
                    </a:solidFill>
                    <a:latin typeface="Rix모던고딕 B" panose="02020603020101020101" pitchFamily="18" charset="-127"/>
                    <a:ea typeface="Rix모던고딕 B" panose="02020603020101020101" pitchFamily="18" charset="-127"/>
                  </a:rPr>
                  <a:t>P</a:t>
                </a:r>
                <a:endParaRPr lang="ko-KR" altLang="en-US" sz="1000" spc="-200" dirty="0">
                  <a:solidFill>
                    <a:schemeClr val="bg1"/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</a:endParaRPr>
              </a:p>
            </p:txBody>
          </p:sp>
        </p:grpSp>
        <p:grpSp>
          <p:nvGrpSpPr>
            <p:cNvPr id="153" name="그룹 152"/>
            <p:cNvGrpSpPr/>
            <p:nvPr/>
          </p:nvGrpSpPr>
          <p:grpSpPr>
            <a:xfrm>
              <a:off x="6107067" y="3547867"/>
              <a:ext cx="186370" cy="186370"/>
              <a:chOff x="1700196" y="4425584"/>
              <a:chExt cx="294823" cy="294823"/>
            </a:xfrm>
          </p:grpSpPr>
          <p:sp>
            <p:nvSpPr>
              <p:cNvPr id="160" name="타원 159"/>
              <p:cNvSpPr/>
              <p:nvPr/>
            </p:nvSpPr>
            <p:spPr>
              <a:xfrm>
                <a:off x="1700196" y="4425584"/>
                <a:ext cx="294823" cy="294823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 smtClean="0"/>
              </a:p>
            </p:txBody>
          </p:sp>
          <p:sp>
            <p:nvSpPr>
              <p:cNvPr id="161" name="TextBox 160"/>
              <p:cNvSpPr txBox="1"/>
              <p:nvPr/>
            </p:nvSpPr>
            <p:spPr>
              <a:xfrm>
                <a:off x="1715251" y="4451276"/>
                <a:ext cx="232848" cy="243439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spAutoFit/>
              </a:bodyPr>
              <a:lstStyle/>
              <a:p>
                <a:pPr algn="ctr"/>
                <a:r>
                  <a:rPr lang="en-US" altLang="ko-KR" sz="1000" spc="-200" dirty="0" smtClean="0">
                    <a:solidFill>
                      <a:schemeClr val="bg1"/>
                    </a:solidFill>
                    <a:latin typeface="Rix모던고딕 B" panose="02020603020101020101" pitchFamily="18" charset="-127"/>
                    <a:ea typeface="Rix모던고딕 B" panose="02020603020101020101" pitchFamily="18" charset="-127"/>
                  </a:rPr>
                  <a:t>D</a:t>
                </a:r>
                <a:endParaRPr lang="ko-KR" altLang="en-US" sz="1000" spc="-200" dirty="0">
                  <a:solidFill>
                    <a:schemeClr val="bg1"/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</a:endParaRPr>
              </a:p>
            </p:txBody>
          </p:sp>
        </p:grpSp>
        <p:grpSp>
          <p:nvGrpSpPr>
            <p:cNvPr id="154" name="그룹 153"/>
            <p:cNvGrpSpPr/>
            <p:nvPr/>
          </p:nvGrpSpPr>
          <p:grpSpPr>
            <a:xfrm>
              <a:off x="6042433" y="3907388"/>
              <a:ext cx="186370" cy="186370"/>
              <a:chOff x="1700196" y="4425584"/>
              <a:chExt cx="294823" cy="294823"/>
            </a:xfrm>
          </p:grpSpPr>
          <p:sp>
            <p:nvSpPr>
              <p:cNvPr id="158" name="타원 157"/>
              <p:cNvSpPr/>
              <p:nvPr/>
            </p:nvSpPr>
            <p:spPr>
              <a:xfrm>
                <a:off x="1700196" y="4425584"/>
                <a:ext cx="294823" cy="294823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 smtClean="0"/>
              </a:p>
            </p:txBody>
          </p:sp>
          <p:sp>
            <p:nvSpPr>
              <p:cNvPr id="159" name="TextBox 158"/>
              <p:cNvSpPr txBox="1"/>
              <p:nvPr/>
            </p:nvSpPr>
            <p:spPr>
              <a:xfrm>
                <a:off x="1715251" y="4451276"/>
                <a:ext cx="232848" cy="243439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spAutoFit/>
              </a:bodyPr>
              <a:lstStyle/>
              <a:p>
                <a:pPr algn="ctr"/>
                <a:r>
                  <a:rPr lang="en-US" altLang="ko-KR" sz="1000" spc="-200" dirty="0" smtClean="0">
                    <a:solidFill>
                      <a:schemeClr val="bg1"/>
                    </a:solidFill>
                    <a:latin typeface="Rix모던고딕 B" panose="02020603020101020101" pitchFamily="18" charset="-127"/>
                    <a:ea typeface="Rix모던고딕 B" panose="02020603020101020101" pitchFamily="18" charset="-127"/>
                  </a:rPr>
                  <a:t>C</a:t>
                </a:r>
                <a:endParaRPr lang="ko-KR" altLang="en-US" sz="1000" spc="-200" dirty="0">
                  <a:solidFill>
                    <a:schemeClr val="bg1"/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</a:endParaRPr>
              </a:p>
            </p:txBody>
          </p:sp>
        </p:grpSp>
        <p:grpSp>
          <p:nvGrpSpPr>
            <p:cNvPr id="155" name="그룹 154"/>
            <p:cNvGrpSpPr/>
            <p:nvPr/>
          </p:nvGrpSpPr>
          <p:grpSpPr>
            <a:xfrm>
              <a:off x="5681716" y="3848140"/>
              <a:ext cx="186370" cy="186370"/>
              <a:chOff x="1700196" y="4425584"/>
              <a:chExt cx="294823" cy="294823"/>
            </a:xfrm>
          </p:grpSpPr>
          <p:sp>
            <p:nvSpPr>
              <p:cNvPr id="156" name="타원 155"/>
              <p:cNvSpPr/>
              <p:nvPr/>
            </p:nvSpPr>
            <p:spPr>
              <a:xfrm>
                <a:off x="1700196" y="4425584"/>
                <a:ext cx="294823" cy="294823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 smtClean="0"/>
              </a:p>
            </p:txBody>
          </p:sp>
          <p:sp>
            <p:nvSpPr>
              <p:cNvPr id="157" name="TextBox 156"/>
              <p:cNvSpPr txBox="1"/>
              <p:nvPr/>
            </p:nvSpPr>
            <p:spPr>
              <a:xfrm>
                <a:off x="1715251" y="4451276"/>
                <a:ext cx="232848" cy="243439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spAutoFit/>
              </a:bodyPr>
              <a:lstStyle/>
              <a:p>
                <a:pPr algn="ctr"/>
                <a:r>
                  <a:rPr lang="en-US" altLang="ko-KR" sz="1000" spc="-200" dirty="0" smtClean="0">
                    <a:solidFill>
                      <a:schemeClr val="bg1"/>
                    </a:solidFill>
                    <a:latin typeface="Rix모던고딕 B" panose="02020603020101020101" pitchFamily="18" charset="-127"/>
                    <a:ea typeface="Rix모던고딕 B" panose="02020603020101020101" pitchFamily="18" charset="-127"/>
                  </a:rPr>
                  <a:t>A</a:t>
                </a:r>
                <a:endParaRPr lang="ko-KR" altLang="en-US" sz="1000" spc="-200" dirty="0">
                  <a:solidFill>
                    <a:schemeClr val="bg1"/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</a:endParaRPr>
              </a:p>
            </p:txBody>
          </p:sp>
        </p:grpSp>
      </p:grpSp>
      <p:pic>
        <p:nvPicPr>
          <p:cNvPr id="164" name="Picture 2" descr="G:\work\아이티센시스템즈\경찰청공조조회유지보수\icon&amp;dia\사람들회의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5382" y="4730755"/>
            <a:ext cx="1923394" cy="12127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65" name="그룹 164"/>
          <p:cNvGrpSpPr/>
          <p:nvPr/>
        </p:nvGrpSpPr>
        <p:grpSpPr>
          <a:xfrm>
            <a:off x="3288030" y="2666773"/>
            <a:ext cx="471237" cy="2116163"/>
            <a:chOff x="2322052" y="2437319"/>
            <a:chExt cx="294230" cy="2228000"/>
          </a:xfrm>
        </p:grpSpPr>
        <p:sp>
          <p:nvSpPr>
            <p:cNvPr id="166" name="모서리가 둥근 직사각형 165"/>
            <p:cNvSpPr/>
            <p:nvPr/>
          </p:nvSpPr>
          <p:spPr>
            <a:xfrm>
              <a:off x="2322052" y="2437319"/>
              <a:ext cx="294230" cy="94623"/>
            </a:xfrm>
            <a:prstGeom prst="roundRect">
              <a:avLst/>
            </a:prstGeom>
            <a:gradFill>
              <a:gsLst>
                <a:gs pos="0">
                  <a:schemeClr val="bg1">
                    <a:lumMod val="75000"/>
                  </a:schemeClr>
                </a:gs>
                <a:gs pos="53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67" name="모서리가 둥근 직사각형 166"/>
            <p:cNvSpPr/>
            <p:nvPr/>
          </p:nvSpPr>
          <p:spPr>
            <a:xfrm>
              <a:off x="2322052" y="4570696"/>
              <a:ext cx="294230" cy="94623"/>
            </a:xfrm>
            <a:prstGeom prst="roundRect">
              <a:avLst/>
            </a:prstGeom>
            <a:gradFill>
              <a:gsLst>
                <a:gs pos="0">
                  <a:schemeClr val="bg1">
                    <a:lumMod val="75000"/>
                  </a:schemeClr>
                </a:gs>
                <a:gs pos="53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8426080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직사각형 13"/>
          <p:cNvSpPr/>
          <p:nvPr/>
        </p:nvSpPr>
        <p:spPr>
          <a:xfrm>
            <a:off x="0" y="307090"/>
            <a:ext cx="10693400" cy="46218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 cap="rnd" cmpd="sng">
            <a:noFill/>
            <a:prstDash val="solid"/>
            <a:headEnd type="none" w="lg" len="med"/>
            <a:tailEnd type="none" w="lg" len="med"/>
          </a:ln>
          <a:effectLst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none" lIns="99569" tIns="172873" rIns="99569" bIns="49785"/>
          <a:lstStyle/>
          <a:p>
            <a:pPr algn="ctr" latinLnBrk="0"/>
            <a:endParaRPr lang="ko-KR" altLang="en-US" sz="1700" b="1" dirty="0">
              <a:gradFill>
                <a:gsLst>
                  <a:gs pos="0">
                    <a:prstClr val="white"/>
                  </a:gs>
                  <a:gs pos="100000">
                    <a:prstClr val="white"/>
                  </a:gs>
                </a:gsLst>
                <a:lin ang="5400000" scaled="0"/>
              </a:gra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고도 B" panose="02000503000000020004" pitchFamily="2" charset="-127"/>
              <a:ea typeface="고도 B" panose="02000503000000020004" pitchFamily="2" charset="-127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47918" y="357032"/>
            <a:ext cx="8148382" cy="369332"/>
          </a:xfrm>
          <a:prstGeom prst="rect">
            <a:avLst/>
          </a:prstGeom>
          <a:noFill/>
          <a:ln w="6350">
            <a:noFill/>
          </a:ln>
          <a:effectLst/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 anchorCtr="0">
            <a:spAutoFit/>
            <a:sp3d>
              <a:bevelT w="0" h="0"/>
              <a:contourClr>
                <a:schemeClr val="bg1"/>
              </a:contourClr>
            </a:sp3d>
          </a:bodyPr>
          <a:lstStyle>
            <a:defPPr>
              <a:defRPr lang="ko-KR"/>
            </a:defPPr>
            <a:lvl1pPr lvl="0" indent="0" defTabSz="801639" latinLnBrk="0">
              <a:lnSpc>
                <a:spcPct val="100000"/>
              </a:lnSpc>
              <a:spcBef>
                <a:spcPts val="88"/>
              </a:spcBef>
              <a:spcAft>
                <a:spcPts val="88"/>
              </a:spcAft>
              <a:defRPr sz="2400" spc="0">
                <a:ln>
                  <a:solidFill>
                    <a:prstClr val="white">
                      <a:alpha val="10000"/>
                    </a:prstClr>
                  </a:solidFill>
                </a:ln>
                <a:solidFill>
                  <a:prstClr val="white"/>
                </a:solidFill>
                <a:effectLst/>
                <a:latin typeface="나눔고딕 ExtraBold" panose="020D0904000000000000" pitchFamily="50" charset="-127"/>
                <a:ea typeface="나눔고딕 ExtraBold" panose="020D0904000000000000" pitchFamily="50" charset="-127"/>
              </a:defRPr>
            </a:lvl1pPr>
          </a:lstStyle>
          <a:p>
            <a:r>
              <a:rPr lang="en-US" altLang="ko-KR" spc="-150" dirty="0" smtClean="0">
                <a:solidFill>
                  <a:schemeClr val="tx1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Q5. </a:t>
            </a:r>
            <a:r>
              <a:rPr lang="en-US" altLang="ko-KR" spc="-150" dirty="0">
                <a:solidFill>
                  <a:schemeClr val="tx1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SLA</a:t>
            </a:r>
            <a:r>
              <a:rPr lang="ko-KR" altLang="en-US" spc="-150" dirty="0">
                <a:solidFill>
                  <a:schemeClr val="tx1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관리 방안</a:t>
            </a:r>
            <a:r>
              <a:rPr lang="en-US" altLang="ko-KR" spc="-150" dirty="0" smtClean="0">
                <a:solidFill>
                  <a:schemeClr val="tx1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(2/2</a:t>
            </a:r>
            <a:r>
              <a:rPr lang="en-US" altLang="ko-KR" spc="-150" dirty="0">
                <a:solidFill>
                  <a:schemeClr val="tx1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)</a:t>
            </a:r>
          </a:p>
        </p:txBody>
      </p:sp>
      <p:sp>
        <p:nvSpPr>
          <p:cNvPr id="16" name="직사각형 15"/>
          <p:cNvSpPr/>
          <p:nvPr/>
        </p:nvSpPr>
        <p:spPr>
          <a:xfrm>
            <a:off x="0" y="776868"/>
            <a:ext cx="10693400" cy="899532"/>
          </a:xfrm>
          <a:prstGeom prst="rect">
            <a:avLst/>
          </a:prstGeom>
          <a:solidFill>
            <a:srgbClr val="2F6495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 lang="ko-KR" alt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357442" y="920807"/>
            <a:ext cx="10043857" cy="609398"/>
          </a:xfrm>
          <a:prstGeom prst="rect">
            <a:avLst/>
          </a:prstGeom>
          <a:noFill/>
          <a:ln w="6350">
            <a:noFill/>
          </a:ln>
          <a:effectLst/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 anchorCtr="0">
            <a:spAutoFit/>
            <a:sp3d>
              <a:bevelT w="0" h="0"/>
              <a:contourClr>
                <a:schemeClr val="bg1"/>
              </a:contourClr>
            </a:sp3d>
          </a:bodyPr>
          <a:lstStyle>
            <a:defPPr>
              <a:defRPr lang="ko-KR"/>
            </a:defPPr>
            <a:lvl1pPr lvl="0" indent="0" defTabSz="801639" latinLnBrk="0">
              <a:lnSpc>
                <a:spcPct val="100000"/>
              </a:lnSpc>
              <a:spcBef>
                <a:spcPts val="88"/>
              </a:spcBef>
              <a:spcAft>
                <a:spcPts val="88"/>
              </a:spcAft>
              <a:defRPr sz="2400" spc="0">
                <a:ln>
                  <a:solidFill>
                    <a:prstClr val="white">
                      <a:alpha val="10000"/>
                    </a:prstClr>
                  </a:solidFill>
                </a:ln>
                <a:solidFill>
                  <a:prstClr val="white"/>
                </a:solidFill>
                <a:effectLst/>
                <a:latin typeface="나눔고딕 ExtraBold" panose="020D0904000000000000" pitchFamily="50" charset="-127"/>
                <a:ea typeface="나눔고딕 ExtraBold" panose="020D0904000000000000" pitchFamily="50" charset="-127"/>
              </a:defRPr>
            </a:lvl1pPr>
          </a:lstStyle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800" spc="-100" dirty="0">
                <a:solidFill>
                  <a:schemeClr val="bg1"/>
                </a:solidFill>
                <a:latin typeface="Rix고딕 M" pitchFamily="18" charset="-127"/>
                <a:ea typeface="Rix고딕 M" pitchFamily="18" charset="-127"/>
              </a:rPr>
              <a:t>제안사는 이전 업무 수행 기간 중 </a:t>
            </a:r>
            <a:r>
              <a:rPr lang="en-US" altLang="ko-KR" sz="1800" spc="-100" dirty="0">
                <a:solidFill>
                  <a:schemeClr val="bg1"/>
                </a:solidFill>
                <a:latin typeface="Rix고딕 M" pitchFamily="18" charset="-127"/>
                <a:ea typeface="Rix고딕 M" pitchFamily="18" charset="-127"/>
              </a:rPr>
              <a:t>SLA</a:t>
            </a:r>
            <a:r>
              <a:rPr lang="ko-KR" altLang="en-US" sz="1800" spc="-100" dirty="0">
                <a:solidFill>
                  <a:schemeClr val="bg1"/>
                </a:solidFill>
                <a:latin typeface="Rix고딕 M" pitchFamily="18" charset="-127"/>
                <a:ea typeface="Rix고딕 M" pitchFamily="18" charset="-127"/>
              </a:rPr>
              <a:t>관리 지표를 설정하고 매월 정기적인 관리 보고서를 제출합니다</a:t>
            </a:r>
            <a:r>
              <a:rPr lang="en-US" altLang="ko-KR" sz="1800" spc="-100" dirty="0">
                <a:solidFill>
                  <a:schemeClr val="bg1"/>
                </a:solidFill>
                <a:latin typeface="Rix고딕 M" pitchFamily="18" charset="-127"/>
                <a:ea typeface="Rix고딕 M" pitchFamily="18" charset="-127"/>
              </a:rPr>
              <a:t>.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800" spc="-100" dirty="0">
                <a:solidFill>
                  <a:schemeClr val="bg1"/>
                </a:solidFill>
                <a:latin typeface="Rix고딕 M" pitchFamily="18" charset="-127"/>
                <a:ea typeface="Rix고딕 M" pitchFamily="18" charset="-127"/>
              </a:rPr>
              <a:t>장애에 관련하여서는 고객과 협의하여 대상 </a:t>
            </a:r>
            <a:r>
              <a:rPr lang="ko-KR" altLang="en-US" sz="1800" spc="-100" dirty="0" smtClean="0">
                <a:solidFill>
                  <a:schemeClr val="bg1"/>
                </a:solidFill>
                <a:latin typeface="Rix고딕 M" pitchFamily="18" charset="-127"/>
                <a:ea typeface="Rix고딕 M" pitchFamily="18" charset="-127"/>
              </a:rPr>
              <a:t>시스템 별 </a:t>
            </a:r>
            <a:r>
              <a:rPr lang="ko-KR" altLang="en-US" sz="1800" spc="-100" dirty="0">
                <a:solidFill>
                  <a:schemeClr val="bg1"/>
                </a:solidFill>
                <a:latin typeface="Rix고딕 M" pitchFamily="18" charset="-127"/>
                <a:ea typeface="Rix고딕 M" pitchFamily="18" charset="-127"/>
              </a:rPr>
              <a:t>관리 등급을 지정하여 등급에 따른 </a:t>
            </a:r>
            <a:r>
              <a:rPr lang="ko-KR" altLang="en-US" sz="1800" spc="-100" dirty="0" smtClean="0">
                <a:solidFill>
                  <a:schemeClr val="bg1"/>
                </a:solidFill>
                <a:latin typeface="Rix고딕 M" pitchFamily="18" charset="-127"/>
                <a:ea typeface="Rix고딕 M" pitchFamily="18" charset="-127"/>
              </a:rPr>
              <a:t>장애관리를 시행 </a:t>
            </a:r>
            <a:r>
              <a:rPr lang="ko-KR" altLang="en-US" sz="1800" spc="-100" dirty="0">
                <a:solidFill>
                  <a:schemeClr val="bg1"/>
                </a:solidFill>
                <a:latin typeface="Rix고딕 M" pitchFamily="18" charset="-127"/>
                <a:ea typeface="Rix고딕 M" pitchFamily="18" charset="-127"/>
              </a:rPr>
              <a:t>합니다</a:t>
            </a:r>
            <a:r>
              <a:rPr lang="en-US" altLang="ko-KR" sz="1800" spc="-100" dirty="0">
                <a:solidFill>
                  <a:schemeClr val="bg1"/>
                </a:solidFill>
                <a:latin typeface="Rix고딕 M" pitchFamily="18" charset="-127"/>
                <a:ea typeface="Rix고딕 M" pitchFamily="18" charset="-127"/>
              </a:rPr>
              <a:t>.</a:t>
            </a:r>
          </a:p>
        </p:txBody>
      </p:sp>
      <p:graphicFrame>
        <p:nvGraphicFramePr>
          <p:cNvPr id="18" name="표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2094875"/>
              </p:ext>
            </p:extLst>
          </p:nvPr>
        </p:nvGraphicFramePr>
        <p:xfrm>
          <a:off x="374640" y="2201377"/>
          <a:ext cx="4940133" cy="4818550"/>
        </p:xfrm>
        <a:graphic>
          <a:graphicData uri="http://schemas.openxmlformats.org/drawingml/2006/table">
            <a:tbl>
              <a:tblPr/>
              <a:tblGrid>
                <a:gridCol w="8395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746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521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7878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2192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0015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81000" algn="l"/>
                          <a:tab pos="762000" algn="l"/>
                          <a:tab pos="1143000" algn="l"/>
                          <a:tab pos="1524000" algn="l"/>
                          <a:tab pos="1905000" algn="l"/>
                          <a:tab pos="2286000" algn="l"/>
                          <a:tab pos="2667000" algn="l"/>
                          <a:tab pos="3048000" algn="l"/>
                          <a:tab pos="3429000" algn="l"/>
                          <a:tab pos="3810000" algn="l"/>
                          <a:tab pos="4191000" algn="l"/>
                          <a:tab pos="4572000" algn="l"/>
                          <a:tab pos="4953000" algn="l"/>
                          <a:tab pos="5334000" algn="l"/>
                          <a:tab pos="5715000" algn="l"/>
                          <a:tab pos="6096000" algn="l"/>
                          <a:tab pos="6477000" algn="l"/>
                          <a:tab pos="6858000" algn="l"/>
                          <a:tab pos="7239000" algn="l"/>
                          <a:tab pos="7620000" algn="l"/>
                          <a:tab pos="8001000" algn="l"/>
                          <a:tab pos="8382000" algn="l"/>
                          <a:tab pos="8763000" algn="l"/>
                          <a:tab pos="9144000" algn="l"/>
                          <a:tab pos="9525000" algn="l"/>
                          <a:tab pos="9906000" algn="l"/>
                          <a:tab pos="10287000" algn="l"/>
                          <a:tab pos="10668000" algn="l"/>
                          <a:tab pos="11049000" algn="l"/>
                          <a:tab pos="11430000" algn="l"/>
                          <a:tab pos="11811000" algn="l"/>
                          <a:tab pos="12192000" algn="l"/>
                        </a:tabLst>
                      </a:pPr>
                      <a:r>
                        <a:rPr lang="ko-KR" altLang="en-US" sz="1000" b="1" kern="0" spc="0" dirty="0">
                          <a:solidFill>
                            <a:srgbClr val="282828"/>
                          </a:solidFill>
                          <a:effectLst/>
                          <a:latin typeface="Rix모던고딕 M" panose="02020603020101020101" pitchFamily="18" charset="-127"/>
                          <a:ea typeface="Rix모던고딕 M" panose="02020603020101020101" pitchFamily="18" charset="-127"/>
                        </a:rPr>
                        <a:t>구 분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Rix모던고딕 M" panose="02020603020101020101" pitchFamily="18" charset="-127"/>
                        <a:ea typeface="Rix모던고딕 M" panose="02020603020101020101" pitchFamily="18" charset="-127"/>
                      </a:endParaRPr>
                    </a:p>
                  </a:txBody>
                  <a:tcPr marL="9337" marR="9337" marT="9337" marB="9337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81000" algn="l"/>
                          <a:tab pos="762000" algn="l"/>
                          <a:tab pos="1143000" algn="l"/>
                          <a:tab pos="1524000" algn="l"/>
                          <a:tab pos="1905000" algn="l"/>
                          <a:tab pos="2286000" algn="l"/>
                          <a:tab pos="2667000" algn="l"/>
                          <a:tab pos="3048000" algn="l"/>
                          <a:tab pos="3429000" algn="l"/>
                          <a:tab pos="3810000" algn="l"/>
                          <a:tab pos="4191000" algn="l"/>
                          <a:tab pos="4572000" algn="l"/>
                          <a:tab pos="4953000" algn="l"/>
                          <a:tab pos="5334000" algn="l"/>
                          <a:tab pos="5715000" algn="l"/>
                          <a:tab pos="6096000" algn="l"/>
                          <a:tab pos="6477000" algn="l"/>
                          <a:tab pos="6858000" algn="l"/>
                          <a:tab pos="7239000" algn="l"/>
                          <a:tab pos="7620000" algn="l"/>
                          <a:tab pos="8001000" algn="l"/>
                          <a:tab pos="8382000" algn="l"/>
                          <a:tab pos="8763000" algn="l"/>
                          <a:tab pos="9144000" algn="l"/>
                          <a:tab pos="9525000" algn="l"/>
                          <a:tab pos="9906000" algn="l"/>
                          <a:tab pos="10287000" algn="l"/>
                          <a:tab pos="10668000" algn="l"/>
                          <a:tab pos="11049000" algn="l"/>
                          <a:tab pos="11430000" algn="l"/>
                          <a:tab pos="11811000" algn="l"/>
                          <a:tab pos="12192000" algn="l"/>
                        </a:tabLst>
                      </a:pPr>
                      <a:r>
                        <a:rPr lang="ko-KR" altLang="en-US" sz="1000" b="1" kern="0" spc="0" dirty="0">
                          <a:solidFill>
                            <a:srgbClr val="282828"/>
                          </a:solidFill>
                          <a:effectLst/>
                          <a:latin typeface="Rix모던고딕 M" panose="02020603020101020101" pitchFamily="18" charset="-127"/>
                          <a:ea typeface="Rix모던고딕 M" panose="02020603020101020101" pitchFamily="18" charset="-127"/>
                        </a:rPr>
                        <a:t>서비스수준 관리지표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Rix모던고딕 M" panose="02020603020101020101" pitchFamily="18" charset="-127"/>
                        <a:ea typeface="Rix모던고딕 M" panose="02020603020101020101" pitchFamily="18" charset="-127"/>
                      </a:endParaRPr>
                    </a:p>
                  </a:txBody>
                  <a:tcPr marL="9337" marR="9337" marT="9337" marB="933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81000" algn="l"/>
                          <a:tab pos="762000" algn="l"/>
                          <a:tab pos="1143000" algn="l"/>
                          <a:tab pos="1524000" algn="l"/>
                          <a:tab pos="1905000" algn="l"/>
                          <a:tab pos="2286000" algn="l"/>
                          <a:tab pos="2667000" algn="l"/>
                          <a:tab pos="3048000" algn="l"/>
                          <a:tab pos="3429000" algn="l"/>
                          <a:tab pos="3810000" algn="l"/>
                          <a:tab pos="4191000" algn="l"/>
                          <a:tab pos="4572000" algn="l"/>
                          <a:tab pos="4953000" algn="l"/>
                          <a:tab pos="5334000" algn="l"/>
                          <a:tab pos="5715000" algn="l"/>
                          <a:tab pos="6096000" algn="l"/>
                          <a:tab pos="6477000" algn="l"/>
                          <a:tab pos="6858000" algn="l"/>
                          <a:tab pos="7239000" algn="l"/>
                          <a:tab pos="7620000" algn="l"/>
                          <a:tab pos="8001000" algn="l"/>
                          <a:tab pos="8382000" algn="l"/>
                          <a:tab pos="8763000" algn="l"/>
                          <a:tab pos="9144000" algn="l"/>
                          <a:tab pos="9525000" algn="l"/>
                          <a:tab pos="9906000" algn="l"/>
                          <a:tab pos="10287000" algn="l"/>
                          <a:tab pos="10668000" algn="l"/>
                          <a:tab pos="11049000" algn="l"/>
                          <a:tab pos="11430000" algn="l"/>
                          <a:tab pos="11811000" algn="l"/>
                          <a:tab pos="12192000" algn="l"/>
                        </a:tabLst>
                      </a:pPr>
                      <a:r>
                        <a:rPr lang="ko-KR" altLang="en-US" sz="1000" b="1" kern="0" spc="0" dirty="0">
                          <a:solidFill>
                            <a:srgbClr val="282828"/>
                          </a:solidFill>
                          <a:effectLst/>
                          <a:latin typeface="Rix모던고딕 M" panose="02020603020101020101" pitchFamily="18" charset="-127"/>
                          <a:ea typeface="Rix모던고딕 M" panose="02020603020101020101" pitchFamily="18" charset="-127"/>
                        </a:rPr>
                        <a:t>목표수준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Rix모던고딕 M" panose="02020603020101020101" pitchFamily="18" charset="-127"/>
                        <a:ea typeface="Rix모던고딕 M" panose="02020603020101020101" pitchFamily="18" charset="-127"/>
                      </a:endParaRPr>
                    </a:p>
                  </a:txBody>
                  <a:tcPr marL="9337" marR="9337" marT="9337" marB="933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81000" algn="l"/>
                          <a:tab pos="762000" algn="l"/>
                          <a:tab pos="1143000" algn="l"/>
                          <a:tab pos="1524000" algn="l"/>
                          <a:tab pos="1905000" algn="l"/>
                          <a:tab pos="2286000" algn="l"/>
                          <a:tab pos="2667000" algn="l"/>
                          <a:tab pos="3048000" algn="l"/>
                          <a:tab pos="3429000" algn="l"/>
                          <a:tab pos="3810000" algn="l"/>
                          <a:tab pos="4191000" algn="l"/>
                          <a:tab pos="4572000" algn="l"/>
                          <a:tab pos="4953000" algn="l"/>
                          <a:tab pos="5334000" algn="l"/>
                          <a:tab pos="5715000" algn="l"/>
                          <a:tab pos="6096000" algn="l"/>
                          <a:tab pos="6477000" algn="l"/>
                          <a:tab pos="6858000" algn="l"/>
                          <a:tab pos="7239000" algn="l"/>
                          <a:tab pos="7620000" algn="l"/>
                          <a:tab pos="8001000" algn="l"/>
                          <a:tab pos="8382000" algn="l"/>
                          <a:tab pos="8763000" algn="l"/>
                          <a:tab pos="9144000" algn="l"/>
                          <a:tab pos="9525000" algn="l"/>
                          <a:tab pos="9906000" algn="l"/>
                          <a:tab pos="10287000" algn="l"/>
                          <a:tab pos="10668000" algn="l"/>
                          <a:tab pos="11049000" algn="l"/>
                          <a:tab pos="11430000" algn="l"/>
                          <a:tab pos="11811000" algn="l"/>
                          <a:tab pos="12192000" algn="l"/>
                        </a:tabLst>
                      </a:pPr>
                      <a:r>
                        <a:rPr lang="ko-KR" altLang="en-US" sz="1000" b="1" kern="0" spc="0" dirty="0">
                          <a:solidFill>
                            <a:srgbClr val="282828"/>
                          </a:solidFill>
                          <a:effectLst/>
                          <a:latin typeface="Rix모던고딕 M" panose="02020603020101020101" pitchFamily="18" charset="-127"/>
                          <a:ea typeface="Rix모던고딕 M" panose="02020603020101020101" pitchFamily="18" charset="-127"/>
                        </a:rPr>
                        <a:t>최소허용수준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Rix모던고딕 M" panose="02020603020101020101" pitchFamily="18" charset="-127"/>
                        <a:ea typeface="Rix모던고딕 M" panose="02020603020101020101" pitchFamily="18" charset="-127"/>
                      </a:endParaRPr>
                    </a:p>
                  </a:txBody>
                  <a:tcPr marL="9337" marR="9337" marT="9337" marB="933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81000" algn="l"/>
                          <a:tab pos="762000" algn="l"/>
                          <a:tab pos="1143000" algn="l"/>
                          <a:tab pos="1524000" algn="l"/>
                          <a:tab pos="1905000" algn="l"/>
                          <a:tab pos="2286000" algn="l"/>
                          <a:tab pos="2667000" algn="l"/>
                          <a:tab pos="3048000" algn="l"/>
                          <a:tab pos="3429000" algn="l"/>
                          <a:tab pos="3810000" algn="l"/>
                          <a:tab pos="4191000" algn="l"/>
                          <a:tab pos="4572000" algn="l"/>
                          <a:tab pos="4953000" algn="l"/>
                          <a:tab pos="5334000" algn="l"/>
                          <a:tab pos="5715000" algn="l"/>
                          <a:tab pos="6096000" algn="l"/>
                          <a:tab pos="6477000" algn="l"/>
                          <a:tab pos="6858000" algn="l"/>
                          <a:tab pos="7239000" algn="l"/>
                          <a:tab pos="7620000" algn="l"/>
                          <a:tab pos="8001000" algn="l"/>
                          <a:tab pos="8382000" algn="l"/>
                          <a:tab pos="8763000" algn="l"/>
                          <a:tab pos="9144000" algn="l"/>
                          <a:tab pos="9525000" algn="l"/>
                          <a:tab pos="9906000" algn="l"/>
                          <a:tab pos="10287000" algn="l"/>
                          <a:tab pos="10668000" algn="l"/>
                          <a:tab pos="11049000" algn="l"/>
                          <a:tab pos="11430000" algn="l"/>
                          <a:tab pos="11811000" algn="l"/>
                          <a:tab pos="12192000" algn="l"/>
                        </a:tabLst>
                      </a:pPr>
                      <a:r>
                        <a:rPr lang="ko-KR" altLang="en-US" sz="1000" b="1" kern="0" spc="0" dirty="0">
                          <a:solidFill>
                            <a:srgbClr val="282828"/>
                          </a:solidFill>
                          <a:effectLst/>
                          <a:latin typeface="Rix모던고딕 M" panose="02020603020101020101" pitchFamily="18" charset="-127"/>
                          <a:ea typeface="Rix모던고딕 M" panose="02020603020101020101" pitchFamily="18" charset="-127"/>
                        </a:rPr>
                        <a:t>비고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Rix모던고딕 M" panose="02020603020101020101" pitchFamily="18" charset="-127"/>
                        <a:ea typeface="Rix모던고딕 M" panose="02020603020101020101" pitchFamily="18" charset="-127"/>
                      </a:endParaRPr>
                    </a:p>
                  </a:txBody>
                  <a:tcPr marL="9337" marR="9337" marT="9337" marB="933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0150">
                <a:tc rowSpan="4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81000" algn="l"/>
                          <a:tab pos="762000" algn="l"/>
                          <a:tab pos="1143000" algn="l"/>
                          <a:tab pos="1524000" algn="l"/>
                          <a:tab pos="1905000" algn="l"/>
                          <a:tab pos="2286000" algn="l"/>
                          <a:tab pos="2667000" algn="l"/>
                          <a:tab pos="3048000" algn="l"/>
                          <a:tab pos="3429000" algn="l"/>
                          <a:tab pos="3810000" algn="l"/>
                          <a:tab pos="4191000" algn="l"/>
                          <a:tab pos="4572000" algn="l"/>
                          <a:tab pos="4953000" algn="l"/>
                          <a:tab pos="5334000" algn="l"/>
                          <a:tab pos="5715000" algn="l"/>
                          <a:tab pos="6096000" algn="l"/>
                          <a:tab pos="6477000" algn="l"/>
                          <a:tab pos="6858000" algn="l"/>
                          <a:tab pos="7239000" algn="l"/>
                          <a:tab pos="7620000" algn="l"/>
                          <a:tab pos="8001000" algn="l"/>
                          <a:tab pos="8382000" algn="l"/>
                          <a:tab pos="8763000" algn="l"/>
                          <a:tab pos="9144000" algn="l"/>
                          <a:tab pos="9525000" algn="l"/>
                          <a:tab pos="9906000" algn="l"/>
                          <a:tab pos="10287000" algn="l"/>
                          <a:tab pos="10668000" algn="l"/>
                          <a:tab pos="11049000" algn="l"/>
                          <a:tab pos="11430000" algn="l"/>
                          <a:tab pos="11811000" algn="l"/>
                          <a:tab pos="12192000" algn="l"/>
                        </a:tabLst>
                      </a:pP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Rix모던고딕 M" panose="02020603020101020101" pitchFamily="18" charset="-127"/>
                          <a:ea typeface="Rix모던고딕 M" panose="02020603020101020101" pitchFamily="18" charset="-127"/>
                        </a:rPr>
                        <a:t>가동률관리</a:t>
                      </a:r>
                    </a:p>
                  </a:txBody>
                  <a:tcPr marL="9337" marR="9337" marT="9337" marB="9337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50800" marR="0" indent="0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81000" algn="l"/>
                          <a:tab pos="762000" algn="l"/>
                          <a:tab pos="1143000" algn="l"/>
                          <a:tab pos="1524000" algn="l"/>
                          <a:tab pos="1905000" algn="l"/>
                          <a:tab pos="2286000" algn="l"/>
                          <a:tab pos="2667000" algn="l"/>
                          <a:tab pos="3048000" algn="l"/>
                          <a:tab pos="3429000" algn="l"/>
                          <a:tab pos="3810000" algn="l"/>
                          <a:tab pos="4191000" algn="l"/>
                          <a:tab pos="4572000" algn="l"/>
                          <a:tab pos="4953000" algn="l"/>
                          <a:tab pos="5334000" algn="l"/>
                          <a:tab pos="5715000" algn="l"/>
                          <a:tab pos="6096000" algn="l"/>
                          <a:tab pos="6477000" algn="l"/>
                          <a:tab pos="6858000" algn="l"/>
                          <a:tab pos="7239000" algn="l"/>
                          <a:tab pos="7620000" algn="l"/>
                          <a:tab pos="8001000" algn="l"/>
                          <a:tab pos="8382000" algn="l"/>
                          <a:tab pos="8763000" algn="l"/>
                          <a:tab pos="9144000" algn="l"/>
                          <a:tab pos="9525000" algn="l"/>
                          <a:tab pos="9906000" algn="l"/>
                          <a:tab pos="10287000" algn="l"/>
                          <a:tab pos="10668000" algn="l"/>
                          <a:tab pos="11049000" algn="l"/>
                          <a:tab pos="11430000" algn="l"/>
                          <a:tab pos="11811000" algn="l"/>
                          <a:tab pos="12192000" algn="l"/>
                        </a:tabLst>
                      </a:pPr>
                      <a:r>
                        <a:rPr lang="ko-KR" altLang="en-US" sz="1000" kern="0" spc="0" dirty="0" smtClean="0">
                          <a:solidFill>
                            <a:srgbClr val="000000"/>
                          </a:solidFill>
                          <a:effectLst/>
                          <a:latin typeface="Rix모던고딕 M" panose="02020603020101020101" pitchFamily="18" charset="-127"/>
                          <a:ea typeface="Rix모던고딕 M" panose="02020603020101020101" pitchFamily="18" charset="-127"/>
                        </a:rPr>
                        <a:t>대상 시스템</a:t>
                      </a:r>
                      <a:r>
                        <a:rPr lang="en-US" altLang="ko-KR" sz="1000" kern="0" spc="0" dirty="0" smtClean="0">
                          <a:solidFill>
                            <a:srgbClr val="000000"/>
                          </a:solidFill>
                          <a:effectLst/>
                          <a:latin typeface="Rix모던고딕 M" panose="02020603020101020101" pitchFamily="18" charset="-127"/>
                          <a:ea typeface="Rix모던고딕 M" panose="02020603020101020101" pitchFamily="18" charset="-127"/>
                        </a:rPr>
                        <a:t>/SW</a:t>
                      </a:r>
                      <a:r>
                        <a:rPr lang="ko-KR" altLang="en-US" sz="1000" kern="0" spc="0" dirty="0" smtClean="0">
                          <a:solidFill>
                            <a:srgbClr val="000000"/>
                          </a:solidFill>
                          <a:effectLst/>
                          <a:latin typeface="Rix모던고딕 M" panose="02020603020101020101" pitchFamily="18" charset="-127"/>
                          <a:ea typeface="Rix모던고딕 M" panose="02020603020101020101" pitchFamily="18" charset="-127"/>
                        </a:rPr>
                        <a:t> 별 </a:t>
                      </a: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Rix모던고딕 M" panose="02020603020101020101" pitchFamily="18" charset="-127"/>
                          <a:ea typeface="Rix모던고딕 M" panose="02020603020101020101" pitchFamily="18" charset="-127"/>
                        </a:rPr>
                        <a:t>가동률</a:t>
                      </a:r>
                    </a:p>
                  </a:txBody>
                  <a:tcPr marL="9337" marR="9337" marT="9337" marB="933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81000" algn="l"/>
                          <a:tab pos="762000" algn="l"/>
                          <a:tab pos="1143000" algn="l"/>
                          <a:tab pos="1524000" algn="l"/>
                          <a:tab pos="1905000" algn="l"/>
                          <a:tab pos="2286000" algn="l"/>
                          <a:tab pos="2667000" algn="l"/>
                          <a:tab pos="3048000" algn="l"/>
                          <a:tab pos="3429000" algn="l"/>
                          <a:tab pos="3810000" algn="l"/>
                          <a:tab pos="4191000" algn="l"/>
                          <a:tab pos="4572000" algn="l"/>
                          <a:tab pos="4953000" algn="l"/>
                          <a:tab pos="5334000" algn="l"/>
                          <a:tab pos="5715000" algn="l"/>
                          <a:tab pos="6096000" algn="l"/>
                          <a:tab pos="6477000" algn="l"/>
                          <a:tab pos="6858000" algn="l"/>
                          <a:tab pos="7239000" algn="l"/>
                          <a:tab pos="7620000" algn="l"/>
                          <a:tab pos="8001000" algn="l"/>
                          <a:tab pos="8382000" algn="l"/>
                          <a:tab pos="8763000" algn="l"/>
                          <a:tab pos="9144000" algn="l"/>
                          <a:tab pos="9525000" algn="l"/>
                          <a:tab pos="9906000" algn="l"/>
                          <a:tab pos="10287000" algn="l"/>
                          <a:tab pos="10668000" algn="l"/>
                          <a:tab pos="11049000" algn="l"/>
                          <a:tab pos="11430000" algn="l"/>
                          <a:tab pos="11811000" algn="l"/>
                          <a:tab pos="12192000" algn="l"/>
                        </a:tabLst>
                      </a:pP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Rix모던고딕 M" panose="02020603020101020101" pitchFamily="18" charset="-127"/>
                        <a:ea typeface="Rix모던고딕 M" panose="02020603020101020101" pitchFamily="18" charset="-127"/>
                      </a:endParaRPr>
                    </a:p>
                  </a:txBody>
                  <a:tcPr marL="9337" marR="9337" marT="9337" marB="933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81000" algn="l"/>
                          <a:tab pos="762000" algn="l"/>
                          <a:tab pos="1143000" algn="l"/>
                          <a:tab pos="1524000" algn="l"/>
                          <a:tab pos="1905000" algn="l"/>
                          <a:tab pos="2286000" algn="l"/>
                          <a:tab pos="2667000" algn="l"/>
                          <a:tab pos="3048000" algn="l"/>
                          <a:tab pos="3429000" algn="l"/>
                          <a:tab pos="3810000" algn="l"/>
                          <a:tab pos="4191000" algn="l"/>
                          <a:tab pos="4572000" algn="l"/>
                          <a:tab pos="4953000" algn="l"/>
                          <a:tab pos="5334000" algn="l"/>
                          <a:tab pos="5715000" algn="l"/>
                          <a:tab pos="6096000" algn="l"/>
                          <a:tab pos="6477000" algn="l"/>
                          <a:tab pos="6858000" algn="l"/>
                          <a:tab pos="7239000" algn="l"/>
                          <a:tab pos="7620000" algn="l"/>
                          <a:tab pos="8001000" algn="l"/>
                          <a:tab pos="8382000" algn="l"/>
                          <a:tab pos="8763000" algn="l"/>
                          <a:tab pos="9144000" algn="l"/>
                          <a:tab pos="9525000" algn="l"/>
                          <a:tab pos="9906000" algn="l"/>
                          <a:tab pos="10287000" algn="l"/>
                          <a:tab pos="10668000" algn="l"/>
                          <a:tab pos="11049000" algn="l"/>
                          <a:tab pos="11430000" algn="l"/>
                          <a:tab pos="11811000" algn="l"/>
                          <a:tab pos="12192000" algn="l"/>
                        </a:tabLst>
                      </a:pP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Rix모던고딕 M" panose="02020603020101020101" pitchFamily="18" charset="-127"/>
                        <a:ea typeface="Rix모던고딕 M" panose="02020603020101020101" pitchFamily="18" charset="-127"/>
                      </a:endParaRPr>
                    </a:p>
                  </a:txBody>
                  <a:tcPr marL="9337" marR="9337" marT="9337" marB="933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81000" algn="l"/>
                          <a:tab pos="762000" algn="l"/>
                          <a:tab pos="1143000" algn="l"/>
                          <a:tab pos="1524000" algn="l"/>
                          <a:tab pos="1905000" algn="l"/>
                          <a:tab pos="2286000" algn="l"/>
                          <a:tab pos="2667000" algn="l"/>
                          <a:tab pos="3048000" algn="l"/>
                          <a:tab pos="3429000" algn="l"/>
                          <a:tab pos="3810000" algn="l"/>
                          <a:tab pos="4191000" algn="l"/>
                          <a:tab pos="4572000" algn="l"/>
                          <a:tab pos="4953000" algn="l"/>
                          <a:tab pos="5334000" algn="l"/>
                          <a:tab pos="5715000" algn="l"/>
                          <a:tab pos="6096000" algn="l"/>
                          <a:tab pos="6477000" algn="l"/>
                          <a:tab pos="6858000" algn="l"/>
                          <a:tab pos="7239000" algn="l"/>
                          <a:tab pos="7620000" algn="l"/>
                          <a:tab pos="8001000" algn="l"/>
                          <a:tab pos="8382000" algn="l"/>
                          <a:tab pos="8763000" algn="l"/>
                          <a:tab pos="9144000" algn="l"/>
                          <a:tab pos="9525000" algn="l"/>
                          <a:tab pos="9906000" algn="l"/>
                          <a:tab pos="10287000" algn="l"/>
                          <a:tab pos="10668000" algn="l"/>
                          <a:tab pos="11049000" algn="l"/>
                          <a:tab pos="11430000" algn="l"/>
                          <a:tab pos="11811000" algn="l"/>
                          <a:tab pos="12192000" algn="l"/>
                        </a:tabLst>
                      </a:pP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Rix모던고딕 M" panose="02020603020101020101" pitchFamily="18" charset="-127"/>
                        <a:ea typeface="Rix모던고딕 M" panose="02020603020101020101" pitchFamily="18" charset="-127"/>
                      </a:endParaRPr>
                    </a:p>
                  </a:txBody>
                  <a:tcPr marL="9337" marR="9337" marT="9337" marB="933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015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50800" marR="0" indent="0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81000" algn="l"/>
                          <a:tab pos="762000" algn="l"/>
                          <a:tab pos="1143000" algn="l"/>
                          <a:tab pos="1524000" algn="l"/>
                          <a:tab pos="1905000" algn="l"/>
                          <a:tab pos="2286000" algn="l"/>
                          <a:tab pos="2667000" algn="l"/>
                          <a:tab pos="3048000" algn="l"/>
                          <a:tab pos="3429000" algn="l"/>
                          <a:tab pos="3810000" algn="l"/>
                          <a:tab pos="4191000" algn="l"/>
                          <a:tab pos="4572000" algn="l"/>
                          <a:tab pos="4953000" algn="l"/>
                          <a:tab pos="5334000" algn="l"/>
                          <a:tab pos="5715000" algn="l"/>
                          <a:tab pos="6096000" algn="l"/>
                          <a:tab pos="6477000" algn="l"/>
                          <a:tab pos="6858000" algn="l"/>
                          <a:tab pos="7239000" algn="l"/>
                          <a:tab pos="7620000" algn="l"/>
                          <a:tab pos="8001000" algn="l"/>
                          <a:tab pos="8382000" algn="l"/>
                          <a:tab pos="8763000" algn="l"/>
                          <a:tab pos="9144000" algn="l"/>
                          <a:tab pos="9525000" algn="l"/>
                          <a:tab pos="9906000" algn="l"/>
                          <a:tab pos="10287000" algn="l"/>
                          <a:tab pos="10668000" algn="l"/>
                          <a:tab pos="11049000" algn="l"/>
                          <a:tab pos="11430000" algn="l"/>
                          <a:tab pos="11811000" algn="l"/>
                          <a:tab pos="12192000" algn="l"/>
                        </a:tabLst>
                      </a:pPr>
                      <a:r>
                        <a:rPr lang="en-US" altLang="ko-KR" sz="1000" kern="0" spc="0" dirty="0">
                          <a:solidFill>
                            <a:srgbClr val="000000"/>
                          </a:solidFill>
                          <a:effectLst/>
                          <a:latin typeface="Rix모던고딕 M" panose="02020603020101020101" pitchFamily="18" charset="-127"/>
                          <a:ea typeface="Rix모던고딕 M" panose="02020603020101020101" pitchFamily="18" charset="-127"/>
                        </a:rPr>
                        <a:t>1</a:t>
                      </a: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Rix모던고딕 M" panose="02020603020101020101" pitchFamily="18" charset="-127"/>
                          <a:ea typeface="Rix모던고딕 M" panose="02020603020101020101" pitchFamily="18" charset="-127"/>
                        </a:rPr>
                        <a:t>등급 업무가동율</a:t>
                      </a:r>
                    </a:p>
                  </a:txBody>
                  <a:tcPr marL="9337" marR="9337" marT="9337" marB="933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81000" algn="l"/>
                          <a:tab pos="762000" algn="l"/>
                          <a:tab pos="1143000" algn="l"/>
                          <a:tab pos="1524000" algn="l"/>
                          <a:tab pos="1905000" algn="l"/>
                          <a:tab pos="2286000" algn="l"/>
                          <a:tab pos="2667000" algn="l"/>
                          <a:tab pos="3048000" algn="l"/>
                          <a:tab pos="3429000" algn="l"/>
                          <a:tab pos="3810000" algn="l"/>
                          <a:tab pos="4191000" algn="l"/>
                          <a:tab pos="4572000" algn="l"/>
                          <a:tab pos="4953000" algn="l"/>
                          <a:tab pos="5334000" algn="l"/>
                          <a:tab pos="5715000" algn="l"/>
                          <a:tab pos="6096000" algn="l"/>
                          <a:tab pos="6477000" algn="l"/>
                          <a:tab pos="6858000" algn="l"/>
                          <a:tab pos="7239000" algn="l"/>
                          <a:tab pos="7620000" algn="l"/>
                          <a:tab pos="8001000" algn="l"/>
                          <a:tab pos="8382000" algn="l"/>
                          <a:tab pos="8763000" algn="l"/>
                          <a:tab pos="9144000" algn="l"/>
                          <a:tab pos="9525000" algn="l"/>
                          <a:tab pos="9906000" algn="l"/>
                          <a:tab pos="10287000" algn="l"/>
                          <a:tab pos="10668000" algn="l"/>
                          <a:tab pos="11049000" algn="l"/>
                          <a:tab pos="11430000" algn="l"/>
                          <a:tab pos="11811000" algn="l"/>
                          <a:tab pos="12192000" algn="l"/>
                        </a:tabLst>
                      </a:pP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Rix모던고딕 M" panose="02020603020101020101" pitchFamily="18" charset="-127"/>
                        <a:ea typeface="Rix모던고딕 M" panose="02020603020101020101" pitchFamily="18" charset="-127"/>
                      </a:endParaRPr>
                    </a:p>
                  </a:txBody>
                  <a:tcPr marL="9337" marR="9337" marT="9337" marB="933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81000" algn="l"/>
                          <a:tab pos="762000" algn="l"/>
                          <a:tab pos="1143000" algn="l"/>
                          <a:tab pos="1524000" algn="l"/>
                          <a:tab pos="1905000" algn="l"/>
                          <a:tab pos="2286000" algn="l"/>
                          <a:tab pos="2667000" algn="l"/>
                          <a:tab pos="3048000" algn="l"/>
                          <a:tab pos="3429000" algn="l"/>
                          <a:tab pos="3810000" algn="l"/>
                          <a:tab pos="4191000" algn="l"/>
                          <a:tab pos="4572000" algn="l"/>
                          <a:tab pos="4953000" algn="l"/>
                          <a:tab pos="5334000" algn="l"/>
                          <a:tab pos="5715000" algn="l"/>
                          <a:tab pos="6096000" algn="l"/>
                          <a:tab pos="6477000" algn="l"/>
                          <a:tab pos="6858000" algn="l"/>
                          <a:tab pos="7239000" algn="l"/>
                          <a:tab pos="7620000" algn="l"/>
                          <a:tab pos="8001000" algn="l"/>
                          <a:tab pos="8382000" algn="l"/>
                          <a:tab pos="8763000" algn="l"/>
                          <a:tab pos="9144000" algn="l"/>
                          <a:tab pos="9525000" algn="l"/>
                          <a:tab pos="9906000" algn="l"/>
                          <a:tab pos="10287000" algn="l"/>
                          <a:tab pos="10668000" algn="l"/>
                          <a:tab pos="11049000" algn="l"/>
                          <a:tab pos="11430000" algn="l"/>
                          <a:tab pos="11811000" algn="l"/>
                          <a:tab pos="12192000" algn="l"/>
                        </a:tabLst>
                      </a:pP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Rix모던고딕 M" panose="02020603020101020101" pitchFamily="18" charset="-127"/>
                        <a:ea typeface="Rix모던고딕 M" panose="02020603020101020101" pitchFamily="18" charset="-127"/>
                      </a:endParaRPr>
                    </a:p>
                  </a:txBody>
                  <a:tcPr marL="9337" marR="9337" marT="9337" marB="933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81000" algn="l"/>
                          <a:tab pos="762000" algn="l"/>
                          <a:tab pos="1143000" algn="l"/>
                          <a:tab pos="1524000" algn="l"/>
                          <a:tab pos="1905000" algn="l"/>
                          <a:tab pos="2286000" algn="l"/>
                          <a:tab pos="2667000" algn="l"/>
                          <a:tab pos="3048000" algn="l"/>
                          <a:tab pos="3429000" algn="l"/>
                          <a:tab pos="3810000" algn="l"/>
                          <a:tab pos="4191000" algn="l"/>
                          <a:tab pos="4572000" algn="l"/>
                          <a:tab pos="4953000" algn="l"/>
                          <a:tab pos="5334000" algn="l"/>
                          <a:tab pos="5715000" algn="l"/>
                          <a:tab pos="6096000" algn="l"/>
                          <a:tab pos="6477000" algn="l"/>
                          <a:tab pos="6858000" algn="l"/>
                          <a:tab pos="7239000" algn="l"/>
                          <a:tab pos="7620000" algn="l"/>
                          <a:tab pos="8001000" algn="l"/>
                          <a:tab pos="8382000" algn="l"/>
                          <a:tab pos="8763000" algn="l"/>
                          <a:tab pos="9144000" algn="l"/>
                          <a:tab pos="9525000" algn="l"/>
                          <a:tab pos="9906000" algn="l"/>
                          <a:tab pos="10287000" algn="l"/>
                          <a:tab pos="10668000" algn="l"/>
                          <a:tab pos="11049000" algn="l"/>
                          <a:tab pos="11430000" algn="l"/>
                          <a:tab pos="11811000" algn="l"/>
                          <a:tab pos="12192000" algn="l"/>
                        </a:tabLst>
                      </a:pP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Rix모던고딕 M" panose="02020603020101020101" pitchFamily="18" charset="-127"/>
                        <a:ea typeface="Rix모던고딕 M" panose="02020603020101020101" pitchFamily="18" charset="-127"/>
                      </a:endParaRPr>
                    </a:p>
                  </a:txBody>
                  <a:tcPr marL="9337" marR="9337" marT="9337" marB="933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015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50800" marR="0" indent="0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81000" algn="l"/>
                          <a:tab pos="762000" algn="l"/>
                          <a:tab pos="1143000" algn="l"/>
                          <a:tab pos="1524000" algn="l"/>
                          <a:tab pos="1905000" algn="l"/>
                          <a:tab pos="2286000" algn="l"/>
                          <a:tab pos="2667000" algn="l"/>
                          <a:tab pos="3048000" algn="l"/>
                          <a:tab pos="3429000" algn="l"/>
                          <a:tab pos="3810000" algn="l"/>
                          <a:tab pos="4191000" algn="l"/>
                          <a:tab pos="4572000" algn="l"/>
                          <a:tab pos="4953000" algn="l"/>
                          <a:tab pos="5334000" algn="l"/>
                          <a:tab pos="5715000" algn="l"/>
                          <a:tab pos="6096000" algn="l"/>
                          <a:tab pos="6477000" algn="l"/>
                          <a:tab pos="6858000" algn="l"/>
                          <a:tab pos="7239000" algn="l"/>
                          <a:tab pos="7620000" algn="l"/>
                          <a:tab pos="8001000" algn="l"/>
                          <a:tab pos="8382000" algn="l"/>
                          <a:tab pos="8763000" algn="l"/>
                          <a:tab pos="9144000" algn="l"/>
                          <a:tab pos="9525000" algn="l"/>
                          <a:tab pos="9906000" algn="l"/>
                          <a:tab pos="10287000" algn="l"/>
                          <a:tab pos="10668000" algn="l"/>
                          <a:tab pos="11049000" algn="l"/>
                          <a:tab pos="11430000" algn="l"/>
                          <a:tab pos="11811000" algn="l"/>
                          <a:tab pos="12192000" algn="l"/>
                        </a:tabLst>
                      </a:pPr>
                      <a:r>
                        <a:rPr lang="en-US" altLang="ko-KR" sz="1000" kern="0" spc="0" dirty="0">
                          <a:solidFill>
                            <a:srgbClr val="000000"/>
                          </a:solidFill>
                          <a:effectLst/>
                          <a:latin typeface="Rix모던고딕 M" panose="02020603020101020101" pitchFamily="18" charset="-127"/>
                          <a:ea typeface="Rix모던고딕 M" panose="02020603020101020101" pitchFamily="18" charset="-127"/>
                        </a:rPr>
                        <a:t>2</a:t>
                      </a: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Rix모던고딕 M" panose="02020603020101020101" pitchFamily="18" charset="-127"/>
                          <a:ea typeface="Rix모던고딕 M" panose="02020603020101020101" pitchFamily="18" charset="-127"/>
                        </a:rPr>
                        <a:t>등급 업무가동율</a:t>
                      </a:r>
                    </a:p>
                  </a:txBody>
                  <a:tcPr marL="9337" marR="9337" marT="9337" marB="933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81000" algn="l"/>
                          <a:tab pos="762000" algn="l"/>
                          <a:tab pos="1143000" algn="l"/>
                          <a:tab pos="1524000" algn="l"/>
                          <a:tab pos="1905000" algn="l"/>
                          <a:tab pos="2286000" algn="l"/>
                          <a:tab pos="2667000" algn="l"/>
                          <a:tab pos="3048000" algn="l"/>
                          <a:tab pos="3429000" algn="l"/>
                          <a:tab pos="3810000" algn="l"/>
                          <a:tab pos="4191000" algn="l"/>
                          <a:tab pos="4572000" algn="l"/>
                          <a:tab pos="4953000" algn="l"/>
                          <a:tab pos="5334000" algn="l"/>
                          <a:tab pos="5715000" algn="l"/>
                          <a:tab pos="6096000" algn="l"/>
                          <a:tab pos="6477000" algn="l"/>
                          <a:tab pos="6858000" algn="l"/>
                          <a:tab pos="7239000" algn="l"/>
                          <a:tab pos="7620000" algn="l"/>
                          <a:tab pos="8001000" algn="l"/>
                          <a:tab pos="8382000" algn="l"/>
                          <a:tab pos="8763000" algn="l"/>
                          <a:tab pos="9144000" algn="l"/>
                          <a:tab pos="9525000" algn="l"/>
                          <a:tab pos="9906000" algn="l"/>
                          <a:tab pos="10287000" algn="l"/>
                          <a:tab pos="10668000" algn="l"/>
                          <a:tab pos="11049000" algn="l"/>
                          <a:tab pos="11430000" algn="l"/>
                          <a:tab pos="11811000" algn="l"/>
                          <a:tab pos="12192000" algn="l"/>
                        </a:tabLst>
                      </a:pP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Rix모던고딕 M" panose="02020603020101020101" pitchFamily="18" charset="-127"/>
                        <a:ea typeface="Rix모던고딕 M" panose="02020603020101020101" pitchFamily="18" charset="-127"/>
                      </a:endParaRPr>
                    </a:p>
                  </a:txBody>
                  <a:tcPr marL="9337" marR="9337" marT="9337" marB="933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81000" algn="l"/>
                          <a:tab pos="762000" algn="l"/>
                          <a:tab pos="1143000" algn="l"/>
                          <a:tab pos="1524000" algn="l"/>
                          <a:tab pos="1905000" algn="l"/>
                          <a:tab pos="2286000" algn="l"/>
                          <a:tab pos="2667000" algn="l"/>
                          <a:tab pos="3048000" algn="l"/>
                          <a:tab pos="3429000" algn="l"/>
                          <a:tab pos="3810000" algn="l"/>
                          <a:tab pos="4191000" algn="l"/>
                          <a:tab pos="4572000" algn="l"/>
                          <a:tab pos="4953000" algn="l"/>
                          <a:tab pos="5334000" algn="l"/>
                          <a:tab pos="5715000" algn="l"/>
                          <a:tab pos="6096000" algn="l"/>
                          <a:tab pos="6477000" algn="l"/>
                          <a:tab pos="6858000" algn="l"/>
                          <a:tab pos="7239000" algn="l"/>
                          <a:tab pos="7620000" algn="l"/>
                          <a:tab pos="8001000" algn="l"/>
                          <a:tab pos="8382000" algn="l"/>
                          <a:tab pos="8763000" algn="l"/>
                          <a:tab pos="9144000" algn="l"/>
                          <a:tab pos="9525000" algn="l"/>
                          <a:tab pos="9906000" algn="l"/>
                          <a:tab pos="10287000" algn="l"/>
                          <a:tab pos="10668000" algn="l"/>
                          <a:tab pos="11049000" algn="l"/>
                          <a:tab pos="11430000" algn="l"/>
                          <a:tab pos="11811000" algn="l"/>
                          <a:tab pos="12192000" algn="l"/>
                        </a:tabLst>
                      </a:pP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Rix모던고딕 M" panose="02020603020101020101" pitchFamily="18" charset="-127"/>
                        <a:ea typeface="Rix모던고딕 M" panose="02020603020101020101" pitchFamily="18" charset="-127"/>
                      </a:endParaRPr>
                    </a:p>
                  </a:txBody>
                  <a:tcPr marL="9337" marR="9337" marT="9337" marB="933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81000" algn="l"/>
                          <a:tab pos="762000" algn="l"/>
                          <a:tab pos="1143000" algn="l"/>
                          <a:tab pos="1524000" algn="l"/>
                          <a:tab pos="1905000" algn="l"/>
                          <a:tab pos="2286000" algn="l"/>
                          <a:tab pos="2667000" algn="l"/>
                          <a:tab pos="3048000" algn="l"/>
                          <a:tab pos="3429000" algn="l"/>
                          <a:tab pos="3810000" algn="l"/>
                          <a:tab pos="4191000" algn="l"/>
                          <a:tab pos="4572000" algn="l"/>
                          <a:tab pos="4953000" algn="l"/>
                          <a:tab pos="5334000" algn="l"/>
                          <a:tab pos="5715000" algn="l"/>
                          <a:tab pos="6096000" algn="l"/>
                          <a:tab pos="6477000" algn="l"/>
                          <a:tab pos="6858000" algn="l"/>
                          <a:tab pos="7239000" algn="l"/>
                          <a:tab pos="7620000" algn="l"/>
                          <a:tab pos="8001000" algn="l"/>
                          <a:tab pos="8382000" algn="l"/>
                          <a:tab pos="8763000" algn="l"/>
                          <a:tab pos="9144000" algn="l"/>
                          <a:tab pos="9525000" algn="l"/>
                          <a:tab pos="9906000" algn="l"/>
                          <a:tab pos="10287000" algn="l"/>
                          <a:tab pos="10668000" algn="l"/>
                          <a:tab pos="11049000" algn="l"/>
                          <a:tab pos="11430000" algn="l"/>
                          <a:tab pos="11811000" algn="l"/>
                          <a:tab pos="12192000" algn="l"/>
                        </a:tabLst>
                      </a:pP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Rix모던고딕 M" panose="02020603020101020101" pitchFamily="18" charset="-127"/>
                        <a:ea typeface="Rix모던고딕 M" panose="02020603020101020101" pitchFamily="18" charset="-127"/>
                      </a:endParaRPr>
                    </a:p>
                  </a:txBody>
                  <a:tcPr marL="9337" marR="9337" marT="9337" marB="933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015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50800" marR="0" indent="0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81000" algn="l"/>
                          <a:tab pos="762000" algn="l"/>
                          <a:tab pos="1143000" algn="l"/>
                          <a:tab pos="1524000" algn="l"/>
                          <a:tab pos="1905000" algn="l"/>
                          <a:tab pos="2286000" algn="l"/>
                          <a:tab pos="2667000" algn="l"/>
                          <a:tab pos="3048000" algn="l"/>
                          <a:tab pos="3429000" algn="l"/>
                          <a:tab pos="3810000" algn="l"/>
                          <a:tab pos="4191000" algn="l"/>
                          <a:tab pos="4572000" algn="l"/>
                          <a:tab pos="4953000" algn="l"/>
                          <a:tab pos="5334000" algn="l"/>
                          <a:tab pos="5715000" algn="l"/>
                          <a:tab pos="6096000" algn="l"/>
                          <a:tab pos="6477000" algn="l"/>
                          <a:tab pos="6858000" algn="l"/>
                          <a:tab pos="7239000" algn="l"/>
                          <a:tab pos="7620000" algn="l"/>
                          <a:tab pos="8001000" algn="l"/>
                          <a:tab pos="8382000" algn="l"/>
                          <a:tab pos="8763000" algn="l"/>
                          <a:tab pos="9144000" algn="l"/>
                          <a:tab pos="9525000" algn="l"/>
                          <a:tab pos="9906000" algn="l"/>
                          <a:tab pos="10287000" algn="l"/>
                          <a:tab pos="10668000" algn="l"/>
                          <a:tab pos="11049000" algn="l"/>
                          <a:tab pos="11430000" algn="l"/>
                          <a:tab pos="11811000" algn="l"/>
                          <a:tab pos="12192000" algn="l"/>
                        </a:tabLst>
                      </a:pPr>
                      <a:r>
                        <a:rPr lang="en-US" altLang="ko-KR" sz="1000" kern="0" spc="0" dirty="0">
                          <a:solidFill>
                            <a:srgbClr val="000000"/>
                          </a:solidFill>
                          <a:effectLst/>
                          <a:latin typeface="Rix모던고딕 M" panose="02020603020101020101" pitchFamily="18" charset="-127"/>
                          <a:ea typeface="Rix모던고딕 M" panose="02020603020101020101" pitchFamily="18" charset="-127"/>
                        </a:rPr>
                        <a:t>3</a:t>
                      </a: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Rix모던고딕 M" panose="02020603020101020101" pitchFamily="18" charset="-127"/>
                          <a:ea typeface="Rix모던고딕 M" panose="02020603020101020101" pitchFamily="18" charset="-127"/>
                        </a:rPr>
                        <a:t>등급 업무가동율</a:t>
                      </a:r>
                    </a:p>
                  </a:txBody>
                  <a:tcPr marL="9337" marR="9337" marT="9337" marB="933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81000" algn="l"/>
                          <a:tab pos="762000" algn="l"/>
                          <a:tab pos="1143000" algn="l"/>
                          <a:tab pos="1524000" algn="l"/>
                          <a:tab pos="1905000" algn="l"/>
                          <a:tab pos="2286000" algn="l"/>
                          <a:tab pos="2667000" algn="l"/>
                          <a:tab pos="3048000" algn="l"/>
                          <a:tab pos="3429000" algn="l"/>
                          <a:tab pos="3810000" algn="l"/>
                          <a:tab pos="4191000" algn="l"/>
                          <a:tab pos="4572000" algn="l"/>
                          <a:tab pos="4953000" algn="l"/>
                          <a:tab pos="5334000" algn="l"/>
                          <a:tab pos="5715000" algn="l"/>
                          <a:tab pos="6096000" algn="l"/>
                          <a:tab pos="6477000" algn="l"/>
                          <a:tab pos="6858000" algn="l"/>
                          <a:tab pos="7239000" algn="l"/>
                          <a:tab pos="7620000" algn="l"/>
                          <a:tab pos="8001000" algn="l"/>
                          <a:tab pos="8382000" algn="l"/>
                          <a:tab pos="8763000" algn="l"/>
                          <a:tab pos="9144000" algn="l"/>
                          <a:tab pos="9525000" algn="l"/>
                          <a:tab pos="9906000" algn="l"/>
                          <a:tab pos="10287000" algn="l"/>
                          <a:tab pos="10668000" algn="l"/>
                          <a:tab pos="11049000" algn="l"/>
                          <a:tab pos="11430000" algn="l"/>
                          <a:tab pos="11811000" algn="l"/>
                          <a:tab pos="12192000" algn="l"/>
                        </a:tabLst>
                      </a:pP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Rix모던고딕 M" panose="02020603020101020101" pitchFamily="18" charset="-127"/>
                        <a:ea typeface="Rix모던고딕 M" panose="02020603020101020101" pitchFamily="18" charset="-127"/>
                      </a:endParaRPr>
                    </a:p>
                  </a:txBody>
                  <a:tcPr marL="9337" marR="9337" marT="9337" marB="933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81000" algn="l"/>
                          <a:tab pos="762000" algn="l"/>
                          <a:tab pos="1143000" algn="l"/>
                          <a:tab pos="1524000" algn="l"/>
                          <a:tab pos="1905000" algn="l"/>
                          <a:tab pos="2286000" algn="l"/>
                          <a:tab pos="2667000" algn="l"/>
                          <a:tab pos="3048000" algn="l"/>
                          <a:tab pos="3429000" algn="l"/>
                          <a:tab pos="3810000" algn="l"/>
                          <a:tab pos="4191000" algn="l"/>
                          <a:tab pos="4572000" algn="l"/>
                          <a:tab pos="4953000" algn="l"/>
                          <a:tab pos="5334000" algn="l"/>
                          <a:tab pos="5715000" algn="l"/>
                          <a:tab pos="6096000" algn="l"/>
                          <a:tab pos="6477000" algn="l"/>
                          <a:tab pos="6858000" algn="l"/>
                          <a:tab pos="7239000" algn="l"/>
                          <a:tab pos="7620000" algn="l"/>
                          <a:tab pos="8001000" algn="l"/>
                          <a:tab pos="8382000" algn="l"/>
                          <a:tab pos="8763000" algn="l"/>
                          <a:tab pos="9144000" algn="l"/>
                          <a:tab pos="9525000" algn="l"/>
                          <a:tab pos="9906000" algn="l"/>
                          <a:tab pos="10287000" algn="l"/>
                          <a:tab pos="10668000" algn="l"/>
                          <a:tab pos="11049000" algn="l"/>
                          <a:tab pos="11430000" algn="l"/>
                          <a:tab pos="11811000" algn="l"/>
                          <a:tab pos="12192000" algn="l"/>
                        </a:tabLst>
                      </a:pP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Rix모던고딕 M" panose="02020603020101020101" pitchFamily="18" charset="-127"/>
                        <a:ea typeface="Rix모던고딕 M" panose="02020603020101020101" pitchFamily="18" charset="-127"/>
                      </a:endParaRPr>
                    </a:p>
                  </a:txBody>
                  <a:tcPr marL="9337" marR="9337" marT="9337" marB="933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81000" algn="l"/>
                          <a:tab pos="762000" algn="l"/>
                          <a:tab pos="1143000" algn="l"/>
                          <a:tab pos="1524000" algn="l"/>
                          <a:tab pos="1905000" algn="l"/>
                          <a:tab pos="2286000" algn="l"/>
                          <a:tab pos="2667000" algn="l"/>
                          <a:tab pos="3048000" algn="l"/>
                          <a:tab pos="3429000" algn="l"/>
                          <a:tab pos="3810000" algn="l"/>
                          <a:tab pos="4191000" algn="l"/>
                          <a:tab pos="4572000" algn="l"/>
                          <a:tab pos="4953000" algn="l"/>
                          <a:tab pos="5334000" algn="l"/>
                          <a:tab pos="5715000" algn="l"/>
                          <a:tab pos="6096000" algn="l"/>
                          <a:tab pos="6477000" algn="l"/>
                          <a:tab pos="6858000" algn="l"/>
                          <a:tab pos="7239000" algn="l"/>
                          <a:tab pos="7620000" algn="l"/>
                          <a:tab pos="8001000" algn="l"/>
                          <a:tab pos="8382000" algn="l"/>
                          <a:tab pos="8763000" algn="l"/>
                          <a:tab pos="9144000" algn="l"/>
                          <a:tab pos="9525000" algn="l"/>
                          <a:tab pos="9906000" algn="l"/>
                          <a:tab pos="10287000" algn="l"/>
                          <a:tab pos="10668000" algn="l"/>
                          <a:tab pos="11049000" algn="l"/>
                          <a:tab pos="11430000" algn="l"/>
                          <a:tab pos="11811000" algn="l"/>
                          <a:tab pos="12192000" algn="l"/>
                        </a:tabLst>
                      </a:pP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Rix모던고딕 M" panose="02020603020101020101" pitchFamily="18" charset="-127"/>
                        <a:ea typeface="Rix모던고딕 M" panose="02020603020101020101" pitchFamily="18" charset="-127"/>
                      </a:endParaRPr>
                    </a:p>
                  </a:txBody>
                  <a:tcPr marL="9337" marR="9337" marT="9337" marB="933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0150"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81000" algn="l"/>
                          <a:tab pos="762000" algn="l"/>
                          <a:tab pos="1143000" algn="l"/>
                          <a:tab pos="1524000" algn="l"/>
                          <a:tab pos="1905000" algn="l"/>
                          <a:tab pos="2286000" algn="l"/>
                          <a:tab pos="2667000" algn="l"/>
                          <a:tab pos="3048000" algn="l"/>
                          <a:tab pos="3429000" algn="l"/>
                          <a:tab pos="3810000" algn="l"/>
                          <a:tab pos="4191000" algn="l"/>
                          <a:tab pos="4572000" algn="l"/>
                          <a:tab pos="4953000" algn="l"/>
                          <a:tab pos="5334000" algn="l"/>
                          <a:tab pos="5715000" algn="l"/>
                          <a:tab pos="6096000" algn="l"/>
                          <a:tab pos="6477000" algn="l"/>
                          <a:tab pos="6858000" algn="l"/>
                          <a:tab pos="7239000" algn="l"/>
                          <a:tab pos="7620000" algn="l"/>
                          <a:tab pos="8001000" algn="l"/>
                          <a:tab pos="8382000" algn="l"/>
                          <a:tab pos="8763000" algn="l"/>
                          <a:tab pos="9144000" algn="l"/>
                          <a:tab pos="9525000" algn="l"/>
                          <a:tab pos="9906000" algn="l"/>
                          <a:tab pos="10287000" algn="l"/>
                          <a:tab pos="10668000" algn="l"/>
                          <a:tab pos="11049000" algn="l"/>
                          <a:tab pos="11430000" algn="l"/>
                          <a:tab pos="11811000" algn="l"/>
                          <a:tab pos="12192000" algn="l"/>
                        </a:tabLst>
                      </a:pP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Rix모던고딕 M" panose="02020603020101020101" pitchFamily="18" charset="-127"/>
                          <a:ea typeface="Rix모던고딕 M" panose="02020603020101020101" pitchFamily="18" charset="-127"/>
                        </a:rPr>
                        <a:t>장애관리</a:t>
                      </a:r>
                    </a:p>
                  </a:txBody>
                  <a:tcPr marL="9337" marR="9337" marT="9337" marB="9337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50800" marR="0" indent="0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81000" algn="l"/>
                          <a:tab pos="762000" algn="l"/>
                          <a:tab pos="1143000" algn="l"/>
                          <a:tab pos="1524000" algn="l"/>
                          <a:tab pos="1905000" algn="l"/>
                          <a:tab pos="2286000" algn="l"/>
                          <a:tab pos="2667000" algn="l"/>
                          <a:tab pos="3048000" algn="l"/>
                          <a:tab pos="3429000" algn="l"/>
                          <a:tab pos="3810000" algn="l"/>
                          <a:tab pos="4191000" algn="l"/>
                          <a:tab pos="4572000" algn="l"/>
                          <a:tab pos="4953000" algn="l"/>
                          <a:tab pos="5334000" algn="l"/>
                          <a:tab pos="5715000" algn="l"/>
                          <a:tab pos="6096000" algn="l"/>
                          <a:tab pos="6477000" algn="l"/>
                          <a:tab pos="6858000" algn="l"/>
                          <a:tab pos="7239000" algn="l"/>
                          <a:tab pos="7620000" algn="l"/>
                          <a:tab pos="8001000" algn="l"/>
                          <a:tab pos="8382000" algn="l"/>
                          <a:tab pos="8763000" algn="l"/>
                          <a:tab pos="9144000" algn="l"/>
                          <a:tab pos="9525000" algn="l"/>
                          <a:tab pos="9906000" algn="l"/>
                          <a:tab pos="10287000" algn="l"/>
                          <a:tab pos="10668000" algn="l"/>
                          <a:tab pos="11049000" algn="l"/>
                          <a:tab pos="11430000" algn="l"/>
                          <a:tab pos="11811000" algn="l"/>
                          <a:tab pos="12192000" algn="l"/>
                        </a:tabLst>
                      </a:pPr>
                      <a:r>
                        <a:rPr lang="ko-KR" altLang="en-US" sz="1000" kern="0" spc="0" dirty="0" smtClean="0">
                          <a:solidFill>
                            <a:srgbClr val="000000"/>
                          </a:solidFill>
                          <a:effectLst/>
                          <a:latin typeface="Rix모던고딕 M" panose="02020603020101020101" pitchFamily="18" charset="-127"/>
                          <a:ea typeface="Rix모던고딕 M" panose="02020603020101020101" pitchFamily="18" charset="-127"/>
                        </a:rPr>
                        <a:t>장애조치 최대 허용시간 초과 건수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Rix모던고딕 M" panose="02020603020101020101" pitchFamily="18" charset="-127"/>
                        <a:ea typeface="Rix모던고딕 M" panose="02020603020101020101" pitchFamily="18" charset="-127"/>
                      </a:endParaRPr>
                    </a:p>
                  </a:txBody>
                  <a:tcPr marL="9337" marR="9337" marT="9337" marB="933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81000" algn="l"/>
                          <a:tab pos="762000" algn="l"/>
                          <a:tab pos="1143000" algn="l"/>
                          <a:tab pos="1524000" algn="l"/>
                          <a:tab pos="1905000" algn="l"/>
                          <a:tab pos="2286000" algn="l"/>
                          <a:tab pos="2667000" algn="l"/>
                          <a:tab pos="3048000" algn="l"/>
                          <a:tab pos="3429000" algn="l"/>
                          <a:tab pos="3810000" algn="l"/>
                          <a:tab pos="4191000" algn="l"/>
                          <a:tab pos="4572000" algn="l"/>
                          <a:tab pos="4953000" algn="l"/>
                          <a:tab pos="5334000" algn="l"/>
                          <a:tab pos="5715000" algn="l"/>
                          <a:tab pos="6096000" algn="l"/>
                          <a:tab pos="6477000" algn="l"/>
                          <a:tab pos="6858000" algn="l"/>
                          <a:tab pos="7239000" algn="l"/>
                          <a:tab pos="7620000" algn="l"/>
                          <a:tab pos="8001000" algn="l"/>
                          <a:tab pos="8382000" algn="l"/>
                          <a:tab pos="8763000" algn="l"/>
                          <a:tab pos="9144000" algn="l"/>
                          <a:tab pos="9525000" algn="l"/>
                          <a:tab pos="9906000" algn="l"/>
                          <a:tab pos="10287000" algn="l"/>
                          <a:tab pos="10668000" algn="l"/>
                          <a:tab pos="11049000" algn="l"/>
                          <a:tab pos="11430000" algn="l"/>
                          <a:tab pos="11811000" algn="l"/>
                          <a:tab pos="12192000" algn="l"/>
                        </a:tabLst>
                      </a:pP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Rix모던고딕 M" panose="02020603020101020101" pitchFamily="18" charset="-127"/>
                        <a:ea typeface="Rix모던고딕 M" panose="02020603020101020101" pitchFamily="18" charset="-127"/>
                      </a:endParaRPr>
                    </a:p>
                  </a:txBody>
                  <a:tcPr marL="9337" marR="9337" marT="9337" marB="933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81000" algn="l"/>
                          <a:tab pos="762000" algn="l"/>
                          <a:tab pos="1143000" algn="l"/>
                          <a:tab pos="1524000" algn="l"/>
                          <a:tab pos="1905000" algn="l"/>
                          <a:tab pos="2286000" algn="l"/>
                          <a:tab pos="2667000" algn="l"/>
                          <a:tab pos="3048000" algn="l"/>
                          <a:tab pos="3429000" algn="l"/>
                          <a:tab pos="3810000" algn="l"/>
                          <a:tab pos="4191000" algn="l"/>
                          <a:tab pos="4572000" algn="l"/>
                          <a:tab pos="4953000" algn="l"/>
                          <a:tab pos="5334000" algn="l"/>
                          <a:tab pos="5715000" algn="l"/>
                          <a:tab pos="6096000" algn="l"/>
                          <a:tab pos="6477000" algn="l"/>
                          <a:tab pos="6858000" algn="l"/>
                          <a:tab pos="7239000" algn="l"/>
                          <a:tab pos="7620000" algn="l"/>
                          <a:tab pos="8001000" algn="l"/>
                          <a:tab pos="8382000" algn="l"/>
                          <a:tab pos="8763000" algn="l"/>
                          <a:tab pos="9144000" algn="l"/>
                          <a:tab pos="9525000" algn="l"/>
                          <a:tab pos="9906000" algn="l"/>
                          <a:tab pos="10287000" algn="l"/>
                          <a:tab pos="10668000" algn="l"/>
                          <a:tab pos="11049000" algn="l"/>
                          <a:tab pos="11430000" algn="l"/>
                          <a:tab pos="11811000" algn="l"/>
                          <a:tab pos="12192000" algn="l"/>
                        </a:tabLst>
                      </a:pP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Rix모던고딕 M" panose="02020603020101020101" pitchFamily="18" charset="-127"/>
                        <a:ea typeface="Rix모던고딕 M" panose="02020603020101020101" pitchFamily="18" charset="-127"/>
                      </a:endParaRPr>
                    </a:p>
                  </a:txBody>
                  <a:tcPr marL="9337" marR="9337" marT="9337" marB="933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81000" algn="l"/>
                          <a:tab pos="762000" algn="l"/>
                          <a:tab pos="1143000" algn="l"/>
                          <a:tab pos="1524000" algn="l"/>
                          <a:tab pos="1905000" algn="l"/>
                          <a:tab pos="2286000" algn="l"/>
                          <a:tab pos="2667000" algn="l"/>
                          <a:tab pos="3048000" algn="l"/>
                          <a:tab pos="3429000" algn="l"/>
                          <a:tab pos="3810000" algn="l"/>
                          <a:tab pos="4191000" algn="l"/>
                          <a:tab pos="4572000" algn="l"/>
                          <a:tab pos="4953000" algn="l"/>
                          <a:tab pos="5334000" algn="l"/>
                          <a:tab pos="5715000" algn="l"/>
                          <a:tab pos="6096000" algn="l"/>
                          <a:tab pos="6477000" algn="l"/>
                          <a:tab pos="6858000" algn="l"/>
                          <a:tab pos="7239000" algn="l"/>
                          <a:tab pos="7620000" algn="l"/>
                          <a:tab pos="8001000" algn="l"/>
                          <a:tab pos="8382000" algn="l"/>
                          <a:tab pos="8763000" algn="l"/>
                          <a:tab pos="9144000" algn="l"/>
                          <a:tab pos="9525000" algn="l"/>
                          <a:tab pos="9906000" algn="l"/>
                          <a:tab pos="10287000" algn="l"/>
                          <a:tab pos="10668000" algn="l"/>
                          <a:tab pos="11049000" algn="l"/>
                          <a:tab pos="11430000" algn="l"/>
                          <a:tab pos="11811000" algn="l"/>
                          <a:tab pos="12192000" algn="l"/>
                        </a:tabLst>
                      </a:pP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Rix모던고딕 M" panose="02020603020101020101" pitchFamily="18" charset="-127"/>
                        <a:ea typeface="Rix모던고딕 M" panose="02020603020101020101" pitchFamily="18" charset="-127"/>
                      </a:endParaRPr>
                    </a:p>
                  </a:txBody>
                  <a:tcPr marL="9337" marR="9337" marT="9337" marB="933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015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50800" marR="0" indent="0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81000" algn="l"/>
                          <a:tab pos="762000" algn="l"/>
                          <a:tab pos="1143000" algn="l"/>
                          <a:tab pos="1524000" algn="l"/>
                          <a:tab pos="1905000" algn="l"/>
                          <a:tab pos="2286000" algn="l"/>
                          <a:tab pos="2667000" algn="l"/>
                          <a:tab pos="3048000" algn="l"/>
                          <a:tab pos="3429000" algn="l"/>
                          <a:tab pos="3810000" algn="l"/>
                          <a:tab pos="4191000" algn="l"/>
                          <a:tab pos="4572000" algn="l"/>
                          <a:tab pos="4953000" algn="l"/>
                          <a:tab pos="5334000" algn="l"/>
                          <a:tab pos="5715000" algn="l"/>
                          <a:tab pos="6096000" algn="l"/>
                          <a:tab pos="6477000" algn="l"/>
                          <a:tab pos="6858000" algn="l"/>
                          <a:tab pos="7239000" algn="l"/>
                          <a:tab pos="7620000" algn="l"/>
                          <a:tab pos="8001000" algn="l"/>
                          <a:tab pos="8382000" algn="l"/>
                          <a:tab pos="8763000" algn="l"/>
                          <a:tab pos="9144000" algn="l"/>
                          <a:tab pos="9525000" algn="l"/>
                          <a:tab pos="9906000" algn="l"/>
                          <a:tab pos="10287000" algn="l"/>
                          <a:tab pos="10668000" algn="l"/>
                          <a:tab pos="11049000" algn="l"/>
                          <a:tab pos="11430000" algn="l"/>
                          <a:tab pos="11811000" algn="l"/>
                          <a:tab pos="12192000" algn="l"/>
                        </a:tabLst>
                      </a:pP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Rix모던고딕 M" panose="02020603020101020101" pitchFamily="18" charset="-127"/>
                          <a:ea typeface="Rix모던고딕 M" panose="02020603020101020101" pitchFamily="18" charset="-127"/>
                        </a:rPr>
                        <a:t>서버 당 장애시간</a:t>
                      </a:r>
                    </a:p>
                  </a:txBody>
                  <a:tcPr marL="9337" marR="9337" marT="9337" marB="933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81000" algn="l"/>
                          <a:tab pos="762000" algn="l"/>
                          <a:tab pos="1143000" algn="l"/>
                          <a:tab pos="1524000" algn="l"/>
                          <a:tab pos="1905000" algn="l"/>
                          <a:tab pos="2286000" algn="l"/>
                          <a:tab pos="2667000" algn="l"/>
                          <a:tab pos="3048000" algn="l"/>
                          <a:tab pos="3429000" algn="l"/>
                          <a:tab pos="3810000" algn="l"/>
                          <a:tab pos="4191000" algn="l"/>
                          <a:tab pos="4572000" algn="l"/>
                          <a:tab pos="4953000" algn="l"/>
                          <a:tab pos="5334000" algn="l"/>
                          <a:tab pos="5715000" algn="l"/>
                          <a:tab pos="6096000" algn="l"/>
                          <a:tab pos="6477000" algn="l"/>
                          <a:tab pos="6858000" algn="l"/>
                          <a:tab pos="7239000" algn="l"/>
                          <a:tab pos="7620000" algn="l"/>
                          <a:tab pos="8001000" algn="l"/>
                          <a:tab pos="8382000" algn="l"/>
                          <a:tab pos="8763000" algn="l"/>
                          <a:tab pos="9144000" algn="l"/>
                          <a:tab pos="9525000" algn="l"/>
                          <a:tab pos="9906000" algn="l"/>
                          <a:tab pos="10287000" algn="l"/>
                          <a:tab pos="10668000" algn="l"/>
                          <a:tab pos="11049000" algn="l"/>
                          <a:tab pos="11430000" algn="l"/>
                          <a:tab pos="11811000" algn="l"/>
                          <a:tab pos="12192000" algn="l"/>
                        </a:tabLst>
                      </a:pP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Rix모던고딕 M" panose="02020603020101020101" pitchFamily="18" charset="-127"/>
                        <a:ea typeface="Rix모던고딕 M" panose="02020603020101020101" pitchFamily="18" charset="-127"/>
                      </a:endParaRPr>
                    </a:p>
                  </a:txBody>
                  <a:tcPr marL="9337" marR="9337" marT="9337" marB="933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81000" algn="l"/>
                          <a:tab pos="762000" algn="l"/>
                          <a:tab pos="1143000" algn="l"/>
                          <a:tab pos="1524000" algn="l"/>
                          <a:tab pos="1905000" algn="l"/>
                          <a:tab pos="2286000" algn="l"/>
                          <a:tab pos="2667000" algn="l"/>
                          <a:tab pos="3048000" algn="l"/>
                          <a:tab pos="3429000" algn="l"/>
                          <a:tab pos="3810000" algn="l"/>
                          <a:tab pos="4191000" algn="l"/>
                          <a:tab pos="4572000" algn="l"/>
                          <a:tab pos="4953000" algn="l"/>
                          <a:tab pos="5334000" algn="l"/>
                          <a:tab pos="5715000" algn="l"/>
                          <a:tab pos="6096000" algn="l"/>
                          <a:tab pos="6477000" algn="l"/>
                          <a:tab pos="6858000" algn="l"/>
                          <a:tab pos="7239000" algn="l"/>
                          <a:tab pos="7620000" algn="l"/>
                          <a:tab pos="8001000" algn="l"/>
                          <a:tab pos="8382000" algn="l"/>
                          <a:tab pos="8763000" algn="l"/>
                          <a:tab pos="9144000" algn="l"/>
                          <a:tab pos="9525000" algn="l"/>
                          <a:tab pos="9906000" algn="l"/>
                          <a:tab pos="10287000" algn="l"/>
                          <a:tab pos="10668000" algn="l"/>
                          <a:tab pos="11049000" algn="l"/>
                          <a:tab pos="11430000" algn="l"/>
                          <a:tab pos="11811000" algn="l"/>
                          <a:tab pos="12192000" algn="l"/>
                        </a:tabLst>
                      </a:pP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Rix모던고딕 M" panose="02020603020101020101" pitchFamily="18" charset="-127"/>
                        <a:ea typeface="Rix모던고딕 M" panose="02020603020101020101" pitchFamily="18" charset="-127"/>
                      </a:endParaRPr>
                    </a:p>
                  </a:txBody>
                  <a:tcPr marL="9337" marR="9337" marT="9337" marB="933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81000" algn="l"/>
                          <a:tab pos="762000" algn="l"/>
                          <a:tab pos="1143000" algn="l"/>
                          <a:tab pos="1524000" algn="l"/>
                          <a:tab pos="1905000" algn="l"/>
                          <a:tab pos="2286000" algn="l"/>
                          <a:tab pos="2667000" algn="l"/>
                          <a:tab pos="3048000" algn="l"/>
                          <a:tab pos="3429000" algn="l"/>
                          <a:tab pos="3810000" algn="l"/>
                          <a:tab pos="4191000" algn="l"/>
                          <a:tab pos="4572000" algn="l"/>
                          <a:tab pos="4953000" algn="l"/>
                          <a:tab pos="5334000" algn="l"/>
                          <a:tab pos="5715000" algn="l"/>
                          <a:tab pos="6096000" algn="l"/>
                          <a:tab pos="6477000" algn="l"/>
                          <a:tab pos="6858000" algn="l"/>
                          <a:tab pos="7239000" algn="l"/>
                          <a:tab pos="7620000" algn="l"/>
                          <a:tab pos="8001000" algn="l"/>
                          <a:tab pos="8382000" algn="l"/>
                          <a:tab pos="8763000" algn="l"/>
                          <a:tab pos="9144000" algn="l"/>
                          <a:tab pos="9525000" algn="l"/>
                          <a:tab pos="9906000" algn="l"/>
                          <a:tab pos="10287000" algn="l"/>
                          <a:tab pos="10668000" algn="l"/>
                          <a:tab pos="11049000" algn="l"/>
                          <a:tab pos="11430000" algn="l"/>
                          <a:tab pos="11811000" algn="l"/>
                          <a:tab pos="12192000" algn="l"/>
                        </a:tabLst>
                      </a:pP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Rix모던고딕 M" panose="02020603020101020101" pitchFamily="18" charset="-127"/>
                        <a:ea typeface="Rix모던고딕 M" panose="02020603020101020101" pitchFamily="18" charset="-127"/>
                      </a:endParaRPr>
                    </a:p>
                  </a:txBody>
                  <a:tcPr marL="9337" marR="9337" marT="9337" marB="933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630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81000" algn="l"/>
                          <a:tab pos="762000" algn="l"/>
                          <a:tab pos="1143000" algn="l"/>
                          <a:tab pos="1524000" algn="l"/>
                          <a:tab pos="1905000" algn="l"/>
                          <a:tab pos="2286000" algn="l"/>
                          <a:tab pos="2667000" algn="l"/>
                          <a:tab pos="3048000" algn="l"/>
                          <a:tab pos="3429000" algn="l"/>
                          <a:tab pos="3810000" algn="l"/>
                          <a:tab pos="4191000" algn="l"/>
                          <a:tab pos="4572000" algn="l"/>
                          <a:tab pos="4953000" algn="l"/>
                          <a:tab pos="5334000" algn="l"/>
                          <a:tab pos="5715000" algn="l"/>
                          <a:tab pos="6096000" algn="l"/>
                          <a:tab pos="6477000" algn="l"/>
                          <a:tab pos="6858000" algn="l"/>
                          <a:tab pos="7239000" algn="l"/>
                          <a:tab pos="7620000" algn="l"/>
                          <a:tab pos="8001000" algn="l"/>
                          <a:tab pos="8382000" algn="l"/>
                          <a:tab pos="8763000" algn="l"/>
                          <a:tab pos="9144000" algn="l"/>
                          <a:tab pos="9525000" algn="l"/>
                          <a:tab pos="9906000" algn="l"/>
                          <a:tab pos="10287000" algn="l"/>
                          <a:tab pos="10668000" algn="l"/>
                          <a:tab pos="11049000" algn="l"/>
                          <a:tab pos="11430000" algn="l"/>
                          <a:tab pos="11811000" algn="l"/>
                          <a:tab pos="12192000" algn="l"/>
                        </a:tabLst>
                      </a:pP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Rix모던고딕 M" panose="02020603020101020101" pitchFamily="18" charset="-127"/>
                          <a:ea typeface="Rix모던고딕 M" panose="02020603020101020101" pitchFamily="18" charset="-127"/>
                        </a:rPr>
                        <a:t>변경관리</a:t>
                      </a:r>
                    </a:p>
                  </a:txBody>
                  <a:tcPr marL="9337" marR="9337" marT="9337" marB="9337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50800" marR="0" indent="0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81000" algn="l"/>
                          <a:tab pos="762000" algn="l"/>
                          <a:tab pos="1143000" algn="l"/>
                          <a:tab pos="1524000" algn="l"/>
                          <a:tab pos="1905000" algn="l"/>
                          <a:tab pos="2286000" algn="l"/>
                          <a:tab pos="2667000" algn="l"/>
                          <a:tab pos="3048000" algn="l"/>
                          <a:tab pos="3429000" algn="l"/>
                          <a:tab pos="3810000" algn="l"/>
                          <a:tab pos="4191000" algn="l"/>
                          <a:tab pos="4572000" algn="l"/>
                          <a:tab pos="4953000" algn="l"/>
                          <a:tab pos="5334000" algn="l"/>
                          <a:tab pos="5715000" algn="l"/>
                          <a:tab pos="6096000" algn="l"/>
                          <a:tab pos="6477000" algn="l"/>
                          <a:tab pos="6858000" algn="l"/>
                          <a:tab pos="7239000" algn="l"/>
                          <a:tab pos="7620000" algn="l"/>
                          <a:tab pos="8001000" algn="l"/>
                          <a:tab pos="8382000" algn="l"/>
                          <a:tab pos="8763000" algn="l"/>
                          <a:tab pos="9144000" algn="l"/>
                          <a:tab pos="9525000" algn="l"/>
                          <a:tab pos="9906000" algn="l"/>
                          <a:tab pos="10287000" algn="l"/>
                          <a:tab pos="10668000" algn="l"/>
                          <a:tab pos="11049000" algn="l"/>
                          <a:tab pos="11430000" algn="l"/>
                          <a:tab pos="11811000" algn="l"/>
                          <a:tab pos="12192000" algn="l"/>
                        </a:tabLst>
                      </a:pP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Rix모던고딕 M" panose="02020603020101020101" pitchFamily="18" charset="-127"/>
                          <a:ea typeface="Rix모던고딕 M" panose="02020603020101020101" pitchFamily="18" charset="-127"/>
                        </a:rPr>
                        <a:t>변경요청 목표시간 </a:t>
                      </a:r>
                      <a:r>
                        <a:rPr lang="ko-KR" altLang="en-US" sz="1000" kern="0" spc="0" dirty="0" smtClean="0">
                          <a:solidFill>
                            <a:srgbClr val="000000"/>
                          </a:solidFill>
                          <a:effectLst/>
                          <a:latin typeface="Rix모던고딕 M" panose="02020603020101020101" pitchFamily="18" charset="-127"/>
                          <a:ea typeface="Rix모던고딕 M" panose="02020603020101020101" pitchFamily="18" charset="-127"/>
                        </a:rPr>
                        <a:t>준수율</a:t>
                      </a:r>
                      <a:r>
                        <a:rPr lang="en-US" altLang="ko-KR" sz="1000" kern="0" spc="0" dirty="0" smtClean="0">
                          <a:solidFill>
                            <a:srgbClr val="000000"/>
                          </a:solidFill>
                          <a:effectLst/>
                          <a:latin typeface="Rix모던고딕 M" panose="02020603020101020101" pitchFamily="18" charset="-127"/>
                          <a:ea typeface="Rix모던고딕 M" panose="02020603020101020101" pitchFamily="18" charset="-127"/>
                        </a:rPr>
                        <a:t>(</a:t>
                      </a: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Rix모던고딕 M" panose="02020603020101020101" pitchFamily="18" charset="-127"/>
                          <a:ea typeface="Rix모던고딕 M" panose="02020603020101020101" pitchFamily="18" charset="-127"/>
                        </a:rPr>
                        <a:t>초과건수</a:t>
                      </a:r>
                      <a:r>
                        <a:rPr lang="en-US" altLang="ko-KR" sz="1000" kern="0" spc="0" dirty="0">
                          <a:solidFill>
                            <a:srgbClr val="000000"/>
                          </a:solidFill>
                          <a:effectLst/>
                          <a:latin typeface="Rix모던고딕 M" panose="02020603020101020101" pitchFamily="18" charset="-127"/>
                          <a:ea typeface="Rix모던고딕 M" panose="02020603020101020101" pitchFamily="18" charset="-127"/>
                        </a:rPr>
                        <a:t>)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Rix모던고딕 M" panose="02020603020101020101" pitchFamily="18" charset="-127"/>
                        <a:ea typeface="Rix모던고딕 M" panose="02020603020101020101" pitchFamily="18" charset="-127"/>
                      </a:endParaRPr>
                    </a:p>
                  </a:txBody>
                  <a:tcPr marL="9337" marR="9337" marT="9337" marB="933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81000" algn="l"/>
                          <a:tab pos="762000" algn="l"/>
                          <a:tab pos="1143000" algn="l"/>
                          <a:tab pos="1524000" algn="l"/>
                          <a:tab pos="1905000" algn="l"/>
                          <a:tab pos="2286000" algn="l"/>
                          <a:tab pos="2667000" algn="l"/>
                          <a:tab pos="3048000" algn="l"/>
                          <a:tab pos="3429000" algn="l"/>
                          <a:tab pos="3810000" algn="l"/>
                          <a:tab pos="4191000" algn="l"/>
                          <a:tab pos="4572000" algn="l"/>
                          <a:tab pos="4953000" algn="l"/>
                          <a:tab pos="5334000" algn="l"/>
                          <a:tab pos="5715000" algn="l"/>
                          <a:tab pos="6096000" algn="l"/>
                          <a:tab pos="6477000" algn="l"/>
                          <a:tab pos="6858000" algn="l"/>
                          <a:tab pos="7239000" algn="l"/>
                          <a:tab pos="7620000" algn="l"/>
                          <a:tab pos="8001000" algn="l"/>
                          <a:tab pos="8382000" algn="l"/>
                          <a:tab pos="8763000" algn="l"/>
                          <a:tab pos="9144000" algn="l"/>
                          <a:tab pos="9525000" algn="l"/>
                          <a:tab pos="9906000" algn="l"/>
                          <a:tab pos="10287000" algn="l"/>
                          <a:tab pos="10668000" algn="l"/>
                          <a:tab pos="11049000" algn="l"/>
                          <a:tab pos="11430000" algn="l"/>
                          <a:tab pos="11811000" algn="l"/>
                          <a:tab pos="12192000" algn="l"/>
                        </a:tabLst>
                      </a:pP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Rix모던고딕 M" panose="02020603020101020101" pitchFamily="18" charset="-127"/>
                        <a:ea typeface="Rix모던고딕 M" panose="02020603020101020101" pitchFamily="18" charset="-127"/>
                      </a:endParaRPr>
                    </a:p>
                  </a:txBody>
                  <a:tcPr marL="9337" marR="9337" marT="9337" marB="933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81000" algn="l"/>
                          <a:tab pos="762000" algn="l"/>
                          <a:tab pos="1143000" algn="l"/>
                          <a:tab pos="1524000" algn="l"/>
                          <a:tab pos="1905000" algn="l"/>
                          <a:tab pos="2286000" algn="l"/>
                          <a:tab pos="2667000" algn="l"/>
                          <a:tab pos="3048000" algn="l"/>
                          <a:tab pos="3429000" algn="l"/>
                          <a:tab pos="3810000" algn="l"/>
                          <a:tab pos="4191000" algn="l"/>
                          <a:tab pos="4572000" algn="l"/>
                          <a:tab pos="4953000" algn="l"/>
                          <a:tab pos="5334000" algn="l"/>
                          <a:tab pos="5715000" algn="l"/>
                          <a:tab pos="6096000" algn="l"/>
                          <a:tab pos="6477000" algn="l"/>
                          <a:tab pos="6858000" algn="l"/>
                          <a:tab pos="7239000" algn="l"/>
                          <a:tab pos="7620000" algn="l"/>
                          <a:tab pos="8001000" algn="l"/>
                          <a:tab pos="8382000" algn="l"/>
                          <a:tab pos="8763000" algn="l"/>
                          <a:tab pos="9144000" algn="l"/>
                          <a:tab pos="9525000" algn="l"/>
                          <a:tab pos="9906000" algn="l"/>
                          <a:tab pos="10287000" algn="l"/>
                          <a:tab pos="10668000" algn="l"/>
                          <a:tab pos="11049000" algn="l"/>
                          <a:tab pos="11430000" algn="l"/>
                          <a:tab pos="11811000" algn="l"/>
                          <a:tab pos="12192000" algn="l"/>
                        </a:tabLst>
                      </a:pP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Rix모던고딕 M" panose="02020603020101020101" pitchFamily="18" charset="-127"/>
                        <a:ea typeface="Rix모던고딕 M" panose="02020603020101020101" pitchFamily="18" charset="-127"/>
                      </a:endParaRPr>
                    </a:p>
                  </a:txBody>
                  <a:tcPr marL="9337" marR="9337" marT="9337" marB="933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81000" algn="l"/>
                          <a:tab pos="762000" algn="l"/>
                          <a:tab pos="1143000" algn="l"/>
                          <a:tab pos="1524000" algn="l"/>
                          <a:tab pos="1905000" algn="l"/>
                          <a:tab pos="2286000" algn="l"/>
                          <a:tab pos="2667000" algn="l"/>
                          <a:tab pos="3048000" algn="l"/>
                          <a:tab pos="3429000" algn="l"/>
                          <a:tab pos="3810000" algn="l"/>
                          <a:tab pos="4191000" algn="l"/>
                          <a:tab pos="4572000" algn="l"/>
                          <a:tab pos="4953000" algn="l"/>
                          <a:tab pos="5334000" algn="l"/>
                          <a:tab pos="5715000" algn="l"/>
                          <a:tab pos="6096000" algn="l"/>
                          <a:tab pos="6477000" algn="l"/>
                          <a:tab pos="6858000" algn="l"/>
                          <a:tab pos="7239000" algn="l"/>
                          <a:tab pos="7620000" algn="l"/>
                          <a:tab pos="8001000" algn="l"/>
                          <a:tab pos="8382000" algn="l"/>
                          <a:tab pos="8763000" algn="l"/>
                          <a:tab pos="9144000" algn="l"/>
                          <a:tab pos="9525000" algn="l"/>
                          <a:tab pos="9906000" algn="l"/>
                          <a:tab pos="10287000" algn="l"/>
                          <a:tab pos="10668000" algn="l"/>
                          <a:tab pos="11049000" algn="l"/>
                          <a:tab pos="11430000" algn="l"/>
                          <a:tab pos="11811000" algn="l"/>
                          <a:tab pos="12192000" algn="l"/>
                        </a:tabLst>
                      </a:pP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Rix모던고딕 M" panose="02020603020101020101" pitchFamily="18" charset="-127"/>
                        <a:ea typeface="Rix모던고딕 M" panose="02020603020101020101" pitchFamily="18" charset="-127"/>
                      </a:endParaRPr>
                    </a:p>
                  </a:txBody>
                  <a:tcPr marL="9337" marR="9337" marT="9337" marB="933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0150"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81000" algn="l"/>
                          <a:tab pos="762000" algn="l"/>
                          <a:tab pos="1143000" algn="l"/>
                          <a:tab pos="1524000" algn="l"/>
                          <a:tab pos="1905000" algn="l"/>
                          <a:tab pos="2286000" algn="l"/>
                          <a:tab pos="2667000" algn="l"/>
                          <a:tab pos="3048000" algn="l"/>
                          <a:tab pos="3429000" algn="l"/>
                          <a:tab pos="3810000" algn="l"/>
                          <a:tab pos="4191000" algn="l"/>
                          <a:tab pos="4572000" algn="l"/>
                          <a:tab pos="4953000" algn="l"/>
                          <a:tab pos="5334000" algn="l"/>
                          <a:tab pos="5715000" algn="l"/>
                          <a:tab pos="6096000" algn="l"/>
                          <a:tab pos="6477000" algn="l"/>
                          <a:tab pos="6858000" algn="l"/>
                          <a:tab pos="7239000" algn="l"/>
                          <a:tab pos="7620000" algn="l"/>
                          <a:tab pos="8001000" algn="l"/>
                          <a:tab pos="8382000" algn="l"/>
                          <a:tab pos="8763000" algn="l"/>
                          <a:tab pos="9144000" algn="l"/>
                          <a:tab pos="9525000" algn="l"/>
                          <a:tab pos="9906000" algn="l"/>
                          <a:tab pos="10287000" algn="l"/>
                          <a:tab pos="10668000" algn="l"/>
                          <a:tab pos="11049000" algn="l"/>
                          <a:tab pos="11430000" algn="l"/>
                          <a:tab pos="11811000" algn="l"/>
                          <a:tab pos="12192000" algn="l"/>
                        </a:tabLst>
                      </a:pP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Rix모던고딕 M" panose="02020603020101020101" pitchFamily="18" charset="-127"/>
                          <a:ea typeface="Rix모던고딕 M" panose="02020603020101020101" pitchFamily="18" charset="-127"/>
                        </a:rPr>
                        <a:t>백업관리</a:t>
                      </a:r>
                    </a:p>
                  </a:txBody>
                  <a:tcPr marL="9337" marR="9337" marT="9337" marB="9337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50800" marR="0" indent="0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81000" algn="l"/>
                          <a:tab pos="762000" algn="l"/>
                          <a:tab pos="1143000" algn="l"/>
                          <a:tab pos="1524000" algn="l"/>
                          <a:tab pos="1905000" algn="l"/>
                          <a:tab pos="2286000" algn="l"/>
                          <a:tab pos="2667000" algn="l"/>
                          <a:tab pos="3048000" algn="l"/>
                          <a:tab pos="3429000" algn="l"/>
                          <a:tab pos="3810000" algn="l"/>
                          <a:tab pos="4191000" algn="l"/>
                          <a:tab pos="4572000" algn="l"/>
                          <a:tab pos="4953000" algn="l"/>
                          <a:tab pos="5334000" algn="l"/>
                          <a:tab pos="5715000" algn="l"/>
                          <a:tab pos="6096000" algn="l"/>
                          <a:tab pos="6477000" algn="l"/>
                          <a:tab pos="6858000" algn="l"/>
                          <a:tab pos="7239000" algn="l"/>
                          <a:tab pos="7620000" algn="l"/>
                          <a:tab pos="8001000" algn="l"/>
                          <a:tab pos="8382000" algn="l"/>
                          <a:tab pos="8763000" algn="l"/>
                          <a:tab pos="9144000" algn="l"/>
                          <a:tab pos="9525000" algn="l"/>
                          <a:tab pos="9906000" algn="l"/>
                          <a:tab pos="10287000" algn="l"/>
                          <a:tab pos="10668000" algn="l"/>
                          <a:tab pos="11049000" algn="l"/>
                          <a:tab pos="11430000" algn="l"/>
                          <a:tab pos="11811000" algn="l"/>
                          <a:tab pos="12192000" algn="l"/>
                        </a:tabLst>
                      </a:pPr>
                      <a:r>
                        <a:rPr lang="ko-KR" altLang="en-US" sz="1000" kern="0" spc="0" dirty="0" smtClean="0">
                          <a:solidFill>
                            <a:srgbClr val="000000"/>
                          </a:solidFill>
                          <a:effectLst/>
                          <a:latin typeface="Rix모던고딕 M" panose="02020603020101020101" pitchFamily="18" charset="-127"/>
                          <a:ea typeface="Rix모던고딕 M" panose="02020603020101020101" pitchFamily="18" charset="-127"/>
                        </a:rPr>
                        <a:t>백업 </a:t>
                      </a: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Rix모던고딕 M" panose="02020603020101020101" pitchFamily="18" charset="-127"/>
                          <a:ea typeface="Rix모던고딕 M" panose="02020603020101020101" pitchFamily="18" charset="-127"/>
                        </a:rPr>
                        <a:t>성공률</a:t>
                      </a:r>
                    </a:p>
                  </a:txBody>
                  <a:tcPr marL="9337" marR="9337" marT="9337" marB="933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81000" algn="l"/>
                          <a:tab pos="762000" algn="l"/>
                          <a:tab pos="1143000" algn="l"/>
                          <a:tab pos="1524000" algn="l"/>
                          <a:tab pos="1905000" algn="l"/>
                          <a:tab pos="2286000" algn="l"/>
                          <a:tab pos="2667000" algn="l"/>
                          <a:tab pos="3048000" algn="l"/>
                          <a:tab pos="3429000" algn="l"/>
                          <a:tab pos="3810000" algn="l"/>
                          <a:tab pos="4191000" algn="l"/>
                          <a:tab pos="4572000" algn="l"/>
                          <a:tab pos="4953000" algn="l"/>
                          <a:tab pos="5334000" algn="l"/>
                          <a:tab pos="5715000" algn="l"/>
                          <a:tab pos="6096000" algn="l"/>
                          <a:tab pos="6477000" algn="l"/>
                          <a:tab pos="6858000" algn="l"/>
                          <a:tab pos="7239000" algn="l"/>
                          <a:tab pos="7620000" algn="l"/>
                          <a:tab pos="8001000" algn="l"/>
                          <a:tab pos="8382000" algn="l"/>
                          <a:tab pos="8763000" algn="l"/>
                          <a:tab pos="9144000" algn="l"/>
                          <a:tab pos="9525000" algn="l"/>
                          <a:tab pos="9906000" algn="l"/>
                          <a:tab pos="10287000" algn="l"/>
                          <a:tab pos="10668000" algn="l"/>
                          <a:tab pos="11049000" algn="l"/>
                          <a:tab pos="11430000" algn="l"/>
                          <a:tab pos="11811000" algn="l"/>
                          <a:tab pos="12192000" algn="l"/>
                        </a:tabLst>
                      </a:pP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Rix모던고딕 M" panose="02020603020101020101" pitchFamily="18" charset="-127"/>
                        <a:ea typeface="Rix모던고딕 M" panose="02020603020101020101" pitchFamily="18" charset="-127"/>
                      </a:endParaRPr>
                    </a:p>
                  </a:txBody>
                  <a:tcPr marL="9337" marR="9337" marT="9337" marB="933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81000" algn="l"/>
                          <a:tab pos="762000" algn="l"/>
                          <a:tab pos="1143000" algn="l"/>
                          <a:tab pos="1524000" algn="l"/>
                          <a:tab pos="1905000" algn="l"/>
                          <a:tab pos="2286000" algn="l"/>
                          <a:tab pos="2667000" algn="l"/>
                          <a:tab pos="3048000" algn="l"/>
                          <a:tab pos="3429000" algn="l"/>
                          <a:tab pos="3810000" algn="l"/>
                          <a:tab pos="4191000" algn="l"/>
                          <a:tab pos="4572000" algn="l"/>
                          <a:tab pos="4953000" algn="l"/>
                          <a:tab pos="5334000" algn="l"/>
                          <a:tab pos="5715000" algn="l"/>
                          <a:tab pos="6096000" algn="l"/>
                          <a:tab pos="6477000" algn="l"/>
                          <a:tab pos="6858000" algn="l"/>
                          <a:tab pos="7239000" algn="l"/>
                          <a:tab pos="7620000" algn="l"/>
                          <a:tab pos="8001000" algn="l"/>
                          <a:tab pos="8382000" algn="l"/>
                          <a:tab pos="8763000" algn="l"/>
                          <a:tab pos="9144000" algn="l"/>
                          <a:tab pos="9525000" algn="l"/>
                          <a:tab pos="9906000" algn="l"/>
                          <a:tab pos="10287000" algn="l"/>
                          <a:tab pos="10668000" algn="l"/>
                          <a:tab pos="11049000" algn="l"/>
                          <a:tab pos="11430000" algn="l"/>
                          <a:tab pos="11811000" algn="l"/>
                          <a:tab pos="12192000" algn="l"/>
                        </a:tabLst>
                      </a:pP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Rix모던고딕 M" panose="02020603020101020101" pitchFamily="18" charset="-127"/>
                        <a:ea typeface="Rix모던고딕 M" panose="02020603020101020101" pitchFamily="18" charset="-127"/>
                      </a:endParaRPr>
                    </a:p>
                  </a:txBody>
                  <a:tcPr marL="9337" marR="9337" marT="9337" marB="933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81000" algn="l"/>
                          <a:tab pos="762000" algn="l"/>
                          <a:tab pos="1143000" algn="l"/>
                          <a:tab pos="1524000" algn="l"/>
                          <a:tab pos="1905000" algn="l"/>
                          <a:tab pos="2286000" algn="l"/>
                          <a:tab pos="2667000" algn="l"/>
                          <a:tab pos="3048000" algn="l"/>
                          <a:tab pos="3429000" algn="l"/>
                          <a:tab pos="3810000" algn="l"/>
                          <a:tab pos="4191000" algn="l"/>
                          <a:tab pos="4572000" algn="l"/>
                          <a:tab pos="4953000" algn="l"/>
                          <a:tab pos="5334000" algn="l"/>
                          <a:tab pos="5715000" algn="l"/>
                          <a:tab pos="6096000" algn="l"/>
                          <a:tab pos="6477000" algn="l"/>
                          <a:tab pos="6858000" algn="l"/>
                          <a:tab pos="7239000" algn="l"/>
                          <a:tab pos="7620000" algn="l"/>
                          <a:tab pos="8001000" algn="l"/>
                          <a:tab pos="8382000" algn="l"/>
                          <a:tab pos="8763000" algn="l"/>
                          <a:tab pos="9144000" algn="l"/>
                          <a:tab pos="9525000" algn="l"/>
                          <a:tab pos="9906000" algn="l"/>
                          <a:tab pos="10287000" algn="l"/>
                          <a:tab pos="10668000" algn="l"/>
                          <a:tab pos="11049000" algn="l"/>
                          <a:tab pos="11430000" algn="l"/>
                          <a:tab pos="11811000" algn="l"/>
                          <a:tab pos="12192000" algn="l"/>
                        </a:tabLst>
                      </a:pP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Rix모던고딕 M" panose="02020603020101020101" pitchFamily="18" charset="-127"/>
                        <a:ea typeface="Rix모던고딕 M" panose="02020603020101020101" pitchFamily="18" charset="-127"/>
                      </a:endParaRPr>
                    </a:p>
                  </a:txBody>
                  <a:tcPr marL="9337" marR="9337" marT="9337" marB="933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015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50800" marR="0" indent="0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81000" algn="l"/>
                          <a:tab pos="762000" algn="l"/>
                          <a:tab pos="1143000" algn="l"/>
                          <a:tab pos="1524000" algn="l"/>
                          <a:tab pos="1905000" algn="l"/>
                          <a:tab pos="2286000" algn="l"/>
                          <a:tab pos="2667000" algn="l"/>
                          <a:tab pos="3048000" algn="l"/>
                          <a:tab pos="3429000" algn="l"/>
                          <a:tab pos="3810000" algn="l"/>
                          <a:tab pos="4191000" algn="l"/>
                          <a:tab pos="4572000" algn="l"/>
                          <a:tab pos="4953000" algn="l"/>
                          <a:tab pos="5334000" algn="l"/>
                          <a:tab pos="5715000" algn="l"/>
                          <a:tab pos="6096000" algn="l"/>
                          <a:tab pos="6477000" algn="l"/>
                          <a:tab pos="6858000" algn="l"/>
                          <a:tab pos="7239000" algn="l"/>
                          <a:tab pos="7620000" algn="l"/>
                          <a:tab pos="8001000" algn="l"/>
                          <a:tab pos="8382000" algn="l"/>
                          <a:tab pos="8763000" algn="l"/>
                          <a:tab pos="9144000" algn="l"/>
                          <a:tab pos="9525000" algn="l"/>
                          <a:tab pos="9906000" algn="l"/>
                          <a:tab pos="10287000" algn="l"/>
                          <a:tab pos="10668000" algn="l"/>
                          <a:tab pos="11049000" algn="l"/>
                          <a:tab pos="11430000" algn="l"/>
                          <a:tab pos="11811000" algn="l"/>
                          <a:tab pos="12192000" algn="l"/>
                        </a:tabLst>
                      </a:pP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Rix모던고딕 M" panose="02020603020101020101" pitchFamily="18" charset="-127"/>
                          <a:ea typeface="Rix모던고딕 M" panose="02020603020101020101" pitchFamily="18" charset="-127"/>
                        </a:rPr>
                        <a:t>기관자체 백업 성공률</a:t>
                      </a:r>
                    </a:p>
                  </a:txBody>
                  <a:tcPr marL="9337" marR="9337" marT="9337" marB="933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81000" algn="l"/>
                          <a:tab pos="762000" algn="l"/>
                          <a:tab pos="1143000" algn="l"/>
                          <a:tab pos="1524000" algn="l"/>
                          <a:tab pos="1905000" algn="l"/>
                          <a:tab pos="2286000" algn="l"/>
                          <a:tab pos="2667000" algn="l"/>
                          <a:tab pos="3048000" algn="l"/>
                          <a:tab pos="3429000" algn="l"/>
                          <a:tab pos="3810000" algn="l"/>
                          <a:tab pos="4191000" algn="l"/>
                          <a:tab pos="4572000" algn="l"/>
                          <a:tab pos="4953000" algn="l"/>
                          <a:tab pos="5334000" algn="l"/>
                          <a:tab pos="5715000" algn="l"/>
                          <a:tab pos="6096000" algn="l"/>
                          <a:tab pos="6477000" algn="l"/>
                          <a:tab pos="6858000" algn="l"/>
                          <a:tab pos="7239000" algn="l"/>
                          <a:tab pos="7620000" algn="l"/>
                          <a:tab pos="8001000" algn="l"/>
                          <a:tab pos="8382000" algn="l"/>
                          <a:tab pos="8763000" algn="l"/>
                          <a:tab pos="9144000" algn="l"/>
                          <a:tab pos="9525000" algn="l"/>
                          <a:tab pos="9906000" algn="l"/>
                          <a:tab pos="10287000" algn="l"/>
                          <a:tab pos="10668000" algn="l"/>
                          <a:tab pos="11049000" algn="l"/>
                          <a:tab pos="11430000" algn="l"/>
                          <a:tab pos="11811000" algn="l"/>
                          <a:tab pos="12192000" algn="l"/>
                        </a:tabLst>
                      </a:pP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Rix모던고딕 M" panose="02020603020101020101" pitchFamily="18" charset="-127"/>
                        <a:ea typeface="Rix모던고딕 M" panose="02020603020101020101" pitchFamily="18" charset="-127"/>
                      </a:endParaRPr>
                    </a:p>
                  </a:txBody>
                  <a:tcPr marL="9337" marR="9337" marT="9337" marB="933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81000" algn="l"/>
                          <a:tab pos="762000" algn="l"/>
                          <a:tab pos="1143000" algn="l"/>
                          <a:tab pos="1524000" algn="l"/>
                          <a:tab pos="1905000" algn="l"/>
                          <a:tab pos="2286000" algn="l"/>
                          <a:tab pos="2667000" algn="l"/>
                          <a:tab pos="3048000" algn="l"/>
                          <a:tab pos="3429000" algn="l"/>
                          <a:tab pos="3810000" algn="l"/>
                          <a:tab pos="4191000" algn="l"/>
                          <a:tab pos="4572000" algn="l"/>
                          <a:tab pos="4953000" algn="l"/>
                          <a:tab pos="5334000" algn="l"/>
                          <a:tab pos="5715000" algn="l"/>
                          <a:tab pos="6096000" algn="l"/>
                          <a:tab pos="6477000" algn="l"/>
                          <a:tab pos="6858000" algn="l"/>
                          <a:tab pos="7239000" algn="l"/>
                          <a:tab pos="7620000" algn="l"/>
                          <a:tab pos="8001000" algn="l"/>
                          <a:tab pos="8382000" algn="l"/>
                          <a:tab pos="8763000" algn="l"/>
                          <a:tab pos="9144000" algn="l"/>
                          <a:tab pos="9525000" algn="l"/>
                          <a:tab pos="9906000" algn="l"/>
                          <a:tab pos="10287000" algn="l"/>
                          <a:tab pos="10668000" algn="l"/>
                          <a:tab pos="11049000" algn="l"/>
                          <a:tab pos="11430000" algn="l"/>
                          <a:tab pos="11811000" algn="l"/>
                          <a:tab pos="12192000" algn="l"/>
                        </a:tabLst>
                      </a:pP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Rix모던고딕 M" panose="02020603020101020101" pitchFamily="18" charset="-127"/>
                        <a:ea typeface="Rix모던고딕 M" panose="02020603020101020101" pitchFamily="18" charset="-127"/>
                      </a:endParaRPr>
                    </a:p>
                  </a:txBody>
                  <a:tcPr marL="9337" marR="9337" marT="9337" marB="933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81000" algn="l"/>
                          <a:tab pos="762000" algn="l"/>
                          <a:tab pos="1143000" algn="l"/>
                          <a:tab pos="1524000" algn="l"/>
                          <a:tab pos="1905000" algn="l"/>
                          <a:tab pos="2286000" algn="l"/>
                          <a:tab pos="2667000" algn="l"/>
                          <a:tab pos="3048000" algn="l"/>
                          <a:tab pos="3429000" algn="l"/>
                          <a:tab pos="3810000" algn="l"/>
                          <a:tab pos="4191000" algn="l"/>
                          <a:tab pos="4572000" algn="l"/>
                          <a:tab pos="4953000" algn="l"/>
                          <a:tab pos="5334000" algn="l"/>
                          <a:tab pos="5715000" algn="l"/>
                          <a:tab pos="6096000" algn="l"/>
                          <a:tab pos="6477000" algn="l"/>
                          <a:tab pos="6858000" algn="l"/>
                          <a:tab pos="7239000" algn="l"/>
                          <a:tab pos="7620000" algn="l"/>
                          <a:tab pos="8001000" algn="l"/>
                          <a:tab pos="8382000" algn="l"/>
                          <a:tab pos="8763000" algn="l"/>
                          <a:tab pos="9144000" algn="l"/>
                          <a:tab pos="9525000" algn="l"/>
                          <a:tab pos="9906000" algn="l"/>
                          <a:tab pos="10287000" algn="l"/>
                          <a:tab pos="10668000" algn="l"/>
                          <a:tab pos="11049000" algn="l"/>
                          <a:tab pos="11430000" algn="l"/>
                          <a:tab pos="11811000" algn="l"/>
                          <a:tab pos="12192000" algn="l"/>
                        </a:tabLst>
                      </a:pP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Rix모던고딕 M" panose="02020603020101020101" pitchFamily="18" charset="-127"/>
                        <a:ea typeface="Rix모던고딕 M" panose="02020603020101020101" pitchFamily="18" charset="-127"/>
                      </a:endParaRPr>
                    </a:p>
                  </a:txBody>
                  <a:tcPr marL="9337" marR="9337" marT="9337" marB="933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0015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81000" algn="l"/>
                          <a:tab pos="762000" algn="l"/>
                          <a:tab pos="1143000" algn="l"/>
                          <a:tab pos="1524000" algn="l"/>
                          <a:tab pos="1905000" algn="l"/>
                          <a:tab pos="2286000" algn="l"/>
                          <a:tab pos="2667000" algn="l"/>
                          <a:tab pos="3048000" algn="l"/>
                          <a:tab pos="3429000" algn="l"/>
                          <a:tab pos="3810000" algn="l"/>
                          <a:tab pos="4191000" algn="l"/>
                          <a:tab pos="4572000" algn="l"/>
                          <a:tab pos="4953000" algn="l"/>
                          <a:tab pos="5334000" algn="l"/>
                          <a:tab pos="5715000" algn="l"/>
                          <a:tab pos="6096000" algn="l"/>
                          <a:tab pos="6477000" algn="l"/>
                          <a:tab pos="6858000" algn="l"/>
                          <a:tab pos="7239000" algn="l"/>
                          <a:tab pos="7620000" algn="l"/>
                          <a:tab pos="8001000" algn="l"/>
                          <a:tab pos="8382000" algn="l"/>
                          <a:tab pos="8763000" algn="l"/>
                          <a:tab pos="9144000" algn="l"/>
                          <a:tab pos="9525000" algn="l"/>
                          <a:tab pos="9906000" algn="l"/>
                          <a:tab pos="10287000" algn="l"/>
                          <a:tab pos="10668000" algn="l"/>
                          <a:tab pos="11049000" algn="l"/>
                          <a:tab pos="11430000" algn="l"/>
                          <a:tab pos="11811000" algn="l"/>
                          <a:tab pos="12192000" algn="l"/>
                        </a:tabLst>
                      </a:pP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Rix모던고딕 M" panose="02020603020101020101" pitchFamily="18" charset="-127"/>
                          <a:ea typeface="Rix모던고딕 M" panose="02020603020101020101" pitchFamily="18" charset="-127"/>
                        </a:rPr>
                        <a:t>보안관리</a:t>
                      </a:r>
                    </a:p>
                  </a:txBody>
                  <a:tcPr marL="9337" marR="9337" marT="9337" marB="9337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50800" marR="0" indent="0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81000" algn="l"/>
                          <a:tab pos="762000" algn="l"/>
                          <a:tab pos="1143000" algn="l"/>
                          <a:tab pos="1524000" algn="l"/>
                          <a:tab pos="1905000" algn="l"/>
                          <a:tab pos="2286000" algn="l"/>
                          <a:tab pos="2667000" algn="l"/>
                          <a:tab pos="3048000" algn="l"/>
                          <a:tab pos="3429000" algn="l"/>
                          <a:tab pos="3810000" algn="l"/>
                          <a:tab pos="4191000" algn="l"/>
                          <a:tab pos="4572000" algn="l"/>
                          <a:tab pos="4953000" algn="l"/>
                          <a:tab pos="5334000" algn="l"/>
                          <a:tab pos="5715000" algn="l"/>
                          <a:tab pos="6096000" algn="l"/>
                          <a:tab pos="6477000" algn="l"/>
                          <a:tab pos="6858000" algn="l"/>
                          <a:tab pos="7239000" algn="l"/>
                          <a:tab pos="7620000" algn="l"/>
                          <a:tab pos="8001000" algn="l"/>
                          <a:tab pos="8382000" algn="l"/>
                          <a:tab pos="8763000" algn="l"/>
                          <a:tab pos="9144000" algn="l"/>
                          <a:tab pos="9525000" algn="l"/>
                          <a:tab pos="9906000" algn="l"/>
                          <a:tab pos="10287000" algn="l"/>
                          <a:tab pos="10668000" algn="l"/>
                          <a:tab pos="11049000" algn="l"/>
                          <a:tab pos="11430000" algn="l"/>
                          <a:tab pos="11811000" algn="l"/>
                          <a:tab pos="12192000" algn="l"/>
                        </a:tabLst>
                      </a:pP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Rix모던고딕 M" panose="02020603020101020101" pitchFamily="18" charset="-127"/>
                          <a:ea typeface="Rix모던고딕 M" panose="02020603020101020101" pitchFamily="18" charset="-127"/>
                        </a:rPr>
                        <a:t>보안침해사고 발생건수</a:t>
                      </a:r>
                    </a:p>
                  </a:txBody>
                  <a:tcPr marL="9337" marR="9337" marT="9337" marB="933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81000" algn="l"/>
                          <a:tab pos="762000" algn="l"/>
                          <a:tab pos="1143000" algn="l"/>
                          <a:tab pos="1524000" algn="l"/>
                          <a:tab pos="1905000" algn="l"/>
                          <a:tab pos="2286000" algn="l"/>
                          <a:tab pos="2667000" algn="l"/>
                          <a:tab pos="3048000" algn="l"/>
                          <a:tab pos="3429000" algn="l"/>
                          <a:tab pos="3810000" algn="l"/>
                          <a:tab pos="4191000" algn="l"/>
                          <a:tab pos="4572000" algn="l"/>
                          <a:tab pos="4953000" algn="l"/>
                          <a:tab pos="5334000" algn="l"/>
                          <a:tab pos="5715000" algn="l"/>
                          <a:tab pos="6096000" algn="l"/>
                          <a:tab pos="6477000" algn="l"/>
                          <a:tab pos="6858000" algn="l"/>
                          <a:tab pos="7239000" algn="l"/>
                          <a:tab pos="7620000" algn="l"/>
                          <a:tab pos="8001000" algn="l"/>
                          <a:tab pos="8382000" algn="l"/>
                          <a:tab pos="8763000" algn="l"/>
                          <a:tab pos="9144000" algn="l"/>
                          <a:tab pos="9525000" algn="l"/>
                          <a:tab pos="9906000" algn="l"/>
                          <a:tab pos="10287000" algn="l"/>
                          <a:tab pos="10668000" algn="l"/>
                          <a:tab pos="11049000" algn="l"/>
                          <a:tab pos="11430000" algn="l"/>
                          <a:tab pos="11811000" algn="l"/>
                          <a:tab pos="12192000" algn="l"/>
                        </a:tabLst>
                      </a:pP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Rix모던고딕 M" panose="02020603020101020101" pitchFamily="18" charset="-127"/>
                        <a:ea typeface="Rix모던고딕 M" panose="02020603020101020101" pitchFamily="18" charset="-127"/>
                      </a:endParaRPr>
                    </a:p>
                  </a:txBody>
                  <a:tcPr marL="9337" marR="9337" marT="9337" marB="933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81000" algn="l"/>
                          <a:tab pos="762000" algn="l"/>
                          <a:tab pos="1143000" algn="l"/>
                          <a:tab pos="1524000" algn="l"/>
                          <a:tab pos="1905000" algn="l"/>
                          <a:tab pos="2286000" algn="l"/>
                          <a:tab pos="2667000" algn="l"/>
                          <a:tab pos="3048000" algn="l"/>
                          <a:tab pos="3429000" algn="l"/>
                          <a:tab pos="3810000" algn="l"/>
                          <a:tab pos="4191000" algn="l"/>
                          <a:tab pos="4572000" algn="l"/>
                          <a:tab pos="4953000" algn="l"/>
                          <a:tab pos="5334000" algn="l"/>
                          <a:tab pos="5715000" algn="l"/>
                          <a:tab pos="6096000" algn="l"/>
                          <a:tab pos="6477000" algn="l"/>
                          <a:tab pos="6858000" algn="l"/>
                          <a:tab pos="7239000" algn="l"/>
                          <a:tab pos="7620000" algn="l"/>
                          <a:tab pos="8001000" algn="l"/>
                          <a:tab pos="8382000" algn="l"/>
                          <a:tab pos="8763000" algn="l"/>
                          <a:tab pos="9144000" algn="l"/>
                          <a:tab pos="9525000" algn="l"/>
                          <a:tab pos="9906000" algn="l"/>
                          <a:tab pos="10287000" algn="l"/>
                          <a:tab pos="10668000" algn="l"/>
                          <a:tab pos="11049000" algn="l"/>
                          <a:tab pos="11430000" algn="l"/>
                          <a:tab pos="11811000" algn="l"/>
                          <a:tab pos="12192000" algn="l"/>
                        </a:tabLst>
                      </a:pP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Rix모던고딕 M" panose="02020603020101020101" pitchFamily="18" charset="-127"/>
                        <a:ea typeface="Rix모던고딕 M" panose="02020603020101020101" pitchFamily="18" charset="-127"/>
                      </a:endParaRPr>
                    </a:p>
                  </a:txBody>
                  <a:tcPr marL="9337" marR="9337" marT="9337" marB="933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81000" algn="l"/>
                          <a:tab pos="762000" algn="l"/>
                          <a:tab pos="1143000" algn="l"/>
                          <a:tab pos="1524000" algn="l"/>
                          <a:tab pos="1905000" algn="l"/>
                          <a:tab pos="2286000" algn="l"/>
                          <a:tab pos="2667000" algn="l"/>
                          <a:tab pos="3048000" algn="l"/>
                          <a:tab pos="3429000" algn="l"/>
                          <a:tab pos="3810000" algn="l"/>
                          <a:tab pos="4191000" algn="l"/>
                          <a:tab pos="4572000" algn="l"/>
                          <a:tab pos="4953000" algn="l"/>
                          <a:tab pos="5334000" algn="l"/>
                          <a:tab pos="5715000" algn="l"/>
                          <a:tab pos="6096000" algn="l"/>
                          <a:tab pos="6477000" algn="l"/>
                          <a:tab pos="6858000" algn="l"/>
                          <a:tab pos="7239000" algn="l"/>
                          <a:tab pos="7620000" algn="l"/>
                          <a:tab pos="8001000" algn="l"/>
                          <a:tab pos="8382000" algn="l"/>
                          <a:tab pos="8763000" algn="l"/>
                          <a:tab pos="9144000" algn="l"/>
                          <a:tab pos="9525000" algn="l"/>
                          <a:tab pos="9906000" algn="l"/>
                          <a:tab pos="10287000" algn="l"/>
                          <a:tab pos="10668000" algn="l"/>
                          <a:tab pos="11049000" algn="l"/>
                          <a:tab pos="11430000" algn="l"/>
                          <a:tab pos="11811000" algn="l"/>
                          <a:tab pos="12192000" algn="l"/>
                        </a:tabLst>
                      </a:pP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Rix모던고딕 M" panose="02020603020101020101" pitchFamily="18" charset="-127"/>
                        <a:ea typeface="Rix모던고딕 M" panose="02020603020101020101" pitchFamily="18" charset="-127"/>
                      </a:endParaRPr>
                    </a:p>
                  </a:txBody>
                  <a:tcPr marL="9337" marR="9337" marT="9337" marB="933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00150">
                <a:tc rowSpan="5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81000" algn="l"/>
                          <a:tab pos="762000" algn="l"/>
                          <a:tab pos="1143000" algn="l"/>
                          <a:tab pos="1524000" algn="l"/>
                          <a:tab pos="1905000" algn="l"/>
                          <a:tab pos="2286000" algn="l"/>
                          <a:tab pos="2667000" algn="l"/>
                          <a:tab pos="3048000" algn="l"/>
                          <a:tab pos="3429000" algn="l"/>
                          <a:tab pos="3810000" algn="l"/>
                          <a:tab pos="4191000" algn="l"/>
                          <a:tab pos="4572000" algn="l"/>
                          <a:tab pos="4953000" algn="l"/>
                          <a:tab pos="5334000" algn="l"/>
                          <a:tab pos="5715000" algn="l"/>
                          <a:tab pos="6096000" algn="l"/>
                          <a:tab pos="6477000" algn="l"/>
                          <a:tab pos="6858000" algn="l"/>
                          <a:tab pos="7239000" algn="l"/>
                          <a:tab pos="7620000" algn="l"/>
                          <a:tab pos="8001000" algn="l"/>
                          <a:tab pos="8382000" algn="l"/>
                          <a:tab pos="8763000" algn="l"/>
                          <a:tab pos="9144000" algn="l"/>
                          <a:tab pos="9525000" algn="l"/>
                          <a:tab pos="9906000" algn="l"/>
                          <a:tab pos="10287000" algn="l"/>
                          <a:tab pos="10668000" algn="l"/>
                          <a:tab pos="11049000" algn="l"/>
                          <a:tab pos="11430000" algn="l"/>
                          <a:tab pos="11811000" algn="l"/>
                          <a:tab pos="12192000" algn="l"/>
                        </a:tabLst>
                      </a:pP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Rix모던고딕 M" panose="02020603020101020101" pitchFamily="18" charset="-127"/>
                          <a:ea typeface="Rix모던고딕 M" panose="02020603020101020101" pitchFamily="18" charset="-127"/>
                        </a:rPr>
                        <a:t>자체지표</a:t>
                      </a:r>
                    </a:p>
                  </a:txBody>
                  <a:tcPr marL="9337" marR="9337" marT="9337" marB="9337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50800" marR="0" indent="0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81000" algn="l"/>
                          <a:tab pos="762000" algn="l"/>
                          <a:tab pos="1143000" algn="l"/>
                          <a:tab pos="1524000" algn="l"/>
                          <a:tab pos="1905000" algn="l"/>
                          <a:tab pos="2286000" algn="l"/>
                          <a:tab pos="2667000" algn="l"/>
                          <a:tab pos="3048000" algn="l"/>
                          <a:tab pos="3429000" algn="l"/>
                          <a:tab pos="3810000" algn="l"/>
                          <a:tab pos="4191000" algn="l"/>
                          <a:tab pos="4572000" algn="l"/>
                          <a:tab pos="4953000" algn="l"/>
                          <a:tab pos="5334000" algn="l"/>
                          <a:tab pos="5715000" algn="l"/>
                          <a:tab pos="6096000" algn="l"/>
                          <a:tab pos="6477000" algn="l"/>
                          <a:tab pos="6858000" algn="l"/>
                          <a:tab pos="7239000" algn="l"/>
                          <a:tab pos="7620000" algn="l"/>
                          <a:tab pos="8001000" algn="l"/>
                          <a:tab pos="8382000" algn="l"/>
                          <a:tab pos="8763000" algn="l"/>
                          <a:tab pos="9144000" algn="l"/>
                          <a:tab pos="9525000" algn="l"/>
                          <a:tab pos="9906000" algn="l"/>
                          <a:tab pos="10287000" algn="l"/>
                          <a:tab pos="10668000" algn="l"/>
                          <a:tab pos="11049000" algn="l"/>
                          <a:tab pos="11430000" algn="l"/>
                          <a:tab pos="11811000" algn="l"/>
                          <a:tab pos="12192000" algn="l"/>
                        </a:tabLst>
                      </a:pPr>
                      <a:r>
                        <a:rPr lang="ko-KR" altLang="en-US" sz="1000" kern="0" spc="0" dirty="0" smtClean="0">
                          <a:solidFill>
                            <a:srgbClr val="000000"/>
                          </a:solidFill>
                          <a:effectLst/>
                          <a:latin typeface="Rix모던고딕 M" panose="02020603020101020101" pitchFamily="18" charset="-127"/>
                          <a:ea typeface="Rix모던고딕 M" panose="02020603020101020101" pitchFamily="18" charset="-127"/>
                        </a:rPr>
                        <a:t>총 장애 건수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Rix모던고딕 M" panose="02020603020101020101" pitchFamily="18" charset="-127"/>
                        <a:ea typeface="Rix모던고딕 M" panose="02020603020101020101" pitchFamily="18" charset="-127"/>
                      </a:endParaRPr>
                    </a:p>
                  </a:txBody>
                  <a:tcPr marL="9337" marR="9337" marT="9337" marB="933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81000" algn="l"/>
                          <a:tab pos="762000" algn="l"/>
                          <a:tab pos="1143000" algn="l"/>
                          <a:tab pos="1524000" algn="l"/>
                          <a:tab pos="1905000" algn="l"/>
                          <a:tab pos="2286000" algn="l"/>
                          <a:tab pos="2667000" algn="l"/>
                          <a:tab pos="3048000" algn="l"/>
                          <a:tab pos="3429000" algn="l"/>
                          <a:tab pos="3810000" algn="l"/>
                          <a:tab pos="4191000" algn="l"/>
                          <a:tab pos="4572000" algn="l"/>
                          <a:tab pos="4953000" algn="l"/>
                          <a:tab pos="5334000" algn="l"/>
                          <a:tab pos="5715000" algn="l"/>
                          <a:tab pos="6096000" algn="l"/>
                          <a:tab pos="6477000" algn="l"/>
                          <a:tab pos="6858000" algn="l"/>
                          <a:tab pos="7239000" algn="l"/>
                          <a:tab pos="7620000" algn="l"/>
                          <a:tab pos="8001000" algn="l"/>
                          <a:tab pos="8382000" algn="l"/>
                          <a:tab pos="8763000" algn="l"/>
                          <a:tab pos="9144000" algn="l"/>
                          <a:tab pos="9525000" algn="l"/>
                          <a:tab pos="9906000" algn="l"/>
                          <a:tab pos="10287000" algn="l"/>
                          <a:tab pos="10668000" algn="l"/>
                          <a:tab pos="11049000" algn="l"/>
                          <a:tab pos="11430000" algn="l"/>
                          <a:tab pos="11811000" algn="l"/>
                          <a:tab pos="12192000" algn="l"/>
                        </a:tabLst>
                      </a:pP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Rix모던고딕 M" panose="02020603020101020101" pitchFamily="18" charset="-127"/>
                        <a:ea typeface="Rix모던고딕 M" panose="02020603020101020101" pitchFamily="18" charset="-127"/>
                      </a:endParaRPr>
                    </a:p>
                  </a:txBody>
                  <a:tcPr marL="9337" marR="9337" marT="9337" marB="933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81000" algn="l"/>
                          <a:tab pos="762000" algn="l"/>
                          <a:tab pos="1143000" algn="l"/>
                          <a:tab pos="1524000" algn="l"/>
                          <a:tab pos="1905000" algn="l"/>
                          <a:tab pos="2286000" algn="l"/>
                          <a:tab pos="2667000" algn="l"/>
                          <a:tab pos="3048000" algn="l"/>
                          <a:tab pos="3429000" algn="l"/>
                          <a:tab pos="3810000" algn="l"/>
                          <a:tab pos="4191000" algn="l"/>
                          <a:tab pos="4572000" algn="l"/>
                          <a:tab pos="4953000" algn="l"/>
                          <a:tab pos="5334000" algn="l"/>
                          <a:tab pos="5715000" algn="l"/>
                          <a:tab pos="6096000" algn="l"/>
                          <a:tab pos="6477000" algn="l"/>
                          <a:tab pos="6858000" algn="l"/>
                          <a:tab pos="7239000" algn="l"/>
                          <a:tab pos="7620000" algn="l"/>
                          <a:tab pos="8001000" algn="l"/>
                          <a:tab pos="8382000" algn="l"/>
                          <a:tab pos="8763000" algn="l"/>
                          <a:tab pos="9144000" algn="l"/>
                          <a:tab pos="9525000" algn="l"/>
                          <a:tab pos="9906000" algn="l"/>
                          <a:tab pos="10287000" algn="l"/>
                          <a:tab pos="10668000" algn="l"/>
                          <a:tab pos="11049000" algn="l"/>
                          <a:tab pos="11430000" algn="l"/>
                          <a:tab pos="11811000" algn="l"/>
                          <a:tab pos="12192000" algn="l"/>
                        </a:tabLst>
                      </a:pP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Rix모던고딕 M" panose="02020603020101020101" pitchFamily="18" charset="-127"/>
                        <a:ea typeface="Rix모던고딕 M" panose="02020603020101020101" pitchFamily="18" charset="-127"/>
                      </a:endParaRPr>
                    </a:p>
                  </a:txBody>
                  <a:tcPr marL="9337" marR="9337" marT="9337" marB="933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81000" algn="l"/>
                          <a:tab pos="762000" algn="l"/>
                          <a:tab pos="1143000" algn="l"/>
                          <a:tab pos="1524000" algn="l"/>
                          <a:tab pos="1905000" algn="l"/>
                          <a:tab pos="2286000" algn="l"/>
                          <a:tab pos="2667000" algn="l"/>
                          <a:tab pos="3048000" algn="l"/>
                          <a:tab pos="3429000" algn="l"/>
                          <a:tab pos="3810000" algn="l"/>
                          <a:tab pos="4191000" algn="l"/>
                          <a:tab pos="4572000" algn="l"/>
                          <a:tab pos="4953000" algn="l"/>
                          <a:tab pos="5334000" algn="l"/>
                          <a:tab pos="5715000" algn="l"/>
                          <a:tab pos="6096000" algn="l"/>
                          <a:tab pos="6477000" algn="l"/>
                          <a:tab pos="6858000" algn="l"/>
                          <a:tab pos="7239000" algn="l"/>
                          <a:tab pos="7620000" algn="l"/>
                          <a:tab pos="8001000" algn="l"/>
                          <a:tab pos="8382000" algn="l"/>
                          <a:tab pos="8763000" algn="l"/>
                          <a:tab pos="9144000" algn="l"/>
                          <a:tab pos="9525000" algn="l"/>
                          <a:tab pos="9906000" algn="l"/>
                          <a:tab pos="10287000" algn="l"/>
                          <a:tab pos="10668000" algn="l"/>
                          <a:tab pos="11049000" algn="l"/>
                          <a:tab pos="11430000" algn="l"/>
                          <a:tab pos="11811000" algn="l"/>
                          <a:tab pos="12192000" algn="l"/>
                        </a:tabLst>
                      </a:pP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Rix모던고딕 M" panose="02020603020101020101" pitchFamily="18" charset="-127"/>
                        <a:ea typeface="Rix모던고딕 M" panose="02020603020101020101" pitchFamily="18" charset="-127"/>
                      </a:endParaRPr>
                    </a:p>
                  </a:txBody>
                  <a:tcPr marL="9337" marR="9337" marT="9337" marB="933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0015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50800" marR="0" indent="0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81000" algn="l"/>
                          <a:tab pos="762000" algn="l"/>
                          <a:tab pos="1143000" algn="l"/>
                          <a:tab pos="1524000" algn="l"/>
                          <a:tab pos="1905000" algn="l"/>
                          <a:tab pos="2286000" algn="l"/>
                          <a:tab pos="2667000" algn="l"/>
                          <a:tab pos="3048000" algn="l"/>
                          <a:tab pos="3429000" algn="l"/>
                          <a:tab pos="3810000" algn="l"/>
                          <a:tab pos="4191000" algn="l"/>
                          <a:tab pos="4572000" algn="l"/>
                          <a:tab pos="4953000" algn="l"/>
                          <a:tab pos="5334000" algn="l"/>
                          <a:tab pos="5715000" algn="l"/>
                          <a:tab pos="6096000" algn="l"/>
                          <a:tab pos="6477000" algn="l"/>
                          <a:tab pos="6858000" algn="l"/>
                          <a:tab pos="7239000" algn="l"/>
                          <a:tab pos="7620000" algn="l"/>
                          <a:tab pos="8001000" algn="l"/>
                          <a:tab pos="8382000" algn="l"/>
                          <a:tab pos="8763000" algn="l"/>
                          <a:tab pos="9144000" algn="l"/>
                          <a:tab pos="9525000" algn="l"/>
                          <a:tab pos="9906000" algn="l"/>
                          <a:tab pos="10287000" algn="l"/>
                          <a:tab pos="10668000" algn="l"/>
                          <a:tab pos="11049000" algn="l"/>
                          <a:tab pos="11430000" algn="l"/>
                          <a:tab pos="11811000" algn="l"/>
                          <a:tab pos="12192000" algn="l"/>
                        </a:tabLst>
                      </a:pP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Rix모던고딕 M" panose="02020603020101020101" pitchFamily="18" charset="-127"/>
                          <a:ea typeface="Rix모던고딕 M" panose="02020603020101020101" pitchFamily="18" charset="-127"/>
                        </a:rPr>
                        <a:t>중복장애건수</a:t>
                      </a:r>
                      <a:r>
                        <a:rPr lang="en-US" altLang="ko-KR" sz="1000" kern="0" spc="0" dirty="0">
                          <a:solidFill>
                            <a:srgbClr val="000000"/>
                          </a:solidFill>
                          <a:effectLst/>
                          <a:latin typeface="Rix모던고딕 M" panose="02020603020101020101" pitchFamily="18" charset="-127"/>
                          <a:ea typeface="Rix모던고딕 M" panose="02020603020101020101" pitchFamily="18" charset="-127"/>
                        </a:rPr>
                        <a:t>(</a:t>
                      </a: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Rix모던고딕 M" panose="02020603020101020101" pitchFamily="18" charset="-127"/>
                          <a:ea typeface="Rix모던고딕 M" panose="02020603020101020101" pitchFamily="18" charset="-127"/>
                        </a:rPr>
                        <a:t>동일장애건수</a:t>
                      </a:r>
                      <a:r>
                        <a:rPr lang="en-US" altLang="ko-KR" sz="1000" kern="0" spc="0" dirty="0">
                          <a:solidFill>
                            <a:srgbClr val="000000"/>
                          </a:solidFill>
                          <a:effectLst/>
                          <a:latin typeface="Rix모던고딕 M" panose="02020603020101020101" pitchFamily="18" charset="-127"/>
                          <a:ea typeface="Rix모던고딕 M" panose="02020603020101020101" pitchFamily="18" charset="-127"/>
                        </a:rPr>
                        <a:t>)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Rix모던고딕 M" panose="02020603020101020101" pitchFamily="18" charset="-127"/>
                        <a:ea typeface="Rix모던고딕 M" panose="02020603020101020101" pitchFamily="18" charset="-127"/>
                      </a:endParaRPr>
                    </a:p>
                  </a:txBody>
                  <a:tcPr marL="9337" marR="9337" marT="9337" marB="933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81000" algn="l"/>
                          <a:tab pos="762000" algn="l"/>
                          <a:tab pos="1143000" algn="l"/>
                          <a:tab pos="1524000" algn="l"/>
                          <a:tab pos="1905000" algn="l"/>
                          <a:tab pos="2286000" algn="l"/>
                          <a:tab pos="2667000" algn="l"/>
                          <a:tab pos="3048000" algn="l"/>
                          <a:tab pos="3429000" algn="l"/>
                          <a:tab pos="3810000" algn="l"/>
                          <a:tab pos="4191000" algn="l"/>
                          <a:tab pos="4572000" algn="l"/>
                          <a:tab pos="4953000" algn="l"/>
                          <a:tab pos="5334000" algn="l"/>
                          <a:tab pos="5715000" algn="l"/>
                          <a:tab pos="6096000" algn="l"/>
                          <a:tab pos="6477000" algn="l"/>
                          <a:tab pos="6858000" algn="l"/>
                          <a:tab pos="7239000" algn="l"/>
                          <a:tab pos="7620000" algn="l"/>
                          <a:tab pos="8001000" algn="l"/>
                          <a:tab pos="8382000" algn="l"/>
                          <a:tab pos="8763000" algn="l"/>
                          <a:tab pos="9144000" algn="l"/>
                          <a:tab pos="9525000" algn="l"/>
                          <a:tab pos="9906000" algn="l"/>
                          <a:tab pos="10287000" algn="l"/>
                          <a:tab pos="10668000" algn="l"/>
                          <a:tab pos="11049000" algn="l"/>
                          <a:tab pos="11430000" algn="l"/>
                          <a:tab pos="11811000" algn="l"/>
                          <a:tab pos="12192000" algn="l"/>
                        </a:tabLst>
                      </a:pP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Rix모던고딕 M" panose="02020603020101020101" pitchFamily="18" charset="-127"/>
                        <a:ea typeface="Rix모던고딕 M" panose="02020603020101020101" pitchFamily="18" charset="-127"/>
                      </a:endParaRPr>
                    </a:p>
                  </a:txBody>
                  <a:tcPr marL="9337" marR="9337" marT="9337" marB="933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81000" algn="l"/>
                          <a:tab pos="762000" algn="l"/>
                          <a:tab pos="1143000" algn="l"/>
                          <a:tab pos="1524000" algn="l"/>
                          <a:tab pos="1905000" algn="l"/>
                          <a:tab pos="2286000" algn="l"/>
                          <a:tab pos="2667000" algn="l"/>
                          <a:tab pos="3048000" algn="l"/>
                          <a:tab pos="3429000" algn="l"/>
                          <a:tab pos="3810000" algn="l"/>
                          <a:tab pos="4191000" algn="l"/>
                          <a:tab pos="4572000" algn="l"/>
                          <a:tab pos="4953000" algn="l"/>
                          <a:tab pos="5334000" algn="l"/>
                          <a:tab pos="5715000" algn="l"/>
                          <a:tab pos="6096000" algn="l"/>
                          <a:tab pos="6477000" algn="l"/>
                          <a:tab pos="6858000" algn="l"/>
                          <a:tab pos="7239000" algn="l"/>
                          <a:tab pos="7620000" algn="l"/>
                          <a:tab pos="8001000" algn="l"/>
                          <a:tab pos="8382000" algn="l"/>
                          <a:tab pos="8763000" algn="l"/>
                          <a:tab pos="9144000" algn="l"/>
                          <a:tab pos="9525000" algn="l"/>
                          <a:tab pos="9906000" algn="l"/>
                          <a:tab pos="10287000" algn="l"/>
                          <a:tab pos="10668000" algn="l"/>
                          <a:tab pos="11049000" algn="l"/>
                          <a:tab pos="11430000" algn="l"/>
                          <a:tab pos="11811000" algn="l"/>
                          <a:tab pos="12192000" algn="l"/>
                        </a:tabLst>
                      </a:pP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Rix모던고딕 M" panose="02020603020101020101" pitchFamily="18" charset="-127"/>
                        <a:ea typeface="Rix모던고딕 M" panose="02020603020101020101" pitchFamily="18" charset="-127"/>
                      </a:endParaRPr>
                    </a:p>
                  </a:txBody>
                  <a:tcPr marL="9337" marR="9337" marT="9337" marB="933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81000" algn="l"/>
                          <a:tab pos="762000" algn="l"/>
                          <a:tab pos="1143000" algn="l"/>
                          <a:tab pos="1524000" algn="l"/>
                          <a:tab pos="1905000" algn="l"/>
                          <a:tab pos="2286000" algn="l"/>
                          <a:tab pos="2667000" algn="l"/>
                          <a:tab pos="3048000" algn="l"/>
                          <a:tab pos="3429000" algn="l"/>
                          <a:tab pos="3810000" algn="l"/>
                          <a:tab pos="4191000" algn="l"/>
                          <a:tab pos="4572000" algn="l"/>
                          <a:tab pos="4953000" algn="l"/>
                          <a:tab pos="5334000" algn="l"/>
                          <a:tab pos="5715000" algn="l"/>
                          <a:tab pos="6096000" algn="l"/>
                          <a:tab pos="6477000" algn="l"/>
                          <a:tab pos="6858000" algn="l"/>
                          <a:tab pos="7239000" algn="l"/>
                          <a:tab pos="7620000" algn="l"/>
                          <a:tab pos="8001000" algn="l"/>
                          <a:tab pos="8382000" algn="l"/>
                          <a:tab pos="8763000" algn="l"/>
                          <a:tab pos="9144000" algn="l"/>
                          <a:tab pos="9525000" algn="l"/>
                          <a:tab pos="9906000" algn="l"/>
                          <a:tab pos="10287000" algn="l"/>
                          <a:tab pos="10668000" algn="l"/>
                          <a:tab pos="11049000" algn="l"/>
                          <a:tab pos="11430000" algn="l"/>
                          <a:tab pos="11811000" algn="l"/>
                          <a:tab pos="12192000" algn="l"/>
                        </a:tabLst>
                      </a:pP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Rix모던고딕 M" panose="02020603020101020101" pitchFamily="18" charset="-127"/>
                        <a:ea typeface="Rix모던고딕 M" panose="02020603020101020101" pitchFamily="18" charset="-127"/>
                      </a:endParaRPr>
                    </a:p>
                  </a:txBody>
                  <a:tcPr marL="9337" marR="9337" marT="9337" marB="933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0015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50800" marR="0" indent="0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81000" algn="l"/>
                          <a:tab pos="762000" algn="l"/>
                          <a:tab pos="1143000" algn="l"/>
                          <a:tab pos="1524000" algn="l"/>
                          <a:tab pos="1905000" algn="l"/>
                          <a:tab pos="2286000" algn="l"/>
                          <a:tab pos="2667000" algn="l"/>
                          <a:tab pos="3048000" algn="l"/>
                          <a:tab pos="3429000" algn="l"/>
                          <a:tab pos="3810000" algn="l"/>
                          <a:tab pos="4191000" algn="l"/>
                          <a:tab pos="4572000" algn="l"/>
                          <a:tab pos="4953000" algn="l"/>
                          <a:tab pos="5334000" algn="l"/>
                          <a:tab pos="5715000" algn="l"/>
                          <a:tab pos="6096000" algn="l"/>
                          <a:tab pos="6477000" algn="l"/>
                          <a:tab pos="6858000" algn="l"/>
                          <a:tab pos="7239000" algn="l"/>
                          <a:tab pos="7620000" algn="l"/>
                          <a:tab pos="8001000" algn="l"/>
                          <a:tab pos="8382000" algn="l"/>
                          <a:tab pos="8763000" algn="l"/>
                          <a:tab pos="9144000" algn="l"/>
                          <a:tab pos="9525000" algn="l"/>
                          <a:tab pos="9906000" algn="l"/>
                          <a:tab pos="10287000" algn="l"/>
                          <a:tab pos="10668000" algn="l"/>
                          <a:tab pos="11049000" algn="l"/>
                          <a:tab pos="11430000" algn="l"/>
                          <a:tab pos="11811000" algn="l"/>
                          <a:tab pos="12192000" algn="l"/>
                        </a:tabLst>
                      </a:pPr>
                      <a:r>
                        <a:rPr lang="ko-KR" altLang="en-US" sz="1000" kern="0" spc="0" dirty="0" smtClean="0">
                          <a:solidFill>
                            <a:srgbClr val="000000"/>
                          </a:solidFill>
                          <a:effectLst/>
                          <a:latin typeface="Rix모던고딕 M" panose="02020603020101020101" pitchFamily="18" charset="-127"/>
                          <a:ea typeface="Rix모던고딕 M" panose="02020603020101020101" pitchFamily="18" charset="-127"/>
                        </a:rPr>
                        <a:t>예비품 불출 후 재입고시간준수율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Rix모던고딕 M" panose="02020603020101020101" pitchFamily="18" charset="-127"/>
                        <a:ea typeface="Rix모던고딕 M" panose="02020603020101020101" pitchFamily="18" charset="-127"/>
                      </a:endParaRPr>
                    </a:p>
                  </a:txBody>
                  <a:tcPr marL="9337" marR="9337" marT="9337" marB="933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81000" algn="l"/>
                          <a:tab pos="762000" algn="l"/>
                          <a:tab pos="1143000" algn="l"/>
                          <a:tab pos="1524000" algn="l"/>
                          <a:tab pos="1905000" algn="l"/>
                          <a:tab pos="2286000" algn="l"/>
                          <a:tab pos="2667000" algn="l"/>
                          <a:tab pos="3048000" algn="l"/>
                          <a:tab pos="3429000" algn="l"/>
                          <a:tab pos="3810000" algn="l"/>
                          <a:tab pos="4191000" algn="l"/>
                          <a:tab pos="4572000" algn="l"/>
                          <a:tab pos="4953000" algn="l"/>
                          <a:tab pos="5334000" algn="l"/>
                          <a:tab pos="5715000" algn="l"/>
                          <a:tab pos="6096000" algn="l"/>
                          <a:tab pos="6477000" algn="l"/>
                          <a:tab pos="6858000" algn="l"/>
                          <a:tab pos="7239000" algn="l"/>
                          <a:tab pos="7620000" algn="l"/>
                          <a:tab pos="8001000" algn="l"/>
                          <a:tab pos="8382000" algn="l"/>
                          <a:tab pos="8763000" algn="l"/>
                          <a:tab pos="9144000" algn="l"/>
                          <a:tab pos="9525000" algn="l"/>
                          <a:tab pos="9906000" algn="l"/>
                          <a:tab pos="10287000" algn="l"/>
                          <a:tab pos="10668000" algn="l"/>
                          <a:tab pos="11049000" algn="l"/>
                          <a:tab pos="11430000" algn="l"/>
                          <a:tab pos="11811000" algn="l"/>
                          <a:tab pos="12192000" algn="l"/>
                        </a:tabLst>
                      </a:pP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Rix모던고딕 M" panose="02020603020101020101" pitchFamily="18" charset="-127"/>
                        <a:ea typeface="Rix모던고딕 M" panose="02020603020101020101" pitchFamily="18" charset="-127"/>
                      </a:endParaRPr>
                    </a:p>
                  </a:txBody>
                  <a:tcPr marL="9337" marR="9337" marT="9337" marB="933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81000" algn="l"/>
                          <a:tab pos="762000" algn="l"/>
                          <a:tab pos="1143000" algn="l"/>
                          <a:tab pos="1524000" algn="l"/>
                          <a:tab pos="1905000" algn="l"/>
                          <a:tab pos="2286000" algn="l"/>
                          <a:tab pos="2667000" algn="l"/>
                          <a:tab pos="3048000" algn="l"/>
                          <a:tab pos="3429000" algn="l"/>
                          <a:tab pos="3810000" algn="l"/>
                          <a:tab pos="4191000" algn="l"/>
                          <a:tab pos="4572000" algn="l"/>
                          <a:tab pos="4953000" algn="l"/>
                          <a:tab pos="5334000" algn="l"/>
                          <a:tab pos="5715000" algn="l"/>
                          <a:tab pos="6096000" algn="l"/>
                          <a:tab pos="6477000" algn="l"/>
                          <a:tab pos="6858000" algn="l"/>
                          <a:tab pos="7239000" algn="l"/>
                          <a:tab pos="7620000" algn="l"/>
                          <a:tab pos="8001000" algn="l"/>
                          <a:tab pos="8382000" algn="l"/>
                          <a:tab pos="8763000" algn="l"/>
                          <a:tab pos="9144000" algn="l"/>
                          <a:tab pos="9525000" algn="l"/>
                          <a:tab pos="9906000" algn="l"/>
                          <a:tab pos="10287000" algn="l"/>
                          <a:tab pos="10668000" algn="l"/>
                          <a:tab pos="11049000" algn="l"/>
                          <a:tab pos="11430000" algn="l"/>
                          <a:tab pos="11811000" algn="l"/>
                          <a:tab pos="12192000" algn="l"/>
                        </a:tabLst>
                      </a:pP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Rix모던고딕 M" panose="02020603020101020101" pitchFamily="18" charset="-127"/>
                        <a:ea typeface="Rix모던고딕 M" panose="02020603020101020101" pitchFamily="18" charset="-127"/>
                      </a:endParaRPr>
                    </a:p>
                  </a:txBody>
                  <a:tcPr marL="9337" marR="9337" marT="9337" marB="933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81000" algn="l"/>
                          <a:tab pos="762000" algn="l"/>
                          <a:tab pos="1143000" algn="l"/>
                          <a:tab pos="1524000" algn="l"/>
                          <a:tab pos="1905000" algn="l"/>
                          <a:tab pos="2286000" algn="l"/>
                          <a:tab pos="2667000" algn="l"/>
                          <a:tab pos="3048000" algn="l"/>
                          <a:tab pos="3429000" algn="l"/>
                          <a:tab pos="3810000" algn="l"/>
                          <a:tab pos="4191000" algn="l"/>
                          <a:tab pos="4572000" algn="l"/>
                          <a:tab pos="4953000" algn="l"/>
                          <a:tab pos="5334000" algn="l"/>
                          <a:tab pos="5715000" algn="l"/>
                          <a:tab pos="6096000" algn="l"/>
                          <a:tab pos="6477000" algn="l"/>
                          <a:tab pos="6858000" algn="l"/>
                          <a:tab pos="7239000" algn="l"/>
                          <a:tab pos="7620000" algn="l"/>
                          <a:tab pos="8001000" algn="l"/>
                          <a:tab pos="8382000" algn="l"/>
                          <a:tab pos="8763000" algn="l"/>
                          <a:tab pos="9144000" algn="l"/>
                          <a:tab pos="9525000" algn="l"/>
                          <a:tab pos="9906000" algn="l"/>
                          <a:tab pos="10287000" algn="l"/>
                          <a:tab pos="10668000" algn="l"/>
                          <a:tab pos="11049000" algn="l"/>
                          <a:tab pos="11430000" algn="l"/>
                          <a:tab pos="11811000" algn="l"/>
                          <a:tab pos="12192000" algn="l"/>
                        </a:tabLst>
                      </a:pP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Rix모던고딕 M" panose="02020603020101020101" pitchFamily="18" charset="-127"/>
                        <a:ea typeface="Rix모던고딕 M" panose="02020603020101020101" pitchFamily="18" charset="-127"/>
                      </a:endParaRPr>
                    </a:p>
                  </a:txBody>
                  <a:tcPr marL="9337" marR="9337" marT="9337" marB="933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0015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50800" marR="0" indent="0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81000" algn="l"/>
                          <a:tab pos="762000" algn="l"/>
                          <a:tab pos="1143000" algn="l"/>
                          <a:tab pos="1524000" algn="l"/>
                          <a:tab pos="1905000" algn="l"/>
                          <a:tab pos="2286000" algn="l"/>
                          <a:tab pos="2667000" algn="l"/>
                          <a:tab pos="3048000" algn="l"/>
                          <a:tab pos="3429000" algn="l"/>
                          <a:tab pos="3810000" algn="l"/>
                          <a:tab pos="4191000" algn="l"/>
                          <a:tab pos="4572000" algn="l"/>
                          <a:tab pos="4953000" algn="l"/>
                          <a:tab pos="5334000" algn="l"/>
                          <a:tab pos="5715000" algn="l"/>
                          <a:tab pos="6096000" algn="l"/>
                          <a:tab pos="6477000" algn="l"/>
                          <a:tab pos="6858000" algn="l"/>
                          <a:tab pos="7239000" algn="l"/>
                          <a:tab pos="7620000" algn="l"/>
                          <a:tab pos="8001000" algn="l"/>
                          <a:tab pos="8382000" algn="l"/>
                          <a:tab pos="8763000" algn="l"/>
                          <a:tab pos="9144000" algn="l"/>
                          <a:tab pos="9525000" algn="l"/>
                          <a:tab pos="9906000" algn="l"/>
                          <a:tab pos="10287000" algn="l"/>
                          <a:tab pos="10668000" algn="l"/>
                          <a:tab pos="11049000" algn="l"/>
                          <a:tab pos="11430000" algn="l"/>
                          <a:tab pos="11811000" algn="l"/>
                          <a:tab pos="12192000" algn="l"/>
                        </a:tabLst>
                      </a:pPr>
                      <a:r>
                        <a:rPr lang="ko-KR" altLang="en-US" sz="1000" kern="0" spc="0" dirty="0" smtClean="0">
                          <a:solidFill>
                            <a:srgbClr val="000000"/>
                          </a:solidFill>
                          <a:effectLst/>
                          <a:latin typeface="Rix모던고딕 M" panose="02020603020101020101" pitchFamily="18" charset="-127"/>
                          <a:ea typeface="Rix모던고딕 M" panose="02020603020101020101" pitchFamily="18" charset="-127"/>
                        </a:rPr>
                        <a:t>정기예방점검 실시율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Rix모던고딕 M" panose="02020603020101020101" pitchFamily="18" charset="-127"/>
                        <a:ea typeface="Rix모던고딕 M" panose="02020603020101020101" pitchFamily="18" charset="-127"/>
                      </a:endParaRPr>
                    </a:p>
                  </a:txBody>
                  <a:tcPr marL="9337" marR="9337" marT="9337" marB="933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81000" algn="l"/>
                          <a:tab pos="762000" algn="l"/>
                          <a:tab pos="1143000" algn="l"/>
                          <a:tab pos="1524000" algn="l"/>
                          <a:tab pos="1905000" algn="l"/>
                          <a:tab pos="2286000" algn="l"/>
                          <a:tab pos="2667000" algn="l"/>
                          <a:tab pos="3048000" algn="l"/>
                          <a:tab pos="3429000" algn="l"/>
                          <a:tab pos="3810000" algn="l"/>
                          <a:tab pos="4191000" algn="l"/>
                          <a:tab pos="4572000" algn="l"/>
                          <a:tab pos="4953000" algn="l"/>
                          <a:tab pos="5334000" algn="l"/>
                          <a:tab pos="5715000" algn="l"/>
                          <a:tab pos="6096000" algn="l"/>
                          <a:tab pos="6477000" algn="l"/>
                          <a:tab pos="6858000" algn="l"/>
                          <a:tab pos="7239000" algn="l"/>
                          <a:tab pos="7620000" algn="l"/>
                          <a:tab pos="8001000" algn="l"/>
                          <a:tab pos="8382000" algn="l"/>
                          <a:tab pos="8763000" algn="l"/>
                          <a:tab pos="9144000" algn="l"/>
                          <a:tab pos="9525000" algn="l"/>
                          <a:tab pos="9906000" algn="l"/>
                          <a:tab pos="10287000" algn="l"/>
                          <a:tab pos="10668000" algn="l"/>
                          <a:tab pos="11049000" algn="l"/>
                          <a:tab pos="11430000" algn="l"/>
                          <a:tab pos="11811000" algn="l"/>
                          <a:tab pos="12192000" algn="l"/>
                        </a:tabLst>
                      </a:pP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Rix모던고딕 M" panose="02020603020101020101" pitchFamily="18" charset="-127"/>
                        <a:ea typeface="Rix모던고딕 M" panose="02020603020101020101" pitchFamily="18" charset="-127"/>
                      </a:endParaRPr>
                    </a:p>
                  </a:txBody>
                  <a:tcPr marL="9337" marR="9337" marT="9337" marB="933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81000" algn="l"/>
                          <a:tab pos="762000" algn="l"/>
                          <a:tab pos="1143000" algn="l"/>
                          <a:tab pos="1524000" algn="l"/>
                          <a:tab pos="1905000" algn="l"/>
                          <a:tab pos="2286000" algn="l"/>
                          <a:tab pos="2667000" algn="l"/>
                          <a:tab pos="3048000" algn="l"/>
                          <a:tab pos="3429000" algn="l"/>
                          <a:tab pos="3810000" algn="l"/>
                          <a:tab pos="4191000" algn="l"/>
                          <a:tab pos="4572000" algn="l"/>
                          <a:tab pos="4953000" algn="l"/>
                          <a:tab pos="5334000" algn="l"/>
                          <a:tab pos="5715000" algn="l"/>
                          <a:tab pos="6096000" algn="l"/>
                          <a:tab pos="6477000" algn="l"/>
                          <a:tab pos="6858000" algn="l"/>
                          <a:tab pos="7239000" algn="l"/>
                          <a:tab pos="7620000" algn="l"/>
                          <a:tab pos="8001000" algn="l"/>
                          <a:tab pos="8382000" algn="l"/>
                          <a:tab pos="8763000" algn="l"/>
                          <a:tab pos="9144000" algn="l"/>
                          <a:tab pos="9525000" algn="l"/>
                          <a:tab pos="9906000" algn="l"/>
                          <a:tab pos="10287000" algn="l"/>
                          <a:tab pos="10668000" algn="l"/>
                          <a:tab pos="11049000" algn="l"/>
                          <a:tab pos="11430000" algn="l"/>
                          <a:tab pos="11811000" algn="l"/>
                          <a:tab pos="12192000" algn="l"/>
                        </a:tabLst>
                      </a:pP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Rix모던고딕 M" panose="02020603020101020101" pitchFamily="18" charset="-127"/>
                        <a:ea typeface="Rix모던고딕 M" panose="02020603020101020101" pitchFamily="18" charset="-127"/>
                      </a:endParaRPr>
                    </a:p>
                  </a:txBody>
                  <a:tcPr marL="9337" marR="9337" marT="9337" marB="933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81000" algn="l"/>
                          <a:tab pos="762000" algn="l"/>
                          <a:tab pos="1143000" algn="l"/>
                          <a:tab pos="1524000" algn="l"/>
                          <a:tab pos="1905000" algn="l"/>
                          <a:tab pos="2286000" algn="l"/>
                          <a:tab pos="2667000" algn="l"/>
                          <a:tab pos="3048000" algn="l"/>
                          <a:tab pos="3429000" algn="l"/>
                          <a:tab pos="3810000" algn="l"/>
                          <a:tab pos="4191000" algn="l"/>
                          <a:tab pos="4572000" algn="l"/>
                          <a:tab pos="4953000" algn="l"/>
                          <a:tab pos="5334000" algn="l"/>
                          <a:tab pos="5715000" algn="l"/>
                          <a:tab pos="6096000" algn="l"/>
                          <a:tab pos="6477000" algn="l"/>
                          <a:tab pos="6858000" algn="l"/>
                          <a:tab pos="7239000" algn="l"/>
                          <a:tab pos="7620000" algn="l"/>
                          <a:tab pos="8001000" algn="l"/>
                          <a:tab pos="8382000" algn="l"/>
                          <a:tab pos="8763000" algn="l"/>
                          <a:tab pos="9144000" algn="l"/>
                          <a:tab pos="9525000" algn="l"/>
                          <a:tab pos="9906000" algn="l"/>
                          <a:tab pos="10287000" algn="l"/>
                          <a:tab pos="10668000" algn="l"/>
                          <a:tab pos="11049000" algn="l"/>
                          <a:tab pos="11430000" algn="l"/>
                          <a:tab pos="11811000" algn="l"/>
                          <a:tab pos="12192000" algn="l"/>
                        </a:tabLst>
                      </a:pP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Rix모던고딕 M" panose="02020603020101020101" pitchFamily="18" charset="-127"/>
                        <a:ea typeface="Rix모던고딕 M" panose="02020603020101020101" pitchFamily="18" charset="-127"/>
                      </a:endParaRPr>
                    </a:p>
                  </a:txBody>
                  <a:tcPr marL="9337" marR="9337" marT="9337" marB="933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0015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50800" marR="0" indent="0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81000" algn="l"/>
                          <a:tab pos="762000" algn="l"/>
                          <a:tab pos="1143000" algn="l"/>
                          <a:tab pos="1524000" algn="l"/>
                          <a:tab pos="1905000" algn="l"/>
                          <a:tab pos="2286000" algn="l"/>
                          <a:tab pos="2667000" algn="l"/>
                          <a:tab pos="3048000" algn="l"/>
                          <a:tab pos="3429000" algn="l"/>
                          <a:tab pos="3810000" algn="l"/>
                          <a:tab pos="4191000" algn="l"/>
                          <a:tab pos="4572000" algn="l"/>
                          <a:tab pos="4953000" algn="l"/>
                          <a:tab pos="5334000" algn="l"/>
                          <a:tab pos="5715000" algn="l"/>
                          <a:tab pos="6096000" algn="l"/>
                          <a:tab pos="6477000" algn="l"/>
                          <a:tab pos="6858000" algn="l"/>
                          <a:tab pos="7239000" algn="l"/>
                          <a:tab pos="7620000" algn="l"/>
                          <a:tab pos="8001000" algn="l"/>
                          <a:tab pos="8382000" algn="l"/>
                          <a:tab pos="8763000" algn="l"/>
                          <a:tab pos="9144000" algn="l"/>
                          <a:tab pos="9525000" algn="l"/>
                          <a:tab pos="9906000" algn="l"/>
                          <a:tab pos="10287000" algn="l"/>
                          <a:tab pos="10668000" algn="l"/>
                          <a:tab pos="11049000" algn="l"/>
                          <a:tab pos="11430000" algn="l"/>
                          <a:tab pos="11811000" algn="l"/>
                          <a:tab pos="12192000" algn="l"/>
                        </a:tabLst>
                      </a:pPr>
                      <a:r>
                        <a:rPr lang="ko-KR" altLang="en-US" sz="1000" kern="0" spc="0" dirty="0" smtClean="0">
                          <a:solidFill>
                            <a:srgbClr val="000000"/>
                          </a:solidFill>
                          <a:effectLst/>
                          <a:latin typeface="Rix모던고딕 M" panose="02020603020101020101" pitchFamily="18" charset="-127"/>
                          <a:ea typeface="Rix모던고딕 M" panose="02020603020101020101" pitchFamily="18" charset="-127"/>
                        </a:rPr>
                        <a:t>소프트웨어 무 장애율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Rix모던고딕 M" panose="02020603020101020101" pitchFamily="18" charset="-127"/>
                        <a:ea typeface="Rix모던고딕 M" panose="02020603020101020101" pitchFamily="18" charset="-127"/>
                      </a:endParaRPr>
                    </a:p>
                  </a:txBody>
                  <a:tcPr marL="9337" marR="9337" marT="9337" marB="933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81000" algn="l"/>
                          <a:tab pos="762000" algn="l"/>
                          <a:tab pos="1143000" algn="l"/>
                          <a:tab pos="1524000" algn="l"/>
                          <a:tab pos="1905000" algn="l"/>
                          <a:tab pos="2286000" algn="l"/>
                          <a:tab pos="2667000" algn="l"/>
                          <a:tab pos="3048000" algn="l"/>
                          <a:tab pos="3429000" algn="l"/>
                          <a:tab pos="3810000" algn="l"/>
                          <a:tab pos="4191000" algn="l"/>
                          <a:tab pos="4572000" algn="l"/>
                          <a:tab pos="4953000" algn="l"/>
                          <a:tab pos="5334000" algn="l"/>
                          <a:tab pos="5715000" algn="l"/>
                          <a:tab pos="6096000" algn="l"/>
                          <a:tab pos="6477000" algn="l"/>
                          <a:tab pos="6858000" algn="l"/>
                          <a:tab pos="7239000" algn="l"/>
                          <a:tab pos="7620000" algn="l"/>
                          <a:tab pos="8001000" algn="l"/>
                          <a:tab pos="8382000" algn="l"/>
                          <a:tab pos="8763000" algn="l"/>
                          <a:tab pos="9144000" algn="l"/>
                          <a:tab pos="9525000" algn="l"/>
                          <a:tab pos="9906000" algn="l"/>
                          <a:tab pos="10287000" algn="l"/>
                          <a:tab pos="10668000" algn="l"/>
                          <a:tab pos="11049000" algn="l"/>
                          <a:tab pos="11430000" algn="l"/>
                          <a:tab pos="11811000" algn="l"/>
                          <a:tab pos="12192000" algn="l"/>
                        </a:tabLst>
                      </a:pP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Rix모던고딕 M" panose="02020603020101020101" pitchFamily="18" charset="-127"/>
                        <a:ea typeface="Rix모던고딕 M" panose="02020603020101020101" pitchFamily="18" charset="-127"/>
                      </a:endParaRPr>
                    </a:p>
                  </a:txBody>
                  <a:tcPr marL="9337" marR="9337" marT="9337" marB="933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81000" algn="l"/>
                          <a:tab pos="762000" algn="l"/>
                          <a:tab pos="1143000" algn="l"/>
                          <a:tab pos="1524000" algn="l"/>
                          <a:tab pos="1905000" algn="l"/>
                          <a:tab pos="2286000" algn="l"/>
                          <a:tab pos="2667000" algn="l"/>
                          <a:tab pos="3048000" algn="l"/>
                          <a:tab pos="3429000" algn="l"/>
                          <a:tab pos="3810000" algn="l"/>
                          <a:tab pos="4191000" algn="l"/>
                          <a:tab pos="4572000" algn="l"/>
                          <a:tab pos="4953000" algn="l"/>
                          <a:tab pos="5334000" algn="l"/>
                          <a:tab pos="5715000" algn="l"/>
                          <a:tab pos="6096000" algn="l"/>
                          <a:tab pos="6477000" algn="l"/>
                          <a:tab pos="6858000" algn="l"/>
                          <a:tab pos="7239000" algn="l"/>
                          <a:tab pos="7620000" algn="l"/>
                          <a:tab pos="8001000" algn="l"/>
                          <a:tab pos="8382000" algn="l"/>
                          <a:tab pos="8763000" algn="l"/>
                          <a:tab pos="9144000" algn="l"/>
                          <a:tab pos="9525000" algn="l"/>
                          <a:tab pos="9906000" algn="l"/>
                          <a:tab pos="10287000" algn="l"/>
                          <a:tab pos="10668000" algn="l"/>
                          <a:tab pos="11049000" algn="l"/>
                          <a:tab pos="11430000" algn="l"/>
                          <a:tab pos="11811000" algn="l"/>
                          <a:tab pos="12192000" algn="l"/>
                        </a:tabLst>
                      </a:pP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Rix모던고딕 M" panose="02020603020101020101" pitchFamily="18" charset="-127"/>
                        <a:ea typeface="Rix모던고딕 M" panose="02020603020101020101" pitchFamily="18" charset="-127"/>
                      </a:endParaRPr>
                    </a:p>
                  </a:txBody>
                  <a:tcPr marL="9337" marR="9337" marT="9337" marB="933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81000" algn="l"/>
                          <a:tab pos="762000" algn="l"/>
                          <a:tab pos="1143000" algn="l"/>
                          <a:tab pos="1524000" algn="l"/>
                          <a:tab pos="1905000" algn="l"/>
                          <a:tab pos="2286000" algn="l"/>
                          <a:tab pos="2667000" algn="l"/>
                          <a:tab pos="3048000" algn="l"/>
                          <a:tab pos="3429000" algn="l"/>
                          <a:tab pos="3810000" algn="l"/>
                          <a:tab pos="4191000" algn="l"/>
                          <a:tab pos="4572000" algn="l"/>
                          <a:tab pos="4953000" algn="l"/>
                          <a:tab pos="5334000" algn="l"/>
                          <a:tab pos="5715000" algn="l"/>
                          <a:tab pos="6096000" algn="l"/>
                          <a:tab pos="6477000" algn="l"/>
                          <a:tab pos="6858000" algn="l"/>
                          <a:tab pos="7239000" algn="l"/>
                          <a:tab pos="7620000" algn="l"/>
                          <a:tab pos="8001000" algn="l"/>
                          <a:tab pos="8382000" algn="l"/>
                          <a:tab pos="8763000" algn="l"/>
                          <a:tab pos="9144000" algn="l"/>
                          <a:tab pos="9525000" algn="l"/>
                          <a:tab pos="9906000" algn="l"/>
                          <a:tab pos="10287000" algn="l"/>
                          <a:tab pos="10668000" algn="l"/>
                          <a:tab pos="11049000" algn="l"/>
                          <a:tab pos="11430000" algn="l"/>
                          <a:tab pos="11811000" algn="l"/>
                          <a:tab pos="12192000" algn="l"/>
                        </a:tabLst>
                      </a:pP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Rix모던고딕 M" panose="02020603020101020101" pitchFamily="18" charset="-127"/>
                        <a:ea typeface="Rix모던고딕 M" panose="02020603020101020101" pitchFamily="18" charset="-127"/>
                      </a:endParaRPr>
                    </a:p>
                  </a:txBody>
                  <a:tcPr marL="9337" marR="9337" marT="9337" marB="933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sp>
        <p:nvSpPr>
          <p:cNvPr id="19" name="직사각형 18"/>
          <p:cNvSpPr/>
          <p:nvPr/>
        </p:nvSpPr>
        <p:spPr>
          <a:xfrm>
            <a:off x="5379370" y="2219981"/>
            <a:ext cx="4926680" cy="32499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51" dirty="0">
                <a:ln>
                  <a:solidFill>
                    <a:prstClr val="white">
                      <a:alpha val="10000"/>
                    </a:prstClr>
                  </a:solidFill>
                </a:ln>
                <a:solidFill>
                  <a:schemeClr val="bg1"/>
                </a:solidFill>
                <a:latin typeface="Rix고딕 B" pitchFamily="18" charset="-127"/>
                <a:ea typeface="Rix고딕 B" pitchFamily="18" charset="-127"/>
              </a:rPr>
              <a:t>장애등급 </a:t>
            </a:r>
          </a:p>
        </p:txBody>
      </p:sp>
      <p:sp>
        <p:nvSpPr>
          <p:cNvPr id="21" name="직사각형 20"/>
          <p:cNvSpPr/>
          <p:nvPr/>
        </p:nvSpPr>
        <p:spPr>
          <a:xfrm>
            <a:off x="374641" y="1875907"/>
            <a:ext cx="4940135" cy="32499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51" dirty="0">
                <a:ln>
                  <a:solidFill>
                    <a:prstClr val="white">
                      <a:alpha val="10000"/>
                    </a:prstClr>
                  </a:solidFill>
                </a:ln>
                <a:solidFill>
                  <a:schemeClr val="bg1"/>
                </a:solidFill>
                <a:latin typeface="Rix고딕 B" pitchFamily="18" charset="-127"/>
                <a:ea typeface="Rix고딕 B" pitchFamily="18" charset="-127"/>
              </a:rPr>
              <a:t>SLA </a:t>
            </a:r>
            <a:r>
              <a:rPr lang="ko-KR" altLang="en-US" sz="1451" dirty="0">
                <a:ln>
                  <a:solidFill>
                    <a:prstClr val="white">
                      <a:alpha val="10000"/>
                    </a:prstClr>
                  </a:solidFill>
                </a:ln>
                <a:solidFill>
                  <a:schemeClr val="bg1"/>
                </a:solidFill>
                <a:latin typeface="Rix고딕 B" pitchFamily="18" charset="-127"/>
                <a:ea typeface="Rix고딕 B" pitchFamily="18" charset="-127"/>
              </a:rPr>
              <a:t>지표</a:t>
            </a:r>
          </a:p>
        </p:txBody>
      </p:sp>
      <p:sp>
        <p:nvSpPr>
          <p:cNvPr id="22" name="직사각형 21"/>
          <p:cNvSpPr/>
          <p:nvPr/>
        </p:nvSpPr>
        <p:spPr>
          <a:xfrm>
            <a:off x="374641" y="2200897"/>
            <a:ext cx="4940135" cy="4809315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33" dirty="0">
              <a:latin typeface="Rix고딕 M" pitchFamily="18" charset="-127"/>
              <a:ea typeface="Rix고딕 M" pitchFamily="18" charset="-127"/>
            </a:endParaRPr>
          </a:p>
        </p:txBody>
      </p:sp>
      <p:graphicFrame>
        <p:nvGraphicFramePr>
          <p:cNvPr id="24" name="표 2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2117044"/>
              </p:ext>
            </p:extLst>
          </p:nvPr>
        </p:nvGraphicFramePr>
        <p:xfrm>
          <a:off x="3296378" y="2562641"/>
          <a:ext cx="7010568" cy="3446673"/>
        </p:xfrm>
        <a:graphic>
          <a:graphicData uri="http://schemas.openxmlformats.org/drawingml/2006/table">
            <a:tbl>
              <a:tblPr/>
              <a:tblGrid>
                <a:gridCol w="3588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569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098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2289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1204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4118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58211"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700" b="0" kern="0" spc="0" dirty="0">
                          <a:solidFill>
                            <a:schemeClr val="bg1"/>
                          </a:solidFill>
                          <a:effectLst/>
                          <a:latin typeface="Rix고딕 B" pitchFamily="18" charset="-127"/>
                          <a:ea typeface="Rix고딕 B" pitchFamily="18" charset="-127"/>
                        </a:rPr>
                        <a:t>구분</a:t>
                      </a:r>
                    </a:p>
                  </a:txBody>
                  <a:tcPr marL="66346" marR="66346" marT="33173" marB="33173" anchor="ctr">
                    <a:lnL>
                      <a:noFill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ltUpDiag">
                      <a:fgClr>
                        <a:schemeClr val="accent1">
                          <a:lumMod val="75000"/>
                        </a:schemeClr>
                      </a:fgClr>
                      <a:bgClr>
                        <a:schemeClr val="accent5">
                          <a:lumMod val="75000"/>
                        </a:schemeClr>
                      </a:bgClr>
                    </a:patt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700" b="0" kern="0" spc="0" dirty="0">
                          <a:solidFill>
                            <a:schemeClr val="bg1"/>
                          </a:solidFill>
                          <a:effectLst/>
                          <a:latin typeface="Rix고딕 B" pitchFamily="18" charset="-127"/>
                          <a:ea typeface="Rix고딕 B" pitchFamily="18" charset="-127"/>
                        </a:rPr>
                        <a:t>1</a:t>
                      </a:r>
                      <a:r>
                        <a:rPr lang="ko-KR" altLang="en-US" sz="700" b="0" kern="0" spc="0" dirty="0">
                          <a:solidFill>
                            <a:schemeClr val="bg1"/>
                          </a:solidFill>
                          <a:effectLst/>
                          <a:latin typeface="Rix고딕 B" pitchFamily="18" charset="-127"/>
                          <a:ea typeface="Rix고딕 B" pitchFamily="18" charset="-127"/>
                        </a:rPr>
                        <a:t>등급</a:t>
                      </a:r>
                    </a:p>
                  </a:txBody>
                  <a:tcPr marL="66346" marR="66346" marT="33173" marB="33173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ltUpDiag">
                      <a:fgClr>
                        <a:schemeClr val="accent1">
                          <a:lumMod val="75000"/>
                        </a:schemeClr>
                      </a:fgClr>
                      <a:bgClr>
                        <a:schemeClr val="accent5">
                          <a:lumMod val="75000"/>
                        </a:schemeClr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700" b="0" kern="0" spc="0" dirty="0">
                          <a:solidFill>
                            <a:schemeClr val="bg1"/>
                          </a:solidFill>
                          <a:effectLst/>
                          <a:latin typeface="Rix고딕 B" pitchFamily="18" charset="-127"/>
                          <a:ea typeface="Rix고딕 B" pitchFamily="18" charset="-127"/>
                        </a:rPr>
                        <a:t>2</a:t>
                      </a:r>
                      <a:r>
                        <a:rPr lang="ko-KR" altLang="en-US" sz="700" b="0" kern="0" spc="0" dirty="0">
                          <a:solidFill>
                            <a:schemeClr val="bg1"/>
                          </a:solidFill>
                          <a:effectLst/>
                          <a:latin typeface="Rix고딕 B" pitchFamily="18" charset="-127"/>
                          <a:ea typeface="Rix고딕 B" pitchFamily="18" charset="-127"/>
                        </a:rPr>
                        <a:t>등급</a:t>
                      </a:r>
                    </a:p>
                  </a:txBody>
                  <a:tcPr marL="66346" marR="66346" marT="33173" marB="33173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ltUpDiag">
                      <a:fgClr>
                        <a:schemeClr val="accent1">
                          <a:lumMod val="75000"/>
                        </a:schemeClr>
                      </a:fgClr>
                      <a:bgClr>
                        <a:schemeClr val="accent5">
                          <a:lumMod val="75000"/>
                        </a:schemeClr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700" b="0" kern="0" spc="0" dirty="0">
                          <a:solidFill>
                            <a:schemeClr val="bg1"/>
                          </a:solidFill>
                          <a:effectLst/>
                          <a:latin typeface="Rix고딕 B" pitchFamily="18" charset="-127"/>
                          <a:ea typeface="Rix고딕 B" pitchFamily="18" charset="-127"/>
                        </a:rPr>
                        <a:t>3</a:t>
                      </a:r>
                      <a:r>
                        <a:rPr lang="ko-KR" altLang="en-US" sz="700" b="0" kern="0" spc="0" dirty="0">
                          <a:solidFill>
                            <a:schemeClr val="bg1"/>
                          </a:solidFill>
                          <a:effectLst/>
                          <a:latin typeface="Rix고딕 B" pitchFamily="18" charset="-127"/>
                          <a:ea typeface="Rix고딕 B" pitchFamily="18" charset="-127"/>
                        </a:rPr>
                        <a:t>등급</a:t>
                      </a:r>
                    </a:p>
                  </a:txBody>
                  <a:tcPr marL="66346" marR="66346" marT="33173" marB="33173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ltUpDiag">
                      <a:fgClr>
                        <a:schemeClr val="accent1">
                          <a:lumMod val="75000"/>
                        </a:schemeClr>
                      </a:fgClr>
                      <a:bgClr>
                        <a:schemeClr val="accent5">
                          <a:lumMod val="75000"/>
                        </a:schemeClr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700" b="0" kern="0" spc="0" dirty="0">
                          <a:solidFill>
                            <a:schemeClr val="bg1"/>
                          </a:solidFill>
                          <a:effectLst/>
                          <a:latin typeface="Rix고딕 B" pitchFamily="18" charset="-127"/>
                          <a:ea typeface="Rix고딕 B" pitchFamily="18" charset="-127"/>
                        </a:rPr>
                        <a:t>4</a:t>
                      </a:r>
                      <a:r>
                        <a:rPr lang="ko-KR" altLang="en-US" sz="700" b="0" kern="0" spc="0" dirty="0">
                          <a:solidFill>
                            <a:schemeClr val="bg1"/>
                          </a:solidFill>
                          <a:effectLst/>
                          <a:latin typeface="Rix고딕 B" pitchFamily="18" charset="-127"/>
                          <a:ea typeface="Rix고딕 B" pitchFamily="18" charset="-127"/>
                        </a:rPr>
                        <a:t>등급</a:t>
                      </a:r>
                      <a:r>
                        <a:rPr lang="en-US" altLang="ko-KR" sz="700" b="0" kern="0" spc="0" dirty="0">
                          <a:solidFill>
                            <a:schemeClr val="bg1"/>
                          </a:solidFill>
                          <a:effectLst/>
                          <a:latin typeface="Rix고딕 B" pitchFamily="18" charset="-127"/>
                          <a:ea typeface="Rix고딕 B" pitchFamily="18" charset="-127"/>
                        </a:rPr>
                        <a:t>(</a:t>
                      </a:r>
                      <a:r>
                        <a:rPr lang="ko-KR" altLang="en-US" sz="700" b="0" kern="0" spc="0" dirty="0">
                          <a:solidFill>
                            <a:schemeClr val="bg1"/>
                          </a:solidFill>
                          <a:effectLst/>
                          <a:latin typeface="Rix고딕 B" pitchFamily="18" charset="-127"/>
                          <a:ea typeface="Rix고딕 B" pitchFamily="18" charset="-127"/>
                        </a:rPr>
                        <a:t>의사장애</a:t>
                      </a:r>
                      <a:r>
                        <a:rPr lang="en-US" altLang="ko-KR" sz="700" b="0" kern="0" spc="0" dirty="0">
                          <a:solidFill>
                            <a:schemeClr val="bg1"/>
                          </a:solidFill>
                          <a:effectLst/>
                          <a:latin typeface="Rix고딕 B" pitchFamily="18" charset="-127"/>
                          <a:ea typeface="Rix고딕 B" pitchFamily="18" charset="-127"/>
                        </a:rPr>
                        <a:t>)</a:t>
                      </a:r>
                      <a:endParaRPr lang="ko-KR" altLang="en-US" sz="700" b="0" kern="0" spc="0" dirty="0">
                        <a:solidFill>
                          <a:schemeClr val="bg1"/>
                        </a:solidFill>
                        <a:effectLst/>
                        <a:latin typeface="Rix고딕 B" pitchFamily="18" charset="-127"/>
                        <a:ea typeface="Rix고딕 B" pitchFamily="18" charset="-127"/>
                      </a:endParaRPr>
                    </a:p>
                  </a:txBody>
                  <a:tcPr marL="66346" marR="66346" marT="33173" marB="33173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ltUpDiag">
                      <a:fgClr>
                        <a:schemeClr val="accent1">
                          <a:lumMod val="75000"/>
                        </a:schemeClr>
                      </a:fgClr>
                      <a:bgClr>
                        <a:schemeClr val="accent5">
                          <a:lumMod val="75000"/>
                        </a:schemeClr>
                      </a:bgClr>
                    </a:patt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8211"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700" b="1" kern="0" spc="0" dirty="0">
                          <a:solidFill>
                            <a:srgbClr val="000000"/>
                          </a:solidFill>
                          <a:effectLst/>
                          <a:latin typeface="Rix모던고딕 M" panose="02020603020101020101" pitchFamily="18" charset="-127"/>
                          <a:ea typeface="Rix모던고딕 M" panose="02020603020101020101" pitchFamily="18" charset="-127"/>
                        </a:rPr>
                        <a:t>업무등급</a:t>
                      </a:r>
                      <a:endParaRPr lang="ko-KR" altLang="en-US" sz="700" kern="0" spc="0" dirty="0">
                        <a:solidFill>
                          <a:srgbClr val="000000"/>
                        </a:solidFill>
                        <a:effectLst/>
                        <a:latin typeface="Rix모던고딕 M" panose="02020603020101020101" pitchFamily="18" charset="-127"/>
                        <a:ea typeface="Rix모던고딕 M" panose="02020603020101020101" pitchFamily="18" charset="-127"/>
                      </a:endParaRPr>
                    </a:p>
                  </a:txBody>
                  <a:tcPr marL="66346" marR="66346" marT="33173" marB="33173" anchor="ctr">
                    <a:lnL>
                      <a:noFill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700" kern="0" spc="-50" dirty="0">
                          <a:solidFill>
                            <a:srgbClr val="000000"/>
                          </a:solidFill>
                          <a:effectLst/>
                          <a:latin typeface="Rix모던고딕 M" panose="02020603020101020101" pitchFamily="18" charset="-127"/>
                          <a:ea typeface="Rix모던고딕 M" panose="02020603020101020101" pitchFamily="18" charset="-127"/>
                        </a:rPr>
                        <a:t>SLA 1</a:t>
                      </a:r>
                      <a:r>
                        <a:rPr lang="ko-KR" altLang="en-US" sz="700" kern="0" spc="-50" dirty="0">
                          <a:solidFill>
                            <a:srgbClr val="000000"/>
                          </a:solidFill>
                          <a:effectLst/>
                          <a:latin typeface="Rix모던고딕 M" panose="02020603020101020101" pitchFamily="18" charset="-127"/>
                          <a:ea typeface="Rix모던고딕 M" panose="02020603020101020101" pitchFamily="18" charset="-127"/>
                        </a:rPr>
                        <a:t>등급 </a:t>
                      </a:r>
                      <a:r>
                        <a:rPr lang="ko-KR" altLang="en-US" sz="700" kern="0" spc="-50" dirty="0" smtClean="0">
                          <a:solidFill>
                            <a:srgbClr val="000000"/>
                          </a:solidFill>
                          <a:effectLst/>
                          <a:latin typeface="Rix모던고딕 M" panose="02020603020101020101" pitchFamily="18" charset="-127"/>
                          <a:ea typeface="Rix모던고딕 M" panose="02020603020101020101" pitchFamily="18" charset="-127"/>
                        </a:rPr>
                        <a:t>체결업무</a:t>
                      </a:r>
                      <a:endParaRPr lang="ko-KR" altLang="en-US" sz="700" kern="0" spc="0" dirty="0">
                        <a:solidFill>
                          <a:srgbClr val="000000"/>
                        </a:solidFill>
                        <a:effectLst/>
                        <a:latin typeface="Rix모던고딕 M" panose="02020603020101020101" pitchFamily="18" charset="-127"/>
                        <a:ea typeface="Rix모던고딕 M" panose="02020603020101020101" pitchFamily="18" charset="-127"/>
                      </a:endParaRPr>
                    </a:p>
                  </a:txBody>
                  <a:tcPr marL="46995" marR="46995" marT="39163" marB="12993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700" kern="0" spc="-50" dirty="0">
                          <a:solidFill>
                            <a:srgbClr val="000000"/>
                          </a:solidFill>
                          <a:effectLst/>
                          <a:latin typeface="Rix모던고딕 M" panose="02020603020101020101" pitchFamily="18" charset="-127"/>
                          <a:ea typeface="Rix모던고딕 M" panose="02020603020101020101" pitchFamily="18" charset="-127"/>
                        </a:rPr>
                        <a:t>SLA 2</a:t>
                      </a:r>
                      <a:r>
                        <a:rPr lang="ko-KR" altLang="en-US" sz="700" kern="0" spc="-50" dirty="0">
                          <a:solidFill>
                            <a:srgbClr val="000000"/>
                          </a:solidFill>
                          <a:effectLst/>
                          <a:latin typeface="Rix모던고딕 M" panose="02020603020101020101" pitchFamily="18" charset="-127"/>
                          <a:ea typeface="Rix모던고딕 M" panose="02020603020101020101" pitchFamily="18" charset="-127"/>
                        </a:rPr>
                        <a:t>등급 </a:t>
                      </a:r>
                      <a:r>
                        <a:rPr lang="ko-KR" altLang="en-US" sz="700" kern="0" spc="-50" dirty="0" smtClean="0">
                          <a:solidFill>
                            <a:srgbClr val="000000"/>
                          </a:solidFill>
                          <a:effectLst/>
                          <a:latin typeface="Rix모던고딕 M" panose="02020603020101020101" pitchFamily="18" charset="-127"/>
                          <a:ea typeface="Rix모던고딕 M" panose="02020603020101020101" pitchFamily="18" charset="-127"/>
                        </a:rPr>
                        <a:t>체결업무</a:t>
                      </a:r>
                      <a:endParaRPr lang="ko-KR" altLang="en-US" sz="700" kern="0" spc="0" dirty="0">
                        <a:solidFill>
                          <a:srgbClr val="000000"/>
                        </a:solidFill>
                        <a:effectLst/>
                        <a:latin typeface="Rix모던고딕 M" panose="02020603020101020101" pitchFamily="18" charset="-127"/>
                        <a:ea typeface="Rix모던고딕 M" panose="02020603020101020101" pitchFamily="18" charset="-127"/>
                      </a:endParaRPr>
                    </a:p>
                  </a:txBody>
                  <a:tcPr marL="46995" marR="46995" marT="39163" marB="12993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700" kern="0" spc="-50" dirty="0">
                          <a:solidFill>
                            <a:srgbClr val="000000"/>
                          </a:solidFill>
                          <a:effectLst/>
                          <a:latin typeface="Rix모던고딕 M" panose="02020603020101020101" pitchFamily="18" charset="-127"/>
                          <a:ea typeface="Rix모던고딕 M" panose="02020603020101020101" pitchFamily="18" charset="-127"/>
                        </a:rPr>
                        <a:t>SLA 3</a:t>
                      </a:r>
                      <a:r>
                        <a:rPr lang="ko-KR" altLang="en-US" sz="700" kern="0" spc="-50" dirty="0">
                          <a:solidFill>
                            <a:srgbClr val="000000"/>
                          </a:solidFill>
                          <a:effectLst/>
                          <a:latin typeface="Rix모던고딕 M" panose="02020603020101020101" pitchFamily="18" charset="-127"/>
                          <a:ea typeface="Rix모던고딕 M" panose="02020603020101020101" pitchFamily="18" charset="-127"/>
                        </a:rPr>
                        <a:t>등급 </a:t>
                      </a:r>
                      <a:r>
                        <a:rPr lang="ko-KR" altLang="en-US" sz="700" kern="0" spc="-50" dirty="0" smtClean="0">
                          <a:solidFill>
                            <a:srgbClr val="000000"/>
                          </a:solidFill>
                          <a:effectLst/>
                          <a:latin typeface="Rix모던고딕 M" panose="02020603020101020101" pitchFamily="18" charset="-127"/>
                          <a:ea typeface="Rix모던고딕 M" panose="02020603020101020101" pitchFamily="18" charset="-127"/>
                        </a:rPr>
                        <a:t>체결업무</a:t>
                      </a:r>
                      <a:endParaRPr lang="ko-KR" altLang="en-US" sz="700" kern="0" spc="0" dirty="0">
                        <a:solidFill>
                          <a:srgbClr val="000000"/>
                        </a:solidFill>
                        <a:effectLst/>
                        <a:latin typeface="Rix모던고딕 M" panose="02020603020101020101" pitchFamily="18" charset="-127"/>
                        <a:ea typeface="Rix모던고딕 M" panose="02020603020101020101" pitchFamily="18" charset="-127"/>
                      </a:endParaRPr>
                    </a:p>
                  </a:txBody>
                  <a:tcPr marL="46995" marR="46995" marT="39163" marB="12993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kern="0" spc="-50" dirty="0">
                          <a:solidFill>
                            <a:srgbClr val="000000"/>
                          </a:solidFill>
                          <a:effectLst/>
                          <a:latin typeface="Rix모던고딕 M" panose="02020603020101020101" pitchFamily="18" charset="-127"/>
                          <a:ea typeface="Rix모던고딕 M" panose="02020603020101020101" pitchFamily="18" charset="-127"/>
                        </a:rPr>
                        <a:t>-</a:t>
                      </a:r>
                      <a:endParaRPr lang="en-US" sz="700" kern="0" spc="0" dirty="0">
                        <a:solidFill>
                          <a:srgbClr val="000000"/>
                        </a:solidFill>
                        <a:effectLst/>
                        <a:latin typeface="Rix모던고딕 M" panose="02020603020101020101" pitchFamily="18" charset="-127"/>
                        <a:ea typeface="Rix모던고딕 M" panose="02020603020101020101" pitchFamily="18" charset="-127"/>
                      </a:endParaRPr>
                    </a:p>
                  </a:txBody>
                  <a:tcPr marL="46995" marR="46995" marT="39163" marB="12993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4114"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700" b="1" kern="0" spc="0" dirty="0">
                          <a:solidFill>
                            <a:srgbClr val="000000"/>
                          </a:solidFill>
                          <a:effectLst/>
                          <a:latin typeface="Rix모던고딕 M" panose="02020603020101020101" pitchFamily="18" charset="-127"/>
                          <a:ea typeface="Rix모던고딕 M" panose="02020603020101020101" pitchFamily="18" charset="-127"/>
                        </a:rPr>
                        <a:t>장</a:t>
                      </a:r>
                      <a:endParaRPr lang="ko-KR" altLang="en-US" sz="700" kern="0" spc="0" dirty="0">
                        <a:solidFill>
                          <a:srgbClr val="000000"/>
                        </a:solidFill>
                        <a:effectLst/>
                        <a:latin typeface="Rix모던고딕 M" panose="02020603020101020101" pitchFamily="18" charset="-127"/>
                        <a:ea typeface="Rix모던고딕 M" panose="02020603020101020101" pitchFamily="18" charset="-127"/>
                      </a:endParaRPr>
                    </a:p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700" b="1" kern="0" spc="0" dirty="0">
                          <a:solidFill>
                            <a:srgbClr val="000000"/>
                          </a:solidFill>
                          <a:effectLst/>
                          <a:latin typeface="Rix모던고딕 M" panose="02020603020101020101" pitchFamily="18" charset="-127"/>
                          <a:ea typeface="Rix모던고딕 M" panose="02020603020101020101" pitchFamily="18" charset="-127"/>
                        </a:rPr>
                        <a:t>비</a:t>
                      </a:r>
                      <a:endParaRPr lang="ko-KR" altLang="en-US" sz="700" kern="0" spc="0" dirty="0">
                        <a:solidFill>
                          <a:srgbClr val="000000"/>
                        </a:solidFill>
                        <a:effectLst/>
                        <a:latin typeface="Rix모던고딕 M" panose="02020603020101020101" pitchFamily="18" charset="-127"/>
                        <a:ea typeface="Rix모던고딕 M" panose="02020603020101020101" pitchFamily="18" charset="-127"/>
                      </a:endParaRPr>
                    </a:p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700" b="1" kern="0" spc="-40" dirty="0">
                          <a:solidFill>
                            <a:srgbClr val="000000"/>
                          </a:solidFill>
                          <a:effectLst/>
                          <a:latin typeface="Rix모던고딕 M" panose="02020603020101020101" pitchFamily="18" charset="-127"/>
                          <a:ea typeface="Rix모던고딕 M" panose="02020603020101020101" pitchFamily="18" charset="-127"/>
                        </a:rPr>
                        <a:t>중</a:t>
                      </a:r>
                      <a:endParaRPr lang="ko-KR" altLang="en-US" sz="700" kern="0" spc="0" dirty="0">
                        <a:solidFill>
                          <a:srgbClr val="000000"/>
                        </a:solidFill>
                        <a:effectLst/>
                        <a:latin typeface="Rix모던고딕 M" panose="02020603020101020101" pitchFamily="18" charset="-127"/>
                        <a:ea typeface="Rix모던고딕 M" panose="02020603020101020101" pitchFamily="18" charset="-127"/>
                      </a:endParaRPr>
                    </a:p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700" b="1" kern="0" spc="-40" dirty="0">
                          <a:solidFill>
                            <a:srgbClr val="000000"/>
                          </a:solidFill>
                          <a:effectLst/>
                          <a:latin typeface="Rix모던고딕 M" panose="02020603020101020101" pitchFamily="18" charset="-127"/>
                          <a:ea typeface="Rix모던고딕 M" panose="02020603020101020101" pitchFamily="18" charset="-127"/>
                        </a:rPr>
                        <a:t>요</a:t>
                      </a:r>
                      <a:endParaRPr lang="ko-KR" altLang="en-US" sz="700" kern="0" spc="0" dirty="0">
                        <a:solidFill>
                          <a:srgbClr val="000000"/>
                        </a:solidFill>
                        <a:effectLst/>
                        <a:latin typeface="Rix모던고딕 M" panose="02020603020101020101" pitchFamily="18" charset="-127"/>
                        <a:ea typeface="Rix모던고딕 M" panose="02020603020101020101" pitchFamily="18" charset="-127"/>
                      </a:endParaRPr>
                    </a:p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700" b="1" kern="0" spc="-40" dirty="0">
                          <a:solidFill>
                            <a:srgbClr val="000000"/>
                          </a:solidFill>
                          <a:effectLst/>
                          <a:latin typeface="Rix모던고딕 M" panose="02020603020101020101" pitchFamily="18" charset="-127"/>
                          <a:ea typeface="Rix모던고딕 M" panose="02020603020101020101" pitchFamily="18" charset="-127"/>
                        </a:rPr>
                        <a:t>도</a:t>
                      </a:r>
                      <a:endParaRPr lang="ko-KR" altLang="en-US" sz="700" kern="0" spc="0" dirty="0">
                        <a:solidFill>
                          <a:srgbClr val="000000"/>
                        </a:solidFill>
                        <a:effectLst/>
                        <a:latin typeface="Rix모던고딕 M" panose="02020603020101020101" pitchFamily="18" charset="-127"/>
                        <a:ea typeface="Rix모던고딕 M" panose="02020603020101020101" pitchFamily="18" charset="-127"/>
                      </a:endParaRPr>
                    </a:p>
                  </a:txBody>
                  <a:tcPr marL="66346" marR="66346" marT="33173" marB="33173" anchor="ctr">
                    <a:lnL>
                      <a:noFill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700" kern="0" spc="0" dirty="0" smtClean="0">
                          <a:solidFill>
                            <a:srgbClr val="000000"/>
                          </a:solidFill>
                          <a:effectLst/>
                          <a:latin typeface="Rix모던고딕 M" panose="02020603020101020101" pitchFamily="18" charset="-127"/>
                          <a:ea typeface="Rix모던고딕 M" panose="02020603020101020101" pitchFamily="18" charset="-127"/>
                        </a:rPr>
                        <a:t>서버</a:t>
                      </a:r>
                      <a:r>
                        <a:rPr lang="en-US" altLang="ko-KR" sz="700" kern="0" spc="0" dirty="0" smtClean="0">
                          <a:solidFill>
                            <a:srgbClr val="000000"/>
                          </a:solidFill>
                          <a:effectLst/>
                          <a:latin typeface="Rix모던고딕 M" panose="02020603020101020101" pitchFamily="18" charset="-127"/>
                          <a:ea typeface="Rix모던고딕 M" panose="02020603020101020101" pitchFamily="18" charset="-127"/>
                        </a:rPr>
                        <a:t>/SW</a:t>
                      </a:r>
                      <a:endParaRPr lang="ko-KR" altLang="en-US" sz="700" kern="0" spc="0" dirty="0">
                        <a:solidFill>
                          <a:srgbClr val="000000"/>
                        </a:solidFill>
                        <a:effectLst/>
                        <a:latin typeface="Rix모던고딕 M" panose="02020603020101020101" pitchFamily="18" charset="-127"/>
                        <a:ea typeface="Rix모던고딕 M" panose="02020603020101020101" pitchFamily="18" charset="-127"/>
                      </a:endParaRPr>
                    </a:p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700" kern="0" spc="0" dirty="0">
                          <a:solidFill>
                            <a:srgbClr val="000000"/>
                          </a:solidFill>
                          <a:effectLst/>
                          <a:latin typeface="Rix모던고딕 M" panose="02020603020101020101" pitchFamily="18" charset="-127"/>
                          <a:ea typeface="Rix모던고딕 M" panose="02020603020101020101" pitchFamily="18" charset="-127"/>
                        </a:rPr>
                        <a:t>(</a:t>
                      </a:r>
                      <a:r>
                        <a:rPr lang="ko-KR" altLang="en-US" sz="700" kern="0" spc="0" dirty="0">
                          <a:solidFill>
                            <a:srgbClr val="000000"/>
                          </a:solidFill>
                          <a:effectLst/>
                          <a:latin typeface="Rix모던고딕 M" panose="02020603020101020101" pitchFamily="18" charset="-127"/>
                          <a:ea typeface="Rix모던고딕 M" panose="02020603020101020101" pitchFamily="18" charset="-127"/>
                        </a:rPr>
                        <a:t>스토리지</a:t>
                      </a:r>
                      <a:r>
                        <a:rPr lang="en-US" altLang="ko-KR" sz="700" kern="0" spc="0" dirty="0">
                          <a:solidFill>
                            <a:srgbClr val="000000"/>
                          </a:solidFill>
                          <a:effectLst/>
                          <a:latin typeface="Rix모던고딕 M" panose="02020603020101020101" pitchFamily="18" charset="-127"/>
                          <a:ea typeface="Rix모던고딕 M" panose="02020603020101020101" pitchFamily="18" charset="-127"/>
                        </a:rPr>
                        <a:t>)</a:t>
                      </a:r>
                      <a:endParaRPr lang="ko-KR" altLang="en-US" sz="700" kern="0" spc="0" dirty="0">
                        <a:solidFill>
                          <a:srgbClr val="000000"/>
                        </a:solidFill>
                        <a:effectLst/>
                        <a:latin typeface="Rix모던고딕 M" panose="02020603020101020101" pitchFamily="18" charset="-127"/>
                        <a:ea typeface="Rix모던고딕 M" panose="02020603020101020101" pitchFamily="18" charset="-127"/>
                      </a:endParaRPr>
                    </a:p>
                  </a:txBody>
                  <a:tcPr marL="66346" marR="66346" marT="33173" marB="33173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700" kern="0" spc="-150" dirty="0">
                          <a:solidFill>
                            <a:srgbClr val="000000"/>
                          </a:solidFill>
                          <a:effectLst/>
                          <a:latin typeface="Rix모던고딕 M" panose="02020603020101020101" pitchFamily="18" charset="-127"/>
                          <a:ea typeface="Rix모던고딕 M" panose="02020603020101020101" pitchFamily="18" charset="-127"/>
                        </a:rPr>
                        <a:t>1</a:t>
                      </a:r>
                      <a:r>
                        <a:rPr lang="ko-KR" altLang="en-US" sz="700" kern="0" spc="-150" dirty="0">
                          <a:solidFill>
                            <a:srgbClr val="000000"/>
                          </a:solidFill>
                          <a:effectLst/>
                          <a:latin typeface="Rix모던고딕 M" panose="02020603020101020101" pitchFamily="18" charset="-127"/>
                          <a:ea typeface="Rix모던고딕 M" panose="02020603020101020101" pitchFamily="18" charset="-127"/>
                        </a:rPr>
                        <a:t>등급 </a:t>
                      </a:r>
                      <a:r>
                        <a:rPr lang="ko-KR" altLang="en-US" sz="700" kern="0" spc="-150" dirty="0" smtClean="0">
                          <a:solidFill>
                            <a:srgbClr val="000000"/>
                          </a:solidFill>
                          <a:effectLst/>
                          <a:latin typeface="Rix모던고딕 M" panose="02020603020101020101" pitchFamily="18" charset="-127"/>
                          <a:ea typeface="Rix모던고딕 M" panose="02020603020101020101" pitchFamily="18" charset="-127"/>
                        </a:rPr>
                        <a:t> 업무에  직접적인  영향을  주는  시스템</a:t>
                      </a:r>
                      <a:endParaRPr lang="ko-KR" altLang="en-US" sz="700" kern="0" spc="0" dirty="0">
                        <a:solidFill>
                          <a:srgbClr val="000000"/>
                        </a:solidFill>
                        <a:effectLst/>
                        <a:latin typeface="Rix모던고딕 M" panose="02020603020101020101" pitchFamily="18" charset="-127"/>
                        <a:ea typeface="Rix모던고딕 M" panose="02020603020101020101" pitchFamily="18" charset="-127"/>
                      </a:endParaRPr>
                    </a:p>
                  </a:txBody>
                  <a:tcPr marL="46995" marR="46995" marT="39163" marB="12993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700" kern="0" spc="-80" dirty="0">
                          <a:solidFill>
                            <a:srgbClr val="000000"/>
                          </a:solidFill>
                          <a:effectLst/>
                          <a:latin typeface="Rix모던고딕 M" panose="02020603020101020101" pitchFamily="18" charset="-127"/>
                          <a:ea typeface="Rix모던고딕 M" panose="02020603020101020101" pitchFamily="18" charset="-127"/>
                        </a:rPr>
                        <a:t>2</a:t>
                      </a:r>
                      <a:r>
                        <a:rPr lang="ko-KR" altLang="en-US" sz="700" kern="0" spc="-80" dirty="0">
                          <a:solidFill>
                            <a:srgbClr val="000000"/>
                          </a:solidFill>
                          <a:effectLst/>
                          <a:latin typeface="Rix모던고딕 M" panose="02020603020101020101" pitchFamily="18" charset="-127"/>
                          <a:ea typeface="Rix모던고딕 M" panose="02020603020101020101" pitchFamily="18" charset="-127"/>
                        </a:rPr>
                        <a:t>등급 업무에 직접 영향을 주는 </a:t>
                      </a:r>
                      <a:r>
                        <a:rPr lang="ko-KR" altLang="en-US" sz="700" kern="0" spc="-80" dirty="0" smtClean="0">
                          <a:solidFill>
                            <a:srgbClr val="000000"/>
                          </a:solidFill>
                          <a:effectLst/>
                          <a:latin typeface="Rix모던고딕 M" panose="02020603020101020101" pitchFamily="18" charset="-127"/>
                          <a:ea typeface="Rix모던고딕 M" panose="02020603020101020101" pitchFamily="18" charset="-127"/>
                        </a:rPr>
                        <a:t>시스템</a:t>
                      </a:r>
                      <a:endParaRPr lang="ko-KR" altLang="en-US" sz="700" kern="0" spc="0" dirty="0">
                        <a:solidFill>
                          <a:srgbClr val="000000"/>
                        </a:solidFill>
                        <a:effectLst/>
                        <a:latin typeface="Rix모던고딕 M" panose="02020603020101020101" pitchFamily="18" charset="-127"/>
                        <a:ea typeface="Rix모던고딕 M" panose="02020603020101020101" pitchFamily="18" charset="-127"/>
                      </a:endParaRPr>
                    </a:p>
                  </a:txBody>
                  <a:tcPr marL="46995" marR="46995" marT="39163" marB="12993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700" kern="0" spc="-50" dirty="0">
                          <a:solidFill>
                            <a:srgbClr val="000000"/>
                          </a:solidFill>
                          <a:effectLst/>
                          <a:latin typeface="Rix모던고딕 M" panose="02020603020101020101" pitchFamily="18" charset="-127"/>
                          <a:ea typeface="Rix모던고딕 M" panose="02020603020101020101" pitchFamily="18" charset="-127"/>
                        </a:rPr>
                        <a:t>3</a:t>
                      </a:r>
                      <a:r>
                        <a:rPr lang="ko-KR" altLang="en-US" sz="700" kern="0" spc="-50" dirty="0">
                          <a:solidFill>
                            <a:srgbClr val="000000"/>
                          </a:solidFill>
                          <a:effectLst/>
                          <a:latin typeface="Rix모던고딕 M" panose="02020603020101020101" pitchFamily="18" charset="-127"/>
                          <a:ea typeface="Rix모던고딕 M" panose="02020603020101020101" pitchFamily="18" charset="-127"/>
                        </a:rPr>
                        <a:t>등급 업무에 영향을 주는 </a:t>
                      </a:r>
                      <a:r>
                        <a:rPr lang="ko-KR" altLang="en-US" sz="700" kern="0" spc="-50" dirty="0" smtClean="0">
                          <a:solidFill>
                            <a:srgbClr val="000000"/>
                          </a:solidFill>
                          <a:effectLst/>
                          <a:latin typeface="Rix모던고딕 M" panose="02020603020101020101" pitchFamily="18" charset="-127"/>
                          <a:ea typeface="Rix모던고딕 M" panose="02020603020101020101" pitchFamily="18" charset="-127"/>
                        </a:rPr>
                        <a:t>시스템</a:t>
                      </a:r>
                      <a:endParaRPr lang="ko-KR" altLang="en-US" sz="700" kern="0" spc="0" dirty="0">
                        <a:solidFill>
                          <a:srgbClr val="000000"/>
                        </a:solidFill>
                        <a:effectLst/>
                        <a:latin typeface="Rix모던고딕 M" panose="02020603020101020101" pitchFamily="18" charset="-127"/>
                        <a:ea typeface="Rix모던고딕 M" panose="02020603020101020101" pitchFamily="18" charset="-127"/>
                      </a:endParaRPr>
                    </a:p>
                    <a:p>
                      <a:pPr marL="0" marR="0" indent="0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700" kern="0" spc="-50" dirty="0">
                          <a:solidFill>
                            <a:srgbClr val="000000"/>
                          </a:solidFill>
                          <a:effectLst/>
                          <a:latin typeface="Rix모던고딕 M" panose="02020603020101020101" pitchFamily="18" charset="-127"/>
                          <a:ea typeface="Rix모던고딕 M" panose="02020603020101020101" pitchFamily="18" charset="-127"/>
                        </a:rPr>
                        <a:t>업무 서비스에 영향이 거의 없는 </a:t>
                      </a:r>
                      <a:r>
                        <a:rPr lang="ko-KR" altLang="en-US" sz="700" kern="0" spc="-50" dirty="0" smtClean="0">
                          <a:solidFill>
                            <a:srgbClr val="000000"/>
                          </a:solidFill>
                          <a:effectLst/>
                          <a:latin typeface="Rix모던고딕 M" panose="02020603020101020101" pitchFamily="18" charset="-127"/>
                          <a:ea typeface="Rix모던고딕 M" panose="02020603020101020101" pitchFamily="18" charset="-127"/>
                        </a:rPr>
                        <a:t>시스템</a:t>
                      </a:r>
                      <a:endParaRPr lang="ko-KR" altLang="en-US" sz="700" kern="0" spc="0" dirty="0">
                        <a:solidFill>
                          <a:srgbClr val="000000"/>
                        </a:solidFill>
                        <a:effectLst/>
                        <a:latin typeface="Rix모던고딕 M" panose="02020603020101020101" pitchFamily="18" charset="-127"/>
                        <a:ea typeface="Rix모던고딕 M" panose="02020603020101020101" pitchFamily="18" charset="-127"/>
                      </a:endParaRPr>
                    </a:p>
                    <a:p>
                      <a:pPr marL="0" marR="0" indent="0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700" kern="0" spc="-50" dirty="0">
                          <a:solidFill>
                            <a:srgbClr val="000000"/>
                          </a:solidFill>
                          <a:effectLst/>
                          <a:latin typeface="Rix모던고딕 M" panose="02020603020101020101" pitchFamily="18" charset="-127"/>
                          <a:ea typeface="Rix모던고딕 M" panose="02020603020101020101" pitchFamily="18" charset="-127"/>
                        </a:rPr>
                        <a:t>- </a:t>
                      </a:r>
                      <a:r>
                        <a:rPr lang="ko-KR" altLang="en-US" sz="700" kern="0" spc="-50" dirty="0">
                          <a:solidFill>
                            <a:srgbClr val="000000"/>
                          </a:solidFill>
                          <a:effectLst/>
                          <a:latin typeface="Rix모던고딕 M" panose="02020603020101020101" pitchFamily="18" charset="-127"/>
                          <a:ea typeface="Rix모던고딕 M" panose="02020603020101020101" pitchFamily="18" charset="-127"/>
                        </a:rPr>
                        <a:t>백업</a:t>
                      </a:r>
                      <a:r>
                        <a:rPr lang="en-US" altLang="ko-KR" sz="700" kern="0" spc="-50" dirty="0">
                          <a:solidFill>
                            <a:srgbClr val="000000"/>
                          </a:solidFill>
                          <a:effectLst/>
                          <a:latin typeface="Rix모던고딕 M" panose="02020603020101020101" pitchFamily="18" charset="-127"/>
                          <a:ea typeface="Rix모던고딕 M" panose="02020603020101020101" pitchFamily="18" charset="-127"/>
                        </a:rPr>
                        <a:t>, </a:t>
                      </a:r>
                      <a:r>
                        <a:rPr lang="ko-KR" altLang="en-US" sz="700" kern="0" spc="-50" dirty="0">
                          <a:solidFill>
                            <a:srgbClr val="000000"/>
                          </a:solidFill>
                          <a:effectLst/>
                          <a:latin typeface="Rix모던고딕 M" panose="02020603020101020101" pitchFamily="18" charset="-127"/>
                          <a:ea typeface="Rix모던고딕 M" panose="02020603020101020101" pitchFamily="18" charset="-127"/>
                        </a:rPr>
                        <a:t>분석</a:t>
                      </a:r>
                      <a:r>
                        <a:rPr lang="en-US" altLang="ko-KR" sz="700" kern="0" spc="-50" dirty="0">
                          <a:solidFill>
                            <a:srgbClr val="000000"/>
                          </a:solidFill>
                          <a:effectLst/>
                          <a:latin typeface="Rix모던고딕 M" panose="02020603020101020101" pitchFamily="18" charset="-127"/>
                          <a:ea typeface="Rix모던고딕 M" panose="02020603020101020101" pitchFamily="18" charset="-127"/>
                        </a:rPr>
                        <a:t>, </a:t>
                      </a:r>
                      <a:r>
                        <a:rPr lang="ko-KR" altLang="en-US" sz="700" kern="0" spc="-50" dirty="0">
                          <a:solidFill>
                            <a:srgbClr val="000000"/>
                          </a:solidFill>
                          <a:effectLst/>
                          <a:latin typeface="Rix모던고딕 M" panose="02020603020101020101" pitchFamily="18" charset="-127"/>
                          <a:ea typeface="Rix모던고딕 M" panose="02020603020101020101" pitchFamily="18" charset="-127"/>
                        </a:rPr>
                        <a:t>지원 장비 등</a:t>
                      </a:r>
                      <a:endParaRPr lang="ko-KR" altLang="en-US" sz="700" kern="0" spc="0" dirty="0">
                        <a:solidFill>
                          <a:srgbClr val="000000"/>
                        </a:solidFill>
                        <a:effectLst/>
                        <a:latin typeface="Rix모던고딕 M" panose="02020603020101020101" pitchFamily="18" charset="-127"/>
                        <a:ea typeface="Rix모던고딕 M" panose="02020603020101020101" pitchFamily="18" charset="-127"/>
                      </a:endParaRPr>
                    </a:p>
                  </a:txBody>
                  <a:tcPr marL="46995" marR="46995" marT="39163" marB="12993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-109220" algn="l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81000" algn="l"/>
                          <a:tab pos="762000" algn="l"/>
                          <a:tab pos="1143000" algn="l"/>
                          <a:tab pos="1524000" algn="l"/>
                          <a:tab pos="1905000" algn="l"/>
                          <a:tab pos="2286000" algn="l"/>
                          <a:tab pos="2667000" algn="l"/>
                          <a:tab pos="3048000" algn="l"/>
                          <a:tab pos="3429000" algn="l"/>
                          <a:tab pos="3810000" algn="l"/>
                          <a:tab pos="4191000" algn="l"/>
                          <a:tab pos="4572000" algn="l"/>
                          <a:tab pos="4953000" algn="l"/>
                          <a:tab pos="5334000" algn="l"/>
                          <a:tab pos="5715000" algn="l"/>
                          <a:tab pos="6096000" algn="l"/>
                          <a:tab pos="6477000" algn="l"/>
                          <a:tab pos="6858000" algn="l"/>
                          <a:tab pos="7239000" algn="l"/>
                          <a:tab pos="7620000" algn="l"/>
                          <a:tab pos="8001000" algn="l"/>
                          <a:tab pos="8382000" algn="l"/>
                          <a:tab pos="8763000" algn="l"/>
                          <a:tab pos="9144000" algn="l"/>
                          <a:tab pos="9525000" algn="l"/>
                          <a:tab pos="9906000" algn="l"/>
                          <a:tab pos="10287000" algn="l"/>
                          <a:tab pos="10668000" algn="l"/>
                          <a:tab pos="11049000" algn="l"/>
                          <a:tab pos="11430000" algn="l"/>
                          <a:tab pos="11811000" algn="l"/>
                          <a:tab pos="12192000" algn="l"/>
                        </a:tabLst>
                      </a:pPr>
                      <a:r>
                        <a:rPr lang="ko-KR" altLang="en-US" sz="700" kern="0" spc="-50" dirty="0">
                          <a:solidFill>
                            <a:srgbClr val="000000"/>
                          </a:solidFill>
                          <a:effectLst/>
                          <a:latin typeface="Rix모던고딕 M" panose="02020603020101020101" pitchFamily="18" charset="-127"/>
                          <a:ea typeface="Rix모던고딕 M" panose="02020603020101020101" pitchFamily="18" charset="-127"/>
                        </a:rPr>
                        <a:t>해당 업무서비스 영향이 없는 장비</a:t>
                      </a:r>
                      <a:endParaRPr lang="ko-KR" altLang="en-US" sz="700" kern="0" spc="0" dirty="0">
                        <a:solidFill>
                          <a:srgbClr val="000000"/>
                        </a:solidFill>
                        <a:effectLst/>
                        <a:latin typeface="Rix모던고딕 M" panose="02020603020101020101" pitchFamily="18" charset="-127"/>
                        <a:ea typeface="Rix모던고딕 M" panose="02020603020101020101" pitchFamily="18" charset="-127"/>
                      </a:endParaRPr>
                    </a:p>
                    <a:p>
                      <a:pPr marL="0" marR="0" indent="-109220" algn="l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81000" algn="l"/>
                          <a:tab pos="762000" algn="l"/>
                          <a:tab pos="1143000" algn="l"/>
                          <a:tab pos="1524000" algn="l"/>
                          <a:tab pos="1905000" algn="l"/>
                          <a:tab pos="2286000" algn="l"/>
                          <a:tab pos="2667000" algn="l"/>
                          <a:tab pos="3048000" algn="l"/>
                          <a:tab pos="3429000" algn="l"/>
                          <a:tab pos="3810000" algn="l"/>
                          <a:tab pos="4191000" algn="l"/>
                          <a:tab pos="4572000" algn="l"/>
                          <a:tab pos="4953000" algn="l"/>
                          <a:tab pos="5334000" algn="l"/>
                          <a:tab pos="5715000" algn="l"/>
                          <a:tab pos="6096000" algn="l"/>
                          <a:tab pos="6477000" algn="l"/>
                          <a:tab pos="6858000" algn="l"/>
                          <a:tab pos="7239000" algn="l"/>
                          <a:tab pos="7620000" algn="l"/>
                          <a:tab pos="8001000" algn="l"/>
                          <a:tab pos="8382000" algn="l"/>
                          <a:tab pos="8763000" algn="l"/>
                          <a:tab pos="9144000" algn="l"/>
                          <a:tab pos="9525000" algn="l"/>
                          <a:tab pos="9906000" algn="l"/>
                          <a:tab pos="10287000" algn="l"/>
                          <a:tab pos="10668000" algn="l"/>
                          <a:tab pos="11049000" algn="l"/>
                          <a:tab pos="11430000" algn="l"/>
                          <a:tab pos="11811000" algn="l"/>
                          <a:tab pos="12192000" algn="l"/>
                        </a:tabLst>
                      </a:pPr>
                      <a:r>
                        <a:rPr lang="en-US" altLang="ko-KR" sz="700" kern="0" spc="-50" dirty="0">
                          <a:solidFill>
                            <a:srgbClr val="000000"/>
                          </a:solidFill>
                          <a:effectLst/>
                          <a:latin typeface="Rix모던고딕 M" panose="02020603020101020101" pitchFamily="18" charset="-127"/>
                          <a:ea typeface="Rix모던고딕 M" panose="02020603020101020101" pitchFamily="18" charset="-127"/>
                        </a:rPr>
                        <a:t>- </a:t>
                      </a:r>
                      <a:r>
                        <a:rPr lang="ko-KR" altLang="en-US" sz="700" kern="0" spc="-50" dirty="0">
                          <a:solidFill>
                            <a:srgbClr val="000000"/>
                          </a:solidFill>
                          <a:effectLst/>
                          <a:latin typeface="Rix모던고딕 M" panose="02020603020101020101" pitchFamily="18" charset="-127"/>
                          <a:ea typeface="Rix모던고딕 M" panose="02020603020101020101" pitchFamily="18" charset="-127"/>
                        </a:rPr>
                        <a:t>테스트</a:t>
                      </a:r>
                      <a:r>
                        <a:rPr lang="en-US" altLang="ko-KR" sz="700" kern="0" spc="-50" dirty="0">
                          <a:solidFill>
                            <a:srgbClr val="000000"/>
                          </a:solidFill>
                          <a:effectLst/>
                          <a:latin typeface="Rix모던고딕 M" panose="02020603020101020101" pitchFamily="18" charset="-127"/>
                          <a:ea typeface="Rix모던고딕 M" panose="02020603020101020101" pitchFamily="18" charset="-127"/>
                        </a:rPr>
                        <a:t>, </a:t>
                      </a:r>
                      <a:r>
                        <a:rPr lang="ko-KR" altLang="en-US" sz="700" kern="0" spc="-50" dirty="0">
                          <a:solidFill>
                            <a:srgbClr val="000000"/>
                          </a:solidFill>
                          <a:effectLst/>
                          <a:latin typeface="Rix모던고딕 M" panose="02020603020101020101" pitchFamily="18" charset="-127"/>
                          <a:ea typeface="Rix모던고딕 M" panose="02020603020101020101" pitchFamily="18" charset="-127"/>
                        </a:rPr>
                        <a:t>개발</a:t>
                      </a:r>
                      <a:r>
                        <a:rPr lang="en-US" altLang="ko-KR" sz="700" kern="0" spc="-50" dirty="0">
                          <a:solidFill>
                            <a:srgbClr val="000000"/>
                          </a:solidFill>
                          <a:effectLst/>
                          <a:latin typeface="Rix모던고딕 M" panose="02020603020101020101" pitchFamily="18" charset="-127"/>
                          <a:ea typeface="Rix모던고딕 M" panose="02020603020101020101" pitchFamily="18" charset="-127"/>
                        </a:rPr>
                        <a:t>, </a:t>
                      </a:r>
                      <a:r>
                        <a:rPr lang="ko-KR" altLang="en-US" sz="700" kern="0" spc="-50" dirty="0">
                          <a:solidFill>
                            <a:srgbClr val="000000"/>
                          </a:solidFill>
                          <a:effectLst/>
                          <a:latin typeface="Rix모던고딕 M" panose="02020603020101020101" pitchFamily="18" charset="-127"/>
                          <a:ea typeface="Rix모던고딕 M" panose="02020603020101020101" pitchFamily="18" charset="-127"/>
                        </a:rPr>
                        <a:t>유휴</a:t>
                      </a:r>
                      <a:r>
                        <a:rPr lang="en-US" altLang="ko-KR" sz="700" kern="0" spc="-50" dirty="0">
                          <a:solidFill>
                            <a:srgbClr val="000000"/>
                          </a:solidFill>
                          <a:effectLst/>
                          <a:latin typeface="Rix모던고딕 M" panose="02020603020101020101" pitchFamily="18" charset="-127"/>
                          <a:ea typeface="Rix모던고딕 M" panose="02020603020101020101" pitchFamily="18" charset="-127"/>
                        </a:rPr>
                        <a:t>, </a:t>
                      </a:r>
                      <a:r>
                        <a:rPr lang="ko-KR" altLang="en-US" sz="700" kern="0" spc="-50" dirty="0">
                          <a:solidFill>
                            <a:srgbClr val="000000"/>
                          </a:solidFill>
                          <a:effectLst/>
                          <a:latin typeface="Rix모던고딕 M" panose="02020603020101020101" pitchFamily="18" charset="-127"/>
                          <a:ea typeface="Rix모던고딕 M" panose="02020603020101020101" pitchFamily="18" charset="-127"/>
                        </a:rPr>
                        <a:t>분석장비 등</a:t>
                      </a:r>
                      <a:endParaRPr lang="ko-KR" altLang="en-US" sz="700" kern="0" spc="0" dirty="0">
                        <a:solidFill>
                          <a:srgbClr val="000000"/>
                        </a:solidFill>
                        <a:effectLst/>
                        <a:latin typeface="Rix모던고딕 M" panose="02020603020101020101" pitchFamily="18" charset="-127"/>
                        <a:ea typeface="Rix모던고딕 M" panose="02020603020101020101" pitchFamily="18" charset="-127"/>
                      </a:endParaRPr>
                    </a:p>
                  </a:txBody>
                  <a:tcPr marL="46995" marR="46995" marT="39163" marB="12993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122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kern="0" spc="0" dirty="0" smtClean="0">
                          <a:solidFill>
                            <a:srgbClr val="000000"/>
                          </a:solidFill>
                          <a:effectLst/>
                          <a:latin typeface="Rix모던고딕 M" panose="02020603020101020101" pitchFamily="18" charset="-127"/>
                          <a:ea typeface="Rix모던고딕 M" panose="02020603020101020101" pitchFamily="18" charset="-127"/>
                        </a:rPr>
                        <a:t>N/W </a:t>
                      </a:r>
                      <a:r>
                        <a:rPr lang="ko-KR" altLang="en-US" sz="700" kern="0" spc="0" dirty="0" smtClean="0">
                          <a:solidFill>
                            <a:srgbClr val="000000"/>
                          </a:solidFill>
                          <a:effectLst/>
                          <a:latin typeface="Rix모던고딕 M" panose="02020603020101020101" pitchFamily="18" charset="-127"/>
                          <a:ea typeface="Rix모던고딕 M" panose="02020603020101020101" pitchFamily="18" charset="-127"/>
                        </a:rPr>
                        <a:t>및</a:t>
                      </a:r>
                      <a:endParaRPr lang="ko-KR" altLang="en-US" sz="700" kern="0" spc="0" dirty="0">
                        <a:solidFill>
                          <a:srgbClr val="000000"/>
                        </a:solidFill>
                        <a:effectLst/>
                        <a:latin typeface="Rix모던고딕 M" panose="02020603020101020101" pitchFamily="18" charset="-127"/>
                        <a:ea typeface="Rix모던고딕 M" panose="02020603020101020101" pitchFamily="18" charset="-127"/>
                      </a:endParaRPr>
                    </a:p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700" kern="0" spc="0" dirty="0">
                          <a:solidFill>
                            <a:srgbClr val="000000"/>
                          </a:solidFill>
                          <a:effectLst/>
                          <a:latin typeface="Rix모던고딕 M" panose="02020603020101020101" pitchFamily="18" charset="-127"/>
                          <a:ea typeface="Rix모던고딕 M" panose="02020603020101020101" pitchFamily="18" charset="-127"/>
                        </a:rPr>
                        <a:t>보안</a:t>
                      </a:r>
                    </a:p>
                  </a:txBody>
                  <a:tcPr marL="66346" marR="66346" marT="33173" marB="33173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700" kern="0" spc="-50" dirty="0">
                          <a:solidFill>
                            <a:srgbClr val="000000"/>
                          </a:solidFill>
                          <a:effectLst/>
                          <a:latin typeface="Rix모던고딕 M" panose="02020603020101020101" pitchFamily="18" charset="-127"/>
                          <a:ea typeface="Rix모던고딕 M" panose="02020603020101020101" pitchFamily="18" charset="-127"/>
                        </a:rPr>
                        <a:t>기관 전체업무에 영향을 주는 </a:t>
                      </a:r>
                      <a:r>
                        <a:rPr lang="ko-KR" altLang="en-US" sz="700" kern="0" spc="-50" dirty="0" smtClean="0">
                          <a:solidFill>
                            <a:srgbClr val="000000"/>
                          </a:solidFill>
                          <a:effectLst/>
                          <a:latin typeface="Rix모던고딕 M" panose="02020603020101020101" pitchFamily="18" charset="-127"/>
                          <a:ea typeface="Rix모던고딕 M" panose="02020603020101020101" pitchFamily="18" charset="-127"/>
                        </a:rPr>
                        <a:t>장비</a:t>
                      </a:r>
                      <a:endParaRPr lang="ko-KR" altLang="en-US" sz="700" kern="0" spc="0" dirty="0">
                        <a:solidFill>
                          <a:srgbClr val="000000"/>
                        </a:solidFill>
                        <a:effectLst/>
                        <a:latin typeface="Rix모던고딕 M" panose="02020603020101020101" pitchFamily="18" charset="-127"/>
                        <a:ea typeface="Rix모던고딕 M" panose="02020603020101020101" pitchFamily="18" charset="-127"/>
                      </a:endParaRPr>
                    </a:p>
                  </a:txBody>
                  <a:tcPr marL="46995" marR="46995" marT="39163" marB="12993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700" kern="0" spc="-50" dirty="0">
                          <a:solidFill>
                            <a:srgbClr val="000000"/>
                          </a:solidFill>
                          <a:effectLst/>
                          <a:latin typeface="Rix모던고딕 M" panose="02020603020101020101" pitchFamily="18" charset="-127"/>
                          <a:ea typeface="Rix모던고딕 M" panose="02020603020101020101" pitchFamily="18" charset="-127"/>
                        </a:rPr>
                        <a:t>기관 </a:t>
                      </a:r>
                      <a:r>
                        <a:rPr lang="ko-KR" altLang="en-US" sz="700" kern="0" spc="-50" dirty="0" smtClean="0">
                          <a:solidFill>
                            <a:srgbClr val="000000"/>
                          </a:solidFill>
                          <a:effectLst/>
                          <a:latin typeface="Rix모던고딕 M" panose="02020603020101020101" pitchFamily="18" charset="-127"/>
                          <a:ea typeface="Rix모던고딕 M" panose="02020603020101020101" pitchFamily="18" charset="-127"/>
                        </a:rPr>
                        <a:t>일부 업무에 </a:t>
                      </a:r>
                      <a:r>
                        <a:rPr lang="ko-KR" altLang="en-US" sz="700" kern="0" spc="-50" dirty="0">
                          <a:solidFill>
                            <a:srgbClr val="000000"/>
                          </a:solidFill>
                          <a:effectLst/>
                          <a:latin typeface="Rix모던고딕 M" panose="02020603020101020101" pitchFamily="18" charset="-127"/>
                          <a:ea typeface="Rix모던고딕 M" panose="02020603020101020101" pitchFamily="18" charset="-127"/>
                        </a:rPr>
                        <a:t>영향을 주는 </a:t>
                      </a:r>
                      <a:r>
                        <a:rPr lang="ko-KR" altLang="en-US" sz="700" kern="0" spc="-50" dirty="0" smtClean="0">
                          <a:solidFill>
                            <a:srgbClr val="000000"/>
                          </a:solidFill>
                          <a:effectLst/>
                          <a:latin typeface="Rix모던고딕 M" panose="02020603020101020101" pitchFamily="18" charset="-127"/>
                          <a:ea typeface="Rix모던고딕 M" panose="02020603020101020101" pitchFamily="18" charset="-127"/>
                        </a:rPr>
                        <a:t>장비</a:t>
                      </a:r>
                      <a:endParaRPr lang="ko-KR" altLang="en-US" sz="700" kern="0" spc="0" dirty="0">
                        <a:solidFill>
                          <a:srgbClr val="000000"/>
                        </a:solidFill>
                        <a:effectLst/>
                        <a:latin typeface="Rix모던고딕 M" panose="02020603020101020101" pitchFamily="18" charset="-127"/>
                        <a:ea typeface="Rix모던고딕 M" panose="02020603020101020101" pitchFamily="18" charset="-127"/>
                      </a:endParaRPr>
                    </a:p>
                  </a:txBody>
                  <a:tcPr marL="46995" marR="46995" marT="39163" marB="12993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700" kern="0" spc="-50" dirty="0" smtClean="0">
                          <a:solidFill>
                            <a:srgbClr val="000000"/>
                          </a:solidFill>
                          <a:effectLst/>
                          <a:latin typeface="Rix모던고딕 M" panose="02020603020101020101" pitchFamily="18" charset="-127"/>
                          <a:ea typeface="Rix모던고딕 M" panose="02020603020101020101" pitchFamily="18" charset="-127"/>
                        </a:rPr>
                        <a:t>모니터링 서비스 </a:t>
                      </a:r>
                      <a:r>
                        <a:rPr lang="ko-KR" altLang="en-US" sz="700" kern="0" spc="-50" dirty="0">
                          <a:solidFill>
                            <a:srgbClr val="000000"/>
                          </a:solidFill>
                          <a:effectLst/>
                          <a:latin typeface="Rix모던고딕 M" panose="02020603020101020101" pitchFamily="18" charset="-127"/>
                          <a:ea typeface="Rix모던고딕 M" panose="02020603020101020101" pitchFamily="18" charset="-127"/>
                        </a:rPr>
                        <a:t>관련 </a:t>
                      </a:r>
                      <a:r>
                        <a:rPr lang="ko-KR" altLang="en-US" sz="700" kern="0" spc="-50" dirty="0" smtClean="0">
                          <a:solidFill>
                            <a:srgbClr val="000000"/>
                          </a:solidFill>
                          <a:effectLst/>
                          <a:latin typeface="Rix모던고딕 M" panose="02020603020101020101" pitchFamily="18" charset="-127"/>
                          <a:ea typeface="Rix모던고딕 M" panose="02020603020101020101" pitchFamily="18" charset="-127"/>
                        </a:rPr>
                        <a:t>장비</a:t>
                      </a:r>
                      <a:endParaRPr lang="ko-KR" altLang="en-US" sz="700" kern="0" spc="0" dirty="0">
                        <a:solidFill>
                          <a:srgbClr val="000000"/>
                        </a:solidFill>
                        <a:effectLst/>
                        <a:latin typeface="Rix모던고딕 M" panose="02020603020101020101" pitchFamily="18" charset="-127"/>
                        <a:ea typeface="Rix모던고딕 M" panose="02020603020101020101" pitchFamily="18" charset="-127"/>
                      </a:endParaRPr>
                    </a:p>
                  </a:txBody>
                  <a:tcPr marL="46995" marR="46995" marT="39163" marB="12993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-109220" algn="l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81000" algn="l"/>
                          <a:tab pos="762000" algn="l"/>
                          <a:tab pos="1143000" algn="l"/>
                          <a:tab pos="1524000" algn="l"/>
                          <a:tab pos="1905000" algn="l"/>
                          <a:tab pos="2286000" algn="l"/>
                          <a:tab pos="2667000" algn="l"/>
                          <a:tab pos="3048000" algn="l"/>
                          <a:tab pos="3429000" algn="l"/>
                          <a:tab pos="3810000" algn="l"/>
                          <a:tab pos="4191000" algn="l"/>
                          <a:tab pos="4572000" algn="l"/>
                          <a:tab pos="4953000" algn="l"/>
                          <a:tab pos="5334000" algn="l"/>
                          <a:tab pos="5715000" algn="l"/>
                          <a:tab pos="6096000" algn="l"/>
                          <a:tab pos="6477000" algn="l"/>
                          <a:tab pos="6858000" algn="l"/>
                          <a:tab pos="7239000" algn="l"/>
                          <a:tab pos="7620000" algn="l"/>
                          <a:tab pos="8001000" algn="l"/>
                          <a:tab pos="8382000" algn="l"/>
                          <a:tab pos="8763000" algn="l"/>
                          <a:tab pos="9144000" algn="l"/>
                          <a:tab pos="9525000" algn="l"/>
                          <a:tab pos="9906000" algn="l"/>
                          <a:tab pos="10287000" algn="l"/>
                          <a:tab pos="10668000" algn="l"/>
                          <a:tab pos="11049000" algn="l"/>
                          <a:tab pos="11430000" algn="l"/>
                          <a:tab pos="11811000" algn="l"/>
                          <a:tab pos="12192000" algn="l"/>
                        </a:tabLst>
                      </a:pPr>
                      <a:r>
                        <a:rPr lang="ko-KR" altLang="en-US" sz="700" kern="0" spc="-50" dirty="0">
                          <a:solidFill>
                            <a:srgbClr val="000000"/>
                          </a:solidFill>
                          <a:effectLst/>
                          <a:latin typeface="Rix모던고딕 M" panose="02020603020101020101" pitchFamily="18" charset="-127"/>
                          <a:ea typeface="Rix모던고딕 M" panose="02020603020101020101" pitchFamily="18" charset="-127"/>
                        </a:rPr>
                        <a:t>해당 업무서비스 영향이 없는 장비</a:t>
                      </a:r>
                      <a:endParaRPr lang="ko-KR" altLang="en-US" sz="700" kern="0" spc="0" dirty="0">
                        <a:solidFill>
                          <a:srgbClr val="000000"/>
                        </a:solidFill>
                        <a:effectLst/>
                        <a:latin typeface="Rix모던고딕 M" panose="02020603020101020101" pitchFamily="18" charset="-127"/>
                        <a:ea typeface="Rix모던고딕 M" panose="02020603020101020101" pitchFamily="18" charset="-127"/>
                      </a:endParaRPr>
                    </a:p>
                    <a:p>
                      <a:pPr marL="0" marR="0" indent="-109220" algn="l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81000" algn="l"/>
                          <a:tab pos="762000" algn="l"/>
                          <a:tab pos="1143000" algn="l"/>
                          <a:tab pos="1524000" algn="l"/>
                          <a:tab pos="1905000" algn="l"/>
                          <a:tab pos="2286000" algn="l"/>
                          <a:tab pos="2667000" algn="l"/>
                          <a:tab pos="3048000" algn="l"/>
                          <a:tab pos="3429000" algn="l"/>
                          <a:tab pos="3810000" algn="l"/>
                          <a:tab pos="4191000" algn="l"/>
                          <a:tab pos="4572000" algn="l"/>
                          <a:tab pos="4953000" algn="l"/>
                          <a:tab pos="5334000" algn="l"/>
                          <a:tab pos="5715000" algn="l"/>
                          <a:tab pos="6096000" algn="l"/>
                          <a:tab pos="6477000" algn="l"/>
                          <a:tab pos="6858000" algn="l"/>
                          <a:tab pos="7239000" algn="l"/>
                          <a:tab pos="7620000" algn="l"/>
                          <a:tab pos="8001000" algn="l"/>
                          <a:tab pos="8382000" algn="l"/>
                          <a:tab pos="8763000" algn="l"/>
                          <a:tab pos="9144000" algn="l"/>
                          <a:tab pos="9525000" algn="l"/>
                          <a:tab pos="9906000" algn="l"/>
                          <a:tab pos="10287000" algn="l"/>
                          <a:tab pos="10668000" algn="l"/>
                          <a:tab pos="11049000" algn="l"/>
                          <a:tab pos="11430000" algn="l"/>
                          <a:tab pos="11811000" algn="l"/>
                          <a:tab pos="12192000" algn="l"/>
                        </a:tabLst>
                      </a:pPr>
                      <a:r>
                        <a:rPr lang="en-US" altLang="ko-KR" sz="700" kern="0" spc="-50" dirty="0">
                          <a:solidFill>
                            <a:srgbClr val="000000"/>
                          </a:solidFill>
                          <a:effectLst/>
                          <a:latin typeface="Rix모던고딕 M" panose="02020603020101020101" pitchFamily="18" charset="-127"/>
                          <a:ea typeface="Rix모던고딕 M" panose="02020603020101020101" pitchFamily="18" charset="-127"/>
                        </a:rPr>
                        <a:t>- </a:t>
                      </a:r>
                      <a:r>
                        <a:rPr lang="ko-KR" altLang="en-US" sz="700" kern="0" spc="-50" dirty="0">
                          <a:solidFill>
                            <a:srgbClr val="000000"/>
                          </a:solidFill>
                          <a:effectLst/>
                          <a:latin typeface="Rix모던고딕 M" panose="02020603020101020101" pitchFamily="18" charset="-127"/>
                          <a:ea typeface="Rix모던고딕 M" panose="02020603020101020101" pitchFamily="18" charset="-127"/>
                        </a:rPr>
                        <a:t>테스트</a:t>
                      </a:r>
                      <a:r>
                        <a:rPr lang="en-US" altLang="ko-KR" sz="700" kern="0" spc="-50" dirty="0">
                          <a:solidFill>
                            <a:srgbClr val="000000"/>
                          </a:solidFill>
                          <a:effectLst/>
                          <a:latin typeface="Rix모던고딕 M" panose="02020603020101020101" pitchFamily="18" charset="-127"/>
                          <a:ea typeface="Rix모던고딕 M" panose="02020603020101020101" pitchFamily="18" charset="-127"/>
                        </a:rPr>
                        <a:t>, </a:t>
                      </a:r>
                      <a:r>
                        <a:rPr lang="ko-KR" altLang="en-US" sz="700" kern="0" spc="-50" dirty="0">
                          <a:solidFill>
                            <a:srgbClr val="000000"/>
                          </a:solidFill>
                          <a:effectLst/>
                          <a:latin typeface="Rix모던고딕 M" panose="02020603020101020101" pitchFamily="18" charset="-127"/>
                          <a:ea typeface="Rix모던고딕 M" panose="02020603020101020101" pitchFamily="18" charset="-127"/>
                        </a:rPr>
                        <a:t>개발</a:t>
                      </a:r>
                      <a:r>
                        <a:rPr lang="en-US" altLang="ko-KR" sz="700" kern="0" spc="-50" dirty="0">
                          <a:solidFill>
                            <a:srgbClr val="000000"/>
                          </a:solidFill>
                          <a:effectLst/>
                          <a:latin typeface="Rix모던고딕 M" panose="02020603020101020101" pitchFamily="18" charset="-127"/>
                          <a:ea typeface="Rix모던고딕 M" panose="02020603020101020101" pitchFamily="18" charset="-127"/>
                        </a:rPr>
                        <a:t>, </a:t>
                      </a:r>
                      <a:r>
                        <a:rPr lang="ko-KR" altLang="en-US" sz="700" kern="0" spc="-50" dirty="0">
                          <a:solidFill>
                            <a:srgbClr val="000000"/>
                          </a:solidFill>
                          <a:effectLst/>
                          <a:latin typeface="Rix모던고딕 M" panose="02020603020101020101" pitchFamily="18" charset="-127"/>
                          <a:ea typeface="Rix모던고딕 M" panose="02020603020101020101" pitchFamily="18" charset="-127"/>
                        </a:rPr>
                        <a:t>유휴</a:t>
                      </a:r>
                      <a:r>
                        <a:rPr lang="en-US" altLang="ko-KR" sz="700" kern="0" spc="-50" dirty="0">
                          <a:solidFill>
                            <a:srgbClr val="000000"/>
                          </a:solidFill>
                          <a:effectLst/>
                          <a:latin typeface="Rix모던고딕 M" panose="02020603020101020101" pitchFamily="18" charset="-127"/>
                          <a:ea typeface="Rix모던고딕 M" panose="02020603020101020101" pitchFamily="18" charset="-127"/>
                        </a:rPr>
                        <a:t>, </a:t>
                      </a:r>
                      <a:r>
                        <a:rPr lang="ko-KR" altLang="en-US" sz="700" kern="0" spc="-50" dirty="0">
                          <a:solidFill>
                            <a:srgbClr val="000000"/>
                          </a:solidFill>
                          <a:effectLst/>
                          <a:latin typeface="Rix모던고딕 M" panose="02020603020101020101" pitchFamily="18" charset="-127"/>
                          <a:ea typeface="Rix모던고딕 M" panose="02020603020101020101" pitchFamily="18" charset="-127"/>
                        </a:rPr>
                        <a:t>분석장비 등</a:t>
                      </a:r>
                      <a:endParaRPr lang="ko-KR" altLang="en-US" sz="700" kern="0" spc="0" dirty="0">
                        <a:solidFill>
                          <a:srgbClr val="000000"/>
                        </a:solidFill>
                        <a:effectLst/>
                        <a:latin typeface="Rix모던고딕 M" panose="02020603020101020101" pitchFamily="18" charset="-127"/>
                        <a:ea typeface="Rix모던고딕 M" panose="02020603020101020101" pitchFamily="18" charset="-127"/>
                      </a:endParaRPr>
                    </a:p>
                  </a:txBody>
                  <a:tcPr marL="46995" marR="46995" marT="39163" marB="12993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4114"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700" b="1" kern="0" spc="0" dirty="0">
                          <a:solidFill>
                            <a:srgbClr val="000000"/>
                          </a:solidFill>
                          <a:effectLst/>
                          <a:latin typeface="Rix모던고딕 M" panose="02020603020101020101" pitchFamily="18" charset="-127"/>
                          <a:ea typeface="Rix모던고딕 M" panose="02020603020101020101" pitchFamily="18" charset="-127"/>
                        </a:rPr>
                        <a:t>영향도 및 상태</a:t>
                      </a:r>
                      <a:endParaRPr lang="ko-KR" altLang="en-US" sz="700" kern="0" spc="0" dirty="0">
                        <a:solidFill>
                          <a:srgbClr val="000000"/>
                        </a:solidFill>
                        <a:effectLst/>
                        <a:latin typeface="Rix모던고딕 M" panose="02020603020101020101" pitchFamily="18" charset="-127"/>
                        <a:ea typeface="Rix모던고딕 M" panose="02020603020101020101" pitchFamily="18" charset="-127"/>
                      </a:endParaRPr>
                    </a:p>
                  </a:txBody>
                  <a:tcPr marL="66346" marR="66346" marT="33173" marB="33173" anchor="ctr">
                    <a:lnL>
                      <a:noFill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-114300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700" kern="0" spc="-50" dirty="0">
                          <a:solidFill>
                            <a:srgbClr val="000000"/>
                          </a:solidFill>
                          <a:effectLst/>
                          <a:latin typeface="Rix모던고딕 M" panose="02020603020101020101" pitchFamily="18" charset="-127"/>
                          <a:ea typeface="Rix모던고딕 M" panose="02020603020101020101" pitchFamily="18" charset="-127"/>
                        </a:rPr>
                        <a:t>- </a:t>
                      </a:r>
                      <a:r>
                        <a:rPr lang="ko-KR" altLang="en-US" sz="700" kern="0" spc="-50" dirty="0">
                          <a:solidFill>
                            <a:srgbClr val="000000"/>
                          </a:solidFill>
                          <a:effectLst/>
                          <a:latin typeface="Rix모던고딕 M" panose="02020603020101020101" pitchFamily="18" charset="-127"/>
                          <a:ea typeface="Rix모던고딕 M" panose="02020603020101020101" pitchFamily="18" charset="-127"/>
                        </a:rPr>
                        <a:t>주요서비스 시간 중에 발생한 경우</a:t>
                      </a:r>
                      <a:endParaRPr lang="ko-KR" altLang="en-US" sz="700" kern="0" spc="0" dirty="0">
                        <a:solidFill>
                          <a:srgbClr val="000000"/>
                        </a:solidFill>
                        <a:effectLst/>
                        <a:latin typeface="Rix모던고딕 M" panose="02020603020101020101" pitchFamily="18" charset="-127"/>
                        <a:ea typeface="Rix모던고딕 M" panose="02020603020101020101" pitchFamily="18" charset="-127"/>
                      </a:endParaRPr>
                    </a:p>
                    <a:p>
                      <a:pPr marL="0" marR="0" indent="-114300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700" kern="0" spc="-50" dirty="0">
                          <a:solidFill>
                            <a:srgbClr val="000000"/>
                          </a:solidFill>
                          <a:effectLst/>
                          <a:latin typeface="Rix모던고딕 M" panose="02020603020101020101" pitchFamily="18" charset="-127"/>
                          <a:ea typeface="Rix모던고딕 M" panose="02020603020101020101" pitchFamily="18" charset="-127"/>
                        </a:rPr>
                        <a:t>- </a:t>
                      </a:r>
                      <a:r>
                        <a:rPr lang="ko-KR" altLang="en-US" sz="700" kern="0" spc="-50" dirty="0">
                          <a:solidFill>
                            <a:srgbClr val="000000"/>
                          </a:solidFill>
                          <a:effectLst/>
                          <a:latin typeface="Rix모던고딕 M" panose="02020603020101020101" pitchFamily="18" charset="-127"/>
                          <a:ea typeface="Rix모던고딕 M" panose="02020603020101020101" pitchFamily="18" charset="-127"/>
                        </a:rPr>
                        <a:t>해당 업무 전체가 정지된 경우</a:t>
                      </a:r>
                      <a:endParaRPr lang="ko-KR" altLang="en-US" sz="700" kern="0" spc="0" dirty="0">
                        <a:solidFill>
                          <a:srgbClr val="000000"/>
                        </a:solidFill>
                        <a:effectLst/>
                        <a:latin typeface="Rix모던고딕 M" panose="02020603020101020101" pitchFamily="18" charset="-127"/>
                        <a:ea typeface="Rix모던고딕 M" panose="02020603020101020101" pitchFamily="18" charset="-127"/>
                      </a:endParaRPr>
                    </a:p>
                    <a:p>
                      <a:pPr marL="0" marR="0" indent="-114300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700" kern="0" spc="-50" dirty="0">
                          <a:solidFill>
                            <a:srgbClr val="000000"/>
                          </a:solidFill>
                          <a:effectLst/>
                          <a:latin typeface="Rix모던고딕 M" panose="02020603020101020101" pitchFamily="18" charset="-127"/>
                          <a:ea typeface="Rix모던고딕 M" panose="02020603020101020101" pitchFamily="18" charset="-127"/>
                        </a:rPr>
                        <a:t>- </a:t>
                      </a:r>
                      <a:r>
                        <a:rPr lang="ko-KR" altLang="en-US" sz="700" kern="0" spc="-50" dirty="0" smtClean="0">
                          <a:solidFill>
                            <a:srgbClr val="000000"/>
                          </a:solidFill>
                          <a:effectLst/>
                          <a:latin typeface="Rix모던고딕 M" panose="02020603020101020101" pitchFamily="18" charset="-127"/>
                          <a:ea typeface="Rix모던고딕 M" panose="02020603020101020101" pitchFamily="18" charset="-127"/>
                        </a:rPr>
                        <a:t>내용연수 </a:t>
                      </a:r>
                      <a:r>
                        <a:rPr lang="ko-KR" altLang="en-US" sz="700" kern="0" spc="-50" dirty="0">
                          <a:solidFill>
                            <a:srgbClr val="000000"/>
                          </a:solidFill>
                          <a:effectLst/>
                          <a:latin typeface="Rix모던고딕 M" panose="02020603020101020101" pitchFamily="18" charset="-127"/>
                          <a:ea typeface="Rix모던고딕 M" panose="02020603020101020101" pitchFamily="18" charset="-127"/>
                        </a:rPr>
                        <a:t>이내</a:t>
                      </a:r>
                      <a:endParaRPr lang="ko-KR" altLang="en-US" sz="700" kern="0" spc="0" dirty="0">
                        <a:solidFill>
                          <a:srgbClr val="000000"/>
                        </a:solidFill>
                        <a:effectLst/>
                        <a:latin typeface="Rix모던고딕 M" panose="02020603020101020101" pitchFamily="18" charset="-127"/>
                        <a:ea typeface="Rix모던고딕 M" panose="02020603020101020101" pitchFamily="18" charset="-127"/>
                      </a:endParaRPr>
                    </a:p>
                  </a:txBody>
                  <a:tcPr marL="46995" marR="46995" marT="39163" marB="12993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kern="0" spc="-50" dirty="0">
                          <a:solidFill>
                            <a:srgbClr val="000000"/>
                          </a:solidFill>
                          <a:effectLst/>
                          <a:latin typeface="Rix모던고딕 M" panose="02020603020101020101" pitchFamily="18" charset="-127"/>
                          <a:ea typeface="Rix모던고딕 M" panose="02020603020101020101" pitchFamily="18" charset="-127"/>
                        </a:rPr>
                        <a:t>-</a:t>
                      </a:r>
                      <a:endParaRPr lang="en-US" sz="700" kern="0" spc="0" dirty="0">
                        <a:solidFill>
                          <a:srgbClr val="000000"/>
                        </a:solidFill>
                        <a:effectLst/>
                        <a:latin typeface="Rix모던고딕 M" panose="02020603020101020101" pitchFamily="18" charset="-127"/>
                        <a:ea typeface="Rix모던고딕 M" panose="02020603020101020101" pitchFamily="18" charset="-127"/>
                      </a:endParaRPr>
                    </a:p>
                  </a:txBody>
                  <a:tcPr marL="46995" marR="46995" marT="39163" marB="12993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-114300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700" kern="0" spc="-50" dirty="0">
                          <a:solidFill>
                            <a:srgbClr val="000000"/>
                          </a:solidFill>
                          <a:effectLst/>
                          <a:latin typeface="Rix모던고딕 M" panose="02020603020101020101" pitchFamily="18" charset="-127"/>
                          <a:ea typeface="Rix모던고딕 M" panose="02020603020101020101" pitchFamily="18" charset="-127"/>
                        </a:rPr>
                        <a:t>- </a:t>
                      </a:r>
                      <a:r>
                        <a:rPr lang="ko-KR" altLang="en-US" sz="700" kern="0" spc="-50" dirty="0">
                          <a:solidFill>
                            <a:srgbClr val="000000"/>
                          </a:solidFill>
                          <a:effectLst/>
                          <a:latin typeface="Rix모던고딕 M" panose="02020603020101020101" pitchFamily="18" charset="-127"/>
                          <a:ea typeface="Rix모던고딕 M" panose="02020603020101020101" pitchFamily="18" charset="-127"/>
                        </a:rPr>
                        <a:t>주요서비스 시간 외에 발생한 경우</a:t>
                      </a:r>
                      <a:endParaRPr lang="ko-KR" altLang="en-US" sz="700" kern="0" spc="0" dirty="0">
                        <a:solidFill>
                          <a:srgbClr val="000000"/>
                        </a:solidFill>
                        <a:effectLst/>
                        <a:latin typeface="Rix모던고딕 M" panose="02020603020101020101" pitchFamily="18" charset="-127"/>
                        <a:ea typeface="Rix모던고딕 M" panose="02020603020101020101" pitchFamily="18" charset="-127"/>
                      </a:endParaRPr>
                    </a:p>
                    <a:p>
                      <a:pPr marL="0" marR="0" indent="-114300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700" kern="0" spc="-50" dirty="0">
                          <a:solidFill>
                            <a:srgbClr val="000000"/>
                          </a:solidFill>
                          <a:effectLst/>
                          <a:latin typeface="Rix모던고딕 M" panose="02020603020101020101" pitchFamily="18" charset="-127"/>
                          <a:ea typeface="Rix모던고딕 M" panose="02020603020101020101" pitchFamily="18" charset="-127"/>
                        </a:rPr>
                        <a:t>- </a:t>
                      </a:r>
                      <a:r>
                        <a:rPr lang="ko-KR" altLang="en-US" sz="700" kern="0" spc="-50" dirty="0">
                          <a:solidFill>
                            <a:srgbClr val="000000"/>
                          </a:solidFill>
                          <a:effectLst/>
                          <a:latin typeface="Rix모던고딕 M" panose="02020603020101020101" pitchFamily="18" charset="-127"/>
                          <a:ea typeface="Rix모던고딕 M" panose="02020603020101020101" pitchFamily="18" charset="-127"/>
                        </a:rPr>
                        <a:t>해당 업무 일부가 정지된 경우</a:t>
                      </a:r>
                      <a:endParaRPr lang="ko-KR" altLang="en-US" sz="700" kern="0" spc="0" dirty="0">
                        <a:solidFill>
                          <a:srgbClr val="000000"/>
                        </a:solidFill>
                        <a:effectLst/>
                        <a:latin typeface="Rix모던고딕 M" panose="02020603020101020101" pitchFamily="18" charset="-127"/>
                        <a:ea typeface="Rix모던고딕 M" panose="02020603020101020101" pitchFamily="18" charset="-127"/>
                      </a:endParaRPr>
                    </a:p>
                    <a:p>
                      <a:pPr marL="0" marR="0" indent="-114300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700" kern="0" spc="-50" dirty="0">
                          <a:solidFill>
                            <a:srgbClr val="000000"/>
                          </a:solidFill>
                          <a:effectLst/>
                          <a:latin typeface="Rix모던고딕 M" panose="02020603020101020101" pitchFamily="18" charset="-127"/>
                          <a:ea typeface="Rix모던고딕 M" panose="02020603020101020101" pitchFamily="18" charset="-127"/>
                        </a:rPr>
                        <a:t>- </a:t>
                      </a:r>
                      <a:r>
                        <a:rPr lang="ko-KR" altLang="en-US" sz="700" kern="0" spc="-50" dirty="0" smtClean="0">
                          <a:solidFill>
                            <a:srgbClr val="000000"/>
                          </a:solidFill>
                          <a:effectLst/>
                          <a:latin typeface="Rix모던고딕 M" panose="02020603020101020101" pitchFamily="18" charset="-127"/>
                          <a:ea typeface="Rix모던고딕 M" panose="02020603020101020101" pitchFamily="18" charset="-127"/>
                        </a:rPr>
                        <a:t>내용연수 </a:t>
                      </a:r>
                      <a:r>
                        <a:rPr lang="ko-KR" altLang="en-US" sz="700" kern="0" spc="-50" dirty="0">
                          <a:solidFill>
                            <a:srgbClr val="000000"/>
                          </a:solidFill>
                          <a:effectLst/>
                          <a:latin typeface="Rix모던고딕 M" panose="02020603020101020101" pitchFamily="18" charset="-127"/>
                          <a:ea typeface="Rix모던고딕 M" panose="02020603020101020101" pitchFamily="18" charset="-127"/>
                        </a:rPr>
                        <a:t>초과장비 등</a:t>
                      </a:r>
                      <a:endParaRPr lang="ko-KR" altLang="en-US" sz="700" kern="0" spc="0" dirty="0">
                        <a:solidFill>
                          <a:srgbClr val="000000"/>
                        </a:solidFill>
                        <a:effectLst/>
                        <a:latin typeface="Rix모던고딕 M" panose="02020603020101020101" pitchFamily="18" charset="-127"/>
                        <a:ea typeface="Rix모던고딕 M" panose="02020603020101020101" pitchFamily="18" charset="-127"/>
                      </a:endParaRPr>
                    </a:p>
                  </a:txBody>
                  <a:tcPr marL="46995" marR="46995" marT="39163" marB="12993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-10922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81000" algn="l"/>
                          <a:tab pos="762000" algn="l"/>
                          <a:tab pos="1143000" algn="l"/>
                          <a:tab pos="1524000" algn="l"/>
                          <a:tab pos="1905000" algn="l"/>
                          <a:tab pos="2286000" algn="l"/>
                          <a:tab pos="2667000" algn="l"/>
                          <a:tab pos="3048000" algn="l"/>
                          <a:tab pos="3429000" algn="l"/>
                          <a:tab pos="3810000" algn="l"/>
                          <a:tab pos="4191000" algn="l"/>
                          <a:tab pos="4572000" algn="l"/>
                          <a:tab pos="4953000" algn="l"/>
                          <a:tab pos="5334000" algn="l"/>
                          <a:tab pos="5715000" algn="l"/>
                          <a:tab pos="6096000" algn="l"/>
                          <a:tab pos="6477000" algn="l"/>
                          <a:tab pos="6858000" algn="l"/>
                          <a:tab pos="7239000" algn="l"/>
                          <a:tab pos="7620000" algn="l"/>
                          <a:tab pos="8001000" algn="l"/>
                          <a:tab pos="8382000" algn="l"/>
                          <a:tab pos="8763000" algn="l"/>
                          <a:tab pos="9144000" algn="l"/>
                          <a:tab pos="9525000" algn="l"/>
                          <a:tab pos="9906000" algn="l"/>
                          <a:tab pos="10287000" algn="l"/>
                          <a:tab pos="10668000" algn="l"/>
                          <a:tab pos="11049000" algn="l"/>
                          <a:tab pos="11430000" algn="l"/>
                          <a:tab pos="11811000" algn="l"/>
                          <a:tab pos="12192000" algn="l"/>
                        </a:tabLst>
                      </a:pPr>
                      <a:r>
                        <a:rPr lang="en-US" sz="700" kern="0" spc="-50" dirty="0">
                          <a:solidFill>
                            <a:srgbClr val="000000"/>
                          </a:solidFill>
                          <a:effectLst/>
                          <a:latin typeface="Rix모던고딕 M" panose="02020603020101020101" pitchFamily="18" charset="-127"/>
                          <a:ea typeface="Rix모던고딕 M" panose="02020603020101020101" pitchFamily="18" charset="-127"/>
                        </a:rPr>
                        <a:t>-</a:t>
                      </a:r>
                      <a:endParaRPr lang="en-US" sz="700" kern="0" spc="0" dirty="0">
                        <a:solidFill>
                          <a:srgbClr val="000000"/>
                        </a:solidFill>
                        <a:effectLst/>
                        <a:latin typeface="Rix모던고딕 M" panose="02020603020101020101" pitchFamily="18" charset="-127"/>
                        <a:ea typeface="Rix모던고딕 M" panose="02020603020101020101" pitchFamily="18" charset="-127"/>
                      </a:endParaRPr>
                    </a:p>
                  </a:txBody>
                  <a:tcPr marL="46995" marR="46995" marT="39163" marB="12993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00802"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700" b="1" kern="0" spc="0" dirty="0">
                          <a:solidFill>
                            <a:srgbClr val="000000"/>
                          </a:solidFill>
                          <a:effectLst/>
                          <a:latin typeface="Rix모던고딕 M" panose="02020603020101020101" pitchFamily="18" charset="-127"/>
                          <a:ea typeface="Rix모던고딕 M" panose="02020603020101020101" pitchFamily="18" charset="-127"/>
                        </a:rPr>
                        <a:t>산정점수</a:t>
                      </a:r>
                      <a:endParaRPr lang="ko-KR" altLang="en-US" sz="700" kern="0" spc="0" dirty="0">
                        <a:solidFill>
                          <a:srgbClr val="000000"/>
                        </a:solidFill>
                        <a:effectLst/>
                        <a:latin typeface="Rix모던고딕 M" panose="02020603020101020101" pitchFamily="18" charset="-127"/>
                        <a:ea typeface="Rix모던고딕 M" panose="02020603020101020101" pitchFamily="18" charset="-127"/>
                      </a:endParaRPr>
                    </a:p>
                  </a:txBody>
                  <a:tcPr marL="66346" marR="66346" marT="33173" marB="33173" anchor="ctr">
                    <a:lnL>
                      <a:noFill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81000" algn="l"/>
                          <a:tab pos="762000" algn="l"/>
                          <a:tab pos="1143000" algn="l"/>
                          <a:tab pos="1524000" algn="l"/>
                          <a:tab pos="1905000" algn="l"/>
                          <a:tab pos="2286000" algn="l"/>
                          <a:tab pos="2667000" algn="l"/>
                          <a:tab pos="3048000" algn="l"/>
                          <a:tab pos="3429000" algn="l"/>
                          <a:tab pos="3810000" algn="l"/>
                          <a:tab pos="4191000" algn="l"/>
                          <a:tab pos="4572000" algn="l"/>
                          <a:tab pos="4953000" algn="l"/>
                          <a:tab pos="5334000" algn="l"/>
                          <a:tab pos="5715000" algn="l"/>
                          <a:tab pos="6096000" algn="l"/>
                          <a:tab pos="6477000" algn="l"/>
                          <a:tab pos="6858000" algn="l"/>
                          <a:tab pos="7239000" algn="l"/>
                          <a:tab pos="7620000" algn="l"/>
                          <a:tab pos="8001000" algn="l"/>
                          <a:tab pos="8382000" algn="l"/>
                          <a:tab pos="8763000" algn="l"/>
                          <a:tab pos="9144000" algn="l"/>
                          <a:tab pos="9525000" algn="l"/>
                          <a:tab pos="9906000" algn="l"/>
                          <a:tab pos="10287000" algn="l"/>
                          <a:tab pos="10668000" algn="l"/>
                          <a:tab pos="11049000" algn="l"/>
                          <a:tab pos="11430000" algn="l"/>
                          <a:tab pos="11811000" algn="l"/>
                          <a:tab pos="12192000" algn="l"/>
                        </a:tabLst>
                      </a:pPr>
                      <a:r>
                        <a:rPr lang="en-US" altLang="ko-KR" sz="700" b="1" kern="0" spc="-50" dirty="0">
                          <a:solidFill>
                            <a:srgbClr val="000000"/>
                          </a:solidFill>
                          <a:effectLst/>
                          <a:latin typeface="Rix모던고딕 M" panose="02020603020101020101" pitchFamily="18" charset="-127"/>
                          <a:ea typeface="Rix모던고딕 M" panose="02020603020101020101" pitchFamily="18" charset="-127"/>
                        </a:rPr>
                        <a:t>- </a:t>
                      </a:r>
                      <a:r>
                        <a:rPr lang="ko-KR" altLang="en-US" sz="700" b="1" kern="0" spc="-50" dirty="0">
                          <a:solidFill>
                            <a:srgbClr val="000000"/>
                          </a:solidFill>
                          <a:effectLst/>
                          <a:latin typeface="Rix모던고딕 M" panose="02020603020101020101" pitchFamily="18" charset="-127"/>
                          <a:ea typeface="Rix모던고딕 M" panose="02020603020101020101" pitchFamily="18" charset="-127"/>
                        </a:rPr>
                        <a:t>산정점수 </a:t>
                      </a:r>
                      <a:r>
                        <a:rPr lang="en-US" altLang="ko-KR" sz="700" b="1" kern="0" spc="-50" dirty="0">
                          <a:solidFill>
                            <a:srgbClr val="000000"/>
                          </a:solidFill>
                          <a:effectLst/>
                          <a:latin typeface="Rix모던고딕 M" panose="02020603020101020101" pitchFamily="18" charset="-127"/>
                          <a:ea typeface="Rix모던고딕 M" panose="02020603020101020101" pitchFamily="18" charset="-127"/>
                        </a:rPr>
                        <a:t>: 90 </a:t>
                      </a:r>
                      <a:r>
                        <a:rPr lang="ko-KR" altLang="en-US" sz="700" b="1" kern="0" spc="-50" dirty="0">
                          <a:solidFill>
                            <a:srgbClr val="000000"/>
                          </a:solidFill>
                          <a:effectLst/>
                          <a:latin typeface="Rix모던고딕 M" panose="02020603020101020101" pitchFamily="18" charset="-127"/>
                          <a:ea typeface="Rix모던고딕 M" panose="02020603020101020101" pitchFamily="18" charset="-127"/>
                        </a:rPr>
                        <a:t>초과</a:t>
                      </a:r>
                      <a:endParaRPr lang="ko-KR" altLang="en-US" sz="700" kern="0" spc="0" dirty="0">
                        <a:solidFill>
                          <a:srgbClr val="000000"/>
                        </a:solidFill>
                        <a:effectLst/>
                        <a:latin typeface="Rix모던고딕 M" panose="02020603020101020101" pitchFamily="18" charset="-127"/>
                        <a:ea typeface="Rix모던고딕 M" panose="02020603020101020101" pitchFamily="18" charset="-127"/>
                      </a:endParaRPr>
                    </a:p>
                    <a:p>
                      <a:pPr marL="0" marR="0" indent="-114300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700" kern="0" spc="-50" dirty="0">
                          <a:solidFill>
                            <a:srgbClr val="000000"/>
                          </a:solidFill>
                          <a:effectLst/>
                          <a:latin typeface="Rix모던고딕 M" panose="02020603020101020101" pitchFamily="18" charset="-127"/>
                          <a:ea typeface="Rix모던고딕 M" panose="02020603020101020101" pitchFamily="18" charset="-127"/>
                        </a:rPr>
                        <a:t>․</a:t>
                      </a:r>
                      <a:r>
                        <a:rPr lang="ko-KR" altLang="en-US" sz="700" kern="0" spc="-50" dirty="0">
                          <a:solidFill>
                            <a:srgbClr val="000000"/>
                          </a:solidFill>
                          <a:effectLst/>
                          <a:latin typeface="Rix모던고딕 M" panose="02020603020101020101" pitchFamily="18" charset="-127"/>
                          <a:ea typeface="Rix모던고딕 M" panose="02020603020101020101" pitchFamily="18" charset="-127"/>
                        </a:rPr>
                        <a:t>업무</a:t>
                      </a:r>
                      <a:r>
                        <a:rPr lang="en-US" altLang="ko-KR" sz="700" kern="0" spc="-50" dirty="0">
                          <a:solidFill>
                            <a:srgbClr val="000000"/>
                          </a:solidFill>
                          <a:effectLst/>
                          <a:latin typeface="Rix모던고딕 M" panose="02020603020101020101" pitchFamily="18" charset="-127"/>
                          <a:ea typeface="Rix모던고딕 M" panose="02020603020101020101" pitchFamily="18" charset="-127"/>
                        </a:rPr>
                        <a:t>(1) + </a:t>
                      </a:r>
                      <a:r>
                        <a:rPr lang="ko-KR" altLang="en-US" sz="700" kern="0" spc="-50" dirty="0">
                          <a:solidFill>
                            <a:srgbClr val="000000"/>
                          </a:solidFill>
                          <a:effectLst/>
                          <a:latin typeface="Rix모던고딕 M" panose="02020603020101020101" pitchFamily="18" charset="-127"/>
                          <a:ea typeface="Rix모던고딕 M" panose="02020603020101020101" pitchFamily="18" charset="-127"/>
                        </a:rPr>
                        <a:t>장비</a:t>
                      </a:r>
                      <a:r>
                        <a:rPr lang="en-US" altLang="ko-KR" sz="700" kern="0" spc="-50" dirty="0">
                          <a:solidFill>
                            <a:srgbClr val="000000"/>
                          </a:solidFill>
                          <a:effectLst/>
                          <a:latin typeface="Rix모던고딕 M" panose="02020603020101020101" pitchFamily="18" charset="-127"/>
                          <a:ea typeface="Rix모던고딕 M" panose="02020603020101020101" pitchFamily="18" charset="-127"/>
                        </a:rPr>
                        <a:t>(1) + </a:t>
                      </a:r>
                      <a:r>
                        <a:rPr lang="ko-KR" altLang="en-US" sz="700" kern="0" spc="-50" dirty="0">
                          <a:solidFill>
                            <a:srgbClr val="000000"/>
                          </a:solidFill>
                          <a:effectLst/>
                          <a:latin typeface="Rix모던고딕 M" panose="02020603020101020101" pitchFamily="18" charset="-127"/>
                          <a:ea typeface="Rix모던고딕 M" panose="02020603020101020101" pitchFamily="18" charset="-127"/>
                        </a:rPr>
                        <a:t>영향도</a:t>
                      </a:r>
                      <a:r>
                        <a:rPr lang="en-US" altLang="ko-KR" sz="700" kern="0" spc="-50" dirty="0">
                          <a:solidFill>
                            <a:srgbClr val="000000"/>
                          </a:solidFill>
                          <a:effectLst/>
                          <a:latin typeface="Rix모던고딕 M" panose="02020603020101020101" pitchFamily="18" charset="-127"/>
                          <a:ea typeface="Rix모던고딕 M" panose="02020603020101020101" pitchFamily="18" charset="-127"/>
                        </a:rPr>
                        <a:t>(1)</a:t>
                      </a:r>
                      <a:endParaRPr lang="ko-KR" altLang="en-US" sz="700" kern="0" spc="0" dirty="0">
                        <a:solidFill>
                          <a:srgbClr val="000000"/>
                        </a:solidFill>
                        <a:effectLst/>
                        <a:latin typeface="Rix모던고딕 M" panose="02020603020101020101" pitchFamily="18" charset="-127"/>
                        <a:ea typeface="Rix모던고딕 M" panose="02020603020101020101" pitchFamily="18" charset="-127"/>
                      </a:endParaRPr>
                    </a:p>
                    <a:p>
                      <a:pPr marL="0" marR="0" indent="-114300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700" kern="0" spc="-50" dirty="0">
                          <a:solidFill>
                            <a:srgbClr val="000000"/>
                          </a:solidFill>
                          <a:effectLst/>
                          <a:latin typeface="Rix모던고딕 M" panose="02020603020101020101" pitchFamily="18" charset="-127"/>
                          <a:ea typeface="Rix모던고딕 M" panose="02020603020101020101" pitchFamily="18" charset="-127"/>
                        </a:rPr>
                        <a:t>․</a:t>
                      </a:r>
                      <a:r>
                        <a:rPr lang="ko-KR" altLang="en-US" sz="700" kern="0" spc="-50" dirty="0">
                          <a:solidFill>
                            <a:srgbClr val="000000"/>
                          </a:solidFill>
                          <a:effectLst/>
                          <a:latin typeface="Rix모던고딕 M" panose="02020603020101020101" pitchFamily="18" charset="-127"/>
                          <a:ea typeface="Rix모던고딕 M" panose="02020603020101020101" pitchFamily="18" charset="-127"/>
                        </a:rPr>
                        <a:t>업무</a:t>
                      </a:r>
                      <a:r>
                        <a:rPr lang="en-US" altLang="ko-KR" sz="700" kern="0" spc="-50" dirty="0">
                          <a:solidFill>
                            <a:srgbClr val="000000"/>
                          </a:solidFill>
                          <a:effectLst/>
                          <a:latin typeface="Rix모던고딕 M" panose="02020603020101020101" pitchFamily="18" charset="-127"/>
                          <a:ea typeface="Rix모던고딕 M" panose="02020603020101020101" pitchFamily="18" charset="-127"/>
                        </a:rPr>
                        <a:t>(1) + </a:t>
                      </a:r>
                      <a:r>
                        <a:rPr lang="ko-KR" altLang="en-US" sz="700" kern="0" spc="-50" dirty="0">
                          <a:solidFill>
                            <a:srgbClr val="000000"/>
                          </a:solidFill>
                          <a:effectLst/>
                          <a:latin typeface="Rix모던고딕 M" panose="02020603020101020101" pitchFamily="18" charset="-127"/>
                          <a:ea typeface="Rix모던고딕 M" panose="02020603020101020101" pitchFamily="18" charset="-127"/>
                        </a:rPr>
                        <a:t>장비</a:t>
                      </a:r>
                      <a:r>
                        <a:rPr lang="en-US" altLang="ko-KR" sz="700" kern="0" spc="-50" dirty="0">
                          <a:solidFill>
                            <a:srgbClr val="000000"/>
                          </a:solidFill>
                          <a:effectLst/>
                          <a:latin typeface="Rix모던고딕 M" panose="02020603020101020101" pitchFamily="18" charset="-127"/>
                          <a:ea typeface="Rix모던고딕 M" panose="02020603020101020101" pitchFamily="18" charset="-127"/>
                        </a:rPr>
                        <a:t>(2) + </a:t>
                      </a:r>
                      <a:r>
                        <a:rPr lang="ko-KR" altLang="en-US" sz="700" kern="0" spc="-50" dirty="0">
                          <a:solidFill>
                            <a:srgbClr val="000000"/>
                          </a:solidFill>
                          <a:effectLst/>
                          <a:latin typeface="Rix모던고딕 M" panose="02020603020101020101" pitchFamily="18" charset="-127"/>
                          <a:ea typeface="Rix모던고딕 M" panose="02020603020101020101" pitchFamily="18" charset="-127"/>
                        </a:rPr>
                        <a:t>영향도</a:t>
                      </a:r>
                      <a:r>
                        <a:rPr lang="en-US" altLang="ko-KR" sz="700" kern="0" spc="-50" dirty="0">
                          <a:solidFill>
                            <a:srgbClr val="000000"/>
                          </a:solidFill>
                          <a:effectLst/>
                          <a:latin typeface="Rix모던고딕 M" panose="02020603020101020101" pitchFamily="18" charset="-127"/>
                          <a:ea typeface="Rix모던고딕 M" panose="02020603020101020101" pitchFamily="18" charset="-127"/>
                        </a:rPr>
                        <a:t>(1)</a:t>
                      </a:r>
                      <a:endParaRPr lang="ko-KR" altLang="en-US" sz="700" kern="0" spc="0" dirty="0">
                        <a:solidFill>
                          <a:srgbClr val="000000"/>
                        </a:solidFill>
                        <a:effectLst/>
                        <a:latin typeface="Rix모던고딕 M" panose="02020603020101020101" pitchFamily="18" charset="-127"/>
                        <a:ea typeface="Rix모던고딕 M" panose="02020603020101020101" pitchFamily="18" charset="-127"/>
                      </a:endParaRPr>
                    </a:p>
                  </a:txBody>
                  <a:tcPr marL="66346" marR="66346" marT="33173" marB="33173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81000" algn="l"/>
                          <a:tab pos="762000" algn="l"/>
                          <a:tab pos="1143000" algn="l"/>
                          <a:tab pos="1524000" algn="l"/>
                          <a:tab pos="1905000" algn="l"/>
                          <a:tab pos="2286000" algn="l"/>
                          <a:tab pos="2667000" algn="l"/>
                          <a:tab pos="3048000" algn="l"/>
                          <a:tab pos="3429000" algn="l"/>
                          <a:tab pos="3810000" algn="l"/>
                          <a:tab pos="4191000" algn="l"/>
                          <a:tab pos="4572000" algn="l"/>
                          <a:tab pos="4953000" algn="l"/>
                          <a:tab pos="5334000" algn="l"/>
                          <a:tab pos="5715000" algn="l"/>
                          <a:tab pos="6096000" algn="l"/>
                          <a:tab pos="6477000" algn="l"/>
                          <a:tab pos="6858000" algn="l"/>
                          <a:tab pos="7239000" algn="l"/>
                          <a:tab pos="7620000" algn="l"/>
                          <a:tab pos="8001000" algn="l"/>
                          <a:tab pos="8382000" algn="l"/>
                          <a:tab pos="8763000" algn="l"/>
                          <a:tab pos="9144000" algn="l"/>
                          <a:tab pos="9525000" algn="l"/>
                          <a:tab pos="9906000" algn="l"/>
                          <a:tab pos="10287000" algn="l"/>
                          <a:tab pos="10668000" algn="l"/>
                          <a:tab pos="11049000" algn="l"/>
                          <a:tab pos="11430000" algn="l"/>
                          <a:tab pos="11811000" algn="l"/>
                          <a:tab pos="12192000" algn="l"/>
                        </a:tabLst>
                      </a:pPr>
                      <a:r>
                        <a:rPr lang="en-US" altLang="ko-KR" sz="700" b="1" kern="0" spc="-50" dirty="0">
                          <a:solidFill>
                            <a:srgbClr val="000000"/>
                          </a:solidFill>
                          <a:effectLst/>
                          <a:latin typeface="Rix모던고딕 M" panose="02020603020101020101" pitchFamily="18" charset="-127"/>
                          <a:ea typeface="Rix모던고딕 M" panose="02020603020101020101" pitchFamily="18" charset="-127"/>
                        </a:rPr>
                        <a:t>- </a:t>
                      </a:r>
                      <a:r>
                        <a:rPr lang="ko-KR" altLang="en-US" sz="700" b="1" kern="0" spc="-50" dirty="0">
                          <a:solidFill>
                            <a:srgbClr val="000000"/>
                          </a:solidFill>
                          <a:effectLst/>
                          <a:latin typeface="Rix모던고딕 M" panose="02020603020101020101" pitchFamily="18" charset="-127"/>
                          <a:ea typeface="Rix모던고딕 M" panose="02020603020101020101" pitchFamily="18" charset="-127"/>
                        </a:rPr>
                        <a:t>산정점수 </a:t>
                      </a:r>
                      <a:r>
                        <a:rPr lang="en-US" altLang="ko-KR" sz="700" b="1" kern="0" spc="-50" dirty="0">
                          <a:solidFill>
                            <a:srgbClr val="000000"/>
                          </a:solidFill>
                          <a:effectLst/>
                          <a:latin typeface="Rix모던고딕 M" panose="02020603020101020101" pitchFamily="18" charset="-127"/>
                          <a:ea typeface="Rix모던고딕 M" panose="02020603020101020101" pitchFamily="18" charset="-127"/>
                        </a:rPr>
                        <a:t>: 90 </a:t>
                      </a:r>
                      <a:r>
                        <a:rPr lang="ko-KR" altLang="en-US" sz="700" b="1" kern="0" spc="-50" dirty="0">
                          <a:solidFill>
                            <a:srgbClr val="000000"/>
                          </a:solidFill>
                          <a:effectLst/>
                          <a:latin typeface="Rix모던고딕 M" panose="02020603020101020101" pitchFamily="18" charset="-127"/>
                          <a:ea typeface="Rix모던고딕 M" panose="02020603020101020101" pitchFamily="18" charset="-127"/>
                        </a:rPr>
                        <a:t>이하 </a:t>
                      </a:r>
                      <a:r>
                        <a:rPr lang="en-US" altLang="ko-KR" sz="700" b="1" kern="0" spc="-50" dirty="0">
                          <a:solidFill>
                            <a:srgbClr val="000000"/>
                          </a:solidFill>
                          <a:effectLst/>
                          <a:latin typeface="Rix모던고딕 M" panose="02020603020101020101" pitchFamily="18" charset="-127"/>
                          <a:ea typeface="Rix모던고딕 M" panose="02020603020101020101" pitchFamily="18" charset="-127"/>
                        </a:rPr>
                        <a:t>~ 80 </a:t>
                      </a:r>
                      <a:r>
                        <a:rPr lang="ko-KR" altLang="en-US" sz="700" b="1" kern="0" spc="-50" dirty="0">
                          <a:solidFill>
                            <a:srgbClr val="000000"/>
                          </a:solidFill>
                          <a:effectLst/>
                          <a:latin typeface="Rix모던고딕 M" panose="02020603020101020101" pitchFamily="18" charset="-127"/>
                          <a:ea typeface="Rix모던고딕 M" panose="02020603020101020101" pitchFamily="18" charset="-127"/>
                        </a:rPr>
                        <a:t>초과</a:t>
                      </a:r>
                      <a:endParaRPr lang="ko-KR" altLang="en-US" sz="700" kern="0" spc="0" dirty="0">
                        <a:solidFill>
                          <a:srgbClr val="000000"/>
                        </a:solidFill>
                        <a:effectLst/>
                        <a:latin typeface="Rix모던고딕 M" panose="02020603020101020101" pitchFamily="18" charset="-127"/>
                        <a:ea typeface="Rix모던고딕 M" panose="02020603020101020101" pitchFamily="18" charset="-127"/>
                      </a:endParaRPr>
                    </a:p>
                    <a:p>
                      <a:pPr marL="0" marR="0" indent="-114300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700" kern="0" spc="-50" dirty="0">
                          <a:solidFill>
                            <a:srgbClr val="000000"/>
                          </a:solidFill>
                          <a:effectLst/>
                          <a:latin typeface="Rix모던고딕 M" panose="02020603020101020101" pitchFamily="18" charset="-127"/>
                          <a:ea typeface="Rix모던고딕 M" panose="02020603020101020101" pitchFamily="18" charset="-127"/>
                        </a:rPr>
                        <a:t>․</a:t>
                      </a:r>
                      <a:r>
                        <a:rPr lang="ko-KR" altLang="en-US" sz="700" u="sng" kern="0" spc="-50" dirty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Rix모던고딕 M" panose="02020603020101020101" pitchFamily="18" charset="-127"/>
                          <a:ea typeface="Rix모던고딕 M" panose="02020603020101020101" pitchFamily="18" charset="-127"/>
                        </a:rPr>
                        <a:t>업무</a:t>
                      </a:r>
                      <a:r>
                        <a:rPr lang="en-US" altLang="ko-KR" sz="700" u="sng" kern="0" spc="-50" dirty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Rix모던고딕 M" panose="02020603020101020101" pitchFamily="18" charset="-127"/>
                          <a:ea typeface="Rix모던고딕 M" panose="02020603020101020101" pitchFamily="18" charset="-127"/>
                        </a:rPr>
                        <a:t>(1) + </a:t>
                      </a:r>
                      <a:r>
                        <a:rPr lang="ko-KR" altLang="en-US" sz="700" u="sng" kern="0" spc="-50" dirty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Rix모던고딕 M" panose="02020603020101020101" pitchFamily="18" charset="-127"/>
                          <a:ea typeface="Rix모던고딕 M" panose="02020603020101020101" pitchFamily="18" charset="-127"/>
                        </a:rPr>
                        <a:t>장비</a:t>
                      </a:r>
                      <a:r>
                        <a:rPr lang="en-US" altLang="ko-KR" sz="700" u="sng" kern="0" spc="-50" dirty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Rix모던고딕 M" panose="02020603020101020101" pitchFamily="18" charset="-127"/>
                          <a:ea typeface="Rix모던고딕 M" panose="02020603020101020101" pitchFamily="18" charset="-127"/>
                        </a:rPr>
                        <a:t>(1) + </a:t>
                      </a:r>
                      <a:r>
                        <a:rPr lang="ko-KR" altLang="en-US" sz="700" u="sng" kern="0" spc="-50" dirty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Rix모던고딕 M" panose="02020603020101020101" pitchFamily="18" charset="-127"/>
                          <a:ea typeface="Rix모던고딕 M" panose="02020603020101020101" pitchFamily="18" charset="-127"/>
                        </a:rPr>
                        <a:t>영향도</a:t>
                      </a:r>
                      <a:r>
                        <a:rPr lang="en-US" altLang="ko-KR" sz="700" u="sng" kern="0" spc="-50" dirty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Rix모던고딕 M" panose="02020603020101020101" pitchFamily="18" charset="-127"/>
                          <a:ea typeface="Rix모던고딕 M" panose="02020603020101020101" pitchFamily="18" charset="-127"/>
                        </a:rPr>
                        <a:t>(3)</a:t>
                      </a:r>
                      <a:endParaRPr lang="ko-KR" altLang="en-US" sz="700" kern="0" spc="0" dirty="0">
                        <a:solidFill>
                          <a:srgbClr val="000000"/>
                        </a:solidFill>
                        <a:effectLst/>
                        <a:latin typeface="Rix모던고딕 M" panose="02020603020101020101" pitchFamily="18" charset="-127"/>
                        <a:ea typeface="Rix모던고딕 M" panose="02020603020101020101" pitchFamily="18" charset="-127"/>
                      </a:endParaRPr>
                    </a:p>
                    <a:p>
                      <a:pPr marL="0" marR="0" indent="-114300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700" kern="0" spc="-50" dirty="0">
                          <a:solidFill>
                            <a:srgbClr val="000000"/>
                          </a:solidFill>
                          <a:effectLst/>
                          <a:latin typeface="Rix모던고딕 M" panose="02020603020101020101" pitchFamily="18" charset="-127"/>
                          <a:ea typeface="Rix모던고딕 M" panose="02020603020101020101" pitchFamily="18" charset="-127"/>
                        </a:rPr>
                        <a:t>․</a:t>
                      </a:r>
                      <a:r>
                        <a:rPr lang="ko-KR" altLang="en-US" sz="700" u="sng" kern="0" spc="-50" dirty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Rix모던고딕 M" panose="02020603020101020101" pitchFamily="18" charset="-127"/>
                          <a:ea typeface="Rix모던고딕 M" panose="02020603020101020101" pitchFamily="18" charset="-127"/>
                        </a:rPr>
                        <a:t>업무</a:t>
                      </a:r>
                      <a:r>
                        <a:rPr lang="en-US" altLang="ko-KR" sz="700" u="sng" kern="0" spc="-50" dirty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Rix모던고딕 M" panose="02020603020101020101" pitchFamily="18" charset="-127"/>
                          <a:ea typeface="Rix모던고딕 M" panose="02020603020101020101" pitchFamily="18" charset="-127"/>
                        </a:rPr>
                        <a:t>(1) + </a:t>
                      </a:r>
                      <a:r>
                        <a:rPr lang="ko-KR" altLang="en-US" sz="700" u="sng" kern="0" spc="-50" dirty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Rix모던고딕 M" panose="02020603020101020101" pitchFamily="18" charset="-127"/>
                          <a:ea typeface="Rix모던고딕 M" panose="02020603020101020101" pitchFamily="18" charset="-127"/>
                        </a:rPr>
                        <a:t>장비</a:t>
                      </a:r>
                      <a:r>
                        <a:rPr lang="en-US" altLang="ko-KR" sz="700" u="sng" kern="0" spc="-50" dirty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Rix모던고딕 M" panose="02020603020101020101" pitchFamily="18" charset="-127"/>
                          <a:ea typeface="Rix모던고딕 M" panose="02020603020101020101" pitchFamily="18" charset="-127"/>
                        </a:rPr>
                        <a:t>(2) + </a:t>
                      </a:r>
                      <a:r>
                        <a:rPr lang="ko-KR" altLang="en-US" sz="700" u="sng" kern="0" spc="-50" dirty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Rix모던고딕 M" panose="02020603020101020101" pitchFamily="18" charset="-127"/>
                          <a:ea typeface="Rix모던고딕 M" panose="02020603020101020101" pitchFamily="18" charset="-127"/>
                        </a:rPr>
                        <a:t>영향도</a:t>
                      </a:r>
                      <a:r>
                        <a:rPr lang="en-US" altLang="ko-KR" sz="700" u="sng" kern="0" spc="-50" dirty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Rix모던고딕 M" panose="02020603020101020101" pitchFamily="18" charset="-127"/>
                          <a:ea typeface="Rix모던고딕 M" panose="02020603020101020101" pitchFamily="18" charset="-127"/>
                        </a:rPr>
                        <a:t>(3)</a:t>
                      </a:r>
                      <a:endParaRPr lang="ko-KR" altLang="en-US" sz="700" kern="0" spc="0" dirty="0">
                        <a:solidFill>
                          <a:srgbClr val="000000"/>
                        </a:solidFill>
                        <a:effectLst/>
                        <a:latin typeface="Rix모던고딕 M" panose="02020603020101020101" pitchFamily="18" charset="-127"/>
                        <a:ea typeface="Rix모던고딕 M" panose="02020603020101020101" pitchFamily="18" charset="-127"/>
                      </a:endParaRPr>
                    </a:p>
                    <a:p>
                      <a:pPr marL="0" marR="0" indent="-114300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700" kern="0" spc="-50" dirty="0">
                          <a:solidFill>
                            <a:srgbClr val="000000"/>
                          </a:solidFill>
                          <a:effectLst/>
                          <a:latin typeface="Rix모던고딕 M" panose="02020603020101020101" pitchFamily="18" charset="-127"/>
                          <a:ea typeface="Rix모던고딕 M" panose="02020603020101020101" pitchFamily="18" charset="-127"/>
                        </a:rPr>
                        <a:t>․</a:t>
                      </a:r>
                      <a:r>
                        <a:rPr lang="ko-KR" altLang="en-US" sz="700" kern="0" spc="-50" dirty="0">
                          <a:solidFill>
                            <a:srgbClr val="000000"/>
                          </a:solidFill>
                          <a:effectLst/>
                          <a:latin typeface="Rix모던고딕 M" panose="02020603020101020101" pitchFamily="18" charset="-127"/>
                          <a:ea typeface="Rix모던고딕 M" panose="02020603020101020101" pitchFamily="18" charset="-127"/>
                        </a:rPr>
                        <a:t>업무</a:t>
                      </a:r>
                      <a:r>
                        <a:rPr lang="en-US" altLang="ko-KR" sz="700" kern="0" spc="-50" dirty="0">
                          <a:solidFill>
                            <a:srgbClr val="000000"/>
                          </a:solidFill>
                          <a:effectLst/>
                          <a:latin typeface="Rix모던고딕 M" panose="02020603020101020101" pitchFamily="18" charset="-127"/>
                          <a:ea typeface="Rix모던고딕 M" panose="02020603020101020101" pitchFamily="18" charset="-127"/>
                        </a:rPr>
                        <a:t>(1) + </a:t>
                      </a:r>
                      <a:r>
                        <a:rPr lang="ko-KR" altLang="en-US" sz="700" kern="0" spc="-50" dirty="0">
                          <a:solidFill>
                            <a:srgbClr val="000000"/>
                          </a:solidFill>
                          <a:effectLst/>
                          <a:latin typeface="Rix모던고딕 M" panose="02020603020101020101" pitchFamily="18" charset="-127"/>
                          <a:ea typeface="Rix모던고딕 M" panose="02020603020101020101" pitchFamily="18" charset="-127"/>
                        </a:rPr>
                        <a:t>장비</a:t>
                      </a:r>
                      <a:r>
                        <a:rPr lang="en-US" altLang="ko-KR" sz="700" kern="0" spc="-50" dirty="0">
                          <a:solidFill>
                            <a:srgbClr val="000000"/>
                          </a:solidFill>
                          <a:effectLst/>
                          <a:latin typeface="Rix모던고딕 M" panose="02020603020101020101" pitchFamily="18" charset="-127"/>
                          <a:ea typeface="Rix모던고딕 M" panose="02020603020101020101" pitchFamily="18" charset="-127"/>
                        </a:rPr>
                        <a:t>(3) + </a:t>
                      </a:r>
                      <a:r>
                        <a:rPr lang="ko-KR" altLang="en-US" sz="700" kern="0" spc="-50" dirty="0">
                          <a:solidFill>
                            <a:srgbClr val="000000"/>
                          </a:solidFill>
                          <a:effectLst/>
                          <a:latin typeface="Rix모던고딕 M" panose="02020603020101020101" pitchFamily="18" charset="-127"/>
                          <a:ea typeface="Rix모던고딕 M" panose="02020603020101020101" pitchFamily="18" charset="-127"/>
                        </a:rPr>
                        <a:t>영향도</a:t>
                      </a:r>
                      <a:r>
                        <a:rPr lang="en-US" altLang="ko-KR" sz="700" kern="0" spc="-50" dirty="0">
                          <a:solidFill>
                            <a:srgbClr val="000000"/>
                          </a:solidFill>
                          <a:effectLst/>
                          <a:latin typeface="Rix모던고딕 M" panose="02020603020101020101" pitchFamily="18" charset="-127"/>
                          <a:ea typeface="Rix모던고딕 M" panose="02020603020101020101" pitchFamily="18" charset="-127"/>
                        </a:rPr>
                        <a:t>(1)</a:t>
                      </a:r>
                      <a:endParaRPr lang="ko-KR" altLang="en-US" sz="700" kern="0" spc="0" dirty="0">
                        <a:solidFill>
                          <a:srgbClr val="000000"/>
                        </a:solidFill>
                        <a:effectLst/>
                        <a:latin typeface="Rix모던고딕 M" panose="02020603020101020101" pitchFamily="18" charset="-127"/>
                        <a:ea typeface="Rix모던고딕 M" panose="02020603020101020101" pitchFamily="18" charset="-127"/>
                      </a:endParaRPr>
                    </a:p>
                    <a:p>
                      <a:pPr marL="0" marR="0" indent="-114300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700" kern="0" spc="-50" dirty="0">
                          <a:solidFill>
                            <a:srgbClr val="000000"/>
                          </a:solidFill>
                          <a:effectLst/>
                          <a:latin typeface="Rix모던고딕 M" panose="02020603020101020101" pitchFamily="18" charset="-127"/>
                          <a:ea typeface="Rix모던고딕 M" panose="02020603020101020101" pitchFamily="18" charset="-127"/>
                        </a:rPr>
                        <a:t>․</a:t>
                      </a:r>
                      <a:r>
                        <a:rPr lang="ko-KR" altLang="en-US" sz="700" kern="0" spc="-50" dirty="0">
                          <a:solidFill>
                            <a:srgbClr val="000000"/>
                          </a:solidFill>
                          <a:effectLst/>
                          <a:latin typeface="Rix모던고딕 M" panose="02020603020101020101" pitchFamily="18" charset="-127"/>
                          <a:ea typeface="Rix모던고딕 M" panose="02020603020101020101" pitchFamily="18" charset="-127"/>
                        </a:rPr>
                        <a:t>업무</a:t>
                      </a:r>
                      <a:r>
                        <a:rPr lang="en-US" altLang="ko-KR" sz="700" kern="0" spc="-50" dirty="0">
                          <a:solidFill>
                            <a:srgbClr val="000000"/>
                          </a:solidFill>
                          <a:effectLst/>
                          <a:latin typeface="Rix모던고딕 M" panose="02020603020101020101" pitchFamily="18" charset="-127"/>
                          <a:ea typeface="Rix모던고딕 M" panose="02020603020101020101" pitchFamily="18" charset="-127"/>
                        </a:rPr>
                        <a:t>(2) + </a:t>
                      </a:r>
                      <a:r>
                        <a:rPr lang="ko-KR" altLang="en-US" sz="700" kern="0" spc="-50" dirty="0">
                          <a:solidFill>
                            <a:srgbClr val="000000"/>
                          </a:solidFill>
                          <a:effectLst/>
                          <a:latin typeface="Rix모던고딕 M" panose="02020603020101020101" pitchFamily="18" charset="-127"/>
                          <a:ea typeface="Rix모던고딕 M" panose="02020603020101020101" pitchFamily="18" charset="-127"/>
                        </a:rPr>
                        <a:t>장비</a:t>
                      </a:r>
                      <a:r>
                        <a:rPr lang="en-US" altLang="ko-KR" sz="700" kern="0" spc="-50" dirty="0">
                          <a:solidFill>
                            <a:srgbClr val="000000"/>
                          </a:solidFill>
                          <a:effectLst/>
                          <a:latin typeface="Rix모던고딕 M" panose="02020603020101020101" pitchFamily="18" charset="-127"/>
                          <a:ea typeface="Rix모던고딕 M" panose="02020603020101020101" pitchFamily="18" charset="-127"/>
                        </a:rPr>
                        <a:t>(1) + </a:t>
                      </a:r>
                      <a:r>
                        <a:rPr lang="ko-KR" altLang="en-US" sz="700" kern="0" spc="-50" dirty="0">
                          <a:solidFill>
                            <a:srgbClr val="000000"/>
                          </a:solidFill>
                          <a:effectLst/>
                          <a:latin typeface="Rix모던고딕 M" panose="02020603020101020101" pitchFamily="18" charset="-127"/>
                          <a:ea typeface="Rix모던고딕 M" panose="02020603020101020101" pitchFamily="18" charset="-127"/>
                        </a:rPr>
                        <a:t>영향도</a:t>
                      </a:r>
                      <a:r>
                        <a:rPr lang="en-US" altLang="ko-KR" sz="700" kern="0" spc="-50" dirty="0">
                          <a:solidFill>
                            <a:srgbClr val="000000"/>
                          </a:solidFill>
                          <a:effectLst/>
                          <a:latin typeface="Rix모던고딕 M" panose="02020603020101020101" pitchFamily="18" charset="-127"/>
                          <a:ea typeface="Rix모던고딕 M" panose="02020603020101020101" pitchFamily="18" charset="-127"/>
                        </a:rPr>
                        <a:t>(1)</a:t>
                      </a:r>
                      <a:endParaRPr lang="ko-KR" altLang="en-US" sz="700" kern="0" spc="0" dirty="0">
                        <a:solidFill>
                          <a:srgbClr val="000000"/>
                        </a:solidFill>
                        <a:effectLst/>
                        <a:latin typeface="Rix모던고딕 M" panose="02020603020101020101" pitchFamily="18" charset="-127"/>
                        <a:ea typeface="Rix모던고딕 M" panose="02020603020101020101" pitchFamily="18" charset="-127"/>
                      </a:endParaRPr>
                    </a:p>
                    <a:p>
                      <a:pPr marL="0" marR="0" indent="-114300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700" kern="0" spc="-50" dirty="0">
                          <a:solidFill>
                            <a:srgbClr val="000000"/>
                          </a:solidFill>
                          <a:effectLst/>
                          <a:latin typeface="Rix모던고딕 M" panose="02020603020101020101" pitchFamily="18" charset="-127"/>
                          <a:ea typeface="Rix모던고딕 M" panose="02020603020101020101" pitchFamily="18" charset="-127"/>
                        </a:rPr>
                        <a:t>․</a:t>
                      </a:r>
                      <a:r>
                        <a:rPr lang="ko-KR" altLang="en-US" sz="700" kern="0" spc="-50" dirty="0">
                          <a:solidFill>
                            <a:srgbClr val="000000"/>
                          </a:solidFill>
                          <a:effectLst/>
                          <a:latin typeface="Rix모던고딕 M" panose="02020603020101020101" pitchFamily="18" charset="-127"/>
                          <a:ea typeface="Rix모던고딕 M" panose="02020603020101020101" pitchFamily="18" charset="-127"/>
                        </a:rPr>
                        <a:t>업무</a:t>
                      </a:r>
                      <a:r>
                        <a:rPr lang="en-US" altLang="ko-KR" sz="700" kern="0" spc="-50" dirty="0">
                          <a:solidFill>
                            <a:srgbClr val="000000"/>
                          </a:solidFill>
                          <a:effectLst/>
                          <a:latin typeface="Rix모던고딕 M" panose="02020603020101020101" pitchFamily="18" charset="-127"/>
                          <a:ea typeface="Rix모던고딕 M" panose="02020603020101020101" pitchFamily="18" charset="-127"/>
                        </a:rPr>
                        <a:t>(2) + </a:t>
                      </a:r>
                      <a:r>
                        <a:rPr lang="ko-KR" altLang="en-US" sz="700" kern="0" spc="-50" dirty="0">
                          <a:solidFill>
                            <a:srgbClr val="000000"/>
                          </a:solidFill>
                          <a:effectLst/>
                          <a:latin typeface="Rix모던고딕 M" panose="02020603020101020101" pitchFamily="18" charset="-127"/>
                          <a:ea typeface="Rix모던고딕 M" panose="02020603020101020101" pitchFamily="18" charset="-127"/>
                        </a:rPr>
                        <a:t>장비</a:t>
                      </a:r>
                      <a:r>
                        <a:rPr lang="en-US" altLang="ko-KR" sz="700" kern="0" spc="-50" dirty="0">
                          <a:solidFill>
                            <a:srgbClr val="000000"/>
                          </a:solidFill>
                          <a:effectLst/>
                          <a:latin typeface="Rix모던고딕 M" panose="02020603020101020101" pitchFamily="18" charset="-127"/>
                          <a:ea typeface="Rix모던고딕 M" panose="02020603020101020101" pitchFamily="18" charset="-127"/>
                        </a:rPr>
                        <a:t>(2) + </a:t>
                      </a:r>
                      <a:r>
                        <a:rPr lang="ko-KR" altLang="en-US" sz="700" kern="0" spc="-50" dirty="0">
                          <a:solidFill>
                            <a:srgbClr val="000000"/>
                          </a:solidFill>
                          <a:effectLst/>
                          <a:latin typeface="Rix모던고딕 M" panose="02020603020101020101" pitchFamily="18" charset="-127"/>
                          <a:ea typeface="Rix모던고딕 M" panose="02020603020101020101" pitchFamily="18" charset="-127"/>
                        </a:rPr>
                        <a:t>영향도</a:t>
                      </a:r>
                      <a:r>
                        <a:rPr lang="en-US" altLang="ko-KR" sz="700" kern="0" spc="-50" dirty="0">
                          <a:solidFill>
                            <a:srgbClr val="000000"/>
                          </a:solidFill>
                          <a:effectLst/>
                          <a:latin typeface="Rix모던고딕 M" panose="02020603020101020101" pitchFamily="18" charset="-127"/>
                          <a:ea typeface="Rix모던고딕 M" panose="02020603020101020101" pitchFamily="18" charset="-127"/>
                        </a:rPr>
                        <a:t>(1)</a:t>
                      </a:r>
                      <a:endParaRPr lang="ko-KR" altLang="en-US" sz="700" kern="0" spc="0" dirty="0">
                        <a:solidFill>
                          <a:srgbClr val="000000"/>
                        </a:solidFill>
                        <a:effectLst/>
                        <a:latin typeface="Rix모던고딕 M" panose="02020603020101020101" pitchFamily="18" charset="-127"/>
                        <a:ea typeface="Rix모던고딕 M" panose="02020603020101020101" pitchFamily="18" charset="-127"/>
                      </a:endParaRPr>
                    </a:p>
                  </a:txBody>
                  <a:tcPr marL="46995" marR="46995" marT="39163" marB="12993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81000" algn="l"/>
                          <a:tab pos="762000" algn="l"/>
                          <a:tab pos="1143000" algn="l"/>
                          <a:tab pos="1524000" algn="l"/>
                          <a:tab pos="1905000" algn="l"/>
                          <a:tab pos="2286000" algn="l"/>
                          <a:tab pos="2667000" algn="l"/>
                          <a:tab pos="3048000" algn="l"/>
                          <a:tab pos="3429000" algn="l"/>
                          <a:tab pos="3810000" algn="l"/>
                          <a:tab pos="4191000" algn="l"/>
                          <a:tab pos="4572000" algn="l"/>
                          <a:tab pos="4953000" algn="l"/>
                          <a:tab pos="5334000" algn="l"/>
                          <a:tab pos="5715000" algn="l"/>
                          <a:tab pos="6096000" algn="l"/>
                          <a:tab pos="6477000" algn="l"/>
                          <a:tab pos="6858000" algn="l"/>
                          <a:tab pos="7239000" algn="l"/>
                          <a:tab pos="7620000" algn="l"/>
                          <a:tab pos="8001000" algn="l"/>
                          <a:tab pos="8382000" algn="l"/>
                          <a:tab pos="8763000" algn="l"/>
                          <a:tab pos="9144000" algn="l"/>
                          <a:tab pos="9525000" algn="l"/>
                          <a:tab pos="9906000" algn="l"/>
                          <a:tab pos="10287000" algn="l"/>
                          <a:tab pos="10668000" algn="l"/>
                          <a:tab pos="11049000" algn="l"/>
                          <a:tab pos="11430000" algn="l"/>
                          <a:tab pos="11811000" algn="l"/>
                          <a:tab pos="12192000" algn="l"/>
                        </a:tabLst>
                      </a:pPr>
                      <a:r>
                        <a:rPr lang="en-US" altLang="ko-KR" sz="700" b="1" kern="0" spc="-50" dirty="0">
                          <a:solidFill>
                            <a:srgbClr val="000000"/>
                          </a:solidFill>
                          <a:effectLst/>
                          <a:latin typeface="Rix모던고딕 M" panose="02020603020101020101" pitchFamily="18" charset="-127"/>
                          <a:ea typeface="Rix모던고딕 M" panose="02020603020101020101" pitchFamily="18" charset="-127"/>
                        </a:rPr>
                        <a:t>- </a:t>
                      </a:r>
                      <a:r>
                        <a:rPr lang="ko-KR" altLang="en-US" sz="700" b="1" kern="0" spc="-50" dirty="0">
                          <a:solidFill>
                            <a:srgbClr val="000000"/>
                          </a:solidFill>
                          <a:effectLst/>
                          <a:latin typeface="Rix모던고딕 M" panose="02020603020101020101" pitchFamily="18" charset="-127"/>
                          <a:ea typeface="Rix모던고딕 M" panose="02020603020101020101" pitchFamily="18" charset="-127"/>
                        </a:rPr>
                        <a:t>산정점수 </a:t>
                      </a:r>
                      <a:r>
                        <a:rPr lang="en-US" altLang="ko-KR" sz="700" b="1" kern="0" spc="-50" dirty="0">
                          <a:solidFill>
                            <a:srgbClr val="000000"/>
                          </a:solidFill>
                          <a:effectLst/>
                          <a:latin typeface="Rix모던고딕 M" panose="02020603020101020101" pitchFamily="18" charset="-127"/>
                          <a:ea typeface="Rix모던고딕 M" panose="02020603020101020101" pitchFamily="18" charset="-127"/>
                        </a:rPr>
                        <a:t>: 80 </a:t>
                      </a:r>
                      <a:r>
                        <a:rPr lang="ko-KR" altLang="en-US" sz="700" b="1" kern="0" spc="-50" dirty="0">
                          <a:solidFill>
                            <a:srgbClr val="000000"/>
                          </a:solidFill>
                          <a:effectLst/>
                          <a:latin typeface="Rix모던고딕 M" panose="02020603020101020101" pitchFamily="18" charset="-127"/>
                          <a:ea typeface="Rix모던고딕 M" panose="02020603020101020101" pitchFamily="18" charset="-127"/>
                        </a:rPr>
                        <a:t>이하</a:t>
                      </a:r>
                      <a:endParaRPr lang="ko-KR" altLang="en-US" sz="700" kern="0" spc="0" dirty="0">
                        <a:solidFill>
                          <a:srgbClr val="000000"/>
                        </a:solidFill>
                        <a:effectLst/>
                        <a:latin typeface="Rix모던고딕 M" panose="02020603020101020101" pitchFamily="18" charset="-127"/>
                        <a:ea typeface="Rix모던고딕 M" panose="02020603020101020101" pitchFamily="18" charset="-127"/>
                      </a:endParaRPr>
                    </a:p>
                    <a:p>
                      <a:pPr marL="0" marR="0" indent="-114300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700" kern="0" spc="-50" dirty="0">
                          <a:solidFill>
                            <a:srgbClr val="000000"/>
                          </a:solidFill>
                          <a:effectLst/>
                          <a:latin typeface="Rix모던고딕 M" panose="02020603020101020101" pitchFamily="18" charset="-127"/>
                          <a:ea typeface="Rix모던고딕 M" panose="02020603020101020101" pitchFamily="18" charset="-127"/>
                        </a:rPr>
                        <a:t>․</a:t>
                      </a:r>
                      <a:r>
                        <a:rPr lang="ko-KR" altLang="en-US" sz="700" kern="0" spc="-50" dirty="0">
                          <a:solidFill>
                            <a:srgbClr val="000000"/>
                          </a:solidFill>
                          <a:effectLst/>
                          <a:latin typeface="Rix모던고딕 M" panose="02020603020101020101" pitchFamily="18" charset="-127"/>
                          <a:ea typeface="Rix모던고딕 M" panose="02020603020101020101" pitchFamily="18" charset="-127"/>
                        </a:rPr>
                        <a:t>업무</a:t>
                      </a:r>
                      <a:r>
                        <a:rPr lang="en-US" altLang="ko-KR" sz="700" kern="0" spc="-50" dirty="0">
                          <a:solidFill>
                            <a:srgbClr val="000000"/>
                          </a:solidFill>
                          <a:effectLst/>
                          <a:latin typeface="Rix모던고딕 M" panose="02020603020101020101" pitchFamily="18" charset="-127"/>
                          <a:ea typeface="Rix모던고딕 M" panose="02020603020101020101" pitchFamily="18" charset="-127"/>
                        </a:rPr>
                        <a:t>(1) + </a:t>
                      </a:r>
                      <a:r>
                        <a:rPr lang="ko-KR" altLang="en-US" sz="700" kern="0" spc="-50" dirty="0">
                          <a:solidFill>
                            <a:srgbClr val="000000"/>
                          </a:solidFill>
                          <a:effectLst/>
                          <a:latin typeface="Rix모던고딕 M" panose="02020603020101020101" pitchFamily="18" charset="-127"/>
                          <a:ea typeface="Rix모던고딕 M" panose="02020603020101020101" pitchFamily="18" charset="-127"/>
                        </a:rPr>
                        <a:t>장비</a:t>
                      </a:r>
                      <a:r>
                        <a:rPr lang="en-US" altLang="ko-KR" sz="700" kern="0" spc="-50" dirty="0">
                          <a:solidFill>
                            <a:srgbClr val="000000"/>
                          </a:solidFill>
                          <a:effectLst/>
                          <a:latin typeface="Rix모던고딕 M" panose="02020603020101020101" pitchFamily="18" charset="-127"/>
                          <a:ea typeface="Rix모던고딕 M" panose="02020603020101020101" pitchFamily="18" charset="-127"/>
                        </a:rPr>
                        <a:t>(3) + </a:t>
                      </a:r>
                      <a:r>
                        <a:rPr lang="ko-KR" altLang="en-US" sz="700" kern="0" spc="-50" dirty="0">
                          <a:solidFill>
                            <a:srgbClr val="000000"/>
                          </a:solidFill>
                          <a:effectLst/>
                          <a:latin typeface="Rix모던고딕 M" panose="02020603020101020101" pitchFamily="18" charset="-127"/>
                          <a:ea typeface="Rix모던고딕 M" panose="02020603020101020101" pitchFamily="18" charset="-127"/>
                        </a:rPr>
                        <a:t>영향도</a:t>
                      </a:r>
                      <a:r>
                        <a:rPr lang="en-US" altLang="ko-KR" sz="700" kern="0" spc="-50" dirty="0">
                          <a:solidFill>
                            <a:srgbClr val="000000"/>
                          </a:solidFill>
                          <a:effectLst/>
                          <a:latin typeface="Rix모던고딕 M" panose="02020603020101020101" pitchFamily="18" charset="-127"/>
                          <a:ea typeface="Rix모던고딕 M" panose="02020603020101020101" pitchFamily="18" charset="-127"/>
                        </a:rPr>
                        <a:t>(3)</a:t>
                      </a:r>
                      <a:endParaRPr lang="ko-KR" altLang="en-US" sz="700" kern="0" spc="0" dirty="0">
                        <a:solidFill>
                          <a:srgbClr val="000000"/>
                        </a:solidFill>
                        <a:effectLst/>
                        <a:latin typeface="Rix모던고딕 M" panose="02020603020101020101" pitchFamily="18" charset="-127"/>
                        <a:ea typeface="Rix모던고딕 M" panose="02020603020101020101" pitchFamily="18" charset="-127"/>
                      </a:endParaRPr>
                    </a:p>
                    <a:p>
                      <a:pPr marL="0" marR="0" indent="-114300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700" kern="0" spc="-50" dirty="0">
                          <a:solidFill>
                            <a:srgbClr val="000000"/>
                          </a:solidFill>
                          <a:effectLst/>
                          <a:latin typeface="Rix모던고딕 M" panose="02020603020101020101" pitchFamily="18" charset="-127"/>
                          <a:ea typeface="Rix모던고딕 M" panose="02020603020101020101" pitchFamily="18" charset="-127"/>
                        </a:rPr>
                        <a:t>․</a:t>
                      </a:r>
                      <a:r>
                        <a:rPr lang="ko-KR" altLang="en-US" sz="700" u="sng" kern="0" spc="-50" dirty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Rix모던고딕 M" panose="02020603020101020101" pitchFamily="18" charset="-127"/>
                          <a:ea typeface="Rix모던고딕 M" panose="02020603020101020101" pitchFamily="18" charset="-127"/>
                        </a:rPr>
                        <a:t>업무</a:t>
                      </a:r>
                      <a:r>
                        <a:rPr lang="en-US" altLang="ko-KR" sz="700" u="sng" kern="0" spc="-50" dirty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Rix모던고딕 M" panose="02020603020101020101" pitchFamily="18" charset="-127"/>
                          <a:ea typeface="Rix모던고딕 M" panose="02020603020101020101" pitchFamily="18" charset="-127"/>
                        </a:rPr>
                        <a:t>(2) + </a:t>
                      </a:r>
                      <a:r>
                        <a:rPr lang="ko-KR" altLang="en-US" sz="700" u="sng" kern="0" spc="-50" dirty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Rix모던고딕 M" panose="02020603020101020101" pitchFamily="18" charset="-127"/>
                          <a:ea typeface="Rix모던고딕 M" panose="02020603020101020101" pitchFamily="18" charset="-127"/>
                        </a:rPr>
                        <a:t>장비</a:t>
                      </a:r>
                      <a:r>
                        <a:rPr lang="en-US" altLang="ko-KR" sz="700" u="sng" kern="0" spc="-50" dirty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Rix모던고딕 M" panose="02020603020101020101" pitchFamily="18" charset="-127"/>
                          <a:ea typeface="Rix모던고딕 M" panose="02020603020101020101" pitchFamily="18" charset="-127"/>
                        </a:rPr>
                        <a:t>(1) + </a:t>
                      </a:r>
                      <a:r>
                        <a:rPr lang="ko-KR" altLang="en-US" sz="700" u="sng" kern="0" spc="-50" dirty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Rix모던고딕 M" panose="02020603020101020101" pitchFamily="18" charset="-127"/>
                          <a:ea typeface="Rix모던고딕 M" panose="02020603020101020101" pitchFamily="18" charset="-127"/>
                        </a:rPr>
                        <a:t>영향도</a:t>
                      </a:r>
                      <a:r>
                        <a:rPr lang="en-US" altLang="ko-KR" sz="700" u="sng" kern="0" spc="-50" dirty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Rix모던고딕 M" panose="02020603020101020101" pitchFamily="18" charset="-127"/>
                          <a:ea typeface="Rix모던고딕 M" panose="02020603020101020101" pitchFamily="18" charset="-127"/>
                        </a:rPr>
                        <a:t>(3)</a:t>
                      </a:r>
                      <a:endParaRPr lang="ko-KR" altLang="en-US" sz="700" kern="0" spc="0" dirty="0">
                        <a:solidFill>
                          <a:srgbClr val="000000"/>
                        </a:solidFill>
                        <a:effectLst/>
                        <a:latin typeface="Rix모던고딕 M" panose="02020603020101020101" pitchFamily="18" charset="-127"/>
                        <a:ea typeface="Rix모던고딕 M" panose="02020603020101020101" pitchFamily="18" charset="-127"/>
                      </a:endParaRPr>
                    </a:p>
                    <a:p>
                      <a:pPr marL="0" marR="0" indent="-114300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700" kern="0" spc="-50" dirty="0">
                          <a:solidFill>
                            <a:srgbClr val="000000"/>
                          </a:solidFill>
                          <a:effectLst/>
                          <a:latin typeface="Rix모던고딕 M" panose="02020603020101020101" pitchFamily="18" charset="-127"/>
                          <a:ea typeface="Rix모던고딕 M" panose="02020603020101020101" pitchFamily="18" charset="-127"/>
                        </a:rPr>
                        <a:t>․</a:t>
                      </a:r>
                      <a:r>
                        <a:rPr lang="ko-KR" altLang="en-US" sz="700" u="sng" kern="0" spc="-50" dirty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Rix모던고딕 M" panose="02020603020101020101" pitchFamily="18" charset="-127"/>
                          <a:ea typeface="Rix모던고딕 M" panose="02020603020101020101" pitchFamily="18" charset="-127"/>
                        </a:rPr>
                        <a:t>업무</a:t>
                      </a:r>
                      <a:r>
                        <a:rPr lang="en-US" altLang="ko-KR" sz="700" u="sng" kern="0" spc="-50" dirty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Rix모던고딕 M" panose="02020603020101020101" pitchFamily="18" charset="-127"/>
                          <a:ea typeface="Rix모던고딕 M" panose="02020603020101020101" pitchFamily="18" charset="-127"/>
                        </a:rPr>
                        <a:t>(2) + </a:t>
                      </a:r>
                      <a:r>
                        <a:rPr lang="ko-KR" altLang="en-US" sz="700" u="sng" kern="0" spc="-50" dirty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Rix모던고딕 M" panose="02020603020101020101" pitchFamily="18" charset="-127"/>
                          <a:ea typeface="Rix모던고딕 M" panose="02020603020101020101" pitchFamily="18" charset="-127"/>
                        </a:rPr>
                        <a:t>장비</a:t>
                      </a:r>
                      <a:r>
                        <a:rPr lang="en-US" altLang="ko-KR" sz="700" u="sng" kern="0" spc="-50" dirty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Rix모던고딕 M" panose="02020603020101020101" pitchFamily="18" charset="-127"/>
                          <a:ea typeface="Rix모던고딕 M" panose="02020603020101020101" pitchFamily="18" charset="-127"/>
                        </a:rPr>
                        <a:t>(2) + </a:t>
                      </a:r>
                      <a:r>
                        <a:rPr lang="ko-KR" altLang="en-US" sz="700" u="sng" kern="0" spc="-50" dirty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Rix모던고딕 M" panose="02020603020101020101" pitchFamily="18" charset="-127"/>
                          <a:ea typeface="Rix모던고딕 M" panose="02020603020101020101" pitchFamily="18" charset="-127"/>
                        </a:rPr>
                        <a:t>영향도</a:t>
                      </a:r>
                      <a:r>
                        <a:rPr lang="en-US" altLang="ko-KR" sz="700" u="sng" kern="0" spc="-50" dirty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Rix모던고딕 M" panose="02020603020101020101" pitchFamily="18" charset="-127"/>
                          <a:ea typeface="Rix모던고딕 M" panose="02020603020101020101" pitchFamily="18" charset="-127"/>
                        </a:rPr>
                        <a:t>(3)</a:t>
                      </a:r>
                      <a:endParaRPr lang="ko-KR" altLang="en-US" sz="700" kern="0" spc="0" dirty="0">
                        <a:solidFill>
                          <a:srgbClr val="000000"/>
                        </a:solidFill>
                        <a:effectLst/>
                        <a:latin typeface="Rix모던고딕 M" panose="02020603020101020101" pitchFamily="18" charset="-127"/>
                        <a:ea typeface="Rix모던고딕 M" panose="02020603020101020101" pitchFamily="18" charset="-127"/>
                      </a:endParaRPr>
                    </a:p>
                    <a:p>
                      <a:pPr marL="0" marR="0" indent="-114300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700" kern="0" spc="-50" dirty="0">
                          <a:solidFill>
                            <a:srgbClr val="000000"/>
                          </a:solidFill>
                          <a:effectLst/>
                          <a:latin typeface="Rix모던고딕 M" panose="02020603020101020101" pitchFamily="18" charset="-127"/>
                          <a:ea typeface="Rix모던고딕 M" panose="02020603020101020101" pitchFamily="18" charset="-127"/>
                        </a:rPr>
                        <a:t>․</a:t>
                      </a:r>
                      <a:r>
                        <a:rPr lang="ko-KR" altLang="en-US" sz="700" kern="0" spc="-50" dirty="0">
                          <a:solidFill>
                            <a:srgbClr val="000000"/>
                          </a:solidFill>
                          <a:effectLst/>
                          <a:latin typeface="Rix모던고딕 M" panose="02020603020101020101" pitchFamily="18" charset="-127"/>
                          <a:ea typeface="Rix모던고딕 M" panose="02020603020101020101" pitchFamily="18" charset="-127"/>
                        </a:rPr>
                        <a:t>업무</a:t>
                      </a:r>
                      <a:r>
                        <a:rPr lang="en-US" altLang="ko-KR" sz="700" kern="0" spc="-50" dirty="0">
                          <a:solidFill>
                            <a:srgbClr val="000000"/>
                          </a:solidFill>
                          <a:effectLst/>
                          <a:latin typeface="Rix모던고딕 M" panose="02020603020101020101" pitchFamily="18" charset="-127"/>
                          <a:ea typeface="Rix모던고딕 M" panose="02020603020101020101" pitchFamily="18" charset="-127"/>
                        </a:rPr>
                        <a:t>(2) + </a:t>
                      </a:r>
                      <a:r>
                        <a:rPr lang="ko-KR" altLang="en-US" sz="700" kern="0" spc="-50" dirty="0">
                          <a:solidFill>
                            <a:srgbClr val="000000"/>
                          </a:solidFill>
                          <a:effectLst/>
                          <a:latin typeface="Rix모던고딕 M" panose="02020603020101020101" pitchFamily="18" charset="-127"/>
                          <a:ea typeface="Rix모던고딕 M" panose="02020603020101020101" pitchFamily="18" charset="-127"/>
                        </a:rPr>
                        <a:t>장비</a:t>
                      </a:r>
                      <a:r>
                        <a:rPr lang="en-US" altLang="ko-KR" sz="700" kern="0" spc="-50" dirty="0">
                          <a:solidFill>
                            <a:srgbClr val="000000"/>
                          </a:solidFill>
                          <a:effectLst/>
                          <a:latin typeface="Rix모던고딕 M" panose="02020603020101020101" pitchFamily="18" charset="-127"/>
                          <a:ea typeface="Rix모던고딕 M" panose="02020603020101020101" pitchFamily="18" charset="-127"/>
                        </a:rPr>
                        <a:t>(3) + </a:t>
                      </a:r>
                      <a:r>
                        <a:rPr lang="ko-KR" altLang="en-US" sz="700" kern="0" spc="-50" dirty="0">
                          <a:solidFill>
                            <a:srgbClr val="000000"/>
                          </a:solidFill>
                          <a:effectLst/>
                          <a:latin typeface="Rix모던고딕 M" panose="02020603020101020101" pitchFamily="18" charset="-127"/>
                          <a:ea typeface="Rix모던고딕 M" panose="02020603020101020101" pitchFamily="18" charset="-127"/>
                        </a:rPr>
                        <a:t>영향도</a:t>
                      </a:r>
                      <a:r>
                        <a:rPr lang="en-US" altLang="ko-KR" sz="700" kern="0" spc="-50" dirty="0">
                          <a:solidFill>
                            <a:srgbClr val="000000"/>
                          </a:solidFill>
                          <a:effectLst/>
                          <a:latin typeface="Rix모던고딕 M" panose="02020603020101020101" pitchFamily="18" charset="-127"/>
                          <a:ea typeface="Rix모던고딕 M" panose="02020603020101020101" pitchFamily="18" charset="-127"/>
                        </a:rPr>
                        <a:t>(1)</a:t>
                      </a:r>
                      <a:endParaRPr lang="ko-KR" altLang="en-US" sz="700" kern="0" spc="0" dirty="0">
                        <a:solidFill>
                          <a:srgbClr val="000000"/>
                        </a:solidFill>
                        <a:effectLst/>
                        <a:latin typeface="Rix모던고딕 M" panose="02020603020101020101" pitchFamily="18" charset="-127"/>
                        <a:ea typeface="Rix모던고딕 M" panose="02020603020101020101" pitchFamily="18" charset="-127"/>
                      </a:endParaRPr>
                    </a:p>
                    <a:p>
                      <a:pPr marL="0" marR="0" indent="-114300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700" kern="0" spc="-50" dirty="0">
                          <a:solidFill>
                            <a:srgbClr val="000000"/>
                          </a:solidFill>
                          <a:effectLst/>
                          <a:latin typeface="Rix모던고딕 M" panose="02020603020101020101" pitchFamily="18" charset="-127"/>
                          <a:ea typeface="Rix모던고딕 M" panose="02020603020101020101" pitchFamily="18" charset="-127"/>
                        </a:rPr>
                        <a:t>․</a:t>
                      </a:r>
                      <a:r>
                        <a:rPr lang="ko-KR" altLang="en-US" sz="700" kern="0" spc="-50" dirty="0">
                          <a:solidFill>
                            <a:srgbClr val="000000"/>
                          </a:solidFill>
                          <a:effectLst/>
                          <a:latin typeface="Rix모던고딕 M" panose="02020603020101020101" pitchFamily="18" charset="-127"/>
                          <a:ea typeface="Rix모던고딕 M" panose="02020603020101020101" pitchFamily="18" charset="-127"/>
                        </a:rPr>
                        <a:t>업무</a:t>
                      </a:r>
                      <a:r>
                        <a:rPr lang="en-US" altLang="ko-KR" sz="700" kern="0" spc="-50" dirty="0">
                          <a:solidFill>
                            <a:srgbClr val="000000"/>
                          </a:solidFill>
                          <a:effectLst/>
                          <a:latin typeface="Rix모던고딕 M" panose="02020603020101020101" pitchFamily="18" charset="-127"/>
                          <a:ea typeface="Rix모던고딕 M" panose="02020603020101020101" pitchFamily="18" charset="-127"/>
                        </a:rPr>
                        <a:t>(2) + </a:t>
                      </a:r>
                      <a:r>
                        <a:rPr lang="ko-KR" altLang="en-US" sz="700" kern="0" spc="-50" dirty="0">
                          <a:solidFill>
                            <a:srgbClr val="000000"/>
                          </a:solidFill>
                          <a:effectLst/>
                          <a:latin typeface="Rix모던고딕 M" panose="02020603020101020101" pitchFamily="18" charset="-127"/>
                          <a:ea typeface="Rix모던고딕 M" panose="02020603020101020101" pitchFamily="18" charset="-127"/>
                        </a:rPr>
                        <a:t>장비</a:t>
                      </a:r>
                      <a:r>
                        <a:rPr lang="en-US" altLang="ko-KR" sz="700" kern="0" spc="-50" dirty="0">
                          <a:solidFill>
                            <a:srgbClr val="000000"/>
                          </a:solidFill>
                          <a:effectLst/>
                          <a:latin typeface="Rix모던고딕 M" panose="02020603020101020101" pitchFamily="18" charset="-127"/>
                          <a:ea typeface="Rix모던고딕 M" panose="02020603020101020101" pitchFamily="18" charset="-127"/>
                        </a:rPr>
                        <a:t>(3) + </a:t>
                      </a:r>
                      <a:r>
                        <a:rPr lang="ko-KR" altLang="en-US" sz="700" kern="0" spc="-50" dirty="0">
                          <a:solidFill>
                            <a:srgbClr val="000000"/>
                          </a:solidFill>
                          <a:effectLst/>
                          <a:latin typeface="Rix모던고딕 M" panose="02020603020101020101" pitchFamily="18" charset="-127"/>
                          <a:ea typeface="Rix모던고딕 M" panose="02020603020101020101" pitchFamily="18" charset="-127"/>
                        </a:rPr>
                        <a:t>영향도</a:t>
                      </a:r>
                      <a:r>
                        <a:rPr lang="en-US" altLang="ko-KR" sz="700" kern="0" spc="-50" dirty="0">
                          <a:solidFill>
                            <a:srgbClr val="000000"/>
                          </a:solidFill>
                          <a:effectLst/>
                          <a:latin typeface="Rix모던고딕 M" panose="02020603020101020101" pitchFamily="18" charset="-127"/>
                          <a:ea typeface="Rix모던고딕 M" panose="02020603020101020101" pitchFamily="18" charset="-127"/>
                        </a:rPr>
                        <a:t>(3)</a:t>
                      </a:r>
                      <a:endParaRPr lang="ko-KR" altLang="en-US" sz="700" kern="0" spc="0" dirty="0">
                        <a:solidFill>
                          <a:srgbClr val="000000"/>
                        </a:solidFill>
                        <a:effectLst/>
                        <a:latin typeface="Rix모던고딕 M" panose="02020603020101020101" pitchFamily="18" charset="-127"/>
                        <a:ea typeface="Rix모던고딕 M" panose="02020603020101020101" pitchFamily="18" charset="-127"/>
                      </a:endParaRPr>
                    </a:p>
                    <a:p>
                      <a:pPr marL="0" marR="0" indent="-114300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700" kern="0" spc="-50" dirty="0">
                          <a:solidFill>
                            <a:srgbClr val="000000"/>
                          </a:solidFill>
                          <a:effectLst/>
                          <a:latin typeface="Rix모던고딕 M" panose="02020603020101020101" pitchFamily="18" charset="-127"/>
                          <a:ea typeface="Rix모던고딕 M" panose="02020603020101020101" pitchFamily="18" charset="-127"/>
                        </a:rPr>
                        <a:t>․</a:t>
                      </a:r>
                      <a:r>
                        <a:rPr lang="ko-KR" altLang="en-US" sz="700" kern="0" spc="-50" dirty="0">
                          <a:solidFill>
                            <a:srgbClr val="000000"/>
                          </a:solidFill>
                          <a:effectLst/>
                          <a:latin typeface="Rix모던고딕 M" panose="02020603020101020101" pitchFamily="18" charset="-127"/>
                          <a:ea typeface="Rix모던고딕 M" panose="02020603020101020101" pitchFamily="18" charset="-127"/>
                        </a:rPr>
                        <a:t>업무</a:t>
                      </a:r>
                      <a:r>
                        <a:rPr lang="en-US" altLang="ko-KR" sz="700" kern="0" spc="-50" dirty="0">
                          <a:solidFill>
                            <a:srgbClr val="000000"/>
                          </a:solidFill>
                          <a:effectLst/>
                          <a:latin typeface="Rix모던고딕 M" panose="02020603020101020101" pitchFamily="18" charset="-127"/>
                          <a:ea typeface="Rix모던고딕 M" panose="02020603020101020101" pitchFamily="18" charset="-127"/>
                        </a:rPr>
                        <a:t>(3)</a:t>
                      </a:r>
                      <a:r>
                        <a:rPr lang="ko-KR" altLang="en-US" sz="700" kern="0" spc="-50" dirty="0">
                          <a:solidFill>
                            <a:srgbClr val="000000"/>
                          </a:solidFill>
                          <a:effectLst/>
                          <a:latin typeface="Rix모던고딕 M" panose="02020603020101020101" pitchFamily="18" charset="-127"/>
                          <a:ea typeface="Rix모던고딕 M" panose="02020603020101020101" pitchFamily="18" charset="-127"/>
                        </a:rPr>
                        <a:t>인 경우</a:t>
                      </a:r>
                      <a:endParaRPr lang="ko-KR" altLang="en-US" sz="700" kern="0" spc="0" dirty="0">
                        <a:solidFill>
                          <a:srgbClr val="000000"/>
                        </a:solidFill>
                        <a:effectLst/>
                        <a:latin typeface="Rix모던고딕 M" panose="02020603020101020101" pitchFamily="18" charset="-127"/>
                        <a:ea typeface="Rix모던고딕 M" panose="02020603020101020101" pitchFamily="18" charset="-127"/>
                      </a:endParaRPr>
                    </a:p>
                  </a:txBody>
                  <a:tcPr marL="46995" marR="46995" marT="39163" marB="12993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81000" algn="l"/>
                          <a:tab pos="762000" algn="l"/>
                          <a:tab pos="1143000" algn="l"/>
                          <a:tab pos="1524000" algn="l"/>
                          <a:tab pos="1905000" algn="l"/>
                          <a:tab pos="2286000" algn="l"/>
                          <a:tab pos="2667000" algn="l"/>
                          <a:tab pos="3048000" algn="l"/>
                          <a:tab pos="3429000" algn="l"/>
                          <a:tab pos="3810000" algn="l"/>
                          <a:tab pos="4191000" algn="l"/>
                          <a:tab pos="4572000" algn="l"/>
                          <a:tab pos="4953000" algn="l"/>
                          <a:tab pos="5334000" algn="l"/>
                          <a:tab pos="5715000" algn="l"/>
                          <a:tab pos="6096000" algn="l"/>
                          <a:tab pos="6477000" algn="l"/>
                          <a:tab pos="6858000" algn="l"/>
                          <a:tab pos="7239000" algn="l"/>
                          <a:tab pos="7620000" algn="l"/>
                          <a:tab pos="8001000" algn="l"/>
                          <a:tab pos="8382000" algn="l"/>
                          <a:tab pos="8763000" algn="l"/>
                          <a:tab pos="9144000" algn="l"/>
                          <a:tab pos="9525000" algn="l"/>
                          <a:tab pos="9906000" algn="l"/>
                          <a:tab pos="10287000" algn="l"/>
                          <a:tab pos="10668000" algn="l"/>
                          <a:tab pos="11049000" algn="l"/>
                          <a:tab pos="11430000" algn="l"/>
                          <a:tab pos="11811000" algn="l"/>
                          <a:tab pos="12192000" algn="l"/>
                        </a:tabLst>
                      </a:pPr>
                      <a:r>
                        <a:rPr lang="en-US" altLang="ko-KR" sz="700" kern="0" spc="-50" dirty="0">
                          <a:solidFill>
                            <a:srgbClr val="000000"/>
                          </a:solidFill>
                          <a:effectLst/>
                          <a:latin typeface="Rix모던고딕 M" panose="02020603020101020101" pitchFamily="18" charset="-127"/>
                          <a:ea typeface="Rix모던고딕 M" panose="02020603020101020101" pitchFamily="18" charset="-127"/>
                        </a:rPr>
                        <a:t>- </a:t>
                      </a:r>
                      <a:r>
                        <a:rPr lang="ko-KR" altLang="en-US" sz="700" kern="0" spc="-50" dirty="0">
                          <a:solidFill>
                            <a:srgbClr val="000000"/>
                          </a:solidFill>
                          <a:effectLst/>
                          <a:latin typeface="Rix모던고딕 M" panose="02020603020101020101" pitchFamily="18" charset="-127"/>
                          <a:ea typeface="Rix모던고딕 M" panose="02020603020101020101" pitchFamily="18" charset="-127"/>
                        </a:rPr>
                        <a:t>장비중요도 </a:t>
                      </a:r>
                      <a:r>
                        <a:rPr lang="en-US" altLang="ko-KR" sz="700" kern="0" spc="-50" dirty="0">
                          <a:solidFill>
                            <a:srgbClr val="000000"/>
                          </a:solidFill>
                          <a:effectLst/>
                          <a:latin typeface="Rix모던고딕 M" panose="02020603020101020101" pitchFamily="18" charset="-127"/>
                          <a:ea typeface="Rix모던고딕 M" panose="02020603020101020101" pitchFamily="18" charset="-127"/>
                        </a:rPr>
                        <a:t>4</a:t>
                      </a:r>
                      <a:r>
                        <a:rPr lang="ko-KR" altLang="en-US" sz="700" kern="0" spc="-50" dirty="0">
                          <a:solidFill>
                            <a:srgbClr val="000000"/>
                          </a:solidFill>
                          <a:effectLst/>
                          <a:latin typeface="Rix모던고딕 M" panose="02020603020101020101" pitchFamily="18" charset="-127"/>
                          <a:ea typeface="Rix모던고딕 M" panose="02020603020101020101" pitchFamily="18" charset="-127"/>
                        </a:rPr>
                        <a:t>등급</a:t>
                      </a:r>
                      <a:endParaRPr lang="ko-KR" altLang="en-US" sz="700" kern="0" spc="0" dirty="0">
                        <a:solidFill>
                          <a:srgbClr val="000000"/>
                        </a:solidFill>
                        <a:effectLst/>
                        <a:latin typeface="Rix모던고딕 M" panose="02020603020101020101" pitchFamily="18" charset="-127"/>
                        <a:ea typeface="Rix모던고딕 M" panose="02020603020101020101" pitchFamily="18" charset="-127"/>
                      </a:endParaRPr>
                    </a:p>
                    <a:p>
                      <a:pPr marL="0" marR="0" indent="0" algn="l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81000" algn="l"/>
                          <a:tab pos="762000" algn="l"/>
                          <a:tab pos="1143000" algn="l"/>
                          <a:tab pos="1524000" algn="l"/>
                          <a:tab pos="1905000" algn="l"/>
                          <a:tab pos="2286000" algn="l"/>
                          <a:tab pos="2667000" algn="l"/>
                          <a:tab pos="3048000" algn="l"/>
                          <a:tab pos="3429000" algn="l"/>
                          <a:tab pos="3810000" algn="l"/>
                          <a:tab pos="4191000" algn="l"/>
                          <a:tab pos="4572000" algn="l"/>
                          <a:tab pos="4953000" algn="l"/>
                          <a:tab pos="5334000" algn="l"/>
                          <a:tab pos="5715000" algn="l"/>
                          <a:tab pos="6096000" algn="l"/>
                          <a:tab pos="6477000" algn="l"/>
                          <a:tab pos="6858000" algn="l"/>
                          <a:tab pos="7239000" algn="l"/>
                          <a:tab pos="7620000" algn="l"/>
                          <a:tab pos="8001000" algn="l"/>
                          <a:tab pos="8382000" algn="l"/>
                          <a:tab pos="8763000" algn="l"/>
                          <a:tab pos="9144000" algn="l"/>
                          <a:tab pos="9525000" algn="l"/>
                          <a:tab pos="9906000" algn="l"/>
                          <a:tab pos="10287000" algn="l"/>
                          <a:tab pos="10668000" algn="l"/>
                          <a:tab pos="11049000" algn="l"/>
                          <a:tab pos="11430000" algn="l"/>
                          <a:tab pos="11811000" algn="l"/>
                          <a:tab pos="12192000" algn="l"/>
                        </a:tabLst>
                      </a:pPr>
                      <a:r>
                        <a:rPr lang="en-US" altLang="ko-KR" sz="700" kern="0" spc="-50" dirty="0">
                          <a:solidFill>
                            <a:srgbClr val="000000"/>
                          </a:solidFill>
                          <a:effectLst/>
                          <a:latin typeface="Rix모던고딕 M" panose="02020603020101020101" pitchFamily="18" charset="-127"/>
                          <a:ea typeface="Rix모던고딕 M" panose="02020603020101020101" pitchFamily="18" charset="-127"/>
                        </a:rPr>
                        <a:t>- </a:t>
                      </a:r>
                      <a:r>
                        <a:rPr lang="ko-KR" altLang="en-US" sz="700" kern="0" spc="-50" dirty="0">
                          <a:solidFill>
                            <a:srgbClr val="000000"/>
                          </a:solidFill>
                          <a:effectLst/>
                          <a:latin typeface="Rix모던고딕 M" panose="02020603020101020101" pitchFamily="18" charset="-127"/>
                          <a:ea typeface="Rix모던고딕 M" panose="02020603020101020101" pitchFamily="18" charset="-127"/>
                        </a:rPr>
                        <a:t>장비가 이중화되어 있는 경우</a:t>
                      </a:r>
                      <a:endParaRPr lang="ko-KR" altLang="en-US" sz="700" kern="0" spc="0" dirty="0">
                        <a:solidFill>
                          <a:srgbClr val="000000"/>
                        </a:solidFill>
                        <a:effectLst/>
                        <a:latin typeface="Rix모던고딕 M" panose="02020603020101020101" pitchFamily="18" charset="-127"/>
                        <a:ea typeface="Rix모던고딕 M" panose="02020603020101020101" pitchFamily="18" charset="-127"/>
                      </a:endParaRPr>
                    </a:p>
                    <a:p>
                      <a:pPr marL="0" marR="0" indent="-231140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700" kern="0" spc="-50" dirty="0">
                          <a:solidFill>
                            <a:srgbClr val="000000"/>
                          </a:solidFill>
                          <a:effectLst/>
                          <a:latin typeface="Rix모던고딕 M" panose="02020603020101020101" pitchFamily="18" charset="-127"/>
                          <a:ea typeface="Rix모던고딕 M" panose="02020603020101020101" pitchFamily="18" charset="-127"/>
                        </a:rPr>
                        <a:t>※ </a:t>
                      </a:r>
                      <a:r>
                        <a:rPr lang="ko-KR" altLang="en-US" sz="700" kern="0" spc="-150" dirty="0" smtClean="0">
                          <a:solidFill>
                            <a:srgbClr val="000000"/>
                          </a:solidFill>
                          <a:effectLst/>
                          <a:latin typeface="Rix모던고딕 M" panose="02020603020101020101" pitchFamily="18" charset="-127"/>
                          <a:ea typeface="Rix모던고딕 M" panose="02020603020101020101" pitchFamily="18" charset="-127"/>
                        </a:rPr>
                        <a:t>업무 서비스가  정상적이지  </a:t>
                      </a:r>
                      <a:r>
                        <a:rPr lang="ko-KR" altLang="en-US" sz="700" kern="0" spc="-150" dirty="0">
                          <a:solidFill>
                            <a:srgbClr val="000000"/>
                          </a:solidFill>
                          <a:effectLst/>
                          <a:latin typeface="Rix모던고딕 M" panose="02020603020101020101" pitchFamily="18" charset="-127"/>
                          <a:ea typeface="Rix모던고딕 M" panose="02020603020101020101" pitchFamily="18" charset="-127"/>
                        </a:rPr>
                        <a:t>않을 </a:t>
                      </a:r>
                      <a:endParaRPr lang="ko-KR" altLang="en-US" sz="700" kern="0" spc="0" dirty="0">
                        <a:solidFill>
                          <a:srgbClr val="000000"/>
                        </a:solidFill>
                        <a:effectLst/>
                        <a:latin typeface="Rix모던고딕 M" panose="02020603020101020101" pitchFamily="18" charset="-127"/>
                        <a:ea typeface="Rix모던고딕 M" panose="02020603020101020101" pitchFamily="18" charset="-127"/>
                      </a:endParaRPr>
                    </a:p>
                    <a:p>
                      <a:pPr marL="0" marR="0" indent="-231140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700" kern="0" spc="-150" dirty="0">
                          <a:solidFill>
                            <a:srgbClr val="000000"/>
                          </a:solidFill>
                          <a:effectLst/>
                          <a:latin typeface="Rix모던고딕 M" panose="02020603020101020101" pitchFamily="18" charset="-127"/>
                          <a:ea typeface="Rix모던고딕 M" panose="02020603020101020101" pitchFamily="18" charset="-127"/>
                        </a:rPr>
                        <a:t>때는</a:t>
                      </a:r>
                      <a:r>
                        <a:rPr lang="ko-KR" altLang="en-US" sz="700" kern="0" spc="-50" dirty="0">
                          <a:solidFill>
                            <a:srgbClr val="000000"/>
                          </a:solidFill>
                          <a:effectLst/>
                          <a:latin typeface="Rix모던고딕 M" panose="02020603020101020101" pitchFamily="18" charset="-127"/>
                          <a:ea typeface="Rix모던고딕 M" panose="02020603020101020101" pitchFamily="18" charset="-127"/>
                        </a:rPr>
                        <a:t> 기존 장애등급 판정</a:t>
                      </a:r>
                      <a:endParaRPr lang="ko-KR" altLang="en-US" sz="700" kern="0" spc="0" dirty="0">
                        <a:solidFill>
                          <a:srgbClr val="000000"/>
                        </a:solidFill>
                        <a:effectLst/>
                        <a:latin typeface="Rix모던고딕 M" panose="02020603020101020101" pitchFamily="18" charset="-127"/>
                        <a:ea typeface="Rix모던고딕 M" panose="02020603020101020101" pitchFamily="18" charset="-127"/>
                      </a:endParaRPr>
                    </a:p>
                    <a:p>
                      <a:pPr marL="0" marR="0" indent="0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700" kern="0" spc="-50" dirty="0">
                          <a:solidFill>
                            <a:srgbClr val="000000"/>
                          </a:solidFill>
                          <a:effectLst/>
                          <a:latin typeface="Rix모던고딕 M" panose="02020603020101020101" pitchFamily="18" charset="-127"/>
                          <a:ea typeface="Rix모던고딕 M" panose="02020603020101020101" pitchFamily="18" charset="-127"/>
                        </a:rPr>
                        <a:t>- </a:t>
                      </a:r>
                      <a:r>
                        <a:rPr lang="ko-KR" altLang="en-US" sz="700" kern="0" spc="-50" dirty="0">
                          <a:solidFill>
                            <a:srgbClr val="000000"/>
                          </a:solidFill>
                          <a:effectLst/>
                          <a:latin typeface="Rix모던고딕 M" panose="02020603020101020101" pitchFamily="18" charset="-127"/>
                          <a:ea typeface="Rix모던고딕 M" panose="02020603020101020101" pitchFamily="18" charset="-127"/>
                        </a:rPr>
                        <a:t>업무서비스에 영향이 없는 경우</a:t>
                      </a:r>
                      <a:endParaRPr lang="ko-KR" altLang="en-US" sz="700" kern="0" spc="0" dirty="0">
                        <a:solidFill>
                          <a:srgbClr val="000000"/>
                        </a:solidFill>
                        <a:effectLst/>
                        <a:latin typeface="Rix모던고딕 M" panose="02020603020101020101" pitchFamily="18" charset="-127"/>
                        <a:ea typeface="Rix모던고딕 M" panose="02020603020101020101" pitchFamily="18" charset="-127"/>
                      </a:endParaRPr>
                    </a:p>
                  </a:txBody>
                  <a:tcPr marL="46995" marR="46995" marT="39163" marB="12993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25" name="표 2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5979673"/>
              </p:ext>
            </p:extLst>
          </p:nvPr>
        </p:nvGraphicFramePr>
        <p:xfrm>
          <a:off x="3296378" y="6004520"/>
          <a:ext cx="7010565" cy="822653"/>
        </p:xfrm>
        <a:graphic>
          <a:graphicData uri="http://schemas.openxmlformats.org/drawingml/2006/table">
            <a:tbl>
              <a:tblPr/>
              <a:tblGrid>
                <a:gridCol w="14793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689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689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689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2419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76912">
                <a:tc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81000" algn="l"/>
                          <a:tab pos="762000" algn="l"/>
                          <a:tab pos="1143000" algn="l"/>
                          <a:tab pos="1524000" algn="l"/>
                          <a:tab pos="1905000" algn="l"/>
                          <a:tab pos="2286000" algn="l"/>
                          <a:tab pos="2667000" algn="l"/>
                          <a:tab pos="3048000" algn="l"/>
                          <a:tab pos="3429000" algn="l"/>
                          <a:tab pos="3810000" algn="l"/>
                          <a:tab pos="4191000" algn="l"/>
                          <a:tab pos="4572000" algn="l"/>
                          <a:tab pos="4953000" algn="l"/>
                          <a:tab pos="5334000" algn="l"/>
                          <a:tab pos="5715000" algn="l"/>
                          <a:tab pos="6096000" algn="l"/>
                          <a:tab pos="6477000" algn="l"/>
                          <a:tab pos="6858000" algn="l"/>
                          <a:tab pos="7239000" algn="l"/>
                          <a:tab pos="7620000" algn="l"/>
                          <a:tab pos="8001000" algn="l"/>
                          <a:tab pos="8382000" algn="l"/>
                          <a:tab pos="8763000" algn="l"/>
                          <a:tab pos="9144000" algn="l"/>
                          <a:tab pos="9525000" algn="l"/>
                          <a:tab pos="9906000" algn="l"/>
                          <a:tab pos="10287000" algn="l"/>
                          <a:tab pos="10668000" algn="l"/>
                          <a:tab pos="11049000" algn="l"/>
                          <a:tab pos="11430000" algn="l"/>
                          <a:tab pos="11811000" algn="l"/>
                          <a:tab pos="12192000" algn="l"/>
                        </a:tabLst>
                      </a:pPr>
                      <a:endParaRPr lang="ko-KR" altLang="en-US" sz="700" kern="0" spc="0" dirty="0">
                        <a:solidFill>
                          <a:srgbClr val="000000"/>
                        </a:solidFill>
                        <a:effectLst/>
                        <a:latin typeface="Rix모던고딕 M" panose="02020603020101020101" pitchFamily="18" charset="-127"/>
                        <a:ea typeface="Rix모던고딕 M" panose="02020603020101020101" pitchFamily="18" charset="-127"/>
                      </a:endParaRPr>
                    </a:p>
                  </a:txBody>
                  <a:tcPr marL="56764" marR="56764" marT="15694" marB="15694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81000" algn="l"/>
                          <a:tab pos="762000" algn="l"/>
                          <a:tab pos="1143000" algn="l"/>
                          <a:tab pos="1524000" algn="l"/>
                          <a:tab pos="1905000" algn="l"/>
                          <a:tab pos="2286000" algn="l"/>
                          <a:tab pos="2667000" algn="l"/>
                          <a:tab pos="3048000" algn="l"/>
                          <a:tab pos="3429000" algn="l"/>
                          <a:tab pos="3810000" algn="l"/>
                          <a:tab pos="4191000" algn="l"/>
                          <a:tab pos="4572000" algn="l"/>
                          <a:tab pos="4953000" algn="l"/>
                          <a:tab pos="5334000" algn="l"/>
                          <a:tab pos="5715000" algn="l"/>
                          <a:tab pos="6096000" algn="l"/>
                          <a:tab pos="6477000" algn="l"/>
                          <a:tab pos="6858000" algn="l"/>
                          <a:tab pos="7239000" algn="l"/>
                          <a:tab pos="7620000" algn="l"/>
                          <a:tab pos="8001000" algn="l"/>
                          <a:tab pos="8382000" algn="l"/>
                          <a:tab pos="8763000" algn="l"/>
                          <a:tab pos="9144000" algn="l"/>
                          <a:tab pos="9525000" algn="l"/>
                          <a:tab pos="9906000" algn="l"/>
                          <a:tab pos="10287000" algn="l"/>
                          <a:tab pos="10668000" algn="l"/>
                          <a:tab pos="11049000" algn="l"/>
                          <a:tab pos="11430000" algn="l"/>
                          <a:tab pos="11811000" algn="l"/>
                          <a:tab pos="12192000" algn="l"/>
                        </a:tabLst>
                      </a:pPr>
                      <a:r>
                        <a:rPr lang="ko-KR" altLang="en-US" sz="700" b="1" kern="0" spc="0" dirty="0">
                          <a:solidFill>
                            <a:srgbClr val="000000"/>
                          </a:solidFill>
                          <a:effectLst/>
                          <a:latin typeface="Rix모던고딕 M" panose="02020603020101020101" pitchFamily="18" charset="-127"/>
                          <a:ea typeface="Rix모던고딕 M" panose="02020603020101020101" pitchFamily="18" charset="-127"/>
                        </a:rPr>
                        <a:t>업무등급</a:t>
                      </a:r>
                      <a:endParaRPr lang="ko-KR" altLang="en-US" sz="700" kern="0" spc="0" dirty="0">
                        <a:solidFill>
                          <a:srgbClr val="000000"/>
                        </a:solidFill>
                        <a:effectLst/>
                        <a:latin typeface="Rix모던고딕 M" panose="02020603020101020101" pitchFamily="18" charset="-127"/>
                        <a:ea typeface="Rix모던고딕 M" panose="02020603020101020101" pitchFamily="18" charset="-127"/>
                      </a:endParaRPr>
                    </a:p>
                  </a:txBody>
                  <a:tcPr marL="56764" marR="56764" marT="15694" marB="1569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81000" algn="l"/>
                          <a:tab pos="762000" algn="l"/>
                          <a:tab pos="1143000" algn="l"/>
                          <a:tab pos="1524000" algn="l"/>
                          <a:tab pos="1905000" algn="l"/>
                          <a:tab pos="2286000" algn="l"/>
                          <a:tab pos="2667000" algn="l"/>
                          <a:tab pos="3048000" algn="l"/>
                          <a:tab pos="3429000" algn="l"/>
                          <a:tab pos="3810000" algn="l"/>
                          <a:tab pos="4191000" algn="l"/>
                          <a:tab pos="4572000" algn="l"/>
                          <a:tab pos="4953000" algn="l"/>
                          <a:tab pos="5334000" algn="l"/>
                          <a:tab pos="5715000" algn="l"/>
                          <a:tab pos="6096000" algn="l"/>
                          <a:tab pos="6477000" algn="l"/>
                          <a:tab pos="6858000" algn="l"/>
                          <a:tab pos="7239000" algn="l"/>
                          <a:tab pos="7620000" algn="l"/>
                          <a:tab pos="8001000" algn="l"/>
                          <a:tab pos="8382000" algn="l"/>
                          <a:tab pos="8763000" algn="l"/>
                          <a:tab pos="9144000" algn="l"/>
                          <a:tab pos="9525000" algn="l"/>
                          <a:tab pos="9906000" algn="l"/>
                          <a:tab pos="10287000" algn="l"/>
                          <a:tab pos="10668000" algn="l"/>
                          <a:tab pos="11049000" algn="l"/>
                          <a:tab pos="11430000" algn="l"/>
                          <a:tab pos="11811000" algn="l"/>
                          <a:tab pos="12192000" algn="l"/>
                        </a:tabLst>
                      </a:pPr>
                      <a:r>
                        <a:rPr lang="ko-KR" altLang="en-US" sz="700" b="1" kern="0" spc="0" dirty="0">
                          <a:solidFill>
                            <a:srgbClr val="000000"/>
                          </a:solidFill>
                          <a:effectLst/>
                          <a:latin typeface="Rix모던고딕 M" panose="02020603020101020101" pitchFamily="18" charset="-127"/>
                          <a:ea typeface="Rix모던고딕 M" panose="02020603020101020101" pitchFamily="18" charset="-127"/>
                        </a:rPr>
                        <a:t>장비중요도</a:t>
                      </a:r>
                      <a:endParaRPr lang="ko-KR" altLang="en-US" sz="700" kern="0" spc="0" dirty="0">
                        <a:solidFill>
                          <a:srgbClr val="000000"/>
                        </a:solidFill>
                        <a:effectLst/>
                        <a:latin typeface="Rix모던고딕 M" panose="02020603020101020101" pitchFamily="18" charset="-127"/>
                        <a:ea typeface="Rix모던고딕 M" panose="02020603020101020101" pitchFamily="18" charset="-127"/>
                      </a:endParaRPr>
                    </a:p>
                  </a:txBody>
                  <a:tcPr marL="56764" marR="56764" marT="15694" marB="1569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81000" algn="l"/>
                          <a:tab pos="762000" algn="l"/>
                          <a:tab pos="1143000" algn="l"/>
                          <a:tab pos="1524000" algn="l"/>
                          <a:tab pos="1905000" algn="l"/>
                          <a:tab pos="2286000" algn="l"/>
                          <a:tab pos="2667000" algn="l"/>
                          <a:tab pos="3048000" algn="l"/>
                          <a:tab pos="3429000" algn="l"/>
                          <a:tab pos="3810000" algn="l"/>
                          <a:tab pos="4191000" algn="l"/>
                          <a:tab pos="4572000" algn="l"/>
                          <a:tab pos="4953000" algn="l"/>
                          <a:tab pos="5334000" algn="l"/>
                          <a:tab pos="5715000" algn="l"/>
                          <a:tab pos="6096000" algn="l"/>
                          <a:tab pos="6477000" algn="l"/>
                          <a:tab pos="6858000" algn="l"/>
                          <a:tab pos="7239000" algn="l"/>
                          <a:tab pos="7620000" algn="l"/>
                          <a:tab pos="8001000" algn="l"/>
                          <a:tab pos="8382000" algn="l"/>
                          <a:tab pos="8763000" algn="l"/>
                          <a:tab pos="9144000" algn="l"/>
                          <a:tab pos="9525000" algn="l"/>
                          <a:tab pos="9906000" algn="l"/>
                          <a:tab pos="10287000" algn="l"/>
                          <a:tab pos="10668000" algn="l"/>
                          <a:tab pos="11049000" algn="l"/>
                          <a:tab pos="11430000" algn="l"/>
                          <a:tab pos="11811000" algn="l"/>
                          <a:tab pos="12192000" algn="l"/>
                        </a:tabLst>
                      </a:pPr>
                      <a:r>
                        <a:rPr lang="ko-KR" altLang="en-US" sz="700" b="1" kern="0" spc="-30" dirty="0">
                          <a:solidFill>
                            <a:srgbClr val="000000"/>
                          </a:solidFill>
                          <a:effectLst/>
                          <a:latin typeface="Rix모던고딕 M" panose="02020603020101020101" pitchFamily="18" charset="-127"/>
                          <a:ea typeface="Rix모던고딕 M" panose="02020603020101020101" pitchFamily="18" charset="-127"/>
                        </a:rPr>
                        <a:t>영향도 및 장비상태</a:t>
                      </a:r>
                      <a:endParaRPr lang="ko-KR" altLang="en-US" sz="700" kern="0" spc="0" dirty="0">
                        <a:solidFill>
                          <a:srgbClr val="000000"/>
                        </a:solidFill>
                        <a:effectLst/>
                        <a:latin typeface="Rix모던고딕 M" panose="02020603020101020101" pitchFamily="18" charset="-127"/>
                        <a:ea typeface="Rix모던고딕 M" panose="02020603020101020101" pitchFamily="18" charset="-127"/>
                      </a:endParaRPr>
                    </a:p>
                  </a:txBody>
                  <a:tcPr marL="56764" marR="56764" marT="15694" marB="1569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2385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81000" algn="l"/>
                          <a:tab pos="762000" algn="l"/>
                          <a:tab pos="1143000" algn="l"/>
                          <a:tab pos="1524000" algn="l"/>
                          <a:tab pos="1905000" algn="l"/>
                          <a:tab pos="2286000" algn="l"/>
                          <a:tab pos="2667000" algn="l"/>
                          <a:tab pos="3048000" algn="l"/>
                          <a:tab pos="3429000" algn="l"/>
                          <a:tab pos="3810000" algn="l"/>
                          <a:tab pos="4191000" algn="l"/>
                          <a:tab pos="4572000" algn="l"/>
                          <a:tab pos="4953000" algn="l"/>
                          <a:tab pos="5334000" algn="l"/>
                          <a:tab pos="5715000" algn="l"/>
                          <a:tab pos="6096000" algn="l"/>
                          <a:tab pos="6477000" algn="l"/>
                          <a:tab pos="6858000" algn="l"/>
                          <a:tab pos="7239000" algn="l"/>
                          <a:tab pos="7620000" algn="l"/>
                          <a:tab pos="8001000" algn="l"/>
                          <a:tab pos="8382000" algn="l"/>
                          <a:tab pos="8763000" algn="l"/>
                          <a:tab pos="9144000" algn="l"/>
                          <a:tab pos="9525000" algn="l"/>
                          <a:tab pos="9906000" algn="l"/>
                          <a:tab pos="10287000" algn="l"/>
                          <a:tab pos="10668000" algn="l"/>
                          <a:tab pos="11049000" algn="l"/>
                          <a:tab pos="11430000" algn="l"/>
                          <a:tab pos="11811000" algn="l"/>
                          <a:tab pos="12192000" algn="l"/>
                        </a:tabLst>
                      </a:pPr>
                      <a:r>
                        <a:rPr lang="ko-KR" altLang="en-US" sz="700" b="1" kern="0" spc="0" dirty="0">
                          <a:solidFill>
                            <a:srgbClr val="000000"/>
                          </a:solidFill>
                          <a:effectLst/>
                          <a:latin typeface="Rix모던고딕 M" panose="02020603020101020101" pitchFamily="18" charset="-127"/>
                          <a:ea typeface="Rix모던고딕 M" panose="02020603020101020101" pitchFamily="18" charset="-127"/>
                        </a:rPr>
                        <a:t>장애등급</a:t>
                      </a:r>
                      <a:endParaRPr lang="ko-KR" altLang="en-US" sz="700" kern="0" spc="0" dirty="0">
                        <a:solidFill>
                          <a:srgbClr val="000000"/>
                        </a:solidFill>
                        <a:effectLst/>
                        <a:latin typeface="Rix모던고딕 M" panose="02020603020101020101" pitchFamily="18" charset="-127"/>
                        <a:ea typeface="Rix모던고딕 M" panose="02020603020101020101" pitchFamily="18" charset="-127"/>
                      </a:endParaRPr>
                    </a:p>
                  </a:txBody>
                  <a:tcPr marL="56764" marR="56764" marT="15694" marB="15694" anchor="ctr">
                    <a:lnL w="32385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247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81000" algn="l"/>
                          <a:tab pos="762000" algn="l"/>
                          <a:tab pos="1143000" algn="l"/>
                          <a:tab pos="1524000" algn="l"/>
                          <a:tab pos="1905000" algn="l"/>
                          <a:tab pos="2286000" algn="l"/>
                          <a:tab pos="2667000" algn="l"/>
                          <a:tab pos="3048000" algn="l"/>
                          <a:tab pos="3429000" algn="l"/>
                          <a:tab pos="3810000" algn="l"/>
                          <a:tab pos="4191000" algn="l"/>
                          <a:tab pos="4572000" algn="l"/>
                          <a:tab pos="4953000" algn="l"/>
                          <a:tab pos="5334000" algn="l"/>
                          <a:tab pos="5715000" algn="l"/>
                          <a:tab pos="6096000" algn="l"/>
                          <a:tab pos="6477000" algn="l"/>
                          <a:tab pos="6858000" algn="l"/>
                          <a:tab pos="7239000" algn="l"/>
                          <a:tab pos="7620000" algn="l"/>
                          <a:tab pos="8001000" algn="l"/>
                          <a:tab pos="8382000" algn="l"/>
                          <a:tab pos="8763000" algn="l"/>
                          <a:tab pos="9144000" algn="l"/>
                          <a:tab pos="9525000" algn="l"/>
                          <a:tab pos="9906000" algn="l"/>
                          <a:tab pos="10287000" algn="l"/>
                          <a:tab pos="10668000" algn="l"/>
                          <a:tab pos="11049000" algn="l"/>
                          <a:tab pos="11430000" algn="l"/>
                          <a:tab pos="11811000" algn="l"/>
                          <a:tab pos="12192000" algn="l"/>
                        </a:tabLst>
                      </a:pPr>
                      <a:r>
                        <a:rPr lang="en-US" altLang="ko-KR" sz="700" kern="0" spc="0" dirty="0">
                          <a:solidFill>
                            <a:srgbClr val="000000"/>
                          </a:solidFill>
                          <a:effectLst/>
                          <a:latin typeface="Rix모던고딕 M" panose="02020603020101020101" pitchFamily="18" charset="-127"/>
                          <a:ea typeface="Rix모던고딕 M" panose="02020603020101020101" pitchFamily="18" charset="-127"/>
                        </a:rPr>
                        <a:t>1</a:t>
                      </a:r>
                      <a:r>
                        <a:rPr lang="ko-KR" altLang="en-US" sz="700" kern="0" spc="0" dirty="0">
                          <a:solidFill>
                            <a:srgbClr val="000000"/>
                          </a:solidFill>
                          <a:effectLst/>
                          <a:latin typeface="Rix모던고딕 M" panose="02020603020101020101" pitchFamily="18" charset="-127"/>
                          <a:ea typeface="Rix모던고딕 M" panose="02020603020101020101" pitchFamily="18" charset="-127"/>
                        </a:rPr>
                        <a:t>등급</a:t>
                      </a:r>
                    </a:p>
                  </a:txBody>
                  <a:tcPr marL="56764" marR="56764" marT="15694" marB="15694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6D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81000" algn="l"/>
                          <a:tab pos="762000" algn="l"/>
                          <a:tab pos="1143000" algn="l"/>
                          <a:tab pos="1524000" algn="l"/>
                          <a:tab pos="1905000" algn="l"/>
                          <a:tab pos="2286000" algn="l"/>
                          <a:tab pos="2667000" algn="l"/>
                          <a:tab pos="3048000" algn="l"/>
                          <a:tab pos="3429000" algn="l"/>
                          <a:tab pos="3810000" algn="l"/>
                          <a:tab pos="4191000" algn="l"/>
                          <a:tab pos="4572000" algn="l"/>
                          <a:tab pos="4953000" algn="l"/>
                          <a:tab pos="5334000" algn="l"/>
                          <a:tab pos="5715000" algn="l"/>
                          <a:tab pos="6096000" algn="l"/>
                          <a:tab pos="6477000" algn="l"/>
                          <a:tab pos="6858000" algn="l"/>
                          <a:tab pos="7239000" algn="l"/>
                          <a:tab pos="7620000" algn="l"/>
                          <a:tab pos="8001000" algn="l"/>
                          <a:tab pos="8382000" algn="l"/>
                          <a:tab pos="8763000" algn="l"/>
                          <a:tab pos="9144000" algn="l"/>
                          <a:tab pos="9525000" algn="l"/>
                          <a:tab pos="9906000" algn="l"/>
                          <a:tab pos="10287000" algn="l"/>
                          <a:tab pos="10668000" algn="l"/>
                          <a:tab pos="11049000" algn="l"/>
                          <a:tab pos="11430000" algn="l"/>
                          <a:tab pos="11811000" algn="l"/>
                          <a:tab pos="12192000" algn="l"/>
                        </a:tabLst>
                      </a:pPr>
                      <a:r>
                        <a:rPr lang="en-US" sz="700" kern="0" spc="0" dirty="0">
                          <a:solidFill>
                            <a:srgbClr val="000000"/>
                          </a:solidFill>
                          <a:effectLst/>
                          <a:latin typeface="Rix모던고딕 M" panose="02020603020101020101" pitchFamily="18" charset="-127"/>
                          <a:ea typeface="Rix모던고딕 M" panose="02020603020101020101" pitchFamily="18" charset="-127"/>
                        </a:rPr>
                        <a:t>100</a:t>
                      </a:r>
                    </a:p>
                  </a:txBody>
                  <a:tcPr marL="56764" marR="56764" marT="15694" marB="1569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81000" algn="l"/>
                          <a:tab pos="762000" algn="l"/>
                          <a:tab pos="1143000" algn="l"/>
                          <a:tab pos="1524000" algn="l"/>
                          <a:tab pos="1905000" algn="l"/>
                          <a:tab pos="2286000" algn="l"/>
                          <a:tab pos="2667000" algn="l"/>
                          <a:tab pos="3048000" algn="l"/>
                          <a:tab pos="3429000" algn="l"/>
                          <a:tab pos="3810000" algn="l"/>
                          <a:tab pos="4191000" algn="l"/>
                          <a:tab pos="4572000" algn="l"/>
                          <a:tab pos="4953000" algn="l"/>
                          <a:tab pos="5334000" algn="l"/>
                          <a:tab pos="5715000" algn="l"/>
                          <a:tab pos="6096000" algn="l"/>
                          <a:tab pos="6477000" algn="l"/>
                          <a:tab pos="6858000" algn="l"/>
                          <a:tab pos="7239000" algn="l"/>
                          <a:tab pos="7620000" algn="l"/>
                          <a:tab pos="8001000" algn="l"/>
                          <a:tab pos="8382000" algn="l"/>
                          <a:tab pos="8763000" algn="l"/>
                          <a:tab pos="9144000" algn="l"/>
                          <a:tab pos="9525000" algn="l"/>
                          <a:tab pos="9906000" algn="l"/>
                          <a:tab pos="10287000" algn="l"/>
                          <a:tab pos="10668000" algn="l"/>
                          <a:tab pos="11049000" algn="l"/>
                          <a:tab pos="11430000" algn="l"/>
                          <a:tab pos="11811000" algn="l"/>
                          <a:tab pos="12192000" algn="l"/>
                        </a:tabLst>
                      </a:pPr>
                      <a:r>
                        <a:rPr lang="en-US" sz="700" kern="0" spc="0" dirty="0">
                          <a:solidFill>
                            <a:srgbClr val="000000"/>
                          </a:solidFill>
                          <a:effectLst/>
                          <a:latin typeface="Rix모던고딕 M" panose="02020603020101020101" pitchFamily="18" charset="-127"/>
                          <a:ea typeface="Rix모던고딕 M" panose="02020603020101020101" pitchFamily="18" charset="-127"/>
                        </a:rPr>
                        <a:t>100</a:t>
                      </a:r>
                    </a:p>
                  </a:txBody>
                  <a:tcPr marL="56764" marR="56764" marT="15694" marB="1569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81000" algn="l"/>
                          <a:tab pos="762000" algn="l"/>
                          <a:tab pos="1143000" algn="l"/>
                          <a:tab pos="1524000" algn="l"/>
                          <a:tab pos="1905000" algn="l"/>
                          <a:tab pos="2286000" algn="l"/>
                          <a:tab pos="2667000" algn="l"/>
                          <a:tab pos="3048000" algn="l"/>
                          <a:tab pos="3429000" algn="l"/>
                          <a:tab pos="3810000" algn="l"/>
                          <a:tab pos="4191000" algn="l"/>
                          <a:tab pos="4572000" algn="l"/>
                          <a:tab pos="4953000" algn="l"/>
                          <a:tab pos="5334000" algn="l"/>
                          <a:tab pos="5715000" algn="l"/>
                          <a:tab pos="6096000" algn="l"/>
                          <a:tab pos="6477000" algn="l"/>
                          <a:tab pos="6858000" algn="l"/>
                          <a:tab pos="7239000" algn="l"/>
                          <a:tab pos="7620000" algn="l"/>
                          <a:tab pos="8001000" algn="l"/>
                          <a:tab pos="8382000" algn="l"/>
                          <a:tab pos="8763000" algn="l"/>
                          <a:tab pos="9144000" algn="l"/>
                          <a:tab pos="9525000" algn="l"/>
                          <a:tab pos="9906000" algn="l"/>
                          <a:tab pos="10287000" algn="l"/>
                          <a:tab pos="10668000" algn="l"/>
                          <a:tab pos="11049000" algn="l"/>
                          <a:tab pos="11430000" algn="l"/>
                          <a:tab pos="11811000" algn="l"/>
                          <a:tab pos="12192000" algn="l"/>
                        </a:tabLst>
                      </a:pPr>
                      <a:r>
                        <a:rPr lang="en-US" altLang="ko-KR" sz="700" kern="0" spc="0" dirty="0">
                          <a:solidFill>
                            <a:srgbClr val="000000"/>
                          </a:solidFill>
                          <a:effectLst/>
                          <a:latin typeface="Rix모던고딕 M" panose="02020603020101020101" pitchFamily="18" charset="-127"/>
                          <a:ea typeface="Rix모던고딕 M" panose="02020603020101020101" pitchFamily="18" charset="-127"/>
                        </a:rPr>
                        <a:t>100 (</a:t>
                      </a:r>
                      <a:r>
                        <a:rPr lang="ko-KR" altLang="en-US" sz="700" kern="0" spc="0" dirty="0">
                          <a:solidFill>
                            <a:srgbClr val="000000"/>
                          </a:solidFill>
                          <a:effectLst/>
                          <a:latin typeface="Rix모던고딕 M" panose="02020603020101020101" pitchFamily="18" charset="-127"/>
                          <a:ea typeface="Rix모던고딕 M" panose="02020603020101020101" pitchFamily="18" charset="-127"/>
                        </a:rPr>
                        <a:t>높음</a:t>
                      </a:r>
                      <a:r>
                        <a:rPr lang="en-US" altLang="ko-KR" sz="700" kern="0" spc="0" dirty="0">
                          <a:solidFill>
                            <a:srgbClr val="000000"/>
                          </a:solidFill>
                          <a:effectLst/>
                          <a:latin typeface="Rix모던고딕 M" panose="02020603020101020101" pitchFamily="18" charset="-127"/>
                          <a:ea typeface="Rix모던고딕 M" panose="02020603020101020101" pitchFamily="18" charset="-127"/>
                        </a:rPr>
                        <a:t>)</a:t>
                      </a:r>
                      <a:endParaRPr lang="ko-KR" altLang="en-US" sz="700" kern="0" spc="0" dirty="0">
                        <a:solidFill>
                          <a:srgbClr val="000000"/>
                        </a:solidFill>
                        <a:effectLst/>
                        <a:latin typeface="Rix모던고딕 M" panose="02020603020101020101" pitchFamily="18" charset="-127"/>
                        <a:ea typeface="Rix모던고딕 M" panose="02020603020101020101" pitchFamily="18" charset="-127"/>
                      </a:endParaRPr>
                    </a:p>
                  </a:txBody>
                  <a:tcPr marL="56764" marR="56764" marT="15694" marB="1569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2385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81000" algn="l"/>
                          <a:tab pos="762000" algn="l"/>
                          <a:tab pos="1143000" algn="l"/>
                          <a:tab pos="1524000" algn="l"/>
                          <a:tab pos="1905000" algn="l"/>
                          <a:tab pos="2286000" algn="l"/>
                          <a:tab pos="2667000" algn="l"/>
                          <a:tab pos="3048000" algn="l"/>
                          <a:tab pos="3429000" algn="l"/>
                          <a:tab pos="3810000" algn="l"/>
                          <a:tab pos="4191000" algn="l"/>
                          <a:tab pos="4572000" algn="l"/>
                          <a:tab pos="4953000" algn="l"/>
                          <a:tab pos="5334000" algn="l"/>
                          <a:tab pos="5715000" algn="l"/>
                          <a:tab pos="6096000" algn="l"/>
                          <a:tab pos="6477000" algn="l"/>
                          <a:tab pos="6858000" algn="l"/>
                          <a:tab pos="7239000" algn="l"/>
                          <a:tab pos="7620000" algn="l"/>
                          <a:tab pos="8001000" algn="l"/>
                          <a:tab pos="8382000" algn="l"/>
                          <a:tab pos="8763000" algn="l"/>
                          <a:tab pos="9144000" algn="l"/>
                          <a:tab pos="9525000" algn="l"/>
                          <a:tab pos="9906000" algn="l"/>
                          <a:tab pos="10287000" algn="l"/>
                          <a:tab pos="10668000" algn="l"/>
                          <a:tab pos="11049000" algn="l"/>
                          <a:tab pos="11430000" algn="l"/>
                          <a:tab pos="11811000" algn="l"/>
                          <a:tab pos="12192000" algn="l"/>
                        </a:tabLst>
                      </a:pPr>
                      <a:r>
                        <a:rPr lang="en-US" altLang="ko-KR" sz="700" b="1" kern="0" spc="0" dirty="0">
                          <a:solidFill>
                            <a:srgbClr val="000000"/>
                          </a:solidFill>
                          <a:effectLst/>
                          <a:latin typeface="Rix모던고딕 M" panose="02020603020101020101" pitchFamily="18" charset="-127"/>
                          <a:ea typeface="Rix모던고딕 M" panose="02020603020101020101" pitchFamily="18" charset="-127"/>
                        </a:rPr>
                        <a:t>90 </a:t>
                      </a:r>
                      <a:r>
                        <a:rPr lang="ko-KR" altLang="en-US" sz="700" b="1" kern="0" spc="0" dirty="0">
                          <a:solidFill>
                            <a:srgbClr val="000000"/>
                          </a:solidFill>
                          <a:effectLst/>
                          <a:latin typeface="Rix모던고딕 M" panose="02020603020101020101" pitchFamily="18" charset="-127"/>
                          <a:ea typeface="Rix모던고딕 M" panose="02020603020101020101" pitchFamily="18" charset="-127"/>
                        </a:rPr>
                        <a:t>초과</a:t>
                      </a:r>
                      <a:endParaRPr lang="ko-KR" altLang="en-US" sz="700" kern="0" spc="0" dirty="0">
                        <a:solidFill>
                          <a:srgbClr val="000000"/>
                        </a:solidFill>
                        <a:effectLst/>
                        <a:latin typeface="Rix모던고딕 M" panose="02020603020101020101" pitchFamily="18" charset="-127"/>
                        <a:ea typeface="Rix모던고딕 M" panose="02020603020101020101" pitchFamily="18" charset="-127"/>
                      </a:endParaRPr>
                    </a:p>
                  </a:txBody>
                  <a:tcPr marL="56764" marR="56764" marT="15694" marB="15694" anchor="ctr">
                    <a:lnL w="32385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5247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81000" algn="l"/>
                          <a:tab pos="762000" algn="l"/>
                          <a:tab pos="1143000" algn="l"/>
                          <a:tab pos="1524000" algn="l"/>
                          <a:tab pos="1905000" algn="l"/>
                          <a:tab pos="2286000" algn="l"/>
                          <a:tab pos="2667000" algn="l"/>
                          <a:tab pos="3048000" algn="l"/>
                          <a:tab pos="3429000" algn="l"/>
                          <a:tab pos="3810000" algn="l"/>
                          <a:tab pos="4191000" algn="l"/>
                          <a:tab pos="4572000" algn="l"/>
                          <a:tab pos="4953000" algn="l"/>
                          <a:tab pos="5334000" algn="l"/>
                          <a:tab pos="5715000" algn="l"/>
                          <a:tab pos="6096000" algn="l"/>
                          <a:tab pos="6477000" algn="l"/>
                          <a:tab pos="6858000" algn="l"/>
                          <a:tab pos="7239000" algn="l"/>
                          <a:tab pos="7620000" algn="l"/>
                          <a:tab pos="8001000" algn="l"/>
                          <a:tab pos="8382000" algn="l"/>
                          <a:tab pos="8763000" algn="l"/>
                          <a:tab pos="9144000" algn="l"/>
                          <a:tab pos="9525000" algn="l"/>
                          <a:tab pos="9906000" algn="l"/>
                          <a:tab pos="10287000" algn="l"/>
                          <a:tab pos="10668000" algn="l"/>
                          <a:tab pos="11049000" algn="l"/>
                          <a:tab pos="11430000" algn="l"/>
                          <a:tab pos="11811000" algn="l"/>
                          <a:tab pos="12192000" algn="l"/>
                        </a:tabLst>
                      </a:pPr>
                      <a:r>
                        <a:rPr lang="en-US" altLang="ko-KR" sz="700" kern="0" spc="0" dirty="0">
                          <a:solidFill>
                            <a:srgbClr val="000000"/>
                          </a:solidFill>
                          <a:effectLst/>
                          <a:latin typeface="Rix모던고딕 M" panose="02020603020101020101" pitchFamily="18" charset="-127"/>
                          <a:ea typeface="Rix모던고딕 M" panose="02020603020101020101" pitchFamily="18" charset="-127"/>
                        </a:rPr>
                        <a:t>2</a:t>
                      </a:r>
                      <a:r>
                        <a:rPr lang="ko-KR" altLang="en-US" sz="700" kern="0" spc="0" dirty="0">
                          <a:solidFill>
                            <a:srgbClr val="000000"/>
                          </a:solidFill>
                          <a:effectLst/>
                          <a:latin typeface="Rix모던고딕 M" panose="02020603020101020101" pitchFamily="18" charset="-127"/>
                          <a:ea typeface="Rix모던고딕 M" panose="02020603020101020101" pitchFamily="18" charset="-127"/>
                        </a:rPr>
                        <a:t>등급</a:t>
                      </a:r>
                    </a:p>
                  </a:txBody>
                  <a:tcPr marL="56764" marR="56764" marT="15694" marB="15694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6D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81000" algn="l"/>
                          <a:tab pos="762000" algn="l"/>
                          <a:tab pos="1143000" algn="l"/>
                          <a:tab pos="1524000" algn="l"/>
                          <a:tab pos="1905000" algn="l"/>
                          <a:tab pos="2286000" algn="l"/>
                          <a:tab pos="2667000" algn="l"/>
                          <a:tab pos="3048000" algn="l"/>
                          <a:tab pos="3429000" algn="l"/>
                          <a:tab pos="3810000" algn="l"/>
                          <a:tab pos="4191000" algn="l"/>
                          <a:tab pos="4572000" algn="l"/>
                          <a:tab pos="4953000" algn="l"/>
                          <a:tab pos="5334000" algn="l"/>
                          <a:tab pos="5715000" algn="l"/>
                          <a:tab pos="6096000" algn="l"/>
                          <a:tab pos="6477000" algn="l"/>
                          <a:tab pos="6858000" algn="l"/>
                          <a:tab pos="7239000" algn="l"/>
                          <a:tab pos="7620000" algn="l"/>
                          <a:tab pos="8001000" algn="l"/>
                          <a:tab pos="8382000" algn="l"/>
                          <a:tab pos="8763000" algn="l"/>
                          <a:tab pos="9144000" algn="l"/>
                          <a:tab pos="9525000" algn="l"/>
                          <a:tab pos="9906000" algn="l"/>
                          <a:tab pos="10287000" algn="l"/>
                          <a:tab pos="10668000" algn="l"/>
                          <a:tab pos="11049000" algn="l"/>
                          <a:tab pos="11430000" algn="l"/>
                          <a:tab pos="11811000" algn="l"/>
                          <a:tab pos="12192000" algn="l"/>
                        </a:tabLst>
                      </a:pPr>
                      <a:r>
                        <a:rPr lang="en-US" sz="700" kern="0" spc="0" dirty="0">
                          <a:solidFill>
                            <a:srgbClr val="000000"/>
                          </a:solidFill>
                          <a:effectLst/>
                          <a:latin typeface="Rix모던고딕 M" panose="02020603020101020101" pitchFamily="18" charset="-127"/>
                          <a:ea typeface="Rix모던고딕 M" panose="02020603020101020101" pitchFamily="18" charset="-127"/>
                        </a:rPr>
                        <a:t>80</a:t>
                      </a:r>
                    </a:p>
                  </a:txBody>
                  <a:tcPr marL="56764" marR="56764" marT="15694" marB="1569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81000" algn="l"/>
                          <a:tab pos="762000" algn="l"/>
                          <a:tab pos="1143000" algn="l"/>
                          <a:tab pos="1524000" algn="l"/>
                          <a:tab pos="1905000" algn="l"/>
                          <a:tab pos="2286000" algn="l"/>
                          <a:tab pos="2667000" algn="l"/>
                          <a:tab pos="3048000" algn="l"/>
                          <a:tab pos="3429000" algn="l"/>
                          <a:tab pos="3810000" algn="l"/>
                          <a:tab pos="4191000" algn="l"/>
                          <a:tab pos="4572000" algn="l"/>
                          <a:tab pos="4953000" algn="l"/>
                          <a:tab pos="5334000" algn="l"/>
                          <a:tab pos="5715000" algn="l"/>
                          <a:tab pos="6096000" algn="l"/>
                          <a:tab pos="6477000" algn="l"/>
                          <a:tab pos="6858000" algn="l"/>
                          <a:tab pos="7239000" algn="l"/>
                          <a:tab pos="7620000" algn="l"/>
                          <a:tab pos="8001000" algn="l"/>
                          <a:tab pos="8382000" algn="l"/>
                          <a:tab pos="8763000" algn="l"/>
                          <a:tab pos="9144000" algn="l"/>
                          <a:tab pos="9525000" algn="l"/>
                          <a:tab pos="9906000" algn="l"/>
                          <a:tab pos="10287000" algn="l"/>
                          <a:tab pos="10668000" algn="l"/>
                          <a:tab pos="11049000" algn="l"/>
                          <a:tab pos="11430000" algn="l"/>
                          <a:tab pos="11811000" algn="l"/>
                          <a:tab pos="12192000" algn="l"/>
                        </a:tabLst>
                      </a:pPr>
                      <a:r>
                        <a:rPr lang="en-US" sz="700" kern="0" spc="0" dirty="0">
                          <a:solidFill>
                            <a:srgbClr val="000000"/>
                          </a:solidFill>
                          <a:effectLst/>
                          <a:latin typeface="Rix모던고딕 M" panose="02020603020101020101" pitchFamily="18" charset="-127"/>
                          <a:ea typeface="Rix모던고딕 M" panose="02020603020101020101" pitchFamily="18" charset="-127"/>
                        </a:rPr>
                        <a:t>80</a:t>
                      </a:r>
                    </a:p>
                  </a:txBody>
                  <a:tcPr marL="56764" marR="56764" marT="15694" marB="1569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81000" algn="l"/>
                          <a:tab pos="762000" algn="l"/>
                          <a:tab pos="1143000" algn="l"/>
                          <a:tab pos="1524000" algn="l"/>
                          <a:tab pos="1905000" algn="l"/>
                          <a:tab pos="2286000" algn="l"/>
                          <a:tab pos="2667000" algn="l"/>
                          <a:tab pos="3048000" algn="l"/>
                          <a:tab pos="3429000" algn="l"/>
                          <a:tab pos="3810000" algn="l"/>
                          <a:tab pos="4191000" algn="l"/>
                          <a:tab pos="4572000" algn="l"/>
                          <a:tab pos="4953000" algn="l"/>
                          <a:tab pos="5334000" algn="l"/>
                          <a:tab pos="5715000" algn="l"/>
                          <a:tab pos="6096000" algn="l"/>
                          <a:tab pos="6477000" algn="l"/>
                          <a:tab pos="6858000" algn="l"/>
                          <a:tab pos="7239000" algn="l"/>
                          <a:tab pos="7620000" algn="l"/>
                          <a:tab pos="8001000" algn="l"/>
                          <a:tab pos="8382000" algn="l"/>
                          <a:tab pos="8763000" algn="l"/>
                          <a:tab pos="9144000" algn="l"/>
                          <a:tab pos="9525000" algn="l"/>
                          <a:tab pos="9906000" algn="l"/>
                          <a:tab pos="10287000" algn="l"/>
                          <a:tab pos="10668000" algn="l"/>
                          <a:tab pos="11049000" algn="l"/>
                          <a:tab pos="11430000" algn="l"/>
                          <a:tab pos="11811000" algn="l"/>
                          <a:tab pos="12192000" algn="l"/>
                        </a:tabLst>
                      </a:pPr>
                      <a:r>
                        <a:rPr lang="en-US" sz="700" kern="0" spc="0" dirty="0">
                          <a:solidFill>
                            <a:srgbClr val="000000"/>
                          </a:solidFill>
                          <a:effectLst/>
                          <a:latin typeface="Rix모던고딕 M" panose="02020603020101020101" pitchFamily="18" charset="-127"/>
                          <a:ea typeface="Rix모던고딕 M" panose="02020603020101020101" pitchFamily="18" charset="-127"/>
                        </a:rPr>
                        <a:t>-</a:t>
                      </a:r>
                    </a:p>
                  </a:txBody>
                  <a:tcPr marL="56764" marR="56764" marT="15694" marB="1569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2385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81000" algn="l"/>
                          <a:tab pos="762000" algn="l"/>
                          <a:tab pos="1143000" algn="l"/>
                          <a:tab pos="1524000" algn="l"/>
                          <a:tab pos="1905000" algn="l"/>
                          <a:tab pos="2286000" algn="l"/>
                          <a:tab pos="2667000" algn="l"/>
                          <a:tab pos="3048000" algn="l"/>
                          <a:tab pos="3429000" algn="l"/>
                          <a:tab pos="3810000" algn="l"/>
                          <a:tab pos="4191000" algn="l"/>
                          <a:tab pos="4572000" algn="l"/>
                          <a:tab pos="4953000" algn="l"/>
                          <a:tab pos="5334000" algn="l"/>
                          <a:tab pos="5715000" algn="l"/>
                          <a:tab pos="6096000" algn="l"/>
                          <a:tab pos="6477000" algn="l"/>
                          <a:tab pos="6858000" algn="l"/>
                          <a:tab pos="7239000" algn="l"/>
                          <a:tab pos="7620000" algn="l"/>
                          <a:tab pos="8001000" algn="l"/>
                          <a:tab pos="8382000" algn="l"/>
                          <a:tab pos="8763000" algn="l"/>
                          <a:tab pos="9144000" algn="l"/>
                          <a:tab pos="9525000" algn="l"/>
                          <a:tab pos="9906000" algn="l"/>
                          <a:tab pos="10287000" algn="l"/>
                          <a:tab pos="10668000" algn="l"/>
                          <a:tab pos="11049000" algn="l"/>
                          <a:tab pos="11430000" algn="l"/>
                          <a:tab pos="11811000" algn="l"/>
                          <a:tab pos="12192000" algn="l"/>
                        </a:tabLst>
                      </a:pPr>
                      <a:r>
                        <a:rPr lang="en-US" altLang="ko-KR" sz="700" b="1" kern="0" spc="-80" dirty="0">
                          <a:solidFill>
                            <a:srgbClr val="000000"/>
                          </a:solidFill>
                          <a:effectLst/>
                          <a:latin typeface="Rix모던고딕 M" panose="02020603020101020101" pitchFamily="18" charset="-127"/>
                          <a:ea typeface="Rix모던고딕 M" panose="02020603020101020101" pitchFamily="18" charset="-127"/>
                        </a:rPr>
                        <a:t>90 </a:t>
                      </a:r>
                      <a:r>
                        <a:rPr lang="ko-KR" altLang="en-US" sz="700" b="1" kern="0" spc="-80" dirty="0">
                          <a:solidFill>
                            <a:srgbClr val="000000"/>
                          </a:solidFill>
                          <a:effectLst/>
                          <a:latin typeface="Rix모던고딕 M" panose="02020603020101020101" pitchFamily="18" charset="-127"/>
                          <a:ea typeface="Rix모던고딕 M" panose="02020603020101020101" pitchFamily="18" charset="-127"/>
                        </a:rPr>
                        <a:t>이하 </a:t>
                      </a:r>
                      <a:r>
                        <a:rPr lang="en-US" altLang="ko-KR" sz="700" b="1" kern="0" spc="-80" dirty="0">
                          <a:solidFill>
                            <a:srgbClr val="000000"/>
                          </a:solidFill>
                          <a:effectLst/>
                          <a:latin typeface="Rix모던고딕 M" panose="02020603020101020101" pitchFamily="18" charset="-127"/>
                          <a:ea typeface="Rix모던고딕 M" panose="02020603020101020101" pitchFamily="18" charset="-127"/>
                        </a:rPr>
                        <a:t>~ 80 </a:t>
                      </a:r>
                      <a:r>
                        <a:rPr lang="ko-KR" altLang="en-US" sz="700" b="1" kern="0" spc="-80" dirty="0">
                          <a:solidFill>
                            <a:srgbClr val="000000"/>
                          </a:solidFill>
                          <a:effectLst/>
                          <a:latin typeface="Rix모던고딕 M" panose="02020603020101020101" pitchFamily="18" charset="-127"/>
                          <a:ea typeface="Rix모던고딕 M" panose="02020603020101020101" pitchFamily="18" charset="-127"/>
                        </a:rPr>
                        <a:t>초과</a:t>
                      </a:r>
                      <a:endParaRPr lang="ko-KR" altLang="en-US" sz="700" kern="0" spc="0" dirty="0">
                        <a:solidFill>
                          <a:srgbClr val="000000"/>
                        </a:solidFill>
                        <a:effectLst/>
                        <a:latin typeface="Rix모던고딕 M" panose="02020603020101020101" pitchFamily="18" charset="-127"/>
                        <a:ea typeface="Rix모던고딕 M" panose="02020603020101020101" pitchFamily="18" charset="-127"/>
                      </a:endParaRPr>
                    </a:p>
                  </a:txBody>
                  <a:tcPr marL="56764" marR="56764" marT="15694" marB="15694" anchor="ctr">
                    <a:lnL w="32385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5247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81000" algn="l"/>
                          <a:tab pos="762000" algn="l"/>
                          <a:tab pos="1143000" algn="l"/>
                          <a:tab pos="1524000" algn="l"/>
                          <a:tab pos="1905000" algn="l"/>
                          <a:tab pos="2286000" algn="l"/>
                          <a:tab pos="2667000" algn="l"/>
                          <a:tab pos="3048000" algn="l"/>
                          <a:tab pos="3429000" algn="l"/>
                          <a:tab pos="3810000" algn="l"/>
                          <a:tab pos="4191000" algn="l"/>
                          <a:tab pos="4572000" algn="l"/>
                          <a:tab pos="4953000" algn="l"/>
                          <a:tab pos="5334000" algn="l"/>
                          <a:tab pos="5715000" algn="l"/>
                          <a:tab pos="6096000" algn="l"/>
                          <a:tab pos="6477000" algn="l"/>
                          <a:tab pos="6858000" algn="l"/>
                          <a:tab pos="7239000" algn="l"/>
                          <a:tab pos="7620000" algn="l"/>
                          <a:tab pos="8001000" algn="l"/>
                          <a:tab pos="8382000" algn="l"/>
                          <a:tab pos="8763000" algn="l"/>
                          <a:tab pos="9144000" algn="l"/>
                          <a:tab pos="9525000" algn="l"/>
                          <a:tab pos="9906000" algn="l"/>
                          <a:tab pos="10287000" algn="l"/>
                          <a:tab pos="10668000" algn="l"/>
                          <a:tab pos="11049000" algn="l"/>
                          <a:tab pos="11430000" algn="l"/>
                          <a:tab pos="11811000" algn="l"/>
                          <a:tab pos="12192000" algn="l"/>
                        </a:tabLst>
                      </a:pPr>
                      <a:r>
                        <a:rPr lang="en-US" altLang="ko-KR" sz="700" kern="0" spc="0" dirty="0">
                          <a:solidFill>
                            <a:srgbClr val="000000"/>
                          </a:solidFill>
                          <a:effectLst/>
                          <a:latin typeface="Rix모던고딕 M" panose="02020603020101020101" pitchFamily="18" charset="-127"/>
                          <a:ea typeface="Rix모던고딕 M" panose="02020603020101020101" pitchFamily="18" charset="-127"/>
                        </a:rPr>
                        <a:t>3</a:t>
                      </a:r>
                      <a:r>
                        <a:rPr lang="ko-KR" altLang="en-US" sz="700" kern="0" spc="0" dirty="0">
                          <a:solidFill>
                            <a:srgbClr val="000000"/>
                          </a:solidFill>
                          <a:effectLst/>
                          <a:latin typeface="Rix모던고딕 M" panose="02020603020101020101" pitchFamily="18" charset="-127"/>
                          <a:ea typeface="Rix모던고딕 M" panose="02020603020101020101" pitchFamily="18" charset="-127"/>
                        </a:rPr>
                        <a:t>등급</a:t>
                      </a:r>
                    </a:p>
                  </a:txBody>
                  <a:tcPr marL="56764" marR="56764" marT="15694" marB="15694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6D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81000" algn="l"/>
                          <a:tab pos="762000" algn="l"/>
                          <a:tab pos="1143000" algn="l"/>
                          <a:tab pos="1524000" algn="l"/>
                          <a:tab pos="1905000" algn="l"/>
                          <a:tab pos="2286000" algn="l"/>
                          <a:tab pos="2667000" algn="l"/>
                          <a:tab pos="3048000" algn="l"/>
                          <a:tab pos="3429000" algn="l"/>
                          <a:tab pos="3810000" algn="l"/>
                          <a:tab pos="4191000" algn="l"/>
                          <a:tab pos="4572000" algn="l"/>
                          <a:tab pos="4953000" algn="l"/>
                          <a:tab pos="5334000" algn="l"/>
                          <a:tab pos="5715000" algn="l"/>
                          <a:tab pos="6096000" algn="l"/>
                          <a:tab pos="6477000" algn="l"/>
                          <a:tab pos="6858000" algn="l"/>
                          <a:tab pos="7239000" algn="l"/>
                          <a:tab pos="7620000" algn="l"/>
                          <a:tab pos="8001000" algn="l"/>
                          <a:tab pos="8382000" algn="l"/>
                          <a:tab pos="8763000" algn="l"/>
                          <a:tab pos="9144000" algn="l"/>
                          <a:tab pos="9525000" algn="l"/>
                          <a:tab pos="9906000" algn="l"/>
                          <a:tab pos="10287000" algn="l"/>
                          <a:tab pos="10668000" algn="l"/>
                          <a:tab pos="11049000" algn="l"/>
                          <a:tab pos="11430000" algn="l"/>
                          <a:tab pos="11811000" algn="l"/>
                          <a:tab pos="12192000" algn="l"/>
                        </a:tabLst>
                      </a:pPr>
                      <a:r>
                        <a:rPr lang="en-US" sz="700" kern="0" spc="0" dirty="0">
                          <a:solidFill>
                            <a:srgbClr val="000000"/>
                          </a:solidFill>
                          <a:effectLst/>
                          <a:latin typeface="Rix모던고딕 M" panose="02020603020101020101" pitchFamily="18" charset="-127"/>
                          <a:ea typeface="Rix모던고딕 M" panose="02020603020101020101" pitchFamily="18" charset="-127"/>
                        </a:rPr>
                        <a:t>60</a:t>
                      </a:r>
                    </a:p>
                  </a:txBody>
                  <a:tcPr marL="56764" marR="56764" marT="15694" marB="1569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81000" algn="l"/>
                          <a:tab pos="762000" algn="l"/>
                          <a:tab pos="1143000" algn="l"/>
                          <a:tab pos="1524000" algn="l"/>
                          <a:tab pos="1905000" algn="l"/>
                          <a:tab pos="2286000" algn="l"/>
                          <a:tab pos="2667000" algn="l"/>
                          <a:tab pos="3048000" algn="l"/>
                          <a:tab pos="3429000" algn="l"/>
                          <a:tab pos="3810000" algn="l"/>
                          <a:tab pos="4191000" algn="l"/>
                          <a:tab pos="4572000" algn="l"/>
                          <a:tab pos="4953000" algn="l"/>
                          <a:tab pos="5334000" algn="l"/>
                          <a:tab pos="5715000" algn="l"/>
                          <a:tab pos="6096000" algn="l"/>
                          <a:tab pos="6477000" algn="l"/>
                          <a:tab pos="6858000" algn="l"/>
                          <a:tab pos="7239000" algn="l"/>
                          <a:tab pos="7620000" algn="l"/>
                          <a:tab pos="8001000" algn="l"/>
                          <a:tab pos="8382000" algn="l"/>
                          <a:tab pos="8763000" algn="l"/>
                          <a:tab pos="9144000" algn="l"/>
                          <a:tab pos="9525000" algn="l"/>
                          <a:tab pos="9906000" algn="l"/>
                          <a:tab pos="10287000" algn="l"/>
                          <a:tab pos="10668000" algn="l"/>
                          <a:tab pos="11049000" algn="l"/>
                          <a:tab pos="11430000" algn="l"/>
                          <a:tab pos="11811000" algn="l"/>
                          <a:tab pos="12192000" algn="l"/>
                        </a:tabLst>
                      </a:pPr>
                      <a:r>
                        <a:rPr lang="en-US" sz="700" kern="0" spc="0" dirty="0">
                          <a:solidFill>
                            <a:srgbClr val="000000"/>
                          </a:solidFill>
                          <a:effectLst/>
                          <a:latin typeface="Rix모던고딕 M" panose="02020603020101020101" pitchFamily="18" charset="-127"/>
                          <a:ea typeface="Rix모던고딕 M" panose="02020603020101020101" pitchFamily="18" charset="-127"/>
                        </a:rPr>
                        <a:t>50</a:t>
                      </a:r>
                    </a:p>
                  </a:txBody>
                  <a:tcPr marL="56764" marR="56764" marT="15694" marB="1569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81000" algn="l"/>
                          <a:tab pos="762000" algn="l"/>
                          <a:tab pos="1143000" algn="l"/>
                          <a:tab pos="1524000" algn="l"/>
                          <a:tab pos="1905000" algn="l"/>
                          <a:tab pos="2286000" algn="l"/>
                          <a:tab pos="2667000" algn="l"/>
                          <a:tab pos="3048000" algn="l"/>
                          <a:tab pos="3429000" algn="l"/>
                          <a:tab pos="3810000" algn="l"/>
                          <a:tab pos="4191000" algn="l"/>
                          <a:tab pos="4572000" algn="l"/>
                          <a:tab pos="4953000" algn="l"/>
                          <a:tab pos="5334000" algn="l"/>
                          <a:tab pos="5715000" algn="l"/>
                          <a:tab pos="6096000" algn="l"/>
                          <a:tab pos="6477000" algn="l"/>
                          <a:tab pos="6858000" algn="l"/>
                          <a:tab pos="7239000" algn="l"/>
                          <a:tab pos="7620000" algn="l"/>
                          <a:tab pos="8001000" algn="l"/>
                          <a:tab pos="8382000" algn="l"/>
                          <a:tab pos="8763000" algn="l"/>
                          <a:tab pos="9144000" algn="l"/>
                          <a:tab pos="9525000" algn="l"/>
                          <a:tab pos="9906000" algn="l"/>
                          <a:tab pos="10287000" algn="l"/>
                          <a:tab pos="10668000" algn="l"/>
                          <a:tab pos="11049000" algn="l"/>
                          <a:tab pos="11430000" algn="l"/>
                          <a:tab pos="11811000" algn="l"/>
                          <a:tab pos="12192000" algn="l"/>
                        </a:tabLst>
                      </a:pPr>
                      <a:r>
                        <a:rPr lang="en-US" altLang="ko-KR" sz="700" kern="0" spc="0" dirty="0">
                          <a:solidFill>
                            <a:srgbClr val="000000"/>
                          </a:solidFill>
                          <a:effectLst/>
                          <a:latin typeface="Rix모던고딕 M" panose="02020603020101020101" pitchFamily="18" charset="-127"/>
                          <a:ea typeface="Rix모던고딕 M" panose="02020603020101020101" pitchFamily="18" charset="-127"/>
                        </a:rPr>
                        <a:t>50 (</a:t>
                      </a:r>
                      <a:r>
                        <a:rPr lang="ko-KR" altLang="en-US" sz="700" kern="0" spc="0" dirty="0">
                          <a:solidFill>
                            <a:srgbClr val="000000"/>
                          </a:solidFill>
                          <a:effectLst/>
                          <a:latin typeface="Rix모던고딕 M" panose="02020603020101020101" pitchFamily="18" charset="-127"/>
                          <a:ea typeface="Rix모던고딕 M" panose="02020603020101020101" pitchFamily="18" charset="-127"/>
                        </a:rPr>
                        <a:t>낮음</a:t>
                      </a:r>
                      <a:r>
                        <a:rPr lang="en-US" altLang="ko-KR" sz="700" kern="0" spc="0" dirty="0">
                          <a:solidFill>
                            <a:srgbClr val="000000"/>
                          </a:solidFill>
                          <a:effectLst/>
                          <a:latin typeface="Rix모던고딕 M" panose="02020603020101020101" pitchFamily="18" charset="-127"/>
                          <a:ea typeface="Rix모던고딕 M" panose="02020603020101020101" pitchFamily="18" charset="-127"/>
                        </a:rPr>
                        <a:t>)</a:t>
                      </a:r>
                      <a:endParaRPr lang="ko-KR" altLang="en-US" sz="700" kern="0" spc="0" dirty="0">
                        <a:solidFill>
                          <a:srgbClr val="000000"/>
                        </a:solidFill>
                        <a:effectLst/>
                        <a:latin typeface="Rix모던고딕 M" panose="02020603020101020101" pitchFamily="18" charset="-127"/>
                        <a:ea typeface="Rix모던고딕 M" panose="02020603020101020101" pitchFamily="18" charset="-127"/>
                      </a:endParaRPr>
                    </a:p>
                  </a:txBody>
                  <a:tcPr marL="56764" marR="56764" marT="15694" marB="1569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2385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81000" algn="l"/>
                          <a:tab pos="762000" algn="l"/>
                          <a:tab pos="1143000" algn="l"/>
                          <a:tab pos="1524000" algn="l"/>
                          <a:tab pos="1905000" algn="l"/>
                          <a:tab pos="2286000" algn="l"/>
                          <a:tab pos="2667000" algn="l"/>
                          <a:tab pos="3048000" algn="l"/>
                          <a:tab pos="3429000" algn="l"/>
                          <a:tab pos="3810000" algn="l"/>
                          <a:tab pos="4191000" algn="l"/>
                          <a:tab pos="4572000" algn="l"/>
                          <a:tab pos="4953000" algn="l"/>
                          <a:tab pos="5334000" algn="l"/>
                          <a:tab pos="5715000" algn="l"/>
                          <a:tab pos="6096000" algn="l"/>
                          <a:tab pos="6477000" algn="l"/>
                          <a:tab pos="6858000" algn="l"/>
                          <a:tab pos="7239000" algn="l"/>
                          <a:tab pos="7620000" algn="l"/>
                          <a:tab pos="8001000" algn="l"/>
                          <a:tab pos="8382000" algn="l"/>
                          <a:tab pos="8763000" algn="l"/>
                          <a:tab pos="9144000" algn="l"/>
                          <a:tab pos="9525000" algn="l"/>
                          <a:tab pos="9906000" algn="l"/>
                          <a:tab pos="10287000" algn="l"/>
                          <a:tab pos="10668000" algn="l"/>
                          <a:tab pos="11049000" algn="l"/>
                          <a:tab pos="11430000" algn="l"/>
                          <a:tab pos="11811000" algn="l"/>
                          <a:tab pos="12192000" algn="l"/>
                        </a:tabLst>
                      </a:pPr>
                      <a:r>
                        <a:rPr lang="en-US" altLang="ko-KR" sz="700" b="1" kern="0" spc="0" dirty="0">
                          <a:solidFill>
                            <a:srgbClr val="000000"/>
                          </a:solidFill>
                          <a:effectLst/>
                          <a:latin typeface="Rix모던고딕 M" panose="02020603020101020101" pitchFamily="18" charset="-127"/>
                          <a:ea typeface="Rix모던고딕 M" panose="02020603020101020101" pitchFamily="18" charset="-127"/>
                        </a:rPr>
                        <a:t>80 </a:t>
                      </a:r>
                      <a:r>
                        <a:rPr lang="ko-KR" altLang="en-US" sz="700" b="1" kern="0" spc="0" dirty="0">
                          <a:solidFill>
                            <a:srgbClr val="000000"/>
                          </a:solidFill>
                          <a:effectLst/>
                          <a:latin typeface="Rix모던고딕 M" panose="02020603020101020101" pitchFamily="18" charset="-127"/>
                          <a:ea typeface="Rix모던고딕 M" panose="02020603020101020101" pitchFamily="18" charset="-127"/>
                        </a:rPr>
                        <a:t>이하</a:t>
                      </a:r>
                      <a:endParaRPr lang="ko-KR" altLang="en-US" sz="700" kern="0" spc="0" dirty="0">
                        <a:solidFill>
                          <a:srgbClr val="000000"/>
                        </a:solidFill>
                        <a:effectLst/>
                        <a:latin typeface="Rix모던고딕 M" panose="02020603020101020101" pitchFamily="18" charset="-127"/>
                        <a:ea typeface="Rix모던고딕 M" panose="02020603020101020101" pitchFamily="18" charset="-127"/>
                      </a:endParaRPr>
                    </a:p>
                  </a:txBody>
                  <a:tcPr marL="56764" marR="56764" marT="15694" marB="15694" anchor="ctr">
                    <a:lnL w="32385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6" name="직사각형 25"/>
          <p:cNvSpPr/>
          <p:nvPr/>
        </p:nvSpPr>
        <p:spPr>
          <a:xfrm>
            <a:off x="3308318" y="2562640"/>
            <a:ext cx="6997732" cy="4282287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33" dirty="0">
              <a:latin typeface="Rix고딕 M" pitchFamily="18" charset="-127"/>
              <a:ea typeface="Rix고딕 M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290894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직사각형 66"/>
          <p:cNvSpPr/>
          <p:nvPr/>
        </p:nvSpPr>
        <p:spPr>
          <a:xfrm>
            <a:off x="0" y="307090"/>
            <a:ext cx="10693400" cy="46218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 cap="rnd" cmpd="sng">
            <a:noFill/>
            <a:prstDash val="solid"/>
            <a:headEnd type="none" w="lg" len="med"/>
            <a:tailEnd type="none" w="lg" len="med"/>
          </a:ln>
          <a:effectLst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none" lIns="99569" tIns="172873" rIns="99569" bIns="49785"/>
          <a:lstStyle/>
          <a:p>
            <a:pPr algn="ctr" latinLnBrk="0"/>
            <a:endParaRPr lang="ko-KR" altLang="en-US" sz="1700" b="1" dirty="0">
              <a:gradFill>
                <a:gsLst>
                  <a:gs pos="0">
                    <a:prstClr val="white"/>
                  </a:gs>
                  <a:gs pos="100000">
                    <a:prstClr val="white"/>
                  </a:gs>
                </a:gsLst>
                <a:lin ang="5400000" scaled="0"/>
              </a:gra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고도 B" panose="02000503000000020004" pitchFamily="2" charset="-127"/>
              <a:ea typeface="고도 B" panose="02000503000000020004" pitchFamily="2" charset="-127"/>
            </a:endParaRPr>
          </a:p>
        </p:txBody>
      </p:sp>
      <p:sp>
        <p:nvSpPr>
          <p:cNvPr id="68" name="TextBox 67"/>
          <p:cNvSpPr txBox="1"/>
          <p:nvPr/>
        </p:nvSpPr>
        <p:spPr>
          <a:xfrm>
            <a:off x="347918" y="357032"/>
            <a:ext cx="8148382" cy="369332"/>
          </a:xfrm>
          <a:prstGeom prst="rect">
            <a:avLst/>
          </a:prstGeom>
          <a:noFill/>
          <a:ln w="6350">
            <a:noFill/>
          </a:ln>
          <a:effectLst/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 anchorCtr="0">
            <a:spAutoFit/>
            <a:sp3d>
              <a:bevelT w="0" h="0"/>
              <a:contourClr>
                <a:schemeClr val="bg1"/>
              </a:contourClr>
            </a:sp3d>
          </a:bodyPr>
          <a:lstStyle>
            <a:defPPr>
              <a:defRPr lang="ko-KR"/>
            </a:defPPr>
            <a:lvl1pPr lvl="0" indent="0" defTabSz="801639" latinLnBrk="0">
              <a:lnSpc>
                <a:spcPct val="100000"/>
              </a:lnSpc>
              <a:spcBef>
                <a:spcPts val="88"/>
              </a:spcBef>
              <a:spcAft>
                <a:spcPts val="88"/>
              </a:spcAft>
              <a:defRPr sz="2400" spc="0">
                <a:ln>
                  <a:solidFill>
                    <a:prstClr val="white">
                      <a:alpha val="10000"/>
                    </a:prstClr>
                  </a:solidFill>
                </a:ln>
                <a:solidFill>
                  <a:prstClr val="white"/>
                </a:solidFill>
                <a:effectLst/>
                <a:latin typeface="나눔고딕 ExtraBold" panose="020D0904000000000000" pitchFamily="50" charset="-127"/>
                <a:ea typeface="나눔고딕 ExtraBold" panose="020D0904000000000000" pitchFamily="50" charset="-127"/>
              </a:defRPr>
            </a:lvl1pPr>
          </a:lstStyle>
          <a:p>
            <a:r>
              <a:rPr lang="en-US" altLang="ko-KR" spc="-150" dirty="0" smtClean="0">
                <a:solidFill>
                  <a:schemeClr val="tx1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Q6. </a:t>
            </a:r>
            <a:r>
              <a:rPr lang="ko-KR" altLang="en-US" spc="-150" dirty="0">
                <a:solidFill>
                  <a:schemeClr val="tx1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장애 원인 규명 프로세스</a:t>
            </a:r>
          </a:p>
        </p:txBody>
      </p:sp>
      <p:sp>
        <p:nvSpPr>
          <p:cNvPr id="69" name="직사각형 68"/>
          <p:cNvSpPr/>
          <p:nvPr/>
        </p:nvSpPr>
        <p:spPr>
          <a:xfrm>
            <a:off x="0" y="776868"/>
            <a:ext cx="10693400" cy="899532"/>
          </a:xfrm>
          <a:prstGeom prst="rect">
            <a:avLst/>
          </a:prstGeom>
          <a:solidFill>
            <a:srgbClr val="2F6495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 lang="ko-KR" altLang="en-US" dirty="0"/>
          </a:p>
        </p:txBody>
      </p:sp>
      <p:sp>
        <p:nvSpPr>
          <p:cNvPr id="70" name="TextBox 69"/>
          <p:cNvSpPr txBox="1"/>
          <p:nvPr/>
        </p:nvSpPr>
        <p:spPr>
          <a:xfrm>
            <a:off x="357442" y="920807"/>
            <a:ext cx="10043857" cy="609398"/>
          </a:xfrm>
          <a:prstGeom prst="rect">
            <a:avLst/>
          </a:prstGeom>
          <a:noFill/>
          <a:ln w="6350">
            <a:noFill/>
          </a:ln>
          <a:effectLst/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 anchorCtr="0">
            <a:spAutoFit/>
            <a:sp3d>
              <a:bevelT w="0" h="0"/>
              <a:contourClr>
                <a:schemeClr val="bg1"/>
              </a:contourClr>
            </a:sp3d>
          </a:bodyPr>
          <a:lstStyle>
            <a:defPPr>
              <a:defRPr lang="ko-KR"/>
            </a:defPPr>
            <a:lvl1pPr lvl="0" indent="0" defTabSz="801639" latinLnBrk="0">
              <a:lnSpc>
                <a:spcPct val="100000"/>
              </a:lnSpc>
              <a:spcBef>
                <a:spcPts val="88"/>
              </a:spcBef>
              <a:spcAft>
                <a:spcPts val="88"/>
              </a:spcAft>
              <a:defRPr sz="2400" spc="0">
                <a:ln>
                  <a:solidFill>
                    <a:prstClr val="white">
                      <a:alpha val="10000"/>
                    </a:prstClr>
                  </a:solidFill>
                </a:ln>
                <a:solidFill>
                  <a:prstClr val="white"/>
                </a:solidFill>
                <a:effectLst/>
                <a:latin typeface="나눔고딕 ExtraBold" panose="020D0904000000000000" pitchFamily="50" charset="-127"/>
                <a:ea typeface="나눔고딕 ExtraBold" panose="020D0904000000000000" pitchFamily="50" charset="-127"/>
              </a:defRPr>
            </a:lvl1pPr>
          </a:lstStyle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800" spc="-100" dirty="0">
                <a:solidFill>
                  <a:schemeClr val="bg1"/>
                </a:solidFill>
                <a:latin typeface="Rix고딕 M" pitchFamily="18" charset="-127"/>
                <a:ea typeface="Rix고딕 M" pitchFamily="18" charset="-127"/>
              </a:rPr>
              <a:t>반복되는 보안 이슈 및 장애에 대한 체계적 대처를 위해서는 표준 프로세스에 의한 장애 및 문제관리가 필요합니다</a:t>
            </a:r>
            <a:r>
              <a:rPr lang="en-US" altLang="ko-KR" sz="1800" spc="-100" dirty="0">
                <a:solidFill>
                  <a:schemeClr val="bg1"/>
                </a:solidFill>
                <a:latin typeface="Rix고딕 M" pitchFamily="18" charset="-127"/>
                <a:ea typeface="Rix고딕 M" pitchFamily="18" charset="-127"/>
              </a:rPr>
              <a:t>. </a:t>
            </a:r>
            <a:r>
              <a:rPr lang="ko-KR" altLang="en-US" sz="1800" spc="-100" dirty="0">
                <a:solidFill>
                  <a:schemeClr val="bg1"/>
                </a:solidFill>
                <a:latin typeface="Rix고딕 M" pitchFamily="18" charset="-127"/>
                <a:ea typeface="Rix고딕 M" pitchFamily="18" charset="-127"/>
              </a:rPr>
              <a:t>제안사는 체계적인 장애 관리로 장애 건수를 축소하여 인프라의 안정성을 향상시키겠습니다</a:t>
            </a:r>
            <a:r>
              <a:rPr lang="en-US" altLang="ko-KR" sz="1800" spc="-100" dirty="0">
                <a:solidFill>
                  <a:schemeClr val="bg1"/>
                </a:solidFill>
                <a:latin typeface="Rix고딕 M" pitchFamily="18" charset="-127"/>
                <a:ea typeface="Rix고딕 M" pitchFamily="18" charset="-127"/>
              </a:rPr>
              <a:t>.</a:t>
            </a:r>
          </a:p>
        </p:txBody>
      </p:sp>
      <p:grpSp>
        <p:nvGrpSpPr>
          <p:cNvPr id="71" name="그룹 70"/>
          <p:cNvGrpSpPr/>
          <p:nvPr/>
        </p:nvGrpSpPr>
        <p:grpSpPr>
          <a:xfrm>
            <a:off x="682706" y="5565816"/>
            <a:ext cx="9601350" cy="1584954"/>
            <a:chOff x="682706" y="5535336"/>
            <a:chExt cx="9601350" cy="1584954"/>
          </a:xfrm>
        </p:grpSpPr>
        <p:pic>
          <p:nvPicPr>
            <p:cNvPr id="72" name="그림 71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8472" b="35530"/>
            <a:stretch/>
          </p:blipFill>
          <p:spPr>
            <a:xfrm>
              <a:off x="682706" y="5818324"/>
              <a:ext cx="9601350" cy="954768"/>
            </a:xfrm>
            <a:prstGeom prst="rect">
              <a:avLst/>
            </a:prstGeom>
          </p:spPr>
        </p:pic>
        <p:grpSp>
          <p:nvGrpSpPr>
            <p:cNvPr id="73" name="그룹 72"/>
            <p:cNvGrpSpPr/>
            <p:nvPr/>
          </p:nvGrpSpPr>
          <p:grpSpPr>
            <a:xfrm>
              <a:off x="1081819" y="5884644"/>
              <a:ext cx="2156523" cy="314743"/>
              <a:chOff x="629320" y="5761588"/>
              <a:chExt cx="2052228" cy="356854"/>
            </a:xfrm>
          </p:grpSpPr>
          <p:sp>
            <p:nvSpPr>
              <p:cNvPr id="91" name="모서리가 둥근 직사각형 90"/>
              <p:cNvSpPr/>
              <p:nvPr/>
            </p:nvSpPr>
            <p:spPr>
              <a:xfrm>
                <a:off x="629320" y="5761588"/>
                <a:ext cx="2052228" cy="356854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0">
                    <a:srgbClr val="333333"/>
                  </a:gs>
                  <a:gs pos="100000">
                    <a:srgbClr val="626669"/>
                  </a:gs>
                  <a:gs pos="70000">
                    <a:srgbClr val="414D58"/>
                  </a:gs>
                </a:gsLst>
                <a:lin ang="7800000" scaled="0"/>
                <a:tileRect/>
              </a:gradFill>
              <a:ln w="12700" cap="rnd" cmpd="sng">
                <a:noFill/>
                <a:prstDash val="solid"/>
                <a:headEnd type="none" w="lg" len="med"/>
                <a:tailEnd type="none" w="lg" len="med"/>
              </a:ln>
              <a:effectLst>
                <a:outerShdw blurRad="38100" dist="12700" dir="5400000" sx="99000" sy="99000" algn="t" rotWithShape="0">
                  <a:prstClr val="black">
                    <a:alpha val="25000"/>
                  </a:prstClr>
                </a:outerShdw>
              </a:effectLst>
            </p:spPr>
            <p:style>
              <a:lnRef idx="1">
                <a:schemeClr val="accent5"/>
              </a:lnRef>
              <a:fillRef idx="3">
                <a:schemeClr val="accent5"/>
              </a:fillRef>
              <a:effectRef idx="2">
                <a:schemeClr val="accent5"/>
              </a:effectRef>
              <a:fontRef idx="minor">
                <a:schemeClr val="lt1"/>
              </a:fontRef>
            </p:style>
            <p:txBody>
              <a:bodyPr wrap="none" tIns="158759"/>
              <a:lstStyle/>
              <a:p>
                <a:pPr algn="ctr" latinLnBrk="0"/>
                <a:endParaRPr lang="ko-KR" altLang="en-US" sz="1588" dirty="0">
                  <a:gradFill>
                    <a:gsLst>
                      <a:gs pos="0">
                        <a:prstClr val="white"/>
                      </a:gs>
                      <a:gs pos="100000">
                        <a:prstClr val="white"/>
                      </a:gs>
                    </a:gsLst>
                    <a:lin ang="5400000" scaled="0"/>
                  </a:gra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Rix고딕 B" pitchFamily="18" charset="-127"/>
                  <a:ea typeface="Rix고딕 B" pitchFamily="18" charset="-127"/>
                </a:endParaRPr>
              </a:p>
            </p:txBody>
          </p:sp>
          <p:sp>
            <p:nvSpPr>
              <p:cNvPr id="92" name="Text Box 172"/>
              <p:cNvSpPr txBox="1">
                <a:spLocks noChangeArrowheads="1"/>
              </p:cNvSpPr>
              <p:nvPr/>
            </p:nvSpPr>
            <p:spPr bwMode="auto">
              <a:xfrm>
                <a:off x="994903" y="5801487"/>
                <a:ext cx="1321064" cy="27705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 anchor="ctr">
                <a:spAutoFit/>
                <a:scene3d>
                  <a:camera prst="orthographicFront"/>
                  <a:lightRig rig="harsh" dir="tl"/>
                </a:scene3d>
                <a:sp3d prstMaterial="flat">
                  <a:bevelT w="0" prst="artDeco"/>
                  <a:extrusionClr>
                    <a:schemeClr val="bg1"/>
                  </a:extrusionClr>
                  <a:contourClr>
                    <a:schemeClr val="bg1"/>
                  </a:contourClr>
                </a:sp3d>
              </a:bodyPr>
              <a:lstStyle>
                <a:defPPr>
                  <a:defRPr lang="ko-KR"/>
                </a:defPPr>
                <a:lvl1pPr defTabSz="762000" eaLnBrk="0" hangingPunct="0">
                  <a:buClr>
                    <a:prstClr val="white"/>
                  </a:buClr>
                  <a:buSzPct val="80000"/>
                  <a:tabLst>
                    <a:tab pos="5648325" algn="l"/>
                  </a:tabLst>
                  <a:defRPr sz="1700">
                    <a:ln w="11430">
                      <a:noFill/>
                    </a:ln>
                    <a:gradFill flip="none" rotWithShape="1">
                      <a:gsLst>
                        <a:gs pos="100000">
                          <a:srgbClr val="001D8D"/>
                        </a:gs>
                        <a:gs pos="45000">
                          <a:srgbClr val="0167C6"/>
                        </a:gs>
                        <a:gs pos="0">
                          <a:srgbClr val="01A0C7"/>
                        </a:gs>
                      </a:gsLst>
                      <a:lin ang="5400000" scaled="0"/>
                      <a:tileRect/>
                    </a:gradFill>
                    <a:latin typeface="고도 B" panose="02000503000000020004" pitchFamily="2" charset="-127"/>
                    <a:ea typeface="고도 B" panose="02000503000000020004" pitchFamily="2" charset="-127"/>
                    <a:cs typeface="Arial" pitchFamily="34" charset="0"/>
                  </a:defRPr>
                </a:lvl1pPr>
              </a:lstStyle>
              <a:p>
                <a:pPr algn="ctr"/>
                <a:r>
                  <a:rPr lang="ko-KR" altLang="en-US" sz="1588" dirty="0">
                    <a:solidFill>
                      <a:schemeClr val="bg1"/>
                    </a:solidFill>
                    <a:latin typeface="Rix고딕 B" pitchFamily="18" charset="-127"/>
                    <a:ea typeface="Rix고딕 B" pitchFamily="18" charset="-127"/>
                  </a:rPr>
                  <a:t>장애접수</a:t>
                </a:r>
                <a:r>
                  <a:rPr lang="en-US" altLang="ko-KR" sz="1588" dirty="0">
                    <a:solidFill>
                      <a:schemeClr val="bg1"/>
                    </a:solidFill>
                    <a:latin typeface="Rix고딕 B" pitchFamily="18" charset="-127"/>
                    <a:ea typeface="Rix고딕 B" pitchFamily="18" charset="-127"/>
                  </a:rPr>
                  <a:t> </a:t>
                </a:r>
                <a:r>
                  <a:rPr lang="ko-KR" altLang="en-US" sz="1588" dirty="0">
                    <a:solidFill>
                      <a:schemeClr val="bg1"/>
                    </a:solidFill>
                    <a:latin typeface="Rix고딕 B" pitchFamily="18" charset="-127"/>
                    <a:ea typeface="Rix고딕 B" pitchFamily="18" charset="-127"/>
                  </a:rPr>
                  <a:t>및 등록</a:t>
                </a:r>
              </a:p>
            </p:txBody>
          </p:sp>
        </p:grpSp>
        <p:grpSp>
          <p:nvGrpSpPr>
            <p:cNvPr id="74" name="그룹 73"/>
            <p:cNvGrpSpPr/>
            <p:nvPr/>
          </p:nvGrpSpPr>
          <p:grpSpPr>
            <a:xfrm>
              <a:off x="4225590" y="5725868"/>
              <a:ext cx="2156523" cy="314743"/>
              <a:chOff x="629320" y="5761588"/>
              <a:chExt cx="2052228" cy="356854"/>
            </a:xfrm>
          </p:grpSpPr>
          <p:sp>
            <p:nvSpPr>
              <p:cNvPr id="89" name="모서리가 둥근 직사각형 88"/>
              <p:cNvSpPr/>
              <p:nvPr/>
            </p:nvSpPr>
            <p:spPr>
              <a:xfrm>
                <a:off x="629320" y="5761588"/>
                <a:ext cx="2052228" cy="356854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0">
                    <a:srgbClr val="333333"/>
                  </a:gs>
                  <a:gs pos="100000">
                    <a:srgbClr val="626669"/>
                  </a:gs>
                  <a:gs pos="70000">
                    <a:srgbClr val="414D58"/>
                  </a:gs>
                </a:gsLst>
                <a:lin ang="7800000" scaled="0"/>
                <a:tileRect/>
              </a:gradFill>
              <a:ln w="12700" cap="rnd" cmpd="sng">
                <a:noFill/>
                <a:prstDash val="solid"/>
                <a:headEnd type="none" w="lg" len="med"/>
                <a:tailEnd type="none" w="lg" len="med"/>
              </a:ln>
              <a:effectLst>
                <a:outerShdw blurRad="38100" dist="12700" dir="5400000" sx="99000" sy="99000" algn="t" rotWithShape="0">
                  <a:prstClr val="black">
                    <a:alpha val="25000"/>
                  </a:prstClr>
                </a:outerShdw>
              </a:effectLst>
            </p:spPr>
            <p:style>
              <a:lnRef idx="1">
                <a:schemeClr val="accent5"/>
              </a:lnRef>
              <a:fillRef idx="3">
                <a:schemeClr val="accent5"/>
              </a:fillRef>
              <a:effectRef idx="2">
                <a:schemeClr val="accent5"/>
              </a:effectRef>
              <a:fontRef idx="minor">
                <a:schemeClr val="lt1"/>
              </a:fontRef>
            </p:style>
            <p:txBody>
              <a:bodyPr wrap="none" tIns="158759"/>
              <a:lstStyle/>
              <a:p>
                <a:pPr algn="ctr" latinLnBrk="0"/>
                <a:endParaRPr lang="ko-KR" altLang="en-US" sz="1588" dirty="0">
                  <a:gradFill>
                    <a:gsLst>
                      <a:gs pos="0">
                        <a:prstClr val="white"/>
                      </a:gs>
                      <a:gs pos="100000">
                        <a:prstClr val="white"/>
                      </a:gs>
                    </a:gsLst>
                    <a:lin ang="5400000" scaled="0"/>
                  </a:gra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Rix고딕 B" pitchFamily="18" charset="-127"/>
                  <a:ea typeface="Rix고딕 B" pitchFamily="18" charset="-127"/>
                </a:endParaRPr>
              </a:p>
            </p:txBody>
          </p:sp>
          <p:sp>
            <p:nvSpPr>
              <p:cNvPr id="90" name="Text Box 172"/>
              <p:cNvSpPr txBox="1">
                <a:spLocks noChangeArrowheads="1"/>
              </p:cNvSpPr>
              <p:nvPr/>
            </p:nvSpPr>
            <p:spPr bwMode="auto">
              <a:xfrm>
                <a:off x="872102" y="5801487"/>
                <a:ext cx="1566666" cy="27705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 anchor="ctr">
                <a:spAutoFit/>
                <a:scene3d>
                  <a:camera prst="orthographicFront"/>
                  <a:lightRig rig="harsh" dir="tl"/>
                </a:scene3d>
                <a:sp3d prstMaterial="flat">
                  <a:bevelT w="0" prst="artDeco"/>
                  <a:extrusionClr>
                    <a:schemeClr val="bg1"/>
                  </a:extrusionClr>
                  <a:contourClr>
                    <a:schemeClr val="bg1"/>
                  </a:contourClr>
                </a:sp3d>
              </a:bodyPr>
              <a:lstStyle>
                <a:defPPr>
                  <a:defRPr lang="ko-KR"/>
                </a:defPPr>
                <a:lvl1pPr defTabSz="762000" eaLnBrk="0" hangingPunct="0">
                  <a:buClr>
                    <a:prstClr val="white"/>
                  </a:buClr>
                  <a:buSzPct val="80000"/>
                  <a:tabLst>
                    <a:tab pos="5648325" algn="l"/>
                  </a:tabLst>
                  <a:defRPr sz="1700">
                    <a:ln w="11430">
                      <a:noFill/>
                    </a:ln>
                    <a:gradFill flip="none" rotWithShape="1">
                      <a:gsLst>
                        <a:gs pos="100000">
                          <a:srgbClr val="001D8D"/>
                        </a:gs>
                        <a:gs pos="45000">
                          <a:srgbClr val="0167C6"/>
                        </a:gs>
                        <a:gs pos="0">
                          <a:srgbClr val="01A0C7"/>
                        </a:gs>
                      </a:gsLst>
                      <a:lin ang="5400000" scaled="0"/>
                      <a:tileRect/>
                    </a:gradFill>
                    <a:latin typeface="고도 B" panose="02000503000000020004" pitchFamily="2" charset="-127"/>
                    <a:ea typeface="고도 B" panose="02000503000000020004" pitchFamily="2" charset="-127"/>
                    <a:cs typeface="Arial" pitchFamily="34" charset="0"/>
                  </a:defRPr>
                </a:lvl1pPr>
              </a:lstStyle>
              <a:p>
                <a:pPr algn="ctr"/>
                <a:r>
                  <a:rPr lang="ko-KR" altLang="en-US" sz="1588" dirty="0">
                    <a:solidFill>
                      <a:schemeClr val="bg1"/>
                    </a:solidFill>
                    <a:latin typeface="Rix고딕 B" pitchFamily="18" charset="-127"/>
                    <a:ea typeface="Rix고딕 B" pitchFamily="18" charset="-127"/>
                  </a:rPr>
                  <a:t>장애처리 </a:t>
                </a:r>
                <a:r>
                  <a:rPr lang="en-US" altLang="ko-KR" sz="1588" dirty="0">
                    <a:solidFill>
                      <a:schemeClr val="bg1"/>
                    </a:solidFill>
                    <a:latin typeface="Rix고딕 B" pitchFamily="18" charset="-127"/>
                    <a:ea typeface="Rix고딕 B" pitchFamily="18" charset="-127"/>
                  </a:rPr>
                  <a:t>(1</a:t>
                </a:r>
                <a:r>
                  <a:rPr lang="ko-KR" altLang="en-US" sz="1588" dirty="0">
                    <a:solidFill>
                      <a:schemeClr val="bg1"/>
                    </a:solidFill>
                    <a:latin typeface="Rix고딕 B" pitchFamily="18" charset="-127"/>
                    <a:ea typeface="Rix고딕 B" pitchFamily="18" charset="-127"/>
                  </a:rPr>
                  <a:t>선 처리</a:t>
                </a:r>
                <a:r>
                  <a:rPr lang="en-US" altLang="ko-KR" sz="1588" dirty="0">
                    <a:solidFill>
                      <a:schemeClr val="bg1"/>
                    </a:solidFill>
                    <a:latin typeface="Rix고딕 B" pitchFamily="18" charset="-127"/>
                    <a:ea typeface="Rix고딕 B" pitchFamily="18" charset="-127"/>
                  </a:rPr>
                  <a:t>)</a:t>
                </a:r>
                <a:endParaRPr lang="ko-KR" altLang="en-US" sz="1588" dirty="0">
                  <a:solidFill>
                    <a:schemeClr val="bg1"/>
                  </a:solidFill>
                  <a:latin typeface="Rix고딕 B" pitchFamily="18" charset="-127"/>
                  <a:ea typeface="Rix고딕 B" pitchFamily="18" charset="-127"/>
                </a:endParaRPr>
              </a:p>
            </p:txBody>
          </p:sp>
        </p:grpSp>
        <p:grpSp>
          <p:nvGrpSpPr>
            <p:cNvPr id="75" name="그룹 74"/>
            <p:cNvGrpSpPr/>
            <p:nvPr/>
          </p:nvGrpSpPr>
          <p:grpSpPr>
            <a:xfrm>
              <a:off x="7337606" y="5535336"/>
              <a:ext cx="2156523" cy="314743"/>
              <a:chOff x="629320" y="5761588"/>
              <a:chExt cx="2052228" cy="356854"/>
            </a:xfrm>
          </p:grpSpPr>
          <p:sp>
            <p:nvSpPr>
              <p:cNvPr id="87" name="모서리가 둥근 직사각형 86"/>
              <p:cNvSpPr/>
              <p:nvPr/>
            </p:nvSpPr>
            <p:spPr>
              <a:xfrm>
                <a:off x="629320" y="5761588"/>
                <a:ext cx="2052228" cy="356854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0">
                    <a:srgbClr val="333333"/>
                  </a:gs>
                  <a:gs pos="100000">
                    <a:srgbClr val="626669"/>
                  </a:gs>
                  <a:gs pos="70000">
                    <a:srgbClr val="414D58"/>
                  </a:gs>
                </a:gsLst>
                <a:lin ang="7800000" scaled="0"/>
                <a:tileRect/>
              </a:gradFill>
              <a:ln w="12700" cap="rnd" cmpd="sng">
                <a:noFill/>
                <a:prstDash val="solid"/>
                <a:headEnd type="none" w="lg" len="med"/>
                <a:tailEnd type="none" w="lg" len="med"/>
              </a:ln>
              <a:effectLst>
                <a:outerShdw blurRad="38100" dist="12700" dir="5400000" sx="99000" sy="99000" algn="t" rotWithShape="0">
                  <a:prstClr val="black">
                    <a:alpha val="25000"/>
                  </a:prstClr>
                </a:outerShdw>
              </a:effectLst>
            </p:spPr>
            <p:style>
              <a:lnRef idx="1">
                <a:schemeClr val="accent5"/>
              </a:lnRef>
              <a:fillRef idx="3">
                <a:schemeClr val="accent5"/>
              </a:fillRef>
              <a:effectRef idx="2">
                <a:schemeClr val="accent5"/>
              </a:effectRef>
              <a:fontRef idx="minor">
                <a:schemeClr val="lt1"/>
              </a:fontRef>
            </p:style>
            <p:txBody>
              <a:bodyPr wrap="none" tIns="158759"/>
              <a:lstStyle/>
              <a:p>
                <a:pPr algn="ctr" latinLnBrk="0"/>
                <a:endParaRPr lang="ko-KR" altLang="en-US" sz="1588" dirty="0">
                  <a:gradFill>
                    <a:gsLst>
                      <a:gs pos="0">
                        <a:prstClr val="white"/>
                      </a:gs>
                      <a:gs pos="100000">
                        <a:prstClr val="white"/>
                      </a:gs>
                    </a:gsLst>
                    <a:lin ang="5400000" scaled="0"/>
                  </a:gra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Rix고딕 B" pitchFamily="18" charset="-127"/>
                  <a:ea typeface="Rix고딕 B" pitchFamily="18" charset="-127"/>
                </a:endParaRPr>
              </a:p>
            </p:txBody>
          </p:sp>
          <p:sp>
            <p:nvSpPr>
              <p:cNvPr id="88" name="Text Box 172"/>
              <p:cNvSpPr txBox="1">
                <a:spLocks noChangeArrowheads="1"/>
              </p:cNvSpPr>
              <p:nvPr/>
            </p:nvSpPr>
            <p:spPr bwMode="auto">
              <a:xfrm>
                <a:off x="911765" y="5801487"/>
                <a:ext cx="1487341" cy="27705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 anchor="ctr">
                <a:spAutoFit/>
                <a:scene3d>
                  <a:camera prst="orthographicFront"/>
                  <a:lightRig rig="harsh" dir="tl"/>
                </a:scene3d>
                <a:sp3d prstMaterial="flat">
                  <a:bevelT w="0" prst="artDeco"/>
                  <a:extrusionClr>
                    <a:schemeClr val="bg1"/>
                  </a:extrusionClr>
                  <a:contourClr>
                    <a:schemeClr val="bg1"/>
                  </a:contourClr>
                </a:sp3d>
              </a:bodyPr>
              <a:lstStyle>
                <a:defPPr>
                  <a:defRPr lang="ko-KR"/>
                </a:defPPr>
                <a:lvl1pPr defTabSz="762000" eaLnBrk="0" hangingPunct="0">
                  <a:buClr>
                    <a:prstClr val="white"/>
                  </a:buClr>
                  <a:buSzPct val="80000"/>
                  <a:tabLst>
                    <a:tab pos="5648325" algn="l"/>
                  </a:tabLst>
                  <a:defRPr sz="1700">
                    <a:ln w="11430">
                      <a:noFill/>
                    </a:ln>
                    <a:gradFill flip="none" rotWithShape="1">
                      <a:gsLst>
                        <a:gs pos="100000">
                          <a:srgbClr val="001D8D"/>
                        </a:gs>
                        <a:gs pos="45000">
                          <a:srgbClr val="0167C6"/>
                        </a:gs>
                        <a:gs pos="0">
                          <a:srgbClr val="01A0C7"/>
                        </a:gs>
                      </a:gsLst>
                      <a:lin ang="5400000" scaled="0"/>
                      <a:tileRect/>
                    </a:gradFill>
                    <a:latin typeface="고도 B" panose="02000503000000020004" pitchFamily="2" charset="-127"/>
                    <a:ea typeface="고도 B" panose="02000503000000020004" pitchFamily="2" charset="-127"/>
                    <a:cs typeface="Arial" pitchFamily="34" charset="0"/>
                  </a:defRPr>
                </a:lvl1pPr>
              </a:lstStyle>
              <a:p>
                <a:pPr algn="ctr"/>
                <a:r>
                  <a:rPr lang="ko-KR" altLang="en-US" sz="1588" dirty="0">
                    <a:solidFill>
                      <a:schemeClr val="bg1"/>
                    </a:solidFill>
                    <a:latin typeface="Rix고딕 B" pitchFamily="18" charset="-127"/>
                    <a:ea typeface="Rix고딕 B" pitchFamily="18" charset="-127"/>
                  </a:rPr>
                  <a:t>장애종료</a:t>
                </a:r>
                <a:r>
                  <a:rPr lang="en-US" altLang="ko-KR" sz="1588" dirty="0">
                    <a:solidFill>
                      <a:schemeClr val="bg1"/>
                    </a:solidFill>
                    <a:latin typeface="Rix고딕 B" pitchFamily="18" charset="-127"/>
                    <a:ea typeface="Rix고딕 B" pitchFamily="18" charset="-127"/>
                  </a:rPr>
                  <a:t>/</a:t>
                </a:r>
                <a:r>
                  <a:rPr lang="ko-KR" altLang="en-US" sz="1588" dirty="0">
                    <a:solidFill>
                      <a:schemeClr val="bg1"/>
                    </a:solidFill>
                    <a:latin typeface="Rix고딕 B" pitchFamily="18" charset="-127"/>
                    <a:ea typeface="Rix고딕 B" pitchFamily="18" charset="-127"/>
                  </a:rPr>
                  <a:t>장애보고</a:t>
                </a:r>
              </a:p>
            </p:txBody>
          </p:sp>
        </p:grpSp>
        <p:sp>
          <p:nvSpPr>
            <p:cNvPr id="76" name="Text Box 172"/>
            <p:cNvSpPr txBox="1">
              <a:spLocks noChangeArrowheads="1"/>
            </p:cNvSpPr>
            <p:nvPr/>
          </p:nvSpPr>
          <p:spPr bwMode="auto">
            <a:xfrm>
              <a:off x="3242048" y="5911227"/>
              <a:ext cx="474040" cy="1900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 anchor="ctr">
              <a:spAutoFit/>
              <a:scene3d>
                <a:camera prst="orthographicFront"/>
                <a:lightRig rig="harsh" dir="tl"/>
              </a:scene3d>
              <a:sp3d prstMaterial="flat">
                <a:bevelT w="0" prst="artDeco"/>
                <a:extrusionClr>
                  <a:schemeClr val="bg1"/>
                </a:extrusionClr>
                <a:contourClr>
                  <a:schemeClr val="bg1"/>
                </a:contourClr>
              </a:sp3d>
            </a:bodyPr>
            <a:lstStyle>
              <a:defPPr>
                <a:defRPr lang="ko-KR"/>
              </a:defPPr>
              <a:lvl1pPr defTabSz="762000" eaLnBrk="0" hangingPunct="0">
                <a:buClr>
                  <a:prstClr val="white"/>
                </a:buClr>
                <a:buSzPct val="80000"/>
                <a:tabLst>
                  <a:tab pos="5648325" algn="l"/>
                </a:tabLst>
                <a:defRPr sz="1700">
                  <a:ln w="11430">
                    <a:noFill/>
                  </a:ln>
                  <a:gradFill flip="none" rotWithShape="1">
                    <a:gsLst>
                      <a:gs pos="100000">
                        <a:srgbClr val="001D8D"/>
                      </a:gs>
                      <a:gs pos="45000">
                        <a:srgbClr val="0167C6"/>
                      </a:gs>
                      <a:gs pos="0">
                        <a:srgbClr val="01A0C7"/>
                      </a:gs>
                    </a:gsLst>
                    <a:lin ang="5400000" scaled="0"/>
                    <a:tileRect/>
                  </a:gradFill>
                  <a:latin typeface="고도 B" panose="02000503000000020004" pitchFamily="2" charset="-127"/>
                  <a:ea typeface="고도 B" panose="02000503000000020004" pitchFamily="2" charset="-127"/>
                  <a:cs typeface="Arial" pitchFamily="34" charset="0"/>
                </a:defRPr>
              </a:lvl1pPr>
            </a:lstStyle>
            <a:p>
              <a:pPr algn="ctr"/>
              <a:r>
                <a:rPr lang="en-US" altLang="ko-KR" sz="1235" dirty="0">
                  <a:solidFill>
                    <a:srgbClr val="C00000"/>
                  </a:solidFill>
                  <a:latin typeface="Rix고딕 B" pitchFamily="18" charset="-127"/>
                  <a:ea typeface="Rix고딕 B" pitchFamily="18" charset="-127"/>
                </a:rPr>
                <a:t>Step</a:t>
              </a:r>
              <a:r>
                <a:rPr lang="ko-KR" altLang="en-US" sz="1235" dirty="0">
                  <a:solidFill>
                    <a:srgbClr val="C00000"/>
                  </a:solidFill>
                  <a:latin typeface="Rix고딕 B" pitchFamily="18" charset="-127"/>
                  <a:ea typeface="Rix고딕 B" pitchFamily="18" charset="-127"/>
                </a:rPr>
                <a:t> </a:t>
              </a:r>
              <a:r>
                <a:rPr lang="en-US" altLang="ko-KR" sz="1235" dirty="0">
                  <a:solidFill>
                    <a:srgbClr val="C00000"/>
                  </a:solidFill>
                  <a:latin typeface="Rix고딕 B" pitchFamily="18" charset="-127"/>
                  <a:ea typeface="Rix고딕 B" pitchFamily="18" charset="-127"/>
                </a:rPr>
                <a:t>1</a:t>
              </a:r>
              <a:endParaRPr lang="ko-KR" altLang="en-US" sz="1235" dirty="0">
                <a:solidFill>
                  <a:srgbClr val="C00000"/>
                </a:solidFill>
                <a:latin typeface="Rix고딕 B" pitchFamily="18" charset="-127"/>
                <a:ea typeface="Rix고딕 B" pitchFamily="18" charset="-127"/>
              </a:endParaRPr>
            </a:p>
          </p:txBody>
        </p:sp>
        <p:sp>
          <p:nvSpPr>
            <p:cNvPr id="77" name="Text Box 172"/>
            <p:cNvSpPr txBox="1">
              <a:spLocks noChangeArrowheads="1"/>
            </p:cNvSpPr>
            <p:nvPr/>
          </p:nvSpPr>
          <p:spPr bwMode="auto">
            <a:xfrm>
              <a:off x="6393677" y="5788213"/>
              <a:ext cx="474040" cy="1900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 anchor="ctr">
              <a:spAutoFit/>
              <a:scene3d>
                <a:camera prst="orthographicFront"/>
                <a:lightRig rig="harsh" dir="tl"/>
              </a:scene3d>
              <a:sp3d prstMaterial="flat">
                <a:bevelT w="0" prst="artDeco"/>
                <a:extrusionClr>
                  <a:schemeClr val="bg1"/>
                </a:extrusionClr>
                <a:contourClr>
                  <a:schemeClr val="bg1"/>
                </a:contourClr>
              </a:sp3d>
            </a:bodyPr>
            <a:lstStyle>
              <a:defPPr>
                <a:defRPr lang="ko-KR"/>
              </a:defPPr>
              <a:lvl1pPr defTabSz="762000" eaLnBrk="0" hangingPunct="0">
                <a:buClr>
                  <a:prstClr val="white"/>
                </a:buClr>
                <a:buSzPct val="80000"/>
                <a:tabLst>
                  <a:tab pos="5648325" algn="l"/>
                </a:tabLst>
                <a:defRPr sz="1700">
                  <a:ln w="11430">
                    <a:noFill/>
                  </a:ln>
                  <a:gradFill flip="none" rotWithShape="1">
                    <a:gsLst>
                      <a:gs pos="100000">
                        <a:srgbClr val="001D8D"/>
                      </a:gs>
                      <a:gs pos="45000">
                        <a:srgbClr val="0167C6"/>
                      </a:gs>
                      <a:gs pos="0">
                        <a:srgbClr val="01A0C7"/>
                      </a:gs>
                    </a:gsLst>
                    <a:lin ang="5400000" scaled="0"/>
                    <a:tileRect/>
                  </a:gradFill>
                  <a:latin typeface="고도 B" panose="02000503000000020004" pitchFamily="2" charset="-127"/>
                  <a:ea typeface="고도 B" panose="02000503000000020004" pitchFamily="2" charset="-127"/>
                  <a:cs typeface="Arial" pitchFamily="34" charset="0"/>
                </a:defRPr>
              </a:lvl1pPr>
            </a:lstStyle>
            <a:p>
              <a:pPr algn="ctr"/>
              <a:r>
                <a:rPr lang="en-US" altLang="ko-KR" sz="1235" dirty="0">
                  <a:solidFill>
                    <a:srgbClr val="C00000"/>
                  </a:solidFill>
                  <a:latin typeface="Rix고딕 B" pitchFamily="18" charset="-127"/>
                  <a:ea typeface="Rix고딕 B" pitchFamily="18" charset="-127"/>
                </a:rPr>
                <a:t>Step</a:t>
              </a:r>
              <a:r>
                <a:rPr lang="ko-KR" altLang="en-US" sz="1235" dirty="0">
                  <a:solidFill>
                    <a:srgbClr val="C00000"/>
                  </a:solidFill>
                  <a:latin typeface="Rix고딕 B" pitchFamily="18" charset="-127"/>
                  <a:ea typeface="Rix고딕 B" pitchFamily="18" charset="-127"/>
                </a:rPr>
                <a:t> </a:t>
              </a:r>
              <a:r>
                <a:rPr lang="en-US" altLang="ko-KR" sz="1235" dirty="0">
                  <a:solidFill>
                    <a:srgbClr val="C00000"/>
                  </a:solidFill>
                  <a:latin typeface="Rix고딕 B" pitchFamily="18" charset="-127"/>
                  <a:ea typeface="Rix고딕 B" pitchFamily="18" charset="-127"/>
                </a:rPr>
                <a:t>2</a:t>
              </a:r>
              <a:endParaRPr lang="ko-KR" altLang="en-US" sz="1235" dirty="0">
                <a:solidFill>
                  <a:srgbClr val="C00000"/>
                </a:solidFill>
                <a:latin typeface="Rix고딕 B" pitchFamily="18" charset="-127"/>
                <a:ea typeface="Rix고딕 B" pitchFamily="18" charset="-127"/>
              </a:endParaRPr>
            </a:p>
          </p:txBody>
        </p:sp>
        <p:sp>
          <p:nvSpPr>
            <p:cNvPr id="78" name="Text Box 172"/>
            <p:cNvSpPr txBox="1">
              <a:spLocks noChangeArrowheads="1"/>
            </p:cNvSpPr>
            <p:nvPr/>
          </p:nvSpPr>
          <p:spPr bwMode="auto">
            <a:xfrm>
              <a:off x="9515866" y="5597436"/>
              <a:ext cx="474040" cy="1900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 anchor="ctr">
              <a:spAutoFit/>
              <a:scene3d>
                <a:camera prst="orthographicFront"/>
                <a:lightRig rig="harsh" dir="tl"/>
              </a:scene3d>
              <a:sp3d prstMaterial="flat">
                <a:bevelT w="0" prst="artDeco"/>
                <a:extrusionClr>
                  <a:schemeClr val="bg1"/>
                </a:extrusionClr>
                <a:contourClr>
                  <a:schemeClr val="bg1"/>
                </a:contourClr>
              </a:sp3d>
            </a:bodyPr>
            <a:lstStyle>
              <a:defPPr>
                <a:defRPr lang="ko-KR"/>
              </a:defPPr>
              <a:lvl1pPr defTabSz="762000" eaLnBrk="0" hangingPunct="0">
                <a:buClr>
                  <a:prstClr val="white"/>
                </a:buClr>
                <a:buSzPct val="80000"/>
                <a:tabLst>
                  <a:tab pos="5648325" algn="l"/>
                </a:tabLst>
                <a:defRPr sz="1700">
                  <a:ln w="11430">
                    <a:noFill/>
                  </a:ln>
                  <a:gradFill flip="none" rotWithShape="1">
                    <a:gsLst>
                      <a:gs pos="100000">
                        <a:srgbClr val="001D8D"/>
                      </a:gs>
                      <a:gs pos="45000">
                        <a:srgbClr val="0167C6"/>
                      </a:gs>
                      <a:gs pos="0">
                        <a:srgbClr val="01A0C7"/>
                      </a:gs>
                    </a:gsLst>
                    <a:lin ang="5400000" scaled="0"/>
                    <a:tileRect/>
                  </a:gradFill>
                  <a:latin typeface="고도 B" panose="02000503000000020004" pitchFamily="2" charset="-127"/>
                  <a:ea typeface="고도 B" panose="02000503000000020004" pitchFamily="2" charset="-127"/>
                  <a:cs typeface="Arial" pitchFamily="34" charset="0"/>
                </a:defRPr>
              </a:lvl1pPr>
            </a:lstStyle>
            <a:p>
              <a:pPr algn="ctr"/>
              <a:r>
                <a:rPr lang="en-US" altLang="ko-KR" sz="1235" dirty="0">
                  <a:solidFill>
                    <a:srgbClr val="C00000"/>
                  </a:solidFill>
                  <a:latin typeface="Rix고딕 B" pitchFamily="18" charset="-127"/>
                  <a:ea typeface="Rix고딕 B" pitchFamily="18" charset="-127"/>
                </a:rPr>
                <a:t>Step</a:t>
              </a:r>
              <a:r>
                <a:rPr lang="ko-KR" altLang="en-US" sz="1235" dirty="0">
                  <a:solidFill>
                    <a:srgbClr val="C00000"/>
                  </a:solidFill>
                  <a:latin typeface="Rix고딕 B" pitchFamily="18" charset="-127"/>
                  <a:ea typeface="Rix고딕 B" pitchFamily="18" charset="-127"/>
                </a:rPr>
                <a:t> </a:t>
              </a:r>
              <a:r>
                <a:rPr lang="en-US" altLang="ko-KR" sz="1235" dirty="0">
                  <a:solidFill>
                    <a:srgbClr val="C00000"/>
                  </a:solidFill>
                  <a:latin typeface="Rix고딕 B" pitchFamily="18" charset="-127"/>
                  <a:ea typeface="Rix고딕 B" pitchFamily="18" charset="-127"/>
                </a:rPr>
                <a:t>3</a:t>
              </a:r>
              <a:endParaRPr lang="ko-KR" altLang="en-US" sz="1235" dirty="0">
                <a:solidFill>
                  <a:srgbClr val="C00000"/>
                </a:solidFill>
                <a:latin typeface="Rix고딕 B" pitchFamily="18" charset="-127"/>
                <a:ea typeface="Rix고딕 B" pitchFamily="18" charset="-127"/>
              </a:endParaRPr>
            </a:p>
          </p:txBody>
        </p:sp>
        <p:sp>
          <p:nvSpPr>
            <p:cNvPr id="79" name="LcS55"/>
            <p:cNvSpPr txBox="1">
              <a:spLocks noChangeArrowheads="1"/>
            </p:cNvSpPr>
            <p:nvPr/>
          </p:nvSpPr>
          <p:spPr bwMode="auto">
            <a:xfrm>
              <a:off x="1411360" y="6679250"/>
              <a:ext cx="2175015" cy="394980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square" lIns="0" tIns="0" rIns="0" bIns="0" anchor="t" anchorCtr="0">
              <a:spAutoFit/>
              <a:scene3d>
                <a:camera prst="orthographicFront"/>
                <a:lightRig rig="threePt" dir="t"/>
              </a:scene3d>
              <a:sp3d>
                <a:bevelT w="1270" h="12700"/>
              </a:sp3d>
            </a:bodyPr>
            <a:lstStyle>
              <a:defPPr>
                <a:defRPr lang="ko-KR"/>
              </a:defPPr>
              <a:lvl2pPr marL="88900" lvl="1" indent="-88900" latinLnBrk="0">
                <a:spcBef>
                  <a:spcPts val="100"/>
                </a:spcBef>
                <a:spcAft>
                  <a:spcPts val="100"/>
                </a:spcAft>
                <a:buClr>
                  <a:schemeClr val="tx1">
                    <a:lumMod val="65000"/>
                    <a:lumOff val="35000"/>
                  </a:schemeClr>
                </a:buClr>
                <a:buSzPct val="100000"/>
                <a:buFont typeface="Arial" panose="020B0604020202020204" pitchFamily="34" charset="0"/>
                <a:buChar char="•"/>
                <a:tabLst>
                  <a:tab pos="2512755" algn="l"/>
                  <a:tab pos="5642593" algn="l"/>
                </a:tabLst>
                <a:defRPr sz="1400" spc="-70">
                  <a:solidFill>
                    <a:schemeClr val="tx1">
                      <a:lumMod val="65000"/>
                      <a:lumOff val="35000"/>
                    </a:schemeClr>
                  </a:solidFill>
                  <a:latin typeface="고도 M" panose="02000503000000020004" pitchFamily="2" charset="-127"/>
                  <a:ea typeface="고도 M" panose="02000503000000020004" pitchFamily="2" charset="-127"/>
                  <a:cs typeface="함초롬돋움" panose="02030504000101010101" pitchFamily="18" charset="-127"/>
                </a:defRPr>
              </a:lvl2pPr>
            </a:lstStyle>
            <a:p>
              <a:pPr lvl="1"/>
              <a:r>
                <a:rPr lang="ko-KR" alt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Rix고딕 M" pitchFamily="18" charset="-127"/>
                  <a:ea typeface="Rix고딕 M" pitchFamily="18" charset="-127"/>
                </a:rPr>
                <a:t>장애 접수</a:t>
              </a:r>
            </a:p>
            <a:p>
              <a:pPr lvl="1"/>
              <a:r>
                <a:rPr lang="ko-KR" alt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Rix고딕 M" pitchFamily="18" charset="-127"/>
                  <a:ea typeface="Rix고딕 M" pitchFamily="18" charset="-127"/>
                </a:rPr>
                <a:t>장애 처리 지원 담당자에게 배정 </a:t>
              </a:r>
            </a:p>
          </p:txBody>
        </p:sp>
        <p:sp>
          <p:nvSpPr>
            <p:cNvPr id="80" name="LcS55"/>
            <p:cNvSpPr txBox="1">
              <a:spLocks noChangeArrowheads="1"/>
            </p:cNvSpPr>
            <p:nvPr/>
          </p:nvSpPr>
          <p:spPr bwMode="auto">
            <a:xfrm>
              <a:off x="3790903" y="6654119"/>
              <a:ext cx="2502929" cy="394980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 lIns="0" tIns="0" rIns="0" bIns="0" anchor="t" anchorCtr="0">
              <a:spAutoFit/>
              <a:scene3d>
                <a:camera prst="orthographicFront"/>
                <a:lightRig rig="threePt" dir="t"/>
              </a:scene3d>
              <a:sp3d>
                <a:bevelT w="1270" h="12700"/>
              </a:sp3d>
            </a:bodyPr>
            <a:lstStyle>
              <a:defPPr>
                <a:defRPr lang="ko-KR"/>
              </a:defPPr>
              <a:lvl2pPr marL="88900" lvl="1" indent="-88900" latinLnBrk="0">
                <a:spcBef>
                  <a:spcPts val="100"/>
                </a:spcBef>
                <a:spcAft>
                  <a:spcPts val="100"/>
                </a:spcAft>
                <a:buClr>
                  <a:schemeClr val="tx1">
                    <a:lumMod val="75000"/>
                    <a:lumOff val="25000"/>
                  </a:schemeClr>
                </a:buClr>
                <a:buSzPct val="100000"/>
                <a:buFont typeface="Arial" panose="020B0604020202020204" pitchFamily="34" charset="0"/>
                <a:buChar char="•"/>
                <a:tabLst>
                  <a:tab pos="2512755" algn="l"/>
                  <a:tab pos="5642593" algn="l"/>
                </a:tabLst>
                <a:defRPr sz="1200" spc="-70">
                  <a:solidFill>
                    <a:schemeClr val="tx1">
                      <a:lumMod val="75000"/>
                      <a:lumOff val="25000"/>
                    </a:schemeClr>
                  </a:solidFill>
                  <a:latin typeface="고도 M" panose="02000503000000020004" pitchFamily="2" charset="-127"/>
                  <a:ea typeface="고도 M" panose="02000503000000020004" pitchFamily="2" charset="-127"/>
                  <a:cs typeface="함초롬돋움" panose="02030504000101010101" pitchFamily="18" charset="-127"/>
                </a:defRPr>
              </a:lvl2pPr>
            </a:lstStyle>
            <a:p>
              <a:pPr lvl="1">
                <a:buClr>
                  <a:schemeClr val="tx1">
                    <a:lumMod val="65000"/>
                    <a:lumOff val="35000"/>
                  </a:schemeClr>
                </a:buClr>
              </a:pPr>
              <a:r>
                <a:rPr lang="ko-KR" altLang="en-US" dirty="0">
                  <a:latin typeface="Rix고딕 M" pitchFamily="18" charset="-127"/>
                  <a:ea typeface="Rix고딕 M" pitchFamily="18" charset="-127"/>
                </a:rPr>
                <a:t>상주전담 엔지니어 장애처리 통합유지관리</a:t>
              </a:r>
            </a:p>
            <a:p>
              <a:pPr lvl="1">
                <a:buClr>
                  <a:schemeClr val="tx1">
                    <a:lumMod val="65000"/>
                    <a:lumOff val="35000"/>
                  </a:schemeClr>
                </a:buClr>
              </a:pPr>
              <a:r>
                <a:rPr lang="ko-KR" altLang="en-US" dirty="0">
                  <a:latin typeface="Rix고딕 M" pitchFamily="18" charset="-127"/>
                  <a:ea typeface="Rix고딕 M" pitchFamily="18" charset="-127"/>
                </a:rPr>
                <a:t>필요 시 제안사</a:t>
              </a:r>
              <a:r>
                <a:rPr lang="en-US" altLang="ko-KR" dirty="0">
                  <a:latin typeface="Rix고딕 M" pitchFamily="18" charset="-127"/>
                  <a:ea typeface="Rix고딕 M" pitchFamily="18" charset="-127"/>
                </a:rPr>
                <a:t>, </a:t>
              </a:r>
              <a:r>
                <a:rPr lang="ko-KR" altLang="en-US" dirty="0">
                  <a:latin typeface="Rix고딕 M" pitchFamily="18" charset="-127"/>
                  <a:ea typeface="Rix고딕 M" pitchFamily="18" charset="-127"/>
                </a:rPr>
                <a:t>제조사 전담 조직 지원</a:t>
              </a:r>
            </a:p>
          </p:txBody>
        </p:sp>
        <p:cxnSp>
          <p:nvCxnSpPr>
            <p:cNvPr id="81" name="직선 연결선 80"/>
            <p:cNvCxnSpPr/>
            <p:nvPr/>
          </p:nvCxnSpPr>
          <p:spPr>
            <a:xfrm>
              <a:off x="3555895" y="6326408"/>
              <a:ext cx="0" cy="793882"/>
            </a:xfrm>
            <a:prstGeom prst="line">
              <a:avLst/>
            </a:prstGeom>
            <a:ln w="12700">
              <a:solidFill>
                <a:schemeClr val="bg1">
                  <a:lumMod val="50000"/>
                  <a:alpha val="7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직선 연결선 81"/>
            <p:cNvCxnSpPr/>
            <p:nvPr/>
          </p:nvCxnSpPr>
          <p:spPr>
            <a:xfrm>
              <a:off x="6890198" y="6326408"/>
              <a:ext cx="0" cy="793882"/>
            </a:xfrm>
            <a:prstGeom prst="line">
              <a:avLst/>
            </a:prstGeom>
            <a:ln w="12700">
              <a:solidFill>
                <a:schemeClr val="bg1">
                  <a:lumMod val="50000"/>
                  <a:alpha val="7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3" name="LcS55"/>
            <p:cNvSpPr txBox="1">
              <a:spLocks noChangeArrowheads="1"/>
            </p:cNvSpPr>
            <p:nvPr/>
          </p:nvSpPr>
          <p:spPr bwMode="auto">
            <a:xfrm>
              <a:off x="7111210" y="6654119"/>
              <a:ext cx="2338461" cy="394980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 lIns="0" tIns="0" rIns="0" bIns="0" anchor="t" anchorCtr="0">
              <a:spAutoFit/>
              <a:scene3d>
                <a:camera prst="orthographicFront"/>
                <a:lightRig rig="threePt" dir="t"/>
              </a:scene3d>
              <a:sp3d>
                <a:bevelT w="1270" h="12700"/>
              </a:sp3d>
            </a:bodyPr>
            <a:lstStyle>
              <a:defPPr>
                <a:defRPr lang="ko-KR"/>
              </a:defPPr>
              <a:lvl2pPr marL="88900" lvl="1" indent="-88900" latinLnBrk="0">
                <a:spcBef>
                  <a:spcPts val="100"/>
                </a:spcBef>
                <a:spcAft>
                  <a:spcPts val="100"/>
                </a:spcAft>
                <a:buClr>
                  <a:schemeClr val="tx1">
                    <a:lumMod val="75000"/>
                    <a:lumOff val="25000"/>
                  </a:schemeClr>
                </a:buClr>
                <a:buSzPct val="100000"/>
                <a:buFont typeface="Arial" panose="020B0604020202020204" pitchFamily="34" charset="0"/>
                <a:buChar char="•"/>
                <a:tabLst>
                  <a:tab pos="2512755" algn="l"/>
                  <a:tab pos="5642593" algn="l"/>
                </a:tabLst>
                <a:defRPr sz="1200" spc="-70">
                  <a:solidFill>
                    <a:schemeClr val="tx1">
                      <a:lumMod val="75000"/>
                      <a:lumOff val="25000"/>
                    </a:schemeClr>
                  </a:solidFill>
                  <a:latin typeface="고도 M" panose="02000503000000020004" pitchFamily="2" charset="-127"/>
                  <a:ea typeface="고도 M" panose="02000503000000020004" pitchFamily="2" charset="-127"/>
                  <a:cs typeface="함초롬돋움" panose="02030504000101010101" pitchFamily="18" charset="-127"/>
                </a:defRPr>
              </a:lvl2pPr>
            </a:lstStyle>
            <a:p>
              <a:pPr lvl="1">
                <a:buClr>
                  <a:schemeClr val="tx1">
                    <a:lumMod val="65000"/>
                    <a:lumOff val="35000"/>
                  </a:schemeClr>
                </a:buClr>
              </a:pPr>
              <a:r>
                <a:rPr lang="ko-KR" altLang="en-US" dirty="0">
                  <a:latin typeface="Rix고딕 M" pitchFamily="18" charset="-127"/>
                  <a:ea typeface="Rix고딕 M" pitchFamily="18" charset="-127"/>
                </a:rPr>
                <a:t>장애결과 보고서 및  장애관리 대장 등록</a:t>
              </a:r>
            </a:p>
            <a:p>
              <a:pPr lvl="1">
                <a:buClr>
                  <a:schemeClr val="tx1">
                    <a:lumMod val="65000"/>
                    <a:lumOff val="35000"/>
                  </a:schemeClr>
                </a:buClr>
              </a:pPr>
              <a:r>
                <a:rPr lang="ko-KR" altLang="en-US" dirty="0">
                  <a:latin typeface="Rix고딕 M" pitchFamily="18" charset="-127"/>
                  <a:ea typeface="Rix고딕 M" pitchFamily="18" charset="-127"/>
                </a:rPr>
                <a:t>담당자 결과 보고</a:t>
              </a:r>
            </a:p>
          </p:txBody>
        </p:sp>
        <p:grpSp>
          <p:nvGrpSpPr>
            <p:cNvPr id="84" name="Rs24"/>
            <p:cNvGrpSpPr/>
            <p:nvPr/>
          </p:nvGrpSpPr>
          <p:grpSpPr>
            <a:xfrm>
              <a:off x="824942" y="5977100"/>
              <a:ext cx="803222" cy="803222"/>
              <a:chOff x="4450805" y="2695724"/>
              <a:chExt cx="910690" cy="910690"/>
            </a:xfrm>
          </p:grpSpPr>
          <p:sp>
            <p:nvSpPr>
              <p:cNvPr id="85" name="포인트가 24개인 별 84"/>
              <p:cNvSpPr/>
              <p:nvPr/>
            </p:nvSpPr>
            <p:spPr>
              <a:xfrm>
                <a:off x="4450805" y="2695724"/>
                <a:ext cx="910690" cy="910690"/>
              </a:xfrm>
              <a:prstGeom prst="star24">
                <a:avLst>
                  <a:gd name="adj" fmla="val 40688"/>
                </a:avLst>
              </a:prstGeom>
              <a:gradFill flip="none" rotWithShape="1">
                <a:gsLst>
                  <a:gs pos="100000">
                    <a:srgbClr val="FE3000"/>
                  </a:gs>
                  <a:gs pos="0">
                    <a:srgbClr val="C00000"/>
                  </a:gs>
                </a:gsLst>
                <a:lin ang="13800000" scaled="0"/>
                <a:tileRect/>
              </a:gradFill>
              <a:ln w="12700" cap="flat" cmpd="sng" algn="ctr">
                <a:noFill/>
                <a:prstDash val="solid"/>
                <a:headEnd type="none" w="lg" len="med"/>
                <a:tailEnd type="none" w="lg" len="med"/>
              </a:ln>
              <a:effectLst>
                <a:outerShdw blurRad="38100" dir="2700000" algn="tl" rotWithShape="0">
                  <a:prstClr val="black">
                    <a:alpha val="20000"/>
                  </a:prstClr>
                </a:outerShdw>
              </a:effectLst>
              <a:scene3d>
                <a:camera prst="orthographicFront"/>
                <a:lightRig rig="threePt" dir="t"/>
              </a:scene3d>
              <a:sp3d>
                <a:bevelT w="19050" h="38100"/>
              </a:sp3d>
            </p:spPr>
            <p:txBody>
              <a:bodyPr wrap="none" lIns="127007" rtlCol="0" anchor="ctr"/>
              <a:lstStyle/>
              <a:p>
                <a:pPr algn="ctr" latinLnBrk="0"/>
                <a:endParaRPr lang="ko-KR" altLang="en-US" sz="1588" b="1" kern="0" spc="-132" dirty="0">
                  <a:gradFill>
                    <a:gsLst>
                      <a:gs pos="0">
                        <a:prstClr val="white"/>
                      </a:gs>
                      <a:gs pos="100000">
                        <a:prstClr val="white"/>
                      </a:gs>
                    </a:gsLst>
                    <a:lin ang="5400000" scaled="0"/>
                  </a:gra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Rix고딕 M" pitchFamily="18" charset="-127"/>
                  <a:ea typeface="Rix고딕 M" pitchFamily="18" charset="-127"/>
                </a:endParaRPr>
              </a:p>
            </p:txBody>
          </p:sp>
          <p:sp>
            <p:nvSpPr>
              <p:cNvPr id="86" name="AutoShape 234"/>
              <p:cNvSpPr>
                <a:spLocks noChangeArrowheads="1"/>
              </p:cNvSpPr>
              <p:nvPr/>
            </p:nvSpPr>
            <p:spPr bwMode="auto">
              <a:xfrm>
                <a:off x="4738169" y="2920250"/>
                <a:ext cx="306936" cy="46164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0" tIns="0" rIns="0" bIns="0" anchor="ctr" anchorCtr="0">
                <a:spAutoFit/>
                <a:scene3d>
                  <a:camera prst="orthographicFront"/>
                  <a:lightRig rig="threePt" dir="t"/>
                </a:scene3d>
                <a:sp3d>
                  <a:bevelT w="0"/>
                </a:sp3d>
              </a:bodyPr>
              <a:lstStyle/>
              <a:p>
                <a:pPr algn="ctr" defTabSz="942318">
                  <a:spcBef>
                    <a:spcPct val="0"/>
                  </a:spcBef>
                  <a:buClr>
                    <a:srgbClr val="7030A0"/>
                  </a:buClr>
                  <a:buSzPct val="80000"/>
                  <a:tabLst>
                    <a:tab pos="554469" algn="l"/>
                  </a:tabLst>
                  <a:defRPr/>
                </a:pPr>
                <a:r>
                  <a:rPr lang="ko-KR" altLang="en-US" sz="1323" spc="-132" dirty="0">
                    <a:gradFill flip="none" rotWithShape="1">
                      <a:gsLst>
                        <a:gs pos="0">
                          <a:schemeClr val="bg1"/>
                        </a:gs>
                        <a:gs pos="100000">
                          <a:schemeClr val="bg1"/>
                        </a:gs>
                      </a:gsLst>
                      <a:lin ang="6000000" scaled="0"/>
                      <a:tileRect/>
                    </a:gradFill>
                    <a:latin typeface="Rix고딕 M" pitchFamily="18" charset="-127"/>
                    <a:ea typeface="Rix고딕 M" pitchFamily="18" charset="-127"/>
                  </a:rPr>
                  <a:t>장애</a:t>
                </a:r>
                <a:endParaRPr lang="en-US" altLang="ko-KR" sz="1323" spc="-132" dirty="0">
                  <a:gradFill flip="none" rotWithShape="1">
                    <a:gsLst>
                      <a:gs pos="0">
                        <a:schemeClr val="bg1"/>
                      </a:gs>
                      <a:gs pos="100000">
                        <a:schemeClr val="bg1"/>
                      </a:gs>
                    </a:gsLst>
                    <a:lin ang="6000000" scaled="0"/>
                    <a:tileRect/>
                  </a:gradFill>
                  <a:latin typeface="Rix고딕 M" pitchFamily="18" charset="-127"/>
                  <a:ea typeface="Rix고딕 M" pitchFamily="18" charset="-127"/>
                </a:endParaRPr>
              </a:p>
              <a:p>
                <a:pPr algn="ctr" defTabSz="942318">
                  <a:spcBef>
                    <a:spcPct val="0"/>
                  </a:spcBef>
                  <a:buClr>
                    <a:srgbClr val="7030A0"/>
                  </a:buClr>
                  <a:buSzPct val="80000"/>
                  <a:tabLst>
                    <a:tab pos="554469" algn="l"/>
                  </a:tabLst>
                  <a:defRPr/>
                </a:pPr>
                <a:r>
                  <a:rPr lang="ko-KR" altLang="en-US" sz="1323" spc="-132" dirty="0">
                    <a:gradFill flip="none" rotWithShape="1">
                      <a:gsLst>
                        <a:gs pos="0">
                          <a:schemeClr val="bg1"/>
                        </a:gs>
                        <a:gs pos="100000">
                          <a:schemeClr val="bg1"/>
                        </a:gs>
                      </a:gsLst>
                      <a:lin ang="6000000" scaled="0"/>
                      <a:tileRect/>
                    </a:gradFill>
                    <a:latin typeface="Rix고딕 M" pitchFamily="18" charset="-127"/>
                    <a:ea typeface="Rix고딕 M" pitchFamily="18" charset="-127"/>
                  </a:rPr>
                  <a:t>발생</a:t>
                </a:r>
              </a:p>
            </p:txBody>
          </p:sp>
        </p:grpSp>
      </p:grpSp>
      <p:sp>
        <p:nvSpPr>
          <p:cNvPr id="93" name="양쪽 모서리가 둥근 사각형 92"/>
          <p:cNvSpPr/>
          <p:nvPr/>
        </p:nvSpPr>
        <p:spPr bwMode="auto">
          <a:xfrm flipH="1">
            <a:off x="335280" y="1840745"/>
            <a:ext cx="2278380" cy="3531355"/>
          </a:xfrm>
          <a:prstGeom prst="round2SameRect">
            <a:avLst>
              <a:gd name="adj1" fmla="val 3472"/>
              <a:gd name="adj2" fmla="val 0"/>
            </a:avLst>
          </a:prstGeom>
          <a:noFill/>
          <a:ln w="12700">
            <a:solidFill>
              <a:schemeClr val="bg1">
                <a:lumMod val="6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9569" tIns="49785" rIns="99569" bIns="49785" rtlCol="0" anchor="ctr"/>
          <a:lstStyle/>
          <a:p>
            <a:pPr algn="ctr" defTabSz="1043079" latinLnBrk="0">
              <a:lnSpc>
                <a:spcPct val="110000"/>
              </a:lnSpc>
            </a:pPr>
            <a:endParaRPr lang="ko-KR" altLang="en-US" sz="1600" dirty="0">
              <a:gradFill>
                <a:gsLst>
                  <a:gs pos="0">
                    <a:prstClr val="white"/>
                  </a:gs>
                  <a:gs pos="100000">
                    <a:prstClr val="white"/>
                  </a:gs>
                </a:gsLst>
                <a:lin ang="5400000" scaled="0"/>
              </a:gradFill>
              <a:latin typeface="Yoon 윤고딕 550_TT" panose="02090603020101020101" pitchFamily="18" charset="-127"/>
              <a:ea typeface="Yoon 윤고딕 550_TT" panose="02090603020101020101" pitchFamily="18" charset="-127"/>
            </a:endParaRPr>
          </a:p>
        </p:txBody>
      </p:sp>
      <p:sp>
        <p:nvSpPr>
          <p:cNvPr id="94" name="양쪽 모서리가 둥근 사각형 93"/>
          <p:cNvSpPr/>
          <p:nvPr/>
        </p:nvSpPr>
        <p:spPr bwMode="auto">
          <a:xfrm flipH="1">
            <a:off x="2854182" y="1840745"/>
            <a:ext cx="7463275" cy="3531355"/>
          </a:xfrm>
          <a:prstGeom prst="round2SameRect">
            <a:avLst>
              <a:gd name="adj1" fmla="val 3472"/>
              <a:gd name="adj2" fmla="val 0"/>
            </a:avLst>
          </a:prstGeom>
          <a:noFill/>
          <a:ln w="12700">
            <a:solidFill>
              <a:schemeClr val="bg1">
                <a:lumMod val="6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9569" tIns="49785" rIns="99569" bIns="49785" rtlCol="0" anchor="ctr"/>
          <a:lstStyle/>
          <a:p>
            <a:pPr algn="ctr" defTabSz="1043079" latinLnBrk="0">
              <a:lnSpc>
                <a:spcPct val="110000"/>
              </a:lnSpc>
            </a:pPr>
            <a:endParaRPr lang="ko-KR" altLang="en-US" sz="1600" dirty="0">
              <a:gradFill>
                <a:gsLst>
                  <a:gs pos="0">
                    <a:prstClr val="white"/>
                  </a:gs>
                  <a:gs pos="100000">
                    <a:prstClr val="white"/>
                  </a:gs>
                </a:gsLst>
                <a:lin ang="5400000" scaled="0"/>
              </a:gradFill>
              <a:latin typeface="Yoon 윤고딕 550_TT" panose="02090603020101020101" pitchFamily="18" charset="-127"/>
              <a:ea typeface="Yoon 윤고딕 550_TT" panose="02090603020101020101" pitchFamily="18" charset="-127"/>
            </a:endParaRPr>
          </a:p>
        </p:txBody>
      </p:sp>
      <p:sp>
        <p:nvSpPr>
          <p:cNvPr id="95" name="양쪽 모서리가 둥근 사각형 94"/>
          <p:cNvSpPr/>
          <p:nvPr/>
        </p:nvSpPr>
        <p:spPr>
          <a:xfrm rot="10800000" flipV="1">
            <a:off x="335280" y="1828964"/>
            <a:ext cx="2278380" cy="314537"/>
          </a:xfrm>
          <a:prstGeom prst="round2Same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ko-KR" altLang="en-US" dirty="0"/>
          </a:p>
        </p:txBody>
      </p:sp>
      <p:sp>
        <p:nvSpPr>
          <p:cNvPr id="96" name="텍스트 개체 틀 81"/>
          <p:cNvSpPr txBox="1">
            <a:spLocks/>
          </p:cNvSpPr>
          <p:nvPr/>
        </p:nvSpPr>
        <p:spPr bwMode="auto">
          <a:xfrm>
            <a:off x="482558" y="1866800"/>
            <a:ext cx="2016309" cy="246221"/>
          </a:xfrm>
          <a:prstGeom prst="rect">
            <a:avLst/>
          </a:prstGeom>
          <a:noFill/>
        </p:spPr>
        <p:txBody>
          <a:bodyPr wrap="square" lIns="0" tIns="0" rIns="0" bIns="0" anchor="ctr" anchorCtr="0">
            <a:spAutoFit/>
          </a:bodyPr>
          <a:lstStyle>
            <a:defPPr>
              <a:defRPr lang="ko-KR"/>
            </a:defPPr>
            <a:lvl1pPr algn="just" eaLnBrk="1" latinLnBrk="0" hangingPunct="1">
              <a:lnSpc>
                <a:spcPct val="130000"/>
              </a:lnSpc>
              <a:spcBef>
                <a:spcPts val="100"/>
              </a:spcBef>
              <a:buClr>
                <a:srgbClr val="0000FF"/>
              </a:buClr>
              <a:buFont typeface="Wingdings" pitchFamily="2" charset="2"/>
              <a:buNone/>
              <a:defRPr sz="1000" kern="1100" spc="-60">
                <a:solidFill>
                  <a:srgbClr val="5F5F5F"/>
                </a:solidFill>
                <a:latin typeface="나눔고딕 Bold" pitchFamily="50" charset="-127"/>
                <a:ea typeface="나눔고딕 Bold" pitchFamily="50" charset="-127"/>
              </a:defRPr>
            </a:lvl1pPr>
            <a:lvl2pPr marL="742950" indent="-285750" eaLnBrk="0" hangingPunct="0"/>
            <a:lvl3pPr marL="1143000" indent="-228600" eaLnBrk="0" hangingPunct="0"/>
            <a:lvl4pPr marL="1600200" indent="-228600" eaLnBrk="0" hangingPunct="0"/>
            <a:lvl5pPr marL="2057400" indent="-228600" eaLnBrk="0" hangingPunct="0"/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</a:lvl9pPr>
          </a:lstStyle>
          <a:p>
            <a:pPr algn="ctr" fontAlgn="auto">
              <a:lnSpc>
                <a:spcPct val="100000"/>
              </a:lnSpc>
              <a:spcBef>
                <a:spcPts val="0"/>
              </a:spcBef>
            </a:pPr>
            <a:r>
              <a:rPr lang="ko-KR" altLang="en-US" sz="1600" spc="-50" dirty="0">
                <a:solidFill>
                  <a:schemeClr val="bg1"/>
                </a:solidFill>
                <a:latin typeface="Rix모던고딕 B" pitchFamily="18" charset="-127"/>
                <a:ea typeface="Rix모던고딕 B" pitchFamily="18" charset="-127"/>
              </a:rPr>
              <a:t>주요 내용</a:t>
            </a:r>
          </a:p>
        </p:txBody>
      </p:sp>
      <p:sp>
        <p:nvSpPr>
          <p:cNvPr id="97" name="양쪽 모서리가 둥근 사각형 96"/>
          <p:cNvSpPr/>
          <p:nvPr/>
        </p:nvSpPr>
        <p:spPr>
          <a:xfrm rot="10800000" flipV="1">
            <a:off x="2854182" y="1828964"/>
            <a:ext cx="7463275" cy="314537"/>
          </a:xfrm>
          <a:prstGeom prst="round2SameRect">
            <a:avLst>
              <a:gd name="adj1" fmla="val 16667"/>
              <a:gd name="adj2" fmla="val 0"/>
            </a:avLst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ko-KR" altLang="en-US" dirty="0"/>
          </a:p>
        </p:txBody>
      </p:sp>
      <p:sp>
        <p:nvSpPr>
          <p:cNvPr id="98" name="텍스트 개체 틀 81"/>
          <p:cNvSpPr txBox="1">
            <a:spLocks/>
          </p:cNvSpPr>
          <p:nvPr/>
        </p:nvSpPr>
        <p:spPr bwMode="auto">
          <a:xfrm>
            <a:off x="3055620" y="1866800"/>
            <a:ext cx="7111618" cy="246221"/>
          </a:xfrm>
          <a:prstGeom prst="rect">
            <a:avLst/>
          </a:prstGeom>
          <a:noFill/>
        </p:spPr>
        <p:txBody>
          <a:bodyPr wrap="square" lIns="0" tIns="0" rIns="0" bIns="0" anchor="ctr" anchorCtr="0">
            <a:spAutoFit/>
          </a:bodyPr>
          <a:lstStyle>
            <a:defPPr>
              <a:defRPr lang="ko-KR"/>
            </a:defPPr>
            <a:lvl1pPr algn="just" eaLnBrk="1" latinLnBrk="0" hangingPunct="1">
              <a:lnSpc>
                <a:spcPct val="130000"/>
              </a:lnSpc>
              <a:spcBef>
                <a:spcPts val="100"/>
              </a:spcBef>
              <a:buClr>
                <a:srgbClr val="0000FF"/>
              </a:buClr>
              <a:buFont typeface="Wingdings" pitchFamily="2" charset="2"/>
              <a:buNone/>
              <a:defRPr sz="1000" kern="1100" spc="-60">
                <a:solidFill>
                  <a:srgbClr val="5F5F5F"/>
                </a:solidFill>
                <a:latin typeface="나눔고딕 Bold" pitchFamily="50" charset="-127"/>
                <a:ea typeface="나눔고딕 Bold" pitchFamily="50" charset="-127"/>
              </a:defRPr>
            </a:lvl1pPr>
            <a:lvl2pPr marL="742950" indent="-285750" eaLnBrk="0" hangingPunct="0"/>
            <a:lvl3pPr marL="1143000" indent="-228600" eaLnBrk="0" hangingPunct="0"/>
            <a:lvl4pPr marL="1600200" indent="-228600" eaLnBrk="0" hangingPunct="0"/>
            <a:lvl5pPr marL="2057400" indent="-228600" eaLnBrk="0" hangingPunct="0"/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</a:lvl9pPr>
          </a:lstStyle>
          <a:p>
            <a:pPr algn="ctr" fontAlgn="auto">
              <a:lnSpc>
                <a:spcPct val="100000"/>
              </a:lnSpc>
              <a:spcBef>
                <a:spcPts val="0"/>
              </a:spcBef>
            </a:pPr>
            <a:r>
              <a:rPr lang="ko-KR" altLang="en-US" sz="1600" spc="-50" dirty="0">
                <a:solidFill>
                  <a:schemeClr val="bg1"/>
                </a:solidFill>
                <a:latin typeface="Rix모던고딕 B" pitchFamily="18" charset="-127"/>
                <a:ea typeface="Rix모던고딕 B" pitchFamily="18" charset="-127"/>
              </a:rPr>
              <a:t>장애관리 및 문제관리 프로세스</a:t>
            </a:r>
          </a:p>
        </p:txBody>
      </p:sp>
      <p:grpSp>
        <p:nvGrpSpPr>
          <p:cNvPr id="99" name="그룹 98"/>
          <p:cNvGrpSpPr/>
          <p:nvPr/>
        </p:nvGrpSpPr>
        <p:grpSpPr>
          <a:xfrm>
            <a:off x="2498867" y="2698613"/>
            <a:ext cx="471237" cy="2116163"/>
            <a:chOff x="2322052" y="2437319"/>
            <a:chExt cx="294230" cy="2228000"/>
          </a:xfrm>
        </p:grpSpPr>
        <p:sp>
          <p:nvSpPr>
            <p:cNvPr id="100" name="모서리가 둥근 직사각형 99"/>
            <p:cNvSpPr/>
            <p:nvPr/>
          </p:nvSpPr>
          <p:spPr>
            <a:xfrm>
              <a:off x="2322052" y="2437319"/>
              <a:ext cx="294230" cy="94623"/>
            </a:xfrm>
            <a:prstGeom prst="roundRect">
              <a:avLst/>
            </a:prstGeom>
            <a:gradFill>
              <a:gsLst>
                <a:gs pos="0">
                  <a:schemeClr val="bg1">
                    <a:lumMod val="75000"/>
                  </a:schemeClr>
                </a:gs>
                <a:gs pos="53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01" name="모서리가 둥근 직사각형 100"/>
            <p:cNvSpPr/>
            <p:nvPr/>
          </p:nvSpPr>
          <p:spPr>
            <a:xfrm>
              <a:off x="2322052" y="4570696"/>
              <a:ext cx="294230" cy="94623"/>
            </a:xfrm>
            <a:prstGeom prst="roundRect">
              <a:avLst/>
            </a:prstGeom>
            <a:gradFill>
              <a:gsLst>
                <a:gs pos="0">
                  <a:schemeClr val="bg1">
                    <a:lumMod val="75000"/>
                  </a:schemeClr>
                </a:gs>
                <a:gs pos="53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sp>
        <p:nvSpPr>
          <p:cNvPr id="102" name="양쪽 모서리가 둥근 사각형 101"/>
          <p:cNvSpPr/>
          <p:nvPr/>
        </p:nvSpPr>
        <p:spPr bwMode="auto">
          <a:xfrm rot="16200000">
            <a:off x="1197021" y="1630216"/>
            <a:ext cx="449522" cy="1850355"/>
          </a:xfrm>
          <a:prstGeom prst="round2SameRect">
            <a:avLst>
              <a:gd name="adj1" fmla="val 7651"/>
              <a:gd name="adj2" fmla="val 0"/>
            </a:avLst>
          </a:prstGeom>
          <a:solidFill>
            <a:schemeClr val="accent5">
              <a:lumMod val="7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03" name="양쪽 모서리가 둥근 사각형 102"/>
          <p:cNvSpPr/>
          <p:nvPr/>
        </p:nvSpPr>
        <p:spPr bwMode="auto">
          <a:xfrm rot="16200000">
            <a:off x="1197022" y="2234387"/>
            <a:ext cx="449522" cy="1850355"/>
          </a:xfrm>
          <a:prstGeom prst="round2SameRect">
            <a:avLst>
              <a:gd name="adj1" fmla="val 7651"/>
              <a:gd name="adj2" fmla="val 0"/>
            </a:avLst>
          </a:prstGeom>
          <a:solidFill>
            <a:schemeClr val="accent5">
              <a:lumMod val="7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04" name="양쪽 모서리가 둥근 사각형 103"/>
          <p:cNvSpPr/>
          <p:nvPr/>
        </p:nvSpPr>
        <p:spPr bwMode="auto">
          <a:xfrm rot="16200000">
            <a:off x="1197021" y="2838558"/>
            <a:ext cx="449522" cy="1850355"/>
          </a:xfrm>
          <a:prstGeom prst="round2SameRect">
            <a:avLst>
              <a:gd name="adj1" fmla="val 7651"/>
              <a:gd name="adj2" fmla="val 0"/>
            </a:avLst>
          </a:prstGeom>
          <a:solidFill>
            <a:schemeClr val="accent5">
              <a:lumMod val="7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05" name="양쪽 모서리가 둥근 사각형 104"/>
          <p:cNvSpPr/>
          <p:nvPr/>
        </p:nvSpPr>
        <p:spPr bwMode="auto">
          <a:xfrm rot="16200000">
            <a:off x="1197022" y="3442729"/>
            <a:ext cx="449522" cy="1850355"/>
          </a:xfrm>
          <a:prstGeom prst="round2SameRect">
            <a:avLst>
              <a:gd name="adj1" fmla="val 7651"/>
              <a:gd name="adj2" fmla="val 0"/>
            </a:avLst>
          </a:prstGeom>
          <a:solidFill>
            <a:schemeClr val="accent5">
              <a:lumMod val="7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06" name="양쪽 모서리가 둥근 사각형 105"/>
          <p:cNvSpPr/>
          <p:nvPr/>
        </p:nvSpPr>
        <p:spPr bwMode="auto">
          <a:xfrm rot="16200000">
            <a:off x="1197023" y="4046901"/>
            <a:ext cx="449522" cy="1850355"/>
          </a:xfrm>
          <a:prstGeom prst="round2SameRect">
            <a:avLst>
              <a:gd name="adj1" fmla="val 7651"/>
              <a:gd name="adj2" fmla="val 0"/>
            </a:avLst>
          </a:prstGeom>
          <a:solidFill>
            <a:schemeClr val="accent5">
              <a:lumMod val="7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07" name="TextBox 106"/>
          <p:cNvSpPr txBox="1"/>
          <p:nvPr/>
        </p:nvSpPr>
        <p:spPr>
          <a:xfrm>
            <a:off x="505994" y="2444253"/>
            <a:ext cx="1840966" cy="223138"/>
          </a:xfrm>
          <a:prstGeom prst="rect">
            <a:avLst/>
          </a:prstGeom>
          <a:noFill/>
          <a:ln w="9525" algn="ctr">
            <a:noFill/>
            <a:prstDash val="dash"/>
            <a:miter lim="800000"/>
            <a:headEnd/>
            <a:tailEnd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  <a:scene3d>
              <a:camera prst="orthographicFront"/>
              <a:lightRig rig="threePt" dir="t"/>
            </a:scene3d>
            <a:sp3d>
              <a:bevelT w="0"/>
            </a:sp3d>
          </a:bodyPr>
          <a:lstStyle/>
          <a:p>
            <a:pPr algn="ctr" defTabSz="1517736" eaLnBrk="0" hangingPunct="0"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1300"/>
              <a:defRPr/>
            </a:pPr>
            <a:r>
              <a:rPr lang="ko-KR" altLang="en-US" sz="1450" spc="-100" dirty="0">
                <a:solidFill>
                  <a:schemeClr val="bg1"/>
                </a:solidFill>
                <a:latin typeface="Rix고딕 M" pitchFamily="18" charset="-127"/>
                <a:ea typeface="Rix고딕 M" pitchFamily="18" charset="-127"/>
                <a:cs typeface="Arial" pitchFamily="34" charset="0"/>
              </a:rPr>
              <a:t>침입</a:t>
            </a:r>
            <a:r>
              <a:rPr lang="en-US" altLang="ko-KR" sz="1450" spc="-100" dirty="0">
                <a:solidFill>
                  <a:schemeClr val="bg1"/>
                </a:solidFill>
                <a:latin typeface="Rix고딕 M" pitchFamily="18" charset="-127"/>
                <a:ea typeface="Rix고딕 M" pitchFamily="18" charset="-127"/>
                <a:cs typeface="Arial" pitchFamily="34" charset="0"/>
              </a:rPr>
              <a:t>, </a:t>
            </a:r>
            <a:r>
              <a:rPr lang="ko-KR" altLang="en-US" sz="1450" spc="-100" dirty="0">
                <a:solidFill>
                  <a:schemeClr val="bg1"/>
                </a:solidFill>
                <a:latin typeface="Rix고딕 M" pitchFamily="18" charset="-127"/>
                <a:ea typeface="Rix고딕 M" pitchFamily="18" charset="-127"/>
                <a:cs typeface="Arial" pitchFamily="34" charset="0"/>
              </a:rPr>
              <a:t>장애 식별</a:t>
            </a:r>
            <a:r>
              <a:rPr lang="en-US" altLang="ko-KR" sz="1450" spc="-100" dirty="0">
                <a:solidFill>
                  <a:schemeClr val="bg1"/>
                </a:solidFill>
                <a:latin typeface="Rix고딕 M" pitchFamily="18" charset="-127"/>
                <a:ea typeface="Rix고딕 M" pitchFamily="18" charset="-127"/>
                <a:cs typeface="Arial" pitchFamily="34" charset="0"/>
              </a:rPr>
              <a:t>/</a:t>
            </a:r>
            <a:r>
              <a:rPr lang="ko-KR" altLang="en-US" sz="1450" spc="-100" dirty="0">
                <a:solidFill>
                  <a:schemeClr val="bg1"/>
                </a:solidFill>
                <a:latin typeface="Rix고딕 M" pitchFamily="18" charset="-127"/>
                <a:ea typeface="Rix고딕 M" pitchFamily="18" charset="-127"/>
                <a:cs typeface="Arial" pitchFamily="34" charset="0"/>
              </a:rPr>
              <a:t>접수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505994" y="3047995"/>
            <a:ext cx="1840966" cy="223138"/>
          </a:xfrm>
          <a:prstGeom prst="rect">
            <a:avLst/>
          </a:prstGeom>
          <a:noFill/>
          <a:ln w="9525" algn="ctr">
            <a:noFill/>
            <a:prstDash val="dash"/>
            <a:miter lim="800000"/>
            <a:headEnd/>
            <a:tailEnd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  <a:scene3d>
              <a:camera prst="orthographicFront"/>
              <a:lightRig rig="threePt" dir="t"/>
            </a:scene3d>
            <a:sp3d>
              <a:bevelT w="0"/>
            </a:sp3d>
          </a:bodyPr>
          <a:lstStyle/>
          <a:p>
            <a:pPr algn="ctr" defTabSz="1517736" eaLnBrk="0" hangingPunct="0"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1300"/>
              <a:defRPr/>
            </a:pPr>
            <a:r>
              <a:rPr lang="ko-KR" altLang="en-US" sz="1450" spc="-100" dirty="0">
                <a:solidFill>
                  <a:schemeClr val="bg1"/>
                </a:solidFill>
                <a:latin typeface="Rix고딕 M" pitchFamily="18" charset="-127"/>
                <a:ea typeface="Rix고딕 M" pitchFamily="18" charset="-127"/>
                <a:cs typeface="Arial" pitchFamily="34" charset="0"/>
              </a:rPr>
              <a:t>원인분석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505994" y="3652166"/>
            <a:ext cx="1840966" cy="223138"/>
          </a:xfrm>
          <a:prstGeom prst="rect">
            <a:avLst/>
          </a:prstGeom>
          <a:noFill/>
          <a:ln w="9525" algn="ctr">
            <a:noFill/>
            <a:prstDash val="dash"/>
            <a:miter lim="800000"/>
            <a:headEnd/>
            <a:tailEnd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  <a:scene3d>
              <a:camera prst="orthographicFront"/>
              <a:lightRig rig="threePt" dir="t"/>
            </a:scene3d>
            <a:sp3d>
              <a:bevelT w="0"/>
            </a:sp3d>
          </a:bodyPr>
          <a:lstStyle/>
          <a:p>
            <a:pPr algn="ctr" defTabSz="1517736" eaLnBrk="0" hangingPunct="0"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1300"/>
              <a:defRPr/>
            </a:pPr>
            <a:r>
              <a:rPr lang="ko-KR" altLang="en-US" sz="1450" spc="-100" dirty="0">
                <a:solidFill>
                  <a:schemeClr val="bg1"/>
                </a:solidFill>
                <a:latin typeface="Rix고딕 M" pitchFamily="18" charset="-127"/>
                <a:ea typeface="Rix고딕 M" pitchFamily="18" charset="-127"/>
                <a:cs typeface="Arial" pitchFamily="34" charset="0"/>
              </a:rPr>
              <a:t>조치 내역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505994" y="4256337"/>
            <a:ext cx="1840966" cy="223138"/>
          </a:xfrm>
          <a:prstGeom prst="rect">
            <a:avLst/>
          </a:prstGeom>
          <a:noFill/>
          <a:ln w="9525" algn="ctr">
            <a:noFill/>
            <a:prstDash val="dash"/>
            <a:miter lim="800000"/>
            <a:headEnd/>
            <a:tailEnd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  <a:scene3d>
              <a:camera prst="orthographicFront"/>
              <a:lightRig rig="threePt" dir="t"/>
            </a:scene3d>
            <a:sp3d>
              <a:bevelT w="0"/>
            </a:sp3d>
          </a:bodyPr>
          <a:lstStyle/>
          <a:p>
            <a:pPr algn="ctr" defTabSz="1517736" eaLnBrk="0" hangingPunct="0"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1300"/>
              <a:defRPr/>
            </a:pPr>
            <a:r>
              <a:rPr lang="ko-KR" altLang="en-US" sz="1450" spc="-100" dirty="0">
                <a:solidFill>
                  <a:schemeClr val="bg1"/>
                </a:solidFill>
                <a:latin typeface="Rix고딕 M" pitchFamily="18" charset="-127"/>
                <a:ea typeface="Rix고딕 M" pitchFamily="18" charset="-127"/>
                <a:cs typeface="Arial" pitchFamily="34" charset="0"/>
              </a:rPr>
              <a:t>문제 관리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505994" y="4860509"/>
            <a:ext cx="1840966" cy="223138"/>
          </a:xfrm>
          <a:prstGeom prst="rect">
            <a:avLst/>
          </a:prstGeom>
          <a:noFill/>
          <a:ln w="9525" algn="ctr">
            <a:noFill/>
            <a:prstDash val="dash"/>
            <a:miter lim="800000"/>
            <a:headEnd/>
            <a:tailEnd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  <a:scene3d>
              <a:camera prst="orthographicFront"/>
              <a:lightRig rig="threePt" dir="t"/>
            </a:scene3d>
            <a:sp3d>
              <a:bevelT w="0"/>
            </a:sp3d>
          </a:bodyPr>
          <a:lstStyle/>
          <a:p>
            <a:pPr algn="ctr" defTabSz="1517736" eaLnBrk="0" hangingPunct="0"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1300"/>
              <a:defRPr/>
            </a:pPr>
            <a:r>
              <a:rPr lang="ko-KR" altLang="en-US" sz="1450" spc="-100" dirty="0">
                <a:solidFill>
                  <a:schemeClr val="bg1"/>
                </a:solidFill>
                <a:latin typeface="Rix고딕 M" pitchFamily="18" charset="-127"/>
                <a:ea typeface="Rix고딕 M" pitchFamily="18" charset="-127"/>
                <a:cs typeface="Arial" pitchFamily="34" charset="0"/>
              </a:rPr>
              <a:t>개선 사항</a:t>
            </a:r>
          </a:p>
        </p:txBody>
      </p:sp>
      <p:sp>
        <p:nvSpPr>
          <p:cNvPr id="112" name="이등변 삼각형 111"/>
          <p:cNvSpPr/>
          <p:nvPr/>
        </p:nvSpPr>
        <p:spPr>
          <a:xfrm>
            <a:off x="4376156" y="3072812"/>
            <a:ext cx="4873578" cy="1214005"/>
          </a:xfrm>
          <a:prstGeom prst="triangle">
            <a:avLst>
              <a:gd name="adj" fmla="val 68215"/>
            </a:avLst>
          </a:prstGeom>
          <a:gradFill flip="none" rotWithShape="1">
            <a:gsLst>
              <a:gs pos="0">
                <a:schemeClr val="bg1">
                  <a:lumMod val="50000"/>
                  <a:tint val="66000"/>
                  <a:satMod val="160000"/>
                </a:schemeClr>
              </a:gs>
              <a:gs pos="50000">
                <a:schemeClr val="bg1">
                  <a:lumMod val="50000"/>
                  <a:tint val="44500"/>
                  <a:satMod val="160000"/>
                </a:schemeClr>
              </a:gs>
              <a:gs pos="100000">
                <a:schemeClr val="bg1">
                  <a:lumMod val="50000"/>
                  <a:tint val="23500"/>
                  <a:satMod val="160000"/>
                </a:schemeClr>
              </a:gs>
            </a:gsLst>
            <a:lin ang="18900000" scaled="1"/>
            <a:tileRect/>
          </a:gra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33" dirty="0">
              <a:latin typeface="Rix고딕 M" pitchFamily="18" charset="-127"/>
              <a:ea typeface="Rix고딕 M" pitchFamily="18" charset="-127"/>
            </a:endParaRPr>
          </a:p>
        </p:txBody>
      </p:sp>
      <p:sp>
        <p:nvSpPr>
          <p:cNvPr id="113" name="자유형 112"/>
          <p:cNvSpPr/>
          <p:nvPr/>
        </p:nvSpPr>
        <p:spPr>
          <a:xfrm>
            <a:off x="4376156" y="4276245"/>
            <a:ext cx="804692" cy="630843"/>
          </a:xfrm>
          <a:custGeom>
            <a:avLst/>
            <a:gdLst>
              <a:gd name="connsiteX0" fmla="*/ 0 w 1189963"/>
              <a:gd name="connsiteY0" fmla="*/ 0 h 475985"/>
              <a:gd name="connsiteX1" fmla="*/ 951971 w 1189963"/>
              <a:gd name="connsiteY1" fmla="*/ 0 h 475985"/>
              <a:gd name="connsiteX2" fmla="*/ 1189963 w 1189963"/>
              <a:gd name="connsiteY2" fmla="*/ 237993 h 475985"/>
              <a:gd name="connsiteX3" fmla="*/ 951971 w 1189963"/>
              <a:gd name="connsiteY3" fmla="*/ 475985 h 475985"/>
              <a:gd name="connsiteX4" fmla="*/ 0 w 1189963"/>
              <a:gd name="connsiteY4" fmla="*/ 475985 h 475985"/>
              <a:gd name="connsiteX5" fmla="*/ 237993 w 1189963"/>
              <a:gd name="connsiteY5" fmla="*/ 237993 h 475985"/>
              <a:gd name="connsiteX6" fmla="*/ 0 w 1189963"/>
              <a:gd name="connsiteY6" fmla="*/ 0 h 475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189963" h="475985">
                <a:moveTo>
                  <a:pt x="0" y="0"/>
                </a:moveTo>
                <a:lnTo>
                  <a:pt x="951971" y="0"/>
                </a:lnTo>
                <a:lnTo>
                  <a:pt x="1189963" y="237993"/>
                </a:lnTo>
                <a:lnTo>
                  <a:pt x="951971" y="475985"/>
                </a:lnTo>
                <a:lnTo>
                  <a:pt x="0" y="475985"/>
                </a:lnTo>
                <a:lnTo>
                  <a:pt x="237993" y="237993"/>
                </a:lnTo>
                <a:lnTo>
                  <a:pt x="0" y="0"/>
                </a:lnTo>
                <a:close/>
              </a:path>
            </a:pathLst>
          </a:custGeom>
          <a:solidFill>
            <a:schemeClr val="accent5">
              <a:lumMod val="50000"/>
            </a:schemeClr>
          </a:solidFill>
          <a:scene3d>
            <a:camera prst="orthographicFront"/>
            <a:lightRig rig="chilly" dir="t"/>
          </a:scene3d>
          <a:sp3d prstMaterial="translucentPowder"/>
        </p:spPr>
        <p:style>
          <a:lnRef idx="0">
            <a:schemeClr val="lt2">
              <a:hueOff val="0"/>
              <a:satOff val="0"/>
              <a:lumOff val="0"/>
              <a:alphaOff val="0"/>
            </a:schemeClr>
          </a:lnRef>
          <a:fillRef idx="1">
            <a:schemeClr val="dk2">
              <a:hueOff val="0"/>
              <a:satOff val="0"/>
              <a:lumOff val="0"/>
              <a:alphaOff val="0"/>
            </a:schemeClr>
          </a:fillRef>
          <a:effectRef idx="0">
            <a:schemeClr val="dk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30607" tIns="12095" rIns="97955" bIns="12095" numCol="1" spcCol="1270" anchor="ctr" anchorCtr="0">
            <a:noAutofit/>
          </a:bodyPr>
          <a:lstStyle/>
          <a:p>
            <a:pPr algn="ctr" defTabSz="403162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ko-KR" altLang="en-US" sz="952" b="1" dirty="0">
                <a:latin typeface="Rix고딕 M" pitchFamily="18" charset="-127"/>
                <a:ea typeface="Rix고딕 M" pitchFamily="18" charset="-127"/>
              </a:rPr>
              <a:t>문제등록</a:t>
            </a:r>
          </a:p>
        </p:txBody>
      </p:sp>
      <p:sp>
        <p:nvSpPr>
          <p:cNvPr id="114" name="자유형 113"/>
          <p:cNvSpPr/>
          <p:nvPr/>
        </p:nvSpPr>
        <p:spPr>
          <a:xfrm>
            <a:off x="5100379" y="4276245"/>
            <a:ext cx="804692" cy="630843"/>
          </a:xfrm>
          <a:custGeom>
            <a:avLst/>
            <a:gdLst>
              <a:gd name="connsiteX0" fmla="*/ 0 w 1189963"/>
              <a:gd name="connsiteY0" fmla="*/ 0 h 475985"/>
              <a:gd name="connsiteX1" fmla="*/ 951971 w 1189963"/>
              <a:gd name="connsiteY1" fmla="*/ 0 h 475985"/>
              <a:gd name="connsiteX2" fmla="*/ 1189963 w 1189963"/>
              <a:gd name="connsiteY2" fmla="*/ 237993 h 475985"/>
              <a:gd name="connsiteX3" fmla="*/ 951971 w 1189963"/>
              <a:gd name="connsiteY3" fmla="*/ 475985 h 475985"/>
              <a:gd name="connsiteX4" fmla="*/ 0 w 1189963"/>
              <a:gd name="connsiteY4" fmla="*/ 475985 h 475985"/>
              <a:gd name="connsiteX5" fmla="*/ 237993 w 1189963"/>
              <a:gd name="connsiteY5" fmla="*/ 237993 h 475985"/>
              <a:gd name="connsiteX6" fmla="*/ 0 w 1189963"/>
              <a:gd name="connsiteY6" fmla="*/ 0 h 475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189963" h="475985">
                <a:moveTo>
                  <a:pt x="0" y="0"/>
                </a:moveTo>
                <a:lnTo>
                  <a:pt x="951971" y="0"/>
                </a:lnTo>
                <a:lnTo>
                  <a:pt x="1189963" y="237993"/>
                </a:lnTo>
                <a:lnTo>
                  <a:pt x="951971" y="475985"/>
                </a:lnTo>
                <a:lnTo>
                  <a:pt x="0" y="475985"/>
                </a:lnTo>
                <a:lnTo>
                  <a:pt x="237993" y="237993"/>
                </a:lnTo>
                <a:lnTo>
                  <a:pt x="0" y="0"/>
                </a:lnTo>
                <a:close/>
              </a:path>
            </a:pathLst>
          </a:custGeom>
          <a:solidFill>
            <a:schemeClr val="accent5">
              <a:lumMod val="50000"/>
            </a:schemeClr>
          </a:solidFill>
          <a:scene3d>
            <a:camera prst="orthographicFront"/>
            <a:lightRig rig="chilly" dir="t"/>
          </a:scene3d>
          <a:sp3d prstMaterial="translucentPowder"/>
        </p:spPr>
        <p:style>
          <a:lnRef idx="0">
            <a:schemeClr val="lt2">
              <a:hueOff val="0"/>
              <a:satOff val="0"/>
              <a:lumOff val="0"/>
              <a:alphaOff val="0"/>
            </a:schemeClr>
          </a:lnRef>
          <a:fillRef idx="1">
            <a:schemeClr val="dk2">
              <a:hueOff val="0"/>
              <a:satOff val="0"/>
              <a:lumOff val="0"/>
              <a:alphaOff val="0"/>
            </a:schemeClr>
          </a:fillRef>
          <a:effectRef idx="0">
            <a:schemeClr val="dk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30607" tIns="12095" rIns="97955" bIns="12095" numCol="1" spcCol="1270" anchor="ctr" anchorCtr="0">
            <a:noAutofit/>
          </a:bodyPr>
          <a:lstStyle/>
          <a:p>
            <a:pPr algn="ctr" defTabSz="403162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ko-KR" altLang="en-US" sz="952" b="1" dirty="0">
                <a:latin typeface="Rix고딕 M" pitchFamily="18" charset="-127"/>
                <a:ea typeface="Rix고딕 M" pitchFamily="18" charset="-127"/>
              </a:rPr>
              <a:t>근본원인</a:t>
            </a:r>
            <a:endParaRPr lang="en-US" altLang="ko-KR" sz="952" b="1" dirty="0">
              <a:latin typeface="Rix고딕 M" pitchFamily="18" charset="-127"/>
              <a:ea typeface="Rix고딕 M" pitchFamily="18" charset="-127"/>
            </a:endParaRPr>
          </a:p>
          <a:p>
            <a:pPr algn="ctr" defTabSz="403162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ko-KR" altLang="en-US" sz="952" b="1" dirty="0">
                <a:latin typeface="Rix고딕 M" pitchFamily="18" charset="-127"/>
                <a:ea typeface="Rix고딕 M" pitchFamily="18" charset="-127"/>
              </a:rPr>
              <a:t>도출</a:t>
            </a:r>
          </a:p>
        </p:txBody>
      </p:sp>
      <p:sp>
        <p:nvSpPr>
          <p:cNvPr id="115" name="자유형 114"/>
          <p:cNvSpPr/>
          <p:nvPr/>
        </p:nvSpPr>
        <p:spPr>
          <a:xfrm>
            <a:off x="5824602" y="4276245"/>
            <a:ext cx="804692" cy="630843"/>
          </a:xfrm>
          <a:custGeom>
            <a:avLst/>
            <a:gdLst>
              <a:gd name="connsiteX0" fmla="*/ 0 w 1189963"/>
              <a:gd name="connsiteY0" fmla="*/ 0 h 475985"/>
              <a:gd name="connsiteX1" fmla="*/ 951971 w 1189963"/>
              <a:gd name="connsiteY1" fmla="*/ 0 h 475985"/>
              <a:gd name="connsiteX2" fmla="*/ 1189963 w 1189963"/>
              <a:gd name="connsiteY2" fmla="*/ 237993 h 475985"/>
              <a:gd name="connsiteX3" fmla="*/ 951971 w 1189963"/>
              <a:gd name="connsiteY3" fmla="*/ 475985 h 475985"/>
              <a:gd name="connsiteX4" fmla="*/ 0 w 1189963"/>
              <a:gd name="connsiteY4" fmla="*/ 475985 h 475985"/>
              <a:gd name="connsiteX5" fmla="*/ 237993 w 1189963"/>
              <a:gd name="connsiteY5" fmla="*/ 237993 h 475985"/>
              <a:gd name="connsiteX6" fmla="*/ 0 w 1189963"/>
              <a:gd name="connsiteY6" fmla="*/ 0 h 475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189963" h="475985">
                <a:moveTo>
                  <a:pt x="0" y="0"/>
                </a:moveTo>
                <a:lnTo>
                  <a:pt x="951971" y="0"/>
                </a:lnTo>
                <a:lnTo>
                  <a:pt x="1189963" y="237993"/>
                </a:lnTo>
                <a:lnTo>
                  <a:pt x="951971" y="475985"/>
                </a:lnTo>
                <a:lnTo>
                  <a:pt x="0" y="475985"/>
                </a:lnTo>
                <a:lnTo>
                  <a:pt x="237993" y="237993"/>
                </a:lnTo>
                <a:lnTo>
                  <a:pt x="0" y="0"/>
                </a:lnTo>
                <a:close/>
              </a:path>
            </a:pathLst>
          </a:custGeom>
          <a:solidFill>
            <a:schemeClr val="accent5">
              <a:lumMod val="50000"/>
            </a:schemeClr>
          </a:solidFill>
          <a:scene3d>
            <a:camera prst="orthographicFront"/>
            <a:lightRig rig="chilly" dir="t"/>
          </a:scene3d>
          <a:sp3d prstMaterial="translucentPowder"/>
        </p:spPr>
        <p:style>
          <a:lnRef idx="0">
            <a:schemeClr val="lt2">
              <a:hueOff val="0"/>
              <a:satOff val="0"/>
              <a:lumOff val="0"/>
              <a:alphaOff val="0"/>
            </a:schemeClr>
          </a:lnRef>
          <a:fillRef idx="1">
            <a:schemeClr val="dk2">
              <a:hueOff val="0"/>
              <a:satOff val="0"/>
              <a:lumOff val="0"/>
              <a:alphaOff val="0"/>
            </a:schemeClr>
          </a:fillRef>
          <a:effectRef idx="0">
            <a:schemeClr val="dk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30607" tIns="12095" rIns="97955" bIns="12095" numCol="1" spcCol="1270" anchor="ctr" anchorCtr="0">
            <a:noAutofit/>
          </a:bodyPr>
          <a:lstStyle/>
          <a:p>
            <a:pPr algn="ctr" defTabSz="403162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ko-KR" altLang="en-US" sz="952" b="1" dirty="0">
                <a:latin typeface="Rix고딕 M" pitchFamily="18" charset="-127"/>
                <a:ea typeface="Rix고딕 M" pitchFamily="18" charset="-127"/>
              </a:rPr>
              <a:t>해결 방안 선택</a:t>
            </a:r>
          </a:p>
        </p:txBody>
      </p:sp>
      <p:sp>
        <p:nvSpPr>
          <p:cNvPr id="116" name="자유형 115"/>
          <p:cNvSpPr/>
          <p:nvPr/>
        </p:nvSpPr>
        <p:spPr>
          <a:xfrm>
            <a:off x="6548824" y="4276245"/>
            <a:ext cx="804692" cy="630843"/>
          </a:xfrm>
          <a:custGeom>
            <a:avLst/>
            <a:gdLst>
              <a:gd name="connsiteX0" fmla="*/ 0 w 1189963"/>
              <a:gd name="connsiteY0" fmla="*/ 0 h 475985"/>
              <a:gd name="connsiteX1" fmla="*/ 951971 w 1189963"/>
              <a:gd name="connsiteY1" fmla="*/ 0 h 475985"/>
              <a:gd name="connsiteX2" fmla="*/ 1189963 w 1189963"/>
              <a:gd name="connsiteY2" fmla="*/ 237993 h 475985"/>
              <a:gd name="connsiteX3" fmla="*/ 951971 w 1189963"/>
              <a:gd name="connsiteY3" fmla="*/ 475985 h 475985"/>
              <a:gd name="connsiteX4" fmla="*/ 0 w 1189963"/>
              <a:gd name="connsiteY4" fmla="*/ 475985 h 475985"/>
              <a:gd name="connsiteX5" fmla="*/ 237993 w 1189963"/>
              <a:gd name="connsiteY5" fmla="*/ 237993 h 475985"/>
              <a:gd name="connsiteX6" fmla="*/ 0 w 1189963"/>
              <a:gd name="connsiteY6" fmla="*/ 0 h 475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189963" h="475985">
                <a:moveTo>
                  <a:pt x="0" y="0"/>
                </a:moveTo>
                <a:lnTo>
                  <a:pt x="951971" y="0"/>
                </a:lnTo>
                <a:lnTo>
                  <a:pt x="1189963" y="237993"/>
                </a:lnTo>
                <a:lnTo>
                  <a:pt x="951971" y="475985"/>
                </a:lnTo>
                <a:lnTo>
                  <a:pt x="0" y="475985"/>
                </a:lnTo>
                <a:lnTo>
                  <a:pt x="237993" y="237993"/>
                </a:lnTo>
                <a:lnTo>
                  <a:pt x="0" y="0"/>
                </a:lnTo>
                <a:close/>
              </a:path>
            </a:pathLst>
          </a:custGeom>
          <a:solidFill>
            <a:schemeClr val="accent5">
              <a:lumMod val="50000"/>
            </a:schemeClr>
          </a:solidFill>
          <a:scene3d>
            <a:camera prst="orthographicFront"/>
            <a:lightRig rig="chilly" dir="t"/>
          </a:scene3d>
          <a:sp3d prstMaterial="translucentPowder"/>
        </p:spPr>
        <p:style>
          <a:lnRef idx="0">
            <a:schemeClr val="lt2">
              <a:hueOff val="0"/>
              <a:satOff val="0"/>
              <a:lumOff val="0"/>
              <a:alphaOff val="0"/>
            </a:schemeClr>
          </a:lnRef>
          <a:fillRef idx="1">
            <a:schemeClr val="dk2">
              <a:hueOff val="0"/>
              <a:satOff val="0"/>
              <a:lumOff val="0"/>
              <a:alphaOff val="0"/>
            </a:schemeClr>
          </a:fillRef>
          <a:effectRef idx="0">
            <a:schemeClr val="dk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30607" tIns="12095" rIns="97955" bIns="12095" numCol="1" spcCol="1270" anchor="ctr" anchorCtr="0">
            <a:noAutofit/>
          </a:bodyPr>
          <a:lstStyle/>
          <a:p>
            <a:pPr algn="ctr" defTabSz="403162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ko-KR" altLang="en-US" sz="952" b="1" dirty="0">
                <a:latin typeface="Rix고딕 M" pitchFamily="18" charset="-127"/>
                <a:ea typeface="Rix고딕 M" pitchFamily="18" charset="-127"/>
              </a:rPr>
              <a:t>해결 방안 모니터</a:t>
            </a:r>
          </a:p>
        </p:txBody>
      </p:sp>
      <p:sp>
        <p:nvSpPr>
          <p:cNvPr id="117" name="자유형 116"/>
          <p:cNvSpPr/>
          <p:nvPr/>
        </p:nvSpPr>
        <p:spPr>
          <a:xfrm>
            <a:off x="7273047" y="4276245"/>
            <a:ext cx="804692" cy="630843"/>
          </a:xfrm>
          <a:custGeom>
            <a:avLst/>
            <a:gdLst>
              <a:gd name="connsiteX0" fmla="*/ 0 w 1189963"/>
              <a:gd name="connsiteY0" fmla="*/ 0 h 475985"/>
              <a:gd name="connsiteX1" fmla="*/ 951971 w 1189963"/>
              <a:gd name="connsiteY1" fmla="*/ 0 h 475985"/>
              <a:gd name="connsiteX2" fmla="*/ 1189963 w 1189963"/>
              <a:gd name="connsiteY2" fmla="*/ 237993 h 475985"/>
              <a:gd name="connsiteX3" fmla="*/ 951971 w 1189963"/>
              <a:gd name="connsiteY3" fmla="*/ 475985 h 475985"/>
              <a:gd name="connsiteX4" fmla="*/ 0 w 1189963"/>
              <a:gd name="connsiteY4" fmla="*/ 475985 h 475985"/>
              <a:gd name="connsiteX5" fmla="*/ 237993 w 1189963"/>
              <a:gd name="connsiteY5" fmla="*/ 237993 h 475985"/>
              <a:gd name="connsiteX6" fmla="*/ 0 w 1189963"/>
              <a:gd name="connsiteY6" fmla="*/ 0 h 475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189963" h="475985">
                <a:moveTo>
                  <a:pt x="0" y="0"/>
                </a:moveTo>
                <a:lnTo>
                  <a:pt x="951971" y="0"/>
                </a:lnTo>
                <a:lnTo>
                  <a:pt x="1189963" y="237993"/>
                </a:lnTo>
                <a:lnTo>
                  <a:pt x="951971" y="475985"/>
                </a:lnTo>
                <a:lnTo>
                  <a:pt x="0" y="475985"/>
                </a:lnTo>
                <a:lnTo>
                  <a:pt x="237993" y="237993"/>
                </a:lnTo>
                <a:lnTo>
                  <a:pt x="0" y="0"/>
                </a:lnTo>
                <a:close/>
              </a:path>
            </a:pathLst>
          </a:custGeom>
          <a:solidFill>
            <a:schemeClr val="accent5">
              <a:lumMod val="50000"/>
            </a:schemeClr>
          </a:solidFill>
          <a:scene3d>
            <a:camera prst="orthographicFront"/>
            <a:lightRig rig="chilly" dir="t"/>
          </a:scene3d>
          <a:sp3d prstMaterial="translucentPowder"/>
        </p:spPr>
        <p:style>
          <a:lnRef idx="0">
            <a:schemeClr val="lt2">
              <a:hueOff val="0"/>
              <a:satOff val="0"/>
              <a:lumOff val="0"/>
              <a:alphaOff val="0"/>
            </a:schemeClr>
          </a:lnRef>
          <a:fillRef idx="1">
            <a:schemeClr val="dk2">
              <a:hueOff val="0"/>
              <a:satOff val="0"/>
              <a:lumOff val="0"/>
              <a:alphaOff val="0"/>
            </a:schemeClr>
          </a:fillRef>
          <a:effectRef idx="0">
            <a:schemeClr val="dk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30607" tIns="12095" rIns="97955" bIns="12095" numCol="1" spcCol="1270" anchor="ctr" anchorCtr="0">
            <a:noAutofit/>
          </a:bodyPr>
          <a:lstStyle/>
          <a:p>
            <a:pPr algn="ctr" defTabSz="403162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ko-KR" altLang="en-US" sz="952" b="1" dirty="0">
                <a:latin typeface="Rix고딕 M" pitchFamily="18" charset="-127"/>
                <a:ea typeface="Rix고딕 M" pitchFamily="18" charset="-127"/>
              </a:rPr>
              <a:t>해결 방안 실행</a:t>
            </a:r>
          </a:p>
        </p:txBody>
      </p:sp>
      <p:sp>
        <p:nvSpPr>
          <p:cNvPr id="118" name="자유형 117"/>
          <p:cNvSpPr/>
          <p:nvPr/>
        </p:nvSpPr>
        <p:spPr>
          <a:xfrm>
            <a:off x="7997270" y="4276245"/>
            <a:ext cx="804692" cy="630843"/>
          </a:xfrm>
          <a:custGeom>
            <a:avLst/>
            <a:gdLst>
              <a:gd name="connsiteX0" fmla="*/ 0 w 1189963"/>
              <a:gd name="connsiteY0" fmla="*/ 0 h 475985"/>
              <a:gd name="connsiteX1" fmla="*/ 951971 w 1189963"/>
              <a:gd name="connsiteY1" fmla="*/ 0 h 475985"/>
              <a:gd name="connsiteX2" fmla="*/ 1189963 w 1189963"/>
              <a:gd name="connsiteY2" fmla="*/ 237993 h 475985"/>
              <a:gd name="connsiteX3" fmla="*/ 951971 w 1189963"/>
              <a:gd name="connsiteY3" fmla="*/ 475985 h 475985"/>
              <a:gd name="connsiteX4" fmla="*/ 0 w 1189963"/>
              <a:gd name="connsiteY4" fmla="*/ 475985 h 475985"/>
              <a:gd name="connsiteX5" fmla="*/ 237993 w 1189963"/>
              <a:gd name="connsiteY5" fmla="*/ 237993 h 475985"/>
              <a:gd name="connsiteX6" fmla="*/ 0 w 1189963"/>
              <a:gd name="connsiteY6" fmla="*/ 0 h 475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189963" h="475985">
                <a:moveTo>
                  <a:pt x="0" y="0"/>
                </a:moveTo>
                <a:lnTo>
                  <a:pt x="951971" y="0"/>
                </a:lnTo>
                <a:lnTo>
                  <a:pt x="1189963" y="237993"/>
                </a:lnTo>
                <a:lnTo>
                  <a:pt x="951971" y="475985"/>
                </a:lnTo>
                <a:lnTo>
                  <a:pt x="0" y="475985"/>
                </a:lnTo>
                <a:lnTo>
                  <a:pt x="237993" y="237993"/>
                </a:lnTo>
                <a:lnTo>
                  <a:pt x="0" y="0"/>
                </a:lnTo>
                <a:close/>
              </a:path>
            </a:pathLst>
          </a:custGeom>
          <a:solidFill>
            <a:schemeClr val="accent5">
              <a:lumMod val="50000"/>
            </a:schemeClr>
          </a:solidFill>
          <a:scene3d>
            <a:camera prst="orthographicFront"/>
            <a:lightRig rig="chilly" dir="t"/>
          </a:scene3d>
          <a:sp3d prstMaterial="translucentPowder"/>
        </p:spPr>
        <p:style>
          <a:lnRef idx="0">
            <a:schemeClr val="lt2">
              <a:hueOff val="0"/>
              <a:satOff val="0"/>
              <a:lumOff val="0"/>
              <a:alphaOff val="0"/>
            </a:schemeClr>
          </a:lnRef>
          <a:fillRef idx="1">
            <a:schemeClr val="dk2">
              <a:hueOff val="0"/>
              <a:satOff val="0"/>
              <a:lumOff val="0"/>
              <a:alphaOff val="0"/>
            </a:schemeClr>
          </a:fillRef>
          <a:effectRef idx="0">
            <a:schemeClr val="dk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30607" tIns="12095" rIns="97955" bIns="12095" numCol="1" spcCol="1270" anchor="ctr" anchorCtr="0">
            <a:noAutofit/>
          </a:bodyPr>
          <a:lstStyle/>
          <a:p>
            <a:pPr algn="ctr" defTabSz="403162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ko-KR" altLang="en-US" sz="952" b="1" dirty="0">
                <a:latin typeface="Rix고딕 M" pitchFamily="18" charset="-127"/>
                <a:ea typeface="Rix고딕 M" pitchFamily="18" charset="-127"/>
              </a:rPr>
              <a:t>해결 방안 점검</a:t>
            </a:r>
          </a:p>
        </p:txBody>
      </p:sp>
      <p:sp>
        <p:nvSpPr>
          <p:cNvPr id="119" name="자유형 118"/>
          <p:cNvSpPr/>
          <p:nvPr/>
        </p:nvSpPr>
        <p:spPr>
          <a:xfrm>
            <a:off x="8721493" y="4276245"/>
            <a:ext cx="804692" cy="630843"/>
          </a:xfrm>
          <a:custGeom>
            <a:avLst/>
            <a:gdLst>
              <a:gd name="connsiteX0" fmla="*/ 0 w 1189963"/>
              <a:gd name="connsiteY0" fmla="*/ 0 h 475985"/>
              <a:gd name="connsiteX1" fmla="*/ 951971 w 1189963"/>
              <a:gd name="connsiteY1" fmla="*/ 0 h 475985"/>
              <a:gd name="connsiteX2" fmla="*/ 1189963 w 1189963"/>
              <a:gd name="connsiteY2" fmla="*/ 237993 h 475985"/>
              <a:gd name="connsiteX3" fmla="*/ 951971 w 1189963"/>
              <a:gd name="connsiteY3" fmla="*/ 475985 h 475985"/>
              <a:gd name="connsiteX4" fmla="*/ 0 w 1189963"/>
              <a:gd name="connsiteY4" fmla="*/ 475985 h 475985"/>
              <a:gd name="connsiteX5" fmla="*/ 237993 w 1189963"/>
              <a:gd name="connsiteY5" fmla="*/ 237993 h 475985"/>
              <a:gd name="connsiteX6" fmla="*/ 0 w 1189963"/>
              <a:gd name="connsiteY6" fmla="*/ 0 h 475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189963" h="475985">
                <a:moveTo>
                  <a:pt x="0" y="0"/>
                </a:moveTo>
                <a:lnTo>
                  <a:pt x="951971" y="0"/>
                </a:lnTo>
                <a:lnTo>
                  <a:pt x="1189963" y="237993"/>
                </a:lnTo>
                <a:lnTo>
                  <a:pt x="951971" y="475985"/>
                </a:lnTo>
                <a:lnTo>
                  <a:pt x="0" y="475985"/>
                </a:lnTo>
                <a:lnTo>
                  <a:pt x="237993" y="237993"/>
                </a:lnTo>
                <a:lnTo>
                  <a:pt x="0" y="0"/>
                </a:lnTo>
                <a:close/>
              </a:path>
            </a:pathLst>
          </a:custGeom>
          <a:solidFill>
            <a:srgbClr val="C00000"/>
          </a:solidFill>
          <a:scene3d>
            <a:camera prst="orthographicFront"/>
            <a:lightRig rig="chilly" dir="t"/>
          </a:scene3d>
          <a:sp3d prstMaterial="translucentPowder"/>
        </p:spPr>
        <p:style>
          <a:lnRef idx="0">
            <a:schemeClr val="lt2">
              <a:hueOff val="0"/>
              <a:satOff val="0"/>
              <a:lumOff val="0"/>
              <a:alphaOff val="0"/>
            </a:schemeClr>
          </a:lnRef>
          <a:fillRef idx="1">
            <a:schemeClr val="dk2">
              <a:hueOff val="0"/>
              <a:satOff val="0"/>
              <a:lumOff val="0"/>
              <a:alphaOff val="0"/>
            </a:schemeClr>
          </a:fillRef>
          <a:effectRef idx="0">
            <a:schemeClr val="dk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30607" tIns="12095" rIns="97955" bIns="12095" numCol="1" spcCol="1270" anchor="ctr" anchorCtr="0">
            <a:noAutofit/>
          </a:bodyPr>
          <a:lstStyle/>
          <a:p>
            <a:pPr algn="ctr" defTabSz="403162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ko-KR" altLang="en-US" sz="952" b="1" dirty="0">
                <a:latin typeface="Rix고딕 M" pitchFamily="18" charset="-127"/>
                <a:ea typeface="Rix고딕 M" pitchFamily="18" charset="-127"/>
              </a:rPr>
              <a:t>문제 종료</a:t>
            </a:r>
          </a:p>
        </p:txBody>
      </p:sp>
      <p:grpSp>
        <p:nvGrpSpPr>
          <p:cNvPr id="120" name="그룹 119"/>
          <p:cNvGrpSpPr/>
          <p:nvPr/>
        </p:nvGrpSpPr>
        <p:grpSpPr>
          <a:xfrm>
            <a:off x="3074872" y="2860391"/>
            <a:ext cx="6906254" cy="378424"/>
            <a:chOff x="4845582" y="-578795"/>
            <a:chExt cx="7614465" cy="417230"/>
          </a:xfrm>
          <a:solidFill>
            <a:schemeClr val="accent5">
              <a:lumMod val="50000"/>
            </a:schemeClr>
          </a:solidFill>
          <a:scene3d>
            <a:camera prst="isometricOffAxis2Left" zoom="95000"/>
            <a:lightRig rig="flat" dir="t"/>
          </a:scene3d>
        </p:grpSpPr>
        <p:sp>
          <p:nvSpPr>
            <p:cNvPr id="121" name="자유형 120"/>
            <p:cNvSpPr/>
            <p:nvPr/>
          </p:nvSpPr>
          <p:spPr>
            <a:xfrm>
              <a:off x="4845582" y="-578795"/>
              <a:ext cx="1043077" cy="417230"/>
            </a:xfrm>
            <a:custGeom>
              <a:avLst/>
              <a:gdLst>
                <a:gd name="connsiteX0" fmla="*/ 0 w 1043077"/>
                <a:gd name="connsiteY0" fmla="*/ 0 h 417230"/>
                <a:gd name="connsiteX1" fmla="*/ 834462 w 1043077"/>
                <a:gd name="connsiteY1" fmla="*/ 0 h 417230"/>
                <a:gd name="connsiteX2" fmla="*/ 1043077 w 1043077"/>
                <a:gd name="connsiteY2" fmla="*/ 208615 h 417230"/>
                <a:gd name="connsiteX3" fmla="*/ 834462 w 1043077"/>
                <a:gd name="connsiteY3" fmla="*/ 417230 h 417230"/>
                <a:gd name="connsiteX4" fmla="*/ 0 w 1043077"/>
                <a:gd name="connsiteY4" fmla="*/ 417230 h 417230"/>
                <a:gd name="connsiteX5" fmla="*/ 208615 w 1043077"/>
                <a:gd name="connsiteY5" fmla="*/ 208615 h 417230"/>
                <a:gd name="connsiteX6" fmla="*/ 0 w 1043077"/>
                <a:gd name="connsiteY6" fmla="*/ 0 h 417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43077" h="417230">
                  <a:moveTo>
                    <a:pt x="0" y="0"/>
                  </a:moveTo>
                  <a:lnTo>
                    <a:pt x="834462" y="0"/>
                  </a:lnTo>
                  <a:lnTo>
                    <a:pt x="1043077" y="208615"/>
                  </a:lnTo>
                  <a:lnTo>
                    <a:pt x="834462" y="417230"/>
                  </a:lnTo>
                  <a:lnTo>
                    <a:pt x="0" y="417230"/>
                  </a:lnTo>
                  <a:lnTo>
                    <a:pt x="208615" y="208615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sp3d extrusionH="381000" contourW="12700" prstMaterial="matte">
              <a:contourClr>
                <a:schemeClr val="lt1"/>
              </a:contourClr>
            </a:sp3d>
          </p:spPr>
          <p:style>
            <a:lnRef idx="0">
              <a:schemeClr val="lt2">
                <a:hueOff val="0"/>
                <a:satOff val="0"/>
                <a:lumOff val="0"/>
                <a:alphaOff val="0"/>
              </a:schemeClr>
            </a:lnRef>
            <a:fillRef idx="1">
              <a:schemeClr val="dk2">
                <a:hueOff val="0"/>
                <a:satOff val="0"/>
                <a:lumOff val="0"/>
                <a:alphaOff val="0"/>
              </a:schemeClr>
            </a:fillRef>
            <a:effectRef idx="0">
              <a:schemeClr val="dk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225496" tIns="12095" rIns="201307" bIns="12095" numCol="1" spcCol="1270" anchor="ctr" anchorCtr="0">
              <a:noAutofit/>
            </a:bodyPr>
            <a:lstStyle/>
            <a:p>
              <a:pPr algn="ctr" defTabSz="403162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ko-KR" altLang="en-US" sz="907" b="1" dirty="0">
                  <a:latin typeface="Rix고딕 M" pitchFamily="18" charset="-127"/>
                  <a:ea typeface="Rix고딕 M" pitchFamily="18" charset="-127"/>
                </a:rPr>
                <a:t>침입 장애 식별</a:t>
              </a:r>
              <a:r>
                <a:rPr lang="en-US" altLang="ko-KR" sz="907" b="1" dirty="0">
                  <a:latin typeface="Rix고딕 M" pitchFamily="18" charset="-127"/>
                  <a:ea typeface="Rix고딕 M" pitchFamily="18" charset="-127"/>
                </a:rPr>
                <a:t>/</a:t>
              </a:r>
              <a:r>
                <a:rPr lang="ko-KR" altLang="en-US" sz="907" b="1" dirty="0">
                  <a:latin typeface="Rix고딕 M" pitchFamily="18" charset="-127"/>
                  <a:ea typeface="Rix고딕 M" pitchFamily="18" charset="-127"/>
                </a:rPr>
                <a:t>접수</a:t>
              </a:r>
            </a:p>
          </p:txBody>
        </p:sp>
        <p:sp>
          <p:nvSpPr>
            <p:cNvPr id="122" name="자유형 121"/>
            <p:cNvSpPr/>
            <p:nvPr/>
          </p:nvSpPr>
          <p:spPr>
            <a:xfrm>
              <a:off x="5784352" y="-578795"/>
              <a:ext cx="1043077" cy="417230"/>
            </a:xfrm>
            <a:custGeom>
              <a:avLst/>
              <a:gdLst>
                <a:gd name="connsiteX0" fmla="*/ 0 w 1043077"/>
                <a:gd name="connsiteY0" fmla="*/ 0 h 417230"/>
                <a:gd name="connsiteX1" fmla="*/ 834462 w 1043077"/>
                <a:gd name="connsiteY1" fmla="*/ 0 h 417230"/>
                <a:gd name="connsiteX2" fmla="*/ 1043077 w 1043077"/>
                <a:gd name="connsiteY2" fmla="*/ 208615 h 417230"/>
                <a:gd name="connsiteX3" fmla="*/ 834462 w 1043077"/>
                <a:gd name="connsiteY3" fmla="*/ 417230 h 417230"/>
                <a:gd name="connsiteX4" fmla="*/ 0 w 1043077"/>
                <a:gd name="connsiteY4" fmla="*/ 417230 h 417230"/>
                <a:gd name="connsiteX5" fmla="*/ 208615 w 1043077"/>
                <a:gd name="connsiteY5" fmla="*/ 208615 h 417230"/>
                <a:gd name="connsiteX6" fmla="*/ 0 w 1043077"/>
                <a:gd name="connsiteY6" fmla="*/ 0 h 417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43077" h="417230">
                  <a:moveTo>
                    <a:pt x="0" y="0"/>
                  </a:moveTo>
                  <a:lnTo>
                    <a:pt x="834462" y="0"/>
                  </a:lnTo>
                  <a:lnTo>
                    <a:pt x="1043077" y="208615"/>
                  </a:lnTo>
                  <a:lnTo>
                    <a:pt x="834462" y="417230"/>
                  </a:lnTo>
                  <a:lnTo>
                    <a:pt x="0" y="417230"/>
                  </a:lnTo>
                  <a:lnTo>
                    <a:pt x="208615" y="208615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sp3d extrusionH="381000" contourW="12700" prstMaterial="matte">
              <a:contourClr>
                <a:schemeClr val="lt1"/>
              </a:contourClr>
            </a:sp3d>
          </p:spPr>
          <p:style>
            <a:lnRef idx="0">
              <a:schemeClr val="lt2">
                <a:hueOff val="0"/>
                <a:satOff val="0"/>
                <a:lumOff val="0"/>
                <a:alphaOff val="0"/>
              </a:schemeClr>
            </a:lnRef>
            <a:fillRef idx="1">
              <a:schemeClr val="dk2">
                <a:hueOff val="0"/>
                <a:satOff val="0"/>
                <a:lumOff val="0"/>
                <a:alphaOff val="0"/>
              </a:schemeClr>
            </a:fillRef>
            <a:effectRef idx="0">
              <a:schemeClr val="dk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225496" tIns="12095" rIns="201307" bIns="12095" numCol="1" spcCol="1270" anchor="ctr" anchorCtr="0">
              <a:noAutofit/>
            </a:bodyPr>
            <a:lstStyle/>
            <a:p>
              <a:pPr algn="ctr" defTabSz="403162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ko-KR" altLang="en-US" sz="907" b="1" dirty="0">
                  <a:latin typeface="Rix고딕 M" pitchFamily="18" charset="-127"/>
                  <a:ea typeface="Rix고딕 M" pitchFamily="18" charset="-127"/>
                </a:rPr>
                <a:t>침입 장애등록</a:t>
              </a:r>
              <a:r>
                <a:rPr lang="en-US" altLang="ko-KR" sz="907" b="1" dirty="0">
                  <a:latin typeface="Rix고딕 M" pitchFamily="18" charset="-127"/>
                  <a:ea typeface="Rix고딕 M" pitchFamily="18" charset="-127"/>
                </a:rPr>
                <a:t>/</a:t>
              </a:r>
              <a:r>
                <a:rPr lang="ko-KR" altLang="en-US" sz="907" b="1" dirty="0">
                  <a:latin typeface="Rix고딕 M" pitchFamily="18" charset="-127"/>
                  <a:ea typeface="Rix고딕 M" pitchFamily="18" charset="-127"/>
                </a:rPr>
                <a:t>등급지정</a:t>
              </a:r>
            </a:p>
          </p:txBody>
        </p:sp>
        <p:sp>
          <p:nvSpPr>
            <p:cNvPr id="123" name="자유형 122"/>
            <p:cNvSpPr/>
            <p:nvPr/>
          </p:nvSpPr>
          <p:spPr>
            <a:xfrm>
              <a:off x="6723122" y="-578795"/>
              <a:ext cx="1043077" cy="417230"/>
            </a:xfrm>
            <a:custGeom>
              <a:avLst/>
              <a:gdLst>
                <a:gd name="connsiteX0" fmla="*/ 0 w 1043077"/>
                <a:gd name="connsiteY0" fmla="*/ 0 h 417230"/>
                <a:gd name="connsiteX1" fmla="*/ 834462 w 1043077"/>
                <a:gd name="connsiteY1" fmla="*/ 0 h 417230"/>
                <a:gd name="connsiteX2" fmla="*/ 1043077 w 1043077"/>
                <a:gd name="connsiteY2" fmla="*/ 208615 h 417230"/>
                <a:gd name="connsiteX3" fmla="*/ 834462 w 1043077"/>
                <a:gd name="connsiteY3" fmla="*/ 417230 h 417230"/>
                <a:gd name="connsiteX4" fmla="*/ 0 w 1043077"/>
                <a:gd name="connsiteY4" fmla="*/ 417230 h 417230"/>
                <a:gd name="connsiteX5" fmla="*/ 208615 w 1043077"/>
                <a:gd name="connsiteY5" fmla="*/ 208615 h 417230"/>
                <a:gd name="connsiteX6" fmla="*/ 0 w 1043077"/>
                <a:gd name="connsiteY6" fmla="*/ 0 h 417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43077" h="417230">
                  <a:moveTo>
                    <a:pt x="0" y="0"/>
                  </a:moveTo>
                  <a:lnTo>
                    <a:pt x="834462" y="0"/>
                  </a:lnTo>
                  <a:lnTo>
                    <a:pt x="1043077" y="208615"/>
                  </a:lnTo>
                  <a:lnTo>
                    <a:pt x="834462" y="417230"/>
                  </a:lnTo>
                  <a:lnTo>
                    <a:pt x="0" y="417230"/>
                  </a:lnTo>
                  <a:lnTo>
                    <a:pt x="208615" y="208615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sp3d extrusionH="381000" contourW="12700" prstMaterial="matte">
              <a:contourClr>
                <a:schemeClr val="lt1"/>
              </a:contourClr>
            </a:sp3d>
          </p:spPr>
          <p:style>
            <a:lnRef idx="0">
              <a:schemeClr val="lt2">
                <a:hueOff val="0"/>
                <a:satOff val="0"/>
                <a:lumOff val="0"/>
                <a:alphaOff val="0"/>
              </a:schemeClr>
            </a:lnRef>
            <a:fillRef idx="1">
              <a:schemeClr val="dk2">
                <a:hueOff val="0"/>
                <a:satOff val="0"/>
                <a:lumOff val="0"/>
                <a:alphaOff val="0"/>
              </a:schemeClr>
            </a:fillRef>
            <a:effectRef idx="0">
              <a:schemeClr val="dk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225496" tIns="12095" rIns="201307" bIns="12095" numCol="1" spcCol="1270" anchor="ctr" anchorCtr="0">
              <a:noAutofit/>
            </a:bodyPr>
            <a:lstStyle/>
            <a:p>
              <a:pPr algn="ctr" defTabSz="403162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altLang="ko-KR" sz="907" b="1" dirty="0">
                  <a:latin typeface="Rix고딕 M" pitchFamily="18" charset="-127"/>
                  <a:ea typeface="Rix고딕 M" pitchFamily="18" charset="-127"/>
                </a:rPr>
                <a:t>1</a:t>
              </a:r>
              <a:r>
                <a:rPr lang="ko-KR" altLang="en-US" sz="907" b="1" dirty="0">
                  <a:latin typeface="Rix고딕 M" pitchFamily="18" charset="-127"/>
                  <a:ea typeface="Rix고딕 M" pitchFamily="18" charset="-127"/>
                </a:rPr>
                <a:t>차 해결</a:t>
              </a:r>
            </a:p>
          </p:txBody>
        </p:sp>
        <p:sp>
          <p:nvSpPr>
            <p:cNvPr id="124" name="자유형 123"/>
            <p:cNvSpPr/>
            <p:nvPr/>
          </p:nvSpPr>
          <p:spPr>
            <a:xfrm>
              <a:off x="7661891" y="-578795"/>
              <a:ext cx="1043077" cy="417230"/>
            </a:xfrm>
            <a:custGeom>
              <a:avLst/>
              <a:gdLst>
                <a:gd name="connsiteX0" fmla="*/ 0 w 1043077"/>
                <a:gd name="connsiteY0" fmla="*/ 0 h 417230"/>
                <a:gd name="connsiteX1" fmla="*/ 834462 w 1043077"/>
                <a:gd name="connsiteY1" fmla="*/ 0 h 417230"/>
                <a:gd name="connsiteX2" fmla="*/ 1043077 w 1043077"/>
                <a:gd name="connsiteY2" fmla="*/ 208615 h 417230"/>
                <a:gd name="connsiteX3" fmla="*/ 834462 w 1043077"/>
                <a:gd name="connsiteY3" fmla="*/ 417230 h 417230"/>
                <a:gd name="connsiteX4" fmla="*/ 0 w 1043077"/>
                <a:gd name="connsiteY4" fmla="*/ 417230 h 417230"/>
                <a:gd name="connsiteX5" fmla="*/ 208615 w 1043077"/>
                <a:gd name="connsiteY5" fmla="*/ 208615 h 417230"/>
                <a:gd name="connsiteX6" fmla="*/ 0 w 1043077"/>
                <a:gd name="connsiteY6" fmla="*/ 0 h 417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43077" h="417230">
                  <a:moveTo>
                    <a:pt x="0" y="0"/>
                  </a:moveTo>
                  <a:lnTo>
                    <a:pt x="834462" y="0"/>
                  </a:lnTo>
                  <a:lnTo>
                    <a:pt x="1043077" y="208615"/>
                  </a:lnTo>
                  <a:lnTo>
                    <a:pt x="834462" y="417230"/>
                  </a:lnTo>
                  <a:lnTo>
                    <a:pt x="0" y="417230"/>
                  </a:lnTo>
                  <a:lnTo>
                    <a:pt x="208615" y="208615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sp3d extrusionH="381000" contourW="12700" prstMaterial="matte">
              <a:contourClr>
                <a:schemeClr val="lt1"/>
              </a:contourClr>
            </a:sp3d>
          </p:spPr>
          <p:style>
            <a:lnRef idx="0">
              <a:schemeClr val="lt2">
                <a:hueOff val="0"/>
                <a:satOff val="0"/>
                <a:lumOff val="0"/>
                <a:alphaOff val="0"/>
              </a:schemeClr>
            </a:lnRef>
            <a:fillRef idx="1">
              <a:schemeClr val="dk2">
                <a:hueOff val="0"/>
                <a:satOff val="0"/>
                <a:lumOff val="0"/>
                <a:alphaOff val="0"/>
              </a:schemeClr>
            </a:fillRef>
            <a:effectRef idx="0">
              <a:schemeClr val="dk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225496" tIns="12095" rIns="201307" bIns="12095" numCol="1" spcCol="1270" anchor="ctr" anchorCtr="0">
              <a:noAutofit/>
            </a:bodyPr>
            <a:lstStyle/>
            <a:p>
              <a:pPr algn="ctr" defTabSz="403162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ko-KR" altLang="en-US" sz="907" b="1" dirty="0">
                  <a:latin typeface="Rix고딕 M" pitchFamily="18" charset="-127"/>
                  <a:ea typeface="Rix고딕 M" pitchFamily="18" charset="-127"/>
                </a:rPr>
                <a:t>장애 배정</a:t>
              </a:r>
            </a:p>
          </p:txBody>
        </p:sp>
        <p:sp>
          <p:nvSpPr>
            <p:cNvPr id="125" name="자유형 124"/>
            <p:cNvSpPr/>
            <p:nvPr/>
          </p:nvSpPr>
          <p:spPr>
            <a:xfrm>
              <a:off x="8600661" y="-578795"/>
              <a:ext cx="1043077" cy="417230"/>
            </a:xfrm>
            <a:custGeom>
              <a:avLst/>
              <a:gdLst>
                <a:gd name="connsiteX0" fmla="*/ 0 w 1043077"/>
                <a:gd name="connsiteY0" fmla="*/ 0 h 417230"/>
                <a:gd name="connsiteX1" fmla="*/ 834462 w 1043077"/>
                <a:gd name="connsiteY1" fmla="*/ 0 h 417230"/>
                <a:gd name="connsiteX2" fmla="*/ 1043077 w 1043077"/>
                <a:gd name="connsiteY2" fmla="*/ 208615 h 417230"/>
                <a:gd name="connsiteX3" fmla="*/ 834462 w 1043077"/>
                <a:gd name="connsiteY3" fmla="*/ 417230 h 417230"/>
                <a:gd name="connsiteX4" fmla="*/ 0 w 1043077"/>
                <a:gd name="connsiteY4" fmla="*/ 417230 h 417230"/>
                <a:gd name="connsiteX5" fmla="*/ 208615 w 1043077"/>
                <a:gd name="connsiteY5" fmla="*/ 208615 h 417230"/>
                <a:gd name="connsiteX6" fmla="*/ 0 w 1043077"/>
                <a:gd name="connsiteY6" fmla="*/ 0 h 417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43077" h="417230">
                  <a:moveTo>
                    <a:pt x="0" y="0"/>
                  </a:moveTo>
                  <a:lnTo>
                    <a:pt x="834462" y="0"/>
                  </a:lnTo>
                  <a:lnTo>
                    <a:pt x="1043077" y="208615"/>
                  </a:lnTo>
                  <a:lnTo>
                    <a:pt x="834462" y="417230"/>
                  </a:lnTo>
                  <a:lnTo>
                    <a:pt x="0" y="417230"/>
                  </a:lnTo>
                  <a:lnTo>
                    <a:pt x="208615" y="208615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sp3d extrusionH="381000" contourW="12700" prstMaterial="matte">
              <a:contourClr>
                <a:schemeClr val="lt1"/>
              </a:contourClr>
            </a:sp3d>
          </p:spPr>
          <p:style>
            <a:lnRef idx="0">
              <a:schemeClr val="lt2">
                <a:hueOff val="0"/>
                <a:satOff val="0"/>
                <a:lumOff val="0"/>
                <a:alphaOff val="0"/>
              </a:schemeClr>
            </a:lnRef>
            <a:fillRef idx="1">
              <a:schemeClr val="dk2">
                <a:hueOff val="0"/>
                <a:satOff val="0"/>
                <a:lumOff val="0"/>
                <a:alphaOff val="0"/>
              </a:schemeClr>
            </a:fillRef>
            <a:effectRef idx="0">
              <a:schemeClr val="dk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225496" tIns="12095" rIns="201307" bIns="12095" numCol="1" spcCol="1270" anchor="ctr" anchorCtr="0">
              <a:noAutofit/>
            </a:bodyPr>
            <a:lstStyle/>
            <a:p>
              <a:pPr algn="ctr" defTabSz="403162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altLang="ko-KR" sz="907" b="1" dirty="0">
                  <a:latin typeface="Rix고딕 M" pitchFamily="18" charset="-127"/>
                  <a:ea typeface="Rix고딕 M" pitchFamily="18" charset="-127"/>
                </a:rPr>
                <a:t>2</a:t>
              </a:r>
              <a:r>
                <a:rPr lang="ko-KR" altLang="en-US" sz="907" b="1" dirty="0">
                  <a:latin typeface="Rix고딕 M" pitchFamily="18" charset="-127"/>
                  <a:ea typeface="Rix고딕 M" pitchFamily="18" charset="-127"/>
                </a:rPr>
                <a:t>차 해결</a:t>
              </a:r>
            </a:p>
          </p:txBody>
        </p:sp>
        <p:sp>
          <p:nvSpPr>
            <p:cNvPr id="126" name="자유형 125"/>
            <p:cNvSpPr/>
            <p:nvPr/>
          </p:nvSpPr>
          <p:spPr>
            <a:xfrm>
              <a:off x="9539431" y="-578795"/>
              <a:ext cx="1043077" cy="417230"/>
            </a:xfrm>
            <a:custGeom>
              <a:avLst/>
              <a:gdLst>
                <a:gd name="connsiteX0" fmla="*/ 0 w 1043077"/>
                <a:gd name="connsiteY0" fmla="*/ 0 h 417230"/>
                <a:gd name="connsiteX1" fmla="*/ 834462 w 1043077"/>
                <a:gd name="connsiteY1" fmla="*/ 0 h 417230"/>
                <a:gd name="connsiteX2" fmla="*/ 1043077 w 1043077"/>
                <a:gd name="connsiteY2" fmla="*/ 208615 h 417230"/>
                <a:gd name="connsiteX3" fmla="*/ 834462 w 1043077"/>
                <a:gd name="connsiteY3" fmla="*/ 417230 h 417230"/>
                <a:gd name="connsiteX4" fmla="*/ 0 w 1043077"/>
                <a:gd name="connsiteY4" fmla="*/ 417230 h 417230"/>
                <a:gd name="connsiteX5" fmla="*/ 208615 w 1043077"/>
                <a:gd name="connsiteY5" fmla="*/ 208615 h 417230"/>
                <a:gd name="connsiteX6" fmla="*/ 0 w 1043077"/>
                <a:gd name="connsiteY6" fmla="*/ 0 h 417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43077" h="417230">
                  <a:moveTo>
                    <a:pt x="0" y="0"/>
                  </a:moveTo>
                  <a:lnTo>
                    <a:pt x="834462" y="0"/>
                  </a:lnTo>
                  <a:lnTo>
                    <a:pt x="1043077" y="208615"/>
                  </a:lnTo>
                  <a:lnTo>
                    <a:pt x="834462" y="417230"/>
                  </a:lnTo>
                  <a:lnTo>
                    <a:pt x="0" y="417230"/>
                  </a:lnTo>
                  <a:lnTo>
                    <a:pt x="208615" y="208615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sp3d extrusionH="381000" contourW="19050" prstMaterial="matte">
              <a:contourClr>
                <a:schemeClr val="lt1"/>
              </a:contourClr>
            </a:sp3d>
          </p:spPr>
          <p:style>
            <a:lnRef idx="0">
              <a:schemeClr val="lt2">
                <a:hueOff val="0"/>
                <a:satOff val="0"/>
                <a:lumOff val="0"/>
                <a:alphaOff val="0"/>
              </a:schemeClr>
            </a:lnRef>
            <a:fillRef idx="1">
              <a:schemeClr val="dk2">
                <a:hueOff val="0"/>
                <a:satOff val="0"/>
                <a:lumOff val="0"/>
                <a:alphaOff val="0"/>
              </a:schemeClr>
            </a:fillRef>
            <a:effectRef idx="0">
              <a:schemeClr val="dk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225496" tIns="12095" rIns="201307" bIns="12095" numCol="1" spcCol="1270" anchor="ctr" anchorCtr="0">
              <a:noAutofit/>
            </a:bodyPr>
            <a:lstStyle/>
            <a:p>
              <a:pPr algn="ctr" defTabSz="403162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ko-KR" altLang="en-US" sz="907" b="1" dirty="0">
                  <a:latin typeface="Rix고딕 M" pitchFamily="18" charset="-127"/>
                  <a:ea typeface="Rix고딕 M" pitchFamily="18" charset="-127"/>
                </a:rPr>
                <a:t>문제관리</a:t>
              </a:r>
            </a:p>
          </p:txBody>
        </p:sp>
        <p:sp>
          <p:nvSpPr>
            <p:cNvPr id="127" name="자유형 126"/>
            <p:cNvSpPr/>
            <p:nvPr/>
          </p:nvSpPr>
          <p:spPr>
            <a:xfrm>
              <a:off x="10478201" y="-578795"/>
              <a:ext cx="1043077" cy="417230"/>
            </a:xfrm>
            <a:custGeom>
              <a:avLst/>
              <a:gdLst>
                <a:gd name="connsiteX0" fmla="*/ 0 w 1043077"/>
                <a:gd name="connsiteY0" fmla="*/ 0 h 417230"/>
                <a:gd name="connsiteX1" fmla="*/ 834462 w 1043077"/>
                <a:gd name="connsiteY1" fmla="*/ 0 h 417230"/>
                <a:gd name="connsiteX2" fmla="*/ 1043077 w 1043077"/>
                <a:gd name="connsiteY2" fmla="*/ 208615 h 417230"/>
                <a:gd name="connsiteX3" fmla="*/ 834462 w 1043077"/>
                <a:gd name="connsiteY3" fmla="*/ 417230 h 417230"/>
                <a:gd name="connsiteX4" fmla="*/ 0 w 1043077"/>
                <a:gd name="connsiteY4" fmla="*/ 417230 h 417230"/>
                <a:gd name="connsiteX5" fmla="*/ 208615 w 1043077"/>
                <a:gd name="connsiteY5" fmla="*/ 208615 h 417230"/>
                <a:gd name="connsiteX6" fmla="*/ 0 w 1043077"/>
                <a:gd name="connsiteY6" fmla="*/ 0 h 417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43077" h="417230">
                  <a:moveTo>
                    <a:pt x="0" y="0"/>
                  </a:moveTo>
                  <a:lnTo>
                    <a:pt x="834462" y="0"/>
                  </a:lnTo>
                  <a:lnTo>
                    <a:pt x="1043077" y="208615"/>
                  </a:lnTo>
                  <a:lnTo>
                    <a:pt x="834462" y="417230"/>
                  </a:lnTo>
                  <a:lnTo>
                    <a:pt x="0" y="417230"/>
                  </a:lnTo>
                  <a:lnTo>
                    <a:pt x="208615" y="208615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sp3d extrusionH="381000" contourW="12700" prstMaterial="matte">
              <a:contourClr>
                <a:schemeClr val="lt1"/>
              </a:contourClr>
            </a:sp3d>
          </p:spPr>
          <p:style>
            <a:lnRef idx="0">
              <a:schemeClr val="lt2">
                <a:hueOff val="0"/>
                <a:satOff val="0"/>
                <a:lumOff val="0"/>
                <a:alphaOff val="0"/>
              </a:schemeClr>
            </a:lnRef>
            <a:fillRef idx="1">
              <a:schemeClr val="dk2">
                <a:hueOff val="0"/>
                <a:satOff val="0"/>
                <a:lumOff val="0"/>
                <a:alphaOff val="0"/>
              </a:schemeClr>
            </a:fillRef>
            <a:effectRef idx="0">
              <a:schemeClr val="dk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225496" tIns="12095" rIns="201307" bIns="12095" numCol="1" spcCol="1270" anchor="ctr" anchorCtr="0">
              <a:noAutofit/>
            </a:bodyPr>
            <a:lstStyle/>
            <a:p>
              <a:pPr algn="ctr" defTabSz="403162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ko-KR" altLang="en-US" sz="907" b="1" dirty="0">
                  <a:latin typeface="Rix고딕 M" pitchFamily="18" charset="-127"/>
                  <a:ea typeface="Rix고딕 M" pitchFamily="18" charset="-127"/>
                </a:rPr>
                <a:t>장애종료</a:t>
              </a:r>
            </a:p>
          </p:txBody>
        </p:sp>
        <p:sp>
          <p:nvSpPr>
            <p:cNvPr id="128" name="자유형 127"/>
            <p:cNvSpPr/>
            <p:nvPr/>
          </p:nvSpPr>
          <p:spPr>
            <a:xfrm>
              <a:off x="11416970" y="-578795"/>
              <a:ext cx="1043077" cy="417230"/>
            </a:xfrm>
            <a:custGeom>
              <a:avLst/>
              <a:gdLst>
                <a:gd name="connsiteX0" fmla="*/ 0 w 1043077"/>
                <a:gd name="connsiteY0" fmla="*/ 0 h 417230"/>
                <a:gd name="connsiteX1" fmla="*/ 834462 w 1043077"/>
                <a:gd name="connsiteY1" fmla="*/ 0 h 417230"/>
                <a:gd name="connsiteX2" fmla="*/ 1043077 w 1043077"/>
                <a:gd name="connsiteY2" fmla="*/ 208615 h 417230"/>
                <a:gd name="connsiteX3" fmla="*/ 834462 w 1043077"/>
                <a:gd name="connsiteY3" fmla="*/ 417230 h 417230"/>
                <a:gd name="connsiteX4" fmla="*/ 0 w 1043077"/>
                <a:gd name="connsiteY4" fmla="*/ 417230 h 417230"/>
                <a:gd name="connsiteX5" fmla="*/ 208615 w 1043077"/>
                <a:gd name="connsiteY5" fmla="*/ 208615 h 417230"/>
                <a:gd name="connsiteX6" fmla="*/ 0 w 1043077"/>
                <a:gd name="connsiteY6" fmla="*/ 0 h 417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43077" h="417230">
                  <a:moveTo>
                    <a:pt x="0" y="0"/>
                  </a:moveTo>
                  <a:lnTo>
                    <a:pt x="834462" y="0"/>
                  </a:lnTo>
                  <a:lnTo>
                    <a:pt x="1043077" y="208615"/>
                  </a:lnTo>
                  <a:lnTo>
                    <a:pt x="834462" y="417230"/>
                  </a:lnTo>
                  <a:lnTo>
                    <a:pt x="0" y="417230"/>
                  </a:lnTo>
                  <a:lnTo>
                    <a:pt x="208615" y="208615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sp3d extrusionH="381000" contourW="12700" prstMaterial="matte">
              <a:contourClr>
                <a:schemeClr val="lt1"/>
              </a:contourClr>
            </a:sp3d>
          </p:spPr>
          <p:style>
            <a:lnRef idx="0">
              <a:schemeClr val="lt2">
                <a:hueOff val="0"/>
                <a:satOff val="0"/>
                <a:lumOff val="0"/>
                <a:alphaOff val="0"/>
              </a:schemeClr>
            </a:lnRef>
            <a:fillRef idx="1">
              <a:schemeClr val="dk2">
                <a:hueOff val="0"/>
                <a:satOff val="0"/>
                <a:lumOff val="0"/>
                <a:alphaOff val="0"/>
              </a:schemeClr>
            </a:fillRef>
            <a:effectRef idx="0">
              <a:schemeClr val="dk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225496" tIns="12095" rIns="201307" bIns="12095" numCol="1" spcCol="1270" anchor="ctr" anchorCtr="0">
              <a:noAutofit/>
            </a:bodyPr>
            <a:lstStyle/>
            <a:p>
              <a:pPr algn="ctr" defTabSz="403162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ko-KR" altLang="en-US" sz="907" b="1" dirty="0">
                  <a:latin typeface="Rix고딕 M" pitchFamily="18" charset="-127"/>
                  <a:ea typeface="Rix고딕 M" pitchFamily="18" charset="-127"/>
                </a:rPr>
                <a:t>프로세스 점검</a:t>
              </a:r>
            </a:p>
          </p:txBody>
        </p:sp>
      </p:grpSp>
      <p:sp>
        <p:nvSpPr>
          <p:cNvPr id="129" name="직사각형 128"/>
          <p:cNvSpPr/>
          <p:nvPr/>
        </p:nvSpPr>
        <p:spPr>
          <a:xfrm rot="593566">
            <a:off x="6058699" y="2395335"/>
            <a:ext cx="1648978" cy="3436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633" spc="-91" dirty="0">
                <a:solidFill>
                  <a:schemeClr val="tx1">
                    <a:lumMod val="75000"/>
                    <a:lumOff val="25000"/>
                  </a:schemeClr>
                </a:solidFill>
                <a:latin typeface="Rix고딕 B" pitchFamily="18" charset="-127"/>
                <a:ea typeface="Rix고딕 B" pitchFamily="18" charset="-127"/>
              </a:rPr>
              <a:t>장애관리 프로세스</a:t>
            </a:r>
            <a:endParaRPr lang="ko-KR" altLang="en-US" sz="1633" dirty="0">
              <a:solidFill>
                <a:schemeClr val="tx1">
                  <a:lumMod val="75000"/>
                  <a:lumOff val="25000"/>
                </a:schemeClr>
              </a:solidFill>
              <a:latin typeface="Rix고딕 B" pitchFamily="18" charset="-127"/>
              <a:ea typeface="Rix고딕 B" pitchFamily="18" charset="-127"/>
            </a:endParaRPr>
          </a:p>
        </p:txBody>
      </p:sp>
      <p:sp>
        <p:nvSpPr>
          <p:cNvPr id="130" name="직사각형 129"/>
          <p:cNvSpPr/>
          <p:nvPr/>
        </p:nvSpPr>
        <p:spPr>
          <a:xfrm>
            <a:off x="6367146" y="4927053"/>
            <a:ext cx="1648978" cy="3436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633" spc="-91" dirty="0">
                <a:solidFill>
                  <a:schemeClr val="tx1">
                    <a:lumMod val="75000"/>
                    <a:lumOff val="25000"/>
                  </a:schemeClr>
                </a:solidFill>
                <a:latin typeface="Rix고딕 B" pitchFamily="18" charset="-127"/>
                <a:ea typeface="Rix고딕 B" pitchFamily="18" charset="-127"/>
              </a:rPr>
              <a:t>문제관리 프로세스</a:t>
            </a:r>
            <a:endParaRPr lang="ko-KR" altLang="en-US" sz="1633" dirty="0">
              <a:solidFill>
                <a:schemeClr val="tx1">
                  <a:lumMod val="75000"/>
                  <a:lumOff val="25000"/>
                </a:schemeClr>
              </a:solidFill>
              <a:latin typeface="Rix고딕 B" pitchFamily="18" charset="-127"/>
              <a:ea typeface="Rix고딕 B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981370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직사각형 14"/>
          <p:cNvSpPr/>
          <p:nvPr/>
        </p:nvSpPr>
        <p:spPr>
          <a:xfrm>
            <a:off x="0" y="307090"/>
            <a:ext cx="10693400" cy="46218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 cap="rnd" cmpd="sng">
            <a:noFill/>
            <a:prstDash val="solid"/>
            <a:headEnd type="none" w="lg" len="med"/>
            <a:tailEnd type="none" w="lg" len="med"/>
          </a:ln>
          <a:effectLst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none" lIns="99569" tIns="172873" rIns="99569" bIns="49785"/>
          <a:lstStyle/>
          <a:p>
            <a:pPr algn="ctr" latinLnBrk="0"/>
            <a:endParaRPr lang="ko-KR" altLang="en-US" sz="1700" b="1" dirty="0">
              <a:gradFill>
                <a:gsLst>
                  <a:gs pos="0">
                    <a:prstClr val="white"/>
                  </a:gs>
                  <a:gs pos="100000">
                    <a:prstClr val="white"/>
                  </a:gs>
                </a:gsLst>
                <a:lin ang="5400000" scaled="0"/>
              </a:gra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고도 B" panose="02000503000000020004" pitchFamily="2" charset="-127"/>
              <a:ea typeface="고도 B" panose="02000503000000020004" pitchFamily="2" charset="-127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47918" y="357032"/>
            <a:ext cx="8148382" cy="369332"/>
          </a:xfrm>
          <a:prstGeom prst="rect">
            <a:avLst/>
          </a:prstGeom>
          <a:noFill/>
          <a:ln w="6350">
            <a:noFill/>
          </a:ln>
          <a:effectLst/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 anchorCtr="0">
            <a:spAutoFit/>
            <a:sp3d>
              <a:bevelT w="0" h="0"/>
              <a:contourClr>
                <a:schemeClr val="bg1"/>
              </a:contourClr>
            </a:sp3d>
          </a:bodyPr>
          <a:lstStyle>
            <a:defPPr>
              <a:defRPr lang="ko-KR"/>
            </a:defPPr>
            <a:lvl1pPr lvl="0" indent="0" defTabSz="801639" latinLnBrk="0">
              <a:lnSpc>
                <a:spcPct val="100000"/>
              </a:lnSpc>
              <a:spcBef>
                <a:spcPts val="88"/>
              </a:spcBef>
              <a:spcAft>
                <a:spcPts val="88"/>
              </a:spcAft>
              <a:defRPr sz="2400" spc="0">
                <a:ln>
                  <a:solidFill>
                    <a:prstClr val="white">
                      <a:alpha val="10000"/>
                    </a:prstClr>
                  </a:solidFill>
                </a:ln>
                <a:solidFill>
                  <a:prstClr val="white"/>
                </a:solidFill>
                <a:effectLst/>
                <a:latin typeface="나눔고딕 ExtraBold" panose="020D0904000000000000" pitchFamily="50" charset="-127"/>
                <a:ea typeface="나눔고딕 ExtraBold" panose="020D0904000000000000" pitchFamily="50" charset="-127"/>
              </a:defRPr>
            </a:lvl1pPr>
          </a:lstStyle>
          <a:p>
            <a:r>
              <a:rPr lang="en-US" altLang="ko-KR" spc="-150" dirty="0" smtClean="0">
                <a:solidFill>
                  <a:schemeClr val="tx1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Q7. </a:t>
            </a:r>
            <a:r>
              <a:rPr lang="ko-KR" altLang="en-US" spc="-150" dirty="0">
                <a:solidFill>
                  <a:schemeClr val="tx1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본 사업의 핵심 관리 사항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7442" y="2334184"/>
            <a:ext cx="10043857" cy="900888"/>
          </a:xfrm>
          <a:prstGeom prst="rect">
            <a:avLst/>
          </a:prstGeom>
          <a:noFill/>
          <a:ln w="6350">
            <a:noFill/>
          </a:ln>
          <a:effectLst/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 anchorCtr="0">
            <a:spAutoFit/>
            <a:sp3d>
              <a:bevelT w="0" h="0"/>
              <a:contourClr>
                <a:schemeClr val="bg1"/>
              </a:contourClr>
            </a:sp3d>
          </a:bodyPr>
          <a:lstStyle>
            <a:defPPr>
              <a:defRPr lang="ko-KR"/>
            </a:defPPr>
            <a:lvl1pPr lvl="0" indent="0" defTabSz="801639" latinLnBrk="0">
              <a:lnSpc>
                <a:spcPct val="100000"/>
              </a:lnSpc>
              <a:spcBef>
                <a:spcPts val="88"/>
              </a:spcBef>
              <a:spcAft>
                <a:spcPts val="88"/>
              </a:spcAft>
              <a:defRPr sz="2400" spc="0">
                <a:ln>
                  <a:solidFill>
                    <a:prstClr val="white">
                      <a:alpha val="10000"/>
                    </a:prstClr>
                  </a:solidFill>
                </a:ln>
                <a:solidFill>
                  <a:prstClr val="white"/>
                </a:solidFill>
                <a:effectLst/>
                <a:latin typeface="나눔고딕 ExtraBold" panose="020D0904000000000000" pitchFamily="50" charset="-127"/>
                <a:ea typeface="나눔고딕 ExtraBold" panose="020D0904000000000000" pitchFamily="50" charset="-127"/>
              </a:defRPr>
            </a:lvl1pPr>
          </a:lstStyle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800" spc="-100" dirty="0">
                <a:solidFill>
                  <a:schemeClr val="tx1"/>
                </a:solidFill>
                <a:latin typeface="Rix고딕 M" pitchFamily="18" charset="-127"/>
                <a:ea typeface="Rix고딕 M" pitchFamily="18" charset="-127"/>
              </a:rPr>
              <a:t>제안사는 다양한 사업에서 협력사</a:t>
            </a:r>
            <a:r>
              <a:rPr lang="en-US" altLang="ko-KR" sz="1800" spc="-100" dirty="0">
                <a:solidFill>
                  <a:schemeClr val="tx1"/>
                </a:solidFill>
                <a:latin typeface="Rix고딕 M" pitchFamily="18" charset="-127"/>
                <a:ea typeface="Rix고딕 M" pitchFamily="18" charset="-127"/>
              </a:rPr>
              <a:t>, </a:t>
            </a:r>
            <a:r>
              <a:rPr lang="ko-KR" altLang="en-US" sz="1800" spc="-100" dirty="0">
                <a:solidFill>
                  <a:schemeClr val="tx1"/>
                </a:solidFill>
                <a:latin typeface="Rix고딕 M" pitchFamily="18" charset="-127"/>
                <a:ea typeface="Rix고딕 M" pitchFamily="18" charset="-127"/>
              </a:rPr>
              <a:t>컨소시엄</a:t>
            </a:r>
            <a:r>
              <a:rPr lang="en-US" altLang="ko-KR" sz="1800" spc="-100" dirty="0">
                <a:solidFill>
                  <a:schemeClr val="tx1"/>
                </a:solidFill>
                <a:latin typeface="Rix고딕 M" pitchFamily="18" charset="-127"/>
                <a:ea typeface="Rix고딕 M" pitchFamily="18" charset="-127"/>
              </a:rPr>
              <a:t>, </a:t>
            </a:r>
            <a:r>
              <a:rPr lang="ko-KR" altLang="en-US" sz="1800" spc="-100" dirty="0">
                <a:solidFill>
                  <a:schemeClr val="tx1"/>
                </a:solidFill>
                <a:latin typeface="Rix고딕 M" pitchFamily="18" charset="-127"/>
                <a:ea typeface="Rix고딕 M" pitchFamily="18" charset="-127"/>
              </a:rPr>
              <a:t>주 사업을 수행하며</a:t>
            </a:r>
            <a:r>
              <a:rPr lang="en-US" altLang="ko-KR" sz="1800" spc="-100" dirty="0">
                <a:solidFill>
                  <a:schemeClr val="tx1"/>
                </a:solidFill>
                <a:latin typeface="Rix고딕 M" pitchFamily="18" charset="-127"/>
                <a:ea typeface="Rix고딕 M" pitchFamily="18" charset="-127"/>
              </a:rPr>
              <a:t>, </a:t>
            </a:r>
            <a:r>
              <a:rPr lang="ko-KR" altLang="en-US" sz="1800" spc="-100" dirty="0">
                <a:solidFill>
                  <a:schemeClr val="tx1"/>
                </a:solidFill>
                <a:latin typeface="Rix고딕 M" pitchFamily="18" charset="-127"/>
                <a:ea typeface="Rix고딕 M" pitchFamily="18" charset="-127"/>
              </a:rPr>
              <a:t>표준화된 </a:t>
            </a:r>
            <a:r>
              <a:rPr lang="en-US" altLang="ko-KR" sz="1800" spc="-100" dirty="0">
                <a:solidFill>
                  <a:schemeClr val="tx1"/>
                </a:solidFill>
                <a:latin typeface="Rix고딕 M" pitchFamily="18" charset="-127"/>
                <a:ea typeface="Rix고딕 M" pitchFamily="18" charset="-127"/>
              </a:rPr>
              <a:t>ISO, BSM(ITILv3) </a:t>
            </a:r>
            <a:r>
              <a:rPr lang="ko-KR" altLang="en-US" sz="1800" spc="-100" dirty="0">
                <a:solidFill>
                  <a:schemeClr val="tx1"/>
                </a:solidFill>
                <a:latin typeface="Rix고딕 M" pitchFamily="18" charset="-127"/>
                <a:ea typeface="Rix고딕 M" pitchFamily="18" charset="-127"/>
              </a:rPr>
              <a:t>기반의 사업관리 업무를 다수 수행하여 왔으며</a:t>
            </a:r>
            <a:r>
              <a:rPr lang="en-US" altLang="ko-KR" sz="1800" spc="-100" dirty="0">
                <a:solidFill>
                  <a:schemeClr val="tx1"/>
                </a:solidFill>
                <a:latin typeface="Rix고딕 M" pitchFamily="18" charset="-127"/>
                <a:ea typeface="Rix고딕 M" pitchFamily="18" charset="-127"/>
              </a:rPr>
              <a:t>, PM </a:t>
            </a:r>
            <a:r>
              <a:rPr lang="ko-KR" altLang="en-US" sz="1800" spc="-100" dirty="0">
                <a:solidFill>
                  <a:schemeClr val="tx1"/>
                </a:solidFill>
                <a:latin typeface="Rix고딕 M" pitchFamily="18" charset="-127"/>
                <a:ea typeface="Rix고딕 M" pitchFamily="18" charset="-127"/>
              </a:rPr>
              <a:t>및 사업관리는 </a:t>
            </a:r>
            <a:r>
              <a:rPr lang="en-US" altLang="ko-KR" sz="1800" spc="-100" dirty="0">
                <a:solidFill>
                  <a:schemeClr val="tx1"/>
                </a:solidFill>
                <a:latin typeface="Rix고딕 M" pitchFamily="18" charset="-127"/>
                <a:ea typeface="Rix고딕 M" pitchFamily="18" charset="-127"/>
              </a:rPr>
              <a:t>10</a:t>
            </a:r>
            <a:r>
              <a:rPr lang="ko-KR" altLang="en-US" sz="1800" spc="-100" dirty="0">
                <a:solidFill>
                  <a:schemeClr val="tx1"/>
                </a:solidFill>
                <a:latin typeface="Rix고딕 M" pitchFamily="18" charset="-127"/>
                <a:ea typeface="Rix고딕 M" pitchFamily="18" charset="-127"/>
              </a:rPr>
              <a:t>년 이상 대규모 사업의 품질관리</a:t>
            </a:r>
            <a:r>
              <a:rPr lang="en-US" altLang="ko-KR" sz="1800" spc="-100" dirty="0">
                <a:solidFill>
                  <a:schemeClr val="tx1"/>
                </a:solidFill>
                <a:latin typeface="Rix고딕 M" pitchFamily="18" charset="-127"/>
                <a:ea typeface="Rix고딕 M" pitchFamily="18" charset="-127"/>
              </a:rPr>
              <a:t>, </a:t>
            </a:r>
            <a:r>
              <a:rPr lang="ko-KR" altLang="en-US" sz="1800" spc="-100" dirty="0">
                <a:solidFill>
                  <a:schemeClr val="tx1"/>
                </a:solidFill>
                <a:latin typeface="Rix고딕 M" pitchFamily="18" charset="-127"/>
                <a:ea typeface="Rix고딕 M" pitchFamily="18" charset="-127"/>
              </a:rPr>
              <a:t>사업관리를 수행한 인력으로 본 사업을 수행하는데 어려움이 없습니다</a:t>
            </a:r>
            <a:r>
              <a:rPr lang="en-US" altLang="ko-KR" sz="1800" spc="-100" dirty="0">
                <a:solidFill>
                  <a:schemeClr val="tx1"/>
                </a:solidFill>
                <a:latin typeface="Rix고딕 M" pitchFamily="18" charset="-127"/>
                <a:ea typeface="Rix고딕 M" pitchFamily="18" charset="-127"/>
              </a:rPr>
              <a:t>.</a:t>
            </a:r>
          </a:p>
        </p:txBody>
      </p:sp>
      <p:sp>
        <p:nvSpPr>
          <p:cNvPr id="18" name="직사각형 17"/>
          <p:cNvSpPr/>
          <p:nvPr/>
        </p:nvSpPr>
        <p:spPr>
          <a:xfrm>
            <a:off x="357441" y="1636061"/>
            <a:ext cx="10043857" cy="55395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1" algn="ctr">
              <a:spcBef>
                <a:spcPct val="0"/>
              </a:spcBef>
            </a:pPr>
            <a:endParaRPr lang="ko-KR" altLang="en-US" sz="2000" spc="-100" dirty="0">
              <a:solidFill>
                <a:schemeClr val="bg1"/>
              </a:solidFill>
              <a:latin typeface="Rix모던고딕 B" panose="02020603020101020101" pitchFamily="18" charset="-127"/>
              <a:ea typeface="Rix모던고딕 B" panose="02020603020101020101" pitchFamily="18" charset="-127"/>
              <a:cs typeface="+mj-cs"/>
            </a:endParaRPr>
          </a:p>
        </p:txBody>
      </p:sp>
      <p:grpSp>
        <p:nvGrpSpPr>
          <p:cNvPr id="19" name="그룹 18"/>
          <p:cNvGrpSpPr/>
          <p:nvPr/>
        </p:nvGrpSpPr>
        <p:grpSpPr>
          <a:xfrm>
            <a:off x="474459" y="1636060"/>
            <a:ext cx="678932" cy="954891"/>
            <a:chOff x="554204" y="2140317"/>
            <a:chExt cx="466074" cy="976235"/>
          </a:xfrm>
        </p:grpSpPr>
        <p:sp>
          <p:nvSpPr>
            <p:cNvPr id="20" name="직사각형 19"/>
            <p:cNvSpPr/>
            <p:nvPr/>
          </p:nvSpPr>
          <p:spPr>
            <a:xfrm>
              <a:off x="554204" y="2140317"/>
              <a:ext cx="466074" cy="566339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lvl="1" algn="ctr">
                <a:spcBef>
                  <a:spcPct val="0"/>
                </a:spcBef>
              </a:pPr>
              <a:endParaRPr lang="ko-KR" altLang="en-US" sz="2000" spc="-100" dirty="0">
                <a:solidFill>
                  <a:schemeClr val="bg1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  <a:cs typeface="+mj-cs"/>
              </a:endParaRP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609084" y="2235516"/>
              <a:ext cx="356314" cy="88103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ko-KR"/>
              </a:defPPr>
              <a:lvl1pPr algn="ctr">
                <a:defRPr sz="2000" b="1">
                  <a:ln w="22225">
                    <a:solidFill>
                      <a:schemeClr val="accent2"/>
                    </a:solidFill>
                    <a:prstDash val="solid"/>
                  </a:ln>
                  <a:solidFill>
                    <a:schemeClr val="accent2">
                      <a:lumMod val="40000"/>
                      <a:lumOff val="60000"/>
                    </a:schemeClr>
                  </a:solidFill>
                  <a:latin typeface="+mn-ea"/>
                </a:defRPr>
              </a:lvl1pPr>
            </a:lstStyle>
            <a:p>
              <a:pPr defTabSz="801639" latinLnBrk="0">
                <a:spcBef>
                  <a:spcPts val="88"/>
                </a:spcBef>
                <a:spcAft>
                  <a:spcPts val="88"/>
                </a:spcAft>
              </a:pPr>
              <a:r>
                <a:rPr lang="en-US" altLang="ko-KR" sz="2800" spc="-200" dirty="0" smtClean="0">
                  <a:ln>
                    <a:solidFill>
                      <a:prstClr val="white">
                        <a:alpha val="10000"/>
                      </a:prstClr>
                    </a:solidFill>
                  </a:ln>
                  <a:solidFill>
                    <a:schemeClr val="bg1">
                      <a:lumMod val="85000"/>
                    </a:schemeClr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</a:rPr>
                <a:t>01</a:t>
              </a:r>
              <a:endParaRPr lang="en-US" altLang="ko-KR" sz="2800" spc="-200" dirty="0">
                <a:ln>
                  <a:solidFill>
                    <a:prstClr val="white">
                      <a:alpha val="10000"/>
                    </a:prstClr>
                  </a:solidFill>
                </a:ln>
                <a:solidFill>
                  <a:schemeClr val="bg1">
                    <a:lumMod val="85000"/>
                  </a:schemeClr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endParaRPr>
            </a:p>
          </p:txBody>
        </p:sp>
      </p:grpSp>
      <p:sp>
        <p:nvSpPr>
          <p:cNvPr id="22" name="TextBox 21"/>
          <p:cNvSpPr txBox="1"/>
          <p:nvPr/>
        </p:nvSpPr>
        <p:spPr>
          <a:xfrm>
            <a:off x="1316305" y="1727047"/>
            <a:ext cx="1628972" cy="369332"/>
          </a:xfrm>
          <a:prstGeom prst="rect">
            <a:avLst/>
          </a:prstGeom>
          <a:noFill/>
          <a:ln w="6350">
            <a:noFill/>
          </a:ln>
          <a:effectLst/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t" anchorCtr="0">
            <a:spAutoFit/>
            <a:sp3d>
              <a:bevelT w="0" h="0"/>
              <a:contourClr>
                <a:schemeClr val="bg1"/>
              </a:contourClr>
            </a:sp3d>
          </a:bodyPr>
          <a:lstStyle>
            <a:defPPr>
              <a:defRPr lang="ko-KR"/>
            </a:defPPr>
            <a:lvl1pPr lvl="0" indent="-457200" algn="ctr" eaLnBrk="0" latinLnBrk="0" hangingPunct="0">
              <a:lnSpc>
                <a:spcPct val="100000"/>
              </a:lnSpc>
              <a:spcBef>
                <a:spcPts val="200"/>
              </a:spcBef>
              <a:spcAft>
                <a:spcPts val="600"/>
              </a:spcAft>
              <a:defRPr sz="1700" spc="-50">
                <a:ln w="0"/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뫼비우스 Bold" panose="02000500000000000000" pitchFamily="2" charset="-127"/>
                <a:ea typeface="뫼비우스 Bold" panose="02000500000000000000" pitchFamily="2" charset="-127"/>
              </a:defRPr>
            </a:lvl1pPr>
          </a:lstStyle>
          <a:p>
            <a:pPr marL="0" lvl="1" indent="-337083" defTabSz="1078664" fontAlgn="base" latinLnBrk="0">
              <a:spcBef>
                <a:spcPct val="0"/>
              </a:spcBef>
              <a:spcAft>
                <a:spcPct val="0"/>
              </a:spcAft>
              <a:buClr>
                <a:prstClr val="white"/>
              </a:buClr>
              <a:buSzPct val="80000"/>
              <a:tabLst>
                <a:tab pos="6150461" algn="l"/>
              </a:tabLst>
              <a:defRPr/>
            </a:pPr>
            <a:r>
              <a:rPr lang="ko-KR" altLang="en-US" sz="2400" spc="-130" dirty="0">
                <a:ln>
                  <a:solidFill>
                    <a:prstClr val="white">
                      <a:alpha val="10000"/>
                    </a:prstClr>
                  </a:solidFill>
                </a:ln>
                <a:solidFill>
                  <a:schemeClr val="tx1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사업관리 역량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7442" y="4070338"/>
            <a:ext cx="10043857" cy="914096"/>
          </a:xfrm>
          <a:prstGeom prst="rect">
            <a:avLst/>
          </a:prstGeom>
          <a:noFill/>
          <a:ln w="6350">
            <a:noFill/>
          </a:ln>
          <a:effectLst/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 anchorCtr="0">
            <a:spAutoFit/>
            <a:sp3d>
              <a:bevelT w="0" h="0"/>
              <a:contourClr>
                <a:schemeClr val="bg1"/>
              </a:contourClr>
            </a:sp3d>
          </a:bodyPr>
          <a:lstStyle>
            <a:defPPr>
              <a:defRPr lang="ko-KR"/>
            </a:defPPr>
            <a:lvl1pPr lvl="0" indent="0" defTabSz="801639" latinLnBrk="0">
              <a:lnSpc>
                <a:spcPct val="100000"/>
              </a:lnSpc>
              <a:spcBef>
                <a:spcPts val="88"/>
              </a:spcBef>
              <a:spcAft>
                <a:spcPts val="88"/>
              </a:spcAft>
              <a:defRPr sz="2400" spc="0">
                <a:ln>
                  <a:solidFill>
                    <a:prstClr val="white">
                      <a:alpha val="10000"/>
                    </a:prstClr>
                  </a:solidFill>
                </a:ln>
                <a:solidFill>
                  <a:prstClr val="white"/>
                </a:solidFill>
                <a:effectLst/>
                <a:latin typeface="나눔고딕 ExtraBold" panose="020D0904000000000000" pitchFamily="50" charset="-127"/>
                <a:ea typeface="나눔고딕 ExtraBold" panose="020D0904000000000000" pitchFamily="50" charset="-127"/>
              </a:defRPr>
            </a:lvl1pPr>
          </a:lstStyle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800" spc="-100" dirty="0">
                <a:solidFill>
                  <a:schemeClr val="tx1"/>
                </a:solidFill>
                <a:latin typeface="Rix고딕 M" pitchFamily="18" charset="-127"/>
                <a:ea typeface="Rix고딕 M" pitchFamily="18" charset="-127"/>
              </a:rPr>
              <a:t>장비 공급 지연</a:t>
            </a:r>
            <a:r>
              <a:rPr lang="en-US" altLang="ko-KR" sz="1800" spc="-100" dirty="0">
                <a:solidFill>
                  <a:schemeClr val="tx1"/>
                </a:solidFill>
                <a:latin typeface="Rix고딕 M" pitchFamily="18" charset="-127"/>
                <a:ea typeface="Rix고딕 M" pitchFamily="18" charset="-127"/>
              </a:rPr>
              <a:t>, </a:t>
            </a:r>
            <a:r>
              <a:rPr lang="ko-KR" altLang="en-US" sz="1800" spc="-100" dirty="0">
                <a:solidFill>
                  <a:schemeClr val="tx1"/>
                </a:solidFill>
                <a:latin typeface="Rix고딕 M" pitchFamily="18" charset="-127"/>
                <a:ea typeface="Rix고딕 M" pitchFamily="18" charset="-127"/>
              </a:rPr>
              <a:t>현장 사고 등 사업 수행 중 많은 불가항력의 문제가 발생 할 수 있습니다</a:t>
            </a:r>
            <a:r>
              <a:rPr lang="en-US" altLang="ko-KR" sz="1800" spc="-100" dirty="0">
                <a:solidFill>
                  <a:schemeClr val="tx1"/>
                </a:solidFill>
                <a:latin typeface="Rix고딕 M" pitchFamily="18" charset="-127"/>
                <a:ea typeface="Rix고딕 M" pitchFamily="18" charset="-127"/>
              </a:rPr>
              <a:t>. </a:t>
            </a:r>
            <a:r>
              <a:rPr lang="ko-KR" altLang="en-US" sz="1800" spc="-100" dirty="0">
                <a:solidFill>
                  <a:schemeClr val="tx1"/>
                </a:solidFill>
                <a:latin typeface="Rix고딕 M" pitchFamily="18" charset="-127"/>
                <a:ea typeface="Rix고딕 M" pitchFamily="18" charset="-127"/>
              </a:rPr>
              <a:t>인력에 대한 위험 관리를 위해 본사의 예비 인력을 </a:t>
            </a:r>
            <a:r>
              <a:rPr lang="en-US" altLang="ko-KR" sz="1800" spc="-100" dirty="0">
                <a:solidFill>
                  <a:schemeClr val="tx1"/>
                </a:solidFill>
                <a:latin typeface="Rix고딕 M" pitchFamily="18" charset="-127"/>
                <a:ea typeface="Rix고딕 M" pitchFamily="18" charset="-127"/>
              </a:rPr>
              <a:t>2</a:t>
            </a:r>
            <a:r>
              <a:rPr lang="ko-KR" altLang="en-US" sz="1800" spc="-100" dirty="0">
                <a:solidFill>
                  <a:schemeClr val="tx1"/>
                </a:solidFill>
                <a:latin typeface="Rix고딕 M" pitchFamily="18" charset="-127"/>
                <a:ea typeface="Rix고딕 M" pitchFamily="18" charset="-127"/>
              </a:rPr>
              <a:t>선 지원 인력으로 지정하겠습니다</a:t>
            </a:r>
            <a:r>
              <a:rPr lang="en-US" altLang="ko-KR" sz="1800" spc="-100" dirty="0">
                <a:solidFill>
                  <a:schemeClr val="tx1"/>
                </a:solidFill>
                <a:latin typeface="Rix고딕 M" pitchFamily="18" charset="-127"/>
                <a:ea typeface="Rix고딕 M" pitchFamily="18" charset="-127"/>
              </a:rPr>
              <a:t>. </a:t>
            </a:r>
            <a:r>
              <a:rPr lang="ko-KR" altLang="en-US" sz="1800" spc="-100" dirty="0">
                <a:solidFill>
                  <a:schemeClr val="tx1"/>
                </a:solidFill>
                <a:latin typeface="Rix고딕 M" pitchFamily="18" charset="-127"/>
                <a:ea typeface="Rix고딕 M" pitchFamily="18" charset="-127"/>
              </a:rPr>
              <a:t>장비 공급 관련 위험 요소 최소화를 위해 사업 수행 전에 제조사</a:t>
            </a:r>
            <a:r>
              <a:rPr lang="en-US" altLang="ko-KR" sz="1800" spc="-100" dirty="0">
                <a:solidFill>
                  <a:schemeClr val="tx1"/>
                </a:solidFill>
                <a:latin typeface="Rix고딕 M" pitchFamily="18" charset="-127"/>
                <a:ea typeface="Rix고딕 M" pitchFamily="18" charset="-127"/>
              </a:rPr>
              <a:t>, </a:t>
            </a:r>
            <a:r>
              <a:rPr lang="ko-KR" altLang="en-US" sz="1800" spc="-100" dirty="0">
                <a:solidFill>
                  <a:schemeClr val="tx1"/>
                </a:solidFill>
                <a:latin typeface="Rix고딕 M" pitchFamily="18" charset="-127"/>
                <a:ea typeface="Rix고딕 M" pitchFamily="18" charset="-127"/>
              </a:rPr>
              <a:t>협력사와 납품 확약서를 체결하고 이를 주간 단위로 점검하겠습니다</a:t>
            </a:r>
            <a:r>
              <a:rPr lang="en-US" altLang="ko-KR" sz="1800" spc="-100" dirty="0">
                <a:solidFill>
                  <a:schemeClr val="tx1"/>
                </a:solidFill>
                <a:latin typeface="Rix고딕 M" pitchFamily="18" charset="-127"/>
                <a:ea typeface="Rix고딕 M" pitchFamily="18" charset="-127"/>
              </a:rPr>
              <a:t>.</a:t>
            </a:r>
          </a:p>
        </p:txBody>
      </p:sp>
      <p:sp>
        <p:nvSpPr>
          <p:cNvPr id="24" name="직사각형 23"/>
          <p:cNvSpPr/>
          <p:nvPr/>
        </p:nvSpPr>
        <p:spPr>
          <a:xfrm>
            <a:off x="357441" y="3372215"/>
            <a:ext cx="10043857" cy="55395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1" algn="ctr">
              <a:spcBef>
                <a:spcPct val="0"/>
              </a:spcBef>
            </a:pPr>
            <a:endParaRPr lang="ko-KR" altLang="en-US" sz="2000" spc="-100" dirty="0">
              <a:solidFill>
                <a:schemeClr val="bg1"/>
              </a:solidFill>
              <a:latin typeface="Rix모던고딕 B" panose="02020603020101020101" pitchFamily="18" charset="-127"/>
              <a:ea typeface="Rix모던고딕 B" panose="02020603020101020101" pitchFamily="18" charset="-127"/>
              <a:cs typeface="+mj-cs"/>
            </a:endParaRPr>
          </a:p>
        </p:txBody>
      </p:sp>
      <p:grpSp>
        <p:nvGrpSpPr>
          <p:cNvPr id="25" name="그룹 24"/>
          <p:cNvGrpSpPr/>
          <p:nvPr/>
        </p:nvGrpSpPr>
        <p:grpSpPr>
          <a:xfrm>
            <a:off x="474459" y="3372214"/>
            <a:ext cx="678932" cy="954891"/>
            <a:chOff x="554204" y="2140317"/>
            <a:chExt cx="466074" cy="976235"/>
          </a:xfrm>
        </p:grpSpPr>
        <p:sp>
          <p:nvSpPr>
            <p:cNvPr id="26" name="직사각형 25"/>
            <p:cNvSpPr/>
            <p:nvPr/>
          </p:nvSpPr>
          <p:spPr>
            <a:xfrm>
              <a:off x="554204" y="2140317"/>
              <a:ext cx="466074" cy="566339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lvl="1" algn="ctr">
                <a:spcBef>
                  <a:spcPct val="0"/>
                </a:spcBef>
              </a:pPr>
              <a:endParaRPr lang="ko-KR" altLang="en-US" sz="2000" spc="-100" dirty="0">
                <a:solidFill>
                  <a:schemeClr val="bg1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  <a:cs typeface="+mj-cs"/>
              </a:endParaRP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609084" y="2235516"/>
              <a:ext cx="356314" cy="88103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ko-KR"/>
              </a:defPPr>
              <a:lvl1pPr algn="ctr">
                <a:defRPr sz="2000" b="1">
                  <a:ln w="22225">
                    <a:solidFill>
                      <a:schemeClr val="accent2"/>
                    </a:solidFill>
                    <a:prstDash val="solid"/>
                  </a:ln>
                  <a:solidFill>
                    <a:schemeClr val="accent2">
                      <a:lumMod val="40000"/>
                      <a:lumOff val="60000"/>
                    </a:schemeClr>
                  </a:solidFill>
                  <a:latin typeface="+mn-ea"/>
                </a:defRPr>
              </a:lvl1pPr>
            </a:lstStyle>
            <a:p>
              <a:pPr defTabSz="801639" latinLnBrk="0">
                <a:spcBef>
                  <a:spcPts val="88"/>
                </a:spcBef>
                <a:spcAft>
                  <a:spcPts val="88"/>
                </a:spcAft>
              </a:pPr>
              <a:r>
                <a:rPr lang="en-US" altLang="ko-KR" sz="2800" spc="-200" dirty="0" smtClean="0">
                  <a:ln>
                    <a:solidFill>
                      <a:prstClr val="white">
                        <a:alpha val="10000"/>
                      </a:prstClr>
                    </a:solidFill>
                  </a:ln>
                  <a:solidFill>
                    <a:schemeClr val="bg1">
                      <a:lumMod val="85000"/>
                    </a:schemeClr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</a:rPr>
                <a:t>02</a:t>
              </a:r>
              <a:endParaRPr lang="en-US" altLang="ko-KR" sz="2800" spc="-200" dirty="0">
                <a:ln>
                  <a:solidFill>
                    <a:prstClr val="white">
                      <a:alpha val="10000"/>
                    </a:prstClr>
                  </a:solidFill>
                </a:ln>
                <a:solidFill>
                  <a:schemeClr val="bg1">
                    <a:lumMod val="85000"/>
                  </a:schemeClr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endParaRPr>
            </a:p>
          </p:txBody>
        </p:sp>
      </p:grpSp>
      <p:sp>
        <p:nvSpPr>
          <p:cNvPr id="28" name="TextBox 27"/>
          <p:cNvSpPr txBox="1"/>
          <p:nvPr/>
        </p:nvSpPr>
        <p:spPr>
          <a:xfrm>
            <a:off x="1316305" y="3463201"/>
            <a:ext cx="1107676" cy="369332"/>
          </a:xfrm>
          <a:prstGeom prst="rect">
            <a:avLst/>
          </a:prstGeom>
          <a:noFill/>
          <a:ln w="6350">
            <a:noFill/>
          </a:ln>
          <a:effectLst/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t" anchorCtr="0">
            <a:spAutoFit/>
            <a:sp3d>
              <a:bevelT w="0" h="0"/>
              <a:contourClr>
                <a:schemeClr val="bg1"/>
              </a:contourClr>
            </a:sp3d>
          </a:bodyPr>
          <a:lstStyle>
            <a:defPPr>
              <a:defRPr lang="ko-KR"/>
            </a:defPPr>
            <a:lvl1pPr lvl="0" indent="-457200" algn="ctr" eaLnBrk="0" latinLnBrk="0" hangingPunct="0">
              <a:lnSpc>
                <a:spcPct val="100000"/>
              </a:lnSpc>
              <a:spcBef>
                <a:spcPts val="200"/>
              </a:spcBef>
              <a:spcAft>
                <a:spcPts val="600"/>
              </a:spcAft>
              <a:defRPr sz="1700" spc="-50">
                <a:ln w="0"/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뫼비우스 Bold" panose="02000500000000000000" pitchFamily="2" charset="-127"/>
                <a:ea typeface="뫼비우스 Bold" panose="02000500000000000000" pitchFamily="2" charset="-127"/>
              </a:defRPr>
            </a:lvl1pPr>
          </a:lstStyle>
          <a:p>
            <a:pPr marL="0" lvl="1" indent="-337083" defTabSz="1078664" fontAlgn="base" latinLnBrk="0">
              <a:spcBef>
                <a:spcPct val="0"/>
              </a:spcBef>
              <a:spcAft>
                <a:spcPct val="0"/>
              </a:spcAft>
              <a:buClr>
                <a:prstClr val="white"/>
              </a:buClr>
              <a:buSzPct val="80000"/>
              <a:tabLst>
                <a:tab pos="6150461" algn="l"/>
              </a:tabLst>
              <a:defRPr/>
            </a:pPr>
            <a:r>
              <a:rPr lang="ko-KR" altLang="en-US" sz="2400" spc="-130" dirty="0">
                <a:ln>
                  <a:solidFill>
                    <a:prstClr val="white">
                      <a:alpha val="10000"/>
                    </a:prstClr>
                  </a:solidFill>
                </a:ln>
                <a:solidFill>
                  <a:schemeClr val="tx1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위험 관리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7442" y="5902395"/>
            <a:ext cx="10043857" cy="914096"/>
          </a:xfrm>
          <a:prstGeom prst="rect">
            <a:avLst/>
          </a:prstGeom>
          <a:noFill/>
          <a:ln w="6350">
            <a:noFill/>
          </a:ln>
          <a:effectLst/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 anchorCtr="0">
            <a:spAutoFit/>
            <a:sp3d>
              <a:bevelT w="0" h="0"/>
              <a:contourClr>
                <a:schemeClr val="bg1"/>
              </a:contourClr>
            </a:sp3d>
          </a:bodyPr>
          <a:lstStyle>
            <a:defPPr>
              <a:defRPr lang="ko-KR"/>
            </a:defPPr>
            <a:lvl1pPr lvl="0" indent="0" defTabSz="801639" latinLnBrk="0">
              <a:lnSpc>
                <a:spcPct val="100000"/>
              </a:lnSpc>
              <a:spcBef>
                <a:spcPts val="88"/>
              </a:spcBef>
              <a:spcAft>
                <a:spcPts val="88"/>
              </a:spcAft>
              <a:defRPr sz="2400" spc="0">
                <a:ln>
                  <a:solidFill>
                    <a:prstClr val="white">
                      <a:alpha val="10000"/>
                    </a:prstClr>
                  </a:solidFill>
                </a:ln>
                <a:solidFill>
                  <a:prstClr val="white"/>
                </a:solidFill>
                <a:effectLst/>
                <a:latin typeface="나눔고딕 ExtraBold" panose="020D0904000000000000" pitchFamily="50" charset="-127"/>
                <a:ea typeface="나눔고딕 ExtraBold" panose="020D0904000000000000" pitchFamily="50" charset="-127"/>
              </a:defRPr>
            </a:lvl1pPr>
          </a:lstStyle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800" spc="-100" dirty="0">
                <a:solidFill>
                  <a:schemeClr val="tx1"/>
                </a:solidFill>
                <a:latin typeface="Rix고딕 M" pitchFamily="18" charset="-127"/>
                <a:ea typeface="Rix고딕 M" pitchFamily="18" charset="-127"/>
              </a:rPr>
              <a:t>구축 사업은 현장 직원의 역량이 적기 구축 및 안정화를 위해 반드시 필요합니다</a:t>
            </a:r>
            <a:r>
              <a:rPr lang="en-US" altLang="ko-KR" sz="1800" spc="-100" dirty="0">
                <a:solidFill>
                  <a:schemeClr val="tx1"/>
                </a:solidFill>
                <a:latin typeface="Rix고딕 M" pitchFamily="18" charset="-127"/>
                <a:ea typeface="Rix고딕 M" pitchFamily="18" charset="-127"/>
              </a:rPr>
              <a:t>. </a:t>
            </a:r>
            <a:r>
              <a:rPr lang="ko-KR" altLang="en-US" sz="1800" spc="-100" dirty="0">
                <a:solidFill>
                  <a:schemeClr val="tx1"/>
                </a:solidFill>
                <a:latin typeface="Rix고딕 M" pitchFamily="18" charset="-127"/>
                <a:ea typeface="Rix고딕 M" pitchFamily="18" charset="-127"/>
              </a:rPr>
              <a:t>그러나 잘못된 인력관리는 직원 퇴직</a:t>
            </a:r>
            <a:r>
              <a:rPr lang="en-US" altLang="ko-KR" sz="1800" spc="-100" dirty="0">
                <a:solidFill>
                  <a:schemeClr val="tx1"/>
                </a:solidFill>
                <a:latin typeface="Rix고딕 M" pitchFamily="18" charset="-127"/>
                <a:ea typeface="Rix고딕 M" pitchFamily="18" charset="-127"/>
              </a:rPr>
              <a:t>, </a:t>
            </a:r>
            <a:r>
              <a:rPr lang="ko-KR" altLang="en-US" sz="1800" spc="-100" dirty="0">
                <a:solidFill>
                  <a:schemeClr val="tx1"/>
                </a:solidFill>
                <a:latin typeface="Rix고딕 M" pitchFamily="18" charset="-127"/>
                <a:ea typeface="Rix고딕 M" pitchFamily="18" charset="-127"/>
              </a:rPr>
              <a:t>현장 이탈 등 많은 문제를 발생 시킬 수 있습니다</a:t>
            </a:r>
            <a:r>
              <a:rPr lang="en-US" altLang="ko-KR" sz="1800" spc="-100" dirty="0">
                <a:solidFill>
                  <a:schemeClr val="tx1"/>
                </a:solidFill>
                <a:latin typeface="Rix고딕 M" pitchFamily="18" charset="-127"/>
                <a:ea typeface="Rix고딕 M" pitchFamily="18" charset="-127"/>
              </a:rPr>
              <a:t>. </a:t>
            </a:r>
            <a:r>
              <a:rPr lang="ko-KR" altLang="en-US" sz="1800" spc="-100" dirty="0">
                <a:solidFill>
                  <a:schemeClr val="tx1"/>
                </a:solidFill>
                <a:latin typeface="Rix고딕 M" pitchFamily="18" charset="-127"/>
                <a:ea typeface="Rix고딕 M" pitchFamily="18" charset="-127"/>
              </a:rPr>
              <a:t>이를 방지하기 위해 정기 미팅을 통해 직원의 애로 사항을 해소 하고 상호 원활한 커뮤니케이션에 힘쓰겠습니다</a:t>
            </a:r>
            <a:r>
              <a:rPr lang="en-US" altLang="ko-KR" sz="1800" spc="-100" dirty="0">
                <a:solidFill>
                  <a:schemeClr val="tx1"/>
                </a:solidFill>
                <a:latin typeface="Rix고딕 M" pitchFamily="18" charset="-127"/>
                <a:ea typeface="Rix고딕 M" pitchFamily="18" charset="-127"/>
              </a:rPr>
              <a:t>.</a:t>
            </a:r>
          </a:p>
        </p:txBody>
      </p:sp>
      <p:sp>
        <p:nvSpPr>
          <p:cNvPr id="30" name="직사각형 29"/>
          <p:cNvSpPr/>
          <p:nvPr/>
        </p:nvSpPr>
        <p:spPr>
          <a:xfrm>
            <a:off x="357441" y="5204272"/>
            <a:ext cx="10043857" cy="55395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1" algn="ctr">
              <a:spcBef>
                <a:spcPct val="0"/>
              </a:spcBef>
            </a:pPr>
            <a:endParaRPr lang="ko-KR" altLang="en-US" sz="2000" spc="-100" dirty="0">
              <a:solidFill>
                <a:schemeClr val="bg1"/>
              </a:solidFill>
              <a:latin typeface="Rix모던고딕 B" panose="02020603020101020101" pitchFamily="18" charset="-127"/>
              <a:ea typeface="Rix모던고딕 B" panose="02020603020101020101" pitchFamily="18" charset="-127"/>
              <a:cs typeface="+mj-cs"/>
            </a:endParaRPr>
          </a:p>
        </p:txBody>
      </p:sp>
      <p:grpSp>
        <p:nvGrpSpPr>
          <p:cNvPr id="31" name="그룹 30"/>
          <p:cNvGrpSpPr/>
          <p:nvPr/>
        </p:nvGrpSpPr>
        <p:grpSpPr>
          <a:xfrm>
            <a:off x="474459" y="5204271"/>
            <a:ext cx="678932" cy="954891"/>
            <a:chOff x="554204" y="2140317"/>
            <a:chExt cx="466074" cy="976235"/>
          </a:xfrm>
        </p:grpSpPr>
        <p:sp>
          <p:nvSpPr>
            <p:cNvPr id="32" name="직사각형 31"/>
            <p:cNvSpPr/>
            <p:nvPr/>
          </p:nvSpPr>
          <p:spPr>
            <a:xfrm>
              <a:off x="554204" y="2140317"/>
              <a:ext cx="466074" cy="566339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lvl="1" algn="ctr">
                <a:spcBef>
                  <a:spcPct val="0"/>
                </a:spcBef>
              </a:pPr>
              <a:endParaRPr lang="ko-KR" altLang="en-US" sz="2000" spc="-100" dirty="0">
                <a:solidFill>
                  <a:schemeClr val="bg1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  <a:cs typeface="+mj-cs"/>
              </a:endParaRP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609084" y="2235516"/>
              <a:ext cx="356314" cy="88103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ko-KR"/>
              </a:defPPr>
              <a:lvl1pPr algn="ctr">
                <a:defRPr sz="2000" b="1">
                  <a:ln w="22225">
                    <a:solidFill>
                      <a:schemeClr val="accent2"/>
                    </a:solidFill>
                    <a:prstDash val="solid"/>
                  </a:ln>
                  <a:solidFill>
                    <a:schemeClr val="accent2">
                      <a:lumMod val="40000"/>
                      <a:lumOff val="60000"/>
                    </a:schemeClr>
                  </a:solidFill>
                  <a:latin typeface="+mn-ea"/>
                </a:defRPr>
              </a:lvl1pPr>
            </a:lstStyle>
            <a:p>
              <a:pPr defTabSz="801639" latinLnBrk="0">
                <a:spcBef>
                  <a:spcPts val="88"/>
                </a:spcBef>
                <a:spcAft>
                  <a:spcPts val="88"/>
                </a:spcAft>
              </a:pPr>
              <a:r>
                <a:rPr lang="en-US" altLang="ko-KR" sz="2800" spc="-200" dirty="0" smtClean="0">
                  <a:ln>
                    <a:solidFill>
                      <a:prstClr val="white">
                        <a:alpha val="10000"/>
                      </a:prstClr>
                    </a:solidFill>
                  </a:ln>
                  <a:solidFill>
                    <a:schemeClr val="bg1">
                      <a:lumMod val="85000"/>
                    </a:schemeClr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</a:rPr>
                <a:t>03</a:t>
              </a:r>
              <a:endParaRPr lang="en-US" altLang="ko-KR" sz="2800" spc="-200" dirty="0">
                <a:ln>
                  <a:solidFill>
                    <a:prstClr val="white">
                      <a:alpha val="10000"/>
                    </a:prstClr>
                  </a:solidFill>
                </a:ln>
                <a:solidFill>
                  <a:schemeClr val="bg1">
                    <a:lumMod val="85000"/>
                  </a:schemeClr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endParaRPr>
            </a:p>
          </p:txBody>
        </p:sp>
      </p:grpSp>
      <p:sp>
        <p:nvSpPr>
          <p:cNvPr id="34" name="TextBox 33"/>
          <p:cNvSpPr txBox="1"/>
          <p:nvPr/>
        </p:nvSpPr>
        <p:spPr>
          <a:xfrm>
            <a:off x="1316305" y="5295258"/>
            <a:ext cx="1107676" cy="369332"/>
          </a:xfrm>
          <a:prstGeom prst="rect">
            <a:avLst/>
          </a:prstGeom>
          <a:noFill/>
          <a:ln w="6350">
            <a:noFill/>
          </a:ln>
          <a:effectLst/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t" anchorCtr="0">
            <a:spAutoFit/>
            <a:sp3d>
              <a:bevelT w="0" h="0"/>
              <a:contourClr>
                <a:schemeClr val="bg1"/>
              </a:contourClr>
            </a:sp3d>
          </a:bodyPr>
          <a:lstStyle>
            <a:defPPr>
              <a:defRPr lang="ko-KR"/>
            </a:defPPr>
            <a:lvl1pPr lvl="0" indent="-457200" algn="ctr" eaLnBrk="0" latinLnBrk="0" hangingPunct="0">
              <a:lnSpc>
                <a:spcPct val="100000"/>
              </a:lnSpc>
              <a:spcBef>
                <a:spcPts val="200"/>
              </a:spcBef>
              <a:spcAft>
                <a:spcPts val="600"/>
              </a:spcAft>
              <a:defRPr sz="1700" spc="-50">
                <a:ln w="0"/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뫼비우스 Bold" panose="02000500000000000000" pitchFamily="2" charset="-127"/>
                <a:ea typeface="뫼비우스 Bold" panose="02000500000000000000" pitchFamily="2" charset="-127"/>
              </a:defRPr>
            </a:lvl1pPr>
          </a:lstStyle>
          <a:p>
            <a:pPr marL="0" lvl="1" indent="-337083" defTabSz="1078664" fontAlgn="base" latinLnBrk="0">
              <a:spcBef>
                <a:spcPct val="0"/>
              </a:spcBef>
              <a:spcAft>
                <a:spcPct val="0"/>
              </a:spcAft>
              <a:buClr>
                <a:prstClr val="white"/>
              </a:buClr>
              <a:buSzPct val="80000"/>
              <a:tabLst>
                <a:tab pos="6150461" algn="l"/>
              </a:tabLst>
              <a:defRPr/>
            </a:pPr>
            <a:r>
              <a:rPr lang="ko-KR" altLang="en-US" sz="2400" spc="-130" dirty="0">
                <a:ln>
                  <a:solidFill>
                    <a:prstClr val="white">
                      <a:alpha val="10000"/>
                    </a:prstClr>
                  </a:solidFill>
                </a:ln>
                <a:solidFill>
                  <a:schemeClr val="tx1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인력 관리</a:t>
            </a:r>
          </a:p>
        </p:txBody>
      </p:sp>
      <p:pic>
        <p:nvPicPr>
          <p:cNvPr id="35" name="그림 2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56404" y="3009993"/>
            <a:ext cx="865483" cy="7148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6" name="Picture 2" descr="G:\work\아이티센시스템즈\경찰청공조조회유지보수\icon&amp;dia\제안서템플릿이미지-65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75287" y="1399301"/>
            <a:ext cx="946600" cy="6413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7" name="Picture 2" descr="G:\work\아이티센시스템즈\경찰청공조조회유지보수\icon&amp;dia\2014광주전산센터-06-02.pn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75287" y="4778401"/>
            <a:ext cx="1035964" cy="7036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8" name="직사각형 37"/>
          <p:cNvSpPr/>
          <p:nvPr/>
        </p:nvSpPr>
        <p:spPr>
          <a:xfrm>
            <a:off x="0" y="776868"/>
            <a:ext cx="10693400" cy="566158"/>
          </a:xfrm>
          <a:prstGeom prst="rect">
            <a:avLst/>
          </a:prstGeom>
          <a:solidFill>
            <a:srgbClr val="2F6495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 lang="ko-KR" altLang="en-US" dirty="0"/>
          </a:p>
        </p:txBody>
      </p:sp>
      <p:sp>
        <p:nvSpPr>
          <p:cNvPr id="39" name="TextBox 38"/>
          <p:cNvSpPr txBox="1"/>
          <p:nvPr/>
        </p:nvSpPr>
        <p:spPr>
          <a:xfrm>
            <a:off x="357442" y="920807"/>
            <a:ext cx="10043857" cy="304699"/>
          </a:xfrm>
          <a:prstGeom prst="rect">
            <a:avLst/>
          </a:prstGeom>
          <a:noFill/>
          <a:ln w="6350">
            <a:noFill/>
          </a:ln>
          <a:effectLst/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 anchorCtr="0">
            <a:spAutoFit/>
            <a:sp3d>
              <a:bevelT w="0" h="0"/>
              <a:contourClr>
                <a:schemeClr val="bg1"/>
              </a:contourClr>
            </a:sp3d>
          </a:bodyPr>
          <a:lstStyle>
            <a:defPPr>
              <a:defRPr lang="ko-KR"/>
            </a:defPPr>
            <a:lvl1pPr lvl="0" indent="0" defTabSz="801639" latinLnBrk="0">
              <a:lnSpc>
                <a:spcPct val="100000"/>
              </a:lnSpc>
              <a:spcBef>
                <a:spcPts val="88"/>
              </a:spcBef>
              <a:spcAft>
                <a:spcPts val="88"/>
              </a:spcAft>
              <a:defRPr sz="2400" spc="0">
                <a:ln>
                  <a:solidFill>
                    <a:prstClr val="white">
                      <a:alpha val="10000"/>
                    </a:prstClr>
                  </a:solidFill>
                </a:ln>
                <a:solidFill>
                  <a:prstClr val="white"/>
                </a:solidFill>
                <a:effectLst/>
                <a:latin typeface="나눔고딕 ExtraBold" panose="020D0904000000000000" pitchFamily="50" charset="-127"/>
                <a:ea typeface="나눔고딕 ExtraBold" panose="020D0904000000000000" pitchFamily="50" charset="-127"/>
              </a:defRPr>
            </a:lvl1pPr>
          </a:lstStyle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800" spc="-140" dirty="0">
                <a:solidFill>
                  <a:schemeClr val="bg1"/>
                </a:solidFill>
                <a:latin typeface="Rix고딕 M" pitchFamily="18" charset="-127"/>
                <a:ea typeface="Rix고딕 M" pitchFamily="18" charset="-127"/>
              </a:rPr>
              <a:t>본 사업의 핵심은 적기 구축</a:t>
            </a:r>
            <a:r>
              <a:rPr lang="en-US" altLang="ko-KR" sz="1800" spc="-140" dirty="0">
                <a:solidFill>
                  <a:schemeClr val="bg1"/>
                </a:solidFill>
                <a:latin typeface="Rix고딕 M" pitchFamily="18" charset="-127"/>
                <a:ea typeface="Rix고딕 M" pitchFamily="18" charset="-127"/>
              </a:rPr>
              <a:t>, </a:t>
            </a:r>
            <a:r>
              <a:rPr lang="ko-KR" altLang="en-US" sz="1800" spc="-140" dirty="0">
                <a:solidFill>
                  <a:schemeClr val="bg1"/>
                </a:solidFill>
                <a:latin typeface="Rix고딕 M" pitchFamily="18" charset="-127"/>
                <a:ea typeface="Rix고딕 M" pitchFamily="18" charset="-127"/>
              </a:rPr>
              <a:t>안정적 이전 입니다</a:t>
            </a:r>
            <a:r>
              <a:rPr lang="en-US" altLang="ko-KR" sz="1800" spc="-140" dirty="0">
                <a:solidFill>
                  <a:schemeClr val="bg1"/>
                </a:solidFill>
                <a:latin typeface="Rix고딕 M" pitchFamily="18" charset="-127"/>
                <a:ea typeface="Rix고딕 M" pitchFamily="18" charset="-127"/>
              </a:rPr>
              <a:t>. </a:t>
            </a:r>
            <a:r>
              <a:rPr lang="ko-KR" altLang="en-US" sz="1800" spc="-140" dirty="0">
                <a:solidFill>
                  <a:schemeClr val="bg1"/>
                </a:solidFill>
                <a:latin typeface="Rix고딕 M" pitchFamily="18" charset="-127"/>
                <a:ea typeface="Rix고딕 M" pitchFamily="18" charset="-127"/>
              </a:rPr>
              <a:t>이를 위해서는 사업관리</a:t>
            </a:r>
            <a:r>
              <a:rPr lang="en-US" altLang="ko-KR" sz="1800" spc="-140" dirty="0">
                <a:solidFill>
                  <a:schemeClr val="bg1"/>
                </a:solidFill>
                <a:latin typeface="Rix고딕 M" pitchFamily="18" charset="-127"/>
                <a:ea typeface="Rix고딕 M" pitchFamily="18" charset="-127"/>
              </a:rPr>
              <a:t>, </a:t>
            </a:r>
            <a:r>
              <a:rPr lang="ko-KR" altLang="en-US" sz="1800" spc="-140" dirty="0">
                <a:solidFill>
                  <a:schemeClr val="bg1"/>
                </a:solidFill>
                <a:latin typeface="Rix고딕 M" pitchFamily="18" charset="-127"/>
                <a:ea typeface="Rix고딕 M" pitchFamily="18" charset="-127"/>
              </a:rPr>
              <a:t>인력관리</a:t>
            </a:r>
            <a:r>
              <a:rPr lang="en-US" altLang="ko-KR" sz="1800" spc="-140" dirty="0">
                <a:solidFill>
                  <a:schemeClr val="bg1"/>
                </a:solidFill>
                <a:latin typeface="Rix고딕 M" pitchFamily="18" charset="-127"/>
                <a:ea typeface="Rix고딕 M" pitchFamily="18" charset="-127"/>
              </a:rPr>
              <a:t>, </a:t>
            </a:r>
            <a:r>
              <a:rPr lang="ko-KR" altLang="en-US" sz="1800" spc="-140" dirty="0">
                <a:solidFill>
                  <a:schemeClr val="bg1"/>
                </a:solidFill>
                <a:latin typeface="Rix고딕 M" pitchFamily="18" charset="-127"/>
                <a:ea typeface="Rix고딕 M" pitchFamily="18" charset="-127"/>
              </a:rPr>
              <a:t>위험 관리가 무엇 </a:t>
            </a:r>
            <a:r>
              <a:rPr lang="ko-KR" altLang="en-US" sz="1800" spc="-140" dirty="0" smtClean="0">
                <a:solidFill>
                  <a:schemeClr val="bg1"/>
                </a:solidFill>
                <a:latin typeface="Rix고딕 M" pitchFamily="18" charset="-127"/>
                <a:ea typeface="Rix고딕 M" pitchFamily="18" charset="-127"/>
              </a:rPr>
              <a:t>보다 중요합니다</a:t>
            </a:r>
            <a:r>
              <a:rPr lang="en-US" altLang="ko-KR" sz="1800" spc="-140" dirty="0">
                <a:solidFill>
                  <a:schemeClr val="bg1"/>
                </a:solidFill>
                <a:latin typeface="Rix고딕 M" pitchFamily="18" charset="-127"/>
                <a:ea typeface="Rix고딕 M" pitchFamily="18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2792882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직사각형 46"/>
          <p:cNvSpPr/>
          <p:nvPr/>
        </p:nvSpPr>
        <p:spPr bwMode="auto">
          <a:xfrm>
            <a:off x="3428371" y="2272473"/>
            <a:ext cx="7265028" cy="446566"/>
          </a:xfrm>
          <a:prstGeom prst="rect">
            <a:avLst/>
          </a:prstGeom>
          <a:solidFill>
            <a:schemeClr val="tx2">
              <a:lumMod val="75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432000" rIns="108000" bIns="108000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en-US" altLang="ko-KR" sz="1300" spc="-100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0" y="307090"/>
            <a:ext cx="10693400" cy="46218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 cap="rnd" cmpd="sng">
            <a:noFill/>
            <a:prstDash val="solid"/>
            <a:headEnd type="none" w="lg" len="med"/>
            <a:tailEnd type="none" w="lg" len="med"/>
          </a:ln>
          <a:effectLst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none" lIns="99569" tIns="172873" rIns="99569" bIns="49785"/>
          <a:lstStyle/>
          <a:p>
            <a:pPr algn="ctr" latinLnBrk="0"/>
            <a:endParaRPr lang="ko-KR" altLang="en-US" sz="1700" b="1" dirty="0">
              <a:gradFill>
                <a:gsLst>
                  <a:gs pos="0">
                    <a:prstClr val="white"/>
                  </a:gs>
                  <a:gs pos="100000">
                    <a:prstClr val="white"/>
                  </a:gs>
                </a:gsLst>
                <a:lin ang="5400000" scaled="0"/>
              </a:gra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고도 B" panose="02000503000000020004" pitchFamily="2" charset="-127"/>
              <a:ea typeface="고도 B" panose="02000503000000020004" pitchFamily="2" charset="-127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347918" y="357032"/>
            <a:ext cx="8148382" cy="369332"/>
          </a:xfrm>
          <a:prstGeom prst="rect">
            <a:avLst/>
          </a:prstGeom>
          <a:noFill/>
          <a:ln w="6350">
            <a:noFill/>
          </a:ln>
          <a:effectLst/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 anchorCtr="0">
            <a:spAutoFit/>
            <a:sp3d>
              <a:bevelT w="0" h="0"/>
              <a:contourClr>
                <a:schemeClr val="bg1"/>
              </a:contourClr>
            </a:sp3d>
          </a:bodyPr>
          <a:lstStyle>
            <a:defPPr>
              <a:defRPr lang="ko-KR"/>
            </a:defPPr>
            <a:lvl1pPr lvl="0" indent="0" defTabSz="801639" latinLnBrk="0">
              <a:lnSpc>
                <a:spcPct val="100000"/>
              </a:lnSpc>
              <a:spcBef>
                <a:spcPts val="88"/>
              </a:spcBef>
              <a:spcAft>
                <a:spcPts val="88"/>
              </a:spcAft>
              <a:defRPr sz="2400" spc="0">
                <a:ln>
                  <a:solidFill>
                    <a:prstClr val="white">
                      <a:alpha val="10000"/>
                    </a:prstClr>
                  </a:solidFill>
                </a:ln>
                <a:solidFill>
                  <a:prstClr val="white"/>
                </a:solidFill>
                <a:effectLst/>
                <a:latin typeface="나눔고딕 ExtraBold" panose="020D0904000000000000" pitchFamily="50" charset="-127"/>
                <a:ea typeface="나눔고딕 ExtraBold" panose="020D0904000000000000" pitchFamily="50" charset="-127"/>
              </a:defRPr>
            </a:lvl1pPr>
          </a:lstStyle>
          <a:p>
            <a:r>
              <a:rPr lang="en-US" altLang="ko-KR" spc="-150" dirty="0" smtClean="0">
                <a:solidFill>
                  <a:schemeClr val="tx1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Q8. </a:t>
            </a:r>
            <a:r>
              <a:rPr lang="ko-KR" altLang="en-US" spc="-150" dirty="0">
                <a:solidFill>
                  <a:schemeClr val="tx1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사이버침해 발생 시 대응 방법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0" y="776868"/>
            <a:ext cx="10693400" cy="566158"/>
          </a:xfrm>
          <a:prstGeom prst="rect">
            <a:avLst/>
          </a:prstGeom>
          <a:solidFill>
            <a:srgbClr val="2F6495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 lang="ko-KR" altLang="en-US" dirty="0"/>
          </a:p>
        </p:txBody>
      </p:sp>
      <p:sp>
        <p:nvSpPr>
          <p:cNvPr id="52" name="TextBox 51"/>
          <p:cNvSpPr txBox="1"/>
          <p:nvPr/>
        </p:nvSpPr>
        <p:spPr>
          <a:xfrm>
            <a:off x="357442" y="920807"/>
            <a:ext cx="10043857" cy="291490"/>
          </a:xfrm>
          <a:prstGeom prst="rect">
            <a:avLst/>
          </a:prstGeom>
          <a:noFill/>
          <a:ln w="6350">
            <a:noFill/>
          </a:ln>
          <a:effectLst/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 anchorCtr="0">
            <a:spAutoFit/>
            <a:sp3d>
              <a:bevelT w="0" h="0"/>
              <a:contourClr>
                <a:schemeClr val="bg1"/>
              </a:contourClr>
            </a:sp3d>
          </a:bodyPr>
          <a:lstStyle>
            <a:defPPr>
              <a:defRPr lang="ko-KR"/>
            </a:defPPr>
            <a:lvl1pPr lvl="0" indent="0" defTabSz="801639" latinLnBrk="0">
              <a:lnSpc>
                <a:spcPct val="100000"/>
              </a:lnSpc>
              <a:spcBef>
                <a:spcPts val="88"/>
              </a:spcBef>
              <a:spcAft>
                <a:spcPts val="88"/>
              </a:spcAft>
              <a:defRPr sz="2400" spc="0">
                <a:ln>
                  <a:solidFill>
                    <a:prstClr val="white">
                      <a:alpha val="10000"/>
                    </a:prstClr>
                  </a:solidFill>
                </a:ln>
                <a:solidFill>
                  <a:prstClr val="white"/>
                </a:solidFill>
                <a:effectLst/>
                <a:latin typeface="나눔고딕 ExtraBold" panose="020D0904000000000000" pitchFamily="50" charset="-127"/>
                <a:ea typeface="나눔고딕 ExtraBold" panose="020D0904000000000000" pitchFamily="50" charset="-127"/>
              </a:defRPr>
            </a:lvl1pPr>
          </a:lstStyle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800" spc="-100" dirty="0">
                <a:solidFill>
                  <a:schemeClr val="bg1"/>
                </a:solidFill>
                <a:latin typeface="Rix고딕 M" pitchFamily="18" charset="-127"/>
                <a:ea typeface="Rix고딕 M" pitchFamily="18" charset="-127"/>
              </a:rPr>
              <a:t>본 사업 기간 중 발생하는 사이버 침해 사고의 경우 군 정보보호체계화 긴밀히 협조하여 적극 대처하겠습니다</a:t>
            </a:r>
            <a:r>
              <a:rPr lang="en-US" altLang="ko-KR" sz="1800" spc="-100" dirty="0">
                <a:solidFill>
                  <a:schemeClr val="bg1"/>
                </a:solidFill>
                <a:latin typeface="Rix고딕 M" pitchFamily="18" charset="-127"/>
                <a:ea typeface="Rix고딕 M" pitchFamily="18" charset="-127"/>
              </a:rPr>
              <a:t>.</a:t>
            </a:r>
          </a:p>
        </p:txBody>
      </p:sp>
      <p:grpSp>
        <p:nvGrpSpPr>
          <p:cNvPr id="53" name="그룹 52"/>
          <p:cNvGrpSpPr/>
          <p:nvPr/>
        </p:nvGrpSpPr>
        <p:grpSpPr>
          <a:xfrm>
            <a:off x="477695" y="6203063"/>
            <a:ext cx="9783904" cy="852634"/>
            <a:chOff x="477695" y="6230771"/>
            <a:chExt cx="9783904" cy="852634"/>
          </a:xfrm>
        </p:grpSpPr>
        <p:grpSp>
          <p:nvGrpSpPr>
            <p:cNvPr id="54" name="그룹 53"/>
            <p:cNvGrpSpPr/>
            <p:nvPr/>
          </p:nvGrpSpPr>
          <p:grpSpPr>
            <a:xfrm>
              <a:off x="8168821" y="6230771"/>
              <a:ext cx="2092778" cy="852634"/>
              <a:chOff x="523875" y="6230771"/>
              <a:chExt cx="1923761" cy="852634"/>
            </a:xfrm>
          </p:grpSpPr>
          <p:sp>
            <p:nvSpPr>
              <p:cNvPr id="95" name="직사각형 94"/>
              <p:cNvSpPr/>
              <p:nvPr/>
            </p:nvSpPr>
            <p:spPr>
              <a:xfrm>
                <a:off x="523875" y="6230771"/>
                <a:ext cx="316229" cy="840073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lvl="1" algn="ctr">
                  <a:spcBef>
                    <a:spcPct val="0"/>
                  </a:spcBef>
                </a:pPr>
                <a:endParaRPr lang="ko-KR" altLang="en-US" spc="-100" dirty="0">
                  <a:solidFill>
                    <a:schemeClr val="bg1"/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  <a:cs typeface="+mj-cs"/>
                </a:endParaRPr>
              </a:p>
            </p:txBody>
          </p:sp>
          <p:sp>
            <p:nvSpPr>
              <p:cNvPr id="96" name="오른쪽 화살표 95"/>
              <p:cNvSpPr/>
              <p:nvPr/>
            </p:nvSpPr>
            <p:spPr>
              <a:xfrm>
                <a:off x="649439" y="6263137"/>
                <a:ext cx="1798197" cy="782638"/>
              </a:xfrm>
              <a:prstGeom prst="rightArrow">
                <a:avLst>
                  <a:gd name="adj1" fmla="val 62745"/>
                  <a:gd name="adj2" fmla="val 56373"/>
                </a:avLst>
              </a:prstGeom>
              <a:solidFill>
                <a:srgbClr val="1B91C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 smtClean="0"/>
              </a:p>
            </p:txBody>
          </p:sp>
          <p:sp>
            <p:nvSpPr>
              <p:cNvPr id="97" name="직사각형 96"/>
              <p:cNvSpPr/>
              <p:nvPr/>
            </p:nvSpPr>
            <p:spPr>
              <a:xfrm>
                <a:off x="628916" y="6550780"/>
                <a:ext cx="1818720" cy="200055"/>
              </a:xfrm>
              <a:prstGeom prst="rect">
                <a:avLst/>
              </a:prstGeom>
            </p:spPr>
            <p:txBody>
              <a:bodyPr wrap="square" lIns="0" tIns="0" rIns="0" bIns="0" anchor="ctr" anchorCtr="0">
                <a:spAutoFit/>
              </a:bodyPr>
              <a:lstStyle/>
              <a:p>
                <a:pPr algn="ctr" defTabSz="1084296">
                  <a:defRPr/>
                </a:pPr>
                <a:r>
                  <a:rPr lang="ko-KR" altLang="en-US" sz="1300" spc="-130" dirty="0">
                    <a:solidFill>
                      <a:schemeClr val="bg1"/>
                    </a:solidFill>
                    <a:latin typeface="Rix고딕 B" pitchFamily="18" charset="-127"/>
                    <a:ea typeface="Rix고딕 B" pitchFamily="18" charset="-127"/>
                  </a:rPr>
                  <a:t>후속조치</a:t>
                </a:r>
              </a:p>
            </p:txBody>
          </p:sp>
          <p:grpSp>
            <p:nvGrpSpPr>
              <p:cNvPr id="98" name="그룹 97"/>
              <p:cNvGrpSpPr/>
              <p:nvPr/>
            </p:nvGrpSpPr>
            <p:grpSpPr>
              <a:xfrm>
                <a:off x="654442" y="6230773"/>
                <a:ext cx="184944" cy="852632"/>
                <a:chOff x="3273817" y="1754023"/>
                <a:chExt cx="184944" cy="852632"/>
              </a:xfrm>
            </p:grpSpPr>
            <p:sp>
              <p:nvSpPr>
                <p:cNvPr id="99" name="이등변 삼각형 98"/>
                <p:cNvSpPr/>
                <p:nvPr/>
              </p:nvSpPr>
              <p:spPr>
                <a:xfrm rot="16200000" flipH="1">
                  <a:off x="3275977" y="1751863"/>
                  <a:ext cx="180624" cy="184944"/>
                </a:xfrm>
                <a:prstGeom prst="triangle">
                  <a:avLst>
                    <a:gd name="adj" fmla="val 100000"/>
                  </a:avLst>
                </a:prstGeom>
                <a:solidFill>
                  <a:schemeClr val="tx1">
                    <a:lumMod val="75000"/>
                    <a:lumOff val="2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endParaRPr>
                </a:p>
              </p:txBody>
            </p:sp>
            <p:sp>
              <p:nvSpPr>
                <p:cNvPr id="100" name="이등변 삼각형 99"/>
                <p:cNvSpPr/>
                <p:nvPr/>
              </p:nvSpPr>
              <p:spPr>
                <a:xfrm rot="10800000" flipH="1">
                  <a:off x="3275977" y="2421711"/>
                  <a:ext cx="180624" cy="184944"/>
                </a:xfrm>
                <a:prstGeom prst="triangle">
                  <a:avLst>
                    <a:gd name="adj" fmla="val 100000"/>
                  </a:avLst>
                </a:prstGeom>
                <a:solidFill>
                  <a:schemeClr val="tx1">
                    <a:lumMod val="75000"/>
                    <a:lumOff val="2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endParaRPr>
                </a:p>
              </p:txBody>
            </p:sp>
          </p:grpSp>
        </p:grpSp>
        <p:grpSp>
          <p:nvGrpSpPr>
            <p:cNvPr id="55" name="그룹 54"/>
            <p:cNvGrpSpPr/>
            <p:nvPr/>
          </p:nvGrpSpPr>
          <p:grpSpPr>
            <a:xfrm>
              <a:off x="6252773" y="6230771"/>
              <a:ext cx="2092778" cy="852634"/>
              <a:chOff x="523875" y="6230771"/>
              <a:chExt cx="1923761" cy="852634"/>
            </a:xfrm>
          </p:grpSpPr>
          <p:sp>
            <p:nvSpPr>
              <p:cNvPr id="89" name="직사각형 88"/>
              <p:cNvSpPr/>
              <p:nvPr/>
            </p:nvSpPr>
            <p:spPr>
              <a:xfrm>
                <a:off x="523875" y="6230771"/>
                <a:ext cx="316229" cy="840073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lvl="1" algn="ctr">
                  <a:spcBef>
                    <a:spcPct val="0"/>
                  </a:spcBef>
                </a:pPr>
                <a:endParaRPr lang="ko-KR" altLang="en-US" spc="-100" dirty="0">
                  <a:solidFill>
                    <a:schemeClr val="bg1"/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  <a:cs typeface="+mj-cs"/>
                </a:endParaRPr>
              </a:p>
            </p:txBody>
          </p:sp>
          <p:sp>
            <p:nvSpPr>
              <p:cNvPr id="90" name="오른쪽 화살표 89"/>
              <p:cNvSpPr/>
              <p:nvPr/>
            </p:nvSpPr>
            <p:spPr>
              <a:xfrm>
                <a:off x="649439" y="6263137"/>
                <a:ext cx="1798197" cy="782638"/>
              </a:xfrm>
              <a:prstGeom prst="rightArrow">
                <a:avLst>
                  <a:gd name="adj1" fmla="val 62745"/>
                  <a:gd name="adj2" fmla="val 56373"/>
                </a:avLst>
              </a:prstGeom>
              <a:solidFill>
                <a:srgbClr val="1B91C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 smtClean="0"/>
              </a:p>
            </p:txBody>
          </p:sp>
          <p:sp>
            <p:nvSpPr>
              <p:cNvPr id="91" name="직사각형 90"/>
              <p:cNvSpPr/>
              <p:nvPr/>
            </p:nvSpPr>
            <p:spPr>
              <a:xfrm>
                <a:off x="628916" y="6450753"/>
                <a:ext cx="1818720" cy="400110"/>
              </a:xfrm>
              <a:prstGeom prst="rect">
                <a:avLst/>
              </a:prstGeom>
            </p:spPr>
            <p:txBody>
              <a:bodyPr wrap="square" lIns="0" tIns="0" rIns="0" bIns="0" anchor="ctr" anchorCtr="0">
                <a:spAutoFit/>
              </a:bodyPr>
              <a:lstStyle/>
              <a:p>
                <a:pPr algn="ctr" defTabSz="1084296">
                  <a:defRPr/>
                </a:pPr>
                <a:r>
                  <a:rPr lang="ko-KR" altLang="en-US" sz="1300" spc="-130" dirty="0">
                    <a:solidFill>
                      <a:schemeClr val="bg1"/>
                    </a:solidFill>
                    <a:latin typeface="Rix고딕 B" pitchFamily="18" charset="-127"/>
                    <a:ea typeface="Rix고딕 B" pitchFamily="18" charset="-127"/>
                  </a:rPr>
                  <a:t>심각도 별 </a:t>
                </a:r>
                <a:br>
                  <a:rPr lang="ko-KR" altLang="en-US" sz="1300" spc="-130" dirty="0">
                    <a:solidFill>
                      <a:schemeClr val="bg1"/>
                    </a:solidFill>
                    <a:latin typeface="Rix고딕 B" pitchFamily="18" charset="-127"/>
                    <a:ea typeface="Rix고딕 B" pitchFamily="18" charset="-127"/>
                  </a:rPr>
                </a:br>
                <a:r>
                  <a:rPr lang="ko-KR" altLang="en-US" sz="1300" spc="-130" dirty="0">
                    <a:solidFill>
                      <a:schemeClr val="bg1"/>
                    </a:solidFill>
                    <a:latin typeface="Rix고딕 B" pitchFamily="18" charset="-127"/>
                    <a:ea typeface="Rix고딕 B" pitchFamily="18" charset="-127"/>
                  </a:rPr>
                  <a:t>대응체계 돌입</a:t>
                </a:r>
              </a:p>
            </p:txBody>
          </p:sp>
          <p:grpSp>
            <p:nvGrpSpPr>
              <p:cNvPr id="92" name="그룹 91"/>
              <p:cNvGrpSpPr/>
              <p:nvPr/>
            </p:nvGrpSpPr>
            <p:grpSpPr>
              <a:xfrm>
                <a:off x="654442" y="6230773"/>
                <a:ext cx="184944" cy="852632"/>
                <a:chOff x="3273817" y="1754023"/>
                <a:chExt cx="184944" cy="852632"/>
              </a:xfrm>
            </p:grpSpPr>
            <p:sp>
              <p:nvSpPr>
                <p:cNvPr id="93" name="이등변 삼각형 92"/>
                <p:cNvSpPr/>
                <p:nvPr/>
              </p:nvSpPr>
              <p:spPr>
                <a:xfrm rot="16200000" flipH="1">
                  <a:off x="3275977" y="1751863"/>
                  <a:ext cx="180624" cy="184944"/>
                </a:xfrm>
                <a:prstGeom prst="triangle">
                  <a:avLst>
                    <a:gd name="adj" fmla="val 100000"/>
                  </a:avLst>
                </a:prstGeom>
                <a:solidFill>
                  <a:schemeClr val="tx1">
                    <a:lumMod val="75000"/>
                    <a:lumOff val="2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endParaRPr>
                </a:p>
              </p:txBody>
            </p:sp>
            <p:sp>
              <p:nvSpPr>
                <p:cNvPr id="94" name="이등변 삼각형 93"/>
                <p:cNvSpPr/>
                <p:nvPr/>
              </p:nvSpPr>
              <p:spPr>
                <a:xfrm rot="10800000" flipH="1">
                  <a:off x="3275977" y="2421711"/>
                  <a:ext cx="180624" cy="184944"/>
                </a:xfrm>
                <a:prstGeom prst="triangle">
                  <a:avLst>
                    <a:gd name="adj" fmla="val 100000"/>
                  </a:avLst>
                </a:prstGeom>
                <a:solidFill>
                  <a:schemeClr val="tx1">
                    <a:lumMod val="75000"/>
                    <a:lumOff val="2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endParaRPr>
                </a:p>
              </p:txBody>
            </p:sp>
          </p:grpSp>
        </p:grpSp>
        <p:grpSp>
          <p:nvGrpSpPr>
            <p:cNvPr id="56" name="그룹 55"/>
            <p:cNvGrpSpPr/>
            <p:nvPr/>
          </p:nvGrpSpPr>
          <p:grpSpPr>
            <a:xfrm>
              <a:off x="4323585" y="6230771"/>
              <a:ext cx="2092778" cy="852634"/>
              <a:chOff x="523875" y="6230771"/>
              <a:chExt cx="1923761" cy="852634"/>
            </a:xfrm>
          </p:grpSpPr>
          <p:sp>
            <p:nvSpPr>
              <p:cNvPr id="83" name="직사각형 82"/>
              <p:cNvSpPr/>
              <p:nvPr/>
            </p:nvSpPr>
            <p:spPr>
              <a:xfrm>
                <a:off x="523875" y="6230771"/>
                <a:ext cx="316229" cy="840073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lvl="1" algn="ctr">
                  <a:spcBef>
                    <a:spcPct val="0"/>
                  </a:spcBef>
                </a:pPr>
                <a:endParaRPr lang="ko-KR" altLang="en-US" spc="-100" dirty="0">
                  <a:solidFill>
                    <a:schemeClr val="bg1"/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  <a:cs typeface="+mj-cs"/>
                </a:endParaRPr>
              </a:p>
            </p:txBody>
          </p:sp>
          <p:sp>
            <p:nvSpPr>
              <p:cNvPr id="84" name="오른쪽 화살표 83"/>
              <p:cNvSpPr/>
              <p:nvPr/>
            </p:nvSpPr>
            <p:spPr>
              <a:xfrm>
                <a:off x="649439" y="6263137"/>
                <a:ext cx="1798197" cy="782638"/>
              </a:xfrm>
              <a:prstGeom prst="rightArrow">
                <a:avLst>
                  <a:gd name="adj1" fmla="val 62745"/>
                  <a:gd name="adj2" fmla="val 56373"/>
                </a:avLst>
              </a:prstGeom>
              <a:solidFill>
                <a:srgbClr val="1B91C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 smtClean="0"/>
              </a:p>
            </p:txBody>
          </p:sp>
          <p:sp>
            <p:nvSpPr>
              <p:cNvPr id="85" name="직사각형 84"/>
              <p:cNvSpPr/>
              <p:nvPr/>
            </p:nvSpPr>
            <p:spPr>
              <a:xfrm>
                <a:off x="628916" y="6450753"/>
                <a:ext cx="1818720" cy="400110"/>
              </a:xfrm>
              <a:prstGeom prst="rect">
                <a:avLst/>
              </a:prstGeom>
            </p:spPr>
            <p:txBody>
              <a:bodyPr wrap="square" lIns="0" tIns="0" rIns="0" bIns="0" anchor="ctr" anchorCtr="0">
                <a:spAutoFit/>
              </a:bodyPr>
              <a:lstStyle/>
              <a:p>
                <a:pPr algn="ctr" defTabSz="1084296">
                  <a:defRPr/>
                </a:pPr>
                <a:r>
                  <a:rPr lang="ko-KR" altLang="en-US" sz="1300" spc="-130" dirty="0">
                    <a:solidFill>
                      <a:schemeClr val="bg1"/>
                    </a:solidFill>
                    <a:latin typeface="Rix고딕 B" pitchFamily="18" charset="-127"/>
                    <a:ea typeface="Rix고딕 B" pitchFamily="18" charset="-127"/>
                  </a:rPr>
                  <a:t>침해 사고 </a:t>
                </a:r>
                <a:r>
                  <a:rPr lang="ko-KR" altLang="en-US" sz="1300" spc="-130" dirty="0" smtClean="0">
                    <a:solidFill>
                      <a:schemeClr val="bg1"/>
                    </a:solidFill>
                    <a:latin typeface="Rix고딕 B" pitchFamily="18" charset="-127"/>
                    <a:ea typeface="Rix고딕 B" pitchFamily="18" charset="-127"/>
                  </a:rPr>
                  <a:t>확인</a:t>
                </a:r>
                <a:r>
                  <a:rPr lang="en-US" altLang="ko-KR" sz="1300" spc="-130" dirty="0" smtClean="0">
                    <a:solidFill>
                      <a:schemeClr val="bg1"/>
                    </a:solidFill>
                    <a:latin typeface="Rix고딕 B" pitchFamily="18" charset="-127"/>
                    <a:ea typeface="Rix고딕 B" pitchFamily="18" charset="-127"/>
                  </a:rPr>
                  <a:t>, </a:t>
                </a:r>
                <a:r>
                  <a:rPr lang="ko-KR" altLang="en-US" sz="1300" spc="-130" dirty="0" smtClean="0">
                    <a:solidFill>
                      <a:schemeClr val="bg1"/>
                    </a:solidFill>
                    <a:latin typeface="Rix고딕 B" pitchFamily="18" charset="-127"/>
                    <a:ea typeface="Rix고딕 B" pitchFamily="18" charset="-127"/>
                  </a:rPr>
                  <a:t>유관기관</a:t>
                </a:r>
                <a:endParaRPr lang="en-US" altLang="ko-KR" sz="1300" spc="-130" dirty="0" smtClean="0">
                  <a:solidFill>
                    <a:schemeClr val="bg1"/>
                  </a:solidFill>
                  <a:latin typeface="Rix고딕 B" pitchFamily="18" charset="-127"/>
                  <a:ea typeface="Rix고딕 B" pitchFamily="18" charset="-127"/>
                </a:endParaRPr>
              </a:p>
              <a:p>
                <a:pPr algn="ctr" defTabSz="1084296">
                  <a:defRPr/>
                </a:pPr>
                <a:r>
                  <a:rPr lang="ko-KR" altLang="en-US" sz="1300" spc="-130" dirty="0" smtClean="0">
                    <a:solidFill>
                      <a:schemeClr val="bg1"/>
                    </a:solidFill>
                    <a:latin typeface="Rix고딕 B" pitchFamily="18" charset="-127"/>
                    <a:ea typeface="Rix고딕 B" pitchFamily="18" charset="-127"/>
                  </a:rPr>
                  <a:t>보고</a:t>
                </a:r>
                <a:r>
                  <a:rPr lang="en-US" altLang="ko-KR" sz="1300" spc="-130" dirty="0" smtClean="0">
                    <a:solidFill>
                      <a:schemeClr val="bg1"/>
                    </a:solidFill>
                    <a:latin typeface="Rix고딕 B" pitchFamily="18" charset="-127"/>
                    <a:ea typeface="Rix고딕 B" pitchFamily="18" charset="-127"/>
                  </a:rPr>
                  <a:t>, </a:t>
                </a:r>
                <a:r>
                  <a:rPr lang="ko-KR" altLang="en-US" sz="1300" spc="-130" dirty="0" smtClean="0">
                    <a:solidFill>
                      <a:schemeClr val="bg1"/>
                    </a:solidFill>
                    <a:latin typeface="Rix고딕 B" pitchFamily="18" charset="-127"/>
                    <a:ea typeface="Rix고딕 B" pitchFamily="18" charset="-127"/>
                  </a:rPr>
                  <a:t>심각도 </a:t>
                </a:r>
                <a:r>
                  <a:rPr lang="ko-KR" altLang="en-US" sz="1300" spc="-130" dirty="0">
                    <a:solidFill>
                      <a:schemeClr val="bg1"/>
                    </a:solidFill>
                    <a:latin typeface="Rix고딕 B" pitchFamily="18" charset="-127"/>
                    <a:ea typeface="Rix고딕 B" pitchFamily="18" charset="-127"/>
                  </a:rPr>
                  <a:t>판단</a:t>
                </a:r>
                <a:r>
                  <a:rPr lang="en-US" altLang="ko-KR" sz="1300" spc="-130" dirty="0">
                    <a:solidFill>
                      <a:schemeClr val="bg1"/>
                    </a:solidFill>
                    <a:latin typeface="Rix고딕 B" pitchFamily="18" charset="-127"/>
                    <a:ea typeface="Rix고딕 B" pitchFamily="18" charset="-127"/>
                  </a:rPr>
                  <a:t>, </a:t>
                </a:r>
                <a:r>
                  <a:rPr lang="ko-KR" altLang="en-US" sz="1300" spc="-130" dirty="0">
                    <a:solidFill>
                      <a:schemeClr val="bg1"/>
                    </a:solidFill>
                    <a:latin typeface="Rix고딕 B" pitchFamily="18" charset="-127"/>
                    <a:ea typeface="Rix고딕 B" pitchFamily="18" charset="-127"/>
                  </a:rPr>
                  <a:t>결정</a:t>
                </a:r>
              </a:p>
            </p:txBody>
          </p:sp>
          <p:grpSp>
            <p:nvGrpSpPr>
              <p:cNvPr id="86" name="그룹 85"/>
              <p:cNvGrpSpPr/>
              <p:nvPr/>
            </p:nvGrpSpPr>
            <p:grpSpPr>
              <a:xfrm>
                <a:off x="654442" y="6230773"/>
                <a:ext cx="184944" cy="852632"/>
                <a:chOff x="3273817" y="1754023"/>
                <a:chExt cx="184944" cy="852632"/>
              </a:xfrm>
            </p:grpSpPr>
            <p:sp>
              <p:nvSpPr>
                <p:cNvPr id="87" name="이등변 삼각형 86"/>
                <p:cNvSpPr/>
                <p:nvPr/>
              </p:nvSpPr>
              <p:spPr>
                <a:xfrm rot="16200000" flipH="1">
                  <a:off x="3275977" y="1751863"/>
                  <a:ext cx="180624" cy="184944"/>
                </a:xfrm>
                <a:prstGeom prst="triangle">
                  <a:avLst>
                    <a:gd name="adj" fmla="val 100000"/>
                  </a:avLst>
                </a:prstGeom>
                <a:solidFill>
                  <a:schemeClr val="tx1">
                    <a:lumMod val="75000"/>
                    <a:lumOff val="2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endParaRPr>
                </a:p>
              </p:txBody>
            </p:sp>
            <p:sp>
              <p:nvSpPr>
                <p:cNvPr id="88" name="이등변 삼각형 87"/>
                <p:cNvSpPr/>
                <p:nvPr/>
              </p:nvSpPr>
              <p:spPr>
                <a:xfrm rot="10800000" flipH="1">
                  <a:off x="3275977" y="2421711"/>
                  <a:ext cx="180624" cy="184944"/>
                </a:xfrm>
                <a:prstGeom prst="triangle">
                  <a:avLst>
                    <a:gd name="adj" fmla="val 100000"/>
                  </a:avLst>
                </a:prstGeom>
                <a:solidFill>
                  <a:schemeClr val="tx1">
                    <a:lumMod val="75000"/>
                    <a:lumOff val="2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endParaRPr>
                </a:p>
              </p:txBody>
            </p:sp>
          </p:grpSp>
        </p:grpSp>
        <p:grpSp>
          <p:nvGrpSpPr>
            <p:cNvPr id="57" name="그룹 56"/>
            <p:cNvGrpSpPr/>
            <p:nvPr/>
          </p:nvGrpSpPr>
          <p:grpSpPr>
            <a:xfrm>
              <a:off x="2406882" y="6230771"/>
              <a:ext cx="2092778" cy="852634"/>
              <a:chOff x="523875" y="6230771"/>
              <a:chExt cx="1923761" cy="852634"/>
            </a:xfrm>
          </p:grpSpPr>
          <p:sp>
            <p:nvSpPr>
              <p:cNvPr id="77" name="직사각형 76"/>
              <p:cNvSpPr/>
              <p:nvPr/>
            </p:nvSpPr>
            <p:spPr>
              <a:xfrm>
                <a:off x="523875" y="6230771"/>
                <a:ext cx="316229" cy="840073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lvl="1" algn="ctr">
                  <a:spcBef>
                    <a:spcPct val="0"/>
                  </a:spcBef>
                </a:pPr>
                <a:endParaRPr lang="ko-KR" altLang="en-US" spc="-100" dirty="0">
                  <a:solidFill>
                    <a:schemeClr val="bg1"/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  <a:cs typeface="+mj-cs"/>
                </a:endParaRPr>
              </a:p>
            </p:txBody>
          </p:sp>
          <p:sp>
            <p:nvSpPr>
              <p:cNvPr id="78" name="오른쪽 화살표 77"/>
              <p:cNvSpPr/>
              <p:nvPr/>
            </p:nvSpPr>
            <p:spPr>
              <a:xfrm>
                <a:off x="649439" y="6263137"/>
                <a:ext cx="1798197" cy="782638"/>
              </a:xfrm>
              <a:prstGeom prst="rightArrow">
                <a:avLst>
                  <a:gd name="adj1" fmla="val 62745"/>
                  <a:gd name="adj2" fmla="val 56373"/>
                </a:avLst>
              </a:prstGeom>
              <a:solidFill>
                <a:srgbClr val="1B91C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 smtClean="0"/>
              </a:p>
            </p:txBody>
          </p:sp>
          <p:sp>
            <p:nvSpPr>
              <p:cNvPr id="79" name="직사각형 78"/>
              <p:cNvSpPr/>
              <p:nvPr/>
            </p:nvSpPr>
            <p:spPr>
              <a:xfrm>
                <a:off x="628916" y="6450753"/>
                <a:ext cx="1818720" cy="400110"/>
              </a:xfrm>
              <a:prstGeom prst="rect">
                <a:avLst/>
              </a:prstGeom>
            </p:spPr>
            <p:txBody>
              <a:bodyPr wrap="square" lIns="0" tIns="0" rIns="0" bIns="0" anchor="ctr" anchorCtr="0">
                <a:spAutoFit/>
              </a:bodyPr>
              <a:lstStyle/>
              <a:p>
                <a:pPr algn="ctr" defTabSz="1084296">
                  <a:defRPr/>
                </a:pPr>
                <a:r>
                  <a:rPr lang="ko-KR" altLang="en-US" sz="1300" spc="-130" dirty="0">
                    <a:solidFill>
                      <a:schemeClr val="bg1"/>
                    </a:solidFill>
                    <a:latin typeface="Rix고딕 B" pitchFamily="18" charset="-127"/>
                    <a:ea typeface="Rix고딕 B" pitchFamily="18" charset="-127"/>
                  </a:rPr>
                  <a:t>정보시스템의 로그 분석</a:t>
                </a:r>
                <a:r>
                  <a:rPr lang="en-US" altLang="ko-KR" sz="1300" spc="-130" dirty="0" smtClean="0">
                    <a:solidFill>
                      <a:schemeClr val="bg1"/>
                    </a:solidFill>
                    <a:latin typeface="Rix고딕 B" pitchFamily="18" charset="-127"/>
                    <a:ea typeface="Rix고딕 B" pitchFamily="18" charset="-127"/>
                  </a:rPr>
                  <a:t>,</a:t>
                </a:r>
              </a:p>
              <a:p>
                <a:pPr algn="ctr" defTabSz="1084296">
                  <a:defRPr/>
                </a:pPr>
                <a:r>
                  <a:rPr lang="ko-KR" altLang="en-US" sz="1300" spc="-130" dirty="0" smtClean="0">
                    <a:solidFill>
                      <a:schemeClr val="bg1"/>
                    </a:solidFill>
                    <a:latin typeface="Rix고딕 B" pitchFamily="18" charset="-127"/>
                    <a:ea typeface="Rix고딕 B" pitchFamily="18" charset="-127"/>
                  </a:rPr>
                  <a:t>자료 </a:t>
                </a:r>
                <a:r>
                  <a:rPr lang="ko-KR" altLang="en-US" sz="1300" spc="-130" dirty="0">
                    <a:solidFill>
                      <a:schemeClr val="bg1"/>
                    </a:solidFill>
                    <a:latin typeface="Rix고딕 B" pitchFamily="18" charset="-127"/>
                    <a:ea typeface="Rix고딕 B" pitchFamily="18" charset="-127"/>
                  </a:rPr>
                  <a:t>수집</a:t>
                </a:r>
              </a:p>
            </p:txBody>
          </p:sp>
          <p:grpSp>
            <p:nvGrpSpPr>
              <p:cNvPr id="80" name="그룹 79"/>
              <p:cNvGrpSpPr/>
              <p:nvPr/>
            </p:nvGrpSpPr>
            <p:grpSpPr>
              <a:xfrm>
                <a:off x="654442" y="6230773"/>
                <a:ext cx="184944" cy="852632"/>
                <a:chOff x="3273817" y="1754023"/>
                <a:chExt cx="184944" cy="852632"/>
              </a:xfrm>
            </p:grpSpPr>
            <p:sp>
              <p:nvSpPr>
                <p:cNvPr id="81" name="이등변 삼각형 80"/>
                <p:cNvSpPr/>
                <p:nvPr/>
              </p:nvSpPr>
              <p:spPr>
                <a:xfrm rot="16200000" flipH="1">
                  <a:off x="3275977" y="1751863"/>
                  <a:ext cx="180624" cy="184944"/>
                </a:xfrm>
                <a:prstGeom prst="triangle">
                  <a:avLst>
                    <a:gd name="adj" fmla="val 100000"/>
                  </a:avLst>
                </a:prstGeom>
                <a:solidFill>
                  <a:schemeClr val="tx1">
                    <a:lumMod val="75000"/>
                    <a:lumOff val="2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endParaRPr>
                </a:p>
              </p:txBody>
            </p:sp>
            <p:sp>
              <p:nvSpPr>
                <p:cNvPr id="82" name="이등변 삼각형 81"/>
                <p:cNvSpPr/>
                <p:nvPr/>
              </p:nvSpPr>
              <p:spPr>
                <a:xfrm rot="10800000" flipH="1">
                  <a:off x="3275977" y="2421711"/>
                  <a:ext cx="180624" cy="184944"/>
                </a:xfrm>
                <a:prstGeom prst="triangle">
                  <a:avLst>
                    <a:gd name="adj" fmla="val 100000"/>
                  </a:avLst>
                </a:prstGeom>
                <a:solidFill>
                  <a:schemeClr val="tx1">
                    <a:lumMod val="75000"/>
                    <a:lumOff val="2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endParaRPr>
                </a:p>
              </p:txBody>
            </p:sp>
          </p:grpSp>
        </p:grpSp>
        <p:grpSp>
          <p:nvGrpSpPr>
            <p:cNvPr id="58" name="그룹 57"/>
            <p:cNvGrpSpPr/>
            <p:nvPr/>
          </p:nvGrpSpPr>
          <p:grpSpPr>
            <a:xfrm>
              <a:off x="477695" y="6230771"/>
              <a:ext cx="2092778" cy="852634"/>
              <a:chOff x="523875" y="6230771"/>
              <a:chExt cx="1923761" cy="852634"/>
            </a:xfrm>
          </p:grpSpPr>
          <p:sp>
            <p:nvSpPr>
              <p:cNvPr id="62" name="직사각형 61"/>
              <p:cNvSpPr/>
              <p:nvPr/>
            </p:nvSpPr>
            <p:spPr>
              <a:xfrm>
                <a:off x="523875" y="6230771"/>
                <a:ext cx="316229" cy="840073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lvl="1" algn="ctr">
                  <a:spcBef>
                    <a:spcPct val="0"/>
                  </a:spcBef>
                </a:pPr>
                <a:endParaRPr lang="ko-KR" altLang="en-US" spc="-100" dirty="0">
                  <a:solidFill>
                    <a:schemeClr val="bg1"/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  <a:cs typeface="+mj-cs"/>
                </a:endParaRPr>
              </a:p>
            </p:txBody>
          </p:sp>
          <p:sp>
            <p:nvSpPr>
              <p:cNvPr id="72" name="오른쪽 화살표 71"/>
              <p:cNvSpPr/>
              <p:nvPr/>
            </p:nvSpPr>
            <p:spPr>
              <a:xfrm>
                <a:off x="649439" y="6263137"/>
                <a:ext cx="1798197" cy="782638"/>
              </a:xfrm>
              <a:prstGeom prst="rightArrow">
                <a:avLst>
                  <a:gd name="adj1" fmla="val 62745"/>
                  <a:gd name="adj2" fmla="val 56373"/>
                </a:avLst>
              </a:prstGeom>
              <a:solidFill>
                <a:srgbClr val="1B91C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 smtClean="0"/>
              </a:p>
            </p:txBody>
          </p:sp>
          <p:sp>
            <p:nvSpPr>
              <p:cNvPr id="73" name="직사각형 72"/>
              <p:cNvSpPr/>
              <p:nvPr/>
            </p:nvSpPr>
            <p:spPr>
              <a:xfrm>
                <a:off x="628916" y="6450753"/>
                <a:ext cx="1818720" cy="400110"/>
              </a:xfrm>
              <a:prstGeom prst="rect">
                <a:avLst/>
              </a:prstGeom>
            </p:spPr>
            <p:txBody>
              <a:bodyPr wrap="square" lIns="0" tIns="0" rIns="0" bIns="0" anchor="ctr" anchorCtr="0">
                <a:spAutoFit/>
              </a:bodyPr>
              <a:lstStyle/>
              <a:p>
                <a:pPr algn="ctr" defTabSz="1084296">
                  <a:defRPr/>
                </a:pPr>
                <a:r>
                  <a:rPr lang="ko-KR" altLang="en-US" sz="1300" spc="-130" dirty="0">
                    <a:solidFill>
                      <a:schemeClr val="bg1"/>
                    </a:solidFill>
                    <a:latin typeface="Rix고딕 B" pitchFamily="18" charset="-127"/>
                    <a:ea typeface="Rix고딕 B" pitchFamily="18" charset="-127"/>
                  </a:rPr>
                  <a:t>침해 징후 포착</a:t>
                </a:r>
                <a:r>
                  <a:rPr lang="en-US" altLang="ko-KR" sz="1300" spc="-130" dirty="0">
                    <a:solidFill>
                      <a:schemeClr val="bg1"/>
                    </a:solidFill>
                    <a:latin typeface="Rix고딕 B" pitchFamily="18" charset="-127"/>
                    <a:ea typeface="Rix고딕 B" pitchFamily="18" charset="-127"/>
                  </a:rPr>
                  <a:t>, </a:t>
                </a:r>
                <a:br>
                  <a:rPr lang="en-US" altLang="ko-KR" sz="1300" spc="-130" dirty="0">
                    <a:solidFill>
                      <a:schemeClr val="bg1"/>
                    </a:solidFill>
                    <a:latin typeface="Rix고딕 B" pitchFamily="18" charset="-127"/>
                    <a:ea typeface="Rix고딕 B" pitchFamily="18" charset="-127"/>
                  </a:rPr>
                </a:br>
                <a:r>
                  <a:rPr lang="ko-KR" altLang="en-US" sz="1300" spc="-130" dirty="0">
                    <a:solidFill>
                      <a:schemeClr val="bg1"/>
                    </a:solidFill>
                    <a:latin typeface="Rix고딕 B" pitchFamily="18" charset="-127"/>
                    <a:ea typeface="Rix고딕 B" pitchFamily="18" charset="-127"/>
                  </a:rPr>
                  <a:t>침해 대응팀 구성</a:t>
                </a:r>
              </a:p>
            </p:txBody>
          </p:sp>
          <p:grpSp>
            <p:nvGrpSpPr>
              <p:cNvPr id="74" name="그룹 73"/>
              <p:cNvGrpSpPr/>
              <p:nvPr/>
            </p:nvGrpSpPr>
            <p:grpSpPr>
              <a:xfrm>
                <a:off x="654442" y="6230773"/>
                <a:ext cx="184944" cy="852632"/>
                <a:chOff x="3273817" y="1754023"/>
                <a:chExt cx="184944" cy="852632"/>
              </a:xfrm>
            </p:grpSpPr>
            <p:sp>
              <p:nvSpPr>
                <p:cNvPr id="75" name="이등변 삼각형 74"/>
                <p:cNvSpPr/>
                <p:nvPr/>
              </p:nvSpPr>
              <p:spPr>
                <a:xfrm rot="16200000" flipH="1">
                  <a:off x="3275977" y="1751863"/>
                  <a:ext cx="180624" cy="184944"/>
                </a:xfrm>
                <a:prstGeom prst="triangle">
                  <a:avLst>
                    <a:gd name="adj" fmla="val 100000"/>
                  </a:avLst>
                </a:prstGeom>
                <a:solidFill>
                  <a:schemeClr val="tx1">
                    <a:lumMod val="75000"/>
                    <a:lumOff val="2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endParaRPr>
                </a:p>
              </p:txBody>
            </p:sp>
            <p:sp>
              <p:nvSpPr>
                <p:cNvPr id="76" name="이등변 삼각형 75"/>
                <p:cNvSpPr/>
                <p:nvPr/>
              </p:nvSpPr>
              <p:spPr>
                <a:xfrm rot="10800000" flipH="1">
                  <a:off x="3275977" y="2421711"/>
                  <a:ext cx="180624" cy="184944"/>
                </a:xfrm>
                <a:prstGeom prst="triangle">
                  <a:avLst>
                    <a:gd name="adj" fmla="val 100000"/>
                  </a:avLst>
                </a:prstGeom>
                <a:solidFill>
                  <a:schemeClr val="tx1">
                    <a:lumMod val="75000"/>
                    <a:lumOff val="2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endParaRPr>
                </a:p>
              </p:txBody>
            </p:sp>
          </p:grpSp>
        </p:grpSp>
      </p:grpSp>
      <p:sp>
        <p:nvSpPr>
          <p:cNvPr id="101" name="TextBox 100"/>
          <p:cNvSpPr txBox="1"/>
          <p:nvPr/>
        </p:nvSpPr>
        <p:spPr>
          <a:xfrm>
            <a:off x="4832550" y="2365357"/>
            <a:ext cx="2847574" cy="261610"/>
          </a:xfrm>
          <a:prstGeom prst="rect">
            <a:avLst/>
          </a:prstGeom>
          <a:noFill/>
          <a:ln w="6350">
            <a:noFill/>
          </a:ln>
          <a:effectLst/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t" anchorCtr="0">
            <a:spAutoFit/>
            <a:sp3d>
              <a:bevelT w="0" h="0"/>
              <a:contourClr>
                <a:schemeClr val="bg1"/>
              </a:contourClr>
            </a:sp3d>
          </a:bodyPr>
          <a:lstStyle>
            <a:defPPr>
              <a:defRPr lang="ko-KR"/>
            </a:defPPr>
            <a:lvl1pPr lvl="0" indent="-457200" algn="ctr" eaLnBrk="0" latinLnBrk="0" hangingPunct="0">
              <a:lnSpc>
                <a:spcPct val="100000"/>
              </a:lnSpc>
              <a:spcBef>
                <a:spcPts val="200"/>
              </a:spcBef>
              <a:spcAft>
                <a:spcPts val="600"/>
              </a:spcAft>
              <a:defRPr sz="1700" spc="-50">
                <a:ln w="0"/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뫼비우스 Bold" panose="02000500000000000000" pitchFamily="2" charset="-127"/>
                <a:ea typeface="뫼비우스 Bold" panose="02000500000000000000" pitchFamily="2" charset="-127"/>
              </a:defRPr>
            </a:lvl1pPr>
          </a:lstStyle>
          <a:p>
            <a:pPr marL="0" lvl="1" indent="-337083" defTabSz="1078664" fontAlgn="base" latinLnBrk="0">
              <a:spcBef>
                <a:spcPct val="0"/>
              </a:spcBef>
              <a:spcAft>
                <a:spcPct val="0"/>
              </a:spcAft>
              <a:buClr>
                <a:prstClr val="white"/>
              </a:buClr>
              <a:buSzPct val="80000"/>
              <a:tabLst>
                <a:tab pos="6150461" algn="l"/>
              </a:tabLst>
              <a:defRPr/>
            </a:pPr>
            <a:r>
              <a:rPr lang="ko-KR" altLang="en-US" sz="1700" spc="-130" dirty="0">
                <a:ln>
                  <a:solidFill>
                    <a:prstClr val="white">
                      <a:alpha val="10000"/>
                    </a:prstClr>
                  </a:solidFill>
                </a:ln>
                <a:solidFill>
                  <a:schemeClr val="bg1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지속적인 사이버침해 패킷 유입 상황</a:t>
            </a:r>
          </a:p>
        </p:txBody>
      </p:sp>
      <p:sp>
        <p:nvSpPr>
          <p:cNvPr id="102" name="직사각형 101"/>
          <p:cNvSpPr/>
          <p:nvPr/>
        </p:nvSpPr>
        <p:spPr bwMode="auto">
          <a:xfrm>
            <a:off x="3428371" y="3357253"/>
            <a:ext cx="7265028" cy="446566"/>
          </a:xfrm>
          <a:prstGeom prst="rect">
            <a:avLst/>
          </a:prstGeom>
          <a:solidFill>
            <a:schemeClr val="tx2">
              <a:lumMod val="75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432000" rIns="108000" bIns="108000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en-US" altLang="ko-KR" sz="1300" spc="-100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103" name="TextBox 102"/>
          <p:cNvSpPr txBox="1"/>
          <p:nvPr/>
        </p:nvSpPr>
        <p:spPr>
          <a:xfrm>
            <a:off x="4832550" y="3450137"/>
            <a:ext cx="3067506" cy="261610"/>
          </a:xfrm>
          <a:prstGeom prst="rect">
            <a:avLst/>
          </a:prstGeom>
          <a:noFill/>
          <a:ln w="6350">
            <a:noFill/>
          </a:ln>
          <a:effectLst/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t" anchorCtr="0">
            <a:spAutoFit/>
            <a:sp3d>
              <a:bevelT w="0" h="0"/>
              <a:contourClr>
                <a:schemeClr val="bg1"/>
              </a:contourClr>
            </a:sp3d>
          </a:bodyPr>
          <a:lstStyle>
            <a:defPPr>
              <a:defRPr lang="ko-KR"/>
            </a:defPPr>
            <a:lvl1pPr lvl="0" indent="-457200" algn="ctr" eaLnBrk="0" latinLnBrk="0" hangingPunct="0">
              <a:lnSpc>
                <a:spcPct val="100000"/>
              </a:lnSpc>
              <a:spcBef>
                <a:spcPts val="200"/>
              </a:spcBef>
              <a:spcAft>
                <a:spcPts val="600"/>
              </a:spcAft>
              <a:defRPr sz="1700" spc="-50">
                <a:ln w="0"/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뫼비우스 Bold" panose="02000500000000000000" pitchFamily="2" charset="-127"/>
                <a:ea typeface="뫼비우스 Bold" panose="02000500000000000000" pitchFamily="2" charset="-127"/>
              </a:defRPr>
            </a:lvl1pPr>
          </a:lstStyle>
          <a:p>
            <a:pPr marL="0" lvl="1" indent="-337083" defTabSz="1078664" fontAlgn="base" latinLnBrk="0">
              <a:spcBef>
                <a:spcPct val="0"/>
              </a:spcBef>
              <a:spcAft>
                <a:spcPct val="0"/>
              </a:spcAft>
              <a:buClr>
                <a:prstClr val="white"/>
              </a:buClr>
              <a:buSzPct val="80000"/>
              <a:tabLst>
                <a:tab pos="6150461" algn="l"/>
              </a:tabLst>
              <a:defRPr/>
            </a:pPr>
            <a:r>
              <a:rPr lang="ko-KR" altLang="en-US" sz="1700" spc="-130" dirty="0">
                <a:ln>
                  <a:solidFill>
                    <a:prstClr val="white">
                      <a:alpha val="10000"/>
                    </a:prstClr>
                  </a:solidFill>
                </a:ln>
                <a:solidFill>
                  <a:schemeClr val="bg1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시스템이 이미 감염되어 내부 전파 상황</a:t>
            </a:r>
          </a:p>
        </p:txBody>
      </p:sp>
      <p:sp>
        <p:nvSpPr>
          <p:cNvPr id="104" name="직사각형 103"/>
          <p:cNvSpPr/>
          <p:nvPr/>
        </p:nvSpPr>
        <p:spPr>
          <a:xfrm>
            <a:off x="4843201" y="2765294"/>
            <a:ext cx="5489519" cy="48013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>
            <a:spAutoFit/>
          </a:bodyPr>
          <a:lstStyle/>
          <a:p>
            <a:pPr marL="131375" indent="-131375">
              <a:lnSpc>
                <a:spcPct val="120000"/>
              </a:lnSpc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lang="ko-KR" altLang="en-US" sz="1300" spc="-80" dirty="0">
                <a:solidFill>
                  <a:schemeClr val="tx1">
                    <a:lumMod val="85000"/>
                    <a:lumOff val="15000"/>
                  </a:schemeClr>
                </a:solidFill>
                <a:latin typeface="Rix고딕 M" pitchFamily="18" charset="-127"/>
                <a:ea typeface="Rix고딕 M" pitchFamily="18" charset="-127"/>
              </a:rPr>
              <a:t>네트워크 경로의 라우터</a:t>
            </a:r>
            <a:r>
              <a:rPr lang="en-US" altLang="ko-KR" sz="1300" spc="-80" dirty="0">
                <a:solidFill>
                  <a:schemeClr val="tx1">
                    <a:lumMod val="85000"/>
                    <a:lumOff val="15000"/>
                  </a:schemeClr>
                </a:solidFill>
                <a:latin typeface="Rix고딕 M" pitchFamily="18" charset="-127"/>
                <a:ea typeface="Rix고딕 M" pitchFamily="18" charset="-127"/>
              </a:rPr>
              <a:t>, </a:t>
            </a:r>
            <a:r>
              <a:rPr lang="ko-KR" altLang="en-US" sz="1300" spc="-80" dirty="0">
                <a:solidFill>
                  <a:schemeClr val="tx1">
                    <a:lumMod val="85000"/>
                    <a:lumOff val="15000"/>
                  </a:schemeClr>
                </a:solidFill>
                <a:latin typeface="Rix고딕 M" pitchFamily="18" charset="-127"/>
                <a:ea typeface="Rix고딕 M" pitchFamily="18" charset="-127"/>
              </a:rPr>
              <a:t>스위치</a:t>
            </a:r>
            <a:r>
              <a:rPr lang="en-US" altLang="ko-KR" sz="1300" spc="-80" dirty="0">
                <a:solidFill>
                  <a:schemeClr val="tx1">
                    <a:lumMod val="85000"/>
                    <a:lumOff val="15000"/>
                  </a:schemeClr>
                </a:solidFill>
                <a:latin typeface="Rix고딕 M" pitchFamily="18" charset="-127"/>
                <a:ea typeface="Rix고딕 M" pitchFamily="18" charset="-127"/>
              </a:rPr>
              <a:t>, </a:t>
            </a:r>
            <a:r>
              <a:rPr lang="ko-KR" altLang="en-US" sz="1300" spc="-80" dirty="0">
                <a:solidFill>
                  <a:schemeClr val="tx1">
                    <a:lumMod val="85000"/>
                    <a:lumOff val="15000"/>
                  </a:schemeClr>
                </a:solidFill>
                <a:latin typeface="Rix고딕 M" pitchFamily="18" charset="-127"/>
                <a:ea typeface="Rix고딕 M" pitchFamily="18" charset="-127"/>
              </a:rPr>
              <a:t>방화벽 등의 정책과 룰</a:t>
            </a:r>
            <a:r>
              <a:rPr lang="en-US" altLang="ko-KR" sz="1300" spc="-80" dirty="0">
                <a:solidFill>
                  <a:schemeClr val="tx1">
                    <a:lumMod val="85000"/>
                    <a:lumOff val="15000"/>
                  </a:schemeClr>
                </a:solidFill>
                <a:latin typeface="Rix고딕 M" pitchFamily="18" charset="-127"/>
                <a:ea typeface="Rix고딕 M" pitchFamily="18" charset="-127"/>
              </a:rPr>
              <a:t>, ACL </a:t>
            </a:r>
            <a:r>
              <a:rPr lang="ko-KR" altLang="en-US" sz="1300" spc="-80" dirty="0">
                <a:solidFill>
                  <a:schemeClr val="tx1">
                    <a:lumMod val="85000"/>
                    <a:lumOff val="15000"/>
                  </a:schemeClr>
                </a:solidFill>
                <a:latin typeface="Rix고딕 M" pitchFamily="18" charset="-127"/>
                <a:ea typeface="Rix고딕 M" pitchFamily="18" charset="-127"/>
              </a:rPr>
              <a:t>등을 통해 유입되는 공격 패킷에 대한 차단 정책 실시</a:t>
            </a:r>
          </a:p>
        </p:txBody>
      </p:sp>
      <p:sp>
        <p:nvSpPr>
          <p:cNvPr id="105" name="직사각형 104"/>
          <p:cNvSpPr/>
          <p:nvPr/>
        </p:nvSpPr>
        <p:spPr>
          <a:xfrm>
            <a:off x="4843201" y="3848844"/>
            <a:ext cx="5489519" cy="7312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>
            <a:spAutoFit/>
          </a:bodyPr>
          <a:lstStyle/>
          <a:p>
            <a:pPr marL="131375" indent="-131375">
              <a:lnSpc>
                <a:spcPct val="120000"/>
              </a:lnSpc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lang="ko-KR" altLang="en-US" sz="1300" spc="-80" dirty="0">
                <a:solidFill>
                  <a:schemeClr val="tx1">
                    <a:lumMod val="85000"/>
                    <a:lumOff val="15000"/>
                  </a:schemeClr>
                </a:solidFill>
                <a:latin typeface="Rix고딕 M" pitchFamily="18" charset="-127"/>
                <a:ea typeface="Rix고딕 M" pitchFamily="18" charset="-127"/>
              </a:rPr>
              <a:t>백업 시스템 확인 후</a:t>
            </a:r>
            <a:r>
              <a:rPr lang="en-US" altLang="ko-KR" sz="1300" spc="-80" dirty="0">
                <a:solidFill>
                  <a:schemeClr val="tx1">
                    <a:lumMod val="85000"/>
                    <a:lumOff val="15000"/>
                  </a:schemeClr>
                </a:solidFill>
                <a:latin typeface="Rix고딕 M" pitchFamily="18" charset="-127"/>
                <a:ea typeface="Rix고딕 M" pitchFamily="18" charset="-127"/>
              </a:rPr>
              <a:t>, </a:t>
            </a:r>
            <a:r>
              <a:rPr lang="ko-KR" altLang="en-US" sz="1300" spc="-80" dirty="0">
                <a:solidFill>
                  <a:schemeClr val="tx1">
                    <a:lumMod val="85000"/>
                    <a:lumOff val="15000"/>
                  </a:schemeClr>
                </a:solidFill>
                <a:latin typeface="Rix고딕 M" pitchFamily="18" charset="-127"/>
                <a:ea typeface="Rix고딕 M" pitchFamily="18" charset="-127"/>
              </a:rPr>
              <a:t>이미 감염된 시스템을 망에서 분리하여 </a:t>
            </a:r>
            <a:r>
              <a:rPr lang="en-US" altLang="ko-KR" sz="1300" spc="-80" dirty="0">
                <a:solidFill>
                  <a:schemeClr val="tx1">
                    <a:lumMod val="85000"/>
                    <a:lumOff val="15000"/>
                  </a:schemeClr>
                </a:solidFill>
                <a:latin typeface="Rix고딕 M" pitchFamily="18" charset="-127"/>
                <a:ea typeface="Rix고딕 M" pitchFamily="18" charset="-127"/>
              </a:rPr>
              <a:t>in-line </a:t>
            </a:r>
            <a:r>
              <a:rPr lang="ko-KR" altLang="en-US" sz="1300" spc="-80" dirty="0">
                <a:solidFill>
                  <a:schemeClr val="tx1">
                    <a:lumMod val="85000"/>
                    <a:lumOff val="15000"/>
                  </a:schemeClr>
                </a:solidFill>
                <a:latin typeface="Rix고딕 M" pitchFamily="18" charset="-127"/>
                <a:ea typeface="Rix고딕 M" pitchFamily="18" charset="-127"/>
              </a:rPr>
              <a:t>상태에서 </a:t>
            </a:r>
            <a:r>
              <a:rPr lang="en-US" altLang="ko-KR" sz="1300" spc="-80" dirty="0">
                <a:solidFill>
                  <a:schemeClr val="tx1">
                    <a:lumMod val="85000"/>
                    <a:lumOff val="15000"/>
                  </a:schemeClr>
                </a:solidFill>
                <a:latin typeface="Rix고딕 M" pitchFamily="18" charset="-127"/>
                <a:ea typeface="Rix고딕 M" pitchFamily="18" charset="-127"/>
              </a:rPr>
              <a:t>out-line </a:t>
            </a:r>
            <a:r>
              <a:rPr lang="ko-KR" altLang="en-US" sz="1300" spc="-80" dirty="0">
                <a:solidFill>
                  <a:schemeClr val="tx1">
                    <a:lumMod val="85000"/>
                    <a:lumOff val="15000"/>
                  </a:schemeClr>
                </a:solidFill>
                <a:latin typeface="Rix고딕 M" pitchFamily="18" charset="-127"/>
                <a:ea typeface="Rix고딕 M" pitchFamily="18" charset="-127"/>
              </a:rPr>
              <a:t>상태로 만들어 점검 및 재설치</a:t>
            </a:r>
            <a:r>
              <a:rPr lang="en-US" altLang="ko-KR" sz="1300" spc="-80" dirty="0">
                <a:solidFill>
                  <a:schemeClr val="tx1">
                    <a:lumMod val="85000"/>
                    <a:lumOff val="15000"/>
                  </a:schemeClr>
                </a:solidFill>
                <a:latin typeface="Rix고딕 M" pitchFamily="18" charset="-127"/>
                <a:ea typeface="Rix고딕 M" pitchFamily="18" charset="-127"/>
              </a:rPr>
              <a:t>, </a:t>
            </a:r>
            <a:r>
              <a:rPr lang="ko-KR" altLang="en-US" sz="1300" spc="-80" dirty="0">
                <a:solidFill>
                  <a:schemeClr val="tx1">
                    <a:lumMod val="85000"/>
                    <a:lumOff val="15000"/>
                  </a:schemeClr>
                </a:solidFill>
                <a:latin typeface="Rix고딕 M" pitchFamily="18" charset="-127"/>
                <a:ea typeface="Rix고딕 M" pitchFamily="18" charset="-127"/>
              </a:rPr>
              <a:t>재기동</a:t>
            </a:r>
          </a:p>
          <a:p>
            <a:pPr marL="131375" indent="-131375">
              <a:lnSpc>
                <a:spcPct val="120000"/>
              </a:lnSpc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lang="ko-KR" altLang="en-US" sz="1300" spc="-80" dirty="0">
                <a:solidFill>
                  <a:schemeClr val="tx1">
                    <a:lumMod val="85000"/>
                    <a:lumOff val="15000"/>
                  </a:schemeClr>
                </a:solidFill>
                <a:latin typeface="Rix고딕 M" pitchFamily="18" charset="-127"/>
                <a:ea typeface="Rix고딕 M" pitchFamily="18" charset="-127"/>
              </a:rPr>
              <a:t>취약점점검 대상은 서버</a:t>
            </a:r>
            <a:r>
              <a:rPr lang="en-US" altLang="ko-KR" sz="1300" spc="-80" dirty="0">
                <a:solidFill>
                  <a:schemeClr val="tx1">
                    <a:lumMod val="85000"/>
                    <a:lumOff val="15000"/>
                  </a:schemeClr>
                </a:solidFill>
                <a:latin typeface="Rix고딕 M" pitchFamily="18" charset="-127"/>
                <a:ea typeface="Rix고딕 M" pitchFamily="18" charset="-127"/>
              </a:rPr>
              <a:t>/</a:t>
            </a:r>
            <a:r>
              <a:rPr lang="ko-KR" altLang="en-US" sz="1300" spc="-80" dirty="0">
                <a:solidFill>
                  <a:schemeClr val="tx1">
                    <a:lumMod val="85000"/>
                    <a:lumOff val="15000"/>
                  </a:schemeClr>
                </a:solidFill>
                <a:latin typeface="Rix고딕 M" pitchFamily="18" charset="-127"/>
                <a:ea typeface="Rix고딕 M" pitchFamily="18" charset="-127"/>
              </a:rPr>
              <a:t>네트워크 취약점점검</a:t>
            </a:r>
            <a:r>
              <a:rPr lang="en-US" altLang="ko-KR" sz="1300" spc="-80" dirty="0">
                <a:solidFill>
                  <a:schemeClr val="tx1">
                    <a:lumMod val="85000"/>
                    <a:lumOff val="15000"/>
                  </a:schemeClr>
                </a:solidFill>
                <a:latin typeface="Rix고딕 M" pitchFamily="18" charset="-127"/>
                <a:ea typeface="Rix고딕 M" pitchFamily="18" charset="-127"/>
              </a:rPr>
              <a:t>, </a:t>
            </a:r>
            <a:r>
              <a:rPr lang="ko-KR" altLang="en-US" sz="1300" spc="-80" dirty="0">
                <a:solidFill>
                  <a:schemeClr val="tx1">
                    <a:lumMod val="85000"/>
                    <a:lumOff val="15000"/>
                  </a:schemeClr>
                </a:solidFill>
                <a:latin typeface="Rix고딕 M" pitchFamily="18" charset="-127"/>
                <a:ea typeface="Rix고딕 M" pitchFamily="18" charset="-127"/>
              </a:rPr>
              <a:t>모의해킹으로 분류</a:t>
            </a:r>
          </a:p>
        </p:txBody>
      </p:sp>
      <p:sp>
        <p:nvSpPr>
          <p:cNvPr id="106" name="직사각형 105"/>
          <p:cNvSpPr/>
          <p:nvPr/>
        </p:nvSpPr>
        <p:spPr bwMode="auto">
          <a:xfrm>
            <a:off x="3428371" y="4682389"/>
            <a:ext cx="7265028" cy="446566"/>
          </a:xfrm>
          <a:prstGeom prst="rect">
            <a:avLst/>
          </a:prstGeom>
          <a:solidFill>
            <a:schemeClr val="tx2">
              <a:lumMod val="75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432000" rIns="108000" bIns="108000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en-US" altLang="ko-KR" sz="1300" spc="-100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107" name="TextBox 106"/>
          <p:cNvSpPr txBox="1"/>
          <p:nvPr/>
        </p:nvSpPr>
        <p:spPr>
          <a:xfrm>
            <a:off x="4832550" y="4775273"/>
            <a:ext cx="2306401" cy="261610"/>
          </a:xfrm>
          <a:prstGeom prst="rect">
            <a:avLst/>
          </a:prstGeom>
          <a:noFill/>
          <a:ln w="6350">
            <a:noFill/>
          </a:ln>
          <a:effectLst/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t" anchorCtr="0">
            <a:spAutoFit/>
            <a:sp3d>
              <a:bevelT w="0" h="0"/>
              <a:contourClr>
                <a:schemeClr val="bg1"/>
              </a:contourClr>
            </a:sp3d>
          </a:bodyPr>
          <a:lstStyle>
            <a:defPPr>
              <a:defRPr lang="ko-KR"/>
            </a:defPPr>
            <a:lvl1pPr lvl="0" indent="-457200" algn="ctr" eaLnBrk="0" latinLnBrk="0" hangingPunct="0">
              <a:lnSpc>
                <a:spcPct val="100000"/>
              </a:lnSpc>
              <a:spcBef>
                <a:spcPts val="200"/>
              </a:spcBef>
              <a:spcAft>
                <a:spcPts val="600"/>
              </a:spcAft>
              <a:defRPr sz="1700" spc="-50">
                <a:ln w="0"/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뫼비우스 Bold" panose="02000500000000000000" pitchFamily="2" charset="-127"/>
                <a:ea typeface="뫼비우스 Bold" panose="02000500000000000000" pitchFamily="2" charset="-127"/>
              </a:defRPr>
            </a:lvl1pPr>
          </a:lstStyle>
          <a:p>
            <a:pPr marL="0" lvl="1" indent="-337083" defTabSz="1078664" fontAlgn="base" latinLnBrk="0">
              <a:spcBef>
                <a:spcPct val="0"/>
              </a:spcBef>
              <a:spcAft>
                <a:spcPct val="0"/>
              </a:spcAft>
              <a:buClr>
                <a:prstClr val="white"/>
              </a:buClr>
              <a:buSzPct val="80000"/>
              <a:tabLst>
                <a:tab pos="6150461" algn="l"/>
              </a:tabLst>
              <a:defRPr/>
            </a:pPr>
            <a:r>
              <a:rPr lang="ko-KR" altLang="en-US" sz="1700" spc="-130" dirty="0">
                <a:ln>
                  <a:solidFill>
                    <a:prstClr val="white">
                      <a:alpha val="10000"/>
                    </a:prstClr>
                  </a:solidFill>
                </a:ln>
                <a:solidFill>
                  <a:schemeClr val="bg1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대규모 </a:t>
            </a:r>
            <a:r>
              <a:rPr lang="en-US" altLang="ko-KR" sz="1700" spc="-130" dirty="0">
                <a:ln>
                  <a:solidFill>
                    <a:prstClr val="white">
                      <a:alpha val="10000"/>
                    </a:prstClr>
                  </a:solidFill>
                </a:ln>
                <a:solidFill>
                  <a:schemeClr val="bg1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DDoS </a:t>
            </a:r>
            <a:r>
              <a:rPr lang="ko-KR" altLang="en-US" sz="1700" spc="-130" dirty="0">
                <a:ln>
                  <a:solidFill>
                    <a:prstClr val="white">
                      <a:alpha val="10000"/>
                    </a:prstClr>
                  </a:solidFill>
                </a:ln>
                <a:solidFill>
                  <a:schemeClr val="bg1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공격 지속 상황 </a:t>
            </a:r>
          </a:p>
        </p:txBody>
      </p:sp>
      <p:sp>
        <p:nvSpPr>
          <p:cNvPr id="108" name="직사각형 107"/>
          <p:cNvSpPr/>
          <p:nvPr/>
        </p:nvSpPr>
        <p:spPr>
          <a:xfrm>
            <a:off x="4843201" y="5175210"/>
            <a:ext cx="5489519" cy="4912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>
            <a:spAutoFit/>
          </a:bodyPr>
          <a:lstStyle/>
          <a:p>
            <a:pPr marL="131375" indent="-131375">
              <a:lnSpc>
                <a:spcPct val="120000"/>
              </a:lnSpc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lang="ko-KR" altLang="en-US" sz="1300" spc="-80" dirty="0">
                <a:solidFill>
                  <a:schemeClr val="tx1">
                    <a:lumMod val="85000"/>
                    <a:lumOff val="15000"/>
                  </a:schemeClr>
                </a:solidFill>
                <a:latin typeface="Rix고딕 M" pitchFamily="18" charset="-127"/>
                <a:ea typeface="Rix고딕 M" pitchFamily="18" charset="-127"/>
              </a:rPr>
              <a:t>경로 차단 및 </a:t>
            </a:r>
            <a:r>
              <a:rPr lang="en-US" altLang="ko-KR" sz="1300" spc="-80" dirty="0">
                <a:solidFill>
                  <a:schemeClr val="tx1">
                    <a:lumMod val="85000"/>
                    <a:lumOff val="15000"/>
                  </a:schemeClr>
                </a:solidFill>
                <a:latin typeface="Rix고딕 M" pitchFamily="18" charset="-127"/>
                <a:ea typeface="Rix고딕 M" pitchFamily="18" charset="-127"/>
              </a:rPr>
              <a:t>ISP </a:t>
            </a:r>
            <a:r>
              <a:rPr lang="ko-KR" altLang="en-US" sz="1300" spc="-80" dirty="0">
                <a:solidFill>
                  <a:schemeClr val="tx1">
                    <a:lumMod val="85000"/>
                    <a:lumOff val="15000"/>
                  </a:schemeClr>
                </a:solidFill>
                <a:latin typeface="Rix고딕 M" pitchFamily="18" charset="-127"/>
                <a:ea typeface="Rix고딕 M" pitchFamily="18" charset="-127"/>
              </a:rPr>
              <a:t>와 연계하여 </a:t>
            </a:r>
            <a:r>
              <a:rPr lang="en-US" altLang="ko-KR" sz="1300" spc="-80" dirty="0">
                <a:solidFill>
                  <a:schemeClr val="tx1">
                    <a:lumMod val="85000"/>
                    <a:lumOff val="15000"/>
                  </a:schemeClr>
                </a:solidFill>
                <a:latin typeface="Rix고딕 M" pitchFamily="18" charset="-127"/>
                <a:ea typeface="Rix고딕 M" pitchFamily="18" charset="-127"/>
              </a:rPr>
              <a:t>DDoS </a:t>
            </a:r>
            <a:r>
              <a:rPr lang="ko-KR" altLang="en-US" sz="1300" spc="-80" dirty="0">
                <a:solidFill>
                  <a:schemeClr val="tx1">
                    <a:lumMod val="85000"/>
                    <a:lumOff val="15000"/>
                  </a:schemeClr>
                </a:solidFill>
                <a:latin typeface="Rix고딕 M" pitchFamily="18" charset="-127"/>
                <a:ea typeface="Rix고딕 M" pitchFamily="18" charset="-127"/>
              </a:rPr>
              <a:t>좀비 </a:t>
            </a:r>
            <a:r>
              <a:rPr lang="en-US" altLang="ko-KR" sz="1300" spc="-80" dirty="0">
                <a:solidFill>
                  <a:schemeClr val="tx1">
                    <a:lumMod val="85000"/>
                    <a:lumOff val="15000"/>
                  </a:schemeClr>
                </a:solidFill>
                <a:latin typeface="Rix고딕 M" pitchFamily="18" charset="-127"/>
                <a:ea typeface="Rix고딕 M" pitchFamily="18" charset="-127"/>
              </a:rPr>
              <a:t>IP </a:t>
            </a:r>
            <a:r>
              <a:rPr lang="ko-KR" altLang="en-US" sz="1300" spc="-80" dirty="0">
                <a:solidFill>
                  <a:schemeClr val="tx1">
                    <a:lumMod val="85000"/>
                    <a:lumOff val="15000"/>
                  </a:schemeClr>
                </a:solidFill>
                <a:latin typeface="Rix고딕 M" pitchFamily="18" charset="-127"/>
                <a:ea typeface="Rix고딕 M" pitchFamily="18" charset="-127"/>
              </a:rPr>
              <a:t>정보 확보</a:t>
            </a:r>
          </a:p>
          <a:p>
            <a:pPr marL="131375" indent="-131375">
              <a:lnSpc>
                <a:spcPct val="120000"/>
              </a:lnSpc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lang="ko-KR" altLang="en-US" sz="1300" spc="-80" dirty="0">
                <a:solidFill>
                  <a:schemeClr val="tx1">
                    <a:lumMod val="85000"/>
                    <a:lumOff val="15000"/>
                  </a:schemeClr>
                </a:solidFill>
                <a:latin typeface="Rix고딕 M" pitchFamily="18" charset="-127"/>
                <a:ea typeface="Rix고딕 M" pitchFamily="18" charset="-127"/>
              </a:rPr>
              <a:t>좀비 </a:t>
            </a:r>
            <a:r>
              <a:rPr lang="en-US" altLang="ko-KR" sz="1300" spc="-80" dirty="0">
                <a:solidFill>
                  <a:schemeClr val="tx1">
                    <a:lumMod val="85000"/>
                    <a:lumOff val="15000"/>
                  </a:schemeClr>
                </a:solidFill>
                <a:latin typeface="Rix고딕 M" pitchFamily="18" charset="-127"/>
                <a:ea typeface="Rix고딕 M" pitchFamily="18" charset="-127"/>
              </a:rPr>
              <a:t>IP</a:t>
            </a:r>
            <a:r>
              <a:rPr lang="ko-KR" altLang="en-US" sz="1300" spc="-80" dirty="0">
                <a:solidFill>
                  <a:schemeClr val="tx1">
                    <a:lumMod val="85000"/>
                    <a:lumOff val="15000"/>
                  </a:schemeClr>
                </a:solidFill>
                <a:latin typeface="Rix고딕 M" pitchFamily="18" charset="-127"/>
                <a:ea typeface="Rix고딕 M" pitchFamily="18" charset="-127"/>
              </a:rPr>
              <a:t>의 범위가 광범위하여 차단이 불가할 경우</a:t>
            </a:r>
            <a:r>
              <a:rPr lang="en-US" altLang="ko-KR" sz="1300" spc="-80" dirty="0">
                <a:solidFill>
                  <a:schemeClr val="tx1">
                    <a:lumMod val="85000"/>
                    <a:lumOff val="15000"/>
                  </a:schemeClr>
                </a:solidFill>
                <a:latin typeface="Rix고딕 M" pitchFamily="18" charset="-127"/>
                <a:ea typeface="Rix고딕 M" pitchFamily="18" charset="-127"/>
              </a:rPr>
              <a:t>, </a:t>
            </a:r>
            <a:r>
              <a:rPr lang="ko-KR" altLang="en-US" sz="1300" spc="-80" dirty="0">
                <a:solidFill>
                  <a:schemeClr val="tx1">
                    <a:lumMod val="85000"/>
                    <a:lumOff val="15000"/>
                  </a:schemeClr>
                </a:solidFill>
                <a:latin typeface="Rix고딕 M" pitchFamily="18" charset="-127"/>
                <a:ea typeface="Rix고딕 M" pitchFamily="18" charset="-127"/>
              </a:rPr>
              <a:t>공격 대상 시스템의 </a:t>
            </a:r>
            <a:r>
              <a:rPr lang="en-US" altLang="ko-KR" sz="1300" spc="-80" dirty="0">
                <a:solidFill>
                  <a:schemeClr val="tx1">
                    <a:lumMod val="85000"/>
                    <a:lumOff val="15000"/>
                  </a:schemeClr>
                </a:solidFill>
                <a:latin typeface="Rix고딕 M" pitchFamily="18" charset="-127"/>
                <a:ea typeface="Rix고딕 M" pitchFamily="18" charset="-127"/>
              </a:rPr>
              <a:t>IP </a:t>
            </a:r>
            <a:r>
              <a:rPr lang="ko-KR" altLang="en-US" sz="1300" spc="-80" dirty="0">
                <a:solidFill>
                  <a:schemeClr val="tx1">
                    <a:lumMod val="85000"/>
                    <a:lumOff val="15000"/>
                  </a:schemeClr>
                </a:solidFill>
                <a:latin typeface="Rix고딕 M" pitchFamily="18" charset="-127"/>
                <a:ea typeface="Rix고딕 M" pitchFamily="18" charset="-127"/>
              </a:rPr>
              <a:t>변경</a:t>
            </a:r>
          </a:p>
        </p:txBody>
      </p:sp>
      <p:grpSp>
        <p:nvGrpSpPr>
          <p:cNvPr id="109" name="그룹 108"/>
          <p:cNvGrpSpPr/>
          <p:nvPr/>
        </p:nvGrpSpPr>
        <p:grpSpPr>
          <a:xfrm>
            <a:off x="25154" y="1733094"/>
            <a:ext cx="6118471" cy="4268783"/>
            <a:chOff x="154694" y="1733094"/>
            <a:chExt cx="6118471" cy="4268783"/>
          </a:xfrm>
        </p:grpSpPr>
        <p:sp>
          <p:nvSpPr>
            <p:cNvPr id="110" name="자유형 109"/>
            <p:cNvSpPr/>
            <p:nvPr/>
          </p:nvSpPr>
          <p:spPr>
            <a:xfrm>
              <a:off x="1338729" y="2020739"/>
              <a:ext cx="3413760" cy="3413760"/>
            </a:xfrm>
            <a:custGeom>
              <a:avLst/>
              <a:gdLst>
                <a:gd name="connsiteX0" fmla="*/ 1706880 w 3413760"/>
                <a:gd name="connsiteY0" fmla="*/ 0 h 3413760"/>
                <a:gd name="connsiteX1" fmla="*/ 3185081 w 3413760"/>
                <a:gd name="connsiteY1" fmla="*/ 853440 h 3413760"/>
                <a:gd name="connsiteX2" fmla="*/ 3185081 w 3413760"/>
                <a:gd name="connsiteY2" fmla="*/ 2560320 h 3413760"/>
                <a:gd name="connsiteX3" fmla="*/ 1706880 w 3413760"/>
                <a:gd name="connsiteY3" fmla="*/ 1706880 h 3413760"/>
                <a:gd name="connsiteX4" fmla="*/ 1706880 w 3413760"/>
                <a:gd name="connsiteY4" fmla="*/ 0 h 34137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13760" h="3413760">
                  <a:moveTo>
                    <a:pt x="1706880" y="0"/>
                  </a:moveTo>
                  <a:cubicBezTo>
                    <a:pt x="2316689" y="0"/>
                    <a:pt x="2880177" y="325329"/>
                    <a:pt x="3185081" y="853440"/>
                  </a:cubicBezTo>
                  <a:cubicBezTo>
                    <a:pt x="3489986" y="1381551"/>
                    <a:pt x="3489986" y="2032209"/>
                    <a:pt x="3185081" y="2560320"/>
                  </a:cubicBezTo>
                  <a:lnTo>
                    <a:pt x="1706880" y="1706880"/>
                  </a:lnTo>
                  <a:lnTo>
                    <a:pt x="1706880" y="0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bg1">
                    <a:lumMod val="50000"/>
                  </a:schemeClr>
                </a:gs>
                <a:gs pos="100000">
                  <a:schemeClr val="tx1">
                    <a:lumMod val="75000"/>
                    <a:lumOff val="25000"/>
                  </a:schemeClr>
                </a:gs>
              </a:gsLst>
              <a:lin ang="5400000" scaled="1"/>
              <a:tileRect/>
            </a:gradFill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rgbClr r="0" g="0" b="0"/>
            </a:fillRef>
            <a:effectRef idx="2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821992" tIns="746252" rIns="418288" bIns="1697228" numCol="1" spcCol="1270" anchor="ctr" anchorCtr="0">
              <a:noAutofit/>
            </a:bodyPr>
            <a:lstStyle/>
            <a:p>
              <a:pPr lvl="0" algn="ctr" defTabSz="800100" latinLnBrk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ko-KR" altLang="en-US" sz="1200" kern="1200" dirty="0"/>
            </a:p>
          </p:txBody>
        </p:sp>
        <p:sp>
          <p:nvSpPr>
            <p:cNvPr id="111" name="자유형 110"/>
            <p:cNvSpPr/>
            <p:nvPr/>
          </p:nvSpPr>
          <p:spPr>
            <a:xfrm>
              <a:off x="1268421" y="2142659"/>
              <a:ext cx="3413760" cy="3413760"/>
            </a:xfrm>
            <a:custGeom>
              <a:avLst/>
              <a:gdLst>
                <a:gd name="connsiteX0" fmla="*/ 3185081 w 3413760"/>
                <a:gd name="connsiteY0" fmla="*/ 2560320 h 3413760"/>
                <a:gd name="connsiteX1" fmla="*/ 1706880 w 3413760"/>
                <a:gd name="connsiteY1" fmla="*/ 3413760 h 3413760"/>
                <a:gd name="connsiteX2" fmla="*/ 228679 w 3413760"/>
                <a:gd name="connsiteY2" fmla="*/ 2560320 h 3413760"/>
                <a:gd name="connsiteX3" fmla="*/ 1706880 w 3413760"/>
                <a:gd name="connsiteY3" fmla="*/ 1706880 h 3413760"/>
                <a:gd name="connsiteX4" fmla="*/ 3185081 w 3413760"/>
                <a:gd name="connsiteY4" fmla="*/ 2560320 h 34137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13760" h="3413760">
                  <a:moveTo>
                    <a:pt x="3185081" y="2560320"/>
                  </a:moveTo>
                  <a:cubicBezTo>
                    <a:pt x="2880176" y="3088431"/>
                    <a:pt x="2316689" y="3413760"/>
                    <a:pt x="1706880" y="3413760"/>
                  </a:cubicBezTo>
                  <a:cubicBezTo>
                    <a:pt x="1097071" y="3413760"/>
                    <a:pt x="533583" y="3088431"/>
                    <a:pt x="228679" y="2560320"/>
                  </a:cubicBezTo>
                  <a:lnTo>
                    <a:pt x="1706880" y="1706880"/>
                  </a:lnTo>
                  <a:lnTo>
                    <a:pt x="3185081" y="2560320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bg1">
                    <a:lumMod val="85000"/>
                  </a:schemeClr>
                </a:gs>
                <a:gs pos="100000">
                  <a:schemeClr val="bg1">
                    <a:lumMod val="50000"/>
                  </a:schemeClr>
                </a:gs>
              </a:gsLst>
              <a:lin ang="2700000" scaled="1"/>
              <a:tileRect/>
            </a:gradFill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rgbClr r="0" g="0" b="0"/>
            </a:fillRef>
            <a:effectRef idx="2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835661" tIns="2237741" rIns="795019" bIns="327659" numCol="1" spcCol="1270" anchor="ctr" anchorCtr="0">
              <a:noAutofit/>
            </a:bodyPr>
            <a:lstStyle/>
            <a:p>
              <a:pPr lvl="0" algn="ctr" defTabSz="800100" latinLnBrk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ko-KR" altLang="en-US" sz="1200" kern="1200" dirty="0"/>
            </a:p>
          </p:txBody>
        </p:sp>
        <p:sp>
          <p:nvSpPr>
            <p:cNvPr id="112" name="자유형 111"/>
            <p:cNvSpPr/>
            <p:nvPr/>
          </p:nvSpPr>
          <p:spPr>
            <a:xfrm>
              <a:off x="1198114" y="2020739"/>
              <a:ext cx="3413760" cy="3413760"/>
            </a:xfrm>
            <a:custGeom>
              <a:avLst/>
              <a:gdLst>
                <a:gd name="connsiteX0" fmla="*/ 228679 w 3413760"/>
                <a:gd name="connsiteY0" fmla="*/ 2560320 h 3413760"/>
                <a:gd name="connsiteX1" fmla="*/ 228679 w 3413760"/>
                <a:gd name="connsiteY1" fmla="*/ 853440 h 3413760"/>
                <a:gd name="connsiteX2" fmla="*/ 1706880 w 3413760"/>
                <a:gd name="connsiteY2" fmla="*/ 0 h 3413760"/>
                <a:gd name="connsiteX3" fmla="*/ 1706880 w 3413760"/>
                <a:gd name="connsiteY3" fmla="*/ 1706880 h 3413760"/>
                <a:gd name="connsiteX4" fmla="*/ 228679 w 3413760"/>
                <a:gd name="connsiteY4" fmla="*/ 2560320 h 34137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13760" h="3413760">
                  <a:moveTo>
                    <a:pt x="228679" y="2560320"/>
                  </a:moveTo>
                  <a:cubicBezTo>
                    <a:pt x="-76226" y="2032209"/>
                    <a:pt x="-76226" y="1381551"/>
                    <a:pt x="228679" y="853440"/>
                  </a:cubicBezTo>
                  <a:cubicBezTo>
                    <a:pt x="533584" y="325329"/>
                    <a:pt x="1097071" y="0"/>
                    <a:pt x="1706880" y="0"/>
                  </a:cubicBezTo>
                  <a:lnTo>
                    <a:pt x="1706880" y="1706880"/>
                  </a:lnTo>
                  <a:lnTo>
                    <a:pt x="228679" y="256032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FF0000"/>
                </a:gs>
                <a:gs pos="100000">
                  <a:srgbClr val="C00000"/>
                </a:gs>
              </a:gsLst>
              <a:lin ang="5400000" scaled="1"/>
              <a:tileRect/>
            </a:gradFill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rgbClr r="0" g="0" b="0"/>
            </a:fillRef>
            <a:effectRef idx="2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418287" tIns="746252" rIns="1821993" bIns="1697228" numCol="1" spcCol="1270" anchor="ctr" anchorCtr="0">
              <a:noAutofit/>
            </a:bodyPr>
            <a:lstStyle/>
            <a:p>
              <a:pPr lvl="0" algn="ctr" defTabSz="800100" latinLnBrk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ko-KR" altLang="en-US" sz="1200" kern="1200" dirty="0"/>
            </a:p>
          </p:txBody>
        </p:sp>
        <p:sp>
          <p:nvSpPr>
            <p:cNvPr id="113" name="원형 화살표 112"/>
            <p:cNvSpPr/>
            <p:nvPr/>
          </p:nvSpPr>
          <p:spPr>
            <a:xfrm>
              <a:off x="1127682" y="1809411"/>
              <a:ext cx="3836416" cy="3836416"/>
            </a:xfrm>
            <a:prstGeom prst="circularArrow">
              <a:avLst>
                <a:gd name="adj1" fmla="val 5085"/>
                <a:gd name="adj2" fmla="val 327528"/>
                <a:gd name="adj3" fmla="val 1472472"/>
                <a:gd name="adj4" fmla="val 16199432"/>
                <a:gd name="adj5" fmla="val 5932"/>
              </a:avLst>
            </a:prstGeom>
            <a:gradFill rotWithShape="0">
              <a:gsLst>
                <a:gs pos="0">
                  <a:srgbClr val="F2674A"/>
                </a:gs>
                <a:gs pos="100000">
                  <a:srgbClr val="C00000"/>
                </a:gs>
              </a:gsLst>
            </a:gradFill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3">
              <a:scrgbClr r="0" g="0" b="0"/>
            </a:fillRef>
            <a:effectRef idx="2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14" name="원형 화살표 113"/>
            <p:cNvSpPr/>
            <p:nvPr/>
          </p:nvSpPr>
          <p:spPr>
            <a:xfrm>
              <a:off x="1057094" y="1931116"/>
              <a:ext cx="3836416" cy="3836416"/>
            </a:xfrm>
            <a:prstGeom prst="circularArrow">
              <a:avLst>
                <a:gd name="adj1" fmla="val 5085"/>
                <a:gd name="adj2" fmla="val 327528"/>
                <a:gd name="adj3" fmla="val 8671970"/>
                <a:gd name="adj4" fmla="val 1800502"/>
                <a:gd name="adj5" fmla="val 5932"/>
              </a:avLst>
            </a:prstGeom>
            <a:gradFill rotWithShape="0">
              <a:gsLst>
                <a:gs pos="0">
                  <a:schemeClr val="bg1">
                    <a:lumMod val="50000"/>
                  </a:schemeClr>
                </a:gs>
                <a:gs pos="100000">
                  <a:schemeClr val="tx1">
                    <a:lumMod val="75000"/>
                    <a:lumOff val="25000"/>
                  </a:schemeClr>
                </a:gs>
              </a:gsLst>
            </a:gradFill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3">
              <a:scrgbClr r="0" g="0" b="0"/>
            </a:fillRef>
            <a:effectRef idx="2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15" name="원형 화살표 114"/>
            <p:cNvSpPr/>
            <p:nvPr/>
          </p:nvSpPr>
          <p:spPr>
            <a:xfrm>
              <a:off x="986505" y="1809411"/>
              <a:ext cx="3836416" cy="3836416"/>
            </a:xfrm>
            <a:prstGeom prst="circularArrow">
              <a:avLst>
                <a:gd name="adj1" fmla="val 5085"/>
                <a:gd name="adj2" fmla="val 327528"/>
                <a:gd name="adj3" fmla="val 15873039"/>
                <a:gd name="adj4" fmla="val 9000000"/>
                <a:gd name="adj5" fmla="val 5932"/>
              </a:avLst>
            </a:prstGeom>
            <a:gradFill rotWithShape="0">
              <a:gsLst>
                <a:gs pos="0">
                  <a:schemeClr val="bg1">
                    <a:lumMod val="50000"/>
                  </a:schemeClr>
                </a:gs>
                <a:gs pos="100000">
                  <a:schemeClr val="tx1">
                    <a:lumMod val="75000"/>
                    <a:lumOff val="25000"/>
                  </a:schemeClr>
                </a:gs>
              </a:gsLst>
            </a:gradFill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3">
              <a:scrgbClr r="0" g="0" b="0"/>
            </a:fillRef>
            <a:effectRef idx="2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16" name="타원 115"/>
            <p:cNvSpPr/>
            <p:nvPr/>
          </p:nvSpPr>
          <p:spPr>
            <a:xfrm>
              <a:off x="2167364" y="2965862"/>
              <a:ext cx="1615873" cy="1615873"/>
            </a:xfrm>
            <a:prstGeom prst="ellipse">
              <a:avLst/>
            </a:prstGeom>
            <a:pattFill prst="ltUpDiag">
              <a:fgClr>
                <a:schemeClr val="accent1">
                  <a:lumMod val="75000"/>
                </a:schemeClr>
              </a:fgClr>
              <a:bgClr>
                <a:schemeClr val="accent5">
                  <a:lumMod val="75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1700" dirty="0">
                  <a:latin typeface="Rix고딕 B" pitchFamily="18" charset="-127"/>
                  <a:ea typeface="Rix고딕 B" pitchFamily="18" charset="-127"/>
                </a:rPr>
                <a:t>사이버 침해 </a:t>
              </a:r>
              <a:br>
                <a:rPr lang="ko-KR" altLang="en-US" sz="1700" dirty="0">
                  <a:latin typeface="Rix고딕 B" pitchFamily="18" charset="-127"/>
                  <a:ea typeface="Rix고딕 B" pitchFamily="18" charset="-127"/>
                </a:rPr>
              </a:br>
              <a:r>
                <a:rPr lang="en-US" altLang="ko-KR" sz="1700" dirty="0">
                  <a:latin typeface="Rix고딕 B" pitchFamily="18" charset="-127"/>
                  <a:ea typeface="Rix고딕 B" pitchFamily="18" charset="-127"/>
                </a:rPr>
                <a:t>3</a:t>
              </a:r>
              <a:r>
                <a:rPr lang="ko-KR" altLang="en-US" sz="1700" dirty="0">
                  <a:latin typeface="Rix고딕 B" pitchFamily="18" charset="-127"/>
                  <a:ea typeface="Rix고딕 B" pitchFamily="18" charset="-127"/>
                </a:rPr>
                <a:t>가지 </a:t>
              </a:r>
              <a:r>
                <a:rPr lang="ko-KR" altLang="en-US" sz="1700" dirty="0" smtClean="0">
                  <a:latin typeface="Rix고딕 B" pitchFamily="18" charset="-127"/>
                  <a:ea typeface="Rix고딕 B" pitchFamily="18" charset="-127"/>
                </a:rPr>
                <a:t>유형</a:t>
              </a:r>
              <a:endParaRPr lang="ko-KR" altLang="en-US" sz="1700" dirty="0">
                <a:latin typeface="Rix고딕 B" pitchFamily="18" charset="-127"/>
                <a:ea typeface="Rix고딕 B" pitchFamily="18" charset="-127"/>
              </a:endParaRPr>
            </a:p>
          </p:txBody>
        </p:sp>
        <p:sp>
          <p:nvSpPr>
            <p:cNvPr id="117" name="TextBox 116"/>
            <p:cNvSpPr txBox="1"/>
            <p:nvPr/>
          </p:nvSpPr>
          <p:spPr>
            <a:xfrm>
              <a:off x="1305961" y="2913872"/>
              <a:ext cx="1240160" cy="59490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633" dirty="0" smtClean="0">
                  <a:solidFill>
                    <a:schemeClr val="bg1"/>
                  </a:solidFill>
                  <a:latin typeface="Rix고딕 EB" panose="02020603020101020101" pitchFamily="18" charset="-127"/>
                  <a:ea typeface="Rix고딕 EB" panose="02020603020101020101" pitchFamily="18" charset="-127"/>
                </a:rPr>
                <a:t>기밀성</a:t>
              </a:r>
              <a:endParaRPr lang="en-US" altLang="ko-KR" sz="1633" dirty="0" smtClean="0">
                <a:solidFill>
                  <a:schemeClr val="bg1"/>
                </a:solidFill>
                <a:latin typeface="Rix고딕 EB" panose="02020603020101020101" pitchFamily="18" charset="-127"/>
                <a:ea typeface="Rix고딕 EB" panose="02020603020101020101" pitchFamily="18" charset="-127"/>
              </a:endParaRPr>
            </a:p>
            <a:p>
              <a:pPr algn="ctr"/>
              <a:r>
                <a:rPr lang="ko-KR" altLang="en-US" sz="1633" dirty="0" smtClean="0">
                  <a:solidFill>
                    <a:schemeClr val="bg1"/>
                  </a:solidFill>
                  <a:latin typeface="Rix고딕 EB" panose="02020603020101020101" pitchFamily="18" charset="-127"/>
                  <a:ea typeface="Rix고딕 EB" panose="02020603020101020101" pitchFamily="18" charset="-127"/>
                </a:rPr>
                <a:t>침해</a:t>
              </a:r>
              <a:endParaRPr lang="en-US" altLang="ko-KR" sz="1633" dirty="0">
                <a:solidFill>
                  <a:schemeClr val="bg1"/>
                </a:solidFill>
                <a:latin typeface="Rix고딕 EB" panose="02020603020101020101" pitchFamily="18" charset="-127"/>
                <a:ea typeface="Rix고딕 EB" panose="02020603020101020101" pitchFamily="18" charset="-127"/>
              </a:endParaRPr>
            </a:p>
          </p:txBody>
        </p:sp>
        <p:sp>
          <p:nvSpPr>
            <p:cNvPr id="118" name="TextBox 117"/>
            <p:cNvSpPr txBox="1"/>
            <p:nvPr/>
          </p:nvSpPr>
          <p:spPr>
            <a:xfrm>
              <a:off x="3425054" y="2913872"/>
              <a:ext cx="1240160" cy="59490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633" dirty="0" smtClean="0">
                  <a:solidFill>
                    <a:schemeClr val="bg1"/>
                  </a:solidFill>
                  <a:latin typeface="Rix고딕 EB" panose="02020603020101020101" pitchFamily="18" charset="-127"/>
                  <a:ea typeface="Rix고딕 EB" panose="02020603020101020101" pitchFamily="18" charset="-127"/>
                </a:rPr>
                <a:t>무결성</a:t>
              </a:r>
              <a:endParaRPr lang="en-US" altLang="ko-KR" sz="1633" dirty="0" smtClean="0">
                <a:solidFill>
                  <a:schemeClr val="bg1"/>
                </a:solidFill>
                <a:latin typeface="Rix고딕 EB" panose="02020603020101020101" pitchFamily="18" charset="-127"/>
                <a:ea typeface="Rix고딕 EB" panose="02020603020101020101" pitchFamily="18" charset="-127"/>
              </a:endParaRPr>
            </a:p>
            <a:p>
              <a:pPr algn="ctr"/>
              <a:r>
                <a:rPr lang="ko-KR" altLang="en-US" sz="1633" dirty="0" smtClean="0">
                  <a:solidFill>
                    <a:schemeClr val="bg1"/>
                  </a:solidFill>
                  <a:latin typeface="Rix고딕 EB" panose="02020603020101020101" pitchFamily="18" charset="-127"/>
                  <a:ea typeface="Rix고딕 EB" panose="02020603020101020101" pitchFamily="18" charset="-127"/>
                </a:rPr>
                <a:t>침해</a:t>
              </a:r>
              <a:endParaRPr lang="ko-KR" altLang="en-US" sz="1633" dirty="0">
                <a:solidFill>
                  <a:schemeClr val="bg1"/>
                </a:solidFill>
                <a:latin typeface="Rix고딕 EB" panose="02020603020101020101" pitchFamily="18" charset="-127"/>
                <a:ea typeface="Rix고딕 EB" panose="02020603020101020101" pitchFamily="18" charset="-127"/>
              </a:endParaRPr>
            </a:p>
          </p:txBody>
        </p:sp>
        <p:sp>
          <p:nvSpPr>
            <p:cNvPr id="119" name="TextBox 118"/>
            <p:cNvSpPr txBox="1"/>
            <p:nvPr/>
          </p:nvSpPr>
          <p:spPr>
            <a:xfrm>
              <a:off x="2391642" y="4779582"/>
              <a:ext cx="1240160" cy="3436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633" dirty="0">
                  <a:latin typeface="Rix고딕 EB" panose="02020603020101020101" pitchFamily="18" charset="-127"/>
                  <a:ea typeface="Rix고딕 EB" panose="02020603020101020101" pitchFamily="18" charset="-127"/>
                </a:rPr>
                <a:t>가용성 침해</a:t>
              </a:r>
            </a:p>
          </p:txBody>
        </p:sp>
        <p:sp>
          <p:nvSpPr>
            <p:cNvPr id="120" name="TextBox 119"/>
            <p:cNvSpPr txBox="1"/>
            <p:nvPr/>
          </p:nvSpPr>
          <p:spPr>
            <a:xfrm>
              <a:off x="154694" y="1785987"/>
              <a:ext cx="1480165" cy="28777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ko-KR" altLang="en-US" sz="1270" spc="-100" dirty="0" smtClean="0">
                  <a:latin typeface="Rix고딕 M" pitchFamily="18" charset="-127"/>
                  <a:ea typeface="Rix고딕 M" pitchFamily="18" charset="-127"/>
                </a:rPr>
                <a:t>해킹</a:t>
              </a:r>
              <a:r>
                <a:rPr lang="en-US" altLang="ko-KR" sz="1270" spc="-100" dirty="0">
                  <a:latin typeface="Rix고딕 M" pitchFamily="18" charset="-127"/>
                  <a:ea typeface="Rix고딕 M" pitchFamily="18" charset="-127"/>
                </a:rPr>
                <a:t>, </a:t>
              </a:r>
              <a:r>
                <a:rPr lang="ko-KR" altLang="en-US" sz="1270" spc="-100" dirty="0">
                  <a:latin typeface="Rix고딕 M" pitchFamily="18" charset="-127"/>
                  <a:ea typeface="Rix고딕 M" pitchFamily="18" charset="-127"/>
                </a:rPr>
                <a:t>스니핑</a:t>
              </a:r>
              <a:r>
                <a:rPr lang="en-US" altLang="ko-KR" sz="1270" spc="-100" dirty="0">
                  <a:latin typeface="Rix고딕 M" pitchFamily="18" charset="-127"/>
                  <a:ea typeface="Rix고딕 M" pitchFamily="18" charset="-127"/>
                </a:rPr>
                <a:t>, </a:t>
              </a:r>
              <a:r>
                <a:rPr lang="en-US" altLang="ko-KR" sz="1270" spc="-100" dirty="0" smtClean="0">
                  <a:latin typeface="Rix고딕 M" pitchFamily="18" charset="-127"/>
                  <a:ea typeface="Rix고딕 M" pitchFamily="18" charset="-127"/>
                </a:rPr>
                <a:t>APT</a:t>
              </a:r>
              <a:endParaRPr lang="en-US" altLang="ko-KR" sz="1270" spc="-100" dirty="0">
                <a:latin typeface="Rix고딕 M" pitchFamily="18" charset="-127"/>
                <a:ea typeface="Rix고딕 M" pitchFamily="18" charset="-127"/>
              </a:endParaRPr>
            </a:p>
          </p:txBody>
        </p:sp>
        <p:sp>
          <p:nvSpPr>
            <p:cNvPr id="121" name="TextBox 120"/>
            <p:cNvSpPr txBox="1"/>
            <p:nvPr/>
          </p:nvSpPr>
          <p:spPr>
            <a:xfrm>
              <a:off x="4282302" y="1733094"/>
              <a:ext cx="1990863" cy="28777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270" spc="-100" dirty="0" smtClean="0">
                  <a:latin typeface="Rix고딕 M" pitchFamily="18" charset="-127"/>
                  <a:ea typeface="Rix고딕 M" pitchFamily="18" charset="-127"/>
                </a:rPr>
                <a:t>변조</a:t>
              </a:r>
              <a:r>
                <a:rPr lang="en-US" altLang="ko-KR" sz="1270" spc="-100" dirty="0">
                  <a:latin typeface="Rix고딕 M" pitchFamily="18" charset="-127"/>
                  <a:ea typeface="Rix고딕 M" pitchFamily="18" charset="-127"/>
                </a:rPr>
                <a:t>, </a:t>
              </a:r>
              <a:r>
                <a:rPr lang="ko-KR" altLang="en-US" sz="1270" spc="-100" dirty="0">
                  <a:latin typeface="Rix고딕 M" pitchFamily="18" charset="-127"/>
                  <a:ea typeface="Rix고딕 M" pitchFamily="18" charset="-127"/>
                </a:rPr>
                <a:t>랜섬웨어</a:t>
              </a:r>
              <a:r>
                <a:rPr lang="en-US" altLang="ko-KR" sz="1270" spc="-100" dirty="0" smtClean="0">
                  <a:latin typeface="Rix고딕 M" pitchFamily="18" charset="-127"/>
                  <a:ea typeface="Rix고딕 M" pitchFamily="18" charset="-127"/>
                </a:rPr>
                <a:t>, </a:t>
              </a:r>
              <a:r>
                <a:rPr lang="ko-KR" altLang="en-US" sz="1270" spc="-100" dirty="0" smtClean="0">
                  <a:latin typeface="Rix고딕 M" pitchFamily="18" charset="-127"/>
                  <a:ea typeface="Rix고딕 M" pitchFamily="18" charset="-127"/>
                </a:rPr>
                <a:t>홈페이지 조작</a:t>
              </a:r>
              <a:endParaRPr lang="en-US" altLang="ko-KR" sz="1270" spc="-100" dirty="0">
                <a:latin typeface="Rix고딕 M" pitchFamily="18" charset="-127"/>
                <a:ea typeface="Rix고딕 M" pitchFamily="18" charset="-127"/>
              </a:endParaRPr>
            </a:p>
          </p:txBody>
        </p:sp>
        <p:sp>
          <p:nvSpPr>
            <p:cNvPr id="122" name="TextBox 121"/>
            <p:cNvSpPr txBox="1"/>
            <p:nvPr/>
          </p:nvSpPr>
          <p:spPr>
            <a:xfrm>
              <a:off x="3428371" y="5714106"/>
              <a:ext cx="1790428" cy="28777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270" spc="-100" dirty="0" smtClean="0">
                  <a:latin typeface="Rix고딕 M" pitchFamily="18" charset="-127"/>
                  <a:ea typeface="Rix고딕 M" pitchFamily="18" charset="-127"/>
                </a:rPr>
                <a:t>악성코드</a:t>
              </a:r>
              <a:r>
                <a:rPr lang="en-US" altLang="ko-KR" sz="1270" spc="-100" dirty="0">
                  <a:latin typeface="Rix고딕 M" pitchFamily="18" charset="-127"/>
                  <a:ea typeface="Rix고딕 M" pitchFamily="18" charset="-127"/>
                </a:rPr>
                <a:t>, </a:t>
              </a:r>
              <a:r>
                <a:rPr lang="ko-KR" altLang="en-US" sz="1270" spc="-100" dirty="0">
                  <a:latin typeface="Rix고딕 M" pitchFamily="18" charset="-127"/>
                  <a:ea typeface="Rix고딕 M" pitchFamily="18" charset="-127"/>
                </a:rPr>
                <a:t>웜</a:t>
              </a:r>
              <a:r>
                <a:rPr lang="en-US" altLang="ko-KR" sz="1270" spc="-100" dirty="0">
                  <a:latin typeface="Rix고딕 M" pitchFamily="18" charset="-127"/>
                  <a:ea typeface="Rix고딕 M" pitchFamily="18" charset="-127"/>
                </a:rPr>
                <a:t>, </a:t>
              </a:r>
              <a:r>
                <a:rPr lang="en-US" altLang="ko-KR" sz="1270" spc="-100" dirty="0" smtClean="0">
                  <a:latin typeface="Rix고딕 M" pitchFamily="18" charset="-127"/>
                  <a:ea typeface="Rix고딕 M" pitchFamily="18" charset="-127"/>
                </a:rPr>
                <a:t>DDoS</a:t>
              </a:r>
              <a:endParaRPr lang="en-US" altLang="ko-KR" sz="1270" spc="-100" dirty="0">
                <a:latin typeface="Rix고딕 M" pitchFamily="18" charset="-127"/>
                <a:ea typeface="Rix고딕 M" pitchFamily="18" charset="-127"/>
              </a:endParaRPr>
            </a:p>
          </p:txBody>
        </p:sp>
        <p:cxnSp>
          <p:nvCxnSpPr>
            <p:cNvPr id="123" name="직선 연결선 122"/>
            <p:cNvCxnSpPr/>
            <p:nvPr/>
          </p:nvCxnSpPr>
          <p:spPr>
            <a:xfrm flipV="1">
              <a:off x="3870960" y="1854916"/>
              <a:ext cx="0" cy="603146"/>
            </a:xfrm>
            <a:prstGeom prst="line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직선 연결선 123"/>
            <p:cNvCxnSpPr/>
            <p:nvPr/>
          </p:nvCxnSpPr>
          <p:spPr>
            <a:xfrm>
              <a:off x="3870960" y="1854916"/>
              <a:ext cx="411342" cy="0"/>
            </a:xfrm>
            <a:prstGeom prst="line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직선 연결선 124"/>
            <p:cNvCxnSpPr/>
            <p:nvPr/>
          </p:nvCxnSpPr>
          <p:spPr>
            <a:xfrm flipV="1">
              <a:off x="3045890" y="5254846"/>
              <a:ext cx="0" cy="603146"/>
            </a:xfrm>
            <a:prstGeom prst="line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직선 연결선 125"/>
            <p:cNvCxnSpPr/>
            <p:nvPr/>
          </p:nvCxnSpPr>
          <p:spPr>
            <a:xfrm>
              <a:off x="3045890" y="5857992"/>
              <a:ext cx="411342" cy="0"/>
            </a:xfrm>
            <a:prstGeom prst="line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직선 연결선 126"/>
            <p:cNvCxnSpPr/>
            <p:nvPr/>
          </p:nvCxnSpPr>
          <p:spPr>
            <a:xfrm flipV="1">
              <a:off x="2042160" y="1931116"/>
              <a:ext cx="0" cy="603146"/>
            </a:xfrm>
            <a:prstGeom prst="line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직선 연결선 127"/>
            <p:cNvCxnSpPr/>
            <p:nvPr/>
          </p:nvCxnSpPr>
          <p:spPr>
            <a:xfrm>
              <a:off x="1630818" y="1931116"/>
              <a:ext cx="411342" cy="0"/>
            </a:xfrm>
            <a:prstGeom prst="line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29" name="Picture 4" descr="G:\work\아이티센시스템즈\경찰청공조조회유지보수\icon&amp;dia\제안서템플릿이미지-61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77827" y="1970720"/>
            <a:ext cx="751739" cy="5367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0" name="Picture 7" descr="G:\work\아이티센시스템즈\경찰청공조조회유지보수\icon&amp;dia\제안서템플릿이미지-47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49876" y="4381377"/>
            <a:ext cx="683121" cy="4993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435135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0" y="307090"/>
            <a:ext cx="10693400" cy="46218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 cap="rnd" cmpd="sng">
            <a:noFill/>
            <a:prstDash val="solid"/>
            <a:headEnd type="none" w="lg" len="med"/>
            <a:tailEnd type="none" w="lg" len="med"/>
          </a:ln>
          <a:effectLst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none" lIns="99569" tIns="172873" rIns="99569" bIns="49785"/>
          <a:lstStyle/>
          <a:p>
            <a:pPr algn="ctr" latinLnBrk="0"/>
            <a:endParaRPr lang="ko-KR" altLang="en-US" sz="1700" b="1" dirty="0">
              <a:gradFill>
                <a:gsLst>
                  <a:gs pos="0">
                    <a:prstClr val="white"/>
                  </a:gs>
                  <a:gs pos="100000">
                    <a:prstClr val="white"/>
                  </a:gs>
                </a:gsLst>
                <a:lin ang="5400000" scaled="0"/>
              </a:gra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고도 B" panose="02000503000000020004" pitchFamily="2" charset="-127"/>
              <a:ea typeface="고도 B" panose="02000503000000020004" pitchFamily="2" charset="-127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47918" y="357032"/>
            <a:ext cx="8148382" cy="369332"/>
          </a:xfrm>
          <a:prstGeom prst="rect">
            <a:avLst/>
          </a:prstGeom>
          <a:noFill/>
          <a:ln w="6350">
            <a:noFill/>
          </a:ln>
          <a:effectLst/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 anchorCtr="0">
            <a:spAutoFit/>
            <a:sp3d>
              <a:bevelT w="0" h="0"/>
              <a:contourClr>
                <a:schemeClr val="bg1"/>
              </a:contourClr>
            </a:sp3d>
          </a:bodyPr>
          <a:lstStyle>
            <a:defPPr>
              <a:defRPr lang="ko-KR"/>
            </a:defPPr>
            <a:lvl1pPr lvl="0" indent="0" defTabSz="801639" latinLnBrk="0">
              <a:lnSpc>
                <a:spcPct val="100000"/>
              </a:lnSpc>
              <a:spcBef>
                <a:spcPts val="88"/>
              </a:spcBef>
              <a:spcAft>
                <a:spcPts val="88"/>
              </a:spcAft>
              <a:defRPr sz="2400" spc="0">
                <a:ln>
                  <a:solidFill>
                    <a:prstClr val="white">
                      <a:alpha val="10000"/>
                    </a:prstClr>
                  </a:solidFill>
                </a:ln>
                <a:solidFill>
                  <a:prstClr val="white"/>
                </a:solidFill>
                <a:effectLst/>
                <a:latin typeface="나눔고딕 ExtraBold" panose="020D0904000000000000" pitchFamily="50" charset="-127"/>
                <a:ea typeface="나눔고딕 ExtraBold" panose="020D0904000000000000" pitchFamily="50" charset="-127"/>
              </a:defRPr>
            </a:lvl1pPr>
          </a:lstStyle>
          <a:p>
            <a:r>
              <a:rPr lang="en-US" altLang="ko-KR" spc="-150" dirty="0" smtClean="0">
                <a:solidFill>
                  <a:schemeClr val="tx1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Q9. </a:t>
            </a:r>
            <a:r>
              <a:rPr lang="ko-KR" altLang="en-US" spc="-150" dirty="0">
                <a:solidFill>
                  <a:schemeClr val="tx1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최근 사이버침해 유형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7442" y="3236875"/>
            <a:ext cx="10043857" cy="1354217"/>
          </a:xfrm>
          <a:prstGeom prst="rect">
            <a:avLst/>
          </a:prstGeom>
          <a:noFill/>
          <a:ln w="6350">
            <a:noFill/>
          </a:ln>
          <a:effectLst/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 anchorCtr="0">
            <a:spAutoFit/>
            <a:sp3d>
              <a:bevelT w="0" h="0"/>
              <a:contourClr>
                <a:schemeClr val="bg1"/>
              </a:contourClr>
            </a:sp3d>
          </a:bodyPr>
          <a:lstStyle>
            <a:defPPr>
              <a:defRPr lang="ko-KR"/>
            </a:defPPr>
            <a:lvl1pPr lvl="0" indent="0" defTabSz="801639" latinLnBrk="0">
              <a:lnSpc>
                <a:spcPct val="100000"/>
              </a:lnSpc>
              <a:spcBef>
                <a:spcPts val="88"/>
              </a:spcBef>
              <a:spcAft>
                <a:spcPts val="88"/>
              </a:spcAft>
              <a:defRPr sz="2400" spc="0">
                <a:ln>
                  <a:solidFill>
                    <a:prstClr val="white">
                      <a:alpha val="10000"/>
                    </a:prstClr>
                  </a:solidFill>
                </a:ln>
                <a:solidFill>
                  <a:prstClr val="white"/>
                </a:solidFill>
                <a:effectLst/>
                <a:latin typeface="나눔고딕 ExtraBold" panose="020D0904000000000000" pitchFamily="50" charset="-127"/>
                <a:ea typeface="나눔고딕 ExtraBold" panose="020D0904000000000000" pitchFamily="50" charset="-127"/>
              </a:defRPr>
            </a:lvl1pPr>
          </a:lstStyle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600" spc="-100" dirty="0">
                <a:solidFill>
                  <a:schemeClr val="tx1"/>
                </a:solidFill>
                <a:latin typeface="Rix고딕 M" pitchFamily="18" charset="-127"/>
                <a:ea typeface="Rix고딕 M" pitchFamily="18" charset="-127"/>
              </a:rPr>
              <a:t>외부와 차단된 이란 부쉐르 원자력발전소를 공격하면서 알려진 침해 유형입니다</a:t>
            </a:r>
            <a:r>
              <a:rPr lang="en-US" altLang="ko-KR" sz="1600" spc="-100" dirty="0">
                <a:solidFill>
                  <a:schemeClr val="tx1"/>
                </a:solidFill>
                <a:latin typeface="Rix고딕 M" pitchFamily="18" charset="-127"/>
                <a:ea typeface="Rix고딕 M" pitchFamily="18" charset="-127"/>
              </a:rPr>
              <a:t>. </a:t>
            </a:r>
            <a:r>
              <a:rPr lang="ko-KR" altLang="en-US" sz="1600" spc="-100" dirty="0">
                <a:solidFill>
                  <a:schemeClr val="tx1"/>
                </a:solidFill>
                <a:latin typeface="Rix고딕 M" pitchFamily="18" charset="-127"/>
                <a:ea typeface="Rix고딕 M" pitchFamily="18" charset="-127"/>
              </a:rPr>
              <a:t>악성코드를 </a:t>
            </a:r>
            <a:r>
              <a:rPr lang="ko-KR" altLang="en-US" sz="1600" spc="-100" dirty="0" smtClean="0">
                <a:solidFill>
                  <a:schemeClr val="tx1"/>
                </a:solidFill>
                <a:latin typeface="Rix고딕 M" pitchFamily="18" charset="-127"/>
                <a:ea typeface="Rix고딕 M" pitchFamily="18" charset="-127"/>
              </a:rPr>
              <a:t>이용해 내부 </a:t>
            </a:r>
            <a:r>
              <a:rPr lang="ko-KR" altLang="en-US" sz="1600" spc="-100" dirty="0">
                <a:solidFill>
                  <a:schemeClr val="tx1"/>
                </a:solidFill>
                <a:latin typeface="Rix고딕 M" pitchFamily="18" charset="-127"/>
                <a:ea typeface="Rix고딕 M" pitchFamily="18" charset="-127"/>
              </a:rPr>
              <a:t>시스템에 침입하여 내부의 정보를 탈취</a:t>
            </a:r>
            <a:r>
              <a:rPr lang="en-US" altLang="ko-KR" sz="1600" spc="-100" dirty="0">
                <a:solidFill>
                  <a:schemeClr val="tx1"/>
                </a:solidFill>
                <a:latin typeface="Rix고딕 M" pitchFamily="18" charset="-127"/>
                <a:ea typeface="Rix고딕 M" pitchFamily="18" charset="-127"/>
              </a:rPr>
              <a:t>, </a:t>
            </a:r>
            <a:r>
              <a:rPr lang="ko-KR" altLang="en-US" sz="1600" spc="-100" dirty="0">
                <a:solidFill>
                  <a:schemeClr val="tx1"/>
                </a:solidFill>
                <a:latin typeface="Rix고딕 M" pitchFamily="18" charset="-127"/>
                <a:ea typeface="Rix고딕 M" pitchFamily="18" charset="-127"/>
              </a:rPr>
              <a:t>외부의 </a:t>
            </a:r>
            <a:r>
              <a:rPr lang="en-US" altLang="ko-KR" sz="1600" spc="-100" dirty="0">
                <a:solidFill>
                  <a:schemeClr val="tx1"/>
                </a:solidFill>
                <a:latin typeface="Rix고딕 M" pitchFamily="18" charset="-127"/>
                <a:ea typeface="Rix고딕 M" pitchFamily="18" charset="-127"/>
              </a:rPr>
              <a:t>C&amp;C </a:t>
            </a:r>
            <a:r>
              <a:rPr lang="ko-KR" altLang="en-US" sz="1600" spc="-100" dirty="0">
                <a:solidFill>
                  <a:schemeClr val="tx1"/>
                </a:solidFill>
                <a:latin typeface="Rix고딕 M" pitchFamily="18" charset="-127"/>
                <a:ea typeface="Rix고딕 M" pitchFamily="18" charset="-127"/>
              </a:rPr>
              <a:t>서버로 전송하는 유형의 공격입니다</a:t>
            </a:r>
            <a:r>
              <a:rPr lang="en-US" altLang="ko-KR" sz="1600" spc="-100" dirty="0">
                <a:solidFill>
                  <a:schemeClr val="tx1"/>
                </a:solidFill>
                <a:latin typeface="Rix고딕 M" pitchFamily="18" charset="-127"/>
                <a:ea typeface="Rix고딕 M" pitchFamily="18" charset="-127"/>
              </a:rPr>
              <a:t>. </a:t>
            </a:r>
            <a:r>
              <a:rPr lang="ko-KR" altLang="en-US" sz="1600" spc="-100" dirty="0" smtClean="0">
                <a:solidFill>
                  <a:schemeClr val="tx1"/>
                </a:solidFill>
                <a:latin typeface="Rix고딕 M" pitchFamily="18" charset="-127"/>
                <a:ea typeface="Rix고딕 M" pitchFamily="18" charset="-127"/>
              </a:rPr>
              <a:t>자신의 </a:t>
            </a:r>
            <a:r>
              <a:rPr lang="ko-KR" altLang="en-US" sz="1600" spc="-100" dirty="0">
                <a:solidFill>
                  <a:schemeClr val="tx1"/>
                </a:solidFill>
                <a:latin typeface="Rix고딕 M" pitchFamily="18" charset="-127"/>
                <a:ea typeface="Rix고딕 M" pitchFamily="18" charset="-127"/>
              </a:rPr>
              <a:t>위치를 숨기기 위해 감염된 시스템 이외의 시스템에 이상 징후를 띄운다든지 하는 </a:t>
            </a:r>
            <a:r>
              <a:rPr lang="ko-KR" altLang="en-US" sz="1600" spc="-100" dirty="0" smtClean="0">
                <a:solidFill>
                  <a:schemeClr val="tx1"/>
                </a:solidFill>
                <a:latin typeface="Rix고딕 M" pitchFamily="18" charset="-127"/>
                <a:ea typeface="Rix고딕 M" pitchFamily="18" charset="-127"/>
              </a:rPr>
              <a:t>방법으로 지능적으로 </a:t>
            </a:r>
            <a:r>
              <a:rPr lang="ko-KR" altLang="en-US" sz="1600" spc="-100" dirty="0">
                <a:solidFill>
                  <a:schemeClr val="tx1"/>
                </a:solidFill>
                <a:latin typeface="Rix고딕 M" pitchFamily="18" charset="-127"/>
                <a:ea typeface="Rix고딕 M" pitchFamily="18" charset="-127"/>
              </a:rPr>
              <a:t>숨어 있어서 발견이 어렵습니다</a:t>
            </a:r>
            <a:r>
              <a:rPr lang="en-US" altLang="ko-KR" sz="1600" spc="-100" dirty="0">
                <a:solidFill>
                  <a:schemeClr val="tx1"/>
                </a:solidFill>
                <a:latin typeface="Rix고딕 M" pitchFamily="18" charset="-127"/>
                <a:ea typeface="Rix고딕 M" pitchFamily="18" charset="-127"/>
              </a:rPr>
              <a:t>. </a:t>
            </a:r>
            <a:r>
              <a:rPr lang="ko-KR" altLang="en-US" sz="1600" spc="-100" dirty="0" smtClean="0">
                <a:solidFill>
                  <a:schemeClr val="tx1"/>
                </a:solidFill>
                <a:latin typeface="Rix고딕 M" pitchFamily="18" charset="-127"/>
                <a:ea typeface="Rix고딕 M" pitchFamily="18" charset="-127"/>
              </a:rPr>
              <a:t>오랜 기간 </a:t>
            </a:r>
            <a:r>
              <a:rPr lang="ko-KR" altLang="en-US" sz="1600" spc="-100" dirty="0">
                <a:solidFill>
                  <a:schemeClr val="tx1"/>
                </a:solidFill>
                <a:latin typeface="Rix고딕 M" pitchFamily="18" charset="-127"/>
                <a:ea typeface="Rix고딕 M" pitchFamily="18" charset="-127"/>
              </a:rPr>
              <a:t>시스템에 상주하면서 장기간 정보를 탈취하는</a:t>
            </a:r>
            <a:br>
              <a:rPr lang="ko-KR" altLang="en-US" sz="1600" spc="-100" dirty="0">
                <a:solidFill>
                  <a:schemeClr val="tx1"/>
                </a:solidFill>
                <a:latin typeface="Rix고딕 M" pitchFamily="18" charset="-127"/>
                <a:ea typeface="Rix고딕 M" pitchFamily="18" charset="-127"/>
              </a:rPr>
            </a:br>
            <a:r>
              <a:rPr lang="ko-KR" altLang="en-US" sz="1600" spc="-100" dirty="0" smtClean="0">
                <a:solidFill>
                  <a:schemeClr val="tx1"/>
                </a:solidFill>
                <a:latin typeface="Rix고딕 M" pitchFamily="18" charset="-127"/>
                <a:ea typeface="Rix고딕 M" pitchFamily="18" charset="-127"/>
              </a:rPr>
              <a:t>사이버침해로 </a:t>
            </a:r>
            <a:r>
              <a:rPr lang="ko-KR" altLang="en-US" sz="1600" spc="-100" dirty="0">
                <a:solidFill>
                  <a:schemeClr val="tx1"/>
                </a:solidFill>
                <a:latin typeface="Rix고딕 M" pitchFamily="18" charset="-127"/>
                <a:ea typeface="Rix고딕 M" pitchFamily="18" charset="-127"/>
              </a:rPr>
              <a:t>예방책으로는 샌드박스를 이용하여 어플리케이션을 구동하는 방법 등이 있습니다</a:t>
            </a:r>
            <a:r>
              <a:rPr lang="en-US" altLang="ko-KR" sz="1600" spc="-100" dirty="0" smtClean="0">
                <a:solidFill>
                  <a:schemeClr val="tx1"/>
                </a:solidFill>
                <a:latin typeface="Rix고딕 M" pitchFamily="18" charset="-127"/>
                <a:ea typeface="Rix고딕 M" pitchFamily="18" charset="-127"/>
              </a:rPr>
              <a:t>. </a:t>
            </a:r>
            <a:r>
              <a:rPr lang="ko-KR" altLang="en-US" sz="1600" spc="-100" dirty="0" smtClean="0">
                <a:solidFill>
                  <a:schemeClr val="tx1"/>
                </a:solidFill>
                <a:latin typeface="Rix고딕 M" pitchFamily="18" charset="-127"/>
                <a:ea typeface="Rix고딕 M" pitchFamily="18" charset="-127"/>
              </a:rPr>
              <a:t>보안업체 </a:t>
            </a:r>
            <a:r>
              <a:rPr lang="ko-KR" altLang="en-US" sz="1600" spc="-100" dirty="0">
                <a:solidFill>
                  <a:schemeClr val="tx1"/>
                </a:solidFill>
                <a:latin typeface="Rix고딕 M" pitchFamily="18" charset="-127"/>
                <a:ea typeface="Rix고딕 M" pitchFamily="18" charset="-127"/>
              </a:rPr>
              <a:t>카스퍼스키 내부에도 침투할 정도의 지능적인 침해 유형입니다</a:t>
            </a:r>
            <a:r>
              <a:rPr lang="en-US" altLang="ko-KR" sz="1600" spc="-100" dirty="0">
                <a:solidFill>
                  <a:schemeClr val="tx1"/>
                </a:solidFill>
                <a:latin typeface="Rix고딕 M" pitchFamily="18" charset="-127"/>
                <a:ea typeface="Rix고딕 M" pitchFamily="18" charset="-127"/>
              </a:rPr>
              <a:t>.</a:t>
            </a:r>
          </a:p>
        </p:txBody>
      </p:sp>
      <p:sp>
        <p:nvSpPr>
          <p:cNvPr id="16" name="직사각형 15"/>
          <p:cNvSpPr/>
          <p:nvPr/>
        </p:nvSpPr>
        <p:spPr>
          <a:xfrm>
            <a:off x="357441" y="2538752"/>
            <a:ext cx="10043857" cy="55395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1" algn="ctr">
              <a:spcBef>
                <a:spcPct val="0"/>
              </a:spcBef>
            </a:pPr>
            <a:endParaRPr lang="ko-KR" altLang="en-US" spc="-100" dirty="0">
              <a:solidFill>
                <a:schemeClr val="bg1"/>
              </a:solidFill>
              <a:latin typeface="Rix모던고딕 B" panose="02020603020101020101" pitchFamily="18" charset="-127"/>
              <a:ea typeface="Rix모던고딕 B" panose="02020603020101020101" pitchFamily="18" charset="-127"/>
              <a:cs typeface="+mj-cs"/>
            </a:endParaRPr>
          </a:p>
        </p:txBody>
      </p:sp>
      <p:grpSp>
        <p:nvGrpSpPr>
          <p:cNvPr id="17" name="그룹 16"/>
          <p:cNvGrpSpPr/>
          <p:nvPr/>
        </p:nvGrpSpPr>
        <p:grpSpPr>
          <a:xfrm>
            <a:off x="474459" y="2538752"/>
            <a:ext cx="720496" cy="553957"/>
            <a:chOff x="554204" y="2140317"/>
            <a:chExt cx="466074" cy="566339"/>
          </a:xfrm>
        </p:grpSpPr>
        <p:sp>
          <p:nvSpPr>
            <p:cNvPr id="18" name="직사각형 17"/>
            <p:cNvSpPr/>
            <p:nvPr/>
          </p:nvSpPr>
          <p:spPr>
            <a:xfrm>
              <a:off x="554204" y="2140317"/>
              <a:ext cx="466074" cy="566339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lvl="1" algn="ctr">
                <a:spcBef>
                  <a:spcPct val="0"/>
                </a:spcBef>
              </a:pPr>
              <a:endParaRPr lang="ko-KR" altLang="en-US" sz="2000" spc="-100" dirty="0">
                <a:solidFill>
                  <a:schemeClr val="bg1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  <a:cs typeface="+mj-cs"/>
              </a:endParaRP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609084" y="2235516"/>
              <a:ext cx="356314" cy="44051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ko-KR"/>
              </a:defPPr>
              <a:lvl1pPr algn="ctr">
                <a:defRPr sz="2000" b="1">
                  <a:ln w="22225">
                    <a:solidFill>
                      <a:schemeClr val="accent2"/>
                    </a:solidFill>
                    <a:prstDash val="solid"/>
                  </a:ln>
                  <a:solidFill>
                    <a:schemeClr val="accent2">
                      <a:lumMod val="40000"/>
                      <a:lumOff val="60000"/>
                    </a:schemeClr>
                  </a:solidFill>
                  <a:latin typeface="+mn-ea"/>
                </a:defRPr>
              </a:lvl1pPr>
            </a:lstStyle>
            <a:p>
              <a:pPr defTabSz="801639" latinLnBrk="0">
                <a:spcBef>
                  <a:spcPts val="88"/>
                </a:spcBef>
                <a:spcAft>
                  <a:spcPts val="88"/>
                </a:spcAft>
              </a:pPr>
              <a:r>
                <a:rPr lang="en-US" altLang="ko-KR" sz="2800" spc="-200" dirty="0" smtClean="0">
                  <a:ln>
                    <a:solidFill>
                      <a:prstClr val="white">
                        <a:alpha val="10000"/>
                      </a:prstClr>
                    </a:solidFill>
                  </a:ln>
                  <a:solidFill>
                    <a:schemeClr val="bg1">
                      <a:lumMod val="85000"/>
                    </a:schemeClr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</a:rPr>
                <a:t>01</a:t>
              </a:r>
              <a:endParaRPr lang="en-US" altLang="ko-KR" sz="2800" spc="-200" dirty="0">
                <a:ln>
                  <a:solidFill>
                    <a:prstClr val="white">
                      <a:alpha val="10000"/>
                    </a:prstClr>
                  </a:solidFill>
                </a:ln>
                <a:solidFill>
                  <a:schemeClr val="bg1">
                    <a:lumMod val="85000"/>
                  </a:schemeClr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endParaRPr>
            </a:p>
          </p:txBody>
        </p:sp>
      </p:grpSp>
      <p:sp>
        <p:nvSpPr>
          <p:cNvPr id="20" name="TextBox 19"/>
          <p:cNvSpPr txBox="1"/>
          <p:nvPr/>
        </p:nvSpPr>
        <p:spPr>
          <a:xfrm>
            <a:off x="1315995" y="2640129"/>
            <a:ext cx="6536020" cy="369332"/>
          </a:xfrm>
          <a:prstGeom prst="rect">
            <a:avLst/>
          </a:prstGeom>
          <a:noFill/>
          <a:ln w="6350">
            <a:noFill/>
          </a:ln>
          <a:effectLst/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t" anchorCtr="0">
            <a:spAutoFit/>
            <a:sp3d>
              <a:bevelT w="0" h="0"/>
              <a:contourClr>
                <a:schemeClr val="bg1"/>
              </a:contourClr>
            </a:sp3d>
          </a:bodyPr>
          <a:lstStyle>
            <a:defPPr>
              <a:defRPr lang="ko-KR"/>
            </a:defPPr>
            <a:lvl1pPr lvl="0" indent="-457200" algn="ctr" eaLnBrk="0" latinLnBrk="0" hangingPunct="0">
              <a:lnSpc>
                <a:spcPct val="100000"/>
              </a:lnSpc>
              <a:spcBef>
                <a:spcPts val="200"/>
              </a:spcBef>
              <a:spcAft>
                <a:spcPts val="600"/>
              </a:spcAft>
              <a:defRPr sz="1700" spc="-50">
                <a:ln w="0"/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뫼비우스 Bold" panose="02000500000000000000" pitchFamily="2" charset="-127"/>
                <a:ea typeface="뫼비우스 Bold" panose="02000500000000000000" pitchFamily="2" charset="-127"/>
              </a:defRPr>
            </a:lvl1pPr>
          </a:lstStyle>
          <a:p>
            <a:pPr marL="0" lvl="1" indent="-337083" defTabSz="1078664" fontAlgn="base" latinLnBrk="0">
              <a:spcBef>
                <a:spcPct val="0"/>
              </a:spcBef>
              <a:spcAft>
                <a:spcPct val="0"/>
              </a:spcAft>
              <a:buClr>
                <a:prstClr val="white"/>
              </a:buClr>
              <a:buSzPct val="80000"/>
              <a:tabLst>
                <a:tab pos="6150461" algn="l"/>
              </a:tabLst>
              <a:defRPr/>
            </a:pPr>
            <a:r>
              <a:rPr lang="en-US" altLang="ko-KR" sz="2400" spc="-130" dirty="0">
                <a:ln>
                  <a:solidFill>
                    <a:prstClr val="white">
                      <a:alpha val="10000"/>
                    </a:prstClr>
                  </a:solidFill>
                </a:ln>
                <a:solidFill>
                  <a:schemeClr val="tx1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APT (Advanced Persistent Threat : </a:t>
            </a:r>
            <a:r>
              <a:rPr lang="ko-KR" altLang="en-US" sz="2400" spc="-130" dirty="0">
                <a:ln>
                  <a:solidFill>
                    <a:prstClr val="white">
                      <a:alpha val="10000"/>
                    </a:prstClr>
                  </a:solidFill>
                </a:ln>
                <a:solidFill>
                  <a:schemeClr val="tx1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지능적인 지속 위협</a:t>
            </a:r>
            <a:r>
              <a:rPr lang="en-US" altLang="ko-KR" sz="2400" spc="-130" dirty="0">
                <a:ln>
                  <a:solidFill>
                    <a:prstClr val="white">
                      <a:alpha val="10000"/>
                    </a:prstClr>
                  </a:solidFill>
                </a:ln>
                <a:solidFill>
                  <a:schemeClr val="tx1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7442" y="5755638"/>
            <a:ext cx="10043857" cy="800797"/>
          </a:xfrm>
          <a:prstGeom prst="rect">
            <a:avLst/>
          </a:prstGeom>
          <a:noFill/>
          <a:ln w="6350">
            <a:noFill/>
          </a:ln>
          <a:effectLst/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 anchorCtr="0">
            <a:spAutoFit/>
            <a:sp3d>
              <a:bevelT w="0" h="0"/>
              <a:contourClr>
                <a:schemeClr val="bg1"/>
              </a:contourClr>
            </a:sp3d>
          </a:bodyPr>
          <a:lstStyle>
            <a:defPPr>
              <a:defRPr lang="ko-KR"/>
            </a:defPPr>
            <a:lvl1pPr lvl="0" indent="0" defTabSz="801639" latinLnBrk="0">
              <a:lnSpc>
                <a:spcPct val="100000"/>
              </a:lnSpc>
              <a:spcBef>
                <a:spcPts val="88"/>
              </a:spcBef>
              <a:spcAft>
                <a:spcPts val="88"/>
              </a:spcAft>
              <a:defRPr sz="2400" spc="0">
                <a:ln>
                  <a:solidFill>
                    <a:prstClr val="white">
                      <a:alpha val="10000"/>
                    </a:prstClr>
                  </a:solidFill>
                </a:ln>
                <a:solidFill>
                  <a:prstClr val="white"/>
                </a:solidFill>
                <a:effectLst/>
                <a:latin typeface="나눔고딕 ExtraBold" panose="020D0904000000000000" pitchFamily="50" charset="-127"/>
                <a:ea typeface="나눔고딕 ExtraBold" panose="020D0904000000000000" pitchFamily="50" charset="-127"/>
              </a:defRPr>
            </a:lvl1pPr>
          </a:lstStyle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600" spc="-100" dirty="0">
                <a:solidFill>
                  <a:schemeClr val="tx1"/>
                </a:solidFill>
                <a:latin typeface="Rix고딕 M" pitchFamily="18" charset="-127"/>
                <a:ea typeface="Rix고딕 M" pitchFamily="18" charset="-127"/>
              </a:rPr>
              <a:t>시스템 내부의 중요 파일을 암호화한 뒤</a:t>
            </a:r>
            <a:r>
              <a:rPr lang="en-US" altLang="ko-KR" sz="1600" spc="-100" dirty="0">
                <a:solidFill>
                  <a:schemeClr val="tx1"/>
                </a:solidFill>
                <a:latin typeface="Rix고딕 M" pitchFamily="18" charset="-127"/>
                <a:ea typeface="Rix고딕 M" pitchFamily="18" charset="-127"/>
              </a:rPr>
              <a:t>, </a:t>
            </a:r>
            <a:r>
              <a:rPr lang="ko-KR" altLang="en-US" sz="1600" spc="-100" dirty="0">
                <a:solidFill>
                  <a:schemeClr val="tx1"/>
                </a:solidFill>
                <a:latin typeface="Rix고딕 M" pitchFamily="18" charset="-127"/>
                <a:ea typeface="Rix고딕 M" pitchFamily="18" charset="-127"/>
              </a:rPr>
              <a:t>암호를 풀어주는 대가로 피해자에게 금품을 요구하는 신종 </a:t>
            </a:r>
            <a:r>
              <a:rPr lang="ko-KR" altLang="en-US" sz="1600" spc="-100" dirty="0" smtClean="0">
                <a:solidFill>
                  <a:schemeClr val="tx1"/>
                </a:solidFill>
                <a:latin typeface="Rix고딕 M" pitchFamily="18" charset="-127"/>
                <a:ea typeface="Rix고딕 M" pitchFamily="18" charset="-127"/>
              </a:rPr>
              <a:t> 사이버침해 </a:t>
            </a:r>
            <a:r>
              <a:rPr lang="ko-KR" altLang="en-US" sz="1600" spc="-100" dirty="0">
                <a:solidFill>
                  <a:schemeClr val="tx1"/>
                </a:solidFill>
                <a:latin typeface="Rix고딕 M" pitchFamily="18" charset="-127"/>
                <a:ea typeface="Rix고딕 M" pitchFamily="18" charset="-127"/>
              </a:rPr>
              <a:t>유형입니다</a:t>
            </a:r>
            <a:r>
              <a:rPr lang="en-US" altLang="ko-KR" sz="1600" spc="-100" dirty="0" smtClean="0">
                <a:solidFill>
                  <a:schemeClr val="tx1"/>
                </a:solidFill>
                <a:latin typeface="Rix고딕 M" pitchFamily="18" charset="-127"/>
                <a:ea typeface="Rix고딕 M" pitchFamily="18" charset="-127"/>
              </a:rPr>
              <a:t>.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600" spc="-100" dirty="0" smtClean="0">
                <a:solidFill>
                  <a:schemeClr val="tx1"/>
                </a:solidFill>
                <a:latin typeface="Rix고딕 M" pitchFamily="18" charset="-127"/>
                <a:ea typeface="Rix고딕 M" pitchFamily="18" charset="-127"/>
              </a:rPr>
              <a:t>주로 </a:t>
            </a:r>
            <a:r>
              <a:rPr lang="ko-KR" altLang="en-US" sz="1600" spc="-100" dirty="0">
                <a:solidFill>
                  <a:schemeClr val="tx1"/>
                </a:solidFill>
                <a:latin typeface="Rix고딕 M" pitchFamily="18" charset="-127"/>
                <a:ea typeface="Rix고딕 M" pitchFamily="18" charset="-127"/>
              </a:rPr>
              <a:t>스팸메일을 통해 감염시키는 유형이므로 확인 안 된 메일을 </a:t>
            </a:r>
            <a:r>
              <a:rPr lang="ko-KR" altLang="en-US" sz="1600" spc="-100" dirty="0" smtClean="0">
                <a:solidFill>
                  <a:schemeClr val="tx1"/>
                </a:solidFill>
                <a:latin typeface="Rix고딕 M" pitchFamily="18" charset="-127"/>
                <a:ea typeface="Rix고딕 M" pitchFamily="18" charset="-127"/>
              </a:rPr>
              <a:t>열어보는 행위를 </a:t>
            </a:r>
            <a:r>
              <a:rPr lang="ko-KR" altLang="en-US" sz="1600" spc="-100" dirty="0">
                <a:solidFill>
                  <a:schemeClr val="tx1"/>
                </a:solidFill>
                <a:latin typeface="Rix고딕 M" pitchFamily="18" charset="-127"/>
                <a:ea typeface="Rix고딕 M" pitchFamily="18" charset="-127"/>
              </a:rPr>
              <a:t>하지 않아야 하고</a:t>
            </a:r>
            <a:r>
              <a:rPr lang="en-US" altLang="ko-KR" sz="1600" spc="-100" dirty="0">
                <a:solidFill>
                  <a:schemeClr val="tx1"/>
                </a:solidFill>
                <a:latin typeface="Rix고딕 M" pitchFamily="18" charset="-127"/>
                <a:ea typeface="Rix고딕 M" pitchFamily="18" charset="-127"/>
              </a:rPr>
              <a:t>, </a:t>
            </a:r>
            <a:r>
              <a:rPr lang="ko-KR" altLang="en-US" sz="1600" spc="-100" dirty="0">
                <a:solidFill>
                  <a:schemeClr val="tx1"/>
                </a:solidFill>
                <a:latin typeface="Rix고딕 M" pitchFamily="18" charset="-127"/>
                <a:ea typeface="Rix고딕 M" pitchFamily="18" charset="-127"/>
              </a:rPr>
              <a:t>항상 최신 보안 패치를 유지해야 합니다</a:t>
            </a:r>
          </a:p>
        </p:txBody>
      </p:sp>
      <p:sp>
        <p:nvSpPr>
          <p:cNvPr id="22" name="직사각형 21"/>
          <p:cNvSpPr/>
          <p:nvPr/>
        </p:nvSpPr>
        <p:spPr>
          <a:xfrm>
            <a:off x="357441" y="5057515"/>
            <a:ext cx="10043857" cy="55395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1" algn="ctr">
              <a:spcBef>
                <a:spcPct val="0"/>
              </a:spcBef>
            </a:pPr>
            <a:endParaRPr lang="ko-KR" altLang="en-US" spc="-100" dirty="0">
              <a:solidFill>
                <a:schemeClr val="bg1"/>
              </a:solidFill>
              <a:latin typeface="Rix모던고딕 B" panose="02020603020101020101" pitchFamily="18" charset="-127"/>
              <a:ea typeface="Rix모던고딕 B" panose="02020603020101020101" pitchFamily="18" charset="-127"/>
              <a:cs typeface="+mj-cs"/>
            </a:endParaRPr>
          </a:p>
        </p:txBody>
      </p:sp>
      <p:grpSp>
        <p:nvGrpSpPr>
          <p:cNvPr id="23" name="그룹 22"/>
          <p:cNvGrpSpPr/>
          <p:nvPr/>
        </p:nvGrpSpPr>
        <p:grpSpPr>
          <a:xfrm>
            <a:off x="474459" y="5057515"/>
            <a:ext cx="720496" cy="553957"/>
            <a:chOff x="554204" y="2140317"/>
            <a:chExt cx="466074" cy="566339"/>
          </a:xfrm>
        </p:grpSpPr>
        <p:sp>
          <p:nvSpPr>
            <p:cNvPr id="24" name="직사각형 23"/>
            <p:cNvSpPr/>
            <p:nvPr/>
          </p:nvSpPr>
          <p:spPr>
            <a:xfrm>
              <a:off x="554204" y="2140317"/>
              <a:ext cx="466074" cy="566339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lvl="1" algn="ctr">
                <a:spcBef>
                  <a:spcPct val="0"/>
                </a:spcBef>
              </a:pPr>
              <a:endParaRPr lang="ko-KR" altLang="en-US" sz="2000" spc="-100" dirty="0">
                <a:solidFill>
                  <a:schemeClr val="bg1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  <a:cs typeface="+mj-cs"/>
              </a:endParaRP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609084" y="2235516"/>
              <a:ext cx="356314" cy="44051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ko-KR"/>
              </a:defPPr>
              <a:lvl1pPr algn="ctr">
                <a:defRPr sz="2000" b="1">
                  <a:ln w="22225">
                    <a:solidFill>
                      <a:schemeClr val="accent2"/>
                    </a:solidFill>
                    <a:prstDash val="solid"/>
                  </a:ln>
                  <a:solidFill>
                    <a:schemeClr val="accent2">
                      <a:lumMod val="40000"/>
                      <a:lumOff val="60000"/>
                    </a:schemeClr>
                  </a:solidFill>
                  <a:latin typeface="+mn-ea"/>
                </a:defRPr>
              </a:lvl1pPr>
            </a:lstStyle>
            <a:p>
              <a:pPr defTabSz="801639" latinLnBrk="0">
                <a:spcBef>
                  <a:spcPts val="88"/>
                </a:spcBef>
                <a:spcAft>
                  <a:spcPts val="88"/>
                </a:spcAft>
              </a:pPr>
              <a:r>
                <a:rPr lang="en-US" altLang="ko-KR" sz="2800" spc="-200" dirty="0" smtClean="0">
                  <a:ln>
                    <a:solidFill>
                      <a:prstClr val="white">
                        <a:alpha val="10000"/>
                      </a:prstClr>
                    </a:solidFill>
                  </a:ln>
                  <a:solidFill>
                    <a:schemeClr val="bg1">
                      <a:lumMod val="85000"/>
                    </a:schemeClr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</a:rPr>
                <a:t>02</a:t>
              </a:r>
              <a:endParaRPr lang="en-US" altLang="ko-KR" sz="2800" spc="-200" dirty="0">
                <a:ln>
                  <a:solidFill>
                    <a:prstClr val="white">
                      <a:alpha val="10000"/>
                    </a:prstClr>
                  </a:solidFill>
                </a:ln>
                <a:solidFill>
                  <a:schemeClr val="bg1">
                    <a:lumMod val="85000"/>
                  </a:schemeClr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endParaRPr>
            </a:p>
          </p:txBody>
        </p:sp>
      </p:grpSp>
      <p:sp>
        <p:nvSpPr>
          <p:cNvPr id="26" name="TextBox 25"/>
          <p:cNvSpPr txBox="1"/>
          <p:nvPr/>
        </p:nvSpPr>
        <p:spPr>
          <a:xfrm>
            <a:off x="1315995" y="5158892"/>
            <a:ext cx="3014030" cy="369332"/>
          </a:xfrm>
          <a:prstGeom prst="rect">
            <a:avLst/>
          </a:prstGeom>
          <a:noFill/>
          <a:ln w="6350">
            <a:noFill/>
          </a:ln>
          <a:effectLst/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t" anchorCtr="0">
            <a:spAutoFit/>
            <a:sp3d>
              <a:bevelT w="0" h="0"/>
              <a:contourClr>
                <a:schemeClr val="bg1"/>
              </a:contourClr>
            </a:sp3d>
          </a:bodyPr>
          <a:lstStyle>
            <a:defPPr>
              <a:defRPr lang="ko-KR"/>
            </a:defPPr>
            <a:lvl1pPr lvl="0" indent="-457200" algn="ctr" eaLnBrk="0" latinLnBrk="0" hangingPunct="0">
              <a:lnSpc>
                <a:spcPct val="100000"/>
              </a:lnSpc>
              <a:spcBef>
                <a:spcPts val="200"/>
              </a:spcBef>
              <a:spcAft>
                <a:spcPts val="600"/>
              </a:spcAft>
              <a:defRPr sz="1700" spc="-50">
                <a:ln w="0"/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뫼비우스 Bold" panose="02000500000000000000" pitchFamily="2" charset="-127"/>
                <a:ea typeface="뫼비우스 Bold" panose="02000500000000000000" pitchFamily="2" charset="-127"/>
              </a:defRPr>
            </a:lvl1pPr>
          </a:lstStyle>
          <a:p>
            <a:pPr marL="0" lvl="1" indent="-337083" defTabSz="1078664" fontAlgn="base" latinLnBrk="0">
              <a:spcBef>
                <a:spcPct val="0"/>
              </a:spcBef>
              <a:spcAft>
                <a:spcPct val="0"/>
              </a:spcAft>
              <a:buClr>
                <a:prstClr val="white"/>
              </a:buClr>
              <a:buSzPct val="80000"/>
              <a:tabLst>
                <a:tab pos="6150461" algn="l"/>
              </a:tabLst>
              <a:defRPr/>
            </a:pPr>
            <a:r>
              <a:rPr lang="ko-KR" altLang="en-US" sz="2400" spc="-130" dirty="0">
                <a:ln>
                  <a:solidFill>
                    <a:prstClr val="white">
                      <a:alpha val="10000"/>
                    </a:prstClr>
                  </a:solidFill>
                </a:ln>
                <a:solidFill>
                  <a:schemeClr val="tx1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랜섬웨어 </a:t>
            </a:r>
            <a:r>
              <a:rPr lang="en-US" altLang="ko-KR" sz="2400" spc="-130" dirty="0" smtClean="0">
                <a:ln>
                  <a:solidFill>
                    <a:prstClr val="white">
                      <a:alpha val="10000"/>
                    </a:prstClr>
                  </a:solidFill>
                </a:ln>
                <a:solidFill>
                  <a:schemeClr val="tx1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(Ransom </a:t>
            </a:r>
            <a:r>
              <a:rPr lang="en-US" altLang="ko-KR" sz="2400" spc="-130" dirty="0">
                <a:ln>
                  <a:solidFill>
                    <a:prstClr val="white">
                      <a:alpha val="10000"/>
                    </a:prstClr>
                  </a:solidFill>
                </a:ln>
                <a:solidFill>
                  <a:schemeClr val="tx1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Ware)</a:t>
            </a:r>
          </a:p>
        </p:txBody>
      </p:sp>
      <p:pic>
        <p:nvPicPr>
          <p:cNvPr id="27" name="그림 2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56404" y="4747248"/>
            <a:ext cx="865483" cy="7148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8" name="Picture 2" descr="G:\work\아이티센시스템즈\경찰청공조조회유지보수\icon&amp;dia\제안서템플릿이미지-65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75287" y="2301992"/>
            <a:ext cx="946600" cy="6413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9" name="직사각형 28"/>
          <p:cNvSpPr/>
          <p:nvPr/>
        </p:nvSpPr>
        <p:spPr>
          <a:xfrm>
            <a:off x="0" y="776867"/>
            <a:ext cx="10693400" cy="1185283"/>
          </a:xfrm>
          <a:prstGeom prst="rect">
            <a:avLst/>
          </a:prstGeom>
          <a:solidFill>
            <a:srgbClr val="2F6495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 lang="ko-KR" altLang="en-US" dirty="0"/>
          </a:p>
        </p:txBody>
      </p:sp>
      <p:sp>
        <p:nvSpPr>
          <p:cNvPr id="30" name="TextBox 29"/>
          <p:cNvSpPr txBox="1"/>
          <p:nvPr/>
        </p:nvSpPr>
        <p:spPr>
          <a:xfrm>
            <a:off x="357442" y="920807"/>
            <a:ext cx="10043857" cy="914096"/>
          </a:xfrm>
          <a:prstGeom prst="rect">
            <a:avLst/>
          </a:prstGeom>
          <a:noFill/>
          <a:ln w="6350">
            <a:noFill/>
          </a:ln>
          <a:effectLst/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 anchorCtr="0">
            <a:spAutoFit/>
            <a:sp3d>
              <a:bevelT w="0" h="0"/>
              <a:contourClr>
                <a:schemeClr val="bg1"/>
              </a:contourClr>
            </a:sp3d>
          </a:bodyPr>
          <a:lstStyle>
            <a:defPPr>
              <a:defRPr lang="ko-KR"/>
            </a:defPPr>
            <a:lvl1pPr lvl="0" indent="0" defTabSz="801639" latinLnBrk="0">
              <a:lnSpc>
                <a:spcPct val="100000"/>
              </a:lnSpc>
              <a:spcBef>
                <a:spcPts val="88"/>
              </a:spcBef>
              <a:spcAft>
                <a:spcPts val="88"/>
              </a:spcAft>
              <a:defRPr sz="2400" spc="0">
                <a:ln>
                  <a:solidFill>
                    <a:prstClr val="white">
                      <a:alpha val="10000"/>
                    </a:prstClr>
                  </a:solidFill>
                </a:ln>
                <a:solidFill>
                  <a:prstClr val="white"/>
                </a:solidFill>
                <a:effectLst/>
                <a:latin typeface="나눔고딕 ExtraBold" panose="020D0904000000000000" pitchFamily="50" charset="-127"/>
                <a:ea typeface="나눔고딕 ExtraBold" panose="020D0904000000000000" pitchFamily="50" charset="-127"/>
              </a:defRPr>
            </a:lvl1pPr>
          </a:lstStyle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800" spc="-140" dirty="0">
                <a:solidFill>
                  <a:schemeClr val="bg1"/>
                </a:solidFill>
                <a:latin typeface="Rix고딕 M" pitchFamily="18" charset="-127"/>
                <a:ea typeface="Rix고딕 M" pitchFamily="18" charset="-127"/>
              </a:rPr>
              <a:t>최근의 사이버침해는 더 지능적이고 교묘해져서 탐지와 대응이 점점 어려워지고 있습니다</a:t>
            </a:r>
            <a:r>
              <a:rPr lang="en-US" altLang="ko-KR" sz="1800" spc="-140" dirty="0">
                <a:solidFill>
                  <a:schemeClr val="bg1"/>
                </a:solidFill>
                <a:latin typeface="Rix고딕 M" pitchFamily="18" charset="-127"/>
                <a:ea typeface="Rix고딕 M" pitchFamily="18" charset="-127"/>
              </a:rPr>
              <a:t>.</a:t>
            </a:r>
            <a:br>
              <a:rPr lang="en-US" altLang="ko-KR" sz="1800" spc="-140" dirty="0">
                <a:solidFill>
                  <a:schemeClr val="bg1"/>
                </a:solidFill>
                <a:latin typeface="Rix고딕 M" pitchFamily="18" charset="-127"/>
                <a:ea typeface="Rix고딕 M" pitchFamily="18" charset="-127"/>
              </a:rPr>
            </a:br>
            <a:r>
              <a:rPr lang="ko-KR" altLang="en-US" sz="1800" spc="-140" dirty="0">
                <a:solidFill>
                  <a:schemeClr val="bg1"/>
                </a:solidFill>
                <a:latin typeface="Rix고딕 M" pitchFamily="18" charset="-127"/>
                <a:ea typeface="Rix고딕 M" pitchFamily="18" charset="-127"/>
              </a:rPr>
              <a:t>수년 전까지만 해도 완벽 철통을 장담하던 수많은 벤더들이 </a:t>
            </a:r>
            <a:r>
              <a:rPr lang="ko-KR" altLang="en-US" sz="1800" spc="-140" dirty="0" smtClean="0">
                <a:solidFill>
                  <a:schemeClr val="bg1"/>
                </a:solidFill>
                <a:latin typeface="Rix고딕 M" pitchFamily="18" charset="-127"/>
                <a:ea typeface="Rix고딕 M" pitchFamily="18" charset="-127"/>
              </a:rPr>
              <a:t>이제는“</a:t>
            </a:r>
            <a:r>
              <a:rPr lang="en-US" altLang="ko-KR" sz="1800" spc="-140" dirty="0">
                <a:solidFill>
                  <a:schemeClr val="bg1"/>
                </a:solidFill>
                <a:latin typeface="Rix고딕 M" pitchFamily="18" charset="-127"/>
                <a:ea typeface="Rix고딕 M" pitchFamily="18" charset="-127"/>
              </a:rPr>
              <a:t>100% </a:t>
            </a:r>
            <a:r>
              <a:rPr lang="ko-KR" altLang="en-US" sz="1800" spc="-140" dirty="0">
                <a:solidFill>
                  <a:schemeClr val="bg1"/>
                </a:solidFill>
                <a:latin typeface="Rix고딕 M" pitchFamily="18" charset="-127"/>
                <a:ea typeface="Rix고딕 M" pitchFamily="18" charset="-127"/>
              </a:rPr>
              <a:t>보안은 어렵다</a:t>
            </a:r>
            <a:r>
              <a:rPr lang="en-US" altLang="ko-KR" sz="1800" spc="-140" dirty="0" smtClean="0">
                <a:solidFill>
                  <a:schemeClr val="bg1"/>
                </a:solidFill>
                <a:latin typeface="Rix고딕 M" pitchFamily="18" charset="-127"/>
                <a:ea typeface="Rix고딕 M" pitchFamily="18" charset="-127"/>
              </a:rPr>
              <a:t>.”</a:t>
            </a:r>
            <a:r>
              <a:rPr lang="ko-KR" altLang="en-US" sz="1800" spc="-140" dirty="0" smtClean="0">
                <a:solidFill>
                  <a:schemeClr val="bg1"/>
                </a:solidFill>
                <a:latin typeface="Rix고딕 M" pitchFamily="18" charset="-127"/>
                <a:ea typeface="Rix고딕 M" pitchFamily="18" charset="-127"/>
              </a:rPr>
              <a:t>라고 실토하고 있는 상황입니다</a:t>
            </a:r>
            <a:r>
              <a:rPr lang="en-US" altLang="ko-KR" sz="1800" spc="-140" dirty="0">
                <a:solidFill>
                  <a:schemeClr val="bg1"/>
                </a:solidFill>
                <a:latin typeface="Rix고딕 M" pitchFamily="18" charset="-127"/>
                <a:ea typeface="Rix고딕 M" pitchFamily="18" charset="-127"/>
              </a:rPr>
              <a:t>. </a:t>
            </a:r>
            <a:r>
              <a:rPr lang="ko-KR" altLang="en-US" sz="1800" spc="-140" dirty="0">
                <a:solidFill>
                  <a:schemeClr val="bg1"/>
                </a:solidFill>
                <a:latin typeface="Rix고딕 M" pitchFamily="18" charset="-127"/>
                <a:ea typeface="Rix고딕 M" pitchFamily="18" charset="-127"/>
              </a:rPr>
              <a:t>최근 가장 이슈가 되고 있는 사이버침해 유형 </a:t>
            </a:r>
            <a:r>
              <a:rPr lang="en-US" altLang="ko-KR" sz="1800" spc="-140" dirty="0">
                <a:solidFill>
                  <a:schemeClr val="bg1"/>
                </a:solidFill>
                <a:latin typeface="Rix고딕 M" pitchFamily="18" charset="-127"/>
                <a:ea typeface="Rix고딕 M" pitchFamily="18" charset="-127"/>
              </a:rPr>
              <a:t>2</a:t>
            </a:r>
            <a:r>
              <a:rPr lang="ko-KR" altLang="en-US" sz="1800" spc="-140" dirty="0">
                <a:solidFill>
                  <a:schemeClr val="bg1"/>
                </a:solidFill>
                <a:latin typeface="Rix고딕 M" pitchFamily="18" charset="-127"/>
                <a:ea typeface="Rix고딕 M" pitchFamily="18" charset="-127"/>
              </a:rPr>
              <a:t>가지를 소개합니다</a:t>
            </a:r>
            <a:r>
              <a:rPr lang="en-US" altLang="ko-KR" sz="1800" spc="-140" dirty="0">
                <a:solidFill>
                  <a:schemeClr val="bg1"/>
                </a:solidFill>
                <a:latin typeface="Rix고딕 M" pitchFamily="18" charset="-127"/>
                <a:ea typeface="Rix고딕 M" pitchFamily="18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1284113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/>
          <p:cNvSpPr/>
          <p:nvPr/>
        </p:nvSpPr>
        <p:spPr>
          <a:xfrm>
            <a:off x="0" y="307090"/>
            <a:ext cx="10693400" cy="46218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 cap="rnd" cmpd="sng">
            <a:noFill/>
            <a:prstDash val="solid"/>
            <a:headEnd type="none" w="lg" len="med"/>
            <a:tailEnd type="none" w="lg" len="med"/>
          </a:ln>
          <a:effectLst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none" lIns="99569" tIns="172873" rIns="99569" bIns="49785"/>
          <a:lstStyle/>
          <a:p>
            <a:pPr algn="ctr" latinLnBrk="0"/>
            <a:endParaRPr lang="ko-KR" altLang="en-US" sz="1700" b="1" dirty="0">
              <a:gradFill>
                <a:gsLst>
                  <a:gs pos="0">
                    <a:prstClr val="white"/>
                  </a:gs>
                  <a:gs pos="100000">
                    <a:prstClr val="white"/>
                  </a:gs>
                </a:gsLst>
                <a:lin ang="5400000" scaled="0"/>
              </a:gra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고도 B" panose="02000503000000020004" pitchFamily="2" charset="-127"/>
              <a:ea typeface="고도 B" panose="02000503000000020004" pitchFamily="2" charset="-127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47918" y="357032"/>
            <a:ext cx="8148382" cy="369332"/>
          </a:xfrm>
          <a:prstGeom prst="rect">
            <a:avLst/>
          </a:prstGeom>
          <a:noFill/>
          <a:ln w="6350">
            <a:noFill/>
          </a:ln>
          <a:effectLst/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 anchorCtr="0">
            <a:spAutoFit/>
            <a:sp3d>
              <a:bevelT w="0" h="0"/>
              <a:contourClr>
                <a:schemeClr val="bg1"/>
              </a:contourClr>
            </a:sp3d>
          </a:bodyPr>
          <a:lstStyle>
            <a:defPPr>
              <a:defRPr lang="ko-KR"/>
            </a:defPPr>
            <a:lvl1pPr lvl="0" indent="0" defTabSz="801639" latinLnBrk="0">
              <a:lnSpc>
                <a:spcPct val="100000"/>
              </a:lnSpc>
              <a:spcBef>
                <a:spcPts val="88"/>
              </a:spcBef>
              <a:spcAft>
                <a:spcPts val="88"/>
              </a:spcAft>
              <a:defRPr sz="2400" spc="0">
                <a:ln>
                  <a:solidFill>
                    <a:prstClr val="white">
                      <a:alpha val="10000"/>
                    </a:prstClr>
                  </a:solidFill>
                </a:ln>
                <a:solidFill>
                  <a:prstClr val="white"/>
                </a:solidFill>
                <a:effectLst/>
                <a:latin typeface="나눔고딕 ExtraBold" panose="020D0904000000000000" pitchFamily="50" charset="-127"/>
                <a:ea typeface="나눔고딕 ExtraBold" panose="020D0904000000000000" pitchFamily="50" charset="-127"/>
              </a:defRPr>
            </a:lvl1pPr>
          </a:lstStyle>
          <a:p>
            <a:r>
              <a:rPr lang="en-US" altLang="ko-KR" spc="-150" dirty="0" smtClean="0">
                <a:solidFill>
                  <a:schemeClr val="tx1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Q10. </a:t>
            </a:r>
            <a:r>
              <a:rPr lang="ko-KR" altLang="en-US" spc="-150" dirty="0">
                <a:solidFill>
                  <a:schemeClr val="tx1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투입 인력</a:t>
            </a:r>
            <a:r>
              <a:rPr lang="en-US" altLang="ko-KR" spc="-150" dirty="0">
                <a:solidFill>
                  <a:schemeClr val="tx1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(</a:t>
            </a:r>
            <a:r>
              <a:rPr lang="ko-KR" altLang="en-US" spc="-150" dirty="0">
                <a:solidFill>
                  <a:schemeClr val="tx1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협력사 포함</a:t>
            </a:r>
            <a:r>
              <a:rPr lang="en-US" altLang="ko-KR" spc="-150" dirty="0">
                <a:solidFill>
                  <a:schemeClr val="tx1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) </a:t>
            </a:r>
          </a:p>
        </p:txBody>
      </p:sp>
      <p:sp>
        <p:nvSpPr>
          <p:cNvPr id="6" name="직사각형 5"/>
          <p:cNvSpPr/>
          <p:nvPr/>
        </p:nvSpPr>
        <p:spPr>
          <a:xfrm>
            <a:off x="6257925" y="780307"/>
            <a:ext cx="4256088" cy="6382493"/>
          </a:xfrm>
          <a:prstGeom prst="rect">
            <a:avLst/>
          </a:prstGeom>
          <a:solidFill>
            <a:srgbClr val="2F6495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 lang="ko-KR" alt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6419850" y="990923"/>
            <a:ext cx="3998474" cy="3351687"/>
          </a:xfrm>
          <a:prstGeom prst="rect">
            <a:avLst/>
          </a:prstGeom>
          <a:noFill/>
          <a:ln w="6350">
            <a:noFill/>
          </a:ln>
          <a:effectLst/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 anchorCtr="0">
            <a:spAutoFit/>
            <a:sp3d>
              <a:bevelT w="0" h="0"/>
              <a:contourClr>
                <a:schemeClr val="bg1"/>
              </a:contourClr>
            </a:sp3d>
          </a:bodyPr>
          <a:lstStyle>
            <a:defPPr>
              <a:defRPr lang="ko-KR"/>
            </a:defPPr>
            <a:lvl1pPr lvl="0" indent="0" defTabSz="801639" latinLnBrk="0">
              <a:lnSpc>
                <a:spcPct val="100000"/>
              </a:lnSpc>
              <a:spcBef>
                <a:spcPts val="88"/>
              </a:spcBef>
              <a:spcAft>
                <a:spcPts val="88"/>
              </a:spcAft>
              <a:defRPr sz="2400" spc="0">
                <a:ln>
                  <a:solidFill>
                    <a:prstClr val="white">
                      <a:alpha val="10000"/>
                    </a:prstClr>
                  </a:solidFill>
                </a:ln>
                <a:solidFill>
                  <a:prstClr val="white"/>
                </a:solidFill>
                <a:effectLst/>
                <a:latin typeface="나눔고딕 ExtraBold" panose="020D0904000000000000" pitchFamily="50" charset="-127"/>
                <a:ea typeface="나눔고딕 ExtraBold" panose="020D0904000000000000" pitchFamily="50" charset="-127"/>
              </a:defRPr>
            </a:lvl1pPr>
          </a:lstStyle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800" spc="-140" dirty="0" smtClean="0">
                <a:solidFill>
                  <a:schemeClr val="bg1"/>
                </a:solidFill>
                <a:latin typeface="Rix고딕 M" pitchFamily="18" charset="-127"/>
                <a:ea typeface="Rix고딕 M" pitchFamily="18" charset="-127"/>
              </a:rPr>
              <a:t>네트워크 전문가</a:t>
            </a:r>
            <a:r>
              <a:rPr lang="en-US" altLang="ko-KR" sz="1800" spc="-140" dirty="0" smtClean="0">
                <a:solidFill>
                  <a:schemeClr val="bg1"/>
                </a:solidFill>
                <a:latin typeface="Rix고딕 M" pitchFamily="18" charset="-127"/>
                <a:ea typeface="Rix고딕 M" pitchFamily="18" charset="-127"/>
              </a:rPr>
              <a:t>, </a:t>
            </a:r>
            <a:r>
              <a:rPr lang="ko-KR" altLang="en-US" sz="1800" spc="-140" dirty="0" smtClean="0">
                <a:solidFill>
                  <a:schemeClr val="bg1"/>
                </a:solidFill>
                <a:latin typeface="Rix고딕 M" pitchFamily="18" charset="-127"/>
                <a:ea typeface="Rix고딕 M" pitchFamily="18" charset="-127"/>
              </a:rPr>
              <a:t>영상 장비 전문가 등 최적의 </a:t>
            </a:r>
            <a:endParaRPr lang="en-US" altLang="ko-KR" sz="1800" spc="-140" dirty="0" smtClean="0">
              <a:solidFill>
                <a:schemeClr val="bg1"/>
              </a:solidFill>
              <a:latin typeface="Rix고딕 M" pitchFamily="18" charset="-127"/>
              <a:ea typeface="Rix고딕 M" pitchFamily="18" charset="-127"/>
            </a:endParaRP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800" spc="-140" dirty="0" smtClean="0">
                <a:solidFill>
                  <a:schemeClr val="bg1"/>
                </a:solidFill>
                <a:latin typeface="Rix고딕 M" pitchFamily="18" charset="-127"/>
                <a:ea typeface="Rix고딕 M" pitchFamily="18" charset="-127"/>
              </a:rPr>
              <a:t>엔지니어를 투입합니다</a:t>
            </a:r>
            <a:r>
              <a:rPr lang="en-US" altLang="ko-KR" sz="1800" spc="-140" dirty="0" smtClean="0">
                <a:solidFill>
                  <a:schemeClr val="bg1"/>
                </a:solidFill>
                <a:latin typeface="Rix고딕 M" pitchFamily="18" charset="-127"/>
                <a:ea typeface="Rix고딕 M" pitchFamily="18" charset="-127"/>
              </a:rPr>
              <a:t>.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endParaRPr lang="en-US" altLang="ko-KR" sz="1800" spc="-140" dirty="0">
              <a:solidFill>
                <a:schemeClr val="bg1"/>
              </a:solidFill>
              <a:latin typeface="Rix고딕 M" pitchFamily="18" charset="-127"/>
              <a:ea typeface="Rix고딕 M" pitchFamily="18" charset="-127"/>
            </a:endParaRP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800" spc="-140" dirty="0" smtClean="0">
                <a:solidFill>
                  <a:schemeClr val="bg1"/>
                </a:solidFill>
                <a:latin typeface="Rix고딕 M" pitchFamily="18" charset="-127"/>
                <a:ea typeface="Rix고딕 M" pitchFamily="18" charset="-127"/>
              </a:rPr>
              <a:t>또한 안정적 사업 관리 및 진행을 위해 사업관리</a:t>
            </a:r>
            <a:r>
              <a:rPr lang="en-US" altLang="ko-KR" sz="1800" spc="-140" dirty="0" smtClean="0">
                <a:solidFill>
                  <a:schemeClr val="bg1"/>
                </a:solidFill>
                <a:latin typeface="Rix고딕 M" pitchFamily="18" charset="-127"/>
                <a:ea typeface="Rix고딕 M" pitchFamily="18" charset="-127"/>
              </a:rPr>
              <a:t>, </a:t>
            </a:r>
            <a:r>
              <a:rPr lang="ko-KR" altLang="en-US" sz="1800" spc="-140" dirty="0" smtClean="0">
                <a:solidFill>
                  <a:schemeClr val="bg1"/>
                </a:solidFill>
                <a:latin typeface="Rix고딕 M" pitchFamily="18" charset="-127"/>
                <a:ea typeface="Rix고딕 M" pitchFamily="18" charset="-127"/>
              </a:rPr>
              <a:t>품질관리 전문가를 투입하고</a:t>
            </a:r>
            <a:r>
              <a:rPr lang="en-US" altLang="ko-KR" sz="1800" spc="-140" dirty="0" smtClean="0">
                <a:solidFill>
                  <a:schemeClr val="bg1"/>
                </a:solidFill>
                <a:latin typeface="Rix고딕 M" pitchFamily="18" charset="-127"/>
                <a:ea typeface="Rix고딕 M" pitchFamily="18" charset="-127"/>
              </a:rPr>
              <a:t>,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endParaRPr lang="en-US" altLang="ko-KR" sz="1800" spc="-140" dirty="0">
              <a:solidFill>
                <a:schemeClr val="bg1"/>
              </a:solidFill>
              <a:latin typeface="Rix고딕 M" pitchFamily="18" charset="-127"/>
              <a:ea typeface="Rix고딕 M" pitchFamily="18" charset="-127"/>
            </a:endParaRP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800" spc="-140" dirty="0" smtClean="0">
                <a:solidFill>
                  <a:schemeClr val="bg1"/>
                </a:solidFill>
                <a:latin typeface="Rix고딕 M" pitchFamily="18" charset="-127"/>
                <a:ea typeface="Rix고딕 M" pitchFamily="18" charset="-127"/>
              </a:rPr>
              <a:t>군 사업의 이해를 높이기 위해 군사 전문가를 별도로 투입 합니다</a:t>
            </a:r>
            <a:r>
              <a:rPr lang="en-US" altLang="ko-KR" sz="1800" spc="-140" dirty="0" smtClean="0">
                <a:solidFill>
                  <a:schemeClr val="bg1"/>
                </a:solidFill>
                <a:latin typeface="Rix고딕 M" pitchFamily="18" charset="-127"/>
                <a:ea typeface="Rix고딕 M" pitchFamily="18" charset="-127"/>
              </a:rPr>
              <a:t>.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endParaRPr lang="en-US" altLang="ko-KR" sz="1800" spc="-140" dirty="0">
              <a:solidFill>
                <a:schemeClr val="bg1"/>
              </a:solidFill>
              <a:latin typeface="Rix고딕 M" pitchFamily="18" charset="-127"/>
              <a:ea typeface="Rix고딕 M" pitchFamily="18" charset="-127"/>
            </a:endParaRP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800" spc="-140" dirty="0" smtClean="0">
                <a:solidFill>
                  <a:schemeClr val="bg1"/>
                </a:solidFill>
                <a:latin typeface="Rix고딕 M" pitchFamily="18" charset="-127"/>
                <a:ea typeface="Rix고딕 M" pitchFamily="18" charset="-127"/>
              </a:rPr>
              <a:t>이러한 전문화된 인력 투입을 통해 본 사업을 성공적으로 수행하겠습니다</a:t>
            </a:r>
            <a:r>
              <a:rPr lang="en-US" altLang="ko-KR" sz="1800" spc="-140" dirty="0" smtClean="0">
                <a:solidFill>
                  <a:schemeClr val="bg1"/>
                </a:solidFill>
                <a:latin typeface="Rix고딕 M" pitchFamily="18" charset="-127"/>
                <a:ea typeface="Rix고딕 M" pitchFamily="18" charset="-127"/>
              </a:rPr>
              <a:t>.</a:t>
            </a:r>
            <a:endParaRPr lang="en-US" altLang="ko-KR" sz="1800" spc="-140" dirty="0">
              <a:solidFill>
                <a:schemeClr val="bg1"/>
              </a:solidFill>
              <a:latin typeface="Rix고딕 M" pitchFamily="18" charset="-127"/>
              <a:ea typeface="Rix고딕 M" pitchFamily="18" charset="-127"/>
            </a:endParaRPr>
          </a:p>
        </p:txBody>
      </p:sp>
      <p:pic>
        <p:nvPicPr>
          <p:cNvPr id="14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0811" t="32734" r="3737" b="18107"/>
          <a:stretch/>
        </p:blipFill>
        <p:spPr bwMode="auto">
          <a:xfrm>
            <a:off x="162124" y="786135"/>
            <a:ext cx="5730011" cy="6450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714906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직사각형 77"/>
          <p:cNvSpPr/>
          <p:nvPr/>
        </p:nvSpPr>
        <p:spPr>
          <a:xfrm>
            <a:off x="0" y="307090"/>
            <a:ext cx="10693400" cy="46218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 cap="rnd" cmpd="sng">
            <a:noFill/>
            <a:prstDash val="solid"/>
            <a:headEnd type="none" w="lg" len="med"/>
            <a:tailEnd type="none" w="lg" len="med"/>
          </a:ln>
          <a:effectLst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none" lIns="99569" tIns="172873" rIns="99569" bIns="49785"/>
          <a:lstStyle/>
          <a:p>
            <a:pPr algn="ctr" latinLnBrk="0"/>
            <a:endParaRPr lang="ko-KR" altLang="en-US" sz="1700" b="1" dirty="0">
              <a:gradFill>
                <a:gsLst>
                  <a:gs pos="0">
                    <a:prstClr val="white"/>
                  </a:gs>
                  <a:gs pos="100000">
                    <a:prstClr val="white"/>
                  </a:gs>
                </a:gsLst>
                <a:lin ang="5400000" scaled="0"/>
              </a:gra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고도 B" panose="02000503000000020004" pitchFamily="2" charset="-127"/>
              <a:ea typeface="고도 B" panose="02000503000000020004" pitchFamily="2" charset="-127"/>
            </a:endParaRPr>
          </a:p>
        </p:txBody>
      </p:sp>
      <p:sp>
        <p:nvSpPr>
          <p:cNvPr id="79" name="TextBox 78"/>
          <p:cNvSpPr txBox="1"/>
          <p:nvPr/>
        </p:nvSpPr>
        <p:spPr>
          <a:xfrm>
            <a:off x="347918" y="357032"/>
            <a:ext cx="8148382" cy="369332"/>
          </a:xfrm>
          <a:prstGeom prst="rect">
            <a:avLst/>
          </a:prstGeom>
          <a:noFill/>
          <a:ln w="6350">
            <a:noFill/>
          </a:ln>
          <a:effectLst/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 anchorCtr="0">
            <a:spAutoFit/>
            <a:sp3d>
              <a:bevelT w="0" h="0"/>
              <a:contourClr>
                <a:schemeClr val="bg1"/>
              </a:contourClr>
            </a:sp3d>
          </a:bodyPr>
          <a:lstStyle>
            <a:defPPr>
              <a:defRPr lang="ko-KR"/>
            </a:defPPr>
            <a:lvl1pPr lvl="0" indent="0" defTabSz="801639" latinLnBrk="0">
              <a:lnSpc>
                <a:spcPct val="100000"/>
              </a:lnSpc>
              <a:spcBef>
                <a:spcPts val="88"/>
              </a:spcBef>
              <a:spcAft>
                <a:spcPts val="88"/>
              </a:spcAft>
              <a:defRPr sz="2400" spc="0">
                <a:ln>
                  <a:solidFill>
                    <a:prstClr val="white">
                      <a:alpha val="10000"/>
                    </a:prstClr>
                  </a:solidFill>
                </a:ln>
                <a:solidFill>
                  <a:prstClr val="white"/>
                </a:solidFill>
                <a:effectLst/>
                <a:latin typeface="나눔고딕 ExtraBold" panose="020D0904000000000000" pitchFamily="50" charset="-127"/>
                <a:ea typeface="나눔고딕 ExtraBold" panose="020D0904000000000000" pitchFamily="50" charset="-127"/>
              </a:defRPr>
            </a:lvl1pPr>
          </a:lstStyle>
          <a:p>
            <a:r>
              <a:rPr lang="en-US" altLang="ko-KR" spc="-150" dirty="0" smtClean="0">
                <a:solidFill>
                  <a:schemeClr val="tx1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Q11. </a:t>
            </a:r>
            <a:r>
              <a:rPr lang="ko-KR" altLang="en-US" spc="-150" dirty="0">
                <a:solidFill>
                  <a:schemeClr val="tx1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향후 발전 방향</a:t>
            </a:r>
          </a:p>
        </p:txBody>
      </p:sp>
      <p:sp>
        <p:nvSpPr>
          <p:cNvPr id="80" name="직사각형 79"/>
          <p:cNvSpPr/>
          <p:nvPr/>
        </p:nvSpPr>
        <p:spPr>
          <a:xfrm>
            <a:off x="0" y="776867"/>
            <a:ext cx="10693400" cy="1185283"/>
          </a:xfrm>
          <a:prstGeom prst="rect">
            <a:avLst/>
          </a:prstGeom>
          <a:solidFill>
            <a:srgbClr val="2F6495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 lang="ko-KR" altLang="en-US" dirty="0"/>
          </a:p>
        </p:txBody>
      </p:sp>
      <p:sp>
        <p:nvSpPr>
          <p:cNvPr id="81" name="TextBox 80"/>
          <p:cNvSpPr txBox="1"/>
          <p:nvPr/>
        </p:nvSpPr>
        <p:spPr>
          <a:xfrm>
            <a:off x="357442" y="920807"/>
            <a:ext cx="10043857" cy="914096"/>
          </a:xfrm>
          <a:prstGeom prst="rect">
            <a:avLst/>
          </a:prstGeom>
          <a:noFill/>
          <a:ln w="6350">
            <a:noFill/>
          </a:ln>
          <a:effectLst/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 anchorCtr="0">
            <a:spAutoFit/>
            <a:sp3d>
              <a:bevelT w="0" h="0"/>
              <a:contourClr>
                <a:schemeClr val="bg1"/>
              </a:contourClr>
            </a:sp3d>
          </a:bodyPr>
          <a:lstStyle>
            <a:defPPr>
              <a:defRPr lang="ko-KR"/>
            </a:defPPr>
            <a:lvl1pPr lvl="0" indent="0" defTabSz="801639" latinLnBrk="0">
              <a:lnSpc>
                <a:spcPct val="100000"/>
              </a:lnSpc>
              <a:spcBef>
                <a:spcPts val="88"/>
              </a:spcBef>
              <a:spcAft>
                <a:spcPts val="88"/>
              </a:spcAft>
              <a:defRPr sz="2400" spc="0">
                <a:ln>
                  <a:solidFill>
                    <a:prstClr val="white">
                      <a:alpha val="10000"/>
                    </a:prstClr>
                  </a:solidFill>
                </a:ln>
                <a:solidFill>
                  <a:prstClr val="white"/>
                </a:solidFill>
                <a:effectLst/>
                <a:latin typeface="나눔고딕 ExtraBold" panose="020D0904000000000000" pitchFamily="50" charset="-127"/>
                <a:ea typeface="나눔고딕 ExtraBold" panose="020D0904000000000000" pitchFamily="50" charset="-127"/>
              </a:defRPr>
            </a:lvl1pPr>
          </a:lstStyle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800" spc="-140" dirty="0">
                <a:solidFill>
                  <a:schemeClr val="bg1"/>
                </a:solidFill>
                <a:latin typeface="Rix고딕 M" pitchFamily="18" charset="-127"/>
                <a:ea typeface="Rix고딕 M" pitchFamily="18" charset="-127"/>
              </a:rPr>
              <a:t>네트워크는 향후 가상화를 통한 유연한 구성 및 대용량 트래픽 처리를 위한 확장성이 매우 중요합니다</a:t>
            </a:r>
            <a:r>
              <a:rPr lang="en-US" altLang="ko-KR" sz="1800" spc="-140" dirty="0">
                <a:solidFill>
                  <a:schemeClr val="bg1"/>
                </a:solidFill>
                <a:latin typeface="Rix고딕 M" pitchFamily="18" charset="-127"/>
                <a:ea typeface="Rix고딕 M" pitchFamily="18" charset="-127"/>
              </a:rPr>
              <a:t>.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800" spc="-140" dirty="0">
                <a:solidFill>
                  <a:schemeClr val="bg1"/>
                </a:solidFill>
                <a:latin typeface="Rix고딕 M" pitchFamily="18" charset="-127"/>
                <a:ea typeface="Rix고딕 M" pitchFamily="18" charset="-127"/>
              </a:rPr>
              <a:t>제안사는 이러한 향후 네트워크 발전 방향에 맞추어 본 사업의 네트워크 </a:t>
            </a:r>
            <a:r>
              <a:rPr lang="ko-KR" altLang="en-US" sz="1800" spc="-140" dirty="0" smtClean="0">
                <a:solidFill>
                  <a:schemeClr val="bg1"/>
                </a:solidFill>
                <a:latin typeface="Rix고딕 M" pitchFamily="18" charset="-127"/>
                <a:ea typeface="Rix고딕 M" pitchFamily="18" charset="-127"/>
              </a:rPr>
              <a:t>구성시 가상화</a:t>
            </a:r>
            <a:r>
              <a:rPr lang="en-US" altLang="ko-KR" sz="1800" spc="-140" dirty="0">
                <a:solidFill>
                  <a:schemeClr val="bg1"/>
                </a:solidFill>
                <a:latin typeface="Rix고딕 M" pitchFamily="18" charset="-127"/>
                <a:ea typeface="Rix고딕 M" pitchFamily="18" charset="-127"/>
              </a:rPr>
              <a:t>, </a:t>
            </a:r>
            <a:r>
              <a:rPr lang="ko-KR" altLang="en-US" sz="1800" spc="-140" dirty="0">
                <a:solidFill>
                  <a:schemeClr val="bg1"/>
                </a:solidFill>
                <a:latin typeface="Rix고딕 M" pitchFamily="18" charset="-127"/>
                <a:ea typeface="Rix고딕 M" pitchFamily="18" charset="-127"/>
              </a:rPr>
              <a:t>용이한 확장성</a:t>
            </a:r>
            <a:r>
              <a:rPr lang="en-US" altLang="ko-KR" sz="1800" spc="-140" dirty="0">
                <a:solidFill>
                  <a:schemeClr val="bg1"/>
                </a:solidFill>
                <a:latin typeface="Rix고딕 M" pitchFamily="18" charset="-127"/>
                <a:ea typeface="Rix고딕 M" pitchFamily="18" charset="-127"/>
              </a:rPr>
              <a:t>, </a:t>
            </a:r>
            <a:r>
              <a:rPr lang="ko-KR" altLang="en-US" sz="1800" spc="-140" dirty="0">
                <a:solidFill>
                  <a:schemeClr val="bg1"/>
                </a:solidFill>
                <a:latin typeface="Rix고딕 M" pitchFamily="18" charset="-127"/>
                <a:ea typeface="Rix고딕 M" pitchFamily="18" charset="-127"/>
              </a:rPr>
              <a:t>유연한 업무 이동이 가능하도록 구성하겠습니다</a:t>
            </a:r>
            <a:r>
              <a:rPr lang="en-US" altLang="ko-KR" sz="1800" spc="-140" dirty="0">
                <a:solidFill>
                  <a:schemeClr val="bg1"/>
                </a:solidFill>
                <a:latin typeface="Rix고딕 M" pitchFamily="18" charset="-127"/>
                <a:ea typeface="Rix고딕 M" pitchFamily="18" charset="-127"/>
              </a:rPr>
              <a:t>.</a:t>
            </a:r>
          </a:p>
        </p:txBody>
      </p:sp>
      <p:sp>
        <p:nvSpPr>
          <p:cNvPr id="82" name="직사각형 81"/>
          <p:cNvSpPr/>
          <p:nvPr/>
        </p:nvSpPr>
        <p:spPr>
          <a:xfrm>
            <a:off x="0" y="6134100"/>
            <a:ext cx="10693399" cy="940579"/>
          </a:xfrm>
          <a:prstGeom prst="rect">
            <a:avLst/>
          </a:prstGeom>
          <a:solidFill>
            <a:srgbClr val="1B91C1"/>
          </a:solidFill>
          <a:ln w="3175" cap="flat" cmpd="sng" algn="ctr">
            <a:noFill/>
            <a:prstDash val="solid"/>
          </a:ln>
          <a:effectLst/>
        </p:spPr>
        <p:txBody>
          <a:bodyPr lIns="96487" tIns="48244" rIns="96487" bIns="48244" anchor="ctr"/>
          <a:lstStyle/>
          <a:p>
            <a:pPr marL="525326" lvl="1" defTabSz="1050652" latinLnBrk="0"/>
            <a:endParaRPr lang="ko-KR" altLang="en-US" kern="0" dirty="0">
              <a:solidFill>
                <a:srgbClr val="C02338"/>
              </a:solidFill>
              <a:latin typeface="Calibri"/>
              <a:ea typeface="맑은 고딕" panose="020B0503020000020004" pitchFamily="50" charset="-127"/>
            </a:endParaRPr>
          </a:p>
        </p:txBody>
      </p:sp>
      <p:sp>
        <p:nvSpPr>
          <p:cNvPr id="83" name="TextBox 82"/>
          <p:cNvSpPr txBox="1"/>
          <p:nvPr/>
        </p:nvSpPr>
        <p:spPr>
          <a:xfrm>
            <a:off x="357442" y="6261844"/>
            <a:ext cx="10043857" cy="727892"/>
          </a:xfrm>
          <a:prstGeom prst="rect">
            <a:avLst/>
          </a:prstGeom>
          <a:noFill/>
          <a:ln w="6350">
            <a:noFill/>
          </a:ln>
          <a:effectLst/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 anchorCtr="0">
            <a:spAutoFit/>
            <a:sp3d>
              <a:bevelT w="0" h="0"/>
              <a:contourClr>
                <a:schemeClr val="bg1"/>
              </a:contourClr>
            </a:sp3d>
          </a:bodyPr>
          <a:lstStyle>
            <a:defPPr>
              <a:defRPr lang="ko-KR"/>
            </a:defPPr>
            <a:lvl1pPr lvl="0" indent="0" defTabSz="801639" latinLnBrk="0">
              <a:lnSpc>
                <a:spcPct val="100000"/>
              </a:lnSpc>
              <a:spcBef>
                <a:spcPts val="88"/>
              </a:spcBef>
              <a:spcAft>
                <a:spcPts val="88"/>
              </a:spcAft>
              <a:defRPr sz="2400" spc="0">
                <a:ln>
                  <a:solidFill>
                    <a:prstClr val="white">
                      <a:alpha val="10000"/>
                    </a:prstClr>
                  </a:solidFill>
                </a:ln>
                <a:solidFill>
                  <a:prstClr val="white"/>
                </a:solidFill>
                <a:effectLst/>
                <a:latin typeface="나눔고딕 ExtraBold" panose="020D0904000000000000" pitchFamily="50" charset="-127"/>
                <a:ea typeface="나눔고딕 ExtraBold" panose="020D0904000000000000" pitchFamily="50" charset="-127"/>
              </a:defRPr>
            </a:lvl1pPr>
          </a:lstStyle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900" spc="-100" dirty="0">
                <a:solidFill>
                  <a:schemeClr val="bg1"/>
                </a:solidFill>
                <a:latin typeface="Rix고딕 B" pitchFamily="18" charset="-127"/>
                <a:ea typeface="Rix고딕 B" pitchFamily="18" charset="-127"/>
              </a:rPr>
              <a:t>고성능</a:t>
            </a:r>
            <a:r>
              <a:rPr lang="en-US" altLang="ko-KR" sz="1900" spc="-100" dirty="0">
                <a:solidFill>
                  <a:schemeClr val="bg1"/>
                </a:solidFill>
                <a:latin typeface="Rix고딕 B" pitchFamily="18" charset="-127"/>
                <a:ea typeface="Rix고딕 B" pitchFamily="18" charset="-127"/>
              </a:rPr>
              <a:t>/</a:t>
            </a:r>
            <a:r>
              <a:rPr lang="ko-KR" altLang="en-US" sz="1900" spc="-100" dirty="0">
                <a:solidFill>
                  <a:schemeClr val="bg1"/>
                </a:solidFill>
                <a:latin typeface="Rix고딕 B" pitchFamily="18" charset="-127"/>
                <a:ea typeface="Rix고딕 B" pitchFamily="18" charset="-127"/>
              </a:rPr>
              <a:t>고효율에 가상화</a:t>
            </a:r>
            <a:r>
              <a:rPr lang="en-US" altLang="ko-KR" sz="1900" spc="-100" dirty="0">
                <a:solidFill>
                  <a:schemeClr val="bg1"/>
                </a:solidFill>
                <a:latin typeface="Rix고딕 B" pitchFamily="18" charset="-127"/>
                <a:ea typeface="Rix고딕 B" pitchFamily="18" charset="-127"/>
              </a:rPr>
              <a:t>, </a:t>
            </a:r>
            <a:r>
              <a:rPr lang="ko-KR" altLang="en-US" sz="1900" spc="-100" dirty="0">
                <a:solidFill>
                  <a:schemeClr val="bg1"/>
                </a:solidFill>
                <a:latin typeface="Rix고딕 B" pitchFamily="18" charset="-127"/>
                <a:ea typeface="Rix고딕 B" pitchFamily="18" charset="-127"/>
              </a:rPr>
              <a:t>그린 </a:t>
            </a:r>
            <a:r>
              <a:rPr lang="en-US" altLang="ko-KR" sz="1900" spc="-100" dirty="0">
                <a:solidFill>
                  <a:schemeClr val="bg1"/>
                </a:solidFill>
                <a:latin typeface="Rix고딕 B" pitchFamily="18" charset="-127"/>
                <a:ea typeface="Rix고딕 B" pitchFamily="18" charset="-127"/>
              </a:rPr>
              <a:t>IT, IPv6</a:t>
            </a:r>
            <a:r>
              <a:rPr lang="ko-KR" altLang="en-US" sz="1900" spc="-100" dirty="0">
                <a:solidFill>
                  <a:schemeClr val="bg1"/>
                </a:solidFill>
                <a:latin typeface="Rix고딕 B" pitchFamily="18" charset="-127"/>
                <a:ea typeface="Rix고딕 B" pitchFamily="18" charset="-127"/>
              </a:rPr>
              <a:t>등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pc="-100" dirty="0">
                <a:solidFill>
                  <a:srgbClr val="FFFF00"/>
                </a:solidFill>
                <a:latin typeface="Rix고딕 B" pitchFamily="18" charset="-127"/>
                <a:ea typeface="Rix고딕 B" pitchFamily="18" charset="-127"/>
              </a:rPr>
              <a:t>신기술의 안정적인 지원이 가능한 인프라</a:t>
            </a:r>
          </a:p>
        </p:txBody>
      </p:sp>
      <p:sp>
        <p:nvSpPr>
          <p:cNvPr id="85" name="양쪽 모서리가 둥근 사각형 84"/>
          <p:cNvSpPr/>
          <p:nvPr/>
        </p:nvSpPr>
        <p:spPr bwMode="auto">
          <a:xfrm rot="10800000" flipV="1">
            <a:off x="357442" y="2432658"/>
            <a:ext cx="9942856" cy="3701442"/>
          </a:xfrm>
          <a:prstGeom prst="round2SameRect">
            <a:avLst>
              <a:gd name="adj1" fmla="val 4318"/>
              <a:gd name="adj2" fmla="val 0"/>
            </a:avLst>
          </a:prstGeom>
          <a:noFill/>
          <a:ln w="22225">
            <a:gradFill>
              <a:gsLst>
                <a:gs pos="0">
                  <a:schemeClr val="tx1">
                    <a:lumMod val="50000"/>
                    <a:lumOff val="50000"/>
                  </a:schemeClr>
                </a:gs>
                <a:gs pos="100000">
                  <a:schemeClr val="accent1">
                    <a:tint val="23500"/>
                    <a:satMod val="160000"/>
                    <a:alpha val="6000"/>
                  </a:schemeClr>
                </a:gs>
              </a:gsLst>
              <a:lin ang="540000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6" name="사다리꼴 85"/>
          <p:cNvSpPr/>
          <p:nvPr/>
        </p:nvSpPr>
        <p:spPr bwMode="auto">
          <a:xfrm>
            <a:off x="835462" y="4294245"/>
            <a:ext cx="8954574" cy="289376"/>
          </a:xfrm>
          <a:prstGeom prst="trapezoid">
            <a:avLst>
              <a:gd name="adj" fmla="val 97132"/>
            </a:avLst>
          </a:prstGeom>
          <a:gradFill>
            <a:gsLst>
              <a:gs pos="100000">
                <a:schemeClr val="bg1">
                  <a:lumMod val="95000"/>
                </a:schemeClr>
              </a:gs>
              <a:gs pos="42000">
                <a:srgbClr val="DCDCDC">
                  <a:alpha val="94902"/>
                </a:srgbClr>
              </a:gs>
              <a:gs pos="0">
                <a:srgbClr val="BEBEBE"/>
              </a:gs>
            </a:gsLst>
            <a:lin ang="16200000" scaled="1"/>
          </a:gradFill>
          <a:ln w="12700">
            <a:noFill/>
          </a:ln>
          <a:effectLst>
            <a:outerShdw blurRad="38100" dist="25400" dir="5400000" algn="t" rotWithShape="0">
              <a:schemeClr val="tx1">
                <a:lumMod val="75000"/>
                <a:lumOff val="25000"/>
              </a:schemeClr>
            </a:outerShdw>
            <a:reflection blurRad="6350" stA="50000" endA="300" endPos="90000" dir="5400000" sy="-100000" algn="bl" rotWithShape="0"/>
          </a:effectLst>
          <a:scene3d>
            <a:camera prst="perspectiveRelaxed" fov="0">
              <a:rot lat="19176000" lon="0" rev="0"/>
            </a:camera>
            <a:lightRig rig="glow" dir="t"/>
          </a:scene3d>
          <a:sp3d extrusionH="762000">
            <a:bevelT w="6350" h="12700"/>
            <a:extrusionClr>
              <a:schemeClr val="bg1">
                <a:lumMod val="95000"/>
              </a:schemeClr>
            </a:extrusion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latinLnBrk="0">
              <a:defRPr/>
            </a:pPr>
            <a:endParaRPr lang="ko-KR" altLang="en-US" dirty="0">
              <a:latin typeface="Rix고딕 B" pitchFamily="18" charset="-127"/>
              <a:ea typeface="Rix고딕 B" pitchFamily="18" charset="-127"/>
            </a:endParaRPr>
          </a:p>
        </p:txBody>
      </p:sp>
      <p:grpSp>
        <p:nvGrpSpPr>
          <p:cNvPr id="87" name="그룹 86"/>
          <p:cNvGrpSpPr/>
          <p:nvPr/>
        </p:nvGrpSpPr>
        <p:grpSpPr>
          <a:xfrm>
            <a:off x="1134600" y="3069064"/>
            <a:ext cx="2182676" cy="1310354"/>
            <a:chOff x="-1674874" y="3761417"/>
            <a:chExt cx="1859143" cy="1116124"/>
          </a:xfrm>
        </p:grpSpPr>
        <p:sp>
          <p:nvSpPr>
            <p:cNvPr id="135" name="자유형 134"/>
            <p:cNvSpPr/>
            <p:nvPr/>
          </p:nvSpPr>
          <p:spPr>
            <a:xfrm>
              <a:off x="-1314834" y="3761417"/>
              <a:ext cx="1296144" cy="1116124"/>
            </a:xfrm>
            <a:custGeom>
              <a:avLst/>
              <a:gdLst>
                <a:gd name="connsiteX0" fmla="*/ 648072 w 1296144"/>
                <a:gd name="connsiteY0" fmla="*/ 0 h 1116124"/>
                <a:gd name="connsiteX1" fmla="*/ 1296144 w 1296144"/>
                <a:gd name="connsiteY1" fmla="*/ 648072 h 1116124"/>
                <a:gd name="connsiteX2" fmla="*/ 1106328 w 1296144"/>
                <a:gd name="connsiteY2" fmla="*/ 1106328 h 1116124"/>
                <a:gd name="connsiteX3" fmla="*/ 1094455 w 1296144"/>
                <a:gd name="connsiteY3" fmla="*/ 1116124 h 1116124"/>
                <a:gd name="connsiteX4" fmla="*/ 201689 w 1296144"/>
                <a:gd name="connsiteY4" fmla="*/ 1116124 h 1116124"/>
                <a:gd name="connsiteX5" fmla="*/ 189816 w 1296144"/>
                <a:gd name="connsiteY5" fmla="*/ 1106328 h 1116124"/>
                <a:gd name="connsiteX6" fmla="*/ 0 w 1296144"/>
                <a:gd name="connsiteY6" fmla="*/ 648072 h 1116124"/>
                <a:gd name="connsiteX7" fmla="*/ 648072 w 1296144"/>
                <a:gd name="connsiteY7" fmla="*/ 0 h 11161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96144" h="1116124">
                  <a:moveTo>
                    <a:pt x="648072" y="0"/>
                  </a:moveTo>
                  <a:cubicBezTo>
                    <a:pt x="1005992" y="0"/>
                    <a:pt x="1296144" y="290152"/>
                    <a:pt x="1296144" y="648072"/>
                  </a:cubicBezTo>
                  <a:cubicBezTo>
                    <a:pt x="1296144" y="827032"/>
                    <a:pt x="1223606" y="989050"/>
                    <a:pt x="1106328" y="1106328"/>
                  </a:cubicBezTo>
                  <a:lnTo>
                    <a:pt x="1094455" y="1116124"/>
                  </a:lnTo>
                  <a:lnTo>
                    <a:pt x="201689" y="1116124"/>
                  </a:lnTo>
                  <a:lnTo>
                    <a:pt x="189816" y="1106328"/>
                  </a:lnTo>
                  <a:cubicBezTo>
                    <a:pt x="72538" y="989050"/>
                    <a:pt x="0" y="827032"/>
                    <a:pt x="0" y="648072"/>
                  </a:cubicBezTo>
                  <a:cubicBezTo>
                    <a:pt x="0" y="290152"/>
                    <a:pt x="290152" y="0"/>
                    <a:pt x="648072" y="0"/>
                  </a:cubicBezTo>
                  <a:close/>
                </a:path>
              </a:pathLst>
            </a:custGeom>
            <a:gradFill flip="none" rotWithShape="1">
              <a:gsLst>
                <a:gs pos="78000">
                  <a:srgbClr val="F57203"/>
                </a:gs>
                <a:gs pos="60000">
                  <a:srgbClr val="EF8B08"/>
                </a:gs>
                <a:gs pos="21000">
                  <a:srgbClr val="F0D67B"/>
                </a:gs>
                <a:gs pos="39000">
                  <a:srgbClr val="F0B944"/>
                </a:gs>
              </a:gsLst>
              <a:path path="circle">
                <a:fillToRect r="100000" b="100000"/>
              </a:path>
              <a:tileRect l="-100000" t="-100000"/>
            </a:gradFill>
            <a:ln w="88900" cap="rnd" cmpd="sng">
              <a:noFill/>
              <a:prstDash val="solid"/>
              <a:headEnd type="none" w="lg" len="med"/>
              <a:tailEnd type="none" w="lg" len="med"/>
            </a:ln>
            <a:effectLst/>
          </p:spPr>
          <p:style>
            <a:lnRef idx="1">
              <a:schemeClr val="accent5"/>
            </a:lnRef>
            <a:fillRef idx="3">
              <a:schemeClr val="accent5"/>
            </a:fillRef>
            <a:effectRef idx="2">
              <a:schemeClr val="accent5"/>
            </a:effectRef>
            <a:fontRef idx="minor">
              <a:schemeClr val="lt1"/>
            </a:fontRef>
          </p:style>
          <p:txBody>
            <a:bodyPr wrap="none" lIns="0" tIns="0" rIns="0" bIns="0" anchor="ctr" anchorCtr="0"/>
            <a:lstStyle/>
            <a:p>
              <a:pPr algn="ctr" latinLnBrk="0">
                <a:spcBef>
                  <a:spcPts val="200"/>
                </a:spcBef>
                <a:spcAft>
                  <a:spcPts val="600"/>
                </a:spcAft>
              </a:pPr>
              <a:endParaRPr lang="ko-KR" altLang="en-US" sz="1700" dirty="0">
                <a:ln w="0"/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ix고딕 B" pitchFamily="18" charset="-127"/>
                <a:ea typeface="Rix고딕 B" pitchFamily="18" charset="-127"/>
              </a:endParaRPr>
            </a:p>
          </p:txBody>
        </p:sp>
        <p:sp>
          <p:nvSpPr>
            <p:cNvPr id="136" name="자유형 135"/>
            <p:cNvSpPr/>
            <p:nvPr/>
          </p:nvSpPr>
          <p:spPr>
            <a:xfrm>
              <a:off x="-1242826" y="3833425"/>
              <a:ext cx="1152128" cy="1044116"/>
            </a:xfrm>
            <a:custGeom>
              <a:avLst/>
              <a:gdLst>
                <a:gd name="connsiteX0" fmla="*/ 576064 w 1152128"/>
                <a:gd name="connsiteY0" fmla="*/ 0 h 1044116"/>
                <a:gd name="connsiteX1" fmla="*/ 1152128 w 1152128"/>
                <a:gd name="connsiteY1" fmla="*/ 576064 h 1044116"/>
                <a:gd name="connsiteX2" fmla="*/ 983403 w 1152128"/>
                <a:gd name="connsiteY2" fmla="*/ 983403 h 1044116"/>
                <a:gd name="connsiteX3" fmla="*/ 909817 w 1152128"/>
                <a:gd name="connsiteY3" fmla="*/ 1044116 h 1044116"/>
                <a:gd name="connsiteX4" fmla="*/ 242311 w 1152128"/>
                <a:gd name="connsiteY4" fmla="*/ 1044116 h 1044116"/>
                <a:gd name="connsiteX5" fmla="*/ 168725 w 1152128"/>
                <a:gd name="connsiteY5" fmla="*/ 983403 h 1044116"/>
                <a:gd name="connsiteX6" fmla="*/ 0 w 1152128"/>
                <a:gd name="connsiteY6" fmla="*/ 576064 h 1044116"/>
                <a:gd name="connsiteX7" fmla="*/ 576064 w 1152128"/>
                <a:gd name="connsiteY7" fmla="*/ 0 h 1044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152128" h="1044116">
                  <a:moveTo>
                    <a:pt x="576064" y="0"/>
                  </a:moveTo>
                  <a:cubicBezTo>
                    <a:pt x="894215" y="0"/>
                    <a:pt x="1152128" y="257913"/>
                    <a:pt x="1152128" y="576064"/>
                  </a:cubicBezTo>
                  <a:cubicBezTo>
                    <a:pt x="1152128" y="735140"/>
                    <a:pt x="1087650" y="879156"/>
                    <a:pt x="983403" y="983403"/>
                  </a:cubicBezTo>
                  <a:lnTo>
                    <a:pt x="909817" y="1044116"/>
                  </a:lnTo>
                  <a:lnTo>
                    <a:pt x="242311" y="1044116"/>
                  </a:lnTo>
                  <a:lnTo>
                    <a:pt x="168725" y="983403"/>
                  </a:lnTo>
                  <a:cubicBezTo>
                    <a:pt x="64478" y="879156"/>
                    <a:pt x="0" y="735140"/>
                    <a:pt x="0" y="576064"/>
                  </a:cubicBezTo>
                  <a:cubicBezTo>
                    <a:pt x="0" y="257913"/>
                    <a:pt x="257913" y="0"/>
                    <a:pt x="576064" y="0"/>
                  </a:cubicBezTo>
                  <a:close/>
                </a:path>
              </a:pathLst>
            </a:custGeom>
            <a:noFill/>
            <a:ln w="12700" cap="sq" cmpd="sng">
              <a:solidFill>
                <a:schemeClr val="bg1">
                  <a:alpha val="50000"/>
                </a:schemeClr>
              </a:solidFill>
              <a:prstDash val="dash"/>
              <a:headEnd type="none" w="lg" len="med"/>
              <a:tailEnd type="none" w="lg" len="med"/>
            </a:ln>
            <a:effectLst/>
          </p:spPr>
          <p:style>
            <a:lnRef idx="1">
              <a:schemeClr val="accent5"/>
            </a:lnRef>
            <a:fillRef idx="3">
              <a:schemeClr val="accent5"/>
            </a:fillRef>
            <a:effectRef idx="2">
              <a:schemeClr val="accent5"/>
            </a:effectRef>
            <a:fontRef idx="minor">
              <a:schemeClr val="lt1"/>
            </a:fontRef>
          </p:style>
          <p:txBody>
            <a:bodyPr wrap="square" lIns="0" tIns="0" rIns="0" bIns="0" anchor="ctr" anchorCtr="0">
              <a:noAutofit/>
            </a:bodyPr>
            <a:lstStyle/>
            <a:p>
              <a:pPr algn="ctr" latinLnBrk="0">
                <a:spcBef>
                  <a:spcPts val="200"/>
                </a:spcBef>
                <a:spcAft>
                  <a:spcPts val="600"/>
                </a:spcAft>
              </a:pPr>
              <a:endParaRPr lang="ko-KR" altLang="en-US" sz="1700" dirty="0">
                <a:ln w="0"/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ix고딕 B" pitchFamily="18" charset="-127"/>
                <a:ea typeface="Rix고딕 B" pitchFamily="18" charset="-127"/>
              </a:endParaRPr>
            </a:p>
          </p:txBody>
        </p:sp>
        <p:pic>
          <p:nvPicPr>
            <p:cNvPr id="137" name="그림 241"/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" b="49410"/>
            <a:stretch/>
          </p:blipFill>
          <p:spPr bwMode="auto">
            <a:xfrm>
              <a:off x="-1674874" y="4769528"/>
              <a:ext cx="1859143" cy="1080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88" name="TextBox 87"/>
          <p:cNvSpPr txBox="1"/>
          <p:nvPr/>
        </p:nvSpPr>
        <p:spPr>
          <a:xfrm>
            <a:off x="1974541" y="3714582"/>
            <a:ext cx="692498" cy="307777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spAutoFit/>
          </a:bodyPr>
          <a:lstStyle>
            <a:defPPr>
              <a:defRPr lang="ko-KR"/>
            </a:defPPr>
            <a:lvl1pPr algn="ctr" latinLnBrk="0">
              <a:defRPr sz="2000">
                <a:solidFill>
                  <a:prstClr val="white"/>
                </a:solidFill>
                <a:latin typeface="고도 B" panose="02000503000000020004" pitchFamily="2" charset="-127"/>
                <a:ea typeface="고도 B" panose="02000503000000020004" pitchFamily="2" charset="-127"/>
              </a:defRPr>
            </a:lvl1pPr>
          </a:lstStyle>
          <a:p>
            <a:r>
              <a:rPr lang="ko-KR" altLang="en-US" dirty="0">
                <a:solidFill>
                  <a:schemeClr val="tx1"/>
                </a:solidFill>
                <a:latin typeface="Rix고딕 B" pitchFamily="18" charset="-127"/>
                <a:ea typeface="Rix고딕 B" pitchFamily="18" charset="-127"/>
              </a:rPr>
              <a:t>단순화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2211785" y="3342508"/>
            <a:ext cx="218009" cy="215443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algn="ctr" latinLnBrk="0"/>
            <a:r>
              <a:rPr lang="en-US" altLang="ko-KR" sz="1400" dirty="0" smtClean="0">
                <a:solidFill>
                  <a:schemeClr val="tx1">
                    <a:alpha val="50000"/>
                  </a:schemeClr>
                </a:solidFill>
                <a:latin typeface="Rix고딕 B" pitchFamily="18" charset="-127"/>
                <a:ea typeface="Rix고딕 B" pitchFamily="18" charset="-127"/>
              </a:rPr>
              <a:t>01</a:t>
            </a:r>
          </a:p>
        </p:txBody>
      </p:sp>
      <p:cxnSp>
        <p:nvCxnSpPr>
          <p:cNvPr id="90" name="직선 연결선 89"/>
          <p:cNvCxnSpPr/>
          <p:nvPr/>
        </p:nvCxnSpPr>
        <p:spPr>
          <a:xfrm>
            <a:off x="1900735" y="3571797"/>
            <a:ext cx="840107" cy="0"/>
          </a:xfrm>
          <a:prstGeom prst="line">
            <a:avLst/>
          </a:prstGeom>
          <a:noFill/>
          <a:ln w="12700" cap="sq" cmpd="sng">
            <a:solidFill>
              <a:schemeClr val="tx1">
                <a:lumMod val="85000"/>
                <a:lumOff val="15000"/>
                <a:alpha val="25000"/>
              </a:schemeClr>
            </a:solidFill>
            <a:prstDash val="solid"/>
            <a:headEnd type="none" w="lg" len="med"/>
            <a:tailEnd type="none" w="lg" len="med"/>
          </a:ln>
          <a:effectLst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</p:cxnSp>
      <p:grpSp>
        <p:nvGrpSpPr>
          <p:cNvPr id="91" name="그룹 90"/>
          <p:cNvGrpSpPr/>
          <p:nvPr/>
        </p:nvGrpSpPr>
        <p:grpSpPr>
          <a:xfrm>
            <a:off x="4326110" y="3069064"/>
            <a:ext cx="2182676" cy="1310354"/>
            <a:chOff x="-1674874" y="3761417"/>
            <a:chExt cx="1859143" cy="1116124"/>
          </a:xfrm>
        </p:grpSpPr>
        <p:sp>
          <p:nvSpPr>
            <p:cNvPr id="132" name="자유형 131"/>
            <p:cNvSpPr/>
            <p:nvPr/>
          </p:nvSpPr>
          <p:spPr>
            <a:xfrm>
              <a:off x="-1314834" y="3761417"/>
              <a:ext cx="1296144" cy="1116124"/>
            </a:xfrm>
            <a:custGeom>
              <a:avLst/>
              <a:gdLst>
                <a:gd name="connsiteX0" fmla="*/ 648072 w 1296144"/>
                <a:gd name="connsiteY0" fmla="*/ 0 h 1116124"/>
                <a:gd name="connsiteX1" fmla="*/ 1296144 w 1296144"/>
                <a:gd name="connsiteY1" fmla="*/ 648072 h 1116124"/>
                <a:gd name="connsiteX2" fmla="*/ 1106328 w 1296144"/>
                <a:gd name="connsiteY2" fmla="*/ 1106328 h 1116124"/>
                <a:gd name="connsiteX3" fmla="*/ 1094455 w 1296144"/>
                <a:gd name="connsiteY3" fmla="*/ 1116124 h 1116124"/>
                <a:gd name="connsiteX4" fmla="*/ 201689 w 1296144"/>
                <a:gd name="connsiteY4" fmla="*/ 1116124 h 1116124"/>
                <a:gd name="connsiteX5" fmla="*/ 189816 w 1296144"/>
                <a:gd name="connsiteY5" fmla="*/ 1106328 h 1116124"/>
                <a:gd name="connsiteX6" fmla="*/ 0 w 1296144"/>
                <a:gd name="connsiteY6" fmla="*/ 648072 h 1116124"/>
                <a:gd name="connsiteX7" fmla="*/ 648072 w 1296144"/>
                <a:gd name="connsiteY7" fmla="*/ 0 h 11161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96144" h="1116124">
                  <a:moveTo>
                    <a:pt x="648072" y="0"/>
                  </a:moveTo>
                  <a:cubicBezTo>
                    <a:pt x="1005992" y="0"/>
                    <a:pt x="1296144" y="290152"/>
                    <a:pt x="1296144" y="648072"/>
                  </a:cubicBezTo>
                  <a:cubicBezTo>
                    <a:pt x="1296144" y="827032"/>
                    <a:pt x="1223606" y="989050"/>
                    <a:pt x="1106328" y="1106328"/>
                  </a:cubicBezTo>
                  <a:lnTo>
                    <a:pt x="1094455" y="1116124"/>
                  </a:lnTo>
                  <a:lnTo>
                    <a:pt x="201689" y="1116124"/>
                  </a:lnTo>
                  <a:lnTo>
                    <a:pt x="189816" y="1106328"/>
                  </a:lnTo>
                  <a:cubicBezTo>
                    <a:pt x="72538" y="989050"/>
                    <a:pt x="0" y="827032"/>
                    <a:pt x="0" y="648072"/>
                  </a:cubicBezTo>
                  <a:cubicBezTo>
                    <a:pt x="0" y="290152"/>
                    <a:pt x="290152" y="0"/>
                    <a:pt x="648072" y="0"/>
                  </a:cubicBezTo>
                  <a:close/>
                </a:path>
              </a:pathLst>
            </a:custGeom>
            <a:gradFill flip="none" rotWithShape="1">
              <a:gsLst>
                <a:gs pos="78000">
                  <a:srgbClr val="F57203"/>
                </a:gs>
                <a:gs pos="60000">
                  <a:srgbClr val="EF8B08"/>
                </a:gs>
                <a:gs pos="21000">
                  <a:srgbClr val="F0D67B"/>
                </a:gs>
                <a:gs pos="39000">
                  <a:srgbClr val="F0B944"/>
                </a:gs>
              </a:gsLst>
              <a:path path="circle">
                <a:fillToRect r="100000" b="100000"/>
              </a:path>
              <a:tileRect l="-100000" t="-100000"/>
            </a:gradFill>
            <a:ln w="88900" cap="rnd" cmpd="sng">
              <a:noFill/>
              <a:prstDash val="solid"/>
              <a:headEnd type="none" w="lg" len="med"/>
              <a:tailEnd type="none" w="lg" len="med"/>
            </a:ln>
            <a:effectLst/>
          </p:spPr>
          <p:style>
            <a:lnRef idx="1">
              <a:schemeClr val="accent5"/>
            </a:lnRef>
            <a:fillRef idx="3">
              <a:schemeClr val="accent5"/>
            </a:fillRef>
            <a:effectRef idx="2">
              <a:schemeClr val="accent5"/>
            </a:effectRef>
            <a:fontRef idx="minor">
              <a:schemeClr val="lt1"/>
            </a:fontRef>
          </p:style>
          <p:txBody>
            <a:bodyPr wrap="none" lIns="0" tIns="0" rIns="0" bIns="0" anchor="ctr" anchorCtr="0"/>
            <a:lstStyle/>
            <a:p>
              <a:pPr algn="ctr" latinLnBrk="0">
                <a:spcBef>
                  <a:spcPts val="200"/>
                </a:spcBef>
                <a:spcAft>
                  <a:spcPts val="600"/>
                </a:spcAft>
              </a:pPr>
              <a:endParaRPr lang="ko-KR" altLang="en-US" sz="1700" dirty="0">
                <a:ln w="0"/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ix고딕 B" pitchFamily="18" charset="-127"/>
                <a:ea typeface="Rix고딕 B" pitchFamily="18" charset="-127"/>
              </a:endParaRPr>
            </a:p>
          </p:txBody>
        </p:sp>
        <p:sp>
          <p:nvSpPr>
            <p:cNvPr id="133" name="자유형 132"/>
            <p:cNvSpPr/>
            <p:nvPr/>
          </p:nvSpPr>
          <p:spPr>
            <a:xfrm>
              <a:off x="-1242826" y="3833425"/>
              <a:ext cx="1152128" cy="1044116"/>
            </a:xfrm>
            <a:custGeom>
              <a:avLst/>
              <a:gdLst>
                <a:gd name="connsiteX0" fmla="*/ 576064 w 1152128"/>
                <a:gd name="connsiteY0" fmla="*/ 0 h 1044116"/>
                <a:gd name="connsiteX1" fmla="*/ 1152128 w 1152128"/>
                <a:gd name="connsiteY1" fmla="*/ 576064 h 1044116"/>
                <a:gd name="connsiteX2" fmla="*/ 983403 w 1152128"/>
                <a:gd name="connsiteY2" fmla="*/ 983403 h 1044116"/>
                <a:gd name="connsiteX3" fmla="*/ 909817 w 1152128"/>
                <a:gd name="connsiteY3" fmla="*/ 1044116 h 1044116"/>
                <a:gd name="connsiteX4" fmla="*/ 242311 w 1152128"/>
                <a:gd name="connsiteY4" fmla="*/ 1044116 h 1044116"/>
                <a:gd name="connsiteX5" fmla="*/ 168725 w 1152128"/>
                <a:gd name="connsiteY5" fmla="*/ 983403 h 1044116"/>
                <a:gd name="connsiteX6" fmla="*/ 0 w 1152128"/>
                <a:gd name="connsiteY6" fmla="*/ 576064 h 1044116"/>
                <a:gd name="connsiteX7" fmla="*/ 576064 w 1152128"/>
                <a:gd name="connsiteY7" fmla="*/ 0 h 1044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152128" h="1044116">
                  <a:moveTo>
                    <a:pt x="576064" y="0"/>
                  </a:moveTo>
                  <a:cubicBezTo>
                    <a:pt x="894215" y="0"/>
                    <a:pt x="1152128" y="257913"/>
                    <a:pt x="1152128" y="576064"/>
                  </a:cubicBezTo>
                  <a:cubicBezTo>
                    <a:pt x="1152128" y="735140"/>
                    <a:pt x="1087650" y="879156"/>
                    <a:pt x="983403" y="983403"/>
                  </a:cubicBezTo>
                  <a:lnTo>
                    <a:pt x="909817" y="1044116"/>
                  </a:lnTo>
                  <a:lnTo>
                    <a:pt x="242311" y="1044116"/>
                  </a:lnTo>
                  <a:lnTo>
                    <a:pt x="168725" y="983403"/>
                  </a:lnTo>
                  <a:cubicBezTo>
                    <a:pt x="64478" y="879156"/>
                    <a:pt x="0" y="735140"/>
                    <a:pt x="0" y="576064"/>
                  </a:cubicBezTo>
                  <a:cubicBezTo>
                    <a:pt x="0" y="257913"/>
                    <a:pt x="257913" y="0"/>
                    <a:pt x="576064" y="0"/>
                  </a:cubicBezTo>
                  <a:close/>
                </a:path>
              </a:pathLst>
            </a:custGeom>
            <a:noFill/>
            <a:ln w="12700" cap="sq" cmpd="sng">
              <a:solidFill>
                <a:schemeClr val="bg1">
                  <a:alpha val="50000"/>
                </a:schemeClr>
              </a:solidFill>
              <a:prstDash val="dash"/>
              <a:headEnd type="none" w="lg" len="med"/>
              <a:tailEnd type="none" w="lg" len="med"/>
            </a:ln>
            <a:effectLst/>
          </p:spPr>
          <p:style>
            <a:lnRef idx="1">
              <a:schemeClr val="accent5"/>
            </a:lnRef>
            <a:fillRef idx="3">
              <a:schemeClr val="accent5"/>
            </a:fillRef>
            <a:effectRef idx="2">
              <a:schemeClr val="accent5"/>
            </a:effectRef>
            <a:fontRef idx="minor">
              <a:schemeClr val="lt1"/>
            </a:fontRef>
          </p:style>
          <p:txBody>
            <a:bodyPr wrap="square" lIns="0" tIns="0" rIns="0" bIns="0" anchor="ctr" anchorCtr="0">
              <a:noAutofit/>
            </a:bodyPr>
            <a:lstStyle/>
            <a:p>
              <a:pPr algn="ctr" latinLnBrk="0">
                <a:spcBef>
                  <a:spcPts val="200"/>
                </a:spcBef>
                <a:spcAft>
                  <a:spcPts val="600"/>
                </a:spcAft>
              </a:pPr>
              <a:endParaRPr lang="ko-KR" altLang="en-US" sz="1700" dirty="0">
                <a:ln w="0"/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ix고딕 B" pitchFamily="18" charset="-127"/>
                <a:ea typeface="Rix고딕 B" pitchFamily="18" charset="-127"/>
              </a:endParaRPr>
            </a:p>
          </p:txBody>
        </p:sp>
        <p:pic>
          <p:nvPicPr>
            <p:cNvPr id="134" name="그림 241"/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" b="49410"/>
            <a:stretch/>
          </p:blipFill>
          <p:spPr bwMode="auto">
            <a:xfrm>
              <a:off x="-1674874" y="4769528"/>
              <a:ext cx="1859143" cy="10801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92" name="TextBox 91"/>
          <p:cNvSpPr txBox="1"/>
          <p:nvPr/>
        </p:nvSpPr>
        <p:spPr>
          <a:xfrm>
            <a:off x="5281466" y="3714582"/>
            <a:ext cx="461666" cy="307777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spAutoFit/>
          </a:bodyPr>
          <a:lstStyle>
            <a:defPPr>
              <a:defRPr lang="ko-KR"/>
            </a:defPPr>
            <a:lvl1pPr algn="ctr" latinLnBrk="0">
              <a:defRPr sz="2000">
                <a:solidFill>
                  <a:prstClr val="white"/>
                </a:solidFill>
                <a:latin typeface="고도 B" panose="02000503000000020004" pitchFamily="2" charset="-127"/>
                <a:ea typeface="고도 B" panose="02000503000000020004" pitchFamily="2" charset="-127"/>
              </a:defRPr>
            </a:lvl1pPr>
          </a:lstStyle>
          <a:p>
            <a:r>
              <a:rPr lang="ko-KR" altLang="en-US" dirty="0">
                <a:solidFill>
                  <a:schemeClr val="tx1"/>
                </a:solidFill>
                <a:latin typeface="Rix고딕 B" pitchFamily="18" charset="-127"/>
                <a:ea typeface="Rix고딕 B" pitchFamily="18" charset="-127"/>
              </a:rPr>
              <a:t>공유</a:t>
            </a:r>
            <a:endParaRPr lang="en-US" altLang="ko-KR" dirty="0">
              <a:solidFill>
                <a:schemeClr val="tx1"/>
              </a:solidFill>
              <a:latin typeface="Rix고딕 B" pitchFamily="18" charset="-127"/>
              <a:ea typeface="Rix고딕 B" pitchFamily="18" charset="-127"/>
            </a:endParaRPr>
          </a:p>
        </p:txBody>
      </p:sp>
      <p:sp>
        <p:nvSpPr>
          <p:cNvPr id="93" name="TextBox 92"/>
          <p:cNvSpPr txBox="1"/>
          <p:nvPr/>
        </p:nvSpPr>
        <p:spPr>
          <a:xfrm>
            <a:off x="5403298" y="3342508"/>
            <a:ext cx="218008" cy="215443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algn="ctr" latinLnBrk="0"/>
            <a:r>
              <a:rPr lang="en-US" altLang="ko-KR" sz="1400" dirty="0" smtClean="0">
                <a:solidFill>
                  <a:schemeClr val="tx1">
                    <a:alpha val="50000"/>
                  </a:schemeClr>
                </a:solidFill>
                <a:latin typeface="Rix고딕 B" pitchFamily="18" charset="-127"/>
                <a:ea typeface="Rix고딕 B" pitchFamily="18" charset="-127"/>
              </a:rPr>
              <a:t>02</a:t>
            </a:r>
            <a:endParaRPr lang="ko-KR" altLang="en-US" sz="1400" dirty="0">
              <a:solidFill>
                <a:schemeClr val="tx1">
                  <a:alpha val="50000"/>
                </a:schemeClr>
              </a:solidFill>
              <a:latin typeface="Rix고딕 B" pitchFamily="18" charset="-127"/>
              <a:ea typeface="Rix고딕 B" pitchFamily="18" charset="-127"/>
            </a:endParaRPr>
          </a:p>
        </p:txBody>
      </p:sp>
      <p:cxnSp>
        <p:nvCxnSpPr>
          <p:cNvPr id="94" name="직선 연결선 93"/>
          <p:cNvCxnSpPr/>
          <p:nvPr/>
        </p:nvCxnSpPr>
        <p:spPr>
          <a:xfrm>
            <a:off x="5092245" y="3571797"/>
            <a:ext cx="840107" cy="0"/>
          </a:xfrm>
          <a:prstGeom prst="line">
            <a:avLst/>
          </a:prstGeom>
          <a:noFill/>
          <a:ln w="12700" cap="sq" cmpd="sng">
            <a:solidFill>
              <a:schemeClr val="tx1">
                <a:lumMod val="85000"/>
                <a:lumOff val="15000"/>
                <a:alpha val="25000"/>
              </a:schemeClr>
            </a:solidFill>
            <a:prstDash val="solid"/>
            <a:headEnd type="none" w="lg" len="med"/>
            <a:tailEnd type="none" w="lg" len="med"/>
          </a:ln>
          <a:effectLst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</p:cxnSp>
      <p:grpSp>
        <p:nvGrpSpPr>
          <p:cNvPr id="95" name="그룹 94"/>
          <p:cNvGrpSpPr/>
          <p:nvPr/>
        </p:nvGrpSpPr>
        <p:grpSpPr>
          <a:xfrm>
            <a:off x="7380265" y="3069064"/>
            <a:ext cx="2182676" cy="1310354"/>
            <a:chOff x="-1674874" y="3761417"/>
            <a:chExt cx="1859143" cy="1116124"/>
          </a:xfrm>
        </p:grpSpPr>
        <p:sp>
          <p:nvSpPr>
            <p:cNvPr id="129" name="자유형 128"/>
            <p:cNvSpPr/>
            <p:nvPr/>
          </p:nvSpPr>
          <p:spPr>
            <a:xfrm>
              <a:off x="-1314834" y="3761417"/>
              <a:ext cx="1296144" cy="1116124"/>
            </a:xfrm>
            <a:custGeom>
              <a:avLst/>
              <a:gdLst>
                <a:gd name="connsiteX0" fmla="*/ 648072 w 1296144"/>
                <a:gd name="connsiteY0" fmla="*/ 0 h 1116124"/>
                <a:gd name="connsiteX1" fmla="*/ 1296144 w 1296144"/>
                <a:gd name="connsiteY1" fmla="*/ 648072 h 1116124"/>
                <a:gd name="connsiteX2" fmla="*/ 1106328 w 1296144"/>
                <a:gd name="connsiteY2" fmla="*/ 1106328 h 1116124"/>
                <a:gd name="connsiteX3" fmla="*/ 1094455 w 1296144"/>
                <a:gd name="connsiteY3" fmla="*/ 1116124 h 1116124"/>
                <a:gd name="connsiteX4" fmla="*/ 201689 w 1296144"/>
                <a:gd name="connsiteY4" fmla="*/ 1116124 h 1116124"/>
                <a:gd name="connsiteX5" fmla="*/ 189816 w 1296144"/>
                <a:gd name="connsiteY5" fmla="*/ 1106328 h 1116124"/>
                <a:gd name="connsiteX6" fmla="*/ 0 w 1296144"/>
                <a:gd name="connsiteY6" fmla="*/ 648072 h 1116124"/>
                <a:gd name="connsiteX7" fmla="*/ 648072 w 1296144"/>
                <a:gd name="connsiteY7" fmla="*/ 0 h 11161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96144" h="1116124">
                  <a:moveTo>
                    <a:pt x="648072" y="0"/>
                  </a:moveTo>
                  <a:cubicBezTo>
                    <a:pt x="1005992" y="0"/>
                    <a:pt x="1296144" y="290152"/>
                    <a:pt x="1296144" y="648072"/>
                  </a:cubicBezTo>
                  <a:cubicBezTo>
                    <a:pt x="1296144" y="827032"/>
                    <a:pt x="1223606" y="989050"/>
                    <a:pt x="1106328" y="1106328"/>
                  </a:cubicBezTo>
                  <a:lnTo>
                    <a:pt x="1094455" y="1116124"/>
                  </a:lnTo>
                  <a:lnTo>
                    <a:pt x="201689" y="1116124"/>
                  </a:lnTo>
                  <a:lnTo>
                    <a:pt x="189816" y="1106328"/>
                  </a:lnTo>
                  <a:cubicBezTo>
                    <a:pt x="72538" y="989050"/>
                    <a:pt x="0" y="827032"/>
                    <a:pt x="0" y="648072"/>
                  </a:cubicBezTo>
                  <a:cubicBezTo>
                    <a:pt x="0" y="290152"/>
                    <a:pt x="290152" y="0"/>
                    <a:pt x="648072" y="0"/>
                  </a:cubicBezTo>
                  <a:close/>
                </a:path>
              </a:pathLst>
            </a:custGeom>
            <a:gradFill flip="none" rotWithShape="1">
              <a:gsLst>
                <a:gs pos="78000">
                  <a:srgbClr val="F57203"/>
                </a:gs>
                <a:gs pos="60000">
                  <a:srgbClr val="EF8B08"/>
                </a:gs>
                <a:gs pos="21000">
                  <a:srgbClr val="F0D67B"/>
                </a:gs>
                <a:gs pos="39000">
                  <a:srgbClr val="F0B944"/>
                </a:gs>
              </a:gsLst>
              <a:path path="circle">
                <a:fillToRect r="100000" b="100000"/>
              </a:path>
              <a:tileRect l="-100000" t="-100000"/>
            </a:gradFill>
            <a:ln w="88900" cap="rnd" cmpd="sng">
              <a:noFill/>
              <a:prstDash val="solid"/>
              <a:headEnd type="none" w="lg" len="med"/>
              <a:tailEnd type="none" w="lg" len="med"/>
            </a:ln>
            <a:effectLst/>
          </p:spPr>
          <p:style>
            <a:lnRef idx="1">
              <a:schemeClr val="accent5"/>
            </a:lnRef>
            <a:fillRef idx="3">
              <a:schemeClr val="accent5"/>
            </a:fillRef>
            <a:effectRef idx="2">
              <a:schemeClr val="accent5"/>
            </a:effectRef>
            <a:fontRef idx="minor">
              <a:schemeClr val="lt1"/>
            </a:fontRef>
          </p:style>
          <p:txBody>
            <a:bodyPr wrap="none" lIns="0" tIns="0" rIns="0" bIns="0" anchor="ctr" anchorCtr="0"/>
            <a:lstStyle/>
            <a:p>
              <a:pPr algn="ctr" latinLnBrk="0">
                <a:spcBef>
                  <a:spcPts val="200"/>
                </a:spcBef>
                <a:spcAft>
                  <a:spcPts val="600"/>
                </a:spcAft>
              </a:pPr>
              <a:endParaRPr lang="ko-KR" altLang="en-US" sz="1700" dirty="0">
                <a:ln w="0"/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ix고딕 B" pitchFamily="18" charset="-127"/>
                <a:ea typeface="Rix고딕 B" pitchFamily="18" charset="-127"/>
              </a:endParaRPr>
            </a:p>
          </p:txBody>
        </p:sp>
        <p:sp>
          <p:nvSpPr>
            <p:cNvPr id="130" name="자유형 129"/>
            <p:cNvSpPr/>
            <p:nvPr/>
          </p:nvSpPr>
          <p:spPr>
            <a:xfrm>
              <a:off x="-1242826" y="3833425"/>
              <a:ext cx="1152128" cy="1044116"/>
            </a:xfrm>
            <a:custGeom>
              <a:avLst/>
              <a:gdLst>
                <a:gd name="connsiteX0" fmla="*/ 576064 w 1152128"/>
                <a:gd name="connsiteY0" fmla="*/ 0 h 1044116"/>
                <a:gd name="connsiteX1" fmla="*/ 1152128 w 1152128"/>
                <a:gd name="connsiteY1" fmla="*/ 576064 h 1044116"/>
                <a:gd name="connsiteX2" fmla="*/ 983403 w 1152128"/>
                <a:gd name="connsiteY2" fmla="*/ 983403 h 1044116"/>
                <a:gd name="connsiteX3" fmla="*/ 909817 w 1152128"/>
                <a:gd name="connsiteY3" fmla="*/ 1044116 h 1044116"/>
                <a:gd name="connsiteX4" fmla="*/ 242311 w 1152128"/>
                <a:gd name="connsiteY4" fmla="*/ 1044116 h 1044116"/>
                <a:gd name="connsiteX5" fmla="*/ 168725 w 1152128"/>
                <a:gd name="connsiteY5" fmla="*/ 983403 h 1044116"/>
                <a:gd name="connsiteX6" fmla="*/ 0 w 1152128"/>
                <a:gd name="connsiteY6" fmla="*/ 576064 h 1044116"/>
                <a:gd name="connsiteX7" fmla="*/ 576064 w 1152128"/>
                <a:gd name="connsiteY7" fmla="*/ 0 h 1044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152128" h="1044116">
                  <a:moveTo>
                    <a:pt x="576064" y="0"/>
                  </a:moveTo>
                  <a:cubicBezTo>
                    <a:pt x="894215" y="0"/>
                    <a:pt x="1152128" y="257913"/>
                    <a:pt x="1152128" y="576064"/>
                  </a:cubicBezTo>
                  <a:cubicBezTo>
                    <a:pt x="1152128" y="735140"/>
                    <a:pt x="1087650" y="879156"/>
                    <a:pt x="983403" y="983403"/>
                  </a:cubicBezTo>
                  <a:lnTo>
                    <a:pt x="909817" y="1044116"/>
                  </a:lnTo>
                  <a:lnTo>
                    <a:pt x="242311" y="1044116"/>
                  </a:lnTo>
                  <a:lnTo>
                    <a:pt x="168725" y="983403"/>
                  </a:lnTo>
                  <a:cubicBezTo>
                    <a:pt x="64478" y="879156"/>
                    <a:pt x="0" y="735140"/>
                    <a:pt x="0" y="576064"/>
                  </a:cubicBezTo>
                  <a:cubicBezTo>
                    <a:pt x="0" y="257913"/>
                    <a:pt x="257913" y="0"/>
                    <a:pt x="576064" y="0"/>
                  </a:cubicBezTo>
                  <a:close/>
                </a:path>
              </a:pathLst>
            </a:custGeom>
            <a:noFill/>
            <a:ln w="12700" cap="sq" cmpd="sng">
              <a:solidFill>
                <a:schemeClr val="bg1">
                  <a:alpha val="50000"/>
                </a:schemeClr>
              </a:solidFill>
              <a:prstDash val="dash"/>
              <a:headEnd type="none" w="lg" len="med"/>
              <a:tailEnd type="none" w="lg" len="med"/>
            </a:ln>
            <a:effectLst/>
          </p:spPr>
          <p:style>
            <a:lnRef idx="1">
              <a:schemeClr val="accent5"/>
            </a:lnRef>
            <a:fillRef idx="3">
              <a:schemeClr val="accent5"/>
            </a:fillRef>
            <a:effectRef idx="2">
              <a:schemeClr val="accent5"/>
            </a:effectRef>
            <a:fontRef idx="minor">
              <a:schemeClr val="lt1"/>
            </a:fontRef>
          </p:style>
          <p:txBody>
            <a:bodyPr wrap="square" lIns="0" tIns="0" rIns="0" bIns="0" anchor="ctr" anchorCtr="0">
              <a:noAutofit/>
            </a:bodyPr>
            <a:lstStyle/>
            <a:p>
              <a:pPr algn="ctr" latinLnBrk="0">
                <a:spcBef>
                  <a:spcPts val="200"/>
                </a:spcBef>
                <a:spcAft>
                  <a:spcPts val="600"/>
                </a:spcAft>
              </a:pPr>
              <a:endParaRPr lang="ko-KR" altLang="en-US" sz="1700" dirty="0">
                <a:ln w="0"/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ix고딕 B" pitchFamily="18" charset="-127"/>
                <a:ea typeface="Rix고딕 B" pitchFamily="18" charset="-127"/>
              </a:endParaRPr>
            </a:p>
          </p:txBody>
        </p:sp>
        <p:pic>
          <p:nvPicPr>
            <p:cNvPr id="131" name="그림 241"/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" b="49410"/>
            <a:stretch/>
          </p:blipFill>
          <p:spPr bwMode="auto">
            <a:xfrm>
              <a:off x="-1674874" y="4769528"/>
              <a:ext cx="1859143" cy="1080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96" name="TextBox 95"/>
          <p:cNvSpPr txBox="1"/>
          <p:nvPr/>
        </p:nvSpPr>
        <p:spPr>
          <a:xfrm>
            <a:off x="8220205" y="3714583"/>
            <a:ext cx="692498" cy="307777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spAutoFit/>
          </a:bodyPr>
          <a:lstStyle/>
          <a:p>
            <a:pPr algn="ctr" latinLnBrk="0"/>
            <a:r>
              <a:rPr lang="ko-KR" altLang="en-US" sz="2000" dirty="0" smtClean="0">
                <a:latin typeface="Rix고딕 B" pitchFamily="18" charset="-127"/>
                <a:ea typeface="Rix고딕 B" pitchFamily="18" charset="-127"/>
              </a:rPr>
              <a:t>안정성</a:t>
            </a:r>
            <a:endParaRPr lang="en-US" altLang="ko-KR" sz="2000" dirty="0" smtClean="0">
              <a:latin typeface="Rix고딕 B" pitchFamily="18" charset="-127"/>
              <a:ea typeface="Rix고딕 B" pitchFamily="18" charset="-127"/>
            </a:endParaRPr>
          </a:p>
        </p:txBody>
      </p:sp>
      <p:sp>
        <p:nvSpPr>
          <p:cNvPr id="97" name="TextBox 96"/>
          <p:cNvSpPr txBox="1"/>
          <p:nvPr/>
        </p:nvSpPr>
        <p:spPr>
          <a:xfrm>
            <a:off x="8457453" y="3342507"/>
            <a:ext cx="218008" cy="215444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algn="ctr" latinLnBrk="0"/>
            <a:r>
              <a:rPr lang="en-US" altLang="ko-KR" sz="1400" dirty="0" smtClean="0">
                <a:solidFill>
                  <a:schemeClr val="tx1">
                    <a:alpha val="50000"/>
                  </a:schemeClr>
                </a:solidFill>
                <a:latin typeface="Rix고딕 B" pitchFamily="18" charset="-127"/>
                <a:ea typeface="Rix고딕 B" pitchFamily="18" charset="-127"/>
              </a:rPr>
              <a:t>03</a:t>
            </a:r>
            <a:endParaRPr lang="ko-KR" altLang="en-US" sz="1400" dirty="0">
              <a:solidFill>
                <a:schemeClr val="tx1">
                  <a:alpha val="50000"/>
                </a:schemeClr>
              </a:solidFill>
              <a:latin typeface="Rix고딕 B" pitchFamily="18" charset="-127"/>
              <a:ea typeface="Rix고딕 B" pitchFamily="18" charset="-127"/>
            </a:endParaRPr>
          </a:p>
        </p:txBody>
      </p:sp>
      <p:cxnSp>
        <p:nvCxnSpPr>
          <p:cNvPr id="98" name="직선 연결선 97"/>
          <p:cNvCxnSpPr/>
          <p:nvPr/>
        </p:nvCxnSpPr>
        <p:spPr>
          <a:xfrm>
            <a:off x="8146400" y="3571798"/>
            <a:ext cx="840107" cy="0"/>
          </a:xfrm>
          <a:prstGeom prst="line">
            <a:avLst/>
          </a:prstGeom>
          <a:noFill/>
          <a:ln w="12700" cap="sq" cmpd="sng">
            <a:solidFill>
              <a:schemeClr val="tx1">
                <a:lumMod val="85000"/>
                <a:lumOff val="15000"/>
                <a:alpha val="25000"/>
              </a:schemeClr>
            </a:solidFill>
            <a:prstDash val="solid"/>
            <a:headEnd type="none" w="lg" len="med"/>
            <a:tailEnd type="none" w="lg" len="med"/>
          </a:ln>
          <a:effectLst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</p:cxnSp>
      <p:grpSp>
        <p:nvGrpSpPr>
          <p:cNvPr id="99" name="그룹 98"/>
          <p:cNvGrpSpPr/>
          <p:nvPr/>
        </p:nvGrpSpPr>
        <p:grpSpPr>
          <a:xfrm>
            <a:off x="6990756" y="3069064"/>
            <a:ext cx="358409" cy="1734736"/>
            <a:chOff x="7039884" y="359457"/>
            <a:chExt cx="394250" cy="5503220"/>
          </a:xfrm>
        </p:grpSpPr>
        <p:sp>
          <p:nvSpPr>
            <p:cNvPr id="127" name="직사각형 156"/>
            <p:cNvSpPr/>
            <p:nvPr/>
          </p:nvSpPr>
          <p:spPr>
            <a:xfrm>
              <a:off x="7086873" y="1271842"/>
              <a:ext cx="347261" cy="4125819"/>
            </a:xfrm>
            <a:prstGeom prst="roundRect">
              <a:avLst/>
            </a:prstGeom>
            <a:gradFill flip="none" rotWithShape="1">
              <a:gsLst>
                <a:gs pos="0">
                  <a:schemeClr val="bg1">
                    <a:lumMod val="75000"/>
                    <a:alpha val="50000"/>
                  </a:schemeClr>
                </a:gs>
                <a:gs pos="100000">
                  <a:srgbClr val="E8E8E8">
                    <a:lumMod val="95000"/>
                    <a:alpha val="0"/>
                  </a:srgbClr>
                </a:gs>
              </a:gsLst>
              <a:path path="rect">
                <a:fillToRect r="100000" b="100000"/>
              </a:path>
              <a:tileRect l="-100000" t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prstClr val="white"/>
                </a:solidFill>
                <a:latin typeface="Rix고딕 B" pitchFamily="18" charset="-127"/>
                <a:ea typeface="Rix고딕 B" pitchFamily="18" charset="-127"/>
              </a:endParaRPr>
            </a:p>
          </p:txBody>
        </p:sp>
        <p:pic>
          <p:nvPicPr>
            <p:cNvPr id="128" name="LcS46"/>
            <p:cNvPicPr preferRelativeResize="0">
              <a:picLocks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8834" r="49036"/>
            <a:stretch/>
          </p:blipFill>
          <p:spPr>
            <a:xfrm flipH="1">
              <a:off x="7039884" y="359457"/>
              <a:ext cx="117531" cy="5503220"/>
            </a:xfrm>
            <a:prstGeom prst="roundRect">
              <a:avLst/>
            </a:prstGeom>
          </p:spPr>
        </p:pic>
      </p:grpSp>
      <p:grpSp>
        <p:nvGrpSpPr>
          <p:cNvPr id="100" name="그룹 99"/>
          <p:cNvGrpSpPr/>
          <p:nvPr/>
        </p:nvGrpSpPr>
        <p:grpSpPr>
          <a:xfrm>
            <a:off x="3519648" y="3069064"/>
            <a:ext cx="358902" cy="1734737"/>
            <a:chOff x="3238626" y="359457"/>
            <a:chExt cx="394792" cy="5503221"/>
          </a:xfrm>
        </p:grpSpPr>
        <p:sp>
          <p:nvSpPr>
            <p:cNvPr id="125" name="직사각형 158"/>
            <p:cNvSpPr/>
            <p:nvPr/>
          </p:nvSpPr>
          <p:spPr>
            <a:xfrm flipH="1">
              <a:off x="3238626" y="1271842"/>
              <a:ext cx="347262" cy="4125819"/>
            </a:xfrm>
            <a:prstGeom prst="roundRect">
              <a:avLst/>
            </a:prstGeom>
            <a:gradFill flip="none" rotWithShape="1">
              <a:gsLst>
                <a:gs pos="0">
                  <a:schemeClr val="bg1">
                    <a:lumMod val="75000"/>
                    <a:alpha val="50000"/>
                  </a:schemeClr>
                </a:gs>
                <a:gs pos="100000">
                  <a:srgbClr val="E8E8E8">
                    <a:lumMod val="95000"/>
                    <a:alpha val="0"/>
                  </a:srgbClr>
                </a:gs>
              </a:gsLst>
              <a:path path="rect">
                <a:fillToRect r="100000" b="100000"/>
              </a:path>
              <a:tileRect l="-100000" t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prstClr val="white"/>
                </a:solidFill>
                <a:latin typeface="Rix고딕 B" pitchFamily="18" charset="-127"/>
                <a:ea typeface="Rix고딕 B" pitchFamily="18" charset="-127"/>
              </a:endParaRPr>
            </a:p>
          </p:txBody>
        </p:sp>
        <p:pic>
          <p:nvPicPr>
            <p:cNvPr id="126" name="LcS46"/>
            <p:cNvPicPr preferRelativeResize="0">
              <a:picLocks/>
            </p:cNvPicPr>
            <p:nvPr/>
          </p:nvPicPr>
          <p:blipFill rotWithShape="1"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8834" r="49036"/>
            <a:stretch/>
          </p:blipFill>
          <p:spPr>
            <a:xfrm>
              <a:off x="3533193" y="359457"/>
              <a:ext cx="100225" cy="5503221"/>
            </a:xfrm>
            <a:prstGeom prst="roundRect">
              <a:avLst/>
            </a:prstGeom>
          </p:spPr>
        </p:pic>
      </p:grpSp>
      <p:pic>
        <p:nvPicPr>
          <p:cNvPr id="101" name="그림 100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4577" y="3718913"/>
            <a:ext cx="1306718" cy="772152"/>
          </a:xfrm>
          <a:prstGeom prst="rect">
            <a:avLst/>
          </a:prstGeom>
        </p:spPr>
      </p:pic>
      <p:pic>
        <p:nvPicPr>
          <p:cNvPr id="102" name="그림 101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7442195" y="3616390"/>
            <a:ext cx="736613" cy="902610"/>
          </a:xfrm>
          <a:prstGeom prst="rect">
            <a:avLst/>
          </a:prstGeom>
        </p:spPr>
      </p:pic>
      <p:pic>
        <p:nvPicPr>
          <p:cNvPr id="103" name="그림 102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95535" y="3662236"/>
            <a:ext cx="943373" cy="862604"/>
          </a:xfrm>
          <a:prstGeom prst="rect">
            <a:avLst/>
          </a:prstGeom>
        </p:spPr>
      </p:pic>
      <p:grpSp>
        <p:nvGrpSpPr>
          <p:cNvPr id="104" name="그룹 103"/>
          <p:cNvGrpSpPr/>
          <p:nvPr/>
        </p:nvGrpSpPr>
        <p:grpSpPr>
          <a:xfrm flipV="1">
            <a:off x="853270" y="5277849"/>
            <a:ext cx="2724770" cy="396043"/>
            <a:chOff x="11882008" y="1295561"/>
            <a:chExt cx="3565230" cy="396043"/>
          </a:xfrm>
        </p:grpSpPr>
        <p:grpSp>
          <p:nvGrpSpPr>
            <p:cNvPr id="121" name="그룹 120"/>
            <p:cNvGrpSpPr/>
            <p:nvPr/>
          </p:nvGrpSpPr>
          <p:grpSpPr>
            <a:xfrm>
              <a:off x="11882008" y="1295561"/>
              <a:ext cx="3565230" cy="396043"/>
              <a:chOff x="989005" y="1295561"/>
              <a:chExt cx="3565230" cy="396043"/>
            </a:xfrm>
          </p:grpSpPr>
          <p:sp>
            <p:nvSpPr>
              <p:cNvPr id="123" name="Text Box 358" descr="도식1"/>
              <p:cNvSpPr>
                <a:spLocks noChangeArrowheads="1"/>
              </p:cNvSpPr>
              <p:nvPr/>
            </p:nvSpPr>
            <p:spPr bwMode="auto">
              <a:xfrm flipV="1">
                <a:off x="989005" y="1295561"/>
                <a:ext cx="3565230" cy="3960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gradFill flip="none" rotWithShape="1">
                <a:gsLst>
                  <a:gs pos="0">
                    <a:srgbClr val="003C57"/>
                  </a:gs>
                  <a:gs pos="100000">
                    <a:srgbClr val="015478"/>
                  </a:gs>
                </a:gsLst>
                <a:lin ang="10800000" scaled="1"/>
                <a:tileRect/>
              </a:gradFill>
              <a:ln w="12700" cap="rnd" cmpd="sng">
                <a:noFill/>
                <a:prstDash val="solid"/>
                <a:headEnd type="none" w="lg" len="med"/>
                <a:tailEnd type="none" w="lg" len="med"/>
              </a:ln>
              <a:effectLst>
                <a:outerShdw blurRad="38100" dist="12700" dir="5400000" sx="99000" sy="99000" algn="t" rotWithShape="0">
                  <a:prstClr val="black">
                    <a:alpha val="25000"/>
                  </a:prstClr>
                </a:outerShdw>
              </a:effectLst>
            </p:spPr>
            <p:style>
              <a:lnRef idx="1">
                <a:schemeClr val="accent5"/>
              </a:lnRef>
              <a:fillRef idx="3">
                <a:schemeClr val="accent5"/>
              </a:fillRef>
              <a:effectRef idx="2">
                <a:schemeClr val="accent5"/>
              </a:effectRef>
              <a:fontRef idx="minor">
                <a:schemeClr val="lt1"/>
              </a:fontRef>
            </p:style>
            <p:txBody>
              <a:bodyPr wrap="none" tIns="180000"/>
              <a:lstStyle/>
              <a:p>
                <a:pPr algn="ctr" latinLnBrk="0"/>
                <a:endParaRPr lang="ko-KR" altLang="en-US" sz="1800" dirty="0">
                  <a:gradFill>
                    <a:gsLst>
                      <a:gs pos="0">
                        <a:prstClr val="white"/>
                      </a:gs>
                      <a:gs pos="100000">
                        <a:prstClr val="white"/>
                      </a:gs>
                    </a:gsLst>
                    <a:lin ang="5400000" scaled="0"/>
                  </a:gra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Rix고딕 B" pitchFamily="18" charset="-127"/>
                  <a:ea typeface="Rix고딕 B" pitchFamily="18" charset="-127"/>
                </a:endParaRPr>
              </a:p>
            </p:txBody>
          </p:sp>
          <p:pic>
            <p:nvPicPr>
              <p:cNvPr id="124" name="그림 123" descr="7.png"/>
              <p:cNvPicPr preferRelativeResize="0">
                <a:picLocks/>
              </p:cNvPicPr>
              <p:nvPr/>
            </p:nvPicPr>
            <p:blipFill rotWithShape="1">
              <a:blip r:embed="rId9" cstate="screen"/>
              <a:srcRect b="21157"/>
              <a:stretch/>
            </p:blipFill>
            <p:spPr>
              <a:xfrm rot="10800000">
                <a:off x="1025842" y="1403618"/>
                <a:ext cx="3491556" cy="287986"/>
              </a:xfrm>
              <a:prstGeom prst="roundRect">
                <a:avLst>
                  <a:gd name="adj" fmla="val 50000"/>
                </a:avLst>
              </a:prstGeom>
            </p:spPr>
          </p:pic>
        </p:grpSp>
        <p:sp>
          <p:nvSpPr>
            <p:cNvPr id="122" name="TextBox 121"/>
            <p:cNvSpPr txBox="1"/>
            <p:nvPr/>
          </p:nvSpPr>
          <p:spPr>
            <a:xfrm flipV="1">
              <a:off x="12077272" y="1304638"/>
              <a:ext cx="3174704" cy="3046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algn="ctr">
                <a:defRPr sz="2000">
                  <a:gradFill flip="none" rotWithShape="1">
                    <a:gsLst>
                      <a:gs pos="0">
                        <a:prstClr val="white">
                          <a:lumMod val="0"/>
                          <a:lumOff val="100000"/>
                        </a:prstClr>
                      </a:gs>
                      <a:gs pos="100000">
                        <a:prstClr val="white">
                          <a:lumMod val="0"/>
                          <a:lumOff val="100000"/>
                        </a:prstClr>
                      </a:gs>
                    </a:gsLst>
                    <a:lin ang="6000000" scaled="0"/>
                    <a:tileRect/>
                  </a:gradFill>
                  <a:latin typeface="뫼비우스 Bold" panose="02000500000000000000" pitchFamily="2" charset="-127"/>
                  <a:ea typeface="뫼비우스 Bold" panose="02000500000000000000" pitchFamily="2" charset="-127"/>
                </a:defRPr>
              </a:lvl1pPr>
              <a:lvl2pPr>
                <a:defRPr>
                  <a:solidFill>
                    <a:schemeClr val="tx1"/>
                  </a:solidFill>
                </a:defRPr>
              </a:lvl2pPr>
              <a:lvl3pPr>
                <a:defRPr>
                  <a:solidFill>
                    <a:schemeClr val="tx1"/>
                  </a:solidFill>
                </a:defRPr>
              </a:lvl3pPr>
              <a:lvl4pPr>
                <a:defRPr>
                  <a:solidFill>
                    <a:schemeClr val="tx1"/>
                  </a:solidFill>
                </a:defRPr>
              </a:lvl4pPr>
              <a:lvl5pPr>
                <a:defRPr>
                  <a:solidFill>
                    <a:schemeClr val="tx1"/>
                  </a:solidFill>
                </a:defRPr>
              </a:lvl5pPr>
              <a:lvl6pPr>
                <a:defRPr>
                  <a:solidFill>
                    <a:schemeClr val="tx1"/>
                  </a:solidFill>
                </a:defRPr>
              </a:lvl6pPr>
              <a:lvl7pPr>
                <a:defRPr>
                  <a:solidFill>
                    <a:schemeClr val="tx1"/>
                  </a:solidFill>
                </a:defRPr>
              </a:lvl7pPr>
              <a:lvl8pPr>
                <a:defRPr>
                  <a:solidFill>
                    <a:schemeClr val="tx1"/>
                  </a:solidFill>
                </a:defRPr>
              </a:lvl8pPr>
              <a:lvl9pPr>
                <a:defRPr>
                  <a:solidFill>
                    <a:schemeClr val="tx1"/>
                  </a:solidFill>
                </a:defRPr>
              </a:lvl9pPr>
            </a:lstStyle>
            <a:p>
              <a:pPr latinLnBrk="0"/>
              <a:r>
                <a:rPr lang="ko-KR" altLang="en-US" sz="1800" dirty="0" smtClean="0">
                  <a:latin typeface="Rix고딕 B" pitchFamily="18" charset="-127"/>
                  <a:ea typeface="Rix고딕 B" pitchFamily="18" charset="-127"/>
                </a:rPr>
                <a:t>네트워크의</a:t>
              </a:r>
              <a:r>
                <a:rPr lang="en-US" altLang="ko-KR" sz="1800" dirty="0" smtClean="0">
                  <a:latin typeface="Rix고딕 B" pitchFamily="18" charset="-127"/>
                  <a:ea typeface="Rix고딕 B" pitchFamily="18" charset="-127"/>
                </a:rPr>
                <a:t> </a:t>
              </a:r>
              <a:r>
                <a:rPr lang="ko-KR" altLang="en-US" sz="1800" dirty="0" smtClean="0">
                  <a:latin typeface="Rix고딕 B" pitchFamily="18" charset="-127"/>
                  <a:ea typeface="Rix고딕 B" pitchFamily="18" charset="-127"/>
                </a:rPr>
                <a:t>복잡성 해소</a:t>
              </a:r>
              <a:endParaRPr lang="ko-KR" altLang="en-US" sz="1800" dirty="0">
                <a:latin typeface="Rix고딕 B" pitchFamily="18" charset="-127"/>
                <a:ea typeface="Rix고딕 B" pitchFamily="18" charset="-127"/>
              </a:endParaRPr>
            </a:p>
          </p:txBody>
        </p:sp>
      </p:grpSp>
      <p:grpSp>
        <p:nvGrpSpPr>
          <p:cNvPr id="105" name="그룹 104"/>
          <p:cNvGrpSpPr/>
          <p:nvPr/>
        </p:nvGrpSpPr>
        <p:grpSpPr>
          <a:xfrm flipV="1">
            <a:off x="4126361" y="5277849"/>
            <a:ext cx="2724770" cy="396043"/>
            <a:chOff x="11882008" y="1295561"/>
            <a:chExt cx="3565230" cy="396043"/>
          </a:xfrm>
        </p:grpSpPr>
        <p:grpSp>
          <p:nvGrpSpPr>
            <p:cNvPr id="117" name="그룹 116"/>
            <p:cNvGrpSpPr/>
            <p:nvPr/>
          </p:nvGrpSpPr>
          <p:grpSpPr>
            <a:xfrm>
              <a:off x="11882008" y="1295561"/>
              <a:ext cx="3565230" cy="396043"/>
              <a:chOff x="989005" y="1295561"/>
              <a:chExt cx="3565230" cy="396043"/>
            </a:xfrm>
          </p:grpSpPr>
          <p:sp>
            <p:nvSpPr>
              <p:cNvPr id="119" name="Text Box 358" descr="도식1"/>
              <p:cNvSpPr>
                <a:spLocks noChangeArrowheads="1"/>
              </p:cNvSpPr>
              <p:nvPr/>
            </p:nvSpPr>
            <p:spPr bwMode="auto">
              <a:xfrm flipV="1">
                <a:off x="989005" y="1295561"/>
                <a:ext cx="3565230" cy="3960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gradFill flip="none" rotWithShape="1">
                <a:gsLst>
                  <a:gs pos="0">
                    <a:srgbClr val="003C57"/>
                  </a:gs>
                  <a:gs pos="100000">
                    <a:srgbClr val="015478"/>
                  </a:gs>
                </a:gsLst>
                <a:lin ang="10800000" scaled="1"/>
                <a:tileRect/>
              </a:gradFill>
              <a:ln w="12700" cap="rnd" cmpd="sng">
                <a:noFill/>
                <a:prstDash val="solid"/>
                <a:headEnd type="none" w="lg" len="med"/>
                <a:tailEnd type="none" w="lg" len="med"/>
              </a:ln>
              <a:effectLst>
                <a:outerShdw blurRad="38100" dist="12700" dir="5400000" sx="99000" sy="99000" algn="t" rotWithShape="0">
                  <a:prstClr val="black">
                    <a:alpha val="25000"/>
                  </a:prstClr>
                </a:outerShdw>
              </a:effectLst>
            </p:spPr>
            <p:style>
              <a:lnRef idx="1">
                <a:schemeClr val="accent5"/>
              </a:lnRef>
              <a:fillRef idx="3">
                <a:schemeClr val="accent5"/>
              </a:fillRef>
              <a:effectRef idx="2">
                <a:schemeClr val="accent5"/>
              </a:effectRef>
              <a:fontRef idx="minor">
                <a:schemeClr val="lt1"/>
              </a:fontRef>
            </p:style>
            <p:txBody>
              <a:bodyPr wrap="none" tIns="180000"/>
              <a:lstStyle/>
              <a:p>
                <a:pPr algn="ctr" latinLnBrk="0"/>
                <a:endParaRPr lang="ko-KR" altLang="en-US" sz="1800" dirty="0">
                  <a:gradFill>
                    <a:gsLst>
                      <a:gs pos="0">
                        <a:prstClr val="white"/>
                      </a:gs>
                      <a:gs pos="100000">
                        <a:prstClr val="white"/>
                      </a:gs>
                    </a:gsLst>
                    <a:lin ang="5400000" scaled="0"/>
                  </a:gra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Rix고딕 B" pitchFamily="18" charset="-127"/>
                  <a:ea typeface="Rix고딕 B" pitchFamily="18" charset="-127"/>
                </a:endParaRPr>
              </a:p>
            </p:txBody>
          </p:sp>
          <p:pic>
            <p:nvPicPr>
              <p:cNvPr id="120" name="그림 119" descr="7.png"/>
              <p:cNvPicPr preferRelativeResize="0">
                <a:picLocks/>
              </p:cNvPicPr>
              <p:nvPr/>
            </p:nvPicPr>
            <p:blipFill rotWithShape="1">
              <a:blip r:embed="rId9" cstate="screen"/>
              <a:srcRect b="21157"/>
              <a:stretch/>
            </p:blipFill>
            <p:spPr>
              <a:xfrm rot="10800000">
                <a:off x="1025842" y="1403618"/>
                <a:ext cx="3491556" cy="287986"/>
              </a:xfrm>
              <a:prstGeom prst="roundRect">
                <a:avLst>
                  <a:gd name="adj" fmla="val 50000"/>
                </a:avLst>
              </a:prstGeom>
            </p:spPr>
          </p:pic>
        </p:grpSp>
        <p:sp>
          <p:nvSpPr>
            <p:cNvPr id="118" name="TextBox 117"/>
            <p:cNvSpPr txBox="1"/>
            <p:nvPr/>
          </p:nvSpPr>
          <p:spPr>
            <a:xfrm flipV="1">
              <a:off x="12720980" y="1304638"/>
              <a:ext cx="1887288" cy="3046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algn="ctr">
                <a:defRPr sz="2000">
                  <a:gradFill flip="none" rotWithShape="1">
                    <a:gsLst>
                      <a:gs pos="0">
                        <a:prstClr val="white">
                          <a:lumMod val="0"/>
                          <a:lumOff val="100000"/>
                        </a:prstClr>
                      </a:gs>
                      <a:gs pos="100000">
                        <a:prstClr val="white">
                          <a:lumMod val="0"/>
                          <a:lumOff val="100000"/>
                        </a:prstClr>
                      </a:gs>
                    </a:gsLst>
                    <a:lin ang="6000000" scaled="0"/>
                    <a:tileRect/>
                  </a:gradFill>
                  <a:latin typeface="뫼비우스 Bold" panose="02000500000000000000" pitchFamily="2" charset="-127"/>
                  <a:ea typeface="뫼비우스 Bold" panose="02000500000000000000" pitchFamily="2" charset="-127"/>
                </a:defRPr>
              </a:lvl1pPr>
              <a:lvl2pPr>
                <a:defRPr>
                  <a:solidFill>
                    <a:schemeClr val="tx1"/>
                  </a:solidFill>
                </a:defRPr>
              </a:lvl2pPr>
              <a:lvl3pPr>
                <a:defRPr>
                  <a:solidFill>
                    <a:schemeClr val="tx1"/>
                  </a:solidFill>
                </a:defRPr>
              </a:lvl3pPr>
              <a:lvl4pPr>
                <a:defRPr>
                  <a:solidFill>
                    <a:schemeClr val="tx1"/>
                  </a:solidFill>
                </a:defRPr>
              </a:lvl4pPr>
              <a:lvl5pPr>
                <a:defRPr>
                  <a:solidFill>
                    <a:schemeClr val="tx1"/>
                  </a:solidFill>
                </a:defRPr>
              </a:lvl5pPr>
              <a:lvl6pPr>
                <a:defRPr>
                  <a:solidFill>
                    <a:schemeClr val="tx1"/>
                  </a:solidFill>
                </a:defRPr>
              </a:lvl6pPr>
              <a:lvl7pPr>
                <a:defRPr>
                  <a:solidFill>
                    <a:schemeClr val="tx1"/>
                  </a:solidFill>
                </a:defRPr>
              </a:lvl7pPr>
              <a:lvl8pPr>
                <a:defRPr>
                  <a:solidFill>
                    <a:schemeClr val="tx1"/>
                  </a:solidFill>
                </a:defRPr>
              </a:lvl8pPr>
              <a:lvl9pPr>
                <a:defRPr>
                  <a:solidFill>
                    <a:schemeClr val="tx1"/>
                  </a:solidFill>
                </a:defRPr>
              </a:lvl9pPr>
            </a:lstStyle>
            <a:p>
              <a:pPr latinLnBrk="0"/>
              <a:r>
                <a:rPr lang="ko-KR" altLang="en-US" sz="1800" dirty="0" smtClean="0">
                  <a:latin typeface="Rix고딕 B" pitchFamily="18" charset="-127"/>
                  <a:ea typeface="Rix고딕 B" pitchFamily="18" charset="-127"/>
                </a:rPr>
                <a:t>확장성의 보장</a:t>
              </a:r>
              <a:endParaRPr lang="ko-KR" altLang="en-US" sz="1800" dirty="0">
                <a:latin typeface="Rix고딕 B" pitchFamily="18" charset="-127"/>
                <a:ea typeface="Rix고딕 B" pitchFamily="18" charset="-127"/>
              </a:endParaRPr>
            </a:p>
          </p:txBody>
        </p:sp>
      </p:grpSp>
      <p:grpSp>
        <p:nvGrpSpPr>
          <p:cNvPr id="106" name="그룹 105"/>
          <p:cNvGrpSpPr/>
          <p:nvPr/>
        </p:nvGrpSpPr>
        <p:grpSpPr>
          <a:xfrm flipV="1">
            <a:off x="7159850" y="5277849"/>
            <a:ext cx="2724770" cy="396043"/>
            <a:chOff x="11882008" y="1295561"/>
            <a:chExt cx="3565230" cy="396043"/>
          </a:xfrm>
        </p:grpSpPr>
        <p:grpSp>
          <p:nvGrpSpPr>
            <p:cNvPr id="113" name="그룹 112"/>
            <p:cNvGrpSpPr/>
            <p:nvPr/>
          </p:nvGrpSpPr>
          <p:grpSpPr>
            <a:xfrm>
              <a:off x="11882008" y="1295561"/>
              <a:ext cx="3565230" cy="396043"/>
              <a:chOff x="989005" y="1295561"/>
              <a:chExt cx="3565230" cy="396043"/>
            </a:xfrm>
          </p:grpSpPr>
          <p:sp>
            <p:nvSpPr>
              <p:cNvPr id="115" name="Text Box 358" descr="도식1"/>
              <p:cNvSpPr>
                <a:spLocks noChangeArrowheads="1"/>
              </p:cNvSpPr>
              <p:nvPr/>
            </p:nvSpPr>
            <p:spPr bwMode="auto">
              <a:xfrm flipV="1">
                <a:off x="989005" y="1295561"/>
                <a:ext cx="3565230" cy="3960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gradFill flip="none" rotWithShape="1">
                <a:gsLst>
                  <a:gs pos="0">
                    <a:srgbClr val="003C57"/>
                  </a:gs>
                  <a:gs pos="100000">
                    <a:srgbClr val="015478"/>
                  </a:gs>
                </a:gsLst>
                <a:lin ang="10800000" scaled="1"/>
                <a:tileRect/>
              </a:gradFill>
              <a:ln w="12700" cap="rnd" cmpd="sng">
                <a:noFill/>
                <a:prstDash val="solid"/>
                <a:headEnd type="none" w="lg" len="med"/>
                <a:tailEnd type="none" w="lg" len="med"/>
              </a:ln>
              <a:effectLst>
                <a:outerShdw blurRad="38100" dist="12700" dir="5400000" sx="99000" sy="99000" algn="t" rotWithShape="0">
                  <a:prstClr val="black">
                    <a:alpha val="25000"/>
                  </a:prstClr>
                </a:outerShdw>
              </a:effectLst>
            </p:spPr>
            <p:style>
              <a:lnRef idx="1">
                <a:schemeClr val="accent5"/>
              </a:lnRef>
              <a:fillRef idx="3">
                <a:schemeClr val="accent5"/>
              </a:fillRef>
              <a:effectRef idx="2">
                <a:schemeClr val="accent5"/>
              </a:effectRef>
              <a:fontRef idx="minor">
                <a:schemeClr val="lt1"/>
              </a:fontRef>
            </p:style>
            <p:txBody>
              <a:bodyPr wrap="none" tIns="180000"/>
              <a:lstStyle/>
              <a:p>
                <a:pPr algn="ctr" latinLnBrk="0"/>
                <a:endParaRPr lang="ko-KR" altLang="en-US" sz="1800" dirty="0">
                  <a:gradFill>
                    <a:gsLst>
                      <a:gs pos="0">
                        <a:prstClr val="white"/>
                      </a:gs>
                      <a:gs pos="100000">
                        <a:prstClr val="white"/>
                      </a:gs>
                    </a:gsLst>
                    <a:lin ang="5400000" scaled="0"/>
                  </a:gra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Rix고딕 B" pitchFamily="18" charset="-127"/>
                  <a:ea typeface="Rix고딕 B" pitchFamily="18" charset="-127"/>
                </a:endParaRPr>
              </a:p>
            </p:txBody>
          </p:sp>
          <p:pic>
            <p:nvPicPr>
              <p:cNvPr id="116" name="그림 115" descr="7.png"/>
              <p:cNvPicPr preferRelativeResize="0">
                <a:picLocks/>
              </p:cNvPicPr>
              <p:nvPr/>
            </p:nvPicPr>
            <p:blipFill rotWithShape="1">
              <a:blip r:embed="rId9" cstate="screen"/>
              <a:srcRect b="21157"/>
              <a:stretch/>
            </p:blipFill>
            <p:spPr>
              <a:xfrm rot="10800000">
                <a:off x="1025842" y="1403618"/>
                <a:ext cx="3491556" cy="287986"/>
              </a:xfrm>
              <a:prstGeom prst="roundRect">
                <a:avLst>
                  <a:gd name="adj" fmla="val 50000"/>
                </a:avLst>
              </a:prstGeom>
            </p:spPr>
          </p:pic>
        </p:grpSp>
        <p:sp>
          <p:nvSpPr>
            <p:cNvPr id="114" name="TextBox 113"/>
            <p:cNvSpPr txBox="1"/>
            <p:nvPr/>
          </p:nvSpPr>
          <p:spPr>
            <a:xfrm flipV="1">
              <a:off x="11883470" y="1304638"/>
              <a:ext cx="3562313" cy="3046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algn="ctr">
                <a:defRPr sz="2000">
                  <a:gradFill flip="none" rotWithShape="1">
                    <a:gsLst>
                      <a:gs pos="0">
                        <a:prstClr val="white">
                          <a:lumMod val="0"/>
                          <a:lumOff val="100000"/>
                        </a:prstClr>
                      </a:gs>
                      <a:gs pos="100000">
                        <a:prstClr val="white">
                          <a:lumMod val="0"/>
                          <a:lumOff val="100000"/>
                        </a:prstClr>
                      </a:gs>
                    </a:gsLst>
                    <a:lin ang="6000000" scaled="0"/>
                    <a:tileRect/>
                  </a:gradFill>
                  <a:latin typeface="뫼비우스 Bold" panose="02000500000000000000" pitchFamily="2" charset="-127"/>
                  <a:ea typeface="뫼비우스 Bold" panose="02000500000000000000" pitchFamily="2" charset="-127"/>
                </a:defRPr>
              </a:lvl1pPr>
              <a:lvl2pPr>
                <a:defRPr>
                  <a:solidFill>
                    <a:schemeClr val="tx1"/>
                  </a:solidFill>
                </a:defRPr>
              </a:lvl2pPr>
              <a:lvl3pPr>
                <a:defRPr>
                  <a:solidFill>
                    <a:schemeClr val="tx1"/>
                  </a:solidFill>
                </a:defRPr>
              </a:lvl3pPr>
              <a:lvl4pPr>
                <a:defRPr>
                  <a:solidFill>
                    <a:schemeClr val="tx1"/>
                  </a:solidFill>
                </a:defRPr>
              </a:lvl4pPr>
              <a:lvl5pPr>
                <a:defRPr>
                  <a:solidFill>
                    <a:schemeClr val="tx1"/>
                  </a:solidFill>
                </a:defRPr>
              </a:lvl5pPr>
              <a:lvl6pPr>
                <a:defRPr>
                  <a:solidFill>
                    <a:schemeClr val="tx1"/>
                  </a:solidFill>
                </a:defRPr>
              </a:lvl6pPr>
              <a:lvl7pPr>
                <a:defRPr>
                  <a:solidFill>
                    <a:schemeClr val="tx1"/>
                  </a:solidFill>
                </a:defRPr>
              </a:lvl7pPr>
              <a:lvl8pPr>
                <a:defRPr>
                  <a:solidFill>
                    <a:schemeClr val="tx1"/>
                  </a:solidFill>
                </a:defRPr>
              </a:lvl8pPr>
              <a:lvl9pPr>
                <a:defRPr>
                  <a:solidFill>
                    <a:schemeClr val="tx1"/>
                  </a:solidFill>
                </a:defRPr>
              </a:lvl9pPr>
            </a:lstStyle>
            <a:p>
              <a:pPr latinLnBrk="0"/>
              <a:r>
                <a:rPr lang="ko-KR" altLang="en-US" sz="1800" dirty="0" smtClean="0">
                  <a:latin typeface="Rix고딕 B" pitchFamily="18" charset="-127"/>
                  <a:ea typeface="Rix고딕 B" pitchFamily="18" charset="-127"/>
                </a:rPr>
                <a:t>보안성과 성능의 대폭 향상</a:t>
              </a:r>
              <a:endParaRPr lang="ko-KR" altLang="en-US" sz="1800" dirty="0">
                <a:latin typeface="Rix고딕 B" pitchFamily="18" charset="-127"/>
                <a:ea typeface="Rix고딕 B" pitchFamily="18" charset="-127"/>
              </a:endParaRPr>
            </a:p>
          </p:txBody>
        </p:sp>
      </p:grpSp>
      <p:sp>
        <p:nvSpPr>
          <p:cNvPr id="107" name="TextBox 106"/>
          <p:cNvSpPr txBox="1"/>
          <p:nvPr/>
        </p:nvSpPr>
        <p:spPr>
          <a:xfrm>
            <a:off x="4507708" y="5758926"/>
            <a:ext cx="1962077" cy="256480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algn="ctr">
              <a:defRPr sz="2000">
                <a:ln w="11430"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고도 M" panose="02000503000000020004" pitchFamily="2" charset="-127"/>
                <a:ea typeface="고도 M" panose="02000503000000020004" pitchFamily="2" charset="-127"/>
                <a:cs typeface="Arial" pitchFamily="34" charset="0"/>
              </a:defRPr>
            </a:lvl1pPr>
          </a:lstStyle>
          <a:p>
            <a:pPr latinLnBrk="0">
              <a:lnSpc>
                <a:spcPts val="2000"/>
              </a:lnSpc>
            </a:pPr>
            <a:r>
              <a:rPr lang="ko-KR" altLang="en-US" sz="18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Rix고딕 B" pitchFamily="18" charset="-127"/>
                <a:ea typeface="Rix고딕 B" pitchFamily="18" charset="-127"/>
              </a:rPr>
              <a:t>여유 자원 확보</a:t>
            </a:r>
            <a:r>
              <a:rPr lang="en-US" altLang="ko-KR" sz="18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Rix고딕 B" pitchFamily="18" charset="-127"/>
                <a:ea typeface="Rix고딕 B" pitchFamily="18" charset="-127"/>
              </a:rPr>
              <a:t>, IPv6</a:t>
            </a:r>
            <a:endParaRPr lang="ko-KR" altLang="en-US" sz="1800" dirty="0">
              <a:solidFill>
                <a:schemeClr val="tx1">
                  <a:lumMod val="85000"/>
                  <a:lumOff val="15000"/>
                </a:schemeClr>
              </a:solidFill>
              <a:latin typeface="Rix고딕 B" pitchFamily="18" charset="-127"/>
              <a:ea typeface="Rix고딕 B" pitchFamily="18" charset="-127"/>
            </a:endParaRPr>
          </a:p>
        </p:txBody>
      </p:sp>
      <p:sp>
        <p:nvSpPr>
          <p:cNvPr id="108" name="TextBox 107"/>
          <p:cNvSpPr txBox="1"/>
          <p:nvPr/>
        </p:nvSpPr>
        <p:spPr>
          <a:xfrm>
            <a:off x="7467460" y="5759333"/>
            <a:ext cx="2109552" cy="256480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algn="ctr">
              <a:defRPr sz="2000">
                <a:ln w="11430"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고도 M" panose="02000503000000020004" pitchFamily="2" charset="-127"/>
                <a:ea typeface="고도 M" panose="02000503000000020004" pitchFamily="2" charset="-127"/>
                <a:cs typeface="Arial" pitchFamily="34" charset="0"/>
              </a:defRPr>
            </a:lvl1pPr>
          </a:lstStyle>
          <a:p>
            <a:pPr latinLnBrk="0">
              <a:lnSpc>
                <a:spcPts val="2000"/>
              </a:lnSpc>
            </a:pPr>
            <a:r>
              <a:rPr lang="ko-KR" altLang="en-US" sz="18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Rix고딕 B" pitchFamily="18" charset="-127"/>
                <a:ea typeface="Rix고딕 B" pitchFamily="18" charset="-127"/>
              </a:rPr>
              <a:t>그린 </a:t>
            </a:r>
            <a:r>
              <a:rPr lang="en-US" altLang="ko-KR" sz="18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Rix고딕 B" pitchFamily="18" charset="-127"/>
                <a:ea typeface="Rix고딕 B" pitchFamily="18" charset="-127"/>
              </a:rPr>
              <a:t>IT, </a:t>
            </a:r>
            <a:r>
              <a:rPr lang="ko-KR" altLang="en-US" sz="18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Rix고딕 B" pitchFamily="18" charset="-127"/>
                <a:ea typeface="Rix고딕 B" pitchFamily="18" charset="-127"/>
              </a:rPr>
              <a:t>고성능 고효율</a:t>
            </a:r>
            <a:endParaRPr lang="ko-KR" altLang="en-US" sz="1800" dirty="0">
              <a:solidFill>
                <a:schemeClr val="tx1">
                  <a:lumMod val="85000"/>
                  <a:lumOff val="15000"/>
                </a:schemeClr>
              </a:solidFill>
              <a:latin typeface="Rix고딕 B" pitchFamily="18" charset="-127"/>
              <a:ea typeface="Rix고딕 B" pitchFamily="18" charset="-127"/>
            </a:endParaRPr>
          </a:p>
        </p:txBody>
      </p:sp>
      <p:sp>
        <p:nvSpPr>
          <p:cNvPr id="109" name="TextBox 108"/>
          <p:cNvSpPr txBox="1"/>
          <p:nvPr/>
        </p:nvSpPr>
        <p:spPr>
          <a:xfrm>
            <a:off x="1423771" y="5758926"/>
            <a:ext cx="1583768" cy="256480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algn="ctr">
              <a:defRPr sz="2000">
                <a:ln w="11430"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고도 M" panose="02000503000000020004" pitchFamily="2" charset="-127"/>
                <a:ea typeface="고도 M" panose="02000503000000020004" pitchFamily="2" charset="-127"/>
                <a:cs typeface="Arial" pitchFamily="34" charset="0"/>
              </a:defRPr>
            </a:lvl1pPr>
          </a:lstStyle>
          <a:p>
            <a:pPr latinLnBrk="0">
              <a:lnSpc>
                <a:spcPts val="2000"/>
              </a:lnSpc>
            </a:pPr>
            <a:r>
              <a:rPr lang="ko-KR" altLang="en-US" sz="18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Rix고딕 B" pitchFamily="18" charset="-127"/>
                <a:ea typeface="Rix고딕 B" pitchFamily="18" charset="-127"/>
              </a:rPr>
              <a:t>구조개선</a:t>
            </a:r>
            <a:r>
              <a:rPr lang="en-US" altLang="ko-KR" sz="18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Rix고딕 B" pitchFamily="18" charset="-127"/>
                <a:ea typeface="Rix고딕 B" pitchFamily="18" charset="-127"/>
              </a:rPr>
              <a:t>, </a:t>
            </a:r>
            <a:r>
              <a:rPr lang="ko-KR" altLang="en-US" sz="18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Rix고딕 B" pitchFamily="18" charset="-127"/>
                <a:ea typeface="Rix고딕 B" pitchFamily="18" charset="-127"/>
              </a:rPr>
              <a:t>가상화</a:t>
            </a:r>
            <a:endParaRPr lang="ko-KR" altLang="en-US" sz="1800" dirty="0">
              <a:solidFill>
                <a:schemeClr val="tx1">
                  <a:lumMod val="85000"/>
                  <a:lumOff val="15000"/>
                </a:schemeClr>
              </a:solidFill>
              <a:latin typeface="Rix고딕 B" pitchFamily="18" charset="-127"/>
              <a:ea typeface="Rix고딕 B" pitchFamily="18" charset="-127"/>
            </a:endParaRPr>
          </a:p>
        </p:txBody>
      </p:sp>
      <p:sp>
        <p:nvSpPr>
          <p:cNvPr id="110" name="TextBox 109"/>
          <p:cNvSpPr txBox="1"/>
          <p:nvPr/>
        </p:nvSpPr>
        <p:spPr>
          <a:xfrm>
            <a:off x="3774669" y="4701562"/>
            <a:ext cx="3076162" cy="256480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algn="ctr">
              <a:defRPr sz="2000">
                <a:ln w="11430"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고도 M" panose="02000503000000020004" pitchFamily="2" charset="-127"/>
                <a:ea typeface="고도 M" panose="02000503000000020004" pitchFamily="2" charset="-127"/>
                <a:cs typeface="Arial" pitchFamily="34" charset="0"/>
              </a:defRPr>
            </a:lvl1pPr>
          </a:lstStyle>
          <a:p>
            <a:pPr latinLnBrk="0">
              <a:lnSpc>
                <a:spcPts val="2000"/>
              </a:lnSpc>
            </a:pPr>
            <a:r>
              <a:rPr lang="ko-KR" altLang="en-US" sz="2400" dirty="0" smtClean="0">
                <a:gradFill flip="none" rotWithShape="1">
                  <a:gsLst>
                    <a:gs pos="100000">
                      <a:srgbClr val="002060"/>
                    </a:gs>
                    <a:gs pos="45000">
                      <a:srgbClr val="0070C0"/>
                    </a:gs>
                    <a:gs pos="0">
                      <a:srgbClr val="00B0F0"/>
                    </a:gs>
                  </a:gsLst>
                  <a:lin ang="5400000" scaled="0"/>
                  <a:tileRect/>
                </a:gradFill>
                <a:latin typeface="Rix고딕 B" pitchFamily="18" charset="-127"/>
                <a:ea typeface="Rix고딕 B" pitchFamily="18" charset="-127"/>
              </a:rPr>
              <a:t>네트워크의 </a:t>
            </a:r>
            <a:r>
              <a:rPr lang="en-US" altLang="ko-KR" sz="2800" dirty="0" smtClean="0">
                <a:solidFill>
                  <a:srgbClr val="FF0000"/>
                </a:solidFill>
                <a:latin typeface="Rix고딕 B" pitchFamily="18" charset="-127"/>
                <a:ea typeface="Rix고딕 B" pitchFamily="18" charset="-127"/>
              </a:rPr>
              <a:t>3</a:t>
            </a:r>
            <a:r>
              <a:rPr lang="ko-KR" altLang="en-US" sz="2800" dirty="0" smtClean="0">
                <a:solidFill>
                  <a:srgbClr val="FF0000"/>
                </a:solidFill>
                <a:latin typeface="Rix고딕 B" pitchFamily="18" charset="-127"/>
                <a:ea typeface="Rix고딕 B" pitchFamily="18" charset="-127"/>
              </a:rPr>
              <a:t>요소</a:t>
            </a:r>
            <a:r>
              <a:rPr lang="ko-KR" altLang="en-US" sz="2800" dirty="0" smtClean="0">
                <a:gradFill flip="none" rotWithShape="1">
                  <a:gsLst>
                    <a:gs pos="100000">
                      <a:srgbClr val="002060"/>
                    </a:gs>
                    <a:gs pos="45000">
                      <a:srgbClr val="0070C0"/>
                    </a:gs>
                    <a:gs pos="0">
                      <a:srgbClr val="00B0F0"/>
                    </a:gs>
                  </a:gsLst>
                  <a:lin ang="5400000" scaled="0"/>
                  <a:tileRect/>
                </a:gradFill>
                <a:latin typeface="Rix고딕 B" pitchFamily="18" charset="-127"/>
                <a:ea typeface="Rix고딕 B" pitchFamily="18" charset="-127"/>
              </a:rPr>
              <a:t> 달성</a:t>
            </a:r>
            <a:endParaRPr lang="ko-KR" altLang="en-US" sz="2800" dirty="0">
              <a:gradFill flip="none" rotWithShape="1">
                <a:gsLst>
                  <a:gs pos="100000">
                    <a:srgbClr val="002060"/>
                  </a:gs>
                  <a:gs pos="45000">
                    <a:srgbClr val="0070C0"/>
                  </a:gs>
                  <a:gs pos="0">
                    <a:srgbClr val="00B0F0"/>
                  </a:gs>
                </a:gsLst>
                <a:lin ang="5400000" scaled="0"/>
                <a:tileRect/>
              </a:gradFill>
              <a:latin typeface="Rix고딕 B" pitchFamily="18" charset="-127"/>
              <a:ea typeface="Rix고딕 B" pitchFamily="18" charset="-127"/>
            </a:endParaRPr>
          </a:p>
        </p:txBody>
      </p:sp>
      <p:sp>
        <p:nvSpPr>
          <p:cNvPr id="111" name="직사각형 110"/>
          <p:cNvSpPr/>
          <p:nvPr/>
        </p:nvSpPr>
        <p:spPr>
          <a:xfrm>
            <a:off x="3134975" y="2222361"/>
            <a:ext cx="4157280" cy="44463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 smtClean="0"/>
          </a:p>
        </p:txBody>
      </p:sp>
      <p:sp>
        <p:nvSpPr>
          <p:cNvPr id="112" name="Text Box 172"/>
          <p:cNvSpPr txBox="1">
            <a:spLocks noChangeArrowheads="1"/>
          </p:cNvSpPr>
          <p:nvPr/>
        </p:nvSpPr>
        <p:spPr bwMode="auto">
          <a:xfrm>
            <a:off x="3259152" y="2241411"/>
            <a:ext cx="3932167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>
            <a:spAutoFit/>
            <a:scene3d>
              <a:camera prst="orthographicFront"/>
              <a:lightRig rig="harsh" dir="tl"/>
            </a:scene3d>
            <a:sp3d prstMaterial="flat">
              <a:bevelT w="0" prst="artDeco"/>
              <a:extrusionClr>
                <a:schemeClr val="bg1"/>
              </a:extrusionClr>
              <a:contourClr>
                <a:schemeClr val="bg1"/>
              </a:contourClr>
            </a:sp3d>
          </a:bodyPr>
          <a:lstStyle/>
          <a:p>
            <a:pPr algn="ctr" defTabSz="908732" latinLnBrk="0"/>
            <a:r>
              <a:rPr lang="ko-KR" altLang="en-US" sz="2400" dirty="0" smtClean="0">
                <a:ln w="11430">
                  <a:noFill/>
                </a:ln>
                <a:latin typeface="Rix고딕 B" pitchFamily="18" charset="-127"/>
                <a:ea typeface="Rix고딕 B" pitchFamily="18" charset="-127"/>
                <a:cs typeface="Arial" pitchFamily="34" charset="0"/>
              </a:rPr>
              <a:t>차세대 네트워크 환경 기반 마련</a:t>
            </a:r>
            <a:endParaRPr lang="ko-KR" altLang="en-US" sz="2400" dirty="0">
              <a:ln w="11430">
                <a:noFill/>
              </a:ln>
              <a:latin typeface="Rix고딕 B" pitchFamily="18" charset="-127"/>
              <a:ea typeface="Rix고딕 B" pitchFamily="18" charset="-127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56670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직사각형 169"/>
          <p:cNvSpPr/>
          <p:nvPr/>
        </p:nvSpPr>
        <p:spPr>
          <a:xfrm>
            <a:off x="0" y="307090"/>
            <a:ext cx="10693400" cy="46218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 cap="rnd" cmpd="sng">
            <a:noFill/>
            <a:prstDash val="solid"/>
            <a:headEnd type="none" w="lg" len="med"/>
            <a:tailEnd type="none" w="lg" len="med"/>
          </a:ln>
          <a:effectLst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none" lIns="99569" tIns="172873" rIns="99569" bIns="49785"/>
          <a:lstStyle/>
          <a:p>
            <a:pPr algn="ctr" latinLnBrk="0"/>
            <a:endParaRPr lang="ko-KR" altLang="en-US" sz="1700" b="1" dirty="0">
              <a:gradFill>
                <a:gsLst>
                  <a:gs pos="0">
                    <a:prstClr val="white"/>
                  </a:gs>
                  <a:gs pos="100000">
                    <a:prstClr val="white"/>
                  </a:gs>
                </a:gsLst>
                <a:lin ang="5400000" scaled="0"/>
              </a:gra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고도 B" panose="02000503000000020004" pitchFamily="2" charset="-127"/>
              <a:ea typeface="고도 B" panose="02000503000000020004" pitchFamily="2" charset="-127"/>
            </a:endParaRPr>
          </a:p>
        </p:txBody>
      </p:sp>
      <p:sp>
        <p:nvSpPr>
          <p:cNvPr id="171" name="TextBox 170"/>
          <p:cNvSpPr txBox="1"/>
          <p:nvPr/>
        </p:nvSpPr>
        <p:spPr>
          <a:xfrm>
            <a:off x="347918" y="357032"/>
            <a:ext cx="8148382" cy="369332"/>
          </a:xfrm>
          <a:prstGeom prst="rect">
            <a:avLst/>
          </a:prstGeom>
          <a:noFill/>
          <a:ln w="6350">
            <a:noFill/>
          </a:ln>
          <a:effectLst/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 anchorCtr="0">
            <a:spAutoFit/>
            <a:sp3d>
              <a:bevelT w="0" h="0"/>
              <a:contourClr>
                <a:schemeClr val="bg1"/>
              </a:contourClr>
            </a:sp3d>
          </a:bodyPr>
          <a:lstStyle>
            <a:defPPr>
              <a:defRPr lang="ko-KR"/>
            </a:defPPr>
            <a:lvl1pPr lvl="0" indent="0" defTabSz="801639" latinLnBrk="0">
              <a:lnSpc>
                <a:spcPct val="100000"/>
              </a:lnSpc>
              <a:spcBef>
                <a:spcPts val="88"/>
              </a:spcBef>
              <a:spcAft>
                <a:spcPts val="88"/>
              </a:spcAft>
              <a:defRPr sz="2400" spc="0">
                <a:ln>
                  <a:solidFill>
                    <a:prstClr val="white">
                      <a:alpha val="10000"/>
                    </a:prstClr>
                  </a:solidFill>
                </a:ln>
                <a:solidFill>
                  <a:prstClr val="white"/>
                </a:solidFill>
                <a:effectLst/>
                <a:latin typeface="나눔고딕 ExtraBold" panose="020D0904000000000000" pitchFamily="50" charset="-127"/>
                <a:ea typeface="나눔고딕 ExtraBold" panose="020D0904000000000000" pitchFamily="50" charset="-127"/>
              </a:defRPr>
            </a:lvl1pPr>
          </a:lstStyle>
          <a:p>
            <a:r>
              <a:rPr lang="en-US" altLang="ko-KR" spc="-150" dirty="0" smtClean="0">
                <a:solidFill>
                  <a:schemeClr val="tx1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Q12. </a:t>
            </a:r>
            <a:r>
              <a:rPr lang="ko-KR" altLang="en-US" spc="-150" dirty="0">
                <a:solidFill>
                  <a:schemeClr val="tx1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장애처리 지원 방안</a:t>
            </a:r>
          </a:p>
        </p:txBody>
      </p:sp>
      <p:sp>
        <p:nvSpPr>
          <p:cNvPr id="172" name="직사각형 171"/>
          <p:cNvSpPr/>
          <p:nvPr/>
        </p:nvSpPr>
        <p:spPr>
          <a:xfrm>
            <a:off x="0" y="776868"/>
            <a:ext cx="10693400" cy="566158"/>
          </a:xfrm>
          <a:prstGeom prst="rect">
            <a:avLst/>
          </a:prstGeom>
          <a:solidFill>
            <a:srgbClr val="2F6495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 lang="ko-KR" altLang="en-US" dirty="0"/>
          </a:p>
        </p:txBody>
      </p:sp>
      <p:sp>
        <p:nvSpPr>
          <p:cNvPr id="173" name="TextBox 172"/>
          <p:cNvSpPr txBox="1"/>
          <p:nvPr/>
        </p:nvSpPr>
        <p:spPr>
          <a:xfrm>
            <a:off x="357442" y="920807"/>
            <a:ext cx="10043857" cy="291490"/>
          </a:xfrm>
          <a:prstGeom prst="rect">
            <a:avLst/>
          </a:prstGeom>
          <a:noFill/>
          <a:ln w="6350">
            <a:noFill/>
          </a:ln>
          <a:effectLst/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 anchorCtr="0">
            <a:spAutoFit/>
            <a:sp3d>
              <a:bevelT w="0" h="0"/>
              <a:contourClr>
                <a:schemeClr val="bg1"/>
              </a:contourClr>
            </a:sp3d>
          </a:bodyPr>
          <a:lstStyle>
            <a:defPPr>
              <a:defRPr lang="ko-KR"/>
            </a:defPPr>
            <a:lvl1pPr lvl="0" indent="0" defTabSz="801639" latinLnBrk="0">
              <a:lnSpc>
                <a:spcPct val="100000"/>
              </a:lnSpc>
              <a:spcBef>
                <a:spcPts val="88"/>
              </a:spcBef>
              <a:spcAft>
                <a:spcPts val="88"/>
              </a:spcAft>
              <a:defRPr sz="2400" spc="0">
                <a:ln>
                  <a:solidFill>
                    <a:prstClr val="white">
                      <a:alpha val="10000"/>
                    </a:prstClr>
                  </a:solidFill>
                </a:ln>
                <a:solidFill>
                  <a:prstClr val="white"/>
                </a:solidFill>
                <a:effectLst/>
                <a:latin typeface="나눔고딕 ExtraBold" panose="020D0904000000000000" pitchFamily="50" charset="-127"/>
                <a:ea typeface="나눔고딕 ExtraBold" panose="020D0904000000000000" pitchFamily="50" charset="-127"/>
              </a:defRPr>
            </a:lvl1pPr>
          </a:lstStyle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800" spc="-100" dirty="0">
                <a:solidFill>
                  <a:schemeClr val="bg1"/>
                </a:solidFill>
                <a:latin typeface="Rix고딕 M" pitchFamily="18" charset="-127"/>
                <a:ea typeface="Rix고딕 M" pitchFamily="18" charset="-127"/>
              </a:rPr>
              <a:t>제안사는 제조사와 협력하여 </a:t>
            </a:r>
            <a:r>
              <a:rPr lang="en-US" altLang="ko-KR" sz="1800" spc="-100" dirty="0">
                <a:solidFill>
                  <a:schemeClr val="bg1"/>
                </a:solidFill>
                <a:latin typeface="Rix고딕 M" pitchFamily="18" charset="-127"/>
                <a:ea typeface="Rix고딕 M" pitchFamily="18" charset="-127"/>
              </a:rPr>
              <a:t>24</a:t>
            </a:r>
            <a:r>
              <a:rPr lang="ko-KR" altLang="en-US" sz="1800" spc="-100" dirty="0">
                <a:solidFill>
                  <a:schemeClr val="bg1"/>
                </a:solidFill>
                <a:latin typeface="Rix고딕 M" pitchFamily="18" charset="-127"/>
                <a:ea typeface="Rix고딕 M" pitchFamily="18" charset="-127"/>
              </a:rPr>
              <a:t>시간 콜센터를 운영하여 항시 최단시간 내 장애복구가 가능하도록 지원하겠습니다</a:t>
            </a:r>
            <a:r>
              <a:rPr lang="en-US" altLang="ko-KR" sz="1800" spc="-100" dirty="0">
                <a:solidFill>
                  <a:schemeClr val="bg1"/>
                </a:solidFill>
                <a:latin typeface="Rix고딕 M" pitchFamily="18" charset="-127"/>
                <a:ea typeface="Rix고딕 M" pitchFamily="18" charset="-127"/>
              </a:rPr>
              <a:t>.</a:t>
            </a:r>
          </a:p>
        </p:txBody>
      </p:sp>
      <p:sp>
        <p:nvSpPr>
          <p:cNvPr id="174" name="모서리가 둥근 직사각형 173"/>
          <p:cNvSpPr/>
          <p:nvPr/>
        </p:nvSpPr>
        <p:spPr bwMode="auto">
          <a:xfrm>
            <a:off x="2345528" y="1528859"/>
            <a:ext cx="6098464" cy="388633"/>
          </a:xfrm>
          <a:prstGeom prst="roundRect">
            <a:avLst>
              <a:gd name="adj" fmla="val 0"/>
            </a:avLst>
          </a:prstGeom>
          <a:noFill/>
          <a:ln>
            <a:noFill/>
            <a:headEnd type="none" w="lg" len="med"/>
            <a:tailEnd type="none" w="lg" len="med"/>
          </a:ln>
          <a:effectLst>
            <a:innerShdw blurRad="279400" dist="50800" dir="13500000">
              <a:prstClr val="black">
                <a:alpha val="71000"/>
              </a:prstClr>
            </a:innerShdw>
          </a:effectLst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pPr algn="ctr">
              <a:lnSpc>
                <a:spcPct val="110000"/>
              </a:lnSpc>
              <a:defRPr/>
            </a:pPr>
            <a:r>
              <a:rPr lang="ko-KR" altLang="en-US" sz="2400" spc="-170" dirty="0">
                <a:solidFill>
                  <a:srgbClr val="D46921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제안사</a:t>
            </a:r>
            <a:r>
              <a:rPr lang="en-US" altLang="ko-KR" sz="2400" spc="-170" dirty="0">
                <a:solidFill>
                  <a:srgbClr val="D46921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, </a:t>
            </a:r>
            <a:r>
              <a:rPr lang="ko-KR" altLang="en-US" sz="2400" spc="-170" dirty="0">
                <a:solidFill>
                  <a:srgbClr val="D46921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제조사의 </a:t>
            </a:r>
            <a:r>
              <a:rPr lang="en-US" altLang="ko-KR" sz="2400" spc="-170" dirty="0">
                <a:solidFill>
                  <a:srgbClr val="D46921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24</a:t>
            </a:r>
            <a:r>
              <a:rPr lang="ko-KR" altLang="en-US" sz="2400" spc="-170" dirty="0">
                <a:solidFill>
                  <a:srgbClr val="D46921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시간 </a:t>
            </a:r>
            <a:r>
              <a:rPr lang="en-US" altLang="ko-KR" sz="2400" spc="-170" dirty="0">
                <a:solidFill>
                  <a:srgbClr val="D46921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365</a:t>
            </a:r>
            <a:r>
              <a:rPr lang="ko-KR" altLang="en-US" sz="2400" spc="-170" dirty="0">
                <a:solidFill>
                  <a:srgbClr val="D46921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일 장애처리 지원 서비스</a:t>
            </a:r>
          </a:p>
        </p:txBody>
      </p:sp>
      <p:grpSp>
        <p:nvGrpSpPr>
          <p:cNvPr id="175" name="그룹 174"/>
          <p:cNvGrpSpPr/>
          <p:nvPr/>
        </p:nvGrpSpPr>
        <p:grpSpPr>
          <a:xfrm>
            <a:off x="683357" y="2126942"/>
            <a:ext cx="9373236" cy="4753571"/>
            <a:chOff x="704139" y="2199679"/>
            <a:chExt cx="9373236" cy="4753571"/>
          </a:xfrm>
        </p:grpSpPr>
        <p:sp>
          <p:nvSpPr>
            <p:cNvPr id="176" name="사다리꼴 175"/>
            <p:cNvSpPr/>
            <p:nvPr/>
          </p:nvSpPr>
          <p:spPr>
            <a:xfrm rot="16200000">
              <a:off x="4168889" y="4593203"/>
              <a:ext cx="4151005" cy="368234"/>
            </a:xfrm>
            <a:prstGeom prst="trapezoid">
              <a:avLst>
                <a:gd name="adj" fmla="val 95951"/>
              </a:avLst>
            </a:prstGeom>
            <a:gradFill>
              <a:gsLst>
                <a:gs pos="0">
                  <a:schemeClr val="bg1">
                    <a:lumMod val="85000"/>
                    <a:alpha val="13000"/>
                  </a:schemeClr>
                </a:gs>
                <a:gs pos="100000">
                  <a:srgbClr val="BCBCBC"/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588" dirty="0">
                <a:latin typeface="Rix고딕 M" pitchFamily="18" charset="-127"/>
                <a:ea typeface="Rix고딕 M" pitchFamily="18" charset="-127"/>
              </a:endParaRPr>
            </a:p>
          </p:txBody>
        </p:sp>
        <p:sp>
          <p:nvSpPr>
            <p:cNvPr id="177" name="사다리꼴 176"/>
            <p:cNvSpPr/>
            <p:nvPr/>
          </p:nvSpPr>
          <p:spPr>
            <a:xfrm rot="5400000" flipH="1">
              <a:off x="2461620" y="4593203"/>
              <a:ext cx="4151005" cy="368234"/>
            </a:xfrm>
            <a:prstGeom prst="trapezoid">
              <a:avLst>
                <a:gd name="adj" fmla="val 95951"/>
              </a:avLst>
            </a:prstGeom>
            <a:gradFill>
              <a:gsLst>
                <a:gs pos="0">
                  <a:schemeClr val="bg1">
                    <a:lumMod val="85000"/>
                    <a:alpha val="13000"/>
                  </a:schemeClr>
                </a:gs>
                <a:gs pos="100000">
                  <a:srgbClr val="BCBCBC"/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588" dirty="0">
                <a:latin typeface="Rix고딕 M" pitchFamily="18" charset="-127"/>
                <a:ea typeface="Rix고딕 M" pitchFamily="18" charset="-127"/>
              </a:endParaRPr>
            </a:p>
          </p:txBody>
        </p:sp>
        <p:grpSp>
          <p:nvGrpSpPr>
            <p:cNvPr id="178" name="그룹 177"/>
            <p:cNvGrpSpPr/>
            <p:nvPr/>
          </p:nvGrpSpPr>
          <p:grpSpPr>
            <a:xfrm>
              <a:off x="6428508" y="2199679"/>
              <a:ext cx="3648867" cy="4753571"/>
              <a:chOff x="6317952" y="2015577"/>
              <a:chExt cx="3924436" cy="5112570"/>
            </a:xfrm>
          </p:grpSpPr>
          <p:sp>
            <p:nvSpPr>
              <p:cNvPr id="257" name="Text Box 358" descr="도식1"/>
              <p:cNvSpPr>
                <a:spLocks noChangeArrowheads="1"/>
              </p:cNvSpPr>
              <p:nvPr/>
            </p:nvSpPr>
            <p:spPr bwMode="auto">
              <a:xfrm>
                <a:off x="6750000" y="2015577"/>
                <a:ext cx="3060340" cy="3960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gradFill flip="none" rotWithShape="1">
                <a:gsLst>
                  <a:gs pos="0">
                    <a:srgbClr val="006666"/>
                  </a:gs>
                  <a:gs pos="100000">
                    <a:srgbClr val="009999"/>
                  </a:gs>
                </a:gsLst>
                <a:lin ang="10800000" scaled="1"/>
                <a:tileRect/>
              </a:gradFill>
              <a:ln w="12700" cap="rnd" cmpd="sng">
                <a:noFill/>
                <a:prstDash val="solid"/>
                <a:headEnd type="none" w="lg" len="med"/>
                <a:tailEnd type="none" w="lg" len="med"/>
              </a:ln>
              <a:effectLst>
                <a:outerShdw blurRad="38100" dist="38100" dir="5460000" algn="t" rotWithShape="0">
                  <a:prstClr val="black">
                    <a:alpha val="1000"/>
                  </a:prstClr>
                </a:outerShdw>
              </a:effectLst>
            </p:spPr>
            <p:style>
              <a:lnRef idx="1">
                <a:schemeClr val="accent5"/>
              </a:lnRef>
              <a:fillRef idx="3">
                <a:schemeClr val="accent5"/>
              </a:fillRef>
              <a:effectRef idx="2">
                <a:schemeClr val="accent5"/>
              </a:effectRef>
              <a:fontRef idx="minor">
                <a:schemeClr val="lt1"/>
              </a:fontRef>
            </p:style>
            <p:txBody>
              <a:bodyPr wrap="none" lIns="0" tIns="0" rIns="0" bIns="0" anchor="ctr" anchorCtr="0"/>
              <a:lstStyle/>
              <a:p>
                <a:pPr algn="ctr" latinLnBrk="0">
                  <a:spcBef>
                    <a:spcPts val="176"/>
                  </a:spcBef>
                  <a:spcAft>
                    <a:spcPts val="529"/>
                  </a:spcAft>
                </a:pPr>
                <a:endParaRPr lang="ko-KR" altLang="en-US" sz="1499" dirty="0">
                  <a:ln w="0"/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Rix고딕 M" pitchFamily="18" charset="-127"/>
                  <a:ea typeface="Rix고딕 M" pitchFamily="18" charset="-127"/>
                </a:endParaRPr>
              </a:p>
            </p:txBody>
          </p:sp>
          <p:sp>
            <p:nvSpPr>
              <p:cNvPr id="258" name="TextBox 257"/>
              <p:cNvSpPr txBox="1"/>
              <p:nvPr/>
            </p:nvSpPr>
            <p:spPr>
              <a:xfrm>
                <a:off x="7855876" y="2059688"/>
                <a:ext cx="848585" cy="2919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>
                <a:defPPr>
                  <a:defRPr lang="ko-KR"/>
                </a:defPPr>
                <a:lvl1pPr algn="ctr">
                  <a:defRPr sz="2000">
                    <a:gradFill flip="none" rotWithShape="1">
                      <a:gsLst>
                        <a:gs pos="0">
                          <a:prstClr val="white">
                            <a:lumMod val="0"/>
                            <a:lumOff val="100000"/>
                          </a:prstClr>
                        </a:gs>
                        <a:gs pos="100000">
                          <a:prstClr val="white">
                            <a:lumMod val="0"/>
                            <a:lumOff val="100000"/>
                          </a:prstClr>
                        </a:gs>
                      </a:gsLst>
                      <a:lin ang="6000000" scaled="0"/>
                      <a:tileRect/>
                    </a:gradFill>
                    <a:latin typeface="뫼비우스 Bold" panose="02000500000000000000" pitchFamily="2" charset="-127"/>
                    <a:ea typeface="뫼비우스 Bold" panose="02000500000000000000" pitchFamily="2" charset="-127"/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latinLnBrk="0"/>
                <a:r>
                  <a:rPr lang="ko-KR" altLang="en-US" sz="1764" spc="-132" dirty="0">
                    <a:latin typeface="Rix고딕 B" pitchFamily="18" charset="-127"/>
                    <a:ea typeface="Rix고딕 B" pitchFamily="18" charset="-127"/>
                  </a:rPr>
                  <a:t>복구 방안</a:t>
                </a:r>
                <a:endParaRPr lang="ko-KR" altLang="en-US" sz="1588" spc="-132" dirty="0">
                  <a:latin typeface="Rix고딕 B" pitchFamily="18" charset="-127"/>
                  <a:ea typeface="Rix고딕 B" pitchFamily="18" charset="-127"/>
                </a:endParaRPr>
              </a:p>
            </p:txBody>
          </p:sp>
          <p:sp>
            <p:nvSpPr>
              <p:cNvPr id="259" name="Rectangle 62"/>
              <p:cNvSpPr>
                <a:spLocks noChangeArrowheads="1"/>
              </p:cNvSpPr>
              <p:nvPr/>
            </p:nvSpPr>
            <p:spPr bwMode="auto">
              <a:xfrm>
                <a:off x="6317952" y="2411623"/>
                <a:ext cx="3924436" cy="4716524"/>
              </a:xfrm>
              <a:prstGeom prst="roundRect">
                <a:avLst>
                  <a:gd name="adj" fmla="val 2500"/>
                </a:avLst>
              </a:prstGeom>
              <a:solidFill>
                <a:schemeClr val="bg1"/>
              </a:solidFill>
              <a:ln>
                <a:noFill/>
              </a:ln>
              <a:effectLst>
                <a:outerShdw blurRad="63500" dist="12700" sx="101000" sy="101000" algn="ctr" rotWithShape="0">
                  <a:prstClr val="black">
                    <a:alpha val="36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19975"/>
                <a:endParaRPr lang="ko-KR" altLang="en-US" sz="1764" dirty="0">
                  <a:solidFill>
                    <a:prstClr val="white"/>
                  </a:solidFill>
                  <a:latin typeface="Rix고딕 M" pitchFamily="18" charset="-127"/>
                  <a:ea typeface="Rix고딕 M" pitchFamily="18" charset="-127"/>
                </a:endParaRPr>
              </a:p>
            </p:txBody>
          </p:sp>
        </p:grpSp>
        <p:grpSp>
          <p:nvGrpSpPr>
            <p:cNvPr id="179" name="그룹 178"/>
            <p:cNvGrpSpPr/>
            <p:nvPr/>
          </p:nvGrpSpPr>
          <p:grpSpPr>
            <a:xfrm>
              <a:off x="704139" y="2199679"/>
              <a:ext cx="3648867" cy="4753571"/>
              <a:chOff x="701328" y="2015577"/>
              <a:chExt cx="3924436" cy="5112570"/>
            </a:xfrm>
          </p:grpSpPr>
          <p:sp>
            <p:nvSpPr>
              <p:cNvPr id="254" name="Text Box 358" descr="도식1"/>
              <p:cNvSpPr>
                <a:spLocks noChangeArrowheads="1"/>
              </p:cNvSpPr>
              <p:nvPr/>
            </p:nvSpPr>
            <p:spPr bwMode="auto">
              <a:xfrm>
                <a:off x="1133376" y="2015577"/>
                <a:ext cx="3060340" cy="3960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gradFill flip="none" rotWithShape="1">
                <a:gsLst>
                  <a:gs pos="0">
                    <a:srgbClr val="002060"/>
                  </a:gs>
                  <a:gs pos="100000">
                    <a:srgbClr val="0070C0"/>
                  </a:gs>
                </a:gsLst>
                <a:lin ang="10800000" scaled="1"/>
                <a:tileRect/>
              </a:gradFill>
              <a:ln w="12700" cap="rnd" cmpd="sng">
                <a:noFill/>
                <a:prstDash val="solid"/>
                <a:headEnd type="none" w="lg" len="med"/>
                <a:tailEnd type="none" w="lg" len="med"/>
              </a:ln>
              <a:effectLst>
                <a:outerShdw blurRad="38100" dist="12700" dir="5400000" sx="99000" sy="99000" algn="t" rotWithShape="0">
                  <a:prstClr val="black">
                    <a:alpha val="25000"/>
                  </a:prstClr>
                </a:outerShdw>
              </a:effectLst>
            </p:spPr>
            <p:style>
              <a:lnRef idx="1">
                <a:schemeClr val="accent5"/>
              </a:lnRef>
              <a:fillRef idx="3">
                <a:schemeClr val="accent5"/>
              </a:fillRef>
              <a:effectRef idx="2">
                <a:schemeClr val="accent5"/>
              </a:effectRef>
              <a:fontRef idx="minor">
                <a:schemeClr val="lt1"/>
              </a:fontRef>
            </p:style>
            <p:txBody>
              <a:bodyPr wrap="none" tIns="158759"/>
              <a:lstStyle/>
              <a:p>
                <a:pPr algn="ctr" latinLnBrk="0"/>
                <a:endParaRPr lang="ko-KR" altLang="en-US" sz="1588" b="1" dirty="0">
                  <a:gradFill>
                    <a:gsLst>
                      <a:gs pos="0">
                        <a:prstClr val="white"/>
                      </a:gs>
                      <a:gs pos="100000">
                        <a:prstClr val="white"/>
                      </a:gs>
                    </a:gsLst>
                    <a:lin ang="5400000" scaled="0"/>
                  </a:gra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Rix고딕 M" pitchFamily="18" charset="-127"/>
                  <a:ea typeface="Rix고딕 M" pitchFamily="18" charset="-127"/>
                </a:endParaRPr>
              </a:p>
            </p:txBody>
          </p:sp>
          <p:sp>
            <p:nvSpPr>
              <p:cNvPr id="255" name="TextBox 254"/>
              <p:cNvSpPr txBox="1"/>
              <p:nvPr/>
            </p:nvSpPr>
            <p:spPr>
              <a:xfrm>
                <a:off x="2063572" y="2059688"/>
                <a:ext cx="1199949" cy="2919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>
                <a:defPPr>
                  <a:defRPr lang="ko-KR"/>
                </a:defPPr>
                <a:lvl1pPr algn="ctr">
                  <a:defRPr sz="2000">
                    <a:gradFill flip="none" rotWithShape="1">
                      <a:gsLst>
                        <a:gs pos="0">
                          <a:prstClr val="white">
                            <a:lumMod val="0"/>
                            <a:lumOff val="100000"/>
                          </a:prstClr>
                        </a:gs>
                        <a:gs pos="100000">
                          <a:prstClr val="white">
                            <a:lumMod val="0"/>
                            <a:lumOff val="100000"/>
                          </a:prstClr>
                        </a:gs>
                      </a:gsLst>
                      <a:lin ang="6000000" scaled="0"/>
                      <a:tileRect/>
                    </a:gradFill>
                    <a:latin typeface="뫼비우스 Bold" panose="02000500000000000000" pitchFamily="2" charset="-127"/>
                    <a:ea typeface="뫼비우스 Bold" panose="02000500000000000000" pitchFamily="2" charset="-127"/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latinLnBrk="0"/>
                <a:r>
                  <a:rPr lang="en-US" altLang="ko-KR" sz="1764" dirty="0">
                    <a:latin typeface="Rix고딕 B" pitchFamily="18" charset="-127"/>
                    <a:ea typeface="Rix고딕 B" pitchFamily="18" charset="-127"/>
                  </a:rPr>
                  <a:t>Help-Desk</a:t>
                </a:r>
                <a:endParaRPr lang="ko-KR" altLang="en-US" sz="1588" dirty="0">
                  <a:latin typeface="Rix고딕 B" pitchFamily="18" charset="-127"/>
                  <a:ea typeface="Rix고딕 B" pitchFamily="18" charset="-127"/>
                </a:endParaRPr>
              </a:p>
            </p:txBody>
          </p:sp>
          <p:sp>
            <p:nvSpPr>
              <p:cNvPr id="256" name="Rectangle 62"/>
              <p:cNvSpPr>
                <a:spLocks noChangeArrowheads="1"/>
              </p:cNvSpPr>
              <p:nvPr/>
            </p:nvSpPr>
            <p:spPr bwMode="auto">
              <a:xfrm>
                <a:off x="701328" y="2411623"/>
                <a:ext cx="3924436" cy="4716524"/>
              </a:xfrm>
              <a:prstGeom prst="roundRect">
                <a:avLst>
                  <a:gd name="adj" fmla="val 2500"/>
                </a:avLst>
              </a:prstGeom>
              <a:solidFill>
                <a:schemeClr val="bg1"/>
              </a:solidFill>
              <a:ln>
                <a:noFill/>
              </a:ln>
              <a:effectLst>
                <a:outerShdw blurRad="63500" dist="12700" sx="101000" sy="101000" algn="ctr" rotWithShape="0">
                  <a:prstClr val="black">
                    <a:alpha val="36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19975"/>
                <a:endParaRPr lang="ko-KR" altLang="en-US" sz="1764" dirty="0">
                  <a:solidFill>
                    <a:prstClr val="white"/>
                  </a:solidFill>
                  <a:latin typeface="Rix고딕 M" pitchFamily="18" charset="-127"/>
                  <a:ea typeface="Rix고딕 M" pitchFamily="18" charset="-127"/>
                </a:endParaRPr>
              </a:p>
            </p:txBody>
          </p:sp>
        </p:grpSp>
        <p:grpSp>
          <p:nvGrpSpPr>
            <p:cNvPr id="180" name="그룹 179"/>
            <p:cNvGrpSpPr/>
            <p:nvPr/>
          </p:nvGrpSpPr>
          <p:grpSpPr>
            <a:xfrm>
              <a:off x="921732" y="4208231"/>
              <a:ext cx="3213681" cy="2611116"/>
              <a:chOff x="629320" y="4175819"/>
              <a:chExt cx="3456384" cy="2808312"/>
            </a:xfrm>
          </p:grpSpPr>
          <p:grpSp>
            <p:nvGrpSpPr>
              <p:cNvPr id="227" name="그룹 226"/>
              <p:cNvGrpSpPr/>
              <p:nvPr/>
            </p:nvGrpSpPr>
            <p:grpSpPr>
              <a:xfrm>
                <a:off x="629320" y="4175819"/>
                <a:ext cx="1296148" cy="1296144"/>
                <a:chOff x="3933823" y="1367569"/>
                <a:chExt cx="1296147" cy="1296144"/>
              </a:xfrm>
            </p:grpSpPr>
            <p:grpSp>
              <p:nvGrpSpPr>
                <p:cNvPr id="249" name="그룹 248"/>
                <p:cNvGrpSpPr/>
                <p:nvPr/>
              </p:nvGrpSpPr>
              <p:grpSpPr>
                <a:xfrm>
                  <a:off x="3933823" y="1367569"/>
                  <a:ext cx="1296147" cy="1296144"/>
                  <a:chOff x="413295" y="4355839"/>
                  <a:chExt cx="1296147" cy="1296144"/>
                </a:xfrm>
              </p:grpSpPr>
              <p:sp>
                <p:nvSpPr>
                  <p:cNvPr id="251" name="타원 250"/>
                  <p:cNvSpPr/>
                  <p:nvPr/>
                </p:nvSpPr>
                <p:spPr>
                  <a:xfrm>
                    <a:off x="413295" y="4355839"/>
                    <a:ext cx="1296147" cy="1296144"/>
                  </a:xfrm>
                  <a:prstGeom prst="ellipse">
                    <a:avLst/>
                  </a:prstGeom>
                  <a:solidFill>
                    <a:srgbClr val="5CAEE6">
                      <a:alpha val="94902"/>
                    </a:srgbClr>
                  </a:solidFill>
                  <a:ln w="38100" cap="rnd" cmpd="sng">
                    <a:solidFill>
                      <a:srgbClr val="1672D3">
                        <a:alpha val="50000"/>
                      </a:srgbClr>
                    </a:solidFill>
                    <a:prstDash val="solid"/>
                    <a:headEnd type="none" w="lg" len="med"/>
                    <a:tailEnd type="none" w="lg" len="med"/>
                  </a:ln>
                  <a:effectLst/>
                </p:spPr>
                <p:style>
                  <a:lnRef idx="1">
                    <a:schemeClr val="accent5"/>
                  </a:lnRef>
                  <a:fillRef idx="3">
                    <a:schemeClr val="accent5"/>
                  </a:fillRef>
                  <a:effectRef idx="2">
                    <a:schemeClr val="accent5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anchor="ctr" anchorCtr="0"/>
                  <a:lstStyle/>
                  <a:p>
                    <a:pPr algn="ctr" latinLnBrk="0">
                      <a:spcBef>
                        <a:spcPts val="176"/>
                      </a:spcBef>
                      <a:spcAft>
                        <a:spcPts val="529"/>
                      </a:spcAft>
                    </a:pPr>
                    <a:endParaRPr lang="ko-KR" altLang="en-US" sz="1499" dirty="0">
                      <a:ln w="0"/>
                      <a:solidFill>
                        <a:srgbClr val="FFFFFF"/>
                      </a:solidFill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latin typeface="Rix고딕 M" pitchFamily="18" charset="-127"/>
                      <a:ea typeface="Rix고딕 M" pitchFamily="18" charset="-127"/>
                    </a:endParaRPr>
                  </a:p>
                </p:txBody>
              </p:sp>
              <p:sp>
                <p:nvSpPr>
                  <p:cNvPr id="252" name="현 251"/>
                  <p:cNvSpPr/>
                  <p:nvPr/>
                </p:nvSpPr>
                <p:spPr>
                  <a:xfrm rot="3600000">
                    <a:off x="442584" y="4385127"/>
                    <a:ext cx="1237568" cy="1237568"/>
                  </a:xfrm>
                  <a:prstGeom prst="chord">
                    <a:avLst>
                      <a:gd name="adj1" fmla="val 4467154"/>
                      <a:gd name="adj2" fmla="val 15502896"/>
                    </a:avLst>
                  </a:prstGeom>
                  <a:gradFill>
                    <a:gsLst>
                      <a:gs pos="74000">
                        <a:schemeClr val="bg1">
                          <a:alpha val="0"/>
                        </a:schemeClr>
                      </a:gs>
                      <a:gs pos="0">
                        <a:schemeClr val="bg1">
                          <a:alpha val="41000"/>
                        </a:schemeClr>
                      </a:gs>
                    </a:gsLst>
                    <a:lin ang="1800000" scaled="0"/>
                  </a:gra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1588" dirty="0">
                      <a:latin typeface="Rix고딕 M" pitchFamily="18" charset="-127"/>
                      <a:ea typeface="Rix고딕 M" pitchFamily="18" charset="-127"/>
                    </a:endParaRPr>
                  </a:p>
                </p:txBody>
              </p:sp>
              <p:sp>
                <p:nvSpPr>
                  <p:cNvPr id="253" name="타원 252"/>
                  <p:cNvSpPr/>
                  <p:nvPr/>
                </p:nvSpPr>
                <p:spPr>
                  <a:xfrm>
                    <a:off x="534812" y="4477356"/>
                    <a:ext cx="1053114" cy="1053110"/>
                  </a:xfrm>
                  <a:prstGeom prst="ellipse">
                    <a:avLst/>
                  </a:prstGeom>
                  <a:solidFill>
                    <a:schemeClr val="bg1"/>
                  </a:solidFill>
                  <a:ln w="25400" cap="rnd" cmpd="sng">
                    <a:noFill/>
                    <a:prstDash val="solid"/>
                    <a:headEnd type="none" w="lg" len="med"/>
                    <a:tailEnd type="none" w="lg" len="med"/>
                  </a:ln>
                  <a:effectLst/>
                </p:spPr>
                <p:style>
                  <a:lnRef idx="1">
                    <a:schemeClr val="accent5"/>
                  </a:lnRef>
                  <a:fillRef idx="3">
                    <a:schemeClr val="accent5"/>
                  </a:fillRef>
                  <a:effectRef idx="2">
                    <a:schemeClr val="accent5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anchor="ctr" anchorCtr="0"/>
                  <a:lstStyle/>
                  <a:p>
                    <a:pPr algn="ctr" latinLnBrk="0">
                      <a:spcBef>
                        <a:spcPts val="176"/>
                      </a:spcBef>
                      <a:spcAft>
                        <a:spcPts val="529"/>
                      </a:spcAft>
                    </a:pPr>
                    <a:endParaRPr lang="ko-KR" altLang="en-US" sz="1499" dirty="0">
                      <a:ln w="0"/>
                      <a:solidFill>
                        <a:srgbClr val="FFFFFF"/>
                      </a:solidFill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latin typeface="Rix고딕 M" pitchFamily="18" charset="-127"/>
                      <a:ea typeface="Rix고딕 M" pitchFamily="18" charset="-127"/>
                    </a:endParaRPr>
                  </a:p>
                </p:txBody>
              </p:sp>
            </p:grpSp>
            <p:pic>
              <p:nvPicPr>
                <p:cNvPr id="250" name="그림 249" descr="flare.png"/>
                <p:cNvPicPr>
                  <a:picLocks noChangeAspect="1"/>
                </p:cNvPicPr>
                <p:nvPr/>
              </p:nvPicPr>
              <p:blipFill>
                <a:blip r:embed="rId3" cstate="print"/>
                <a:stretch>
                  <a:fillRect/>
                </a:stretch>
              </p:blipFill>
              <p:spPr>
                <a:xfrm>
                  <a:off x="4899818" y="1483429"/>
                  <a:ext cx="281761" cy="276860"/>
                </a:xfrm>
                <a:prstGeom prst="rect">
                  <a:avLst/>
                </a:prstGeom>
              </p:spPr>
            </p:pic>
          </p:grpSp>
          <p:sp>
            <p:nvSpPr>
              <p:cNvPr id="228" name="TextBox 227"/>
              <p:cNvSpPr txBox="1"/>
              <p:nvPr/>
            </p:nvSpPr>
            <p:spPr>
              <a:xfrm>
                <a:off x="1096371" y="5014653"/>
                <a:ext cx="362054" cy="16054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>
                <a:defPPr>
                  <a:defRPr lang="ko-KR"/>
                </a:defPPr>
                <a:lvl1pPr algn="ctr">
                  <a:defRPr sz="2000">
                    <a:gradFill flip="none" rotWithShape="1">
                      <a:gsLst>
                        <a:gs pos="0">
                          <a:prstClr val="white">
                            <a:lumMod val="0"/>
                            <a:lumOff val="100000"/>
                          </a:prstClr>
                        </a:gs>
                        <a:gs pos="100000">
                          <a:prstClr val="white">
                            <a:lumMod val="0"/>
                            <a:lumOff val="100000"/>
                          </a:prstClr>
                        </a:gs>
                      </a:gsLst>
                      <a:lin ang="6000000" scaled="0"/>
                      <a:tileRect/>
                    </a:gradFill>
                    <a:latin typeface="뫼비우스 Bold" panose="02000500000000000000" pitchFamily="2" charset="-127"/>
                    <a:ea typeface="뫼비우스 Bold" panose="02000500000000000000" pitchFamily="2" charset="-127"/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latinLnBrk="0"/>
                <a:r>
                  <a:rPr lang="ko-KR" altLang="en-US" sz="970" dirty="0" smtClean="0">
                    <a:solidFill>
                      <a:srgbClr val="0163E3"/>
                    </a:solidFill>
                    <a:latin typeface="Rix고딕 M" pitchFamily="18" charset="-127"/>
                    <a:ea typeface="Rix고딕 M" pitchFamily="18" charset="-127"/>
                  </a:rPr>
                  <a:t>국방부</a:t>
                </a:r>
                <a:endParaRPr lang="ko-KR" altLang="en-US" sz="926" dirty="0">
                  <a:solidFill>
                    <a:srgbClr val="0163E3"/>
                  </a:solidFill>
                  <a:latin typeface="Rix고딕 M" pitchFamily="18" charset="-127"/>
                  <a:ea typeface="Rix고딕 M" pitchFamily="18" charset="-127"/>
                </a:endParaRPr>
              </a:p>
            </p:txBody>
          </p:sp>
          <p:grpSp>
            <p:nvGrpSpPr>
              <p:cNvPr id="229" name="그룹 228"/>
              <p:cNvGrpSpPr/>
              <p:nvPr/>
            </p:nvGrpSpPr>
            <p:grpSpPr>
              <a:xfrm>
                <a:off x="2789556" y="4175819"/>
                <a:ext cx="1296148" cy="1296144"/>
                <a:chOff x="3933823" y="1367569"/>
                <a:chExt cx="1296147" cy="1296144"/>
              </a:xfrm>
            </p:grpSpPr>
            <p:grpSp>
              <p:nvGrpSpPr>
                <p:cNvPr id="244" name="그룹 243"/>
                <p:cNvGrpSpPr/>
                <p:nvPr/>
              </p:nvGrpSpPr>
              <p:grpSpPr>
                <a:xfrm>
                  <a:off x="3933823" y="1367569"/>
                  <a:ext cx="1296147" cy="1296144"/>
                  <a:chOff x="413295" y="4355839"/>
                  <a:chExt cx="1296147" cy="1296144"/>
                </a:xfrm>
              </p:grpSpPr>
              <p:sp>
                <p:nvSpPr>
                  <p:cNvPr id="246" name="타원 245"/>
                  <p:cNvSpPr/>
                  <p:nvPr/>
                </p:nvSpPr>
                <p:spPr>
                  <a:xfrm>
                    <a:off x="413295" y="4355839"/>
                    <a:ext cx="1296147" cy="1296144"/>
                  </a:xfrm>
                  <a:prstGeom prst="ellipse">
                    <a:avLst/>
                  </a:prstGeom>
                  <a:solidFill>
                    <a:srgbClr val="FF7300">
                      <a:alpha val="94902"/>
                    </a:srgbClr>
                  </a:solidFill>
                  <a:ln w="38100" cap="rnd" cmpd="sng">
                    <a:solidFill>
                      <a:srgbClr val="EF3915">
                        <a:alpha val="50000"/>
                      </a:srgbClr>
                    </a:solidFill>
                    <a:prstDash val="solid"/>
                    <a:headEnd type="none" w="lg" len="med"/>
                    <a:tailEnd type="none" w="lg" len="med"/>
                  </a:ln>
                  <a:effectLst/>
                </p:spPr>
                <p:style>
                  <a:lnRef idx="1">
                    <a:schemeClr val="accent5"/>
                  </a:lnRef>
                  <a:fillRef idx="3">
                    <a:schemeClr val="accent5"/>
                  </a:fillRef>
                  <a:effectRef idx="2">
                    <a:schemeClr val="accent5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anchor="ctr" anchorCtr="0"/>
                  <a:lstStyle/>
                  <a:p>
                    <a:pPr algn="ctr" latinLnBrk="0">
                      <a:spcBef>
                        <a:spcPts val="176"/>
                      </a:spcBef>
                      <a:spcAft>
                        <a:spcPts val="529"/>
                      </a:spcAft>
                    </a:pPr>
                    <a:endParaRPr lang="ko-KR" altLang="en-US" sz="1499" dirty="0">
                      <a:ln w="0"/>
                      <a:solidFill>
                        <a:srgbClr val="FFFFFF"/>
                      </a:solidFill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latin typeface="Rix고딕 M" pitchFamily="18" charset="-127"/>
                      <a:ea typeface="Rix고딕 M" pitchFamily="18" charset="-127"/>
                    </a:endParaRPr>
                  </a:p>
                </p:txBody>
              </p:sp>
              <p:sp>
                <p:nvSpPr>
                  <p:cNvPr id="247" name="현 246"/>
                  <p:cNvSpPr/>
                  <p:nvPr/>
                </p:nvSpPr>
                <p:spPr>
                  <a:xfrm rot="3600000">
                    <a:off x="442584" y="4385127"/>
                    <a:ext cx="1237568" cy="1237568"/>
                  </a:xfrm>
                  <a:prstGeom prst="chord">
                    <a:avLst>
                      <a:gd name="adj1" fmla="val 4467154"/>
                      <a:gd name="adj2" fmla="val 15502896"/>
                    </a:avLst>
                  </a:prstGeom>
                  <a:gradFill>
                    <a:gsLst>
                      <a:gs pos="74000">
                        <a:schemeClr val="bg1">
                          <a:alpha val="0"/>
                        </a:schemeClr>
                      </a:gs>
                      <a:gs pos="0">
                        <a:schemeClr val="bg1">
                          <a:alpha val="41000"/>
                        </a:schemeClr>
                      </a:gs>
                    </a:gsLst>
                    <a:lin ang="1800000" scaled="0"/>
                  </a:gra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1588" dirty="0">
                      <a:latin typeface="Rix고딕 M" pitchFamily="18" charset="-127"/>
                      <a:ea typeface="Rix고딕 M" pitchFamily="18" charset="-127"/>
                    </a:endParaRPr>
                  </a:p>
                </p:txBody>
              </p:sp>
              <p:sp>
                <p:nvSpPr>
                  <p:cNvPr id="248" name="타원 247"/>
                  <p:cNvSpPr/>
                  <p:nvPr/>
                </p:nvSpPr>
                <p:spPr>
                  <a:xfrm>
                    <a:off x="534812" y="4477356"/>
                    <a:ext cx="1053114" cy="1053110"/>
                  </a:xfrm>
                  <a:prstGeom prst="ellipse">
                    <a:avLst/>
                  </a:prstGeom>
                  <a:solidFill>
                    <a:schemeClr val="bg1"/>
                  </a:solidFill>
                  <a:ln w="25400" cap="rnd" cmpd="sng">
                    <a:noFill/>
                    <a:prstDash val="solid"/>
                    <a:headEnd type="none" w="lg" len="med"/>
                    <a:tailEnd type="none" w="lg" len="med"/>
                  </a:ln>
                  <a:effectLst/>
                </p:spPr>
                <p:style>
                  <a:lnRef idx="1">
                    <a:schemeClr val="accent5"/>
                  </a:lnRef>
                  <a:fillRef idx="3">
                    <a:schemeClr val="accent5"/>
                  </a:fillRef>
                  <a:effectRef idx="2">
                    <a:schemeClr val="accent5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anchor="ctr" anchorCtr="0"/>
                  <a:lstStyle/>
                  <a:p>
                    <a:pPr algn="ctr" latinLnBrk="0">
                      <a:spcBef>
                        <a:spcPts val="176"/>
                      </a:spcBef>
                      <a:spcAft>
                        <a:spcPts val="529"/>
                      </a:spcAft>
                    </a:pPr>
                    <a:endParaRPr lang="ko-KR" altLang="en-US" sz="1499" dirty="0">
                      <a:ln w="0"/>
                      <a:solidFill>
                        <a:srgbClr val="FFFFFF"/>
                      </a:solidFill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latin typeface="Rix고딕 M" pitchFamily="18" charset="-127"/>
                      <a:ea typeface="Rix고딕 M" pitchFamily="18" charset="-127"/>
                    </a:endParaRPr>
                  </a:p>
                </p:txBody>
              </p:sp>
            </p:grpSp>
            <p:pic>
              <p:nvPicPr>
                <p:cNvPr id="245" name="그림 244" descr="flare.png"/>
                <p:cNvPicPr>
                  <a:picLocks noChangeAspect="1"/>
                </p:cNvPicPr>
                <p:nvPr/>
              </p:nvPicPr>
              <p:blipFill>
                <a:blip r:embed="rId3" cstate="print"/>
                <a:stretch>
                  <a:fillRect/>
                </a:stretch>
              </p:blipFill>
              <p:spPr>
                <a:xfrm>
                  <a:off x="4899818" y="1483429"/>
                  <a:ext cx="281761" cy="276860"/>
                </a:xfrm>
                <a:prstGeom prst="rect">
                  <a:avLst/>
                </a:prstGeom>
              </p:spPr>
            </p:pic>
          </p:grpSp>
          <p:sp>
            <p:nvSpPr>
              <p:cNvPr id="230" name="TextBox 229"/>
              <p:cNvSpPr txBox="1"/>
              <p:nvPr/>
            </p:nvSpPr>
            <p:spPr>
              <a:xfrm>
                <a:off x="2979032" y="4967907"/>
                <a:ext cx="917203" cy="32108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>
                <a:defPPr>
                  <a:defRPr lang="ko-KR"/>
                </a:defPPr>
                <a:lvl1pPr algn="ctr">
                  <a:defRPr sz="2000">
                    <a:gradFill flip="none" rotWithShape="1">
                      <a:gsLst>
                        <a:gs pos="0">
                          <a:prstClr val="white">
                            <a:lumMod val="0"/>
                            <a:lumOff val="100000"/>
                          </a:prstClr>
                        </a:gs>
                        <a:gs pos="100000">
                          <a:prstClr val="white">
                            <a:lumMod val="0"/>
                            <a:lumOff val="100000"/>
                          </a:prstClr>
                        </a:gs>
                      </a:gsLst>
                      <a:lin ang="6000000" scaled="0"/>
                      <a:tileRect/>
                    </a:gradFill>
                    <a:latin typeface="뫼비우스 Bold" panose="02000500000000000000" pitchFamily="2" charset="-127"/>
                    <a:ea typeface="뫼비우스 Bold" panose="02000500000000000000" pitchFamily="2" charset="-127"/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latinLnBrk="0"/>
                <a:r>
                  <a:rPr lang="ko-KR" altLang="en-US" sz="970" dirty="0" smtClean="0">
                    <a:solidFill>
                      <a:schemeClr val="tx1"/>
                    </a:solidFill>
                    <a:latin typeface="Rix고딕 M" pitchFamily="18" charset="-127"/>
                    <a:ea typeface="Rix고딕 M" pitchFamily="18" charset="-127"/>
                  </a:rPr>
                  <a:t>제조사 기술 </a:t>
                </a:r>
                <a:r>
                  <a:rPr lang="ko-KR" altLang="en-US" sz="970" dirty="0">
                    <a:solidFill>
                      <a:schemeClr val="tx1"/>
                    </a:solidFill>
                    <a:latin typeface="Rix고딕 M" pitchFamily="18" charset="-127"/>
                    <a:ea typeface="Rix고딕 M" pitchFamily="18" charset="-127"/>
                  </a:rPr>
                  <a:t>지원</a:t>
                </a:r>
                <a:r>
                  <a:rPr lang="en-US" altLang="ko-KR" sz="970" dirty="0">
                    <a:solidFill>
                      <a:schemeClr val="tx1"/>
                    </a:solidFill>
                    <a:latin typeface="Rix고딕 M" pitchFamily="18" charset="-127"/>
                    <a:ea typeface="Rix고딕 M" pitchFamily="18" charset="-127"/>
                  </a:rPr>
                  <a:t/>
                </a:r>
                <a:br>
                  <a:rPr lang="en-US" altLang="ko-KR" sz="970" dirty="0">
                    <a:solidFill>
                      <a:schemeClr val="tx1"/>
                    </a:solidFill>
                    <a:latin typeface="Rix고딕 M" pitchFamily="18" charset="-127"/>
                    <a:ea typeface="Rix고딕 M" pitchFamily="18" charset="-127"/>
                  </a:rPr>
                </a:br>
                <a:r>
                  <a:rPr lang="ko-KR" altLang="en-US" sz="970" dirty="0">
                    <a:solidFill>
                      <a:schemeClr val="tx1"/>
                    </a:solidFill>
                    <a:latin typeface="Rix고딕 M" pitchFamily="18" charset="-127"/>
                    <a:ea typeface="Rix고딕 M" pitchFamily="18" charset="-127"/>
                  </a:rPr>
                  <a:t>센터</a:t>
                </a:r>
              </a:p>
            </p:txBody>
          </p:sp>
          <p:grpSp>
            <p:nvGrpSpPr>
              <p:cNvPr id="231" name="그룹 230"/>
              <p:cNvGrpSpPr/>
              <p:nvPr/>
            </p:nvGrpSpPr>
            <p:grpSpPr>
              <a:xfrm>
                <a:off x="1727440" y="5687987"/>
                <a:ext cx="1296148" cy="1296144"/>
                <a:chOff x="3933823" y="1367569"/>
                <a:chExt cx="1296147" cy="1296144"/>
              </a:xfrm>
            </p:grpSpPr>
            <p:grpSp>
              <p:nvGrpSpPr>
                <p:cNvPr id="239" name="그룹 238"/>
                <p:cNvGrpSpPr/>
                <p:nvPr/>
              </p:nvGrpSpPr>
              <p:grpSpPr>
                <a:xfrm>
                  <a:off x="3933823" y="1367569"/>
                  <a:ext cx="1296147" cy="1296144"/>
                  <a:chOff x="413295" y="4355839"/>
                  <a:chExt cx="1296147" cy="1296144"/>
                </a:xfrm>
              </p:grpSpPr>
              <p:sp>
                <p:nvSpPr>
                  <p:cNvPr id="241" name="타원 240"/>
                  <p:cNvSpPr/>
                  <p:nvPr/>
                </p:nvSpPr>
                <p:spPr>
                  <a:xfrm>
                    <a:off x="413295" y="4355839"/>
                    <a:ext cx="1296147" cy="1296144"/>
                  </a:xfrm>
                  <a:prstGeom prst="ellipse">
                    <a:avLst/>
                  </a:prstGeom>
                  <a:solidFill>
                    <a:srgbClr val="5CAEE6">
                      <a:alpha val="94902"/>
                    </a:srgbClr>
                  </a:solidFill>
                  <a:ln w="38100" cap="rnd" cmpd="sng">
                    <a:solidFill>
                      <a:srgbClr val="1672D3">
                        <a:alpha val="50000"/>
                      </a:srgbClr>
                    </a:solidFill>
                    <a:prstDash val="solid"/>
                    <a:headEnd type="none" w="lg" len="med"/>
                    <a:tailEnd type="none" w="lg" len="med"/>
                  </a:ln>
                  <a:effectLst/>
                </p:spPr>
                <p:style>
                  <a:lnRef idx="1">
                    <a:schemeClr val="accent5"/>
                  </a:lnRef>
                  <a:fillRef idx="3">
                    <a:schemeClr val="accent5"/>
                  </a:fillRef>
                  <a:effectRef idx="2">
                    <a:schemeClr val="accent5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anchor="ctr" anchorCtr="0"/>
                  <a:lstStyle/>
                  <a:p>
                    <a:pPr algn="ctr" latinLnBrk="0">
                      <a:spcBef>
                        <a:spcPts val="176"/>
                      </a:spcBef>
                      <a:spcAft>
                        <a:spcPts val="529"/>
                      </a:spcAft>
                    </a:pPr>
                    <a:endParaRPr lang="ko-KR" altLang="en-US" sz="1499" dirty="0">
                      <a:ln w="0"/>
                      <a:solidFill>
                        <a:srgbClr val="FFFFFF"/>
                      </a:solidFill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latin typeface="Rix고딕 M" pitchFamily="18" charset="-127"/>
                      <a:ea typeface="Rix고딕 M" pitchFamily="18" charset="-127"/>
                    </a:endParaRPr>
                  </a:p>
                </p:txBody>
              </p:sp>
              <p:sp>
                <p:nvSpPr>
                  <p:cNvPr id="242" name="현 241"/>
                  <p:cNvSpPr/>
                  <p:nvPr/>
                </p:nvSpPr>
                <p:spPr>
                  <a:xfrm rot="3600000">
                    <a:off x="442584" y="4385127"/>
                    <a:ext cx="1237568" cy="1237568"/>
                  </a:xfrm>
                  <a:prstGeom prst="chord">
                    <a:avLst>
                      <a:gd name="adj1" fmla="val 4467154"/>
                      <a:gd name="adj2" fmla="val 15502896"/>
                    </a:avLst>
                  </a:prstGeom>
                  <a:gradFill>
                    <a:gsLst>
                      <a:gs pos="74000">
                        <a:schemeClr val="bg1">
                          <a:alpha val="0"/>
                        </a:schemeClr>
                      </a:gs>
                      <a:gs pos="0">
                        <a:schemeClr val="bg1">
                          <a:alpha val="41000"/>
                        </a:schemeClr>
                      </a:gs>
                    </a:gsLst>
                    <a:lin ang="1800000" scaled="0"/>
                  </a:gra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1588" dirty="0">
                      <a:latin typeface="Rix고딕 M" pitchFamily="18" charset="-127"/>
                      <a:ea typeface="Rix고딕 M" pitchFamily="18" charset="-127"/>
                    </a:endParaRPr>
                  </a:p>
                </p:txBody>
              </p:sp>
              <p:sp>
                <p:nvSpPr>
                  <p:cNvPr id="243" name="타원 242"/>
                  <p:cNvSpPr/>
                  <p:nvPr/>
                </p:nvSpPr>
                <p:spPr>
                  <a:xfrm>
                    <a:off x="534812" y="4477356"/>
                    <a:ext cx="1053114" cy="1053110"/>
                  </a:xfrm>
                  <a:prstGeom prst="ellipse">
                    <a:avLst/>
                  </a:prstGeom>
                  <a:solidFill>
                    <a:schemeClr val="bg1"/>
                  </a:solidFill>
                  <a:ln w="25400" cap="rnd" cmpd="sng">
                    <a:noFill/>
                    <a:prstDash val="solid"/>
                    <a:headEnd type="none" w="lg" len="med"/>
                    <a:tailEnd type="none" w="lg" len="med"/>
                  </a:ln>
                  <a:effectLst/>
                </p:spPr>
                <p:style>
                  <a:lnRef idx="1">
                    <a:schemeClr val="accent5"/>
                  </a:lnRef>
                  <a:fillRef idx="3">
                    <a:schemeClr val="accent5"/>
                  </a:fillRef>
                  <a:effectRef idx="2">
                    <a:schemeClr val="accent5"/>
                  </a:effectRef>
                  <a:fontRef idx="minor">
                    <a:schemeClr val="lt1"/>
                  </a:fontRef>
                </p:style>
                <p:txBody>
                  <a:bodyPr wrap="none" lIns="0" tIns="0" rIns="0" bIns="0" anchor="ctr" anchorCtr="0"/>
                  <a:lstStyle/>
                  <a:p>
                    <a:pPr algn="ctr" latinLnBrk="0">
                      <a:spcBef>
                        <a:spcPts val="176"/>
                      </a:spcBef>
                      <a:spcAft>
                        <a:spcPts val="529"/>
                      </a:spcAft>
                    </a:pPr>
                    <a:endParaRPr lang="ko-KR" altLang="en-US" sz="1499" dirty="0">
                      <a:ln w="0"/>
                      <a:solidFill>
                        <a:srgbClr val="FFFFFF"/>
                      </a:solidFill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latin typeface="Rix고딕 M" pitchFamily="18" charset="-127"/>
                      <a:ea typeface="Rix고딕 M" pitchFamily="18" charset="-127"/>
                    </a:endParaRPr>
                  </a:p>
                </p:txBody>
              </p:sp>
            </p:grpSp>
            <p:pic>
              <p:nvPicPr>
                <p:cNvPr id="240" name="그림 239" descr="flare.png"/>
                <p:cNvPicPr>
                  <a:picLocks noChangeAspect="1"/>
                </p:cNvPicPr>
                <p:nvPr/>
              </p:nvPicPr>
              <p:blipFill>
                <a:blip r:embed="rId3" cstate="print"/>
                <a:stretch>
                  <a:fillRect/>
                </a:stretch>
              </p:blipFill>
              <p:spPr>
                <a:xfrm>
                  <a:off x="4899818" y="1483429"/>
                  <a:ext cx="281761" cy="276860"/>
                </a:xfrm>
                <a:prstGeom prst="rect">
                  <a:avLst/>
                </a:prstGeom>
              </p:spPr>
            </p:pic>
          </p:grpSp>
          <p:sp>
            <p:nvSpPr>
              <p:cNvPr id="232" name="TextBox 231"/>
              <p:cNvSpPr txBox="1"/>
              <p:nvPr/>
            </p:nvSpPr>
            <p:spPr>
              <a:xfrm>
                <a:off x="2029838" y="6526822"/>
                <a:ext cx="691351" cy="16054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>
                <a:defPPr>
                  <a:defRPr lang="ko-KR"/>
                </a:defPPr>
                <a:lvl1pPr algn="ctr">
                  <a:defRPr sz="2000">
                    <a:gradFill flip="none" rotWithShape="1">
                      <a:gsLst>
                        <a:gs pos="0">
                          <a:prstClr val="white">
                            <a:lumMod val="0"/>
                            <a:lumOff val="100000"/>
                          </a:prstClr>
                        </a:gs>
                        <a:gs pos="100000">
                          <a:prstClr val="white">
                            <a:lumMod val="0"/>
                            <a:lumOff val="100000"/>
                          </a:prstClr>
                        </a:gs>
                      </a:gsLst>
                      <a:lin ang="6000000" scaled="0"/>
                      <a:tileRect/>
                    </a:gradFill>
                    <a:latin typeface="뫼비우스 Bold" panose="02000500000000000000" pitchFamily="2" charset="-127"/>
                    <a:ea typeface="뫼비우스 Bold" panose="02000500000000000000" pitchFamily="2" charset="-127"/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latinLnBrk="0"/>
                <a:r>
                  <a:rPr lang="en-US" altLang="ko-KR" sz="970" dirty="0">
                    <a:solidFill>
                      <a:srgbClr val="0163E3"/>
                    </a:solidFill>
                    <a:latin typeface="Rix고딕 M" pitchFamily="18" charset="-127"/>
                    <a:ea typeface="Rix고딕 M" pitchFamily="18" charset="-127"/>
                  </a:rPr>
                  <a:t>Field </a:t>
                </a:r>
                <a:r>
                  <a:rPr lang="ko-KR" altLang="en-US" sz="970" dirty="0">
                    <a:solidFill>
                      <a:srgbClr val="0163E3"/>
                    </a:solidFill>
                    <a:latin typeface="Rix고딕 M" pitchFamily="18" charset="-127"/>
                    <a:ea typeface="Rix고딕 M" pitchFamily="18" charset="-127"/>
                  </a:rPr>
                  <a:t>지원팀</a:t>
                </a:r>
              </a:p>
            </p:txBody>
          </p:sp>
          <p:cxnSp>
            <p:nvCxnSpPr>
              <p:cNvPr id="233" name="Rt22"/>
              <p:cNvCxnSpPr>
                <a:stCxn id="251" idx="6"/>
                <a:endCxn id="246" idx="2"/>
              </p:cNvCxnSpPr>
              <p:nvPr/>
            </p:nvCxnSpPr>
            <p:spPr>
              <a:xfrm>
                <a:off x="1925468" y="4823891"/>
                <a:ext cx="864088" cy="0"/>
              </a:xfrm>
              <a:prstGeom prst="straightConnector1">
                <a:avLst/>
              </a:prstGeom>
              <a:ln w="19050">
                <a:gradFill>
                  <a:gsLst>
                    <a:gs pos="100000">
                      <a:srgbClr val="1F82B8">
                        <a:alpha val="80000"/>
                      </a:srgbClr>
                    </a:gs>
                    <a:gs pos="36000">
                      <a:srgbClr val="3BD4E5">
                        <a:alpha val="80000"/>
                      </a:srgbClr>
                    </a:gs>
                    <a:gs pos="66000">
                      <a:srgbClr val="01A0C7">
                        <a:alpha val="80000"/>
                      </a:srgbClr>
                    </a:gs>
                    <a:gs pos="0">
                      <a:srgbClr val="0D3D91">
                        <a:alpha val="80000"/>
                      </a:srgbClr>
                    </a:gs>
                  </a:gsLst>
                  <a:lin ang="10800000" scaled="0"/>
                </a:gradFill>
                <a:headEnd type="triangle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4" name="꺾인 연결선 233"/>
              <p:cNvCxnSpPr>
                <a:stCxn id="246" idx="4"/>
                <a:endCxn id="241" idx="6"/>
              </p:cNvCxnSpPr>
              <p:nvPr/>
            </p:nvCxnSpPr>
            <p:spPr>
              <a:xfrm rot="5400000">
                <a:off x="2798561" y="5696990"/>
                <a:ext cx="864096" cy="414042"/>
              </a:xfrm>
              <a:prstGeom prst="bentConnector2">
                <a:avLst/>
              </a:prstGeom>
              <a:ln w="19050">
                <a:gradFill>
                  <a:gsLst>
                    <a:gs pos="100000">
                      <a:srgbClr val="1F82B8">
                        <a:alpha val="80000"/>
                      </a:srgbClr>
                    </a:gs>
                    <a:gs pos="36000">
                      <a:srgbClr val="3BD4E5">
                        <a:alpha val="80000"/>
                      </a:srgbClr>
                    </a:gs>
                    <a:gs pos="66000">
                      <a:srgbClr val="01A0C7">
                        <a:alpha val="80000"/>
                      </a:srgbClr>
                    </a:gs>
                    <a:gs pos="0">
                      <a:srgbClr val="0D3D91">
                        <a:alpha val="80000"/>
                      </a:srgbClr>
                    </a:gs>
                  </a:gsLst>
                  <a:lin ang="10800000" scaled="0"/>
                </a:gradFill>
                <a:headEnd type="triangle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5" name="꺾인 연결선 234"/>
              <p:cNvCxnSpPr>
                <a:stCxn id="251" idx="4"/>
                <a:endCxn id="241" idx="2"/>
              </p:cNvCxnSpPr>
              <p:nvPr/>
            </p:nvCxnSpPr>
            <p:spPr>
              <a:xfrm rot="16200000" flipH="1">
                <a:off x="1070369" y="5678988"/>
                <a:ext cx="864096" cy="450046"/>
              </a:xfrm>
              <a:prstGeom prst="bentConnector2">
                <a:avLst/>
              </a:prstGeom>
              <a:ln w="19050">
                <a:gradFill>
                  <a:gsLst>
                    <a:gs pos="100000">
                      <a:srgbClr val="1F82B8">
                        <a:alpha val="80000"/>
                      </a:srgbClr>
                    </a:gs>
                    <a:gs pos="36000">
                      <a:srgbClr val="3BD4E5">
                        <a:alpha val="80000"/>
                      </a:srgbClr>
                    </a:gs>
                    <a:gs pos="66000">
                      <a:srgbClr val="01A0C7">
                        <a:alpha val="80000"/>
                      </a:srgbClr>
                    </a:gs>
                    <a:gs pos="0">
                      <a:srgbClr val="0D3D91">
                        <a:alpha val="80000"/>
                      </a:srgbClr>
                    </a:gs>
                  </a:gsLst>
                  <a:lin ang="10800000" scaled="0"/>
                </a:gradFill>
                <a:headEnd type="triangle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37" name="TextBox 236"/>
              <p:cNvSpPr txBox="1"/>
              <p:nvPr/>
            </p:nvSpPr>
            <p:spPr>
              <a:xfrm>
                <a:off x="1997472" y="4473068"/>
                <a:ext cx="720080" cy="306470"/>
              </a:xfrm>
              <a:prstGeom prst="rect">
                <a:avLst/>
              </a:prstGeom>
              <a:noFill/>
              <a:ln w="6350">
                <a:noFill/>
              </a:ln>
              <a:effectLst/>
              <a:scene3d>
                <a:camera prst="orthographicFront"/>
                <a:lightRig rig="threePt" dir="t"/>
              </a:scene3d>
              <a:sp3d>
                <a:bevelT w="0" h="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0" rIns="0" bIns="0" rtlCol="0" anchor="ctr" anchorCtr="0">
                <a:spAutoFit/>
                <a:sp3d>
                  <a:bevelT w="0" h="38100"/>
                  <a:contourClr>
                    <a:srgbClr val="213165"/>
                  </a:contourClr>
                </a:sp3d>
              </a:bodyPr>
              <a:lstStyle>
                <a:defPPr>
                  <a:defRPr lang="ko-KR"/>
                </a:defPPr>
                <a:lvl1pPr lvl="0" indent="0" algn="ctr" defTabSz="1019175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tabLst>
                    <a:tab pos="3768725" algn="l"/>
                  </a:tabLst>
                  <a:defRPr sz="1200" spc="0">
                    <a:ln w="0"/>
                    <a:solidFill>
                      <a:srgbClr val="292929"/>
                    </a:solidFill>
                    <a:effectLst/>
                    <a:latin typeface="고도 M" panose="02000503000000020004" pitchFamily="2" charset="-127"/>
                    <a:ea typeface="고도 M" panose="02000503000000020004" pitchFamily="2" charset="-127"/>
                  </a:defRPr>
                </a:lvl1pPr>
              </a:lstStyle>
              <a:p>
                <a:r>
                  <a:rPr lang="ko-KR" altLang="en-US" sz="926" spc="-62" dirty="0">
                    <a:latin typeface="Rix고딕 M" pitchFamily="18" charset="-127"/>
                    <a:ea typeface="Rix고딕 M" pitchFamily="18" charset="-127"/>
                  </a:rPr>
                  <a:t>온라인 원격 지원</a:t>
                </a:r>
              </a:p>
            </p:txBody>
          </p:sp>
          <p:sp>
            <p:nvSpPr>
              <p:cNvPr id="238" name="TextBox 237"/>
              <p:cNvSpPr txBox="1"/>
              <p:nvPr/>
            </p:nvSpPr>
            <p:spPr>
              <a:xfrm>
                <a:off x="1842654" y="4972760"/>
                <a:ext cx="1029715" cy="306470"/>
              </a:xfrm>
              <a:prstGeom prst="rect">
                <a:avLst/>
              </a:prstGeom>
              <a:noFill/>
              <a:ln w="6350">
                <a:noFill/>
              </a:ln>
              <a:effectLst/>
              <a:scene3d>
                <a:camera prst="orthographicFront"/>
                <a:lightRig rig="threePt" dir="t"/>
              </a:scene3d>
              <a:sp3d>
                <a:bevelT w="0" h="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0" rIns="0" bIns="0" rtlCol="0" anchor="ctr" anchorCtr="0">
                <a:spAutoFit/>
                <a:sp3d>
                  <a:bevelT w="0" h="38100"/>
                  <a:contourClr>
                    <a:srgbClr val="213165"/>
                  </a:contourClr>
                </a:sp3d>
              </a:bodyPr>
              <a:lstStyle>
                <a:defPPr>
                  <a:defRPr lang="ko-KR"/>
                </a:defPPr>
                <a:lvl1pPr lvl="0" indent="0" algn="ctr" defTabSz="1019175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tabLst>
                    <a:tab pos="3768725" algn="l"/>
                  </a:tabLst>
                  <a:defRPr sz="1200" spc="0">
                    <a:ln w="0"/>
                    <a:solidFill>
                      <a:srgbClr val="292929"/>
                    </a:solidFill>
                    <a:effectLst/>
                    <a:latin typeface="고도 M" panose="02000503000000020004" pitchFamily="2" charset="-127"/>
                    <a:ea typeface="고도 M" panose="02000503000000020004" pitchFamily="2" charset="-127"/>
                  </a:defRPr>
                </a:lvl1pPr>
              </a:lstStyle>
              <a:p>
                <a:r>
                  <a:rPr lang="ko-KR" altLang="en-US" sz="926" spc="-62" dirty="0">
                    <a:latin typeface="Rix고딕 M" pitchFamily="18" charset="-127"/>
                    <a:ea typeface="Rix고딕 M" pitchFamily="18" charset="-127"/>
                  </a:rPr>
                  <a:t>지원 요청 접수 </a:t>
                </a:r>
                <a:r>
                  <a:rPr lang="en-US" altLang="ko-KR" sz="926" spc="-62" dirty="0">
                    <a:latin typeface="Rix고딕 M" pitchFamily="18" charset="-127"/>
                    <a:ea typeface="Rix고딕 M" pitchFamily="18" charset="-127"/>
                  </a:rPr>
                  <a:t>/</a:t>
                </a:r>
              </a:p>
              <a:p>
                <a:r>
                  <a:rPr lang="ko-KR" altLang="en-US" sz="926" spc="-62" dirty="0" smtClean="0">
                    <a:latin typeface="Rix고딕 M" pitchFamily="18" charset="-127"/>
                    <a:ea typeface="Rix고딕 M" pitchFamily="18" charset="-127"/>
                  </a:rPr>
                  <a:t>필드 엔지니어 </a:t>
                </a:r>
                <a:r>
                  <a:rPr lang="ko-KR" altLang="en-US" sz="926" spc="-62" dirty="0">
                    <a:latin typeface="Rix고딕 M" pitchFamily="18" charset="-127"/>
                    <a:ea typeface="Rix고딕 M" pitchFamily="18" charset="-127"/>
                  </a:rPr>
                  <a:t>투입</a:t>
                </a:r>
              </a:p>
            </p:txBody>
          </p:sp>
        </p:grpSp>
        <p:sp>
          <p:nvSpPr>
            <p:cNvPr id="181" name="모서리가 둥근 직사각형 180"/>
            <p:cNvSpPr/>
            <p:nvPr/>
          </p:nvSpPr>
          <p:spPr>
            <a:xfrm rot="5400000">
              <a:off x="2177079" y="1095182"/>
              <a:ext cx="702990" cy="3648461"/>
            </a:xfrm>
            <a:prstGeom prst="roundRect">
              <a:avLst>
                <a:gd name="adj" fmla="val 5000"/>
              </a:avLst>
            </a:prstGeom>
            <a:solidFill>
              <a:schemeClr val="bg1">
                <a:lumMod val="65000"/>
                <a:alpha val="12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588" dirty="0">
                <a:solidFill>
                  <a:prstClr val="white"/>
                </a:solidFill>
                <a:latin typeface="Rix고딕 M" pitchFamily="18" charset="-127"/>
                <a:ea typeface="Rix고딕 M" pitchFamily="18" charset="-127"/>
              </a:endParaRPr>
            </a:p>
          </p:txBody>
        </p:sp>
        <p:sp>
          <p:nvSpPr>
            <p:cNvPr id="182" name="Text Box 172"/>
            <p:cNvSpPr txBox="1">
              <a:spLocks noChangeArrowheads="1"/>
            </p:cNvSpPr>
            <p:nvPr/>
          </p:nvSpPr>
          <p:spPr bwMode="auto">
            <a:xfrm>
              <a:off x="1005421" y="2702303"/>
              <a:ext cx="2058256" cy="4342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 anchor="ctr">
              <a:spAutoFit/>
              <a:scene3d>
                <a:camera prst="orthographicFront"/>
                <a:lightRig rig="harsh" dir="tl"/>
              </a:scene3d>
              <a:sp3d prstMaterial="flat">
                <a:bevelT w="0" prst="artDeco"/>
                <a:extrusionClr>
                  <a:schemeClr val="bg1"/>
                </a:extrusionClr>
                <a:contourClr>
                  <a:schemeClr val="bg1"/>
                </a:contourClr>
              </a:sp3d>
            </a:bodyPr>
            <a:lstStyle>
              <a:defPPr>
                <a:defRPr lang="ko-KR"/>
              </a:defPPr>
              <a:lvl1pPr defTabSz="762000" eaLnBrk="0" hangingPunct="0">
                <a:buClr>
                  <a:prstClr val="white"/>
                </a:buClr>
                <a:buSzPct val="80000"/>
                <a:tabLst>
                  <a:tab pos="5648325" algn="l"/>
                </a:tabLst>
                <a:defRPr sz="1700">
                  <a:ln w="11430">
                    <a:noFill/>
                  </a:ln>
                  <a:gradFill flip="none" rotWithShape="1">
                    <a:gsLst>
                      <a:gs pos="100000">
                        <a:srgbClr val="001D8D"/>
                      </a:gs>
                      <a:gs pos="45000">
                        <a:srgbClr val="0167C6"/>
                      </a:gs>
                      <a:gs pos="0">
                        <a:srgbClr val="01A0C7"/>
                      </a:gs>
                    </a:gsLst>
                    <a:lin ang="5400000" scaled="0"/>
                    <a:tileRect/>
                  </a:gradFill>
                  <a:latin typeface="고도 B" panose="02000503000000020004" pitchFamily="2" charset="-127"/>
                  <a:ea typeface="고도 B" panose="02000503000000020004" pitchFamily="2" charset="-127"/>
                  <a:cs typeface="Arial" pitchFamily="34" charset="0"/>
                </a:defRPr>
              </a:lvl1pPr>
            </a:lstStyle>
            <a:p>
              <a:r>
                <a:rPr lang="ko-KR" altLang="en-US" sz="1411" dirty="0">
                  <a:solidFill>
                    <a:schemeClr val="tx1"/>
                  </a:solidFill>
                  <a:latin typeface="Rix고딕 M" pitchFamily="18" charset="-127"/>
                  <a:ea typeface="Rix고딕 M" pitchFamily="18" charset="-127"/>
                </a:rPr>
                <a:t>제조사의 전문인력 직접지원</a:t>
              </a:r>
            </a:p>
            <a:p>
              <a:r>
                <a:rPr lang="en-US" altLang="ko-KR" sz="1411" dirty="0">
                  <a:solidFill>
                    <a:schemeClr val="tx1"/>
                  </a:solidFill>
                  <a:latin typeface="Rix고딕 M" pitchFamily="18" charset="-127"/>
                  <a:ea typeface="Rix고딕 M" pitchFamily="18" charset="-127"/>
                </a:rPr>
                <a:t>- </a:t>
              </a:r>
              <a:r>
                <a:rPr lang="ko-KR" altLang="en-US" sz="1411" dirty="0">
                  <a:solidFill>
                    <a:schemeClr val="tx1"/>
                  </a:solidFill>
                  <a:latin typeface="Rix고딕 M" pitchFamily="18" charset="-127"/>
                  <a:ea typeface="Rix고딕 M" pitchFamily="18" charset="-127"/>
                </a:rPr>
                <a:t>제조사 기술팀 콜센터</a:t>
              </a:r>
            </a:p>
          </p:txBody>
        </p:sp>
        <p:sp>
          <p:nvSpPr>
            <p:cNvPr id="183" name="모서리가 둥근 직사각형 182"/>
            <p:cNvSpPr/>
            <p:nvPr/>
          </p:nvSpPr>
          <p:spPr>
            <a:xfrm rot="5400000">
              <a:off x="2177079" y="1865124"/>
              <a:ext cx="702990" cy="3648461"/>
            </a:xfrm>
            <a:prstGeom prst="roundRect">
              <a:avLst>
                <a:gd name="adj" fmla="val 5000"/>
              </a:avLst>
            </a:prstGeom>
            <a:solidFill>
              <a:schemeClr val="bg1">
                <a:lumMod val="65000"/>
                <a:alpha val="12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588" dirty="0">
                <a:solidFill>
                  <a:prstClr val="white"/>
                </a:solidFill>
                <a:latin typeface="Rix고딕 M" pitchFamily="18" charset="-127"/>
                <a:ea typeface="Rix고딕 M" pitchFamily="18" charset="-127"/>
              </a:endParaRPr>
            </a:p>
          </p:txBody>
        </p:sp>
        <p:sp>
          <p:nvSpPr>
            <p:cNvPr id="184" name="Text Box 172"/>
            <p:cNvSpPr txBox="1">
              <a:spLocks noChangeArrowheads="1"/>
            </p:cNvSpPr>
            <p:nvPr/>
          </p:nvSpPr>
          <p:spPr bwMode="auto">
            <a:xfrm>
              <a:off x="1005422" y="3445058"/>
              <a:ext cx="1397819" cy="48859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 anchor="ctr">
              <a:spAutoFit/>
              <a:scene3d>
                <a:camera prst="orthographicFront"/>
                <a:lightRig rig="harsh" dir="tl"/>
              </a:scene3d>
              <a:sp3d prstMaterial="flat">
                <a:bevelT w="0" prst="artDeco"/>
                <a:extrusionClr>
                  <a:schemeClr val="bg1"/>
                </a:extrusionClr>
                <a:contourClr>
                  <a:schemeClr val="bg1"/>
                </a:contourClr>
              </a:sp3d>
            </a:bodyPr>
            <a:lstStyle>
              <a:defPPr>
                <a:defRPr lang="ko-KR"/>
              </a:defPPr>
              <a:lvl1pPr defTabSz="762000" eaLnBrk="0" hangingPunct="0">
                <a:buClr>
                  <a:prstClr val="white"/>
                </a:buClr>
                <a:buSzPct val="80000"/>
                <a:tabLst>
                  <a:tab pos="5648325" algn="l"/>
                </a:tabLst>
                <a:defRPr sz="1700">
                  <a:ln w="11430">
                    <a:noFill/>
                  </a:ln>
                  <a:gradFill flip="none" rotWithShape="1">
                    <a:gsLst>
                      <a:gs pos="100000">
                        <a:srgbClr val="001D8D"/>
                      </a:gs>
                      <a:gs pos="45000">
                        <a:srgbClr val="0167C6"/>
                      </a:gs>
                      <a:gs pos="0">
                        <a:srgbClr val="01A0C7"/>
                      </a:gs>
                    </a:gsLst>
                    <a:lin ang="5400000" scaled="0"/>
                    <a:tileRect/>
                  </a:gradFill>
                  <a:latin typeface="고도 B" panose="02000503000000020004" pitchFamily="2" charset="-127"/>
                  <a:ea typeface="고도 B" panose="02000503000000020004" pitchFamily="2" charset="-127"/>
                  <a:cs typeface="Arial" pitchFamily="34" charset="0"/>
                </a:defRPr>
              </a:lvl1pPr>
            </a:lstStyle>
            <a:p>
              <a:r>
                <a:rPr lang="en-US" altLang="ko-KR" sz="1764" dirty="0">
                  <a:solidFill>
                    <a:schemeClr val="tx1"/>
                  </a:solidFill>
                  <a:latin typeface="Rix고딕 M" pitchFamily="18" charset="-127"/>
                  <a:ea typeface="Rix고딕 M" pitchFamily="18" charset="-127"/>
                </a:rPr>
                <a:t>Help-Desk</a:t>
              </a:r>
              <a:br>
                <a:rPr lang="en-US" altLang="ko-KR" sz="1764" dirty="0">
                  <a:solidFill>
                    <a:schemeClr val="tx1"/>
                  </a:solidFill>
                  <a:latin typeface="Rix고딕 M" pitchFamily="18" charset="-127"/>
                  <a:ea typeface="Rix고딕 M" pitchFamily="18" charset="-127"/>
                </a:rPr>
              </a:br>
              <a:r>
                <a:rPr lang="en-US" altLang="ko-KR" sz="1411" dirty="0" smtClean="0">
                  <a:solidFill>
                    <a:schemeClr val="tx1"/>
                  </a:solidFill>
                  <a:latin typeface="Rix고딕 M" pitchFamily="18" charset="-127"/>
                  <a:ea typeface="Rix고딕 M" pitchFamily="18" charset="-127"/>
                </a:rPr>
                <a:t>070-7854-0050</a:t>
              </a:r>
              <a:endParaRPr lang="en-US" altLang="ko-KR" sz="1411" dirty="0">
                <a:solidFill>
                  <a:schemeClr val="tx1"/>
                </a:solidFill>
                <a:latin typeface="Rix고딕 M" pitchFamily="18" charset="-127"/>
                <a:ea typeface="Rix고딕 M" pitchFamily="18" charset="-127"/>
              </a:endParaRPr>
            </a:p>
          </p:txBody>
        </p:sp>
        <p:pic>
          <p:nvPicPr>
            <p:cNvPr id="185" name="그림 184"/>
            <p:cNvPicPr>
              <a:picLocks noChangeAspect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11539" b="2241"/>
            <a:stretch/>
          </p:blipFill>
          <p:spPr>
            <a:xfrm>
              <a:off x="2813117" y="2580468"/>
              <a:ext cx="1539889" cy="1460384"/>
            </a:xfrm>
            <a:prstGeom prst="rect">
              <a:avLst/>
            </a:prstGeom>
          </p:spPr>
        </p:pic>
        <p:grpSp>
          <p:nvGrpSpPr>
            <p:cNvPr id="186" name="Group 185"/>
            <p:cNvGrpSpPr>
              <a:grpSpLocks/>
            </p:cNvGrpSpPr>
            <p:nvPr/>
          </p:nvGrpSpPr>
          <p:grpSpPr bwMode="auto">
            <a:xfrm>
              <a:off x="3181352" y="4442562"/>
              <a:ext cx="767534" cy="507753"/>
              <a:chOff x="1857" y="2393"/>
              <a:chExt cx="520" cy="344"/>
            </a:xfrm>
          </p:grpSpPr>
          <p:pic>
            <p:nvPicPr>
              <p:cNvPr id="225" name="Picture 132" descr="'PL' 캐릭터  [v2"/>
              <p:cNvPicPr>
                <a:picLocks noChangeAspect="1" noChangeArrowheads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857" y="2393"/>
                <a:ext cx="268" cy="343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226" name="Picture 133" descr="[지지베] 아이콘(icon) 00820-01"/>
              <p:cNvPicPr>
                <a:picLocks noChangeAspect="1" noChangeArrowheads="1"/>
              </p:cNvPicPr>
              <p:nvPr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041" y="2495"/>
                <a:ext cx="336" cy="242"/>
              </a:xfrm>
              <a:prstGeom prst="rect">
                <a:avLst/>
              </a:prstGeom>
              <a:noFill/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2700" dir="10800000" algn="ctr" rotWithShape="0">
                        <a:schemeClr val="tx1"/>
                      </a:outerShdw>
                    </a:effectLst>
                  </a14:hiddenEffects>
                </a:ext>
              </a:extLst>
            </p:spPr>
          </p:pic>
        </p:grpSp>
        <p:pic>
          <p:nvPicPr>
            <p:cNvPr id="187" name="그림 186"/>
            <p:cNvPicPr>
              <a:picLocks noChangeAspect="1"/>
            </p:cNvPicPr>
            <p:nvPr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805" b="7181"/>
            <a:stretch/>
          </p:blipFill>
          <p:spPr>
            <a:xfrm>
              <a:off x="1269252" y="4308658"/>
              <a:ext cx="484445" cy="67772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>
              <a:outerShdw blurRad="38100" dist="25400" dir="2700000" algn="tl" rotWithShape="0">
                <a:srgbClr val="000000">
                  <a:alpha val="79999"/>
                </a:srgbClr>
              </a:outerShdw>
            </a:effectLst>
          </p:spPr>
        </p:pic>
        <p:grpSp>
          <p:nvGrpSpPr>
            <p:cNvPr id="188" name="Group 203"/>
            <p:cNvGrpSpPr>
              <a:grpSpLocks/>
            </p:cNvGrpSpPr>
            <p:nvPr/>
          </p:nvGrpSpPr>
          <p:grpSpPr bwMode="auto">
            <a:xfrm>
              <a:off x="2310980" y="5815071"/>
              <a:ext cx="485612" cy="552034"/>
              <a:chOff x="1123" y="4150"/>
              <a:chExt cx="329" cy="374"/>
            </a:xfrm>
          </p:grpSpPr>
          <p:pic>
            <p:nvPicPr>
              <p:cNvPr id="223" name="Picture 111" descr="'PL' 캐릭터  [v2"/>
              <p:cNvPicPr>
                <a:picLocks noChangeAspect="1" noChangeArrowheads="1"/>
              </p:cNvPicPr>
              <p:nvPr/>
            </p:nvPicPr>
            <p:blipFill>
              <a:blip r:embed="rId8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123" y="4150"/>
                <a:ext cx="265" cy="339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224" name="Picture 115" descr="[지지베] 아이콘(icon) 00738-01"/>
              <p:cNvPicPr>
                <a:picLocks noChangeAspect="1" noChangeArrowheads="1"/>
              </p:cNvPicPr>
              <p:nvPr/>
            </p:nvPicPr>
            <p:blipFill>
              <a:blip r:embed="rId9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293" y="4370"/>
                <a:ext cx="159" cy="15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192" name="Rt70" descr="사각유형1-2"/>
            <p:cNvSpPr>
              <a:spLocks noChangeArrowheads="1"/>
            </p:cNvSpPr>
            <p:nvPr/>
          </p:nvSpPr>
          <p:spPr bwMode="auto">
            <a:xfrm>
              <a:off x="6696315" y="2885924"/>
              <a:ext cx="1439461" cy="1050123"/>
            </a:xfrm>
            <a:prstGeom prst="roundRect">
              <a:avLst>
                <a:gd name="adj" fmla="val 5000"/>
              </a:avLst>
            </a:prstGeom>
            <a:gradFill flip="none" rotWithShape="1">
              <a:gsLst>
                <a:gs pos="0">
                  <a:srgbClr val="85C5BF"/>
                </a:gs>
                <a:gs pos="50000">
                  <a:srgbClr val="009999"/>
                </a:gs>
                <a:gs pos="100000">
                  <a:srgbClr val="85C5BF"/>
                </a:gs>
              </a:gsLst>
              <a:lin ang="5400000" scaled="1"/>
              <a:tileRect/>
            </a:gradFill>
            <a:ln w="6350" cap="flat" cmpd="sng" algn="ctr">
              <a:solidFill>
                <a:srgbClr val="1D7175">
                  <a:alpha val="60000"/>
                </a:srgbClr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38100" dist="254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non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898912" latinLnBrk="0">
                <a:buClr>
                  <a:srgbClr val="000000"/>
                </a:buClr>
                <a:tabLst>
                  <a:tab pos="3324015" algn="l"/>
                </a:tabLst>
              </a:pPr>
              <a:endParaRPr lang="ko-KR" altLang="en-US" sz="1411" spc="-88" dirty="0">
                <a:ln w="0"/>
                <a:solidFill>
                  <a:schemeClr val="bg1"/>
                </a:solidFill>
                <a:latin typeface="Rix고딕 M" pitchFamily="18" charset="-127"/>
                <a:ea typeface="Rix고딕 M" pitchFamily="18" charset="-127"/>
              </a:endParaRPr>
            </a:p>
          </p:txBody>
        </p:sp>
        <p:sp>
          <p:nvSpPr>
            <p:cNvPr id="193" name="TextBox 192"/>
            <p:cNvSpPr txBox="1"/>
            <p:nvPr/>
          </p:nvSpPr>
          <p:spPr>
            <a:xfrm>
              <a:off x="7380902" y="3193874"/>
              <a:ext cx="773317" cy="434221"/>
            </a:xfrm>
            <a:prstGeom prst="rect">
              <a:avLst/>
            </a:prstGeom>
            <a:noFill/>
            <a:ln w="6350">
              <a:noFill/>
            </a:ln>
            <a:effectLst/>
            <a:scene3d>
              <a:camera prst="orthographicFront"/>
              <a:lightRig rig="threePt" dir="t"/>
            </a:scene3d>
            <a:sp3d>
              <a:bevelT w="0" h="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 anchorCtr="0">
              <a:spAutoFit/>
              <a:sp3d>
                <a:bevelT w="0" h="38100"/>
                <a:contourClr>
                  <a:srgbClr val="213165"/>
                </a:contourClr>
              </a:sp3d>
            </a:bodyPr>
            <a:lstStyle>
              <a:defPPr>
                <a:defRPr lang="ko-KR"/>
              </a:defPPr>
              <a:lvl1pPr lvl="0" indent="0" algn="ctr" defTabSz="1019175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tabLst>
                  <a:tab pos="3768725" algn="l"/>
                </a:tabLst>
                <a:defRPr sz="1200" spc="0">
                  <a:ln w="0"/>
                  <a:solidFill>
                    <a:srgbClr val="292929"/>
                  </a:solidFill>
                  <a:effectLst/>
                  <a:latin typeface="고도 M" panose="02000503000000020004" pitchFamily="2" charset="-127"/>
                  <a:ea typeface="고도 M" panose="02000503000000020004" pitchFamily="2" charset="-127"/>
                </a:defRPr>
              </a:lvl1pPr>
            </a:lstStyle>
            <a:p>
              <a:pPr algn="l"/>
              <a:r>
                <a:rPr lang="ko-KR" altLang="en-US" sz="1411" dirty="0">
                  <a:solidFill>
                    <a:schemeClr val="bg1"/>
                  </a:solidFill>
                  <a:latin typeface="Rix고딕 M" pitchFamily="18" charset="-127"/>
                  <a:ea typeface="Rix고딕 M" pitchFamily="18" charset="-127"/>
                </a:rPr>
                <a:t>분야별</a:t>
              </a:r>
            </a:p>
            <a:p>
              <a:pPr algn="l"/>
              <a:r>
                <a:rPr lang="ko-KR" altLang="en-US" sz="1411" dirty="0">
                  <a:solidFill>
                    <a:schemeClr val="bg1"/>
                  </a:solidFill>
                  <a:latin typeface="Rix고딕 M" pitchFamily="18" charset="-127"/>
                  <a:ea typeface="Rix고딕 M" pitchFamily="18" charset="-127"/>
                </a:rPr>
                <a:t>전문인력</a:t>
              </a:r>
            </a:p>
          </p:txBody>
        </p:sp>
        <p:sp>
          <p:nvSpPr>
            <p:cNvPr id="194" name="Rt70" descr="사각유형1-2"/>
            <p:cNvSpPr>
              <a:spLocks noChangeArrowheads="1"/>
            </p:cNvSpPr>
            <p:nvPr/>
          </p:nvSpPr>
          <p:spPr bwMode="auto">
            <a:xfrm>
              <a:off x="6696316" y="5574129"/>
              <a:ext cx="1439462" cy="1050123"/>
            </a:xfrm>
            <a:prstGeom prst="roundRect">
              <a:avLst>
                <a:gd name="adj" fmla="val 5000"/>
              </a:avLst>
            </a:prstGeom>
            <a:gradFill flip="none" rotWithShape="1">
              <a:gsLst>
                <a:gs pos="0">
                  <a:srgbClr val="85C5BF"/>
                </a:gs>
                <a:gs pos="50000">
                  <a:srgbClr val="009999"/>
                </a:gs>
                <a:gs pos="100000">
                  <a:srgbClr val="85C5BF"/>
                </a:gs>
              </a:gsLst>
              <a:lin ang="5400000" scaled="1"/>
              <a:tileRect/>
            </a:gradFill>
            <a:ln w="6350" cap="flat" cmpd="sng" algn="ctr">
              <a:solidFill>
                <a:srgbClr val="1D7175">
                  <a:alpha val="60000"/>
                </a:srgbClr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38100" dist="254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non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898912" latinLnBrk="0">
                <a:buClr>
                  <a:srgbClr val="000000"/>
                </a:buClr>
                <a:tabLst>
                  <a:tab pos="3324015" algn="l"/>
                </a:tabLst>
              </a:pPr>
              <a:endParaRPr lang="ko-KR" altLang="en-US" sz="1411" spc="-88" dirty="0">
                <a:ln w="0"/>
                <a:solidFill>
                  <a:schemeClr val="bg1"/>
                </a:solidFill>
                <a:latin typeface="Rix고딕 M" pitchFamily="18" charset="-127"/>
                <a:ea typeface="Rix고딕 M" pitchFamily="18" charset="-127"/>
              </a:endParaRPr>
            </a:p>
          </p:txBody>
        </p:sp>
        <p:sp>
          <p:nvSpPr>
            <p:cNvPr id="195" name="TextBox 194"/>
            <p:cNvSpPr txBox="1"/>
            <p:nvPr/>
          </p:nvSpPr>
          <p:spPr>
            <a:xfrm>
              <a:off x="7380903" y="5882079"/>
              <a:ext cx="832297" cy="434221"/>
            </a:xfrm>
            <a:prstGeom prst="rect">
              <a:avLst/>
            </a:prstGeom>
            <a:noFill/>
            <a:ln w="6350">
              <a:noFill/>
            </a:ln>
            <a:effectLst/>
            <a:scene3d>
              <a:camera prst="orthographicFront"/>
              <a:lightRig rig="threePt" dir="t"/>
            </a:scene3d>
            <a:sp3d>
              <a:bevelT w="0" h="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 anchorCtr="0">
              <a:spAutoFit/>
              <a:sp3d>
                <a:bevelT w="0" h="38100"/>
                <a:contourClr>
                  <a:srgbClr val="213165"/>
                </a:contourClr>
              </a:sp3d>
            </a:bodyPr>
            <a:lstStyle>
              <a:defPPr>
                <a:defRPr lang="ko-KR"/>
              </a:defPPr>
              <a:lvl1pPr lvl="0" indent="0" algn="ctr" defTabSz="1019175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tabLst>
                  <a:tab pos="3768725" algn="l"/>
                </a:tabLst>
                <a:defRPr sz="1200" spc="0">
                  <a:ln w="0"/>
                  <a:solidFill>
                    <a:srgbClr val="292929"/>
                  </a:solidFill>
                  <a:effectLst/>
                  <a:latin typeface="고도 M" panose="02000503000000020004" pitchFamily="2" charset="-127"/>
                  <a:ea typeface="고도 M" panose="02000503000000020004" pitchFamily="2" charset="-127"/>
                </a:defRPr>
              </a:lvl1pPr>
            </a:lstStyle>
            <a:p>
              <a:pPr algn="l"/>
              <a:r>
                <a:rPr lang="ko-KR" altLang="en-US" sz="1411" dirty="0">
                  <a:solidFill>
                    <a:schemeClr val="bg1"/>
                  </a:solidFill>
                  <a:latin typeface="Rix고딕 M" pitchFamily="18" charset="-127"/>
                  <a:ea typeface="Rix고딕 M" pitchFamily="18" charset="-127"/>
                </a:rPr>
                <a:t>장애이력</a:t>
              </a:r>
            </a:p>
            <a:p>
              <a:pPr algn="l"/>
              <a:r>
                <a:rPr lang="ko-KR" altLang="en-US" sz="1411" dirty="0">
                  <a:solidFill>
                    <a:schemeClr val="bg1"/>
                  </a:solidFill>
                  <a:latin typeface="Rix고딕 M" pitchFamily="18" charset="-127"/>
                  <a:ea typeface="Rix고딕 M" pitchFamily="18" charset="-127"/>
                </a:rPr>
                <a:t>관리</a:t>
              </a:r>
            </a:p>
          </p:txBody>
        </p:sp>
        <p:sp>
          <p:nvSpPr>
            <p:cNvPr id="196" name="LcS55"/>
            <p:cNvSpPr txBox="1">
              <a:spLocks noChangeArrowheads="1"/>
            </p:cNvSpPr>
            <p:nvPr/>
          </p:nvSpPr>
          <p:spPr bwMode="auto">
            <a:xfrm>
              <a:off x="8303155" y="3100260"/>
              <a:ext cx="1673792" cy="621452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square" lIns="0" tIns="0" rIns="0" bIns="0" anchor="ctr" anchorCtr="0">
              <a:spAutoFit/>
              <a:scene3d>
                <a:camera prst="orthographicFront"/>
                <a:lightRig rig="threePt" dir="t"/>
              </a:scene3d>
              <a:sp3d>
                <a:bevelT w="1270" h="12700"/>
              </a:sp3d>
            </a:bodyPr>
            <a:lstStyle>
              <a:defPPr>
                <a:defRPr lang="ko-KR"/>
              </a:defPPr>
              <a:lvl2pPr marL="88900" lvl="1" indent="-88900" latinLnBrk="0">
                <a:spcBef>
                  <a:spcPts val="100"/>
                </a:spcBef>
                <a:spcAft>
                  <a:spcPts val="100"/>
                </a:spcAft>
                <a:buClr>
                  <a:schemeClr val="tx1">
                    <a:lumMod val="75000"/>
                    <a:lumOff val="25000"/>
                  </a:schemeClr>
                </a:buClr>
                <a:buSzPct val="100000"/>
                <a:buFont typeface="Arial" panose="020B0604020202020204" pitchFamily="34" charset="0"/>
                <a:buChar char="•"/>
                <a:tabLst>
                  <a:tab pos="2512755" algn="l"/>
                  <a:tab pos="5642593" algn="l"/>
                </a:tabLst>
                <a:defRPr sz="1200" spc="-70">
                  <a:solidFill>
                    <a:schemeClr val="tx1">
                      <a:lumMod val="75000"/>
                      <a:lumOff val="25000"/>
                    </a:schemeClr>
                  </a:solidFill>
                  <a:latin typeface="고도 M" panose="02000503000000020004" pitchFamily="2" charset="-127"/>
                  <a:ea typeface="고도 M" panose="02000503000000020004" pitchFamily="2" charset="-127"/>
                  <a:cs typeface="함초롬돋움" panose="02030504000101010101" pitchFamily="18" charset="-127"/>
                </a:defRPr>
              </a:lvl2pPr>
            </a:lstStyle>
            <a:p>
              <a:pPr lvl="1">
                <a:buClr>
                  <a:schemeClr val="tx1">
                    <a:lumMod val="65000"/>
                    <a:lumOff val="35000"/>
                  </a:schemeClr>
                </a:buClr>
              </a:pPr>
              <a:r>
                <a:rPr lang="ko-KR" altLang="en-US" sz="1235" dirty="0">
                  <a:solidFill>
                    <a:schemeClr val="tx1"/>
                  </a:solidFill>
                  <a:latin typeface="Rix고딕 M" pitchFamily="18" charset="-127"/>
                  <a:ea typeface="Rix고딕 M" pitchFamily="18" charset="-127"/>
                </a:rPr>
                <a:t>분야별 전문 유지보수 조직</a:t>
              </a:r>
            </a:p>
            <a:p>
              <a:pPr lvl="1">
                <a:buClr>
                  <a:schemeClr val="tx1">
                    <a:lumMod val="65000"/>
                    <a:lumOff val="35000"/>
                  </a:schemeClr>
                </a:buClr>
              </a:pPr>
              <a:r>
                <a:rPr lang="ko-KR" altLang="en-US" sz="1235" dirty="0">
                  <a:solidFill>
                    <a:schemeClr val="tx1"/>
                  </a:solidFill>
                  <a:latin typeface="Rix고딕 M" pitchFamily="18" charset="-127"/>
                  <a:ea typeface="Rix고딕 M" pitchFamily="18" charset="-127"/>
                </a:rPr>
                <a:t>업체 비상연락망 상시 가동</a:t>
              </a:r>
            </a:p>
            <a:p>
              <a:pPr lvl="1">
                <a:buClr>
                  <a:schemeClr val="tx1">
                    <a:lumMod val="65000"/>
                    <a:lumOff val="35000"/>
                  </a:schemeClr>
                </a:buClr>
              </a:pPr>
              <a:r>
                <a:rPr lang="ko-KR" altLang="en-US" sz="1235" dirty="0">
                  <a:solidFill>
                    <a:schemeClr val="tx1"/>
                  </a:solidFill>
                  <a:latin typeface="Rix고딕 M" pitchFamily="18" charset="-127"/>
                  <a:ea typeface="Rix고딕 M" pitchFamily="18" charset="-127"/>
                </a:rPr>
                <a:t>신속한 장애처리 지원</a:t>
              </a:r>
            </a:p>
          </p:txBody>
        </p:sp>
        <p:sp>
          <p:nvSpPr>
            <p:cNvPr id="197" name="LcS55"/>
            <p:cNvSpPr txBox="1">
              <a:spLocks noChangeArrowheads="1"/>
            </p:cNvSpPr>
            <p:nvPr/>
          </p:nvSpPr>
          <p:spPr bwMode="auto">
            <a:xfrm>
              <a:off x="8303155" y="5693438"/>
              <a:ext cx="1673792" cy="811504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square" lIns="0" tIns="0" rIns="0" bIns="0" anchor="ctr" anchorCtr="0">
              <a:spAutoFit/>
              <a:scene3d>
                <a:camera prst="orthographicFront"/>
                <a:lightRig rig="threePt" dir="t"/>
              </a:scene3d>
              <a:sp3d>
                <a:bevelT w="1270" h="12700"/>
              </a:sp3d>
            </a:bodyPr>
            <a:lstStyle>
              <a:defPPr>
                <a:defRPr lang="ko-KR"/>
              </a:defPPr>
              <a:lvl2pPr marL="88900" lvl="1" indent="-88900" latinLnBrk="0">
                <a:spcBef>
                  <a:spcPts val="100"/>
                </a:spcBef>
                <a:spcAft>
                  <a:spcPts val="100"/>
                </a:spcAft>
                <a:buClr>
                  <a:schemeClr val="tx1">
                    <a:lumMod val="75000"/>
                    <a:lumOff val="25000"/>
                  </a:schemeClr>
                </a:buClr>
                <a:buSzPct val="100000"/>
                <a:buFont typeface="Arial" panose="020B0604020202020204" pitchFamily="34" charset="0"/>
                <a:buChar char="•"/>
                <a:tabLst>
                  <a:tab pos="2512755" algn="l"/>
                  <a:tab pos="5642593" algn="l"/>
                </a:tabLst>
                <a:defRPr sz="1200" spc="-70">
                  <a:solidFill>
                    <a:schemeClr val="tx1">
                      <a:lumMod val="75000"/>
                      <a:lumOff val="25000"/>
                    </a:schemeClr>
                  </a:solidFill>
                  <a:latin typeface="고도 M" panose="02000503000000020004" pitchFamily="2" charset="-127"/>
                  <a:ea typeface="고도 M" panose="02000503000000020004" pitchFamily="2" charset="-127"/>
                  <a:cs typeface="함초롬돋움" panose="02030504000101010101" pitchFamily="18" charset="-127"/>
                </a:defRPr>
              </a:lvl2pPr>
            </a:lstStyle>
            <a:p>
              <a:pPr lvl="1">
                <a:buClr>
                  <a:schemeClr val="tx1">
                    <a:lumMod val="65000"/>
                    <a:lumOff val="35000"/>
                  </a:schemeClr>
                </a:buClr>
              </a:pPr>
              <a:r>
                <a:rPr lang="ko-KR" altLang="en-US" sz="1235" dirty="0">
                  <a:solidFill>
                    <a:schemeClr val="tx1"/>
                  </a:solidFill>
                  <a:latin typeface="Rix고딕 M" pitchFamily="18" charset="-127"/>
                  <a:ea typeface="Rix고딕 M" pitchFamily="18" charset="-127"/>
                </a:rPr>
                <a:t>유사 장애 발생 시 활용</a:t>
              </a:r>
            </a:p>
            <a:p>
              <a:pPr lvl="1">
                <a:buClr>
                  <a:schemeClr val="tx1">
                    <a:lumMod val="65000"/>
                    <a:lumOff val="35000"/>
                  </a:schemeClr>
                </a:buClr>
              </a:pPr>
              <a:r>
                <a:rPr lang="ko-KR" altLang="en-US" sz="1235" dirty="0">
                  <a:solidFill>
                    <a:schemeClr val="tx1"/>
                  </a:solidFill>
                  <a:latin typeface="Rix고딕 M" pitchFamily="18" charset="-127"/>
                  <a:ea typeface="Rix고딕 M" pitchFamily="18" charset="-127"/>
                </a:rPr>
                <a:t>사전 예방 활동</a:t>
              </a:r>
            </a:p>
            <a:p>
              <a:pPr lvl="1">
                <a:buClr>
                  <a:schemeClr val="tx1">
                    <a:lumMod val="65000"/>
                    <a:lumOff val="35000"/>
                  </a:schemeClr>
                </a:buClr>
              </a:pPr>
              <a:r>
                <a:rPr lang="ko-KR" altLang="en-US" sz="1235" dirty="0">
                  <a:solidFill>
                    <a:schemeClr val="tx1"/>
                  </a:solidFill>
                  <a:latin typeface="Rix고딕 M" pitchFamily="18" charset="-127"/>
                  <a:ea typeface="Rix고딕 M" pitchFamily="18" charset="-127"/>
                </a:rPr>
                <a:t>원인분석으로 조치시간 단축</a:t>
              </a:r>
            </a:p>
          </p:txBody>
        </p:sp>
        <p:grpSp>
          <p:nvGrpSpPr>
            <p:cNvPr id="198" name="Rt8"/>
            <p:cNvGrpSpPr>
              <a:grpSpLocks/>
            </p:cNvGrpSpPr>
            <p:nvPr/>
          </p:nvGrpSpPr>
          <p:grpSpPr bwMode="auto">
            <a:xfrm>
              <a:off x="6838517" y="3210229"/>
              <a:ext cx="389350" cy="401516"/>
              <a:chOff x="2422" y="2292"/>
              <a:chExt cx="190" cy="196"/>
            </a:xfrm>
            <a:solidFill>
              <a:schemeClr val="bg1"/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219" name="Freeform 295"/>
              <p:cNvSpPr>
                <a:spLocks/>
              </p:cNvSpPr>
              <p:nvPr/>
            </p:nvSpPr>
            <p:spPr bwMode="auto">
              <a:xfrm>
                <a:off x="2467" y="2292"/>
                <a:ext cx="101" cy="101"/>
              </a:xfrm>
              <a:custGeom>
                <a:avLst/>
                <a:gdLst>
                  <a:gd name="T0" fmla="*/ 0 w 1587"/>
                  <a:gd name="T1" fmla="*/ 0 h 1587"/>
                  <a:gd name="T2" fmla="*/ 0 w 1587"/>
                  <a:gd name="T3" fmla="*/ 0 h 1587"/>
                  <a:gd name="T4" fmla="*/ 0 w 1587"/>
                  <a:gd name="T5" fmla="*/ 0 h 1587"/>
                  <a:gd name="T6" fmla="*/ 0 w 1587"/>
                  <a:gd name="T7" fmla="*/ 0 h 1587"/>
                  <a:gd name="T8" fmla="*/ 0 w 1587"/>
                  <a:gd name="T9" fmla="*/ 0 h 1587"/>
                  <a:gd name="T10" fmla="*/ 0 w 1587"/>
                  <a:gd name="T11" fmla="*/ 0 h 1587"/>
                  <a:gd name="T12" fmla="*/ 0 w 1587"/>
                  <a:gd name="T13" fmla="*/ 0 h 1587"/>
                  <a:gd name="T14" fmla="*/ 0 w 1587"/>
                  <a:gd name="T15" fmla="*/ 0 h 1587"/>
                  <a:gd name="T16" fmla="*/ 0 w 1587"/>
                  <a:gd name="T17" fmla="*/ 0 h 1587"/>
                  <a:gd name="T18" fmla="*/ 0 w 1587"/>
                  <a:gd name="T19" fmla="*/ 0 h 1587"/>
                  <a:gd name="T20" fmla="*/ 0 w 1587"/>
                  <a:gd name="T21" fmla="*/ 0 h 1587"/>
                  <a:gd name="T22" fmla="*/ 0 w 1587"/>
                  <a:gd name="T23" fmla="*/ 0 h 1587"/>
                  <a:gd name="T24" fmla="*/ 0 w 1587"/>
                  <a:gd name="T25" fmla="*/ 0 h 1587"/>
                  <a:gd name="T26" fmla="*/ 0 w 1587"/>
                  <a:gd name="T27" fmla="*/ 0 h 1587"/>
                  <a:gd name="T28" fmla="*/ 0 w 1587"/>
                  <a:gd name="T29" fmla="*/ 0 h 1587"/>
                  <a:gd name="T30" fmla="*/ 0 w 1587"/>
                  <a:gd name="T31" fmla="*/ 0 h 1587"/>
                  <a:gd name="T32" fmla="*/ 0 w 1587"/>
                  <a:gd name="T33" fmla="*/ 0 h 1587"/>
                  <a:gd name="T34" fmla="*/ 0 w 1587"/>
                  <a:gd name="T35" fmla="*/ 0 h 1587"/>
                  <a:gd name="T36" fmla="*/ 0 w 1587"/>
                  <a:gd name="T37" fmla="*/ 0 h 1587"/>
                  <a:gd name="T38" fmla="*/ 0 w 1587"/>
                  <a:gd name="T39" fmla="*/ 0 h 1587"/>
                  <a:gd name="T40" fmla="*/ 0 w 1587"/>
                  <a:gd name="T41" fmla="*/ 0 h 1587"/>
                  <a:gd name="T42" fmla="*/ 0 w 1587"/>
                  <a:gd name="T43" fmla="*/ 0 h 1587"/>
                  <a:gd name="T44" fmla="*/ 0 w 1587"/>
                  <a:gd name="T45" fmla="*/ 0 h 1587"/>
                  <a:gd name="T46" fmla="*/ 0 w 1587"/>
                  <a:gd name="T47" fmla="*/ 0 h 1587"/>
                  <a:gd name="T48" fmla="*/ 0 w 1587"/>
                  <a:gd name="T49" fmla="*/ 0 h 1587"/>
                  <a:gd name="T50" fmla="*/ 0 w 1587"/>
                  <a:gd name="T51" fmla="*/ 0 h 1587"/>
                  <a:gd name="T52" fmla="*/ 0 w 1587"/>
                  <a:gd name="T53" fmla="*/ 0 h 1587"/>
                  <a:gd name="T54" fmla="*/ 0 w 1587"/>
                  <a:gd name="T55" fmla="*/ 0 h 1587"/>
                  <a:gd name="T56" fmla="*/ 0 w 1587"/>
                  <a:gd name="T57" fmla="*/ 0 h 1587"/>
                  <a:gd name="T58" fmla="*/ 0 w 1587"/>
                  <a:gd name="T59" fmla="*/ 0 h 1587"/>
                  <a:gd name="T60" fmla="*/ 0 w 1587"/>
                  <a:gd name="T61" fmla="*/ 0 h 1587"/>
                  <a:gd name="T62" fmla="*/ 0 w 1587"/>
                  <a:gd name="T63" fmla="*/ 0 h 1587"/>
                  <a:gd name="T64" fmla="*/ 0 w 1587"/>
                  <a:gd name="T65" fmla="*/ 0 h 1587"/>
                  <a:gd name="T66" fmla="*/ 0 w 1587"/>
                  <a:gd name="T67" fmla="*/ 0 h 1587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w 1587"/>
                  <a:gd name="T103" fmla="*/ 0 h 1587"/>
                  <a:gd name="T104" fmla="*/ 1587 w 1587"/>
                  <a:gd name="T105" fmla="*/ 1587 h 1587"/>
                </a:gdLst>
                <a:ahLst/>
                <a:cxnLst>
                  <a:cxn ang="T68">
                    <a:pos x="T0" y="T1"/>
                  </a:cxn>
                  <a:cxn ang="T69">
                    <a:pos x="T2" y="T3"/>
                  </a:cxn>
                  <a:cxn ang="T70">
                    <a:pos x="T4" y="T5"/>
                  </a:cxn>
                  <a:cxn ang="T71">
                    <a:pos x="T6" y="T7"/>
                  </a:cxn>
                  <a:cxn ang="T72">
                    <a:pos x="T8" y="T9"/>
                  </a:cxn>
                  <a:cxn ang="T73">
                    <a:pos x="T10" y="T11"/>
                  </a:cxn>
                  <a:cxn ang="T74">
                    <a:pos x="T12" y="T13"/>
                  </a:cxn>
                  <a:cxn ang="T75">
                    <a:pos x="T14" y="T15"/>
                  </a:cxn>
                  <a:cxn ang="T76">
                    <a:pos x="T16" y="T17"/>
                  </a:cxn>
                  <a:cxn ang="T77">
                    <a:pos x="T18" y="T19"/>
                  </a:cxn>
                  <a:cxn ang="T78">
                    <a:pos x="T20" y="T21"/>
                  </a:cxn>
                  <a:cxn ang="T79">
                    <a:pos x="T22" y="T23"/>
                  </a:cxn>
                  <a:cxn ang="T80">
                    <a:pos x="T24" y="T25"/>
                  </a:cxn>
                  <a:cxn ang="T81">
                    <a:pos x="T26" y="T27"/>
                  </a:cxn>
                  <a:cxn ang="T82">
                    <a:pos x="T28" y="T29"/>
                  </a:cxn>
                  <a:cxn ang="T83">
                    <a:pos x="T30" y="T31"/>
                  </a:cxn>
                  <a:cxn ang="T84">
                    <a:pos x="T32" y="T33"/>
                  </a:cxn>
                  <a:cxn ang="T85">
                    <a:pos x="T34" y="T35"/>
                  </a:cxn>
                  <a:cxn ang="T86">
                    <a:pos x="T36" y="T37"/>
                  </a:cxn>
                  <a:cxn ang="T87">
                    <a:pos x="T38" y="T39"/>
                  </a:cxn>
                  <a:cxn ang="T88">
                    <a:pos x="T40" y="T41"/>
                  </a:cxn>
                  <a:cxn ang="T89">
                    <a:pos x="T42" y="T43"/>
                  </a:cxn>
                  <a:cxn ang="T90">
                    <a:pos x="T44" y="T45"/>
                  </a:cxn>
                  <a:cxn ang="T91">
                    <a:pos x="T46" y="T47"/>
                  </a:cxn>
                  <a:cxn ang="T92">
                    <a:pos x="T48" y="T49"/>
                  </a:cxn>
                  <a:cxn ang="T93">
                    <a:pos x="T50" y="T51"/>
                  </a:cxn>
                  <a:cxn ang="T94">
                    <a:pos x="T52" y="T53"/>
                  </a:cxn>
                  <a:cxn ang="T95">
                    <a:pos x="T54" y="T55"/>
                  </a:cxn>
                  <a:cxn ang="T96">
                    <a:pos x="T56" y="T57"/>
                  </a:cxn>
                  <a:cxn ang="T97">
                    <a:pos x="T58" y="T59"/>
                  </a:cxn>
                  <a:cxn ang="T98">
                    <a:pos x="T60" y="T61"/>
                  </a:cxn>
                  <a:cxn ang="T99">
                    <a:pos x="T62" y="T63"/>
                  </a:cxn>
                  <a:cxn ang="T100">
                    <a:pos x="T64" y="T65"/>
                  </a:cxn>
                  <a:cxn ang="T101">
                    <a:pos x="T66" y="T67"/>
                  </a:cxn>
                </a:cxnLst>
                <a:rect l="T102" t="T103" r="T104" b="T105"/>
                <a:pathLst>
                  <a:path w="1587" h="1587">
                    <a:moveTo>
                      <a:pt x="794" y="0"/>
                    </a:moveTo>
                    <a:lnTo>
                      <a:pt x="870" y="3"/>
                    </a:lnTo>
                    <a:lnTo>
                      <a:pt x="944" y="15"/>
                    </a:lnTo>
                    <a:lnTo>
                      <a:pt x="1017" y="31"/>
                    </a:lnTo>
                    <a:lnTo>
                      <a:pt x="1085" y="56"/>
                    </a:lnTo>
                    <a:lnTo>
                      <a:pt x="1152" y="86"/>
                    </a:lnTo>
                    <a:lnTo>
                      <a:pt x="1215" y="121"/>
                    </a:lnTo>
                    <a:lnTo>
                      <a:pt x="1273" y="162"/>
                    </a:lnTo>
                    <a:lnTo>
                      <a:pt x="1329" y="208"/>
                    </a:lnTo>
                    <a:lnTo>
                      <a:pt x="1379" y="258"/>
                    </a:lnTo>
                    <a:lnTo>
                      <a:pt x="1426" y="314"/>
                    </a:lnTo>
                    <a:lnTo>
                      <a:pt x="1466" y="373"/>
                    </a:lnTo>
                    <a:lnTo>
                      <a:pt x="1503" y="436"/>
                    </a:lnTo>
                    <a:lnTo>
                      <a:pt x="1532" y="502"/>
                    </a:lnTo>
                    <a:lnTo>
                      <a:pt x="1556" y="571"/>
                    </a:lnTo>
                    <a:lnTo>
                      <a:pt x="1573" y="643"/>
                    </a:lnTo>
                    <a:lnTo>
                      <a:pt x="1584" y="717"/>
                    </a:lnTo>
                    <a:lnTo>
                      <a:pt x="1587" y="794"/>
                    </a:lnTo>
                    <a:lnTo>
                      <a:pt x="1584" y="870"/>
                    </a:lnTo>
                    <a:lnTo>
                      <a:pt x="1573" y="944"/>
                    </a:lnTo>
                    <a:lnTo>
                      <a:pt x="1556" y="1017"/>
                    </a:lnTo>
                    <a:lnTo>
                      <a:pt x="1532" y="1085"/>
                    </a:lnTo>
                    <a:lnTo>
                      <a:pt x="1503" y="1152"/>
                    </a:lnTo>
                    <a:lnTo>
                      <a:pt x="1466" y="1215"/>
                    </a:lnTo>
                    <a:lnTo>
                      <a:pt x="1426" y="1273"/>
                    </a:lnTo>
                    <a:lnTo>
                      <a:pt x="1379" y="1329"/>
                    </a:lnTo>
                    <a:lnTo>
                      <a:pt x="1329" y="1379"/>
                    </a:lnTo>
                    <a:lnTo>
                      <a:pt x="1273" y="1426"/>
                    </a:lnTo>
                    <a:lnTo>
                      <a:pt x="1215" y="1466"/>
                    </a:lnTo>
                    <a:lnTo>
                      <a:pt x="1152" y="1503"/>
                    </a:lnTo>
                    <a:lnTo>
                      <a:pt x="1085" y="1532"/>
                    </a:lnTo>
                    <a:lnTo>
                      <a:pt x="1017" y="1556"/>
                    </a:lnTo>
                    <a:lnTo>
                      <a:pt x="944" y="1573"/>
                    </a:lnTo>
                    <a:lnTo>
                      <a:pt x="870" y="1584"/>
                    </a:lnTo>
                    <a:lnTo>
                      <a:pt x="794" y="1587"/>
                    </a:lnTo>
                    <a:lnTo>
                      <a:pt x="717" y="1584"/>
                    </a:lnTo>
                    <a:lnTo>
                      <a:pt x="643" y="1573"/>
                    </a:lnTo>
                    <a:lnTo>
                      <a:pt x="571" y="1556"/>
                    </a:lnTo>
                    <a:lnTo>
                      <a:pt x="502" y="1532"/>
                    </a:lnTo>
                    <a:lnTo>
                      <a:pt x="436" y="1503"/>
                    </a:lnTo>
                    <a:lnTo>
                      <a:pt x="372" y="1466"/>
                    </a:lnTo>
                    <a:lnTo>
                      <a:pt x="314" y="1426"/>
                    </a:lnTo>
                    <a:lnTo>
                      <a:pt x="258" y="1379"/>
                    </a:lnTo>
                    <a:lnTo>
                      <a:pt x="208" y="1329"/>
                    </a:lnTo>
                    <a:lnTo>
                      <a:pt x="162" y="1273"/>
                    </a:lnTo>
                    <a:lnTo>
                      <a:pt x="121" y="1215"/>
                    </a:lnTo>
                    <a:lnTo>
                      <a:pt x="86" y="1152"/>
                    </a:lnTo>
                    <a:lnTo>
                      <a:pt x="56" y="1085"/>
                    </a:lnTo>
                    <a:lnTo>
                      <a:pt x="31" y="1017"/>
                    </a:lnTo>
                    <a:lnTo>
                      <a:pt x="15" y="944"/>
                    </a:lnTo>
                    <a:lnTo>
                      <a:pt x="3" y="870"/>
                    </a:lnTo>
                    <a:lnTo>
                      <a:pt x="0" y="794"/>
                    </a:lnTo>
                    <a:lnTo>
                      <a:pt x="3" y="717"/>
                    </a:lnTo>
                    <a:lnTo>
                      <a:pt x="15" y="643"/>
                    </a:lnTo>
                    <a:lnTo>
                      <a:pt x="31" y="571"/>
                    </a:lnTo>
                    <a:lnTo>
                      <a:pt x="56" y="502"/>
                    </a:lnTo>
                    <a:lnTo>
                      <a:pt x="86" y="436"/>
                    </a:lnTo>
                    <a:lnTo>
                      <a:pt x="121" y="373"/>
                    </a:lnTo>
                    <a:lnTo>
                      <a:pt x="162" y="314"/>
                    </a:lnTo>
                    <a:lnTo>
                      <a:pt x="208" y="258"/>
                    </a:lnTo>
                    <a:lnTo>
                      <a:pt x="258" y="208"/>
                    </a:lnTo>
                    <a:lnTo>
                      <a:pt x="314" y="162"/>
                    </a:lnTo>
                    <a:lnTo>
                      <a:pt x="372" y="121"/>
                    </a:lnTo>
                    <a:lnTo>
                      <a:pt x="436" y="86"/>
                    </a:lnTo>
                    <a:lnTo>
                      <a:pt x="502" y="56"/>
                    </a:lnTo>
                    <a:lnTo>
                      <a:pt x="571" y="31"/>
                    </a:lnTo>
                    <a:lnTo>
                      <a:pt x="643" y="15"/>
                    </a:lnTo>
                    <a:lnTo>
                      <a:pt x="717" y="3"/>
                    </a:lnTo>
                    <a:lnTo>
                      <a:pt x="794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txBody>
              <a:bodyPr vert="horz" wrap="none" lIns="80649" tIns="40325" rIns="80649" bIns="40325" numCol="1" anchor="ctr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1588" dirty="0">
                  <a:latin typeface="Rix고딕 M" pitchFamily="18" charset="-127"/>
                  <a:ea typeface="Rix고딕 M" pitchFamily="18" charset="-127"/>
                </a:endParaRPr>
              </a:p>
            </p:txBody>
          </p:sp>
          <p:sp>
            <p:nvSpPr>
              <p:cNvPr id="220" name="Freeform 296"/>
              <p:cNvSpPr>
                <a:spLocks/>
              </p:cNvSpPr>
              <p:nvPr/>
            </p:nvSpPr>
            <p:spPr bwMode="auto">
              <a:xfrm>
                <a:off x="2422" y="2397"/>
                <a:ext cx="91" cy="91"/>
              </a:xfrm>
              <a:custGeom>
                <a:avLst/>
                <a:gdLst>
                  <a:gd name="T0" fmla="*/ 0 w 1430"/>
                  <a:gd name="T1" fmla="*/ 0 h 1432"/>
                  <a:gd name="T2" fmla="*/ 0 w 1430"/>
                  <a:gd name="T3" fmla="*/ 0 h 1432"/>
                  <a:gd name="T4" fmla="*/ 0 w 1430"/>
                  <a:gd name="T5" fmla="*/ 0 h 1432"/>
                  <a:gd name="T6" fmla="*/ 0 w 1430"/>
                  <a:gd name="T7" fmla="*/ 0 h 1432"/>
                  <a:gd name="T8" fmla="*/ 0 w 1430"/>
                  <a:gd name="T9" fmla="*/ 0 h 1432"/>
                  <a:gd name="T10" fmla="*/ 0 w 1430"/>
                  <a:gd name="T11" fmla="*/ 0 h 1432"/>
                  <a:gd name="T12" fmla="*/ 0 w 1430"/>
                  <a:gd name="T13" fmla="*/ 0 h 1432"/>
                  <a:gd name="T14" fmla="*/ 0 w 1430"/>
                  <a:gd name="T15" fmla="*/ 0 h 1432"/>
                  <a:gd name="T16" fmla="*/ 0 w 1430"/>
                  <a:gd name="T17" fmla="*/ 0 h 1432"/>
                  <a:gd name="T18" fmla="*/ 0 w 1430"/>
                  <a:gd name="T19" fmla="*/ 0 h 1432"/>
                  <a:gd name="T20" fmla="*/ 0 w 1430"/>
                  <a:gd name="T21" fmla="*/ 0 h 1432"/>
                  <a:gd name="T22" fmla="*/ 0 w 1430"/>
                  <a:gd name="T23" fmla="*/ 0 h 1432"/>
                  <a:gd name="T24" fmla="*/ 0 w 1430"/>
                  <a:gd name="T25" fmla="*/ 0 h 1432"/>
                  <a:gd name="T26" fmla="*/ 0 w 1430"/>
                  <a:gd name="T27" fmla="*/ 0 h 1432"/>
                  <a:gd name="T28" fmla="*/ 0 w 1430"/>
                  <a:gd name="T29" fmla="*/ 0 h 1432"/>
                  <a:gd name="T30" fmla="*/ 0 w 1430"/>
                  <a:gd name="T31" fmla="*/ 0 h 1432"/>
                  <a:gd name="T32" fmla="*/ 0 w 1430"/>
                  <a:gd name="T33" fmla="*/ 0 h 1432"/>
                  <a:gd name="T34" fmla="*/ 0 w 1430"/>
                  <a:gd name="T35" fmla="*/ 0 h 1432"/>
                  <a:gd name="T36" fmla="*/ 0 w 1430"/>
                  <a:gd name="T37" fmla="*/ 0 h 1432"/>
                  <a:gd name="T38" fmla="*/ 0 w 1430"/>
                  <a:gd name="T39" fmla="*/ 0 h 1432"/>
                  <a:gd name="T40" fmla="*/ 0 w 1430"/>
                  <a:gd name="T41" fmla="*/ 0 h 1432"/>
                  <a:gd name="T42" fmla="*/ 0 w 1430"/>
                  <a:gd name="T43" fmla="*/ 0 h 1432"/>
                  <a:gd name="T44" fmla="*/ 0 w 1430"/>
                  <a:gd name="T45" fmla="*/ 0 h 1432"/>
                  <a:gd name="T46" fmla="*/ 0 w 1430"/>
                  <a:gd name="T47" fmla="*/ 0 h 1432"/>
                  <a:gd name="T48" fmla="*/ 0 w 1430"/>
                  <a:gd name="T49" fmla="*/ 0 h 1432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w 1430"/>
                  <a:gd name="T76" fmla="*/ 0 h 1432"/>
                  <a:gd name="T77" fmla="*/ 1430 w 1430"/>
                  <a:gd name="T78" fmla="*/ 1432 h 1432"/>
                </a:gdLst>
                <a:ahLst/>
                <a:cxnLst>
                  <a:cxn ang="T50">
                    <a:pos x="T0" y="T1"/>
                  </a:cxn>
                  <a:cxn ang="T51">
                    <a:pos x="T2" y="T3"/>
                  </a:cxn>
                  <a:cxn ang="T52">
                    <a:pos x="T4" y="T5"/>
                  </a:cxn>
                  <a:cxn ang="T53">
                    <a:pos x="T6" y="T7"/>
                  </a:cxn>
                  <a:cxn ang="T54">
                    <a:pos x="T8" y="T9"/>
                  </a:cxn>
                  <a:cxn ang="T55">
                    <a:pos x="T10" y="T11"/>
                  </a:cxn>
                  <a:cxn ang="T56">
                    <a:pos x="T12" y="T13"/>
                  </a:cxn>
                  <a:cxn ang="T57">
                    <a:pos x="T14" y="T15"/>
                  </a:cxn>
                  <a:cxn ang="T58">
                    <a:pos x="T16" y="T17"/>
                  </a:cxn>
                  <a:cxn ang="T59">
                    <a:pos x="T18" y="T19"/>
                  </a:cxn>
                  <a:cxn ang="T60">
                    <a:pos x="T20" y="T21"/>
                  </a:cxn>
                  <a:cxn ang="T61">
                    <a:pos x="T22" y="T23"/>
                  </a:cxn>
                  <a:cxn ang="T62">
                    <a:pos x="T24" y="T25"/>
                  </a:cxn>
                  <a:cxn ang="T63">
                    <a:pos x="T26" y="T27"/>
                  </a:cxn>
                  <a:cxn ang="T64">
                    <a:pos x="T28" y="T29"/>
                  </a:cxn>
                  <a:cxn ang="T65">
                    <a:pos x="T30" y="T31"/>
                  </a:cxn>
                  <a:cxn ang="T66">
                    <a:pos x="T32" y="T33"/>
                  </a:cxn>
                  <a:cxn ang="T67">
                    <a:pos x="T34" y="T35"/>
                  </a:cxn>
                  <a:cxn ang="T68">
                    <a:pos x="T36" y="T37"/>
                  </a:cxn>
                  <a:cxn ang="T69">
                    <a:pos x="T38" y="T39"/>
                  </a:cxn>
                  <a:cxn ang="T70">
                    <a:pos x="T40" y="T41"/>
                  </a:cxn>
                  <a:cxn ang="T71">
                    <a:pos x="T42" y="T43"/>
                  </a:cxn>
                  <a:cxn ang="T72">
                    <a:pos x="T44" y="T45"/>
                  </a:cxn>
                  <a:cxn ang="T73">
                    <a:pos x="T46" y="T47"/>
                  </a:cxn>
                  <a:cxn ang="T74">
                    <a:pos x="T48" y="T49"/>
                  </a:cxn>
                </a:cxnLst>
                <a:rect l="T75" t="T76" r="T77" b="T78"/>
                <a:pathLst>
                  <a:path w="1430" h="1432">
                    <a:moveTo>
                      <a:pt x="856" y="0"/>
                    </a:moveTo>
                    <a:lnTo>
                      <a:pt x="1430" y="1432"/>
                    </a:lnTo>
                    <a:lnTo>
                      <a:pt x="185" y="1432"/>
                    </a:lnTo>
                    <a:lnTo>
                      <a:pt x="138" y="1431"/>
                    </a:lnTo>
                    <a:lnTo>
                      <a:pt x="96" y="1427"/>
                    </a:lnTo>
                    <a:lnTo>
                      <a:pt x="59" y="1424"/>
                    </a:lnTo>
                    <a:lnTo>
                      <a:pt x="27" y="1418"/>
                    </a:lnTo>
                    <a:lnTo>
                      <a:pt x="0" y="1412"/>
                    </a:lnTo>
                    <a:lnTo>
                      <a:pt x="6" y="1303"/>
                    </a:lnTo>
                    <a:lnTo>
                      <a:pt x="18" y="1196"/>
                    </a:lnTo>
                    <a:lnTo>
                      <a:pt x="36" y="1091"/>
                    </a:lnTo>
                    <a:lnTo>
                      <a:pt x="62" y="989"/>
                    </a:lnTo>
                    <a:lnTo>
                      <a:pt x="93" y="890"/>
                    </a:lnTo>
                    <a:lnTo>
                      <a:pt x="131" y="793"/>
                    </a:lnTo>
                    <a:lnTo>
                      <a:pt x="173" y="701"/>
                    </a:lnTo>
                    <a:lnTo>
                      <a:pt x="221" y="610"/>
                    </a:lnTo>
                    <a:lnTo>
                      <a:pt x="274" y="524"/>
                    </a:lnTo>
                    <a:lnTo>
                      <a:pt x="332" y="443"/>
                    </a:lnTo>
                    <a:lnTo>
                      <a:pt x="394" y="365"/>
                    </a:lnTo>
                    <a:lnTo>
                      <a:pt x="462" y="291"/>
                    </a:lnTo>
                    <a:lnTo>
                      <a:pt x="533" y="223"/>
                    </a:lnTo>
                    <a:lnTo>
                      <a:pt x="608" y="160"/>
                    </a:lnTo>
                    <a:lnTo>
                      <a:pt x="688" y="101"/>
                    </a:lnTo>
                    <a:lnTo>
                      <a:pt x="770" y="47"/>
                    </a:lnTo>
                    <a:lnTo>
                      <a:pt x="856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txBody>
              <a:bodyPr vert="horz" wrap="none" lIns="80649" tIns="40325" rIns="80649" bIns="40325" numCol="1" anchor="ctr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1588" dirty="0">
                  <a:latin typeface="Rix고딕 M" pitchFamily="18" charset="-127"/>
                  <a:ea typeface="Rix고딕 M" pitchFamily="18" charset="-127"/>
                </a:endParaRPr>
              </a:p>
            </p:txBody>
          </p:sp>
          <p:sp>
            <p:nvSpPr>
              <p:cNvPr id="221" name="Freeform 297"/>
              <p:cNvSpPr>
                <a:spLocks/>
              </p:cNvSpPr>
              <p:nvPr/>
            </p:nvSpPr>
            <p:spPr bwMode="auto">
              <a:xfrm>
                <a:off x="2522" y="2397"/>
                <a:ext cx="90" cy="91"/>
              </a:xfrm>
              <a:custGeom>
                <a:avLst/>
                <a:gdLst>
                  <a:gd name="T0" fmla="*/ 0 w 1430"/>
                  <a:gd name="T1" fmla="*/ 0 h 1432"/>
                  <a:gd name="T2" fmla="*/ 0 w 1430"/>
                  <a:gd name="T3" fmla="*/ 0 h 1432"/>
                  <a:gd name="T4" fmla="*/ 0 w 1430"/>
                  <a:gd name="T5" fmla="*/ 0 h 1432"/>
                  <a:gd name="T6" fmla="*/ 0 w 1430"/>
                  <a:gd name="T7" fmla="*/ 0 h 1432"/>
                  <a:gd name="T8" fmla="*/ 0 w 1430"/>
                  <a:gd name="T9" fmla="*/ 0 h 1432"/>
                  <a:gd name="T10" fmla="*/ 0 w 1430"/>
                  <a:gd name="T11" fmla="*/ 0 h 1432"/>
                  <a:gd name="T12" fmla="*/ 0 w 1430"/>
                  <a:gd name="T13" fmla="*/ 0 h 1432"/>
                  <a:gd name="T14" fmla="*/ 0 w 1430"/>
                  <a:gd name="T15" fmla="*/ 0 h 1432"/>
                  <a:gd name="T16" fmla="*/ 0 w 1430"/>
                  <a:gd name="T17" fmla="*/ 0 h 1432"/>
                  <a:gd name="T18" fmla="*/ 0 w 1430"/>
                  <a:gd name="T19" fmla="*/ 0 h 1432"/>
                  <a:gd name="T20" fmla="*/ 0 w 1430"/>
                  <a:gd name="T21" fmla="*/ 0 h 1432"/>
                  <a:gd name="T22" fmla="*/ 0 w 1430"/>
                  <a:gd name="T23" fmla="*/ 0 h 1432"/>
                  <a:gd name="T24" fmla="*/ 0 w 1430"/>
                  <a:gd name="T25" fmla="*/ 0 h 1432"/>
                  <a:gd name="T26" fmla="*/ 0 w 1430"/>
                  <a:gd name="T27" fmla="*/ 0 h 1432"/>
                  <a:gd name="T28" fmla="*/ 0 w 1430"/>
                  <a:gd name="T29" fmla="*/ 0 h 1432"/>
                  <a:gd name="T30" fmla="*/ 0 w 1430"/>
                  <a:gd name="T31" fmla="*/ 0 h 1432"/>
                  <a:gd name="T32" fmla="*/ 0 w 1430"/>
                  <a:gd name="T33" fmla="*/ 0 h 1432"/>
                  <a:gd name="T34" fmla="*/ 0 w 1430"/>
                  <a:gd name="T35" fmla="*/ 0 h 1432"/>
                  <a:gd name="T36" fmla="*/ 0 w 1430"/>
                  <a:gd name="T37" fmla="*/ 0 h 1432"/>
                  <a:gd name="T38" fmla="*/ 0 w 1430"/>
                  <a:gd name="T39" fmla="*/ 0 h 1432"/>
                  <a:gd name="T40" fmla="*/ 0 w 1430"/>
                  <a:gd name="T41" fmla="*/ 0 h 1432"/>
                  <a:gd name="T42" fmla="*/ 0 w 1430"/>
                  <a:gd name="T43" fmla="*/ 0 h 1432"/>
                  <a:gd name="T44" fmla="*/ 0 w 1430"/>
                  <a:gd name="T45" fmla="*/ 0 h 1432"/>
                  <a:gd name="T46" fmla="*/ 0 w 1430"/>
                  <a:gd name="T47" fmla="*/ 0 h 1432"/>
                  <a:gd name="T48" fmla="*/ 0 w 1430"/>
                  <a:gd name="T49" fmla="*/ 0 h 1432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w 1430"/>
                  <a:gd name="T76" fmla="*/ 0 h 1432"/>
                  <a:gd name="T77" fmla="*/ 1430 w 1430"/>
                  <a:gd name="T78" fmla="*/ 1432 h 1432"/>
                </a:gdLst>
                <a:ahLst/>
                <a:cxnLst>
                  <a:cxn ang="T50">
                    <a:pos x="T0" y="T1"/>
                  </a:cxn>
                  <a:cxn ang="T51">
                    <a:pos x="T2" y="T3"/>
                  </a:cxn>
                  <a:cxn ang="T52">
                    <a:pos x="T4" y="T5"/>
                  </a:cxn>
                  <a:cxn ang="T53">
                    <a:pos x="T6" y="T7"/>
                  </a:cxn>
                  <a:cxn ang="T54">
                    <a:pos x="T8" y="T9"/>
                  </a:cxn>
                  <a:cxn ang="T55">
                    <a:pos x="T10" y="T11"/>
                  </a:cxn>
                  <a:cxn ang="T56">
                    <a:pos x="T12" y="T13"/>
                  </a:cxn>
                  <a:cxn ang="T57">
                    <a:pos x="T14" y="T15"/>
                  </a:cxn>
                  <a:cxn ang="T58">
                    <a:pos x="T16" y="T17"/>
                  </a:cxn>
                  <a:cxn ang="T59">
                    <a:pos x="T18" y="T19"/>
                  </a:cxn>
                  <a:cxn ang="T60">
                    <a:pos x="T20" y="T21"/>
                  </a:cxn>
                  <a:cxn ang="T61">
                    <a:pos x="T22" y="T23"/>
                  </a:cxn>
                  <a:cxn ang="T62">
                    <a:pos x="T24" y="T25"/>
                  </a:cxn>
                  <a:cxn ang="T63">
                    <a:pos x="T26" y="T27"/>
                  </a:cxn>
                  <a:cxn ang="T64">
                    <a:pos x="T28" y="T29"/>
                  </a:cxn>
                  <a:cxn ang="T65">
                    <a:pos x="T30" y="T31"/>
                  </a:cxn>
                  <a:cxn ang="T66">
                    <a:pos x="T32" y="T33"/>
                  </a:cxn>
                  <a:cxn ang="T67">
                    <a:pos x="T34" y="T35"/>
                  </a:cxn>
                  <a:cxn ang="T68">
                    <a:pos x="T36" y="T37"/>
                  </a:cxn>
                  <a:cxn ang="T69">
                    <a:pos x="T38" y="T39"/>
                  </a:cxn>
                  <a:cxn ang="T70">
                    <a:pos x="T40" y="T41"/>
                  </a:cxn>
                  <a:cxn ang="T71">
                    <a:pos x="T42" y="T43"/>
                  </a:cxn>
                  <a:cxn ang="T72">
                    <a:pos x="T44" y="T45"/>
                  </a:cxn>
                  <a:cxn ang="T73">
                    <a:pos x="T46" y="T47"/>
                  </a:cxn>
                  <a:cxn ang="T74">
                    <a:pos x="T48" y="T49"/>
                  </a:cxn>
                </a:cxnLst>
                <a:rect l="T75" t="T76" r="T77" b="T78"/>
                <a:pathLst>
                  <a:path w="1430" h="1432">
                    <a:moveTo>
                      <a:pt x="573" y="0"/>
                    </a:moveTo>
                    <a:lnTo>
                      <a:pt x="659" y="47"/>
                    </a:lnTo>
                    <a:lnTo>
                      <a:pt x="742" y="101"/>
                    </a:lnTo>
                    <a:lnTo>
                      <a:pt x="821" y="160"/>
                    </a:lnTo>
                    <a:lnTo>
                      <a:pt x="896" y="223"/>
                    </a:lnTo>
                    <a:lnTo>
                      <a:pt x="968" y="291"/>
                    </a:lnTo>
                    <a:lnTo>
                      <a:pt x="1035" y="365"/>
                    </a:lnTo>
                    <a:lnTo>
                      <a:pt x="1099" y="443"/>
                    </a:lnTo>
                    <a:lnTo>
                      <a:pt x="1156" y="524"/>
                    </a:lnTo>
                    <a:lnTo>
                      <a:pt x="1209" y="610"/>
                    </a:lnTo>
                    <a:lnTo>
                      <a:pt x="1257" y="701"/>
                    </a:lnTo>
                    <a:lnTo>
                      <a:pt x="1300" y="793"/>
                    </a:lnTo>
                    <a:lnTo>
                      <a:pt x="1337" y="890"/>
                    </a:lnTo>
                    <a:lnTo>
                      <a:pt x="1368" y="989"/>
                    </a:lnTo>
                    <a:lnTo>
                      <a:pt x="1393" y="1091"/>
                    </a:lnTo>
                    <a:lnTo>
                      <a:pt x="1411" y="1196"/>
                    </a:lnTo>
                    <a:lnTo>
                      <a:pt x="1424" y="1303"/>
                    </a:lnTo>
                    <a:lnTo>
                      <a:pt x="1430" y="1412"/>
                    </a:lnTo>
                    <a:lnTo>
                      <a:pt x="1403" y="1418"/>
                    </a:lnTo>
                    <a:lnTo>
                      <a:pt x="1370" y="1424"/>
                    </a:lnTo>
                    <a:lnTo>
                      <a:pt x="1334" y="1427"/>
                    </a:lnTo>
                    <a:lnTo>
                      <a:pt x="1291" y="1431"/>
                    </a:lnTo>
                    <a:lnTo>
                      <a:pt x="1246" y="1432"/>
                    </a:lnTo>
                    <a:lnTo>
                      <a:pt x="0" y="1432"/>
                    </a:lnTo>
                    <a:lnTo>
                      <a:pt x="573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txBody>
              <a:bodyPr vert="horz" wrap="none" lIns="80649" tIns="40325" rIns="80649" bIns="40325" numCol="1" anchor="ctr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1588" dirty="0">
                  <a:latin typeface="Rix고딕 M" pitchFamily="18" charset="-127"/>
                  <a:ea typeface="Rix고딕 M" pitchFamily="18" charset="-127"/>
                </a:endParaRPr>
              </a:p>
            </p:txBody>
          </p:sp>
          <p:sp>
            <p:nvSpPr>
              <p:cNvPr id="222" name="Freeform 300"/>
              <p:cNvSpPr>
                <a:spLocks/>
              </p:cNvSpPr>
              <p:nvPr/>
            </p:nvSpPr>
            <p:spPr bwMode="auto">
              <a:xfrm>
                <a:off x="2503" y="2404"/>
                <a:ext cx="29" cy="71"/>
              </a:xfrm>
              <a:custGeom>
                <a:avLst/>
                <a:gdLst>
                  <a:gd name="T0" fmla="*/ 0 w 458"/>
                  <a:gd name="T1" fmla="*/ 0 h 1130"/>
                  <a:gd name="T2" fmla="*/ 0 w 458"/>
                  <a:gd name="T3" fmla="*/ 0 h 1130"/>
                  <a:gd name="T4" fmla="*/ 0 w 458"/>
                  <a:gd name="T5" fmla="*/ 0 h 1130"/>
                  <a:gd name="T6" fmla="*/ 0 w 458"/>
                  <a:gd name="T7" fmla="*/ 0 h 1130"/>
                  <a:gd name="T8" fmla="*/ 0 w 458"/>
                  <a:gd name="T9" fmla="*/ 0 h 1130"/>
                  <a:gd name="T10" fmla="*/ 0 w 458"/>
                  <a:gd name="T11" fmla="*/ 0 h 1130"/>
                  <a:gd name="T12" fmla="*/ 0 w 458"/>
                  <a:gd name="T13" fmla="*/ 0 h 1130"/>
                  <a:gd name="T14" fmla="*/ 0 w 458"/>
                  <a:gd name="T15" fmla="*/ 0 h 1130"/>
                  <a:gd name="T16" fmla="*/ 0 w 458"/>
                  <a:gd name="T17" fmla="*/ 0 h 1130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458"/>
                  <a:gd name="T28" fmla="*/ 0 h 1130"/>
                  <a:gd name="T29" fmla="*/ 458 w 458"/>
                  <a:gd name="T30" fmla="*/ 1130 h 1130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458" h="1130">
                    <a:moveTo>
                      <a:pt x="87" y="0"/>
                    </a:moveTo>
                    <a:lnTo>
                      <a:pt x="157" y="8"/>
                    </a:lnTo>
                    <a:lnTo>
                      <a:pt x="229" y="12"/>
                    </a:lnTo>
                    <a:lnTo>
                      <a:pt x="300" y="8"/>
                    </a:lnTo>
                    <a:lnTo>
                      <a:pt x="371" y="0"/>
                    </a:lnTo>
                    <a:lnTo>
                      <a:pt x="458" y="521"/>
                    </a:lnTo>
                    <a:lnTo>
                      <a:pt x="229" y="1130"/>
                    </a:lnTo>
                    <a:lnTo>
                      <a:pt x="0" y="521"/>
                    </a:lnTo>
                    <a:lnTo>
                      <a:pt x="87" y="0"/>
                    </a:lnTo>
                    <a:close/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DAEBF7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26941" dir="2700000" algn="ctr" rotWithShape="0">
                        <a:srgbClr val="638DB7"/>
                      </a:outerShdw>
                    </a:effectLst>
                  </a14:hiddenEffects>
                </a:ext>
              </a:extLst>
            </p:spPr>
            <p:txBody>
              <a:bodyPr vert="horz" wrap="square" lIns="0" tIns="0" rIns="0" bIns="0" numCol="1" anchor="ctr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1588" dirty="0">
                  <a:latin typeface="Rix고딕 M" pitchFamily="18" charset="-127"/>
                  <a:ea typeface="Rix고딕 M" pitchFamily="18" charset="-127"/>
                </a:endParaRPr>
              </a:p>
            </p:txBody>
          </p:sp>
        </p:grpSp>
        <p:grpSp>
          <p:nvGrpSpPr>
            <p:cNvPr id="199" name="그룹 198"/>
            <p:cNvGrpSpPr/>
            <p:nvPr/>
          </p:nvGrpSpPr>
          <p:grpSpPr>
            <a:xfrm>
              <a:off x="6804701" y="5925453"/>
              <a:ext cx="456983" cy="347475"/>
              <a:chOff x="17399001" y="3660775"/>
              <a:chExt cx="688975" cy="523875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213" name="Freeform 24"/>
              <p:cNvSpPr>
                <a:spLocks noEditPoints="1"/>
              </p:cNvSpPr>
              <p:nvPr/>
            </p:nvSpPr>
            <p:spPr bwMode="auto">
              <a:xfrm>
                <a:off x="17791113" y="3729038"/>
                <a:ext cx="296863" cy="404812"/>
              </a:xfrm>
              <a:custGeom>
                <a:avLst/>
                <a:gdLst>
                  <a:gd name="T0" fmla="*/ 131 w 142"/>
                  <a:gd name="T1" fmla="*/ 0 h 194"/>
                  <a:gd name="T2" fmla="*/ 11 w 142"/>
                  <a:gd name="T3" fmla="*/ 0 h 194"/>
                  <a:gd name="T4" fmla="*/ 0 w 142"/>
                  <a:gd name="T5" fmla="*/ 12 h 194"/>
                  <a:gd name="T6" fmla="*/ 0 w 142"/>
                  <a:gd name="T7" fmla="*/ 182 h 194"/>
                  <a:gd name="T8" fmla="*/ 11 w 142"/>
                  <a:gd name="T9" fmla="*/ 194 h 194"/>
                  <a:gd name="T10" fmla="*/ 131 w 142"/>
                  <a:gd name="T11" fmla="*/ 194 h 194"/>
                  <a:gd name="T12" fmla="*/ 142 w 142"/>
                  <a:gd name="T13" fmla="*/ 182 h 194"/>
                  <a:gd name="T14" fmla="*/ 142 w 142"/>
                  <a:gd name="T15" fmla="*/ 12 h 194"/>
                  <a:gd name="T16" fmla="*/ 131 w 142"/>
                  <a:gd name="T17" fmla="*/ 0 h 194"/>
                  <a:gd name="T18" fmla="*/ 70 w 142"/>
                  <a:gd name="T19" fmla="*/ 186 h 194"/>
                  <a:gd name="T20" fmla="*/ 58 w 142"/>
                  <a:gd name="T21" fmla="*/ 174 h 194"/>
                  <a:gd name="T22" fmla="*/ 70 w 142"/>
                  <a:gd name="T23" fmla="*/ 162 h 194"/>
                  <a:gd name="T24" fmla="*/ 82 w 142"/>
                  <a:gd name="T25" fmla="*/ 174 h 194"/>
                  <a:gd name="T26" fmla="*/ 70 w 142"/>
                  <a:gd name="T27" fmla="*/ 186 h 194"/>
                  <a:gd name="T28" fmla="*/ 119 w 142"/>
                  <a:gd name="T29" fmla="*/ 155 h 194"/>
                  <a:gd name="T30" fmla="*/ 23 w 142"/>
                  <a:gd name="T31" fmla="*/ 155 h 194"/>
                  <a:gd name="T32" fmla="*/ 23 w 142"/>
                  <a:gd name="T33" fmla="*/ 23 h 194"/>
                  <a:gd name="T34" fmla="*/ 119 w 142"/>
                  <a:gd name="T35" fmla="*/ 23 h 194"/>
                  <a:gd name="T36" fmla="*/ 119 w 142"/>
                  <a:gd name="T37" fmla="*/ 155 h 1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42" h="194">
                    <a:moveTo>
                      <a:pt x="131" y="0"/>
                    </a:moveTo>
                    <a:cubicBezTo>
                      <a:pt x="11" y="0"/>
                      <a:pt x="11" y="0"/>
                      <a:pt x="11" y="0"/>
                    </a:cubicBezTo>
                    <a:cubicBezTo>
                      <a:pt x="5" y="0"/>
                      <a:pt x="0" y="5"/>
                      <a:pt x="0" y="12"/>
                    </a:cubicBezTo>
                    <a:cubicBezTo>
                      <a:pt x="0" y="182"/>
                      <a:pt x="0" y="182"/>
                      <a:pt x="0" y="182"/>
                    </a:cubicBezTo>
                    <a:cubicBezTo>
                      <a:pt x="0" y="189"/>
                      <a:pt x="5" y="194"/>
                      <a:pt x="11" y="194"/>
                    </a:cubicBezTo>
                    <a:cubicBezTo>
                      <a:pt x="131" y="194"/>
                      <a:pt x="131" y="194"/>
                      <a:pt x="131" y="194"/>
                    </a:cubicBezTo>
                    <a:cubicBezTo>
                      <a:pt x="137" y="194"/>
                      <a:pt x="142" y="189"/>
                      <a:pt x="142" y="182"/>
                    </a:cubicBezTo>
                    <a:cubicBezTo>
                      <a:pt x="142" y="12"/>
                      <a:pt x="142" y="12"/>
                      <a:pt x="142" y="12"/>
                    </a:cubicBezTo>
                    <a:cubicBezTo>
                      <a:pt x="142" y="5"/>
                      <a:pt x="137" y="0"/>
                      <a:pt x="131" y="0"/>
                    </a:cubicBezTo>
                    <a:close/>
                    <a:moveTo>
                      <a:pt x="70" y="186"/>
                    </a:moveTo>
                    <a:cubicBezTo>
                      <a:pt x="64" y="186"/>
                      <a:pt x="58" y="181"/>
                      <a:pt x="58" y="174"/>
                    </a:cubicBezTo>
                    <a:cubicBezTo>
                      <a:pt x="58" y="168"/>
                      <a:pt x="64" y="162"/>
                      <a:pt x="70" y="162"/>
                    </a:cubicBezTo>
                    <a:cubicBezTo>
                      <a:pt x="77" y="162"/>
                      <a:pt x="82" y="168"/>
                      <a:pt x="82" y="174"/>
                    </a:cubicBezTo>
                    <a:cubicBezTo>
                      <a:pt x="82" y="181"/>
                      <a:pt x="77" y="186"/>
                      <a:pt x="70" y="186"/>
                    </a:cubicBezTo>
                    <a:close/>
                    <a:moveTo>
                      <a:pt x="119" y="155"/>
                    </a:moveTo>
                    <a:cubicBezTo>
                      <a:pt x="23" y="155"/>
                      <a:pt x="23" y="155"/>
                      <a:pt x="23" y="155"/>
                    </a:cubicBezTo>
                    <a:cubicBezTo>
                      <a:pt x="23" y="23"/>
                      <a:pt x="23" y="23"/>
                      <a:pt x="23" y="23"/>
                    </a:cubicBezTo>
                    <a:cubicBezTo>
                      <a:pt x="119" y="23"/>
                      <a:pt x="119" y="23"/>
                      <a:pt x="119" y="23"/>
                    </a:cubicBezTo>
                    <a:lnTo>
                      <a:pt x="119" y="155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0649" tIns="40325" rIns="80649" bIns="40325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1588" dirty="0">
                  <a:latin typeface="Rix고딕 M" pitchFamily="18" charset="-127"/>
                  <a:ea typeface="Rix고딕 M" pitchFamily="18" charset="-127"/>
                </a:endParaRPr>
              </a:p>
            </p:txBody>
          </p:sp>
          <p:sp>
            <p:nvSpPr>
              <p:cNvPr id="214" name="Freeform 25"/>
              <p:cNvSpPr>
                <a:spLocks/>
              </p:cNvSpPr>
              <p:nvPr/>
            </p:nvSpPr>
            <p:spPr bwMode="auto">
              <a:xfrm>
                <a:off x="17399001" y="3660775"/>
                <a:ext cx="514350" cy="523875"/>
              </a:xfrm>
              <a:custGeom>
                <a:avLst/>
                <a:gdLst>
                  <a:gd name="T0" fmla="*/ 19 w 324"/>
                  <a:gd name="T1" fmla="*/ 19 h 330"/>
                  <a:gd name="T2" fmla="*/ 307 w 324"/>
                  <a:gd name="T3" fmla="*/ 19 h 330"/>
                  <a:gd name="T4" fmla="*/ 307 w 324"/>
                  <a:gd name="T5" fmla="*/ 36 h 330"/>
                  <a:gd name="T6" fmla="*/ 324 w 324"/>
                  <a:gd name="T7" fmla="*/ 36 h 330"/>
                  <a:gd name="T8" fmla="*/ 324 w 324"/>
                  <a:gd name="T9" fmla="*/ 0 h 330"/>
                  <a:gd name="T10" fmla="*/ 0 w 324"/>
                  <a:gd name="T11" fmla="*/ 0 h 330"/>
                  <a:gd name="T12" fmla="*/ 0 w 324"/>
                  <a:gd name="T13" fmla="*/ 269 h 330"/>
                  <a:gd name="T14" fmla="*/ 116 w 324"/>
                  <a:gd name="T15" fmla="*/ 269 h 330"/>
                  <a:gd name="T16" fmla="*/ 116 w 324"/>
                  <a:gd name="T17" fmla="*/ 298 h 330"/>
                  <a:gd name="T18" fmla="*/ 86 w 324"/>
                  <a:gd name="T19" fmla="*/ 298 h 330"/>
                  <a:gd name="T20" fmla="*/ 86 w 324"/>
                  <a:gd name="T21" fmla="*/ 330 h 330"/>
                  <a:gd name="T22" fmla="*/ 237 w 324"/>
                  <a:gd name="T23" fmla="*/ 330 h 330"/>
                  <a:gd name="T24" fmla="*/ 237 w 324"/>
                  <a:gd name="T25" fmla="*/ 298 h 330"/>
                  <a:gd name="T26" fmla="*/ 211 w 324"/>
                  <a:gd name="T27" fmla="*/ 298 h 330"/>
                  <a:gd name="T28" fmla="*/ 211 w 324"/>
                  <a:gd name="T29" fmla="*/ 269 h 330"/>
                  <a:gd name="T30" fmla="*/ 240 w 324"/>
                  <a:gd name="T31" fmla="*/ 269 h 330"/>
                  <a:gd name="T32" fmla="*/ 240 w 324"/>
                  <a:gd name="T33" fmla="*/ 221 h 330"/>
                  <a:gd name="T34" fmla="*/ 19 w 324"/>
                  <a:gd name="T35" fmla="*/ 221 h 330"/>
                  <a:gd name="T36" fmla="*/ 19 w 324"/>
                  <a:gd name="T37" fmla="*/ 19 h 3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324" h="330">
                    <a:moveTo>
                      <a:pt x="19" y="19"/>
                    </a:moveTo>
                    <a:lnTo>
                      <a:pt x="307" y="19"/>
                    </a:lnTo>
                    <a:lnTo>
                      <a:pt x="307" y="36"/>
                    </a:lnTo>
                    <a:lnTo>
                      <a:pt x="324" y="36"/>
                    </a:lnTo>
                    <a:lnTo>
                      <a:pt x="324" y="0"/>
                    </a:lnTo>
                    <a:lnTo>
                      <a:pt x="0" y="0"/>
                    </a:lnTo>
                    <a:lnTo>
                      <a:pt x="0" y="269"/>
                    </a:lnTo>
                    <a:lnTo>
                      <a:pt x="116" y="269"/>
                    </a:lnTo>
                    <a:lnTo>
                      <a:pt x="116" y="298"/>
                    </a:lnTo>
                    <a:lnTo>
                      <a:pt x="86" y="298"/>
                    </a:lnTo>
                    <a:lnTo>
                      <a:pt x="86" y="330"/>
                    </a:lnTo>
                    <a:lnTo>
                      <a:pt x="237" y="330"/>
                    </a:lnTo>
                    <a:lnTo>
                      <a:pt x="237" y="298"/>
                    </a:lnTo>
                    <a:lnTo>
                      <a:pt x="211" y="298"/>
                    </a:lnTo>
                    <a:lnTo>
                      <a:pt x="211" y="269"/>
                    </a:lnTo>
                    <a:lnTo>
                      <a:pt x="240" y="269"/>
                    </a:lnTo>
                    <a:lnTo>
                      <a:pt x="240" y="221"/>
                    </a:lnTo>
                    <a:lnTo>
                      <a:pt x="19" y="221"/>
                    </a:lnTo>
                    <a:lnTo>
                      <a:pt x="19" y="19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0649" tIns="40325" rIns="80649" bIns="40325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1588" dirty="0">
                  <a:latin typeface="Rix고딕 M" pitchFamily="18" charset="-127"/>
                  <a:ea typeface="Rix고딕 M" pitchFamily="18" charset="-127"/>
                </a:endParaRPr>
              </a:p>
            </p:txBody>
          </p:sp>
          <p:sp>
            <p:nvSpPr>
              <p:cNvPr id="215" name="Freeform 26"/>
              <p:cNvSpPr>
                <a:spLocks/>
              </p:cNvSpPr>
              <p:nvPr/>
            </p:nvSpPr>
            <p:spPr bwMode="auto">
              <a:xfrm>
                <a:off x="17919701" y="4075113"/>
                <a:ext cx="23813" cy="33337"/>
              </a:xfrm>
              <a:custGeom>
                <a:avLst/>
                <a:gdLst>
                  <a:gd name="T0" fmla="*/ 11 w 11"/>
                  <a:gd name="T1" fmla="*/ 0 h 16"/>
                  <a:gd name="T2" fmla="*/ 8 w 11"/>
                  <a:gd name="T3" fmla="*/ 0 h 16"/>
                  <a:gd name="T4" fmla="*/ 0 w 11"/>
                  <a:gd name="T5" fmla="*/ 8 h 16"/>
                  <a:gd name="T6" fmla="*/ 8 w 11"/>
                  <a:gd name="T7" fmla="*/ 16 h 16"/>
                  <a:gd name="T8" fmla="*/ 11 w 11"/>
                  <a:gd name="T9" fmla="*/ 16 h 16"/>
                  <a:gd name="T10" fmla="*/ 5 w 11"/>
                  <a:gd name="T11" fmla="*/ 8 h 16"/>
                  <a:gd name="T12" fmla="*/ 11 w 11"/>
                  <a:gd name="T13" fmla="*/ 0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1" h="16">
                    <a:moveTo>
                      <a:pt x="11" y="0"/>
                    </a:moveTo>
                    <a:cubicBezTo>
                      <a:pt x="10" y="0"/>
                      <a:pt x="9" y="0"/>
                      <a:pt x="8" y="0"/>
                    </a:cubicBezTo>
                    <a:cubicBezTo>
                      <a:pt x="4" y="0"/>
                      <a:pt x="0" y="4"/>
                      <a:pt x="0" y="8"/>
                    </a:cubicBezTo>
                    <a:cubicBezTo>
                      <a:pt x="0" y="12"/>
                      <a:pt x="4" y="16"/>
                      <a:pt x="8" y="16"/>
                    </a:cubicBezTo>
                    <a:cubicBezTo>
                      <a:pt x="9" y="16"/>
                      <a:pt x="10" y="16"/>
                      <a:pt x="11" y="16"/>
                    </a:cubicBezTo>
                    <a:cubicBezTo>
                      <a:pt x="7" y="15"/>
                      <a:pt x="5" y="12"/>
                      <a:pt x="5" y="8"/>
                    </a:cubicBezTo>
                    <a:cubicBezTo>
                      <a:pt x="5" y="4"/>
                      <a:pt x="7" y="1"/>
                      <a:pt x="1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0649" tIns="40325" rIns="80649" bIns="40325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1588" dirty="0">
                  <a:latin typeface="Rix고딕 M" pitchFamily="18" charset="-127"/>
                  <a:ea typeface="Rix고딕 M" pitchFamily="18" charset="-127"/>
                </a:endParaRPr>
              </a:p>
            </p:txBody>
          </p:sp>
          <p:sp>
            <p:nvSpPr>
              <p:cNvPr id="216" name="Rectangle 27"/>
              <p:cNvSpPr>
                <a:spLocks noChangeArrowheads="1"/>
              </p:cNvSpPr>
              <p:nvPr/>
            </p:nvSpPr>
            <p:spPr bwMode="auto">
              <a:xfrm>
                <a:off x="17487901" y="3771900"/>
                <a:ext cx="247650" cy="3016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80649" tIns="40325" rIns="80649" bIns="40325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1588" dirty="0">
                  <a:latin typeface="Rix고딕 M" pitchFamily="18" charset="-127"/>
                  <a:ea typeface="Rix고딕 M" pitchFamily="18" charset="-127"/>
                </a:endParaRPr>
              </a:p>
            </p:txBody>
          </p:sp>
          <p:sp>
            <p:nvSpPr>
              <p:cNvPr id="217" name="Rectangle 28"/>
              <p:cNvSpPr>
                <a:spLocks noChangeArrowheads="1"/>
              </p:cNvSpPr>
              <p:nvPr/>
            </p:nvSpPr>
            <p:spPr bwMode="auto">
              <a:xfrm>
                <a:off x="17487901" y="3843338"/>
                <a:ext cx="247650" cy="3016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80649" tIns="40325" rIns="80649" bIns="40325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1588" dirty="0">
                  <a:latin typeface="Rix고딕 M" pitchFamily="18" charset="-127"/>
                  <a:ea typeface="Rix고딕 M" pitchFamily="18" charset="-127"/>
                </a:endParaRPr>
              </a:p>
            </p:txBody>
          </p:sp>
          <p:sp>
            <p:nvSpPr>
              <p:cNvPr id="218" name="Rectangle 29"/>
              <p:cNvSpPr>
                <a:spLocks noChangeArrowheads="1"/>
              </p:cNvSpPr>
              <p:nvPr/>
            </p:nvSpPr>
            <p:spPr bwMode="auto">
              <a:xfrm>
                <a:off x="17487901" y="3916363"/>
                <a:ext cx="247650" cy="3016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80649" tIns="40325" rIns="80649" bIns="40325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1588" dirty="0">
                  <a:latin typeface="Rix고딕 M" pitchFamily="18" charset="-127"/>
                  <a:ea typeface="Rix고딕 M" pitchFamily="18" charset="-127"/>
                </a:endParaRPr>
              </a:p>
            </p:txBody>
          </p:sp>
        </p:grpSp>
        <p:sp>
          <p:nvSpPr>
            <p:cNvPr id="200" name="TextBox 199"/>
            <p:cNvSpPr txBox="1"/>
            <p:nvPr/>
          </p:nvSpPr>
          <p:spPr>
            <a:xfrm>
              <a:off x="4587652" y="3270908"/>
              <a:ext cx="1606209" cy="65158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algn="ctr">
                <a:defRPr sz="2000">
                  <a:ln w="11430"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latin typeface="고도 M" panose="02000503000000020004" pitchFamily="2" charset="-127"/>
                  <a:ea typeface="고도 M" panose="02000503000000020004" pitchFamily="2" charset="-127"/>
                  <a:cs typeface="Arial" pitchFamily="34" charset="0"/>
                </a:defRPr>
              </a:lvl1pPr>
            </a:lstStyle>
            <a:p>
              <a:r>
                <a:rPr lang="ko-KR" altLang="en-US" sz="2117" dirty="0">
                  <a:gradFill flip="none" rotWithShape="1">
                    <a:gsLst>
                      <a:gs pos="100000">
                        <a:srgbClr val="002060"/>
                      </a:gs>
                      <a:gs pos="45000">
                        <a:srgbClr val="0070C0"/>
                      </a:gs>
                      <a:gs pos="0">
                        <a:srgbClr val="00B0F0"/>
                      </a:gs>
                    </a:gsLst>
                    <a:lin ang="5400000" scaled="0"/>
                    <a:tileRect/>
                  </a:gradFill>
                  <a:latin typeface="Rix고딕 B" pitchFamily="18" charset="-127"/>
                  <a:ea typeface="Rix고딕 B" pitchFamily="18" charset="-127"/>
                </a:rPr>
                <a:t>최단시간 내</a:t>
              </a:r>
              <a:endParaRPr lang="en-US" altLang="ko-KR" sz="2117" dirty="0">
                <a:gradFill flip="none" rotWithShape="1">
                  <a:gsLst>
                    <a:gs pos="100000">
                      <a:srgbClr val="002060"/>
                    </a:gs>
                    <a:gs pos="45000">
                      <a:srgbClr val="0070C0"/>
                    </a:gs>
                    <a:gs pos="0">
                      <a:srgbClr val="00B0F0"/>
                    </a:gs>
                  </a:gsLst>
                  <a:lin ang="5400000" scaled="0"/>
                  <a:tileRect/>
                </a:gradFill>
                <a:latin typeface="Rix고딕 B" pitchFamily="18" charset="-127"/>
                <a:ea typeface="Rix고딕 B" pitchFamily="18" charset="-127"/>
              </a:endParaRPr>
            </a:p>
            <a:p>
              <a:r>
                <a:rPr lang="ko-KR" altLang="en-US" sz="2117" dirty="0">
                  <a:gradFill flip="none" rotWithShape="1">
                    <a:gsLst>
                      <a:gs pos="100000">
                        <a:srgbClr val="002060"/>
                      </a:gs>
                      <a:gs pos="45000">
                        <a:srgbClr val="0070C0"/>
                      </a:gs>
                      <a:gs pos="0">
                        <a:srgbClr val="00B0F0"/>
                      </a:gs>
                    </a:gsLst>
                    <a:lin ang="5400000" scaled="0"/>
                    <a:tileRect/>
                  </a:gradFill>
                  <a:latin typeface="Rix고딕 B" pitchFamily="18" charset="-127"/>
                  <a:ea typeface="Rix고딕 B" pitchFamily="18" charset="-127"/>
                </a:rPr>
                <a:t>장애 복구 방안</a:t>
              </a:r>
            </a:p>
          </p:txBody>
        </p:sp>
        <p:grpSp>
          <p:nvGrpSpPr>
            <p:cNvPr id="201" name="그룹 200"/>
            <p:cNvGrpSpPr/>
            <p:nvPr/>
          </p:nvGrpSpPr>
          <p:grpSpPr>
            <a:xfrm>
              <a:off x="4821668" y="4035795"/>
              <a:ext cx="972011" cy="1980132"/>
              <a:chOff x="4413145" y="2684200"/>
              <a:chExt cx="1957387" cy="3987492"/>
            </a:xfrm>
          </p:grpSpPr>
          <p:pic>
            <p:nvPicPr>
              <p:cNvPr id="211" name="Picture 12" descr="C:\Users\pd3\Desktop\Untitled-19.png"/>
              <p:cNvPicPr>
                <a:picLocks noChangeAspect="1" noChangeArrowheads="1"/>
              </p:cNvPicPr>
              <p:nvPr/>
            </p:nvPicPr>
            <p:blipFill>
              <a:blip r:embed="rId10" cstate="print"/>
              <a:srcRect/>
              <a:stretch>
                <a:fillRect/>
              </a:stretch>
            </p:blipFill>
            <p:spPr bwMode="auto">
              <a:xfrm>
                <a:off x="4413145" y="6328792"/>
                <a:ext cx="1957387" cy="342900"/>
              </a:xfrm>
              <a:prstGeom prst="rect">
                <a:avLst/>
              </a:prstGeom>
              <a:noFill/>
            </p:spPr>
          </p:pic>
          <p:pic>
            <p:nvPicPr>
              <p:cNvPr id="212" name="Picture 13" descr="C:\Users\pd3\Desktop\Untitled-20.png"/>
              <p:cNvPicPr>
                <a:picLocks noChangeAspect="1" noChangeArrowheads="1"/>
              </p:cNvPicPr>
              <p:nvPr/>
            </p:nvPicPr>
            <p:blipFill>
              <a:blip r:embed="rId11" cstate="print"/>
              <a:srcRect/>
              <a:stretch>
                <a:fillRect/>
              </a:stretch>
            </p:blipFill>
            <p:spPr bwMode="auto">
              <a:xfrm>
                <a:off x="4978006" y="2684200"/>
                <a:ext cx="1092200" cy="3922712"/>
              </a:xfrm>
              <a:prstGeom prst="rect">
                <a:avLst/>
              </a:prstGeom>
              <a:noFill/>
            </p:spPr>
          </p:pic>
        </p:grpSp>
        <p:sp>
          <p:nvSpPr>
            <p:cNvPr id="202" name="모서리가 둥근 직사각형 201"/>
            <p:cNvSpPr/>
            <p:nvPr/>
          </p:nvSpPr>
          <p:spPr>
            <a:xfrm rot="5400000">
              <a:off x="7583223" y="2953091"/>
              <a:ext cx="1339034" cy="3648461"/>
            </a:xfrm>
            <a:prstGeom prst="roundRect">
              <a:avLst>
                <a:gd name="adj" fmla="val 0"/>
              </a:avLst>
            </a:prstGeom>
            <a:solidFill>
              <a:schemeClr val="bg1">
                <a:lumMod val="65000"/>
                <a:alpha val="12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588" dirty="0">
                <a:solidFill>
                  <a:prstClr val="white"/>
                </a:solidFill>
                <a:latin typeface="Rix고딕 M" pitchFamily="18" charset="-127"/>
                <a:ea typeface="Rix고딕 M" pitchFamily="18" charset="-127"/>
              </a:endParaRPr>
            </a:p>
          </p:txBody>
        </p:sp>
        <p:sp>
          <p:nvSpPr>
            <p:cNvPr id="203" name="Rt70" descr="사각유형1-2"/>
            <p:cNvSpPr>
              <a:spLocks noChangeArrowheads="1"/>
            </p:cNvSpPr>
            <p:nvPr/>
          </p:nvSpPr>
          <p:spPr bwMode="auto">
            <a:xfrm>
              <a:off x="6696316" y="4238187"/>
              <a:ext cx="1439462" cy="1050123"/>
            </a:xfrm>
            <a:prstGeom prst="roundRect">
              <a:avLst>
                <a:gd name="adj" fmla="val 5000"/>
              </a:avLst>
            </a:prstGeom>
            <a:gradFill flip="none" rotWithShape="1">
              <a:gsLst>
                <a:gs pos="0">
                  <a:srgbClr val="85C5BF"/>
                </a:gs>
                <a:gs pos="50000">
                  <a:srgbClr val="009999"/>
                </a:gs>
                <a:gs pos="100000">
                  <a:srgbClr val="85C5BF"/>
                </a:gs>
              </a:gsLst>
              <a:lin ang="5400000" scaled="1"/>
              <a:tileRect/>
            </a:gradFill>
            <a:ln w="6350" cap="flat" cmpd="sng" algn="ctr">
              <a:solidFill>
                <a:srgbClr val="1D7175">
                  <a:alpha val="60000"/>
                </a:srgbClr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38100" dist="254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non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898912" latinLnBrk="0">
                <a:buClr>
                  <a:srgbClr val="000000"/>
                </a:buClr>
                <a:tabLst>
                  <a:tab pos="3324015" algn="l"/>
                </a:tabLst>
              </a:pPr>
              <a:endParaRPr lang="ko-KR" altLang="en-US" sz="1411" spc="-88" dirty="0">
                <a:ln w="0"/>
                <a:solidFill>
                  <a:schemeClr val="bg1"/>
                </a:solidFill>
                <a:latin typeface="Rix고딕 M" pitchFamily="18" charset="-127"/>
                <a:ea typeface="Rix고딕 M" pitchFamily="18" charset="-127"/>
              </a:endParaRPr>
            </a:p>
          </p:txBody>
        </p:sp>
        <p:sp>
          <p:nvSpPr>
            <p:cNvPr id="204" name="TextBox 203"/>
            <p:cNvSpPr txBox="1"/>
            <p:nvPr/>
          </p:nvSpPr>
          <p:spPr>
            <a:xfrm>
              <a:off x="7380902" y="4546139"/>
              <a:ext cx="788350" cy="434221"/>
            </a:xfrm>
            <a:prstGeom prst="rect">
              <a:avLst/>
            </a:prstGeom>
            <a:noFill/>
            <a:ln w="6350">
              <a:noFill/>
            </a:ln>
            <a:effectLst/>
            <a:scene3d>
              <a:camera prst="orthographicFront"/>
              <a:lightRig rig="threePt" dir="t"/>
            </a:scene3d>
            <a:sp3d>
              <a:bevelT w="0" h="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 anchorCtr="0">
              <a:spAutoFit/>
              <a:sp3d>
                <a:bevelT w="0" h="38100"/>
                <a:contourClr>
                  <a:srgbClr val="213165"/>
                </a:contourClr>
              </a:sp3d>
            </a:bodyPr>
            <a:lstStyle>
              <a:defPPr>
                <a:defRPr lang="ko-KR"/>
              </a:defPPr>
              <a:lvl1pPr lvl="0" indent="0" algn="ctr" defTabSz="1019175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tabLst>
                  <a:tab pos="3768725" algn="l"/>
                </a:tabLst>
                <a:defRPr sz="1200" spc="0">
                  <a:ln w="0"/>
                  <a:solidFill>
                    <a:srgbClr val="292929"/>
                  </a:solidFill>
                  <a:effectLst/>
                  <a:latin typeface="고도 M" panose="02000503000000020004" pitchFamily="2" charset="-127"/>
                  <a:ea typeface="고도 M" panose="02000503000000020004" pitchFamily="2" charset="-127"/>
                </a:defRPr>
              </a:lvl1pPr>
            </a:lstStyle>
            <a:p>
              <a:pPr algn="l"/>
              <a:r>
                <a:rPr lang="ko-KR" altLang="en-US" sz="1411" dirty="0">
                  <a:solidFill>
                    <a:schemeClr val="bg1"/>
                  </a:solidFill>
                  <a:latin typeface="Rix고딕 M" pitchFamily="18" charset="-127"/>
                  <a:ea typeface="Rix고딕 M" pitchFamily="18" charset="-127"/>
                </a:rPr>
                <a:t>대체장비</a:t>
              </a:r>
            </a:p>
            <a:p>
              <a:pPr algn="l"/>
              <a:r>
                <a:rPr lang="ko-KR" altLang="en-US" sz="1411" dirty="0">
                  <a:solidFill>
                    <a:schemeClr val="bg1"/>
                  </a:solidFill>
                  <a:latin typeface="Rix고딕 M" pitchFamily="18" charset="-127"/>
                  <a:ea typeface="Rix고딕 M" pitchFamily="18" charset="-127"/>
                </a:rPr>
                <a:t>확보</a:t>
              </a:r>
            </a:p>
          </p:txBody>
        </p:sp>
        <p:sp>
          <p:nvSpPr>
            <p:cNvPr id="205" name="LcS55"/>
            <p:cNvSpPr txBox="1">
              <a:spLocks noChangeArrowheads="1"/>
            </p:cNvSpPr>
            <p:nvPr/>
          </p:nvSpPr>
          <p:spPr bwMode="auto">
            <a:xfrm>
              <a:off x="8303155" y="4262472"/>
              <a:ext cx="1673792" cy="1001556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square" lIns="0" tIns="0" rIns="0" bIns="0" anchor="ctr" anchorCtr="0">
              <a:spAutoFit/>
              <a:scene3d>
                <a:camera prst="orthographicFront"/>
                <a:lightRig rig="threePt" dir="t"/>
              </a:scene3d>
              <a:sp3d>
                <a:bevelT w="1270" h="12700"/>
              </a:sp3d>
            </a:bodyPr>
            <a:lstStyle>
              <a:defPPr>
                <a:defRPr lang="ko-KR"/>
              </a:defPPr>
              <a:lvl2pPr marL="88900" lvl="1" indent="-88900" latinLnBrk="0">
                <a:spcBef>
                  <a:spcPts val="100"/>
                </a:spcBef>
                <a:spcAft>
                  <a:spcPts val="100"/>
                </a:spcAft>
                <a:buClr>
                  <a:schemeClr val="tx1">
                    <a:lumMod val="75000"/>
                    <a:lumOff val="25000"/>
                  </a:schemeClr>
                </a:buClr>
                <a:buSzPct val="100000"/>
                <a:buFont typeface="Arial" panose="020B0604020202020204" pitchFamily="34" charset="0"/>
                <a:buChar char="•"/>
                <a:tabLst>
                  <a:tab pos="2512755" algn="l"/>
                  <a:tab pos="5642593" algn="l"/>
                </a:tabLst>
                <a:defRPr sz="1200" spc="-70">
                  <a:solidFill>
                    <a:schemeClr val="tx1">
                      <a:lumMod val="75000"/>
                      <a:lumOff val="25000"/>
                    </a:schemeClr>
                  </a:solidFill>
                  <a:latin typeface="고도 M" panose="02000503000000020004" pitchFamily="2" charset="-127"/>
                  <a:ea typeface="고도 M" panose="02000503000000020004" pitchFamily="2" charset="-127"/>
                  <a:cs typeface="함초롬돋움" panose="02030504000101010101" pitchFamily="18" charset="-127"/>
                </a:defRPr>
              </a:lvl2pPr>
            </a:lstStyle>
            <a:p>
              <a:pPr lvl="1">
                <a:buClr>
                  <a:schemeClr val="tx1">
                    <a:lumMod val="65000"/>
                    <a:lumOff val="35000"/>
                  </a:schemeClr>
                </a:buClr>
              </a:pPr>
              <a:r>
                <a:rPr lang="ko-KR" altLang="en-US" sz="1235" dirty="0">
                  <a:solidFill>
                    <a:schemeClr val="tx1"/>
                  </a:solidFill>
                  <a:latin typeface="Rix고딕 M" pitchFamily="18" charset="-127"/>
                  <a:ea typeface="Rix고딕 M" pitchFamily="18" charset="-127"/>
                </a:rPr>
                <a:t>도입제품에 대한 예비부품 사전확보</a:t>
              </a:r>
            </a:p>
            <a:p>
              <a:pPr lvl="1">
                <a:buClr>
                  <a:schemeClr val="tx1">
                    <a:lumMod val="65000"/>
                    <a:lumOff val="35000"/>
                  </a:schemeClr>
                </a:buClr>
              </a:pPr>
              <a:r>
                <a:rPr lang="ko-KR" altLang="en-US" sz="1235" dirty="0">
                  <a:solidFill>
                    <a:schemeClr val="tx1"/>
                  </a:solidFill>
                  <a:latin typeface="Rix고딕 M" pitchFamily="18" charset="-127"/>
                  <a:ea typeface="Rix고딕 M" pitchFamily="18" charset="-127"/>
                </a:rPr>
                <a:t>장애 발생 시 우선 교체</a:t>
              </a:r>
            </a:p>
            <a:p>
              <a:pPr lvl="1">
                <a:buClr>
                  <a:schemeClr val="tx1">
                    <a:lumMod val="65000"/>
                    <a:lumOff val="35000"/>
                  </a:schemeClr>
                </a:buClr>
              </a:pPr>
              <a:r>
                <a:rPr lang="ko-KR" altLang="en-US" sz="1235" dirty="0">
                  <a:solidFill>
                    <a:schemeClr val="tx1"/>
                  </a:solidFill>
                  <a:latin typeface="Rix고딕 M" pitchFamily="18" charset="-127"/>
                  <a:ea typeface="Rix고딕 M" pitchFamily="18" charset="-127"/>
                </a:rPr>
                <a:t>전국 지역거점을 통한 신속한 지원</a:t>
              </a:r>
            </a:p>
          </p:txBody>
        </p:sp>
        <p:grpSp>
          <p:nvGrpSpPr>
            <p:cNvPr id="206" name="그룹 205"/>
            <p:cNvGrpSpPr/>
            <p:nvPr/>
          </p:nvGrpSpPr>
          <p:grpSpPr>
            <a:xfrm>
              <a:off x="6796742" y="4571390"/>
              <a:ext cx="472900" cy="383717"/>
              <a:chOff x="13314363" y="3659188"/>
              <a:chExt cx="639763" cy="519112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207" name="Freeform 18"/>
              <p:cNvSpPr>
                <a:spLocks noEditPoints="1"/>
              </p:cNvSpPr>
              <p:nvPr/>
            </p:nvSpPr>
            <p:spPr bwMode="auto">
              <a:xfrm>
                <a:off x="13314363" y="3711575"/>
                <a:ext cx="474663" cy="461962"/>
              </a:xfrm>
              <a:custGeom>
                <a:avLst/>
                <a:gdLst>
                  <a:gd name="T0" fmla="*/ 196 w 227"/>
                  <a:gd name="T1" fmla="*/ 57 h 221"/>
                  <a:gd name="T2" fmla="*/ 209 w 227"/>
                  <a:gd name="T3" fmla="*/ 45 h 221"/>
                  <a:gd name="T4" fmla="*/ 180 w 227"/>
                  <a:gd name="T5" fmla="*/ 16 h 221"/>
                  <a:gd name="T6" fmla="*/ 167 w 227"/>
                  <a:gd name="T7" fmla="*/ 29 h 221"/>
                  <a:gd name="T8" fmla="*/ 133 w 227"/>
                  <a:gd name="T9" fmla="*/ 15 h 221"/>
                  <a:gd name="T10" fmla="*/ 133 w 227"/>
                  <a:gd name="T11" fmla="*/ 0 h 221"/>
                  <a:gd name="T12" fmla="*/ 93 w 227"/>
                  <a:gd name="T13" fmla="*/ 0 h 221"/>
                  <a:gd name="T14" fmla="*/ 93 w 227"/>
                  <a:gd name="T15" fmla="*/ 16 h 221"/>
                  <a:gd name="T16" fmla="*/ 61 w 227"/>
                  <a:gd name="T17" fmla="*/ 29 h 221"/>
                  <a:gd name="T18" fmla="*/ 47 w 227"/>
                  <a:gd name="T19" fmla="*/ 16 h 221"/>
                  <a:gd name="T20" fmla="*/ 19 w 227"/>
                  <a:gd name="T21" fmla="*/ 44 h 221"/>
                  <a:gd name="T22" fmla="*/ 32 w 227"/>
                  <a:gd name="T23" fmla="*/ 58 h 221"/>
                  <a:gd name="T24" fmla="*/ 19 w 227"/>
                  <a:gd name="T25" fmla="*/ 91 h 221"/>
                  <a:gd name="T26" fmla="*/ 0 w 227"/>
                  <a:gd name="T27" fmla="*/ 91 h 221"/>
                  <a:gd name="T28" fmla="*/ 0 w 227"/>
                  <a:gd name="T29" fmla="*/ 131 h 221"/>
                  <a:gd name="T30" fmla="*/ 19 w 227"/>
                  <a:gd name="T31" fmla="*/ 131 h 221"/>
                  <a:gd name="T32" fmla="*/ 33 w 227"/>
                  <a:gd name="T33" fmla="*/ 163 h 221"/>
                  <a:gd name="T34" fmla="*/ 20 w 227"/>
                  <a:gd name="T35" fmla="*/ 176 h 221"/>
                  <a:gd name="T36" fmla="*/ 48 w 227"/>
                  <a:gd name="T37" fmla="*/ 205 h 221"/>
                  <a:gd name="T38" fmla="*/ 61 w 227"/>
                  <a:gd name="T39" fmla="*/ 192 h 221"/>
                  <a:gd name="T40" fmla="*/ 93 w 227"/>
                  <a:gd name="T41" fmla="*/ 205 h 221"/>
                  <a:gd name="T42" fmla="*/ 93 w 227"/>
                  <a:gd name="T43" fmla="*/ 221 h 221"/>
                  <a:gd name="T44" fmla="*/ 133 w 227"/>
                  <a:gd name="T45" fmla="*/ 221 h 221"/>
                  <a:gd name="T46" fmla="*/ 133 w 227"/>
                  <a:gd name="T47" fmla="*/ 205 h 221"/>
                  <a:gd name="T48" fmla="*/ 167 w 227"/>
                  <a:gd name="T49" fmla="*/ 192 h 221"/>
                  <a:gd name="T50" fmla="*/ 179 w 227"/>
                  <a:gd name="T51" fmla="*/ 204 h 221"/>
                  <a:gd name="T52" fmla="*/ 207 w 227"/>
                  <a:gd name="T53" fmla="*/ 176 h 221"/>
                  <a:gd name="T54" fmla="*/ 195 w 227"/>
                  <a:gd name="T55" fmla="*/ 164 h 221"/>
                  <a:gd name="T56" fmla="*/ 209 w 227"/>
                  <a:gd name="T57" fmla="*/ 131 h 221"/>
                  <a:gd name="T58" fmla="*/ 227 w 227"/>
                  <a:gd name="T59" fmla="*/ 131 h 221"/>
                  <a:gd name="T60" fmla="*/ 227 w 227"/>
                  <a:gd name="T61" fmla="*/ 91 h 221"/>
                  <a:gd name="T62" fmla="*/ 210 w 227"/>
                  <a:gd name="T63" fmla="*/ 91 h 221"/>
                  <a:gd name="T64" fmla="*/ 196 w 227"/>
                  <a:gd name="T65" fmla="*/ 57 h 221"/>
                  <a:gd name="T66" fmla="*/ 114 w 227"/>
                  <a:gd name="T67" fmla="*/ 179 h 221"/>
                  <a:gd name="T68" fmla="*/ 45 w 227"/>
                  <a:gd name="T69" fmla="*/ 110 h 221"/>
                  <a:gd name="T70" fmla="*/ 114 w 227"/>
                  <a:gd name="T71" fmla="*/ 42 h 221"/>
                  <a:gd name="T72" fmla="*/ 184 w 227"/>
                  <a:gd name="T73" fmla="*/ 110 h 221"/>
                  <a:gd name="T74" fmla="*/ 114 w 227"/>
                  <a:gd name="T75" fmla="*/ 179 h 2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</a:cxnLst>
                <a:rect l="0" t="0" r="r" b="b"/>
                <a:pathLst>
                  <a:path w="227" h="221">
                    <a:moveTo>
                      <a:pt x="196" y="57"/>
                    </a:moveTo>
                    <a:cubicBezTo>
                      <a:pt x="209" y="45"/>
                      <a:pt x="209" y="45"/>
                      <a:pt x="209" y="45"/>
                    </a:cubicBezTo>
                    <a:cubicBezTo>
                      <a:pt x="180" y="16"/>
                      <a:pt x="180" y="16"/>
                      <a:pt x="180" y="16"/>
                    </a:cubicBezTo>
                    <a:cubicBezTo>
                      <a:pt x="167" y="29"/>
                      <a:pt x="167" y="29"/>
                      <a:pt x="167" y="29"/>
                    </a:cubicBezTo>
                    <a:cubicBezTo>
                      <a:pt x="157" y="22"/>
                      <a:pt x="145" y="18"/>
                      <a:pt x="133" y="15"/>
                    </a:cubicBezTo>
                    <a:cubicBezTo>
                      <a:pt x="133" y="0"/>
                      <a:pt x="133" y="0"/>
                      <a:pt x="133" y="0"/>
                    </a:cubicBezTo>
                    <a:cubicBezTo>
                      <a:pt x="93" y="0"/>
                      <a:pt x="93" y="0"/>
                      <a:pt x="93" y="0"/>
                    </a:cubicBezTo>
                    <a:cubicBezTo>
                      <a:pt x="93" y="16"/>
                      <a:pt x="93" y="16"/>
                      <a:pt x="93" y="16"/>
                    </a:cubicBezTo>
                    <a:cubicBezTo>
                      <a:pt x="81" y="18"/>
                      <a:pt x="70" y="23"/>
                      <a:pt x="61" y="29"/>
                    </a:cubicBezTo>
                    <a:cubicBezTo>
                      <a:pt x="47" y="16"/>
                      <a:pt x="47" y="16"/>
                      <a:pt x="47" y="16"/>
                    </a:cubicBezTo>
                    <a:cubicBezTo>
                      <a:pt x="19" y="44"/>
                      <a:pt x="19" y="44"/>
                      <a:pt x="19" y="44"/>
                    </a:cubicBezTo>
                    <a:cubicBezTo>
                      <a:pt x="32" y="58"/>
                      <a:pt x="32" y="58"/>
                      <a:pt x="32" y="58"/>
                    </a:cubicBezTo>
                    <a:cubicBezTo>
                      <a:pt x="26" y="68"/>
                      <a:pt x="21" y="79"/>
                      <a:pt x="19" y="91"/>
                    </a:cubicBezTo>
                    <a:cubicBezTo>
                      <a:pt x="0" y="91"/>
                      <a:pt x="0" y="91"/>
                      <a:pt x="0" y="91"/>
                    </a:cubicBezTo>
                    <a:cubicBezTo>
                      <a:pt x="0" y="131"/>
                      <a:pt x="0" y="131"/>
                      <a:pt x="0" y="131"/>
                    </a:cubicBezTo>
                    <a:cubicBezTo>
                      <a:pt x="19" y="131"/>
                      <a:pt x="19" y="131"/>
                      <a:pt x="19" y="131"/>
                    </a:cubicBezTo>
                    <a:cubicBezTo>
                      <a:pt x="21" y="143"/>
                      <a:pt x="26" y="154"/>
                      <a:pt x="33" y="163"/>
                    </a:cubicBezTo>
                    <a:cubicBezTo>
                      <a:pt x="20" y="176"/>
                      <a:pt x="20" y="176"/>
                      <a:pt x="20" y="176"/>
                    </a:cubicBezTo>
                    <a:cubicBezTo>
                      <a:pt x="48" y="205"/>
                      <a:pt x="48" y="205"/>
                      <a:pt x="48" y="205"/>
                    </a:cubicBezTo>
                    <a:cubicBezTo>
                      <a:pt x="61" y="192"/>
                      <a:pt x="61" y="192"/>
                      <a:pt x="61" y="192"/>
                    </a:cubicBezTo>
                    <a:cubicBezTo>
                      <a:pt x="71" y="198"/>
                      <a:pt x="81" y="202"/>
                      <a:pt x="93" y="205"/>
                    </a:cubicBezTo>
                    <a:cubicBezTo>
                      <a:pt x="93" y="221"/>
                      <a:pt x="93" y="221"/>
                      <a:pt x="93" y="221"/>
                    </a:cubicBezTo>
                    <a:cubicBezTo>
                      <a:pt x="133" y="221"/>
                      <a:pt x="133" y="221"/>
                      <a:pt x="133" y="221"/>
                    </a:cubicBezTo>
                    <a:cubicBezTo>
                      <a:pt x="133" y="205"/>
                      <a:pt x="133" y="205"/>
                      <a:pt x="133" y="205"/>
                    </a:cubicBezTo>
                    <a:cubicBezTo>
                      <a:pt x="145" y="203"/>
                      <a:pt x="157" y="198"/>
                      <a:pt x="167" y="192"/>
                    </a:cubicBezTo>
                    <a:cubicBezTo>
                      <a:pt x="179" y="204"/>
                      <a:pt x="179" y="204"/>
                      <a:pt x="179" y="204"/>
                    </a:cubicBezTo>
                    <a:cubicBezTo>
                      <a:pt x="207" y="176"/>
                      <a:pt x="207" y="176"/>
                      <a:pt x="207" y="176"/>
                    </a:cubicBezTo>
                    <a:cubicBezTo>
                      <a:pt x="195" y="164"/>
                      <a:pt x="195" y="164"/>
                      <a:pt x="195" y="164"/>
                    </a:cubicBezTo>
                    <a:cubicBezTo>
                      <a:pt x="202" y="154"/>
                      <a:pt x="207" y="143"/>
                      <a:pt x="209" y="131"/>
                    </a:cubicBezTo>
                    <a:cubicBezTo>
                      <a:pt x="227" y="131"/>
                      <a:pt x="227" y="131"/>
                      <a:pt x="227" y="131"/>
                    </a:cubicBezTo>
                    <a:cubicBezTo>
                      <a:pt x="227" y="91"/>
                      <a:pt x="227" y="91"/>
                      <a:pt x="227" y="91"/>
                    </a:cubicBezTo>
                    <a:cubicBezTo>
                      <a:pt x="210" y="91"/>
                      <a:pt x="210" y="91"/>
                      <a:pt x="210" y="91"/>
                    </a:cubicBezTo>
                    <a:cubicBezTo>
                      <a:pt x="207" y="79"/>
                      <a:pt x="202" y="67"/>
                      <a:pt x="196" y="57"/>
                    </a:cubicBezTo>
                    <a:close/>
                    <a:moveTo>
                      <a:pt x="114" y="179"/>
                    </a:moveTo>
                    <a:cubicBezTo>
                      <a:pt x="76" y="179"/>
                      <a:pt x="45" y="148"/>
                      <a:pt x="45" y="110"/>
                    </a:cubicBezTo>
                    <a:cubicBezTo>
                      <a:pt x="45" y="72"/>
                      <a:pt x="76" y="42"/>
                      <a:pt x="114" y="42"/>
                    </a:cubicBezTo>
                    <a:cubicBezTo>
                      <a:pt x="152" y="42"/>
                      <a:pt x="184" y="72"/>
                      <a:pt x="184" y="110"/>
                    </a:cubicBezTo>
                    <a:cubicBezTo>
                      <a:pt x="184" y="148"/>
                      <a:pt x="152" y="179"/>
                      <a:pt x="114" y="179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0649" tIns="40325" rIns="80649" bIns="40325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1588" dirty="0">
                  <a:latin typeface="Rix고딕 M" pitchFamily="18" charset="-127"/>
                  <a:ea typeface="Rix고딕 M" pitchFamily="18" charset="-127"/>
                </a:endParaRPr>
              </a:p>
            </p:txBody>
          </p:sp>
          <p:sp>
            <p:nvSpPr>
              <p:cNvPr id="208" name="Freeform 19"/>
              <p:cNvSpPr>
                <a:spLocks noEditPoints="1"/>
              </p:cNvSpPr>
              <p:nvPr/>
            </p:nvSpPr>
            <p:spPr bwMode="auto">
              <a:xfrm>
                <a:off x="13441363" y="3835400"/>
                <a:ext cx="220663" cy="215900"/>
              </a:xfrm>
              <a:custGeom>
                <a:avLst/>
                <a:gdLst>
                  <a:gd name="T0" fmla="*/ 53 w 105"/>
                  <a:gd name="T1" fmla="*/ 0 h 103"/>
                  <a:gd name="T2" fmla="*/ 0 w 105"/>
                  <a:gd name="T3" fmla="*/ 51 h 103"/>
                  <a:gd name="T4" fmla="*/ 53 w 105"/>
                  <a:gd name="T5" fmla="*/ 103 h 103"/>
                  <a:gd name="T6" fmla="*/ 105 w 105"/>
                  <a:gd name="T7" fmla="*/ 51 h 103"/>
                  <a:gd name="T8" fmla="*/ 53 w 105"/>
                  <a:gd name="T9" fmla="*/ 0 h 103"/>
                  <a:gd name="T10" fmla="*/ 53 w 105"/>
                  <a:gd name="T11" fmla="*/ 87 h 103"/>
                  <a:gd name="T12" fmla="*/ 17 w 105"/>
                  <a:gd name="T13" fmla="*/ 51 h 103"/>
                  <a:gd name="T14" fmla="*/ 53 w 105"/>
                  <a:gd name="T15" fmla="*/ 16 h 103"/>
                  <a:gd name="T16" fmla="*/ 88 w 105"/>
                  <a:gd name="T17" fmla="*/ 51 h 103"/>
                  <a:gd name="T18" fmla="*/ 53 w 105"/>
                  <a:gd name="T19" fmla="*/ 87 h 1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5" h="103">
                    <a:moveTo>
                      <a:pt x="53" y="0"/>
                    </a:moveTo>
                    <a:cubicBezTo>
                      <a:pt x="24" y="0"/>
                      <a:pt x="0" y="23"/>
                      <a:pt x="0" y="51"/>
                    </a:cubicBezTo>
                    <a:cubicBezTo>
                      <a:pt x="0" y="80"/>
                      <a:pt x="24" y="103"/>
                      <a:pt x="53" y="103"/>
                    </a:cubicBezTo>
                    <a:cubicBezTo>
                      <a:pt x="82" y="103"/>
                      <a:pt x="105" y="80"/>
                      <a:pt x="105" y="51"/>
                    </a:cubicBezTo>
                    <a:cubicBezTo>
                      <a:pt x="105" y="23"/>
                      <a:pt x="82" y="0"/>
                      <a:pt x="53" y="0"/>
                    </a:cubicBezTo>
                    <a:close/>
                    <a:moveTo>
                      <a:pt x="53" y="87"/>
                    </a:moveTo>
                    <a:cubicBezTo>
                      <a:pt x="33" y="87"/>
                      <a:pt x="17" y="71"/>
                      <a:pt x="17" y="51"/>
                    </a:cubicBezTo>
                    <a:cubicBezTo>
                      <a:pt x="17" y="32"/>
                      <a:pt x="33" y="16"/>
                      <a:pt x="53" y="16"/>
                    </a:cubicBezTo>
                    <a:cubicBezTo>
                      <a:pt x="72" y="16"/>
                      <a:pt x="88" y="32"/>
                      <a:pt x="88" y="51"/>
                    </a:cubicBezTo>
                    <a:cubicBezTo>
                      <a:pt x="88" y="71"/>
                      <a:pt x="72" y="87"/>
                      <a:pt x="53" y="87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0649" tIns="40325" rIns="80649" bIns="40325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1588" dirty="0">
                  <a:latin typeface="Rix고딕 M" pitchFamily="18" charset="-127"/>
                  <a:ea typeface="Rix고딕 M" pitchFamily="18" charset="-127"/>
                </a:endParaRPr>
              </a:p>
            </p:txBody>
          </p:sp>
          <p:sp>
            <p:nvSpPr>
              <p:cNvPr id="209" name="Oval 20"/>
              <p:cNvSpPr>
                <a:spLocks noChangeArrowheads="1"/>
              </p:cNvSpPr>
              <p:nvPr/>
            </p:nvSpPr>
            <p:spPr bwMode="auto">
              <a:xfrm>
                <a:off x="13512801" y="3903663"/>
                <a:ext cx="77788" cy="77787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0649" tIns="40325" rIns="80649" bIns="40325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1588" dirty="0">
                  <a:latin typeface="Rix고딕 M" pitchFamily="18" charset="-127"/>
                  <a:ea typeface="Rix고딕 M" pitchFamily="18" charset="-127"/>
                </a:endParaRPr>
              </a:p>
            </p:txBody>
          </p:sp>
          <p:sp>
            <p:nvSpPr>
              <p:cNvPr id="210" name="Freeform 21"/>
              <p:cNvSpPr>
                <a:spLocks noEditPoints="1"/>
              </p:cNvSpPr>
              <p:nvPr/>
            </p:nvSpPr>
            <p:spPr bwMode="auto">
              <a:xfrm>
                <a:off x="13752513" y="3659188"/>
                <a:ext cx="201613" cy="519112"/>
              </a:xfrm>
              <a:custGeom>
                <a:avLst/>
                <a:gdLst>
                  <a:gd name="T0" fmla="*/ 73 w 96"/>
                  <a:gd name="T1" fmla="*/ 0 h 248"/>
                  <a:gd name="T2" fmla="*/ 73 w 96"/>
                  <a:gd name="T3" fmla="*/ 5 h 248"/>
                  <a:gd name="T4" fmla="*/ 47 w 96"/>
                  <a:gd name="T5" fmla="*/ 45 h 248"/>
                  <a:gd name="T6" fmla="*/ 21 w 96"/>
                  <a:gd name="T7" fmla="*/ 5 h 248"/>
                  <a:gd name="T8" fmla="*/ 21 w 96"/>
                  <a:gd name="T9" fmla="*/ 0 h 248"/>
                  <a:gd name="T10" fmla="*/ 0 w 96"/>
                  <a:gd name="T11" fmla="*/ 0 h 248"/>
                  <a:gd name="T12" fmla="*/ 0 w 96"/>
                  <a:gd name="T13" fmla="*/ 30 h 248"/>
                  <a:gd name="T14" fmla="*/ 28 w 96"/>
                  <a:gd name="T15" fmla="*/ 72 h 248"/>
                  <a:gd name="T16" fmla="*/ 22 w 96"/>
                  <a:gd name="T17" fmla="*/ 223 h 248"/>
                  <a:gd name="T18" fmla="*/ 41 w 96"/>
                  <a:gd name="T19" fmla="*/ 248 h 248"/>
                  <a:gd name="T20" fmla="*/ 57 w 96"/>
                  <a:gd name="T21" fmla="*/ 248 h 248"/>
                  <a:gd name="T22" fmla="*/ 76 w 96"/>
                  <a:gd name="T23" fmla="*/ 223 h 248"/>
                  <a:gd name="T24" fmla="*/ 70 w 96"/>
                  <a:gd name="T25" fmla="*/ 72 h 248"/>
                  <a:gd name="T26" fmla="*/ 96 w 96"/>
                  <a:gd name="T27" fmla="*/ 30 h 248"/>
                  <a:gd name="T28" fmla="*/ 96 w 96"/>
                  <a:gd name="T29" fmla="*/ 0 h 248"/>
                  <a:gd name="T30" fmla="*/ 73 w 96"/>
                  <a:gd name="T31" fmla="*/ 0 h 248"/>
                  <a:gd name="T32" fmla="*/ 49 w 96"/>
                  <a:gd name="T33" fmla="*/ 228 h 248"/>
                  <a:gd name="T34" fmla="*/ 37 w 96"/>
                  <a:gd name="T35" fmla="*/ 216 h 248"/>
                  <a:gd name="T36" fmla="*/ 49 w 96"/>
                  <a:gd name="T37" fmla="*/ 204 h 248"/>
                  <a:gd name="T38" fmla="*/ 61 w 96"/>
                  <a:gd name="T39" fmla="*/ 216 h 248"/>
                  <a:gd name="T40" fmla="*/ 49 w 96"/>
                  <a:gd name="T41" fmla="*/ 228 h 2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96" h="248">
                    <a:moveTo>
                      <a:pt x="73" y="0"/>
                    </a:moveTo>
                    <a:cubicBezTo>
                      <a:pt x="73" y="2"/>
                      <a:pt x="73" y="4"/>
                      <a:pt x="73" y="5"/>
                    </a:cubicBezTo>
                    <a:cubicBezTo>
                      <a:pt x="73" y="28"/>
                      <a:pt x="61" y="45"/>
                      <a:pt x="47" y="45"/>
                    </a:cubicBezTo>
                    <a:cubicBezTo>
                      <a:pt x="32" y="45"/>
                      <a:pt x="21" y="28"/>
                      <a:pt x="21" y="5"/>
                    </a:cubicBezTo>
                    <a:cubicBezTo>
                      <a:pt x="21" y="4"/>
                      <a:pt x="21" y="2"/>
                      <a:pt x="21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0"/>
                      <a:pt x="0" y="30"/>
                      <a:pt x="0" y="30"/>
                    </a:cubicBezTo>
                    <a:cubicBezTo>
                      <a:pt x="0" y="49"/>
                      <a:pt x="12" y="65"/>
                      <a:pt x="28" y="72"/>
                    </a:cubicBezTo>
                    <a:cubicBezTo>
                      <a:pt x="22" y="223"/>
                      <a:pt x="22" y="223"/>
                      <a:pt x="22" y="223"/>
                    </a:cubicBezTo>
                    <a:cubicBezTo>
                      <a:pt x="22" y="237"/>
                      <a:pt x="31" y="248"/>
                      <a:pt x="41" y="248"/>
                    </a:cubicBezTo>
                    <a:cubicBezTo>
                      <a:pt x="57" y="248"/>
                      <a:pt x="57" y="248"/>
                      <a:pt x="57" y="248"/>
                    </a:cubicBezTo>
                    <a:cubicBezTo>
                      <a:pt x="67" y="248"/>
                      <a:pt x="76" y="237"/>
                      <a:pt x="76" y="223"/>
                    </a:cubicBezTo>
                    <a:cubicBezTo>
                      <a:pt x="70" y="72"/>
                      <a:pt x="70" y="72"/>
                      <a:pt x="70" y="72"/>
                    </a:cubicBezTo>
                    <a:cubicBezTo>
                      <a:pt x="85" y="65"/>
                      <a:pt x="96" y="49"/>
                      <a:pt x="96" y="30"/>
                    </a:cubicBezTo>
                    <a:cubicBezTo>
                      <a:pt x="96" y="0"/>
                      <a:pt x="96" y="0"/>
                      <a:pt x="96" y="0"/>
                    </a:cubicBezTo>
                    <a:lnTo>
                      <a:pt x="73" y="0"/>
                    </a:lnTo>
                    <a:close/>
                    <a:moveTo>
                      <a:pt x="49" y="228"/>
                    </a:moveTo>
                    <a:cubicBezTo>
                      <a:pt x="42" y="228"/>
                      <a:pt x="37" y="223"/>
                      <a:pt x="37" y="216"/>
                    </a:cubicBezTo>
                    <a:cubicBezTo>
                      <a:pt x="37" y="209"/>
                      <a:pt x="42" y="204"/>
                      <a:pt x="49" y="204"/>
                    </a:cubicBezTo>
                    <a:cubicBezTo>
                      <a:pt x="56" y="204"/>
                      <a:pt x="61" y="209"/>
                      <a:pt x="61" y="216"/>
                    </a:cubicBezTo>
                    <a:cubicBezTo>
                      <a:pt x="61" y="223"/>
                      <a:pt x="56" y="228"/>
                      <a:pt x="49" y="228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0649" tIns="40325" rIns="80649" bIns="40325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1588" dirty="0">
                  <a:latin typeface="Rix고딕 M" pitchFamily="18" charset="-127"/>
                  <a:ea typeface="Rix고딕 M" pitchFamily="18" charset="-127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7020541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직사각형 167"/>
          <p:cNvSpPr/>
          <p:nvPr/>
        </p:nvSpPr>
        <p:spPr>
          <a:xfrm>
            <a:off x="0" y="307090"/>
            <a:ext cx="10693400" cy="46218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 cap="rnd" cmpd="sng">
            <a:noFill/>
            <a:prstDash val="solid"/>
            <a:headEnd type="none" w="lg" len="med"/>
            <a:tailEnd type="none" w="lg" len="med"/>
          </a:ln>
          <a:effectLst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none" lIns="99569" tIns="172873" rIns="99569" bIns="49785"/>
          <a:lstStyle/>
          <a:p>
            <a:pPr algn="ctr" latinLnBrk="0"/>
            <a:endParaRPr lang="ko-KR" altLang="en-US" sz="1700" b="1" dirty="0">
              <a:gradFill>
                <a:gsLst>
                  <a:gs pos="0">
                    <a:prstClr val="white"/>
                  </a:gs>
                  <a:gs pos="100000">
                    <a:prstClr val="white"/>
                  </a:gs>
                </a:gsLst>
                <a:lin ang="5400000" scaled="0"/>
              </a:gra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고도 B" panose="02000503000000020004" pitchFamily="2" charset="-127"/>
              <a:ea typeface="고도 B" panose="02000503000000020004" pitchFamily="2" charset="-127"/>
            </a:endParaRPr>
          </a:p>
        </p:txBody>
      </p:sp>
      <p:sp>
        <p:nvSpPr>
          <p:cNvPr id="170" name="TextBox 169"/>
          <p:cNvSpPr txBox="1"/>
          <p:nvPr/>
        </p:nvSpPr>
        <p:spPr>
          <a:xfrm>
            <a:off x="347918" y="357032"/>
            <a:ext cx="8148382" cy="369332"/>
          </a:xfrm>
          <a:prstGeom prst="rect">
            <a:avLst/>
          </a:prstGeom>
          <a:noFill/>
          <a:ln w="6350">
            <a:noFill/>
          </a:ln>
          <a:effectLst/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 anchorCtr="0">
            <a:spAutoFit/>
            <a:sp3d>
              <a:bevelT w="0" h="0"/>
              <a:contourClr>
                <a:schemeClr val="bg1"/>
              </a:contourClr>
            </a:sp3d>
          </a:bodyPr>
          <a:lstStyle>
            <a:defPPr>
              <a:defRPr lang="ko-KR"/>
            </a:defPPr>
            <a:lvl1pPr lvl="0" indent="0" defTabSz="801639" latinLnBrk="0">
              <a:lnSpc>
                <a:spcPct val="100000"/>
              </a:lnSpc>
              <a:spcBef>
                <a:spcPts val="88"/>
              </a:spcBef>
              <a:spcAft>
                <a:spcPts val="88"/>
              </a:spcAft>
              <a:defRPr sz="2400" spc="0">
                <a:ln>
                  <a:solidFill>
                    <a:prstClr val="white">
                      <a:alpha val="10000"/>
                    </a:prstClr>
                  </a:solidFill>
                </a:ln>
                <a:solidFill>
                  <a:prstClr val="white"/>
                </a:solidFill>
                <a:effectLst/>
                <a:latin typeface="나눔고딕 ExtraBold" panose="020D0904000000000000" pitchFamily="50" charset="-127"/>
                <a:ea typeface="나눔고딕 ExtraBold" panose="020D0904000000000000" pitchFamily="50" charset="-127"/>
              </a:defRPr>
            </a:lvl1pPr>
          </a:lstStyle>
          <a:p>
            <a:r>
              <a:rPr lang="en-US" altLang="ko-KR" spc="-150" dirty="0" smtClean="0">
                <a:solidFill>
                  <a:schemeClr val="tx1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Q13. </a:t>
            </a:r>
            <a:r>
              <a:rPr lang="en-US" altLang="ko-KR" spc="-150" dirty="0">
                <a:solidFill>
                  <a:schemeClr val="tx1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L/B, </a:t>
            </a:r>
            <a:r>
              <a:rPr lang="ko-KR" altLang="en-US" spc="-150" dirty="0">
                <a:solidFill>
                  <a:schemeClr val="tx1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가상화</a:t>
            </a:r>
            <a:r>
              <a:rPr lang="en-US" altLang="ko-KR" spc="-150" dirty="0">
                <a:solidFill>
                  <a:schemeClr val="tx1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, L2 </a:t>
            </a:r>
            <a:r>
              <a:rPr lang="ko-KR" altLang="en-US" spc="-150" dirty="0">
                <a:solidFill>
                  <a:schemeClr val="tx1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트렁크 구성 방안</a:t>
            </a:r>
          </a:p>
        </p:txBody>
      </p:sp>
      <p:sp>
        <p:nvSpPr>
          <p:cNvPr id="172" name="직사각형 171"/>
          <p:cNvSpPr/>
          <p:nvPr/>
        </p:nvSpPr>
        <p:spPr>
          <a:xfrm>
            <a:off x="0" y="776868"/>
            <a:ext cx="10693400" cy="566158"/>
          </a:xfrm>
          <a:prstGeom prst="rect">
            <a:avLst/>
          </a:prstGeom>
          <a:solidFill>
            <a:srgbClr val="2F6495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 lang="ko-KR" altLang="en-US" dirty="0"/>
          </a:p>
        </p:txBody>
      </p:sp>
      <p:sp>
        <p:nvSpPr>
          <p:cNvPr id="173" name="TextBox 172"/>
          <p:cNvSpPr txBox="1"/>
          <p:nvPr/>
        </p:nvSpPr>
        <p:spPr>
          <a:xfrm>
            <a:off x="357442" y="920807"/>
            <a:ext cx="10043857" cy="291490"/>
          </a:xfrm>
          <a:prstGeom prst="rect">
            <a:avLst/>
          </a:prstGeom>
          <a:noFill/>
          <a:ln w="6350">
            <a:noFill/>
          </a:ln>
          <a:effectLst/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 anchorCtr="0">
            <a:spAutoFit/>
            <a:sp3d>
              <a:bevelT w="0" h="0"/>
              <a:contourClr>
                <a:schemeClr val="bg1"/>
              </a:contourClr>
            </a:sp3d>
          </a:bodyPr>
          <a:lstStyle>
            <a:defPPr>
              <a:defRPr lang="ko-KR"/>
            </a:defPPr>
            <a:lvl1pPr lvl="0" indent="0" defTabSz="801639" latinLnBrk="0">
              <a:lnSpc>
                <a:spcPct val="100000"/>
              </a:lnSpc>
              <a:spcBef>
                <a:spcPts val="88"/>
              </a:spcBef>
              <a:spcAft>
                <a:spcPts val="88"/>
              </a:spcAft>
              <a:defRPr sz="2400" spc="0">
                <a:ln>
                  <a:solidFill>
                    <a:prstClr val="white">
                      <a:alpha val="10000"/>
                    </a:prstClr>
                  </a:solidFill>
                </a:ln>
                <a:solidFill>
                  <a:prstClr val="white"/>
                </a:solidFill>
                <a:effectLst/>
                <a:latin typeface="나눔고딕 ExtraBold" panose="020D0904000000000000" pitchFamily="50" charset="-127"/>
                <a:ea typeface="나눔고딕 ExtraBold" panose="020D0904000000000000" pitchFamily="50" charset="-127"/>
              </a:defRPr>
            </a:lvl1pPr>
          </a:lstStyle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800" spc="-100" dirty="0">
                <a:solidFill>
                  <a:schemeClr val="bg1"/>
                </a:solidFill>
                <a:latin typeface="Rix고딕 M" pitchFamily="18" charset="-127"/>
                <a:ea typeface="Rix고딕 M" pitchFamily="18" charset="-127"/>
              </a:rPr>
              <a:t>가상화</a:t>
            </a:r>
            <a:r>
              <a:rPr lang="en-US" altLang="ko-KR" sz="1800" spc="-100" dirty="0">
                <a:solidFill>
                  <a:schemeClr val="bg1"/>
                </a:solidFill>
                <a:latin typeface="Rix고딕 M" pitchFamily="18" charset="-127"/>
                <a:ea typeface="Rix고딕 M" pitchFamily="18" charset="-127"/>
              </a:rPr>
              <a:t>, </a:t>
            </a:r>
            <a:r>
              <a:rPr lang="ko-KR" altLang="en-US" sz="1800" spc="-100" dirty="0">
                <a:solidFill>
                  <a:schemeClr val="bg1"/>
                </a:solidFill>
                <a:latin typeface="Rix고딕 M" pitchFamily="18" charset="-127"/>
                <a:ea typeface="Rix고딕 M" pitchFamily="18" charset="-127"/>
              </a:rPr>
              <a:t>트래픽 분산</a:t>
            </a:r>
            <a:r>
              <a:rPr lang="en-US" altLang="ko-KR" sz="1800" spc="-100" dirty="0">
                <a:solidFill>
                  <a:schemeClr val="bg1"/>
                </a:solidFill>
                <a:latin typeface="Rix고딕 M" pitchFamily="18" charset="-127"/>
                <a:ea typeface="Rix고딕 M" pitchFamily="18" charset="-127"/>
              </a:rPr>
              <a:t>, L2 </a:t>
            </a:r>
            <a:r>
              <a:rPr lang="ko-KR" altLang="en-US" sz="1800" spc="-100" dirty="0">
                <a:solidFill>
                  <a:schemeClr val="bg1"/>
                </a:solidFill>
                <a:latin typeface="Rix고딕 M" pitchFamily="18" charset="-127"/>
                <a:ea typeface="Rix고딕 M" pitchFamily="18" charset="-127"/>
              </a:rPr>
              <a:t>트렁크 구성으로 보안성</a:t>
            </a:r>
            <a:r>
              <a:rPr lang="en-US" altLang="ko-KR" sz="1800" spc="-100" dirty="0">
                <a:solidFill>
                  <a:schemeClr val="bg1"/>
                </a:solidFill>
                <a:latin typeface="Rix고딕 M" pitchFamily="18" charset="-127"/>
                <a:ea typeface="Rix고딕 M" pitchFamily="18" charset="-127"/>
              </a:rPr>
              <a:t>, </a:t>
            </a:r>
            <a:r>
              <a:rPr lang="ko-KR" altLang="en-US" sz="1800" spc="-100" dirty="0">
                <a:solidFill>
                  <a:schemeClr val="bg1"/>
                </a:solidFill>
                <a:latin typeface="Rix고딕 M" pitchFamily="18" charset="-127"/>
                <a:ea typeface="Rix고딕 M" pitchFamily="18" charset="-127"/>
              </a:rPr>
              <a:t>안정성을 확보하겠습니다</a:t>
            </a:r>
            <a:r>
              <a:rPr lang="en-US" altLang="ko-KR" sz="1800" spc="-100" dirty="0">
                <a:solidFill>
                  <a:schemeClr val="bg1"/>
                </a:solidFill>
                <a:latin typeface="Rix고딕 M" pitchFamily="18" charset="-127"/>
                <a:ea typeface="Rix고딕 M" pitchFamily="18" charset="-127"/>
              </a:rPr>
              <a:t>.</a:t>
            </a:r>
          </a:p>
        </p:txBody>
      </p:sp>
      <p:sp>
        <p:nvSpPr>
          <p:cNvPr id="194" name="직사각형 193"/>
          <p:cNvSpPr/>
          <p:nvPr/>
        </p:nvSpPr>
        <p:spPr>
          <a:xfrm>
            <a:off x="4174581" y="4878180"/>
            <a:ext cx="613366" cy="132898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149987" dist="10160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ko-KR" altLang="en-US" sz="1000" dirty="0">
              <a:solidFill>
                <a:schemeClr val="tx1"/>
              </a:solidFill>
              <a:latin typeface="Rix고딕 M" pitchFamily="18" charset="-127"/>
              <a:ea typeface="Rix고딕 M" pitchFamily="18" charset="-127"/>
            </a:endParaRPr>
          </a:p>
        </p:txBody>
      </p:sp>
      <p:sp>
        <p:nvSpPr>
          <p:cNvPr id="195" name="모서리가 둥근 직사각형 194"/>
          <p:cNvSpPr/>
          <p:nvPr/>
        </p:nvSpPr>
        <p:spPr>
          <a:xfrm>
            <a:off x="1155601" y="1843839"/>
            <a:ext cx="3656223" cy="1731484"/>
          </a:xfrm>
          <a:prstGeom prst="roundRect">
            <a:avLst>
              <a:gd name="adj" fmla="val 2554"/>
            </a:avLst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  <a:miter lim="800000"/>
            <a:headEnd/>
            <a:tailEnd/>
          </a:ln>
          <a:effectLst/>
        </p:spPr>
        <p:txBody>
          <a:bodyPr wrap="none" lIns="99569" tIns="49785" rIns="99569" bIns="49785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ko-KR" altLang="en-US" sz="1100" dirty="0">
              <a:solidFill>
                <a:srgbClr val="000000"/>
              </a:solidFill>
              <a:latin typeface="산돌고딕 L" pitchFamily="18" charset="-127"/>
              <a:ea typeface="산돌고딕 L" pitchFamily="18" charset="-127"/>
            </a:endParaRPr>
          </a:p>
        </p:txBody>
      </p:sp>
      <p:grpSp>
        <p:nvGrpSpPr>
          <p:cNvPr id="196" name="그룹 195"/>
          <p:cNvGrpSpPr/>
          <p:nvPr/>
        </p:nvGrpSpPr>
        <p:grpSpPr>
          <a:xfrm>
            <a:off x="4026066" y="2608422"/>
            <a:ext cx="185622" cy="401171"/>
            <a:chOff x="3825977" y="1860007"/>
            <a:chExt cx="171224" cy="290964"/>
          </a:xfrm>
        </p:grpSpPr>
        <p:cxnSp>
          <p:nvCxnSpPr>
            <p:cNvPr id="197" name="직선 연결선 196"/>
            <p:cNvCxnSpPr/>
            <p:nvPr/>
          </p:nvCxnSpPr>
          <p:spPr>
            <a:xfrm>
              <a:off x="3891550" y="1860007"/>
              <a:ext cx="0" cy="290964"/>
            </a:xfrm>
            <a:prstGeom prst="line">
              <a:avLst/>
            </a:prstGeom>
            <a:ln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직선 연결선 197"/>
            <p:cNvCxnSpPr/>
            <p:nvPr/>
          </p:nvCxnSpPr>
          <p:spPr>
            <a:xfrm>
              <a:off x="3948703" y="1860007"/>
              <a:ext cx="0" cy="290964"/>
            </a:xfrm>
            <a:prstGeom prst="line">
              <a:avLst/>
            </a:prstGeom>
            <a:ln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99" name="그룹 198"/>
            <p:cNvGrpSpPr/>
            <p:nvPr/>
          </p:nvGrpSpPr>
          <p:grpSpPr>
            <a:xfrm>
              <a:off x="3825977" y="1954269"/>
              <a:ext cx="171224" cy="80594"/>
              <a:chOff x="4946688" y="3862016"/>
              <a:chExt cx="171224" cy="80594"/>
            </a:xfrm>
          </p:grpSpPr>
          <p:sp>
            <p:nvSpPr>
              <p:cNvPr id="200" name="타원 199"/>
              <p:cNvSpPr/>
              <p:nvPr/>
            </p:nvSpPr>
            <p:spPr>
              <a:xfrm>
                <a:off x="4946688" y="3862016"/>
                <a:ext cx="171224" cy="61546"/>
              </a:xfrm>
              <a:prstGeom prst="ellipse">
                <a:avLst/>
              </a:prstGeom>
              <a:noFill/>
              <a:ln w="6350">
                <a:solidFill>
                  <a:srgbClr val="C00000"/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 smtClean="0">
                  <a:latin typeface="Rix고딕 M" pitchFamily="18" charset="-127"/>
                  <a:ea typeface="Rix고딕 M" pitchFamily="18" charset="-127"/>
                </a:endParaRPr>
              </a:p>
            </p:txBody>
          </p:sp>
          <p:sp>
            <p:nvSpPr>
              <p:cNvPr id="201" name="타원 200"/>
              <p:cNvSpPr/>
              <p:nvPr/>
            </p:nvSpPr>
            <p:spPr>
              <a:xfrm>
                <a:off x="4946688" y="3881064"/>
                <a:ext cx="171224" cy="61546"/>
              </a:xfrm>
              <a:prstGeom prst="ellipse">
                <a:avLst/>
              </a:prstGeom>
              <a:noFill/>
              <a:ln w="6350">
                <a:solidFill>
                  <a:srgbClr val="C00000"/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 smtClean="0">
                  <a:latin typeface="Rix고딕 M" pitchFamily="18" charset="-127"/>
                  <a:ea typeface="Rix고딕 M" pitchFamily="18" charset="-127"/>
                </a:endParaRPr>
              </a:p>
            </p:txBody>
          </p:sp>
        </p:grpSp>
      </p:grpSp>
      <p:sp>
        <p:nvSpPr>
          <p:cNvPr id="202" name="Text Box 3"/>
          <p:cNvSpPr txBox="1">
            <a:spLocks noChangeArrowheads="1"/>
          </p:cNvSpPr>
          <p:nvPr/>
        </p:nvSpPr>
        <p:spPr bwMode="auto">
          <a:xfrm>
            <a:off x="1782606" y="2702313"/>
            <a:ext cx="413575" cy="246221"/>
          </a:xfrm>
          <a:prstGeom prst="rect">
            <a:avLst/>
          </a:prstGeom>
          <a:noFill/>
          <a:extLst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algn="ctr">
              <a:defRPr sz="1200"/>
            </a:lvl1pPr>
          </a:lstStyle>
          <a:p>
            <a:r>
              <a:rPr lang="en-US" altLang="ko-KR" sz="800" dirty="0">
                <a:latin typeface="Rix고딕 M" pitchFamily="18" charset="-127"/>
                <a:ea typeface="Rix고딕 M" pitchFamily="18" charset="-127"/>
              </a:rPr>
              <a:t>8</a:t>
            </a:r>
            <a:r>
              <a:rPr lang="en-US" altLang="ko-KR" sz="800" dirty="0" smtClean="0">
                <a:latin typeface="Rix고딕 M" pitchFamily="18" charset="-127"/>
                <a:ea typeface="Rix고딕 M" pitchFamily="18" charset="-127"/>
              </a:rPr>
              <a:t>0G</a:t>
            </a:r>
          </a:p>
          <a:p>
            <a:r>
              <a:rPr lang="en-US" altLang="ko-KR" sz="800" dirty="0" smtClean="0">
                <a:latin typeface="Rix고딕 M" pitchFamily="18" charset="-127"/>
                <a:ea typeface="Rix고딕 M" pitchFamily="18" charset="-127"/>
              </a:rPr>
              <a:t>Trunking</a:t>
            </a:r>
            <a:endParaRPr lang="en-US" altLang="ko-KR" sz="800" dirty="0">
              <a:latin typeface="Rix고딕 M" pitchFamily="18" charset="-127"/>
              <a:ea typeface="Rix고딕 M" pitchFamily="18" charset="-127"/>
            </a:endParaRPr>
          </a:p>
        </p:txBody>
      </p:sp>
      <p:cxnSp>
        <p:nvCxnSpPr>
          <p:cNvPr id="203" name="직선 연결선 202"/>
          <p:cNvCxnSpPr/>
          <p:nvPr/>
        </p:nvCxnSpPr>
        <p:spPr>
          <a:xfrm flipH="1">
            <a:off x="2020377" y="2382945"/>
            <a:ext cx="1884795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4" name="직선 연결선 203"/>
          <p:cNvCxnSpPr/>
          <p:nvPr/>
        </p:nvCxnSpPr>
        <p:spPr>
          <a:xfrm flipH="1">
            <a:off x="2020377" y="3228057"/>
            <a:ext cx="1884795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7" name="그룹 206"/>
          <p:cNvGrpSpPr/>
          <p:nvPr/>
        </p:nvGrpSpPr>
        <p:grpSpPr>
          <a:xfrm>
            <a:off x="1612759" y="2617252"/>
            <a:ext cx="185622" cy="415093"/>
            <a:chOff x="1538320" y="1860007"/>
            <a:chExt cx="171224" cy="290964"/>
          </a:xfrm>
        </p:grpSpPr>
        <p:cxnSp>
          <p:nvCxnSpPr>
            <p:cNvPr id="208" name="직선 연결선 207"/>
            <p:cNvCxnSpPr/>
            <p:nvPr/>
          </p:nvCxnSpPr>
          <p:spPr>
            <a:xfrm>
              <a:off x="1603893" y="1860007"/>
              <a:ext cx="0" cy="290964"/>
            </a:xfrm>
            <a:prstGeom prst="line">
              <a:avLst/>
            </a:prstGeom>
            <a:ln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직선 연결선 208"/>
            <p:cNvCxnSpPr/>
            <p:nvPr/>
          </p:nvCxnSpPr>
          <p:spPr>
            <a:xfrm>
              <a:off x="1661046" y="1860007"/>
              <a:ext cx="0" cy="290964"/>
            </a:xfrm>
            <a:prstGeom prst="line">
              <a:avLst/>
            </a:prstGeom>
            <a:ln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10" name="그룹 209"/>
            <p:cNvGrpSpPr/>
            <p:nvPr/>
          </p:nvGrpSpPr>
          <p:grpSpPr>
            <a:xfrm>
              <a:off x="1538320" y="1954269"/>
              <a:ext cx="171224" cy="80594"/>
              <a:chOff x="4946688" y="3862016"/>
              <a:chExt cx="171224" cy="80594"/>
            </a:xfrm>
          </p:grpSpPr>
          <p:sp>
            <p:nvSpPr>
              <p:cNvPr id="215" name="타원 214"/>
              <p:cNvSpPr/>
              <p:nvPr/>
            </p:nvSpPr>
            <p:spPr>
              <a:xfrm>
                <a:off x="4946688" y="3862016"/>
                <a:ext cx="171224" cy="61546"/>
              </a:xfrm>
              <a:prstGeom prst="ellipse">
                <a:avLst/>
              </a:prstGeom>
              <a:noFill/>
              <a:ln w="6350">
                <a:solidFill>
                  <a:srgbClr val="C00000"/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 smtClean="0">
                  <a:latin typeface="Rix고딕 M" pitchFamily="18" charset="-127"/>
                  <a:ea typeface="Rix고딕 M" pitchFamily="18" charset="-127"/>
                </a:endParaRPr>
              </a:p>
            </p:txBody>
          </p:sp>
          <p:sp>
            <p:nvSpPr>
              <p:cNvPr id="216" name="타원 215"/>
              <p:cNvSpPr/>
              <p:nvPr/>
            </p:nvSpPr>
            <p:spPr>
              <a:xfrm>
                <a:off x="4946688" y="3881064"/>
                <a:ext cx="171224" cy="61546"/>
              </a:xfrm>
              <a:prstGeom prst="ellipse">
                <a:avLst/>
              </a:prstGeom>
              <a:noFill/>
              <a:ln w="6350">
                <a:solidFill>
                  <a:srgbClr val="C00000"/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 smtClean="0">
                  <a:latin typeface="Rix고딕 M" pitchFamily="18" charset="-127"/>
                  <a:ea typeface="Rix고딕 M" pitchFamily="18" charset="-127"/>
                </a:endParaRPr>
              </a:p>
            </p:txBody>
          </p:sp>
        </p:grpSp>
      </p:grpSp>
      <p:sp>
        <p:nvSpPr>
          <p:cNvPr id="217" name="Text Box 3"/>
          <p:cNvSpPr txBox="1">
            <a:spLocks noChangeArrowheads="1"/>
          </p:cNvSpPr>
          <p:nvPr/>
        </p:nvSpPr>
        <p:spPr bwMode="auto">
          <a:xfrm>
            <a:off x="3077485" y="2239541"/>
            <a:ext cx="195566" cy="123111"/>
          </a:xfrm>
          <a:prstGeom prst="rect">
            <a:avLst/>
          </a:prstGeom>
          <a:noFill/>
          <a:extLst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algn="ctr">
              <a:defRPr sz="1200"/>
            </a:lvl1pPr>
          </a:lstStyle>
          <a:p>
            <a:r>
              <a:rPr lang="en-US" altLang="ko-KR" sz="800" dirty="0" smtClean="0">
                <a:latin typeface="Rix고딕 M" pitchFamily="18" charset="-127"/>
                <a:ea typeface="Rix고딕 M" pitchFamily="18" charset="-127"/>
              </a:rPr>
              <a:t>10G</a:t>
            </a:r>
            <a:endParaRPr lang="en-US" altLang="ko-KR" sz="800" dirty="0">
              <a:latin typeface="Rix고딕 M" pitchFamily="18" charset="-127"/>
              <a:ea typeface="Rix고딕 M" pitchFamily="18" charset="-127"/>
            </a:endParaRPr>
          </a:p>
        </p:txBody>
      </p:sp>
      <p:sp>
        <p:nvSpPr>
          <p:cNvPr id="224" name="Text Box 3"/>
          <p:cNvSpPr txBox="1">
            <a:spLocks noChangeArrowheads="1"/>
          </p:cNvSpPr>
          <p:nvPr/>
        </p:nvSpPr>
        <p:spPr bwMode="auto">
          <a:xfrm>
            <a:off x="3077485" y="3257463"/>
            <a:ext cx="195566" cy="123111"/>
          </a:xfrm>
          <a:prstGeom prst="rect">
            <a:avLst/>
          </a:prstGeom>
          <a:noFill/>
          <a:extLst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algn="ctr">
              <a:defRPr sz="1200"/>
            </a:lvl1pPr>
          </a:lstStyle>
          <a:p>
            <a:r>
              <a:rPr lang="en-US" altLang="ko-KR" sz="800" dirty="0" smtClean="0">
                <a:latin typeface="Rix고딕 M" pitchFamily="18" charset="-127"/>
                <a:ea typeface="Rix고딕 M" pitchFamily="18" charset="-127"/>
              </a:rPr>
              <a:t>20G</a:t>
            </a:r>
            <a:endParaRPr lang="en-US" altLang="ko-KR" sz="800" dirty="0">
              <a:latin typeface="Rix고딕 M" pitchFamily="18" charset="-127"/>
              <a:ea typeface="Rix고딕 M" pitchFamily="18" charset="-127"/>
            </a:endParaRPr>
          </a:p>
        </p:txBody>
      </p:sp>
      <p:sp>
        <p:nvSpPr>
          <p:cNvPr id="282" name="Text Box 3"/>
          <p:cNvSpPr txBox="1">
            <a:spLocks noChangeArrowheads="1"/>
          </p:cNvSpPr>
          <p:nvPr/>
        </p:nvSpPr>
        <p:spPr bwMode="auto">
          <a:xfrm>
            <a:off x="366967" y="1580989"/>
            <a:ext cx="327395" cy="268847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  <a:ex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ko-KR"/>
            </a:defPPr>
            <a:lvl1pPr algn="ctr">
              <a:defRPr sz="1500">
                <a:solidFill>
                  <a:schemeClr val="bg1"/>
                </a:solidFill>
                <a:latin typeface="Rix고딕 B" pitchFamily="18" charset="-127"/>
                <a:ea typeface="Rix고딕 B" pitchFamily="18" charset="-127"/>
              </a:defRPr>
            </a:lvl1pPr>
          </a:lstStyle>
          <a:p>
            <a:r>
              <a:rPr lang="ko-KR" altLang="en-US" sz="1400" dirty="0"/>
              <a:t>물</a:t>
            </a:r>
            <a:endParaRPr lang="en-US" altLang="ko-KR" sz="1400" dirty="0"/>
          </a:p>
          <a:p>
            <a:r>
              <a:rPr lang="ko-KR" altLang="en-US" sz="1400" dirty="0"/>
              <a:t>리</a:t>
            </a:r>
            <a:endParaRPr lang="en-US" altLang="ko-KR" sz="1400" dirty="0"/>
          </a:p>
          <a:p>
            <a:endParaRPr lang="en-US" altLang="ko-KR" sz="1400" dirty="0"/>
          </a:p>
          <a:p>
            <a:r>
              <a:rPr lang="ko-KR" altLang="en-US" sz="1400" dirty="0"/>
              <a:t>구</a:t>
            </a:r>
            <a:endParaRPr lang="en-US" altLang="ko-KR" sz="1400" dirty="0"/>
          </a:p>
          <a:p>
            <a:r>
              <a:rPr lang="ko-KR" altLang="en-US" sz="1400" dirty="0"/>
              <a:t>성</a:t>
            </a:r>
            <a:endParaRPr lang="en-US" altLang="ko-KR" sz="1400" dirty="0"/>
          </a:p>
        </p:txBody>
      </p:sp>
      <p:sp>
        <p:nvSpPr>
          <p:cNvPr id="283" name="Text Box 3"/>
          <p:cNvSpPr txBox="1">
            <a:spLocks noChangeArrowheads="1"/>
          </p:cNvSpPr>
          <p:nvPr/>
        </p:nvSpPr>
        <p:spPr bwMode="auto">
          <a:xfrm>
            <a:off x="2460214" y="1639767"/>
            <a:ext cx="1056378" cy="169277"/>
          </a:xfrm>
          <a:prstGeom prst="rect">
            <a:avLst/>
          </a:prstGeom>
          <a:noFill/>
          <a:extLst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algn="ctr">
              <a:defRPr sz="1200"/>
            </a:lvl1pPr>
          </a:lstStyle>
          <a:p>
            <a:r>
              <a:rPr lang="en-US" altLang="ko-KR" sz="1100" spc="-100" dirty="0" smtClean="0">
                <a:latin typeface="Rix고딕 M" pitchFamily="18" charset="-127"/>
                <a:ea typeface="Rix고딕 M" pitchFamily="18" charset="-127"/>
              </a:rPr>
              <a:t>Load Balancing </a:t>
            </a:r>
            <a:r>
              <a:rPr lang="ko-KR" altLang="en-US" sz="1100" spc="-100" dirty="0" smtClean="0">
                <a:latin typeface="Rix고딕 M" pitchFamily="18" charset="-127"/>
                <a:ea typeface="Rix고딕 M" pitchFamily="18" charset="-127"/>
              </a:rPr>
              <a:t>구성</a:t>
            </a:r>
            <a:endParaRPr lang="en-US" altLang="ko-KR" sz="1100" spc="-100" dirty="0" smtClean="0">
              <a:latin typeface="Rix고딕 M" pitchFamily="18" charset="-127"/>
              <a:ea typeface="Rix고딕 M" pitchFamily="18" charset="-127"/>
            </a:endParaRPr>
          </a:p>
        </p:txBody>
      </p:sp>
      <p:sp>
        <p:nvSpPr>
          <p:cNvPr id="284" name="Text Box 3"/>
          <p:cNvSpPr txBox="1">
            <a:spLocks noChangeArrowheads="1"/>
          </p:cNvSpPr>
          <p:nvPr/>
        </p:nvSpPr>
        <p:spPr bwMode="auto">
          <a:xfrm>
            <a:off x="369934" y="4449959"/>
            <a:ext cx="324428" cy="2541391"/>
          </a:xfrm>
          <a:prstGeom prst="rect">
            <a:avLst/>
          </a:prstGeom>
          <a:solidFill>
            <a:srgbClr val="335A75"/>
          </a:solidFill>
          <a:ln>
            <a:noFill/>
          </a:ln>
          <a:ex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ko-KR"/>
            </a:defPPr>
            <a:lvl1pPr algn="ctr">
              <a:defRPr sz="1500">
                <a:solidFill>
                  <a:schemeClr val="bg1"/>
                </a:solidFill>
                <a:latin typeface="Rix고딕 B" pitchFamily="18" charset="-127"/>
                <a:ea typeface="Rix고딕 B" pitchFamily="18" charset="-127"/>
              </a:defRPr>
            </a:lvl1pPr>
          </a:lstStyle>
          <a:p>
            <a:r>
              <a:rPr lang="en-US" altLang="ko-KR" sz="1400" dirty="0"/>
              <a:t>L2</a:t>
            </a:r>
          </a:p>
          <a:p>
            <a:endParaRPr lang="en-US" altLang="ko-KR" sz="1400" dirty="0"/>
          </a:p>
          <a:p>
            <a:r>
              <a:rPr lang="ko-KR" altLang="en-US" sz="1400" dirty="0"/>
              <a:t>논</a:t>
            </a:r>
            <a:endParaRPr lang="en-US" altLang="ko-KR" sz="1400" dirty="0"/>
          </a:p>
          <a:p>
            <a:r>
              <a:rPr lang="ko-KR" altLang="en-US" sz="1400" dirty="0"/>
              <a:t>리</a:t>
            </a:r>
            <a:endParaRPr lang="en-US" altLang="ko-KR" sz="1400" dirty="0"/>
          </a:p>
          <a:p>
            <a:endParaRPr lang="en-US" altLang="ko-KR" sz="1400" dirty="0"/>
          </a:p>
          <a:p>
            <a:r>
              <a:rPr lang="ko-KR" altLang="en-US" sz="1400" dirty="0"/>
              <a:t>구</a:t>
            </a:r>
            <a:endParaRPr lang="en-US" altLang="ko-KR" sz="1400" dirty="0"/>
          </a:p>
          <a:p>
            <a:r>
              <a:rPr lang="ko-KR" altLang="en-US" sz="1400" dirty="0"/>
              <a:t>성</a:t>
            </a:r>
            <a:endParaRPr lang="en-US" altLang="ko-KR" sz="1400" dirty="0"/>
          </a:p>
        </p:txBody>
      </p:sp>
      <p:sp>
        <p:nvSpPr>
          <p:cNvPr id="285" name="Text Box 3"/>
          <p:cNvSpPr txBox="1">
            <a:spLocks noChangeArrowheads="1"/>
          </p:cNvSpPr>
          <p:nvPr/>
        </p:nvSpPr>
        <p:spPr bwMode="auto">
          <a:xfrm>
            <a:off x="1163127" y="3632480"/>
            <a:ext cx="1930272" cy="553998"/>
          </a:xfrm>
          <a:prstGeom prst="rect">
            <a:avLst/>
          </a:prstGeom>
          <a:noFill/>
          <a:extLst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algn="ctr">
              <a:defRPr sz="1200"/>
            </a:lvl1pPr>
          </a:lstStyle>
          <a:p>
            <a:pPr marL="108000" indent="-108000" algn="l">
              <a:buFont typeface="Arial" panose="020B0604020202020204" pitchFamily="34" charset="0"/>
              <a:buChar char="•"/>
            </a:pPr>
            <a:r>
              <a:rPr lang="en-US" altLang="ko-KR" spc="-1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Rix고딕 M" pitchFamily="18" charset="-127"/>
                <a:ea typeface="Rix고딕 M" pitchFamily="18" charset="-127"/>
              </a:rPr>
              <a:t>L3 Routing Load Balancing </a:t>
            </a:r>
            <a:r>
              <a:rPr lang="ko-KR" altLang="en-US" spc="-1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Rix고딕 M" pitchFamily="18" charset="-127"/>
                <a:ea typeface="Rix고딕 M" pitchFamily="18" charset="-127"/>
              </a:rPr>
              <a:t>구성</a:t>
            </a:r>
            <a:endParaRPr lang="en-US" altLang="ko-KR" spc="-100" dirty="0" smtClean="0">
              <a:solidFill>
                <a:schemeClr val="tx1">
                  <a:lumMod val="85000"/>
                  <a:lumOff val="15000"/>
                </a:schemeClr>
              </a:solidFill>
              <a:latin typeface="Rix고딕 M" pitchFamily="18" charset="-127"/>
              <a:ea typeface="Rix고딕 M" pitchFamily="18" charset="-127"/>
            </a:endParaRPr>
          </a:p>
          <a:p>
            <a:pPr marL="108000" indent="-108000" algn="l">
              <a:buFont typeface="Arial" panose="020B0604020202020204" pitchFamily="34" charset="0"/>
              <a:buChar char="•"/>
            </a:pPr>
            <a:r>
              <a:rPr lang="ko-KR" altLang="en-US" spc="-1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Rix고딕 M" pitchFamily="18" charset="-127"/>
                <a:ea typeface="Rix고딕 M" pitchFamily="18" charset="-127"/>
              </a:rPr>
              <a:t>백본 장비 간 </a:t>
            </a:r>
            <a:r>
              <a:rPr lang="en-US" altLang="ko-KR" spc="-1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Rix고딕 M" pitchFamily="18" charset="-127"/>
                <a:ea typeface="Rix고딕 M" pitchFamily="18" charset="-127"/>
              </a:rPr>
              <a:t>L2 Trunking </a:t>
            </a:r>
            <a:r>
              <a:rPr lang="ko-KR" altLang="en-US" spc="-1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Rix고딕 M" pitchFamily="18" charset="-127"/>
                <a:ea typeface="Rix고딕 M" pitchFamily="18" charset="-127"/>
              </a:rPr>
              <a:t>구성</a:t>
            </a:r>
            <a:endParaRPr lang="en-US" altLang="ko-KR" spc="-100" dirty="0" smtClean="0">
              <a:solidFill>
                <a:schemeClr val="tx1">
                  <a:lumMod val="85000"/>
                  <a:lumOff val="15000"/>
                </a:schemeClr>
              </a:solidFill>
              <a:latin typeface="Rix고딕 M" pitchFamily="18" charset="-127"/>
              <a:ea typeface="Rix고딕 M" pitchFamily="18" charset="-127"/>
            </a:endParaRPr>
          </a:p>
          <a:p>
            <a:pPr marL="108000" indent="-108000" algn="l">
              <a:buFont typeface="Arial" panose="020B0604020202020204" pitchFamily="34" charset="0"/>
              <a:buChar char="•"/>
            </a:pPr>
            <a:r>
              <a:rPr lang="ko-KR" altLang="en-US" spc="-1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Rix고딕 M" pitchFamily="18" charset="-127"/>
                <a:ea typeface="Rix고딕 M" pitchFamily="18" charset="-127"/>
              </a:rPr>
              <a:t>대부분의 장비에서 지원</a:t>
            </a:r>
            <a:endParaRPr lang="en-US" altLang="ko-KR" spc="-100" dirty="0">
              <a:solidFill>
                <a:schemeClr val="tx1">
                  <a:lumMod val="85000"/>
                  <a:lumOff val="15000"/>
                </a:schemeClr>
              </a:solidFill>
              <a:latin typeface="Rix고딕 M" pitchFamily="18" charset="-127"/>
              <a:ea typeface="Rix고딕 M" pitchFamily="18" charset="-127"/>
            </a:endParaRPr>
          </a:p>
        </p:txBody>
      </p:sp>
      <p:sp>
        <p:nvSpPr>
          <p:cNvPr id="286" name="직사각형 285"/>
          <p:cNvSpPr/>
          <p:nvPr/>
        </p:nvSpPr>
        <p:spPr>
          <a:xfrm>
            <a:off x="6695284" y="4878180"/>
            <a:ext cx="613366" cy="132898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149987" dist="10160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ko-KR" altLang="en-US" sz="1000" dirty="0">
              <a:solidFill>
                <a:schemeClr val="tx1"/>
              </a:solidFill>
              <a:latin typeface="Rix고딕 M" pitchFamily="18" charset="-127"/>
              <a:ea typeface="Rix고딕 M" pitchFamily="18" charset="-127"/>
            </a:endParaRPr>
          </a:p>
        </p:txBody>
      </p:sp>
      <p:pic>
        <p:nvPicPr>
          <p:cNvPr id="287" name="Picture 1010"/>
          <p:cNvPicPr>
            <a:picLocks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28607" y="4642268"/>
            <a:ext cx="1280419" cy="3673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88" name="직사각형 287"/>
          <p:cNvSpPr/>
          <p:nvPr/>
        </p:nvSpPr>
        <p:spPr>
          <a:xfrm>
            <a:off x="4237222" y="4615126"/>
            <a:ext cx="460382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dirty="0">
                <a:latin typeface="Rix고딕 M" pitchFamily="18" charset="-127"/>
                <a:ea typeface="Rix고딕 M" pitchFamily="18" charset="-127"/>
              </a:rPr>
              <a:t>백본</a:t>
            </a:r>
          </a:p>
        </p:txBody>
      </p:sp>
      <p:sp>
        <p:nvSpPr>
          <p:cNvPr id="291" name="직사각형 290"/>
          <p:cNvSpPr/>
          <p:nvPr/>
        </p:nvSpPr>
        <p:spPr>
          <a:xfrm>
            <a:off x="6639175" y="4452685"/>
            <a:ext cx="725583" cy="461665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ko-KR" altLang="en-US" sz="1200" dirty="0">
                <a:latin typeface="Rix고딕 M" pitchFamily="18" charset="-127"/>
                <a:ea typeface="Rix고딕 M" pitchFamily="18" charset="-127"/>
              </a:rPr>
              <a:t>상단</a:t>
            </a:r>
            <a:endParaRPr lang="en-US" altLang="ko-KR" sz="1200" dirty="0">
              <a:latin typeface="Rix고딕 M" pitchFamily="18" charset="-127"/>
              <a:ea typeface="Rix고딕 M" pitchFamily="18" charset="-127"/>
            </a:endParaRPr>
          </a:p>
          <a:p>
            <a:pPr algn="ctr"/>
            <a:r>
              <a:rPr lang="ko-KR" altLang="en-US" sz="1200" dirty="0">
                <a:latin typeface="Rix고딕 M" pitchFamily="18" charset="-127"/>
                <a:ea typeface="Rix고딕 M" pitchFamily="18" charset="-127"/>
              </a:rPr>
              <a:t>백본</a:t>
            </a:r>
          </a:p>
        </p:txBody>
      </p:sp>
      <p:sp>
        <p:nvSpPr>
          <p:cNvPr id="292" name="원통 291"/>
          <p:cNvSpPr/>
          <p:nvPr/>
        </p:nvSpPr>
        <p:spPr>
          <a:xfrm rot="5400000">
            <a:off x="5320501" y="4380578"/>
            <a:ext cx="855746" cy="2306130"/>
          </a:xfrm>
          <a:prstGeom prst="can">
            <a:avLst>
              <a:gd name="adj" fmla="val 25875"/>
            </a:avLst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 smtClean="0">
              <a:latin typeface="Rix고딕 M" pitchFamily="18" charset="-127"/>
              <a:ea typeface="Rix고딕 M" pitchFamily="18" charset="-127"/>
            </a:endParaRPr>
          </a:p>
        </p:txBody>
      </p:sp>
      <p:cxnSp>
        <p:nvCxnSpPr>
          <p:cNvPr id="293" name="직선 연결선 292"/>
          <p:cNvCxnSpPr/>
          <p:nvPr/>
        </p:nvCxnSpPr>
        <p:spPr>
          <a:xfrm>
            <a:off x="5719006" y="5844070"/>
            <a:ext cx="0" cy="423059"/>
          </a:xfrm>
          <a:prstGeom prst="line">
            <a:avLst/>
          </a:prstGeom>
          <a:ln w="381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4" name="원통 293"/>
          <p:cNvSpPr/>
          <p:nvPr/>
        </p:nvSpPr>
        <p:spPr>
          <a:xfrm rot="5400000">
            <a:off x="5645434" y="4166389"/>
            <a:ext cx="169356" cy="2097431"/>
          </a:xfrm>
          <a:prstGeom prst="can">
            <a:avLst>
              <a:gd name="adj" fmla="val 55398"/>
            </a:avLst>
          </a:prstGeom>
          <a:solidFill>
            <a:schemeClr val="bg1">
              <a:lumMod val="85000"/>
              <a:alpha val="57000"/>
            </a:schemeClr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 smtClean="0">
              <a:latin typeface="Rix고딕 M" pitchFamily="18" charset="-127"/>
              <a:ea typeface="Rix고딕 M" pitchFamily="18" charset="-127"/>
            </a:endParaRPr>
          </a:p>
        </p:txBody>
      </p:sp>
      <p:sp>
        <p:nvSpPr>
          <p:cNvPr id="295" name="직사각형 294"/>
          <p:cNvSpPr/>
          <p:nvPr/>
        </p:nvSpPr>
        <p:spPr>
          <a:xfrm>
            <a:off x="7845641" y="4693067"/>
            <a:ext cx="679993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000" dirty="0" smtClean="0">
                <a:latin typeface="Rix고딕 M" pitchFamily="18" charset="-127"/>
                <a:ea typeface="Rix고딕 M" pitchFamily="18" charset="-127"/>
              </a:rPr>
              <a:t>인터넷 망</a:t>
            </a:r>
            <a:endParaRPr lang="ko-KR" altLang="en-US" sz="1000" dirty="0">
              <a:latin typeface="Rix고딕 M" pitchFamily="18" charset="-127"/>
              <a:ea typeface="Rix고딕 M" pitchFamily="18" charset="-127"/>
            </a:endParaRPr>
          </a:p>
        </p:txBody>
      </p:sp>
      <p:pic>
        <p:nvPicPr>
          <p:cNvPr id="296" name="Picture 1010"/>
          <p:cNvPicPr>
            <a:picLocks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28607" y="5009575"/>
            <a:ext cx="1280419" cy="3673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97" name="직사각형 296"/>
          <p:cNvSpPr/>
          <p:nvPr/>
        </p:nvSpPr>
        <p:spPr>
          <a:xfrm>
            <a:off x="7787933" y="5060374"/>
            <a:ext cx="795410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000" dirty="0" smtClean="0">
                <a:latin typeface="Rix고딕 M" pitchFamily="18" charset="-127"/>
                <a:ea typeface="Rix고딕 M" pitchFamily="18" charset="-127"/>
              </a:rPr>
              <a:t>인트라넷 망</a:t>
            </a:r>
            <a:endParaRPr lang="ko-KR" altLang="en-US" sz="1000" dirty="0">
              <a:latin typeface="Rix고딕 M" pitchFamily="18" charset="-127"/>
              <a:ea typeface="Rix고딕 M" pitchFamily="18" charset="-127"/>
            </a:endParaRPr>
          </a:p>
        </p:txBody>
      </p:sp>
      <p:pic>
        <p:nvPicPr>
          <p:cNvPr id="298" name="Picture 1010"/>
          <p:cNvPicPr>
            <a:picLocks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28607" y="5381139"/>
            <a:ext cx="1280419" cy="3673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99" name="직사각형 298"/>
          <p:cNvSpPr/>
          <p:nvPr/>
        </p:nvSpPr>
        <p:spPr>
          <a:xfrm>
            <a:off x="7958653" y="5431937"/>
            <a:ext cx="453971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1000" dirty="0" smtClean="0">
                <a:latin typeface="Rix고딕 M" pitchFamily="18" charset="-127"/>
                <a:ea typeface="Rix고딕 M" pitchFamily="18" charset="-127"/>
              </a:rPr>
              <a:t>VoIP</a:t>
            </a:r>
            <a:endParaRPr lang="ko-KR" altLang="en-US" sz="1000" dirty="0">
              <a:latin typeface="Rix고딕 M" pitchFamily="18" charset="-127"/>
              <a:ea typeface="Rix고딕 M" pitchFamily="18" charset="-127"/>
            </a:endParaRPr>
          </a:p>
        </p:txBody>
      </p:sp>
      <p:pic>
        <p:nvPicPr>
          <p:cNvPr id="300" name="Picture 1010"/>
          <p:cNvPicPr>
            <a:picLocks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28607" y="5746611"/>
            <a:ext cx="1280419" cy="3673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01" name="직사각형 300"/>
          <p:cNvSpPr/>
          <p:nvPr/>
        </p:nvSpPr>
        <p:spPr>
          <a:xfrm>
            <a:off x="7923388" y="5797409"/>
            <a:ext cx="524503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1000" dirty="0" smtClean="0">
                <a:latin typeface="Rix고딕 M" pitchFamily="18" charset="-127"/>
                <a:ea typeface="Rix고딕 M" pitchFamily="18" charset="-127"/>
              </a:rPr>
              <a:t>C4I </a:t>
            </a:r>
            <a:r>
              <a:rPr lang="ko-KR" altLang="en-US" sz="1000" dirty="0" smtClean="0">
                <a:latin typeface="Rix고딕 M" pitchFamily="18" charset="-127"/>
                <a:ea typeface="Rix고딕 M" pitchFamily="18" charset="-127"/>
              </a:rPr>
              <a:t>망</a:t>
            </a:r>
            <a:endParaRPr lang="ko-KR" altLang="en-US" sz="1000" dirty="0">
              <a:latin typeface="Rix고딕 M" pitchFamily="18" charset="-127"/>
              <a:ea typeface="Rix고딕 M" pitchFamily="18" charset="-127"/>
            </a:endParaRPr>
          </a:p>
        </p:txBody>
      </p:sp>
      <p:pic>
        <p:nvPicPr>
          <p:cNvPr id="302" name="Picture 1010"/>
          <p:cNvPicPr>
            <a:picLocks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1495" y="4642268"/>
            <a:ext cx="1280419" cy="3673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03" name="직사각형 302"/>
          <p:cNvSpPr/>
          <p:nvPr/>
        </p:nvSpPr>
        <p:spPr>
          <a:xfrm>
            <a:off x="2868529" y="4693067"/>
            <a:ext cx="679993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000" dirty="0" smtClean="0">
                <a:latin typeface="Rix고딕 M" pitchFamily="18" charset="-127"/>
                <a:ea typeface="Rix고딕 M" pitchFamily="18" charset="-127"/>
              </a:rPr>
              <a:t>인터넷 망</a:t>
            </a:r>
            <a:endParaRPr lang="ko-KR" altLang="en-US" sz="1000" dirty="0">
              <a:latin typeface="Rix고딕 M" pitchFamily="18" charset="-127"/>
              <a:ea typeface="Rix고딕 M" pitchFamily="18" charset="-127"/>
            </a:endParaRPr>
          </a:p>
        </p:txBody>
      </p:sp>
      <p:pic>
        <p:nvPicPr>
          <p:cNvPr id="304" name="Picture 1010"/>
          <p:cNvPicPr>
            <a:picLocks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1495" y="5009575"/>
            <a:ext cx="1280419" cy="3673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05" name="직사각형 304"/>
          <p:cNvSpPr/>
          <p:nvPr/>
        </p:nvSpPr>
        <p:spPr>
          <a:xfrm>
            <a:off x="2810820" y="5060374"/>
            <a:ext cx="795410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000" dirty="0" smtClean="0">
                <a:latin typeface="Rix고딕 M" pitchFamily="18" charset="-127"/>
                <a:ea typeface="Rix고딕 M" pitchFamily="18" charset="-127"/>
              </a:rPr>
              <a:t>인트라넷 망</a:t>
            </a:r>
            <a:endParaRPr lang="ko-KR" altLang="en-US" sz="1000" dirty="0">
              <a:latin typeface="Rix고딕 M" pitchFamily="18" charset="-127"/>
              <a:ea typeface="Rix고딕 M" pitchFamily="18" charset="-127"/>
            </a:endParaRPr>
          </a:p>
        </p:txBody>
      </p:sp>
      <p:pic>
        <p:nvPicPr>
          <p:cNvPr id="306" name="Picture 1010"/>
          <p:cNvPicPr>
            <a:picLocks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1495" y="5381139"/>
            <a:ext cx="1280419" cy="3673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07" name="직사각형 306"/>
          <p:cNvSpPr/>
          <p:nvPr/>
        </p:nvSpPr>
        <p:spPr>
          <a:xfrm>
            <a:off x="2981540" y="5431937"/>
            <a:ext cx="453971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1000" dirty="0" smtClean="0">
                <a:latin typeface="Rix고딕 M" pitchFamily="18" charset="-127"/>
                <a:ea typeface="Rix고딕 M" pitchFamily="18" charset="-127"/>
              </a:rPr>
              <a:t>VoIP</a:t>
            </a:r>
            <a:endParaRPr lang="ko-KR" altLang="en-US" sz="1000" dirty="0">
              <a:latin typeface="Rix고딕 M" pitchFamily="18" charset="-127"/>
              <a:ea typeface="Rix고딕 M" pitchFamily="18" charset="-127"/>
            </a:endParaRPr>
          </a:p>
        </p:txBody>
      </p:sp>
      <p:pic>
        <p:nvPicPr>
          <p:cNvPr id="308" name="Picture 1010"/>
          <p:cNvPicPr>
            <a:picLocks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1495" y="5746611"/>
            <a:ext cx="1280419" cy="3673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09" name="직사각형 308"/>
          <p:cNvSpPr/>
          <p:nvPr/>
        </p:nvSpPr>
        <p:spPr>
          <a:xfrm>
            <a:off x="2946275" y="5797409"/>
            <a:ext cx="524503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1000" dirty="0" smtClean="0">
                <a:latin typeface="Rix고딕 M" pitchFamily="18" charset="-127"/>
                <a:ea typeface="Rix고딕 M" pitchFamily="18" charset="-127"/>
              </a:rPr>
              <a:t>C4I </a:t>
            </a:r>
            <a:r>
              <a:rPr lang="ko-KR" altLang="en-US" sz="1000" dirty="0" smtClean="0">
                <a:latin typeface="Rix고딕 M" pitchFamily="18" charset="-127"/>
                <a:ea typeface="Rix고딕 M" pitchFamily="18" charset="-127"/>
              </a:rPr>
              <a:t>망</a:t>
            </a:r>
            <a:endParaRPr lang="ko-KR" altLang="en-US" sz="1000" dirty="0">
              <a:latin typeface="Rix고딕 M" pitchFamily="18" charset="-127"/>
              <a:ea typeface="Rix고딕 M" pitchFamily="18" charset="-127"/>
            </a:endParaRPr>
          </a:p>
        </p:txBody>
      </p:sp>
      <p:sp>
        <p:nvSpPr>
          <p:cNvPr id="310" name="직사각형 309"/>
          <p:cNvSpPr/>
          <p:nvPr/>
        </p:nvSpPr>
        <p:spPr>
          <a:xfrm>
            <a:off x="6211921" y="5848208"/>
            <a:ext cx="476412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1200" dirty="0" smtClean="0">
                <a:latin typeface="Rix고딕 M" pitchFamily="18" charset="-127"/>
                <a:ea typeface="Rix고딕 M" pitchFamily="18" charset="-127"/>
              </a:rPr>
              <a:t>20G</a:t>
            </a:r>
            <a:endParaRPr lang="ko-KR" altLang="en-US" sz="1200" dirty="0">
              <a:latin typeface="Rix고딕 M" pitchFamily="18" charset="-127"/>
              <a:ea typeface="Rix고딕 M" pitchFamily="18" charset="-127"/>
            </a:endParaRPr>
          </a:p>
        </p:txBody>
      </p:sp>
      <p:cxnSp>
        <p:nvCxnSpPr>
          <p:cNvPr id="311" name="직선 화살표 연결선 310"/>
          <p:cNvCxnSpPr/>
          <p:nvPr/>
        </p:nvCxnSpPr>
        <p:spPr>
          <a:xfrm flipH="1">
            <a:off x="4894873" y="4691871"/>
            <a:ext cx="331065" cy="4138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2" name="직사각형 311"/>
          <p:cNvSpPr/>
          <p:nvPr/>
        </p:nvSpPr>
        <p:spPr>
          <a:xfrm>
            <a:off x="4705676" y="4456309"/>
            <a:ext cx="1154804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1200" dirty="0" smtClean="0">
                <a:latin typeface="Rix고딕 M" pitchFamily="18" charset="-127"/>
                <a:ea typeface="Rix고딕 M" pitchFamily="18" charset="-127"/>
              </a:rPr>
              <a:t>VLAN Tagging</a:t>
            </a:r>
            <a:endParaRPr lang="ko-KR" altLang="en-US" sz="1200" dirty="0">
              <a:latin typeface="Rix고딕 M" pitchFamily="18" charset="-127"/>
              <a:ea typeface="Rix고딕 M" pitchFamily="18" charset="-127"/>
            </a:endParaRPr>
          </a:p>
        </p:txBody>
      </p:sp>
      <p:sp>
        <p:nvSpPr>
          <p:cNvPr id="313" name="원통 312"/>
          <p:cNvSpPr/>
          <p:nvPr/>
        </p:nvSpPr>
        <p:spPr>
          <a:xfrm rot="5400000">
            <a:off x="5645434" y="4330852"/>
            <a:ext cx="169356" cy="2097431"/>
          </a:xfrm>
          <a:prstGeom prst="can">
            <a:avLst>
              <a:gd name="adj" fmla="val 55398"/>
            </a:avLst>
          </a:prstGeom>
          <a:solidFill>
            <a:schemeClr val="bg1">
              <a:lumMod val="85000"/>
              <a:alpha val="57000"/>
            </a:schemeClr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 smtClean="0">
              <a:latin typeface="Rix고딕 M" pitchFamily="18" charset="-127"/>
              <a:ea typeface="Rix고딕 M" pitchFamily="18" charset="-127"/>
            </a:endParaRPr>
          </a:p>
        </p:txBody>
      </p:sp>
      <p:sp>
        <p:nvSpPr>
          <p:cNvPr id="314" name="원통 313"/>
          <p:cNvSpPr/>
          <p:nvPr/>
        </p:nvSpPr>
        <p:spPr>
          <a:xfrm rot="5400000">
            <a:off x="5645434" y="4501407"/>
            <a:ext cx="169356" cy="2097431"/>
          </a:xfrm>
          <a:prstGeom prst="can">
            <a:avLst>
              <a:gd name="adj" fmla="val 55398"/>
            </a:avLst>
          </a:prstGeom>
          <a:solidFill>
            <a:schemeClr val="bg1">
              <a:lumMod val="85000"/>
              <a:alpha val="57000"/>
            </a:schemeClr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 smtClean="0">
              <a:latin typeface="Rix고딕 M" pitchFamily="18" charset="-127"/>
              <a:ea typeface="Rix고딕 M" pitchFamily="18" charset="-127"/>
            </a:endParaRPr>
          </a:p>
        </p:txBody>
      </p:sp>
      <p:sp>
        <p:nvSpPr>
          <p:cNvPr id="315" name="원통 314"/>
          <p:cNvSpPr/>
          <p:nvPr/>
        </p:nvSpPr>
        <p:spPr>
          <a:xfrm rot="5400000">
            <a:off x="5645434" y="4671961"/>
            <a:ext cx="169356" cy="2097431"/>
          </a:xfrm>
          <a:prstGeom prst="can">
            <a:avLst>
              <a:gd name="adj" fmla="val 55398"/>
            </a:avLst>
          </a:prstGeom>
          <a:solidFill>
            <a:schemeClr val="bg1">
              <a:lumMod val="85000"/>
              <a:alpha val="57000"/>
            </a:schemeClr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 smtClean="0">
              <a:latin typeface="Rix고딕 M" pitchFamily="18" charset="-127"/>
              <a:ea typeface="Rix고딕 M" pitchFamily="18" charset="-127"/>
            </a:endParaRPr>
          </a:p>
        </p:txBody>
      </p:sp>
      <p:cxnSp>
        <p:nvCxnSpPr>
          <p:cNvPr id="316" name="직선 연결선 315"/>
          <p:cNvCxnSpPr>
            <a:stCxn id="294" idx="1"/>
            <a:endCxn id="287" idx="1"/>
          </p:cNvCxnSpPr>
          <p:nvPr/>
        </p:nvCxnSpPr>
        <p:spPr>
          <a:xfrm flipV="1">
            <a:off x="6778827" y="4825922"/>
            <a:ext cx="749780" cy="389183"/>
          </a:xfrm>
          <a:prstGeom prst="line">
            <a:avLst/>
          </a:prstGeom>
          <a:ln w="762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7" name="직선 연결선 316"/>
          <p:cNvCxnSpPr>
            <a:stCxn id="313" idx="1"/>
            <a:endCxn id="296" idx="1"/>
          </p:cNvCxnSpPr>
          <p:nvPr/>
        </p:nvCxnSpPr>
        <p:spPr>
          <a:xfrm flipV="1">
            <a:off x="6778827" y="5193229"/>
            <a:ext cx="749780" cy="186339"/>
          </a:xfrm>
          <a:prstGeom prst="line">
            <a:avLst/>
          </a:prstGeom>
          <a:ln w="762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8" name="직선 연결선 317"/>
          <p:cNvCxnSpPr>
            <a:stCxn id="314" idx="1"/>
            <a:endCxn id="298" idx="1"/>
          </p:cNvCxnSpPr>
          <p:nvPr/>
        </p:nvCxnSpPr>
        <p:spPr>
          <a:xfrm>
            <a:off x="6778827" y="5550123"/>
            <a:ext cx="749780" cy="14670"/>
          </a:xfrm>
          <a:prstGeom prst="line">
            <a:avLst/>
          </a:prstGeom>
          <a:ln w="762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9" name="직선 연결선 318"/>
          <p:cNvCxnSpPr>
            <a:stCxn id="315" idx="1"/>
            <a:endCxn id="300" idx="1"/>
          </p:cNvCxnSpPr>
          <p:nvPr/>
        </p:nvCxnSpPr>
        <p:spPr>
          <a:xfrm>
            <a:off x="6778827" y="5720678"/>
            <a:ext cx="749780" cy="209587"/>
          </a:xfrm>
          <a:prstGeom prst="line">
            <a:avLst/>
          </a:prstGeom>
          <a:ln w="762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0" name="직선 연결선 319"/>
          <p:cNvCxnSpPr>
            <a:stCxn id="302" idx="3"/>
            <a:endCxn id="294" idx="3"/>
          </p:cNvCxnSpPr>
          <p:nvPr/>
        </p:nvCxnSpPr>
        <p:spPr>
          <a:xfrm>
            <a:off x="3831914" y="4825922"/>
            <a:ext cx="849483" cy="389183"/>
          </a:xfrm>
          <a:prstGeom prst="line">
            <a:avLst/>
          </a:prstGeom>
          <a:ln w="762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1" name="직선 연결선 320"/>
          <p:cNvCxnSpPr>
            <a:stCxn id="304" idx="3"/>
            <a:endCxn id="313" idx="3"/>
          </p:cNvCxnSpPr>
          <p:nvPr/>
        </p:nvCxnSpPr>
        <p:spPr>
          <a:xfrm>
            <a:off x="3831914" y="5193229"/>
            <a:ext cx="849483" cy="186339"/>
          </a:xfrm>
          <a:prstGeom prst="line">
            <a:avLst/>
          </a:prstGeom>
          <a:ln w="762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2" name="직선 연결선 321"/>
          <p:cNvCxnSpPr>
            <a:stCxn id="306" idx="3"/>
            <a:endCxn id="314" idx="3"/>
          </p:cNvCxnSpPr>
          <p:nvPr/>
        </p:nvCxnSpPr>
        <p:spPr>
          <a:xfrm flipV="1">
            <a:off x="3831914" y="5550123"/>
            <a:ext cx="849483" cy="14670"/>
          </a:xfrm>
          <a:prstGeom prst="line">
            <a:avLst/>
          </a:prstGeom>
          <a:ln w="762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3" name="직선 연결선 322"/>
          <p:cNvCxnSpPr>
            <a:stCxn id="308" idx="3"/>
            <a:endCxn id="315" idx="3"/>
          </p:cNvCxnSpPr>
          <p:nvPr/>
        </p:nvCxnSpPr>
        <p:spPr>
          <a:xfrm flipV="1">
            <a:off x="3831914" y="5720678"/>
            <a:ext cx="849483" cy="209587"/>
          </a:xfrm>
          <a:prstGeom prst="line">
            <a:avLst/>
          </a:prstGeom>
          <a:ln w="762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4" name="직선 화살표 연결선 323"/>
          <p:cNvCxnSpPr/>
          <p:nvPr/>
        </p:nvCxnSpPr>
        <p:spPr>
          <a:xfrm flipH="1">
            <a:off x="5017006" y="4691871"/>
            <a:ext cx="208931" cy="6985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5" name="타원 324"/>
          <p:cNvSpPr/>
          <p:nvPr/>
        </p:nvSpPr>
        <p:spPr>
          <a:xfrm>
            <a:off x="3732475" y="5852788"/>
            <a:ext cx="193431" cy="15892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100" dirty="0">
              <a:solidFill>
                <a:schemeClr val="tx1"/>
              </a:solidFill>
              <a:latin typeface="Rix고딕 M" pitchFamily="18" charset="-127"/>
              <a:ea typeface="Rix고딕 M" pitchFamily="18" charset="-127"/>
            </a:endParaRPr>
          </a:p>
        </p:txBody>
      </p:sp>
      <p:sp>
        <p:nvSpPr>
          <p:cNvPr id="326" name="타원 325"/>
          <p:cNvSpPr/>
          <p:nvPr/>
        </p:nvSpPr>
        <p:spPr>
          <a:xfrm>
            <a:off x="3732475" y="5466368"/>
            <a:ext cx="193431" cy="15892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100" dirty="0">
              <a:solidFill>
                <a:schemeClr val="tx1"/>
              </a:solidFill>
              <a:latin typeface="Rix고딕 M" pitchFamily="18" charset="-127"/>
              <a:ea typeface="Rix고딕 M" pitchFamily="18" charset="-127"/>
            </a:endParaRPr>
          </a:p>
        </p:txBody>
      </p:sp>
      <p:sp>
        <p:nvSpPr>
          <p:cNvPr id="327" name="타원 326"/>
          <p:cNvSpPr/>
          <p:nvPr/>
        </p:nvSpPr>
        <p:spPr>
          <a:xfrm>
            <a:off x="3732475" y="5114521"/>
            <a:ext cx="193431" cy="15892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100" dirty="0">
              <a:solidFill>
                <a:schemeClr val="tx1"/>
              </a:solidFill>
              <a:latin typeface="Rix고딕 M" pitchFamily="18" charset="-127"/>
              <a:ea typeface="Rix고딕 M" pitchFamily="18" charset="-127"/>
            </a:endParaRPr>
          </a:p>
        </p:txBody>
      </p:sp>
      <p:sp>
        <p:nvSpPr>
          <p:cNvPr id="328" name="타원 327"/>
          <p:cNvSpPr/>
          <p:nvPr/>
        </p:nvSpPr>
        <p:spPr>
          <a:xfrm>
            <a:off x="3732475" y="4728102"/>
            <a:ext cx="193431" cy="15892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100" dirty="0">
              <a:solidFill>
                <a:schemeClr val="tx1"/>
              </a:solidFill>
              <a:latin typeface="Rix고딕 M" pitchFamily="18" charset="-127"/>
              <a:ea typeface="Rix고딕 M" pitchFamily="18" charset="-127"/>
            </a:endParaRPr>
          </a:p>
        </p:txBody>
      </p:sp>
      <p:sp>
        <p:nvSpPr>
          <p:cNvPr id="329" name="타원 328"/>
          <p:cNvSpPr/>
          <p:nvPr/>
        </p:nvSpPr>
        <p:spPr>
          <a:xfrm>
            <a:off x="7464934" y="5852788"/>
            <a:ext cx="193431" cy="15892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100" dirty="0">
              <a:solidFill>
                <a:schemeClr val="tx1"/>
              </a:solidFill>
              <a:latin typeface="Rix고딕 M" pitchFamily="18" charset="-127"/>
              <a:ea typeface="Rix고딕 M" pitchFamily="18" charset="-127"/>
            </a:endParaRPr>
          </a:p>
        </p:txBody>
      </p:sp>
      <p:sp>
        <p:nvSpPr>
          <p:cNvPr id="330" name="타원 329"/>
          <p:cNvSpPr/>
          <p:nvPr/>
        </p:nvSpPr>
        <p:spPr>
          <a:xfrm>
            <a:off x="7464934" y="5466368"/>
            <a:ext cx="193431" cy="15892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100" dirty="0">
              <a:solidFill>
                <a:schemeClr val="tx1"/>
              </a:solidFill>
              <a:latin typeface="Rix고딕 M" pitchFamily="18" charset="-127"/>
              <a:ea typeface="Rix고딕 M" pitchFamily="18" charset="-127"/>
            </a:endParaRPr>
          </a:p>
        </p:txBody>
      </p:sp>
      <p:sp>
        <p:nvSpPr>
          <p:cNvPr id="331" name="타원 330"/>
          <p:cNvSpPr/>
          <p:nvPr/>
        </p:nvSpPr>
        <p:spPr>
          <a:xfrm>
            <a:off x="7464934" y="5114521"/>
            <a:ext cx="193431" cy="15892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100" dirty="0">
              <a:solidFill>
                <a:schemeClr val="tx1"/>
              </a:solidFill>
              <a:latin typeface="Rix고딕 M" pitchFamily="18" charset="-127"/>
              <a:ea typeface="Rix고딕 M" pitchFamily="18" charset="-127"/>
            </a:endParaRPr>
          </a:p>
        </p:txBody>
      </p:sp>
      <p:sp>
        <p:nvSpPr>
          <p:cNvPr id="332" name="타원 331"/>
          <p:cNvSpPr/>
          <p:nvPr/>
        </p:nvSpPr>
        <p:spPr>
          <a:xfrm>
            <a:off x="7464934" y="4728102"/>
            <a:ext cx="193431" cy="15892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100" dirty="0">
              <a:solidFill>
                <a:schemeClr val="tx1"/>
              </a:solidFill>
              <a:latin typeface="Rix고딕 M" pitchFamily="18" charset="-127"/>
              <a:ea typeface="Rix고딕 M" pitchFamily="18" charset="-127"/>
            </a:endParaRPr>
          </a:p>
        </p:txBody>
      </p:sp>
      <p:cxnSp>
        <p:nvCxnSpPr>
          <p:cNvPr id="333" name="직선 화살표 연결선 332"/>
          <p:cNvCxnSpPr/>
          <p:nvPr/>
        </p:nvCxnSpPr>
        <p:spPr>
          <a:xfrm flipH="1">
            <a:off x="5201470" y="4691871"/>
            <a:ext cx="24468" cy="85815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4" name="직선 화살표 연결선 333"/>
          <p:cNvCxnSpPr/>
          <p:nvPr/>
        </p:nvCxnSpPr>
        <p:spPr>
          <a:xfrm>
            <a:off x="5225938" y="4691871"/>
            <a:ext cx="299283" cy="10547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5" name="직사각형 334"/>
          <p:cNvSpPr/>
          <p:nvPr/>
        </p:nvSpPr>
        <p:spPr>
          <a:xfrm>
            <a:off x="4425670" y="6502546"/>
            <a:ext cx="290656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dirty="0" smtClean="0">
                <a:latin typeface="Rix고딕 M" pitchFamily="18" charset="-127"/>
                <a:ea typeface="Rix고딕 M" pitchFamily="18" charset="-127"/>
              </a:rPr>
              <a:t>종단간 라우팅 구성으로 장애 시 자동절체 및</a:t>
            </a:r>
            <a:r>
              <a:rPr lang="en-US" altLang="ko-KR" sz="1200" dirty="0" smtClean="0">
                <a:latin typeface="Rix고딕 M" pitchFamily="18" charset="-127"/>
                <a:ea typeface="Rix고딕 M" pitchFamily="18" charset="-127"/>
              </a:rPr>
              <a:t/>
            </a:r>
            <a:br>
              <a:rPr lang="en-US" altLang="ko-KR" sz="1200" dirty="0" smtClean="0">
                <a:latin typeface="Rix고딕 M" pitchFamily="18" charset="-127"/>
                <a:ea typeface="Rix고딕 M" pitchFamily="18" charset="-127"/>
              </a:rPr>
            </a:br>
            <a:r>
              <a:rPr lang="ko-KR" altLang="en-US" sz="1200" dirty="0" smtClean="0">
                <a:latin typeface="Rix고딕 M" pitchFamily="18" charset="-127"/>
                <a:ea typeface="Rix고딕 M" pitchFamily="18" charset="-127"/>
              </a:rPr>
              <a:t>내</a:t>
            </a:r>
            <a:r>
              <a:rPr lang="ko-KR" altLang="en-US" sz="1200" dirty="0" smtClean="0">
                <a:latin typeface="Rix고딕 M" pitchFamily="18" charset="-127"/>
                <a:ea typeface="Rix고딕 M" pitchFamily="18" charset="-127"/>
                <a:sym typeface="Wingdings" panose="05000000000000000000" pitchFamily="2" charset="2"/>
              </a:rPr>
              <a:t></a:t>
            </a:r>
            <a:r>
              <a:rPr lang="ko-KR" altLang="en-US" sz="1200" dirty="0" smtClean="0">
                <a:latin typeface="Rix고딕 M" pitchFamily="18" charset="-127"/>
                <a:ea typeface="Rix고딕 M" pitchFamily="18" charset="-127"/>
              </a:rPr>
              <a:t>외부 망간 라우팅 정보 공유</a:t>
            </a:r>
            <a:endParaRPr lang="ko-KR" altLang="en-US" sz="1200" dirty="0">
              <a:latin typeface="Rix고딕 M" pitchFamily="18" charset="-127"/>
              <a:ea typeface="Rix고딕 M" pitchFamily="18" charset="-127"/>
            </a:endParaRPr>
          </a:p>
        </p:txBody>
      </p:sp>
      <p:cxnSp>
        <p:nvCxnSpPr>
          <p:cNvPr id="336" name="직선 화살표 연결선 335"/>
          <p:cNvCxnSpPr>
            <a:stCxn id="335" idx="0"/>
            <a:endCxn id="325" idx="5"/>
          </p:cNvCxnSpPr>
          <p:nvPr/>
        </p:nvCxnSpPr>
        <p:spPr>
          <a:xfrm flipH="1" flipV="1">
            <a:off x="3897579" y="5988439"/>
            <a:ext cx="1981374" cy="51410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7" name="직선 화살표 연결선 336"/>
          <p:cNvCxnSpPr>
            <a:stCxn id="335" idx="0"/>
            <a:endCxn id="329" idx="3"/>
          </p:cNvCxnSpPr>
          <p:nvPr/>
        </p:nvCxnSpPr>
        <p:spPr>
          <a:xfrm flipV="1">
            <a:off x="5878953" y="5988439"/>
            <a:ext cx="1614308" cy="51410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38" name="Picture 24" descr="67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909" y="2111550"/>
            <a:ext cx="421003" cy="56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39" name="Picture 24" descr="67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2527" y="2111550"/>
            <a:ext cx="421003" cy="56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40" name="Picture 24" descr="67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2527" y="2946513"/>
            <a:ext cx="421003" cy="56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41" name="Picture 24" descr="67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908" y="2946513"/>
            <a:ext cx="421003" cy="56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42" name="직사각형 341"/>
          <p:cNvSpPr/>
          <p:nvPr/>
        </p:nvSpPr>
        <p:spPr>
          <a:xfrm>
            <a:off x="1566881" y="1860330"/>
            <a:ext cx="412293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000" dirty="0">
                <a:latin typeface="Rix고딕 M" pitchFamily="18" charset="-127"/>
                <a:ea typeface="Rix고딕 M" pitchFamily="18" charset="-127"/>
              </a:rPr>
              <a:t>백본</a:t>
            </a:r>
          </a:p>
        </p:txBody>
      </p:sp>
      <p:sp>
        <p:nvSpPr>
          <p:cNvPr id="343" name="직사각형 342"/>
          <p:cNvSpPr/>
          <p:nvPr/>
        </p:nvSpPr>
        <p:spPr>
          <a:xfrm>
            <a:off x="3670542" y="1858128"/>
            <a:ext cx="965750" cy="246221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ko-KR" altLang="en-US" sz="1000" dirty="0" smtClean="0">
                <a:latin typeface="Rix고딕 M" pitchFamily="18" charset="-127"/>
                <a:ea typeface="Rix고딕 M" pitchFamily="18" charset="-127"/>
              </a:rPr>
              <a:t>상단 백본</a:t>
            </a:r>
            <a:endParaRPr lang="ko-KR" altLang="en-US" sz="1000" dirty="0">
              <a:latin typeface="Rix고딕 M" pitchFamily="18" charset="-127"/>
              <a:ea typeface="Rix고딕 M" pitchFamily="18" charset="-127"/>
            </a:endParaRPr>
          </a:p>
        </p:txBody>
      </p:sp>
      <p:sp>
        <p:nvSpPr>
          <p:cNvPr id="344" name="직사각형 343"/>
          <p:cNvSpPr/>
          <p:nvPr/>
        </p:nvSpPr>
        <p:spPr>
          <a:xfrm>
            <a:off x="366967" y="4447937"/>
            <a:ext cx="10024807" cy="2543413"/>
          </a:xfrm>
          <a:prstGeom prst="rect">
            <a:avLst/>
          </a:prstGeom>
          <a:noFill/>
          <a:ln w="19050">
            <a:solidFill>
              <a:schemeClr val="accent5">
                <a:lumMod val="50000"/>
              </a:schemeClr>
            </a:solidFill>
            <a:miter lim="800000"/>
            <a:headEnd/>
            <a:tailEnd/>
          </a:ln>
          <a:effectLst/>
        </p:spPr>
        <p:txBody>
          <a:bodyPr wrap="none" lIns="99569" tIns="49785" rIns="99569" bIns="49785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ko-KR" altLang="en-US" sz="1100" dirty="0">
              <a:solidFill>
                <a:srgbClr val="000000"/>
              </a:solidFill>
              <a:latin typeface="산돌고딕 L" pitchFamily="18" charset="-127"/>
              <a:ea typeface="산돌고딕 L" pitchFamily="18" charset="-127"/>
            </a:endParaRPr>
          </a:p>
        </p:txBody>
      </p:sp>
      <p:sp>
        <p:nvSpPr>
          <p:cNvPr id="345" name="직사각형 344"/>
          <p:cNvSpPr/>
          <p:nvPr/>
        </p:nvSpPr>
        <p:spPr>
          <a:xfrm>
            <a:off x="366967" y="1572049"/>
            <a:ext cx="10024807" cy="2688761"/>
          </a:xfrm>
          <a:prstGeom prst="rect">
            <a:avLst/>
          </a:prstGeom>
          <a:noFill/>
          <a:ln w="19050">
            <a:solidFill>
              <a:schemeClr val="accent6">
                <a:lumMod val="50000"/>
              </a:schemeClr>
            </a:solidFill>
            <a:miter lim="800000"/>
            <a:headEnd/>
            <a:tailEnd/>
          </a:ln>
          <a:effectLst/>
        </p:spPr>
        <p:txBody>
          <a:bodyPr wrap="none" lIns="99569" tIns="49785" rIns="99569" bIns="49785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ko-KR" altLang="en-US" sz="1100" dirty="0">
              <a:solidFill>
                <a:srgbClr val="000000"/>
              </a:solidFill>
              <a:latin typeface="산돌고딕 L" pitchFamily="18" charset="-127"/>
              <a:ea typeface="산돌고딕 L" pitchFamily="18" charset="-127"/>
            </a:endParaRPr>
          </a:p>
        </p:txBody>
      </p:sp>
      <p:sp>
        <p:nvSpPr>
          <p:cNvPr id="346" name="Rectangle 43"/>
          <p:cNvSpPr>
            <a:spLocks noChangeArrowheads="1"/>
          </p:cNvSpPr>
          <p:nvPr/>
        </p:nvSpPr>
        <p:spPr bwMode="auto">
          <a:xfrm>
            <a:off x="5789446" y="1658819"/>
            <a:ext cx="3907496" cy="2453614"/>
          </a:xfrm>
          <a:prstGeom prst="rect">
            <a:avLst/>
          </a:prstGeom>
          <a:noFill/>
          <a:ln w="12700">
            <a:solidFill>
              <a:srgbClr val="FFFFFF">
                <a:lumMod val="65000"/>
              </a:srgbClr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defPPr>
              <a:defRPr lang="ko-KR"/>
            </a:defPPr>
            <a:lvl1pPr algn="ctr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휴먼고딕" pitchFamily="2" charset="-127"/>
                <a:ea typeface="휴먼고딕" pitchFamily="2" charset="-127"/>
                <a:cs typeface="+mn-cs"/>
              </a:defRPr>
            </a:lvl1pPr>
            <a:lvl2pPr marL="457200" algn="ctr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휴먼고딕" pitchFamily="2" charset="-127"/>
                <a:ea typeface="휴먼고딕" pitchFamily="2" charset="-127"/>
                <a:cs typeface="+mn-cs"/>
              </a:defRPr>
            </a:lvl2pPr>
            <a:lvl3pPr marL="914400" algn="ctr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휴먼고딕" pitchFamily="2" charset="-127"/>
                <a:ea typeface="휴먼고딕" pitchFamily="2" charset="-127"/>
                <a:cs typeface="+mn-cs"/>
              </a:defRPr>
            </a:lvl3pPr>
            <a:lvl4pPr marL="1371600" algn="ctr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휴먼고딕" pitchFamily="2" charset="-127"/>
                <a:ea typeface="휴먼고딕" pitchFamily="2" charset="-127"/>
                <a:cs typeface="+mn-cs"/>
              </a:defRPr>
            </a:lvl4pPr>
            <a:lvl5pPr marL="1828800" algn="ctr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휴먼고딕" pitchFamily="2" charset="-127"/>
                <a:ea typeface="휴먼고딕" pitchFamily="2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휴먼고딕" pitchFamily="2" charset="-127"/>
                <a:ea typeface="휴먼고딕" pitchFamily="2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휴먼고딕" pitchFamily="2" charset="-127"/>
                <a:ea typeface="휴먼고딕" pitchFamily="2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휴먼고딕" pitchFamily="2" charset="-127"/>
                <a:ea typeface="휴먼고딕" pitchFamily="2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휴먼고딕" pitchFamily="2" charset="-127"/>
                <a:ea typeface="휴먼고딕" pitchFamily="2" charset="-127"/>
                <a:cs typeface="+mn-cs"/>
              </a:defRPr>
            </a:lvl9pPr>
          </a:lstStyle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0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ix고딕 M" pitchFamily="18" charset="-127"/>
              <a:ea typeface="Rix고딕 M" pitchFamily="18" charset="-127"/>
            </a:endParaRPr>
          </a:p>
        </p:txBody>
      </p:sp>
      <p:sp>
        <p:nvSpPr>
          <p:cNvPr id="347" name="TextBox 346"/>
          <p:cNvSpPr txBox="1"/>
          <p:nvPr/>
        </p:nvSpPr>
        <p:spPr>
          <a:xfrm>
            <a:off x="5793781" y="3842848"/>
            <a:ext cx="3903161" cy="268393"/>
          </a:xfrm>
          <a:prstGeom prst="rect">
            <a:avLst/>
          </a:prstGeom>
          <a:solidFill>
            <a:schemeClr val="accent5">
              <a:lumMod val="50000"/>
            </a:schemeClr>
          </a:solidFill>
          <a:ln w="12700" cap="rnd" cmpd="sng">
            <a:noFill/>
            <a:prstDash val="solid"/>
            <a:headEnd type="none" w="lg" len="med"/>
            <a:tailEnd type="none" w="lg" len="med"/>
          </a:ln>
          <a:effectLst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none" lIns="0" tIns="0" rIns="0" bIns="0" anchor="ctr" anchorCtr="0">
            <a:scene3d>
              <a:camera prst="orthographicFront"/>
              <a:lightRig rig="threePt" dir="t"/>
            </a:scene3d>
            <a:sp3d>
              <a:bevelT w="1270" h="12700"/>
            </a:sp3d>
          </a:bodyPr>
          <a:lstStyle>
            <a:defPPr>
              <a:defRPr lang="ko-KR"/>
            </a:defPPr>
            <a:lvl1pPr algn="ctr" latinLnBrk="0">
              <a:defRPr sz="1600">
                <a:gradFill flip="none" rotWithShape="1">
                  <a:gsLst>
                    <a:gs pos="0">
                      <a:prstClr val="white">
                        <a:lumMod val="0"/>
                        <a:lumOff val="100000"/>
                      </a:prstClr>
                    </a:gs>
                    <a:gs pos="100000">
                      <a:prstClr val="white">
                        <a:lumMod val="0"/>
                        <a:lumOff val="100000"/>
                      </a:prstClr>
                    </a:gs>
                  </a:gsLst>
                  <a:lin ang="6000000" scaled="0"/>
                  <a:tileRect/>
                </a:gradFill>
                <a:latin typeface="Rix모던고딕 B" panose="02020603020101020101" pitchFamily="18" charset="-127"/>
                <a:ea typeface="Rix모던고딕 B" panose="02020603020101020101" pitchFamily="18" charset="-127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ko-KR" altLang="en-US" sz="1400" spc="-100" dirty="0" smtClean="0">
                <a:latin typeface="Rix고딕 M" pitchFamily="18" charset="-127"/>
                <a:ea typeface="Rix고딕 M" pitchFamily="18" charset="-127"/>
              </a:rPr>
              <a:t>가상화를 활용한 단순화 및 가용성 증대</a:t>
            </a:r>
            <a:endParaRPr lang="ko-KR" altLang="en-US" sz="1400" spc="-100" dirty="0">
              <a:latin typeface="Rix고딕 M" pitchFamily="18" charset="-127"/>
              <a:ea typeface="Rix고딕 M" pitchFamily="18" charset="-127"/>
            </a:endParaRPr>
          </a:p>
        </p:txBody>
      </p:sp>
      <p:sp>
        <p:nvSpPr>
          <p:cNvPr id="348" name="모서리가 둥근 직사각형 347"/>
          <p:cNvSpPr/>
          <p:nvPr/>
        </p:nvSpPr>
        <p:spPr>
          <a:xfrm>
            <a:off x="5793782" y="1667361"/>
            <a:ext cx="1949412" cy="221148"/>
          </a:xfrm>
          <a:prstGeom prst="roundRect">
            <a:avLst>
              <a:gd name="adj" fmla="val 0"/>
            </a:avLst>
          </a:prstGeom>
          <a:solidFill>
            <a:schemeClr val="accent5">
              <a:lumMod val="75000"/>
            </a:schemeClr>
          </a:solidFill>
          <a:ln w="12700" cap="rnd" cmpd="sng">
            <a:noFill/>
            <a:prstDash val="solid"/>
            <a:headEnd type="none" w="lg" len="med"/>
            <a:tailEnd type="none" w="lg" len="med"/>
          </a:ln>
          <a:effectLst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none" lIns="0" tIns="0" rIns="0" bIns="0" anchor="ctr" anchorCtr="0">
            <a:scene3d>
              <a:camera prst="orthographicFront"/>
              <a:lightRig rig="threePt" dir="t"/>
            </a:scene3d>
            <a:sp3d>
              <a:bevelT w="1270" h="12700"/>
            </a:sp3d>
          </a:bodyPr>
          <a:lstStyle/>
          <a:p>
            <a:pPr algn="ctr" latinLnBrk="0"/>
            <a:r>
              <a:rPr lang="ko-KR" altLang="en-US" sz="1200" dirty="0" smtClean="0">
                <a:gradFill flip="none" rotWithShape="1">
                  <a:gsLst>
                    <a:gs pos="0">
                      <a:prstClr val="white">
                        <a:lumMod val="0"/>
                        <a:lumOff val="100000"/>
                      </a:prstClr>
                    </a:gs>
                    <a:gs pos="100000">
                      <a:prstClr val="white">
                        <a:lumMod val="0"/>
                        <a:lumOff val="100000"/>
                      </a:prstClr>
                    </a:gs>
                  </a:gsLst>
                  <a:lin ang="6000000" scaled="0"/>
                  <a:tileRect/>
                </a:gradFill>
                <a:latin typeface="Rix고딕 M" pitchFamily="18" charset="-127"/>
                <a:ea typeface="Rix고딕 M" pitchFamily="18" charset="-127"/>
              </a:rPr>
              <a:t>물리적구</a:t>
            </a:r>
            <a:r>
              <a:rPr lang="ko-KR" altLang="en-US" sz="1200" dirty="0">
                <a:gradFill flip="none" rotWithShape="1">
                  <a:gsLst>
                    <a:gs pos="0">
                      <a:prstClr val="white">
                        <a:lumMod val="0"/>
                        <a:lumOff val="100000"/>
                      </a:prstClr>
                    </a:gs>
                    <a:gs pos="100000">
                      <a:prstClr val="white">
                        <a:lumMod val="0"/>
                        <a:lumOff val="100000"/>
                      </a:prstClr>
                    </a:gs>
                  </a:gsLst>
                  <a:lin ang="6000000" scaled="0"/>
                  <a:tileRect/>
                </a:gradFill>
                <a:latin typeface="Rix고딕 M" pitchFamily="18" charset="-127"/>
                <a:ea typeface="Rix고딕 M" pitchFamily="18" charset="-127"/>
              </a:rPr>
              <a:t>성</a:t>
            </a:r>
          </a:p>
        </p:txBody>
      </p:sp>
      <p:sp>
        <p:nvSpPr>
          <p:cNvPr id="349" name="모서리가 둥근 직사각형 348"/>
          <p:cNvSpPr/>
          <p:nvPr/>
        </p:nvSpPr>
        <p:spPr>
          <a:xfrm>
            <a:off x="7743194" y="1667361"/>
            <a:ext cx="1953748" cy="221148"/>
          </a:xfrm>
          <a:prstGeom prst="roundRect">
            <a:avLst>
              <a:gd name="adj" fmla="val 0"/>
            </a:avLst>
          </a:prstGeom>
          <a:solidFill>
            <a:schemeClr val="accent6">
              <a:lumMod val="75000"/>
            </a:schemeClr>
          </a:solidFill>
          <a:ln w="12700" cap="rnd" cmpd="sng">
            <a:noFill/>
            <a:prstDash val="solid"/>
            <a:headEnd type="none" w="lg" len="med"/>
            <a:tailEnd type="none" w="lg" len="med"/>
          </a:ln>
          <a:effectLst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none" lIns="0" tIns="0" rIns="0" bIns="0" anchor="ctr" anchorCtr="0">
            <a:scene3d>
              <a:camera prst="orthographicFront"/>
              <a:lightRig rig="threePt" dir="t"/>
            </a:scene3d>
            <a:sp3d>
              <a:bevelT w="1270" h="12700"/>
            </a:sp3d>
          </a:bodyPr>
          <a:lstStyle/>
          <a:p>
            <a:pPr algn="ctr" latinLnBrk="0"/>
            <a:r>
              <a:rPr lang="ko-KR" altLang="en-US" sz="1200" dirty="0" smtClean="0">
                <a:gradFill flip="none" rotWithShape="1">
                  <a:gsLst>
                    <a:gs pos="0">
                      <a:prstClr val="white">
                        <a:lumMod val="0"/>
                        <a:lumOff val="100000"/>
                      </a:prstClr>
                    </a:gs>
                    <a:gs pos="100000">
                      <a:prstClr val="white">
                        <a:lumMod val="0"/>
                        <a:lumOff val="100000"/>
                      </a:prstClr>
                    </a:gs>
                  </a:gsLst>
                  <a:lin ang="6000000" scaled="0"/>
                  <a:tileRect/>
                </a:gradFill>
                <a:latin typeface="Rix고딕 M" pitchFamily="18" charset="-127"/>
                <a:ea typeface="Rix고딕 M" pitchFamily="18" charset="-127"/>
              </a:rPr>
              <a:t>논리적 구성</a:t>
            </a:r>
            <a:endParaRPr lang="ko-KR" altLang="en-US" sz="1200" dirty="0">
              <a:gradFill flip="none" rotWithShape="1">
                <a:gsLst>
                  <a:gs pos="0">
                    <a:prstClr val="white">
                      <a:lumMod val="0"/>
                      <a:lumOff val="100000"/>
                    </a:prstClr>
                  </a:gs>
                  <a:gs pos="100000">
                    <a:prstClr val="white">
                      <a:lumMod val="0"/>
                      <a:lumOff val="100000"/>
                    </a:prstClr>
                  </a:gs>
                </a:gsLst>
                <a:lin ang="6000000" scaled="0"/>
                <a:tileRect/>
              </a:gradFill>
              <a:latin typeface="Rix고딕 M" pitchFamily="18" charset="-127"/>
              <a:ea typeface="Rix고딕 M" pitchFamily="18" charset="-127"/>
            </a:endParaRPr>
          </a:p>
        </p:txBody>
      </p:sp>
      <p:grpSp>
        <p:nvGrpSpPr>
          <p:cNvPr id="350" name="그룹 349"/>
          <p:cNvGrpSpPr/>
          <p:nvPr/>
        </p:nvGrpSpPr>
        <p:grpSpPr>
          <a:xfrm>
            <a:off x="6310848" y="2122685"/>
            <a:ext cx="1096676" cy="1509795"/>
            <a:chOff x="4281150" y="4579815"/>
            <a:chExt cx="1096676" cy="1509795"/>
          </a:xfrm>
        </p:grpSpPr>
        <p:pic>
          <p:nvPicPr>
            <p:cNvPr id="351" name="Picture 12" descr="rack_server_grey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46778" y="5529556"/>
              <a:ext cx="331841" cy="1930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cxnSp>
          <p:nvCxnSpPr>
            <p:cNvPr id="352" name="직선 연결선 351"/>
            <p:cNvCxnSpPr>
              <a:stCxn id="357" idx="2"/>
              <a:endCxn id="351" idx="0"/>
            </p:cNvCxnSpPr>
            <p:nvPr/>
          </p:nvCxnSpPr>
          <p:spPr>
            <a:xfrm>
              <a:off x="4507788" y="4924187"/>
              <a:ext cx="4911" cy="605369"/>
            </a:xfrm>
            <a:prstGeom prst="line">
              <a:avLst/>
            </a:prstGeom>
            <a:ln w="12700" cmpd="sng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353" name="Picture 12" descr="rack_server_grey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32464" y="5527285"/>
              <a:ext cx="331841" cy="1930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354" name="그룹 353"/>
            <p:cNvGrpSpPr/>
            <p:nvPr/>
          </p:nvGrpSpPr>
          <p:grpSpPr>
            <a:xfrm rot="5400000">
              <a:off x="4933895" y="4386623"/>
              <a:ext cx="38577" cy="715826"/>
              <a:chOff x="3250233" y="2338186"/>
              <a:chExt cx="54379" cy="259301"/>
            </a:xfrm>
          </p:grpSpPr>
          <p:cxnSp>
            <p:nvCxnSpPr>
              <p:cNvPr id="372" name="직선 연결선 371"/>
              <p:cNvCxnSpPr/>
              <p:nvPr/>
            </p:nvCxnSpPr>
            <p:spPr>
              <a:xfrm>
                <a:off x="3250233" y="2338186"/>
                <a:ext cx="0" cy="259301"/>
              </a:xfrm>
              <a:prstGeom prst="line">
                <a:avLst/>
              </a:prstGeom>
              <a:ln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3" name="직선 연결선 372"/>
              <p:cNvCxnSpPr/>
              <p:nvPr/>
            </p:nvCxnSpPr>
            <p:spPr>
              <a:xfrm>
                <a:off x="3304612" y="2338186"/>
                <a:ext cx="0" cy="259301"/>
              </a:xfrm>
              <a:prstGeom prst="line">
                <a:avLst/>
              </a:prstGeom>
              <a:ln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55" name="그룹 354"/>
            <p:cNvGrpSpPr/>
            <p:nvPr/>
          </p:nvGrpSpPr>
          <p:grpSpPr>
            <a:xfrm rot="5400000">
              <a:off x="4766939" y="4724895"/>
              <a:ext cx="115573" cy="49887"/>
              <a:chOff x="4946688" y="3862016"/>
              <a:chExt cx="171224" cy="80594"/>
            </a:xfrm>
          </p:grpSpPr>
          <p:sp>
            <p:nvSpPr>
              <p:cNvPr id="370" name="타원 369"/>
              <p:cNvSpPr/>
              <p:nvPr/>
            </p:nvSpPr>
            <p:spPr>
              <a:xfrm>
                <a:off x="4946688" y="3862016"/>
                <a:ext cx="171224" cy="61546"/>
              </a:xfrm>
              <a:prstGeom prst="ellipse">
                <a:avLst/>
              </a:prstGeom>
              <a:noFill/>
              <a:ln w="6350">
                <a:solidFill>
                  <a:srgbClr val="C00000"/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 smtClean="0"/>
              </a:p>
            </p:txBody>
          </p:sp>
          <p:sp>
            <p:nvSpPr>
              <p:cNvPr id="371" name="타원 370"/>
              <p:cNvSpPr/>
              <p:nvPr/>
            </p:nvSpPr>
            <p:spPr>
              <a:xfrm>
                <a:off x="4946688" y="3881064"/>
                <a:ext cx="171224" cy="61546"/>
              </a:xfrm>
              <a:prstGeom prst="ellipse">
                <a:avLst/>
              </a:prstGeom>
              <a:noFill/>
              <a:ln w="6350">
                <a:solidFill>
                  <a:srgbClr val="C00000"/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 smtClean="0"/>
              </a:p>
            </p:txBody>
          </p:sp>
        </p:grpSp>
        <p:pic>
          <p:nvPicPr>
            <p:cNvPr id="356" name="Picture 51" descr="vss_corp_blue"/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32464" y="4580116"/>
              <a:ext cx="309832" cy="3443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57" name="Picture 51" descr="vss_corp_blue"/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52872" y="4579815"/>
              <a:ext cx="309832" cy="3443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cxnSp>
          <p:nvCxnSpPr>
            <p:cNvPr id="358" name="직선 연결선 357"/>
            <p:cNvCxnSpPr>
              <a:stCxn id="356" idx="2"/>
              <a:endCxn id="351" idx="0"/>
            </p:cNvCxnSpPr>
            <p:nvPr/>
          </p:nvCxnSpPr>
          <p:spPr>
            <a:xfrm flipH="1">
              <a:off x="4512699" y="4924488"/>
              <a:ext cx="674681" cy="605068"/>
            </a:xfrm>
            <a:prstGeom prst="line">
              <a:avLst/>
            </a:prstGeom>
            <a:ln w="12700" cmpd="sng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9" name="직선 연결선 358"/>
            <p:cNvCxnSpPr>
              <a:stCxn id="356" idx="2"/>
              <a:endCxn id="353" idx="0"/>
            </p:cNvCxnSpPr>
            <p:nvPr/>
          </p:nvCxnSpPr>
          <p:spPr>
            <a:xfrm>
              <a:off x="5187380" y="4924488"/>
              <a:ext cx="11005" cy="602796"/>
            </a:xfrm>
            <a:prstGeom prst="line">
              <a:avLst/>
            </a:prstGeom>
            <a:ln w="12700" cmpd="sng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0" name="직선 연결선 359"/>
            <p:cNvCxnSpPr>
              <a:stCxn id="357" idx="2"/>
              <a:endCxn id="353" idx="0"/>
            </p:cNvCxnSpPr>
            <p:nvPr/>
          </p:nvCxnSpPr>
          <p:spPr>
            <a:xfrm>
              <a:off x="4507788" y="4924187"/>
              <a:ext cx="690597" cy="603098"/>
            </a:xfrm>
            <a:prstGeom prst="line">
              <a:avLst/>
            </a:prstGeom>
            <a:ln w="12700" cmpd="sng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361" name="S42147" descr="Untitled-2-42"/>
            <p:cNvPicPr>
              <a:picLocks noChangeAspect="1" noChangeArrowheads="1"/>
            </p:cNvPicPr>
            <p:nvPr/>
          </p:nvPicPr>
          <p:blipFill>
            <a:blip r:embed="rId7" cstate="print">
              <a:lum bright="-30000" contrast="48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82936" y="5889717"/>
              <a:ext cx="266923" cy="19989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>
              <a:outerShdw dist="12700" dir="2700000" algn="tl" rotWithShape="0">
                <a:srgbClr val="000000">
                  <a:alpha val="79999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362" name="직선 연결선 361"/>
            <p:cNvCxnSpPr>
              <a:stCxn id="351" idx="2"/>
              <a:endCxn id="361" idx="0"/>
            </p:cNvCxnSpPr>
            <p:nvPr/>
          </p:nvCxnSpPr>
          <p:spPr>
            <a:xfrm>
              <a:off x="4512699" y="5722592"/>
              <a:ext cx="3699" cy="167125"/>
            </a:xfrm>
            <a:prstGeom prst="line">
              <a:avLst/>
            </a:prstGeom>
            <a:ln w="12700" cmpd="sng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363" name="S42147" descr="Untitled-2-42"/>
            <p:cNvPicPr>
              <a:picLocks noChangeAspect="1" noChangeArrowheads="1"/>
            </p:cNvPicPr>
            <p:nvPr/>
          </p:nvPicPr>
          <p:blipFill>
            <a:blip r:embed="rId7" cstate="print">
              <a:lum bright="-30000" contrast="48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71805" y="5889717"/>
              <a:ext cx="266923" cy="19989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>
              <a:outerShdw dist="12700" dir="2700000" algn="tl" rotWithShape="0">
                <a:srgbClr val="000000">
                  <a:alpha val="79999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364" name="직선 연결선 363"/>
            <p:cNvCxnSpPr>
              <a:stCxn id="353" idx="2"/>
              <a:endCxn id="363" idx="0"/>
            </p:cNvCxnSpPr>
            <p:nvPr/>
          </p:nvCxnSpPr>
          <p:spPr>
            <a:xfrm>
              <a:off x="5198385" y="5720321"/>
              <a:ext cx="6882" cy="169397"/>
            </a:xfrm>
            <a:prstGeom prst="line">
              <a:avLst/>
            </a:prstGeom>
            <a:ln w="12700" cmpd="sng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5" name="Text Box 3"/>
            <p:cNvSpPr txBox="1">
              <a:spLocks noChangeArrowheads="1"/>
            </p:cNvSpPr>
            <p:nvPr/>
          </p:nvSpPr>
          <p:spPr bwMode="auto">
            <a:xfrm>
              <a:off x="4718434" y="4803564"/>
              <a:ext cx="269304" cy="153888"/>
            </a:xfrm>
            <a:prstGeom prst="rect">
              <a:avLst/>
            </a:prstGeom>
            <a:noFill/>
            <a:extLst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algn="ctr">
                <a:defRPr sz="1200"/>
              </a:lvl1pPr>
            </a:lstStyle>
            <a:p>
              <a:r>
                <a:rPr lang="en-US" altLang="ko-KR" sz="1000" spc="-100" dirty="0">
                  <a:latin typeface="Rix모던고딕 B" panose="02020603020101020101" pitchFamily="18" charset="-127"/>
                  <a:ea typeface="Rix모던고딕 B" panose="02020603020101020101" pitchFamily="18" charset="-127"/>
                </a:rPr>
                <a:t>VRRP</a:t>
              </a:r>
            </a:p>
          </p:txBody>
        </p:sp>
        <p:sp>
          <p:nvSpPr>
            <p:cNvPr id="366" name="Rectangle 482"/>
            <p:cNvSpPr>
              <a:spLocks noChangeArrowheads="1"/>
            </p:cNvSpPr>
            <p:nvPr/>
          </p:nvSpPr>
          <p:spPr bwMode="auto">
            <a:xfrm>
              <a:off x="4281150" y="5026847"/>
              <a:ext cx="466795" cy="171953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txBody>
            <a:bodyPr wrap="none" lIns="0" tIns="0" rIns="0" bIns="0" anchor="ctr" anchorCtr="0">
              <a:noAutofit/>
            </a:bodyPr>
            <a:lstStyle/>
            <a:p>
              <a:pPr algn="ctr"/>
              <a:r>
                <a:rPr lang="en-US" altLang="ko-KR" sz="800" dirty="0">
                  <a:solidFill>
                    <a:schemeClr val="bg1"/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</a:rPr>
                <a:t>Active</a:t>
              </a:r>
            </a:p>
          </p:txBody>
        </p:sp>
        <p:sp>
          <p:nvSpPr>
            <p:cNvPr id="367" name="Rectangle 482"/>
            <p:cNvSpPr>
              <a:spLocks noChangeArrowheads="1"/>
            </p:cNvSpPr>
            <p:nvPr/>
          </p:nvSpPr>
          <p:spPr bwMode="auto">
            <a:xfrm>
              <a:off x="4911031" y="5030651"/>
              <a:ext cx="466795" cy="171953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txBody>
            <a:bodyPr wrap="none" lIns="0" tIns="0" rIns="0" bIns="0" anchor="ctr" anchorCtr="0">
              <a:noAutofit/>
            </a:bodyPr>
            <a:lstStyle/>
            <a:p>
              <a:pPr algn="ctr"/>
              <a:r>
                <a:rPr lang="en-US" altLang="ko-KR" sz="800" dirty="0">
                  <a:solidFill>
                    <a:schemeClr val="bg1"/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</a:rPr>
                <a:t>Active</a:t>
              </a:r>
            </a:p>
          </p:txBody>
        </p:sp>
        <p:sp>
          <p:nvSpPr>
            <p:cNvPr id="368" name="타원 367"/>
            <p:cNvSpPr/>
            <p:nvPr/>
          </p:nvSpPr>
          <p:spPr>
            <a:xfrm>
              <a:off x="4460952" y="5412488"/>
              <a:ext cx="207302" cy="49627"/>
            </a:xfrm>
            <a:prstGeom prst="ellipse">
              <a:avLst/>
            </a:prstGeom>
            <a:no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 smtClean="0">
                <a:solidFill>
                  <a:schemeClr val="tx1"/>
                </a:solidFill>
              </a:endParaRPr>
            </a:p>
          </p:txBody>
        </p:sp>
        <p:sp>
          <p:nvSpPr>
            <p:cNvPr id="369" name="타원 368"/>
            <p:cNvSpPr/>
            <p:nvPr/>
          </p:nvSpPr>
          <p:spPr>
            <a:xfrm>
              <a:off x="5045081" y="5412488"/>
              <a:ext cx="207302" cy="49627"/>
            </a:xfrm>
            <a:prstGeom prst="ellipse">
              <a:avLst/>
            </a:prstGeom>
            <a:no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 smtClean="0">
                <a:solidFill>
                  <a:schemeClr val="tx1"/>
                </a:solidFill>
              </a:endParaRPr>
            </a:p>
          </p:txBody>
        </p:sp>
      </p:grpSp>
      <p:grpSp>
        <p:nvGrpSpPr>
          <p:cNvPr id="374" name="그룹 373"/>
          <p:cNvGrpSpPr/>
          <p:nvPr/>
        </p:nvGrpSpPr>
        <p:grpSpPr>
          <a:xfrm>
            <a:off x="8071782" y="2045724"/>
            <a:ext cx="1141660" cy="1586756"/>
            <a:chOff x="5879925" y="4502854"/>
            <a:chExt cx="1141660" cy="1586756"/>
          </a:xfrm>
        </p:grpSpPr>
        <p:sp>
          <p:nvSpPr>
            <p:cNvPr id="375" name="Text Box 3"/>
            <p:cNvSpPr txBox="1">
              <a:spLocks noChangeArrowheads="1"/>
            </p:cNvSpPr>
            <p:nvPr/>
          </p:nvSpPr>
          <p:spPr bwMode="auto">
            <a:xfrm>
              <a:off x="5879925" y="4659969"/>
              <a:ext cx="307777" cy="153888"/>
            </a:xfrm>
            <a:prstGeom prst="rect">
              <a:avLst/>
            </a:prstGeom>
            <a:noFill/>
            <a:extLst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algn="ctr">
                <a:defRPr sz="1200"/>
              </a:lvl1pPr>
            </a:lstStyle>
            <a:p>
              <a:r>
                <a:rPr lang="ko-KR" altLang="en-US" sz="1000" spc="-100" dirty="0">
                  <a:latin typeface="Rix모던고딕 B" panose="02020603020101020101" pitchFamily="18" charset="-127"/>
                  <a:ea typeface="Rix모던고딕 B" panose="02020603020101020101" pitchFamily="18" charset="-127"/>
                </a:rPr>
                <a:t>가상화</a:t>
              </a:r>
              <a:endParaRPr lang="en-US" altLang="ko-KR" sz="1000" spc="-100" dirty="0">
                <a:latin typeface="Rix모던고딕 B" panose="02020603020101020101" pitchFamily="18" charset="-127"/>
                <a:ea typeface="Rix모던고딕 B" panose="02020603020101020101" pitchFamily="18" charset="-127"/>
              </a:endParaRPr>
            </a:p>
          </p:txBody>
        </p:sp>
        <p:pic>
          <p:nvPicPr>
            <p:cNvPr id="376" name="Picture 12" descr="rack_server_grey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04058" y="5529556"/>
              <a:ext cx="331841" cy="1930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77" name="Picture 12" descr="rack_server_grey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689744" y="5527285"/>
              <a:ext cx="331841" cy="1930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78" name="Picture 51" descr="vss_corp_blue"/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307139" y="4575618"/>
              <a:ext cx="309832" cy="3443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cxnSp>
          <p:nvCxnSpPr>
            <p:cNvPr id="379" name="직선 연결선 378"/>
            <p:cNvCxnSpPr>
              <a:stCxn id="378" idx="2"/>
              <a:endCxn id="376" idx="0"/>
            </p:cNvCxnSpPr>
            <p:nvPr/>
          </p:nvCxnSpPr>
          <p:spPr>
            <a:xfrm flipH="1">
              <a:off x="6169979" y="4919990"/>
              <a:ext cx="292076" cy="609566"/>
            </a:xfrm>
            <a:prstGeom prst="line">
              <a:avLst/>
            </a:prstGeom>
            <a:ln w="47625" cmpd="dbl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0" name="직선 연결선 379"/>
            <p:cNvCxnSpPr>
              <a:stCxn id="378" idx="2"/>
              <a:endCxn id="377" idx="0"/>
            </p:cNvCxnSpPr>
            <p:nvPr/>
          </p:nvCxnSpPr>
          <p:spPr>
            <a:xfrm>
              <a:off x="6462055" y="4919990"/>
              <a:ext cx="393610" cy="607294"/>
            </a:xfrm>
            <a:prstGeom prst="line">
              <a:avLst/>
            </a:prstGeom>
            <a:ln w="47625" cmpd="dbl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381" name="S42147" descr="Untitled-2-42"/>
            <p:cNvPicPr>
              <a:picLocks noChangeAspect="1" noChangeArrowheads="1"/>
            </p:cNvPicPr>
            <p:nvPr/>
          </p:nvPicPr>
          <p:blipFill>
            <a:blip r:embed="rId7" cstate="print">
              <a:lum bright="-30000" contrast="48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33812" y="5889717"/>
              <a:ext cx="266923" cy="19989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>
              <a:outerShdw dist="12700" dir="2700000" algn="tl" rotWithShape="0">
                <a:srgbClr val="000000">
                  <a:alpha val="79999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382" name="직선 연결선 381"/>
            <p:cNvCxnSpPr>
              <a:stCxn id="376" idx="2"/>
              <a:endCxn id="381" idx="0"/>
            </p:cNvCxnSpPr>
            <p:nvPr/>
          </p:nvCxnSpPr>
          <p:spPr>
            <a:xfrm flipH="1">
              <a:off x="6167274" y="5722592"/>
              <a:ext cx="2705" cy="167125"/>
            </a:xfrm>
            <a:prstGeom prst="line">
              <a:avLst/>
            </a:prstGeom>
            <a:ln w="12700" cmpd="sng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383" name="S42147" descr="Untitled-2-42"/>
            <p:cNvPicPr>
              <a:picLocks noChangeAspect="1" noChangeArrowheads="1"/>
            </p:cNvPicPr>
            <p:nvPr/>
          </p:nvPicPr>
          <p:blipFill>
            <a:blip r:embed="rId7" cstate="print">
              <a:lum bright="-30000" contrast="48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729085" y="5889717"/>
              <a:ext cx="266923" cy="19989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>
              <a:outerShdw dist="12700" dir="2700000" algn="tl" rotWithShape="0">
                <a:srgbClr val="000000">
                  <a:alpha val="79999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384" name="직선 연결선 383"/>
            <p:cNvCxnSpPr>
              <a:stCxn id="377" idx="2"/>
              <a:endCxn id="383" idx="0"/>
            </p:cNvCxnSpPr>
            <p:nvPr/>
          </p:nvCxnSpPr>
          <p:spPr>
            <a:xfrm>
              <a:off x="6855665" y="5720321"/>
              <a:ext cx="6882" cy="169397"/>
            </a:xfrm>
            <a:prstGeom prst="line">
              <a:avLst/>
            </a:prstGeom>
            <a:ln w="12700" cmpd="sng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5" name="Rectangle 487"/>
            <p:cNvSpPr>
              <a:spLocks noChangeArrowheads="1"/>
            </p:cNvSpPr>
            <p:nvPr/>
          </p:nvSpPr>
          <p:spPr bwMode="auto">
            <a:xfrm>
              <a:off x="6236574" y="4502854"/>
              <a:ext cx="450959" cy="460305"/>
            </a:xfrm>
            <a:prstGeom prst="rect">
              <a:avLst/>
            </a:prstGeom>
            <a:noFill/>
            <a:ln w="19050" cap="rnd" algn="ctr">
              <a:solidFill>
                <a:srgbClr val="C00000"/>
              </a:solidFill>
              <a:prstDash val="sys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0" tIns="0" rIns="0" bIns="0" anchor="ctr"/>
            <a:lstStyle/>
            <a:p>
              <a:pPr marL="100260" indent="-100260" algn="ctr">
                <a:spcBef>
                  <a:spcPct val="30000"/>
                </a:spcBef>
              </a:pPr>
              <a:endParaRPr lang="ko-KR" altLang="ko-KR" sz="1000" dirty="0">
                <a:latin typeface="산돌고딕 L" pitchFamily="18" charset="-127"/>
                <a:ea typeface="산돌고딕 L" pitchFamily="18" charset="-127"/>
              </a:endParaRPr>
            </a:p>
          </p:txBody>
        </p:sp>
        <p:sp>
          <p:nvSpPr>
            <p:cNvPr id="386" name="Rectangle 482"/>
            <p:cNvSpPr>
              <a:spLocks noChangeArrowheads="1"/>
            </p:cNvSpPr>
            <p:nvPr/>
          </p:nvSpPr>
          <p:spPr bwMode="auto">
            <a:xfrm>
              <a:off x="6067619" y="5037305"/>
              <a:ext cx="805029" cy="171953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txBody>
            <a:bodyPr wrap="none" lIns="0" tIns="0" rIns="0" bIns="0" anchor="ctr" anchorCtr="0">
              <a:noAutofit/>
            </a:bodyPr>
            <a:lstStyle/>
            <a:p>
              <a:pPr algn="ctr"/>
              <a:r>
                <a:rPr lang="en-US" altLang="ko-KR" sz="800" dirty="0">
                  <a:solidFill>
                    <a:schemeClr val="bg1"/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</a:rPr>
                <a:t>Active-Active</a:t>
              </a:r>
            </a:p>
          </p:txBody>
        </p:sp>
        <p:sp>
          <p:nvSpPr>
            <p:cNvPr id="387" name="타원 386"/>
            <p:cNvSpPr/>
            <p:nvPr/>
          </p:nvSpPr>
          <p:spPr>
            <a:xfrm>
              <a:off x="6125614" y="5412488"/>
              <a:ext cx="155748" cy="49627"/>
            </a:xfrm>
            <a:prstGeom prst="ellipse">
              <a:avLst/>
            </a:prstGeom>
            <a:no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 smtClean="0">
                <a:solidFill>
                  <a:schemeClr val="tx1"/>
                </a:solidFill>
              </a:endParaRPr>
            </a:p>
          </p:txBody>
        </p:sp>
        <p:sp>
          <p:nvSpPr>
            <p:cNvPr id="388" name="타원 387"/>
            <p:cNvSpPr/>
            <p:nvPr/>
          </p:nvSpPr>
          <p:spPr>
            <a:xfrm>
              <a:off x="6724971" y="5412488"/>
              <a:ext cx="155748" cy="49627"/>
            </a:xfrm>
            <a:prstGeom prst="ellipse">
              <a:avLst/>
            </a:prstGeom>
            <a:no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 smtClean="0">
                <a:solidFill>
                  <a:schemeClr val="tx1"/>
                </a:solidFill>
              </a:endParaRPr>
            </a:p>
          </p:txBody>
        </p:sp>
      </p:grpSp>
      <p:cxnSp>
        <p:nvCxnSpPr>
          <p:cNvPr id="136" name="직선 연결선 135"/>
          <p:cNvCxnSpPr/>
          <p:nvPr/>
        </p:nvCxnSpPr>
        <p:spPr>
          <a:xfrm flipH="1">
            <a:off x="2020377" y="3168944"/>
            <a:ext cx="1884795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직선 연결선 136"/>
          <p:cNvCxnSpPr/>
          <p:nvPr/>
        </p:nvCxnSpPr>
        <p:spPr>
          <a:xfrm flipH="1">
            <a:off x="2020377" y="2420497"/>
            <a:ext cx="1884795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256188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TextBox 148"/>
          <p:cNvSpPr txBox="1"/>
          <p:nvPr/>
        </p:nvSpPr>
        <p:spPr>
          <a:xfrm rot="5400000" flipH="1">
            <a:off x="4380922" y="4230427"/>
            <a:ext cx="5057058" cy="441928"/>
          </a:xfrm>
          <a:custGeom>
            <a:avLst/>
            <a:gdLst>
              <a:gd name="connsiteX0" fmla="*/ 0 w 3050913"/>
              <a:gd name="connsiteY0" fmla="*/ 0 h 361107"/>
              <a:gd name="connsiteX1" fmla="*/ 3050913 w 3050913"/>
              <a:gd name="connsiteY1" fmla="*/ 0 h 361107"/>
              <a:gd name="connsiteX2" fmla="*/ 3050913 w 3050913"/>
              <a:gd name="connsiteY2" fmla="*/ 361107 h 361107"/>
              <a:gd name="connsiteX3" fmla="*/ 0 w 3050913"/>
              <a:gd name="connsiteY3" fmla="*/ 361107 h 361107"/>
              <a:gd name="connsiteX4" fmla="*/ 0 w 3050913"/>
              <a:gd name="connsiteY4" fmla="*/ 0 h 361107"/>
              <a:gd name="connsiteX0" fmla="*/ 0 w 3050913"/>
              <a:gd name="connsiteY0" fmla="*/ 0 h 361107"/>
              <a:gd name="connsiteX1" fmla="*/ 3050913 w 3050913"/>
              <a:gd name="connsiteY1" fmla="*/ 0 h 361107"/>
              <a:gd name="connsiteX2" fmla="*/ 3050913 w 3050913"/>
              <a:gd name="connsiteY2" fmla="*/ 361107 h 361107"/>
              <a:gd name="connsiteX3" fmla="*/ 336550 w 3050913"/>
              <a:gd name="connsiteY3" fmla="*/ 361107 h 361107"/>
              <a:gd name="connsiteX4" fmla="*/ 0 w 3050913"/>
              <a:gd name="connsiteY4" fmla="*/ 0 h 361107"/>
              <a:gd name="connsiteX0" fmla="*/ 0 w 3050913"/>
              <a:gd name="connsiteY0" fmla="*/ 0 h 361107"/>
              <a:gd name="connsiteX1" fmla="*/ 3050913 w 3050913"/>
              <a:gd name="connsiteY1" fmla="*/ 0 h 361107"/>
              <a:gd name="connsiteX2" fmla="*/ 2708013 w 3050913"/>
              <a:gd name="connsiteY2" fmla="*/ 361107 h 361107"/>
              <a:gd name="connsiteX3" fmla="*/ 336550 w 3050913"/>
              <a:gd name="connsiteY3" fmla="*/ 361107 h 361107"/>
              <a:gd name="connsiteX4" fmla="*/ 0 w 3050913"/>
              <a:gd name="connsiteY4" fmla="*/ 0 h 361107"/>
              <a:gd name="connsiteX0" fmla="*/ 0 w 3050913"/>
              <a:gd name="connsiteY0" fmla="*/ 0 h 474144"/>
              <a:gd name="connsiteX1" fmla="*/ 3050913 w 3050913"/>
              <a:gd name="connsiteY1" fmla="*/ 0 h 474144"/>
              <a:gd name="connsiteX2" fmla="*/ 2953736 w 3050913"/>
              <a:gd name="connsiteY2" fmla="*/ 474144 h 474144"/>
              <a:gd name="connsiteX3" fmla="*/ 336550 w 3050913"/>
              <a:gd name="connsiteY3" fmla="*/ 361107 h 474144"/>
              <a:gd name="connsiteX4" fmla="*/ 0 w 3050913"/>
              <a:gd name="connsiteY4" fmla="*/ 0 h 474144"/>
              <a:gd name="connsiteX0" fmla="*/ 0 w 3050913"/>
              <a:gd name="connsiteY0" fmla="*/ 0 h 474144"/>
              <a:gd name="connsiteX1" fmla="*/ 3050913 w 3050913"/>
              <a:gd name="connsiteY1" fmla="*/ 0 h 474144"/>
              <a:gd name="connsiteX2" fmla="*/ 2953736 w 3050913"/>
              <a:gd name="connsiteY2" fmla="*/ 474144 h 474144"/>
              <a:gd name="connsiteX3" fmla="*/ 90827 w 3050913"/>
              <a:gd name="connsiteY3" fmla="*/ 474144 h 474144"/>
              <a:gd name="connsiteX4" fmla="*/ 0 w 3050913"/>
              <a:gd name="connsiteY4" fmla="*/ 0 h 474144"/>
              <a:gd name="connsiteX0" fmla="*/ 0 w 3050913"/>
              <a:gd name="connsiteY0" fmla="*/ 0 h 474144"/>
              <a:gd name="connsiteX1" fmla="*/ 3050913 w 3050913"/>
              <a:gd name="connsiteY1" fmla="*/ 0 h 474144"/>
              <a:gd name="connsiteX2" fmla="*/ 2871828 w 3050913"/>
              <a:gd name="connsiteY2" fmla="*/ 474144 h 474144"/>
              <a:gd name="connsiteX3" fmla="*/ 90827 w 3050913"/>
              <a:gd name="connsiteY3" fmla="*/ 474144 h 474144"/>
              <a:gd name="connsiteX4" fmla="*/ 0 w 3050913"/>
              <a:gd name="connsiteY4" fmla="*/ 0 h 474144"/>
              <a:gd name="connsiteX0" fmla="*/ 0 w 3258020"/>
              <a:gd name="connsiteY0" fmla="*/ 0 h 474144"/>
              <a:gd name="connsiteX1" fmla="*/ 3050913 w 3258020"/>
              <a:gd name="connsiteY1" fmla="*/ 0 h 474144"/>
              <a:gd name="connsiteX2" fmla="*/ 3258020 w 3258020"/>
              <a:gd name="connsiteY2" fmla="*/ 441848 h 474144"/>
              <a:gd name="connsiteX3" fmla="*/ 90827 w 3258020"/>
              <a:gd name="connsiteY3" fmla="*/ 474144 h 474144"/>
              <a:gd name="connsiteX4" fmla="*/ 0 w 3258020"/>
              <a:gd name="connsiteY4" fmla="*/ 0 h 474144"/>
              <a:gd name="connsiteX0" fmla="*/ 0 w 3258020"/>
              <a:gd name="connsiteY0" fmla="*/ 0 h 452613"/>
              <a:gd name="connsiteX1" fmla="*/ 3050913 w 3258020"/>
              <a:gd name="connsiteY1" fmla="*/ 0 h 452613"/>
              <a:gd name="connsiteX2" fmla="*/ 3258020 w 3258020"/>
              <a:gd name="connsiteY2" fmla="*/ 441848 h 452613"/>
              <a:gd name="connsiteX3" fmla="*/ 399780 w 3258020"/>
              <a:gd name="connsiteY3" fmla="*/ 452613 h 452613"/>
              <a:gd name="connsiteX4" fmla="*/ 0 w 3258020"/>
              <a:gd name="connsiteY4" fmla="*/ 0 h 452613"/>
              <a:gd name="connsiteX0" fmla="*/ 0 w 3050913"/>
              <a:gd name="connsiteY0" fmla="*/ 0 h 452613"/>
              <a:gd name="connsiteX1" fmla="*/ 3050913 w 3050913"/>
              <a:gd name="connsiteY1" fmla="*/ 0 h 452613"/>
              <a:gd name="connsiteX2" fmla="*/ 2733117 w 3050913"/>
              <a:gd name="connsiteY2" fmla="*/ 452613 h 452613"/>
              <a:gd name="connsiteX3" fmla="*/ 399780 w 3050913"/>
              <a:gd name="connsiteY3" fmla="*/ 452613 h 452613"/>
              <a:gd name="connsiteX4" fmla="*/ 0 w 3050913"/>
              <a:gd name="connsiteY4" fmla="*/ 0 h 452613"/>
              <a:gd name="connsiteX0" fmla="*/ 0 w 3050913"/>
              <a:gd name="connsiteY0" fmla="*/ 0 h 452613"/>
              <a:gd name="connsiteX1" fmla="*/ 3050913 w 3050913"/>
              <a:gd name="connsiteY1" fmla="*/ 0 h 452613"/>
              <a:gd name="connsiteX2" fmla="*/ 2733117 w 3050913"/>
              <a:gd name="connsiteY2" fmla="*/ 452613 h 452613"/>
              <a:gd name="connsiteX3" fmla="*/ 316520 w 3050913"/>
              <a:gd name="connsiteY3" fmla="*/ 452613 h 452613"/>
              <a:gd name="connsiteX4" fmla="*/ 0 w 3050913"/>
              <a:gd name="connsiteY4" fmla="*/ 0 h 4526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50913" h="452613">
                <a:moveTo>
                  <a:pt x="0" y="0"/>
                </a:moveTo>
                <a:lnTo>
                  <a:pt x="3050913" y="0"/>
                </a:lnTo>
                <a:lnTo>
                  <a:pt x="2733117" y="452613"/>
                </a:lnTo>
                <a:lnTo>
                  <a:pt x="316520" y="452613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tx1">
                  <a:alpha val="37000"/>
                </a:schemeClr>
              </a:gs>
              <a:gs pos="100000">
                <a:srgbClr val="020824">
                  <a:alpha val="0"/>
                </a:srgbClr>
              </a:gs>
            </a:gsLst>
            <a:lin ang="5400000" scaled="0"/>
          </a:gradFill>
          <a:effectLst/>
        </p:spPr>
        <p:txBody>
          <a:bodyPr wrap="square" lIns="0" tIns="0" rIns="0" bIns="0" anchor="ctr" anchorCtr="0">
            <a:noAutofit/>
          </a:bodyPr>
          <a:lstStyle/>
          <a:p>
            <a:pPr lvl="0" algn="ctr" latinLnBrk="0">
              <a:buSzPct val="135000"/>
              <a:defRPr/>
            </a:pPr>
            <a:endParaRPr lang="ko-KR" altLang="en-US" sz="1500" kern="0" spc="-200" dirty="0">
              <a:solidFill>
                <a:schemeClr val="bg1"/>
              </a:solidFill>
              <a:latin typeface="Rix정고딕 M" pitchFamily="18" charset="-127"/>
              <a:ea typeface="Rix정고딕 M" pitchFamily="18" charset="-127"/>
            </a:endParaRPr>
          </a:p>
        </p:txBody>
      </p:sp>
      <p:sp>
        <p:nvSpPr>
          <p:cNvPr id="151" name="직사각형 150"/>
          <p:cNvSpPr/>
          <p:nvPr/>
        </p:nvSpPr>
        <p:spPr>
          <a:xfrm>
            <a:off x="0" y="307090"/>
            <a:ext cx="10693400" cy="46218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 cap="rnd" cmpd="sng">
            <a:noFill/>
            <a:prstDash val="solid"/>
            <a:headEnd type="none" w="lg" len="med"/>
            <a:tailEnd type="none" w="lg" len="med"/>
          </a:ln>
          <a:effectLst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none" lIns="99569" tIns="172873" rIns="99569" bIns="49785"/>
          <a:lstStyle/>
          <a:p>
            <a:pPr algn="ctr" latinLnBrk="0"/>
            <a:endParaRPr lang="ko-KR" altLang="en-US" sz="1700" b="1" dirty="0">
              <a:gradFill>
                <a:gsLst>
                  <a:gs pos="0">
                    <a:prstClr val="white"/>
                  </a:gs>
                  <a:gs pos="100000">
                    <a:prstClr val="white"/>
                  </a:gs>
                </a:gsLst>
                <a:lin ang="5400000" scaled="0"/>
              </a:gra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고도 B" panose="02000503000000020004" pitchFamily="2" charset="-127"/>
              <a:ea typeface="고도 B" panose="02000503000000020004" pitchFamily="2" charset="-127"/>
            </a:endParaRPr>
          </a:p>
        </p:txBody>
      </p:sp>
      <p:sp>
        <p:nvSpPr>
          <p:cNvPr id="152" name="TextBox 151"/>
          <p:cNvSpPr txBox="1"/>
          <p:nvPr/>
        </p:nvSpPr>
        <p:spPr>
          <a:xfrm>
            <a:off x="347918" y="357032"/>
            <a:ext cx="8148382" cy="369332"/>
          </a:xfrm>
          <a:prstGeom prst="rect">
            <a:avLst/>
          </a:prstGeom>
          <a:noFill/>
          <a:ln w="6350">
            <a:noFill/>
          </a:ln>
          <a:effectLst/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 anchorCtr="0">
            <a:spAutoFit/>
            <a:sp3d>
              <a:bevelT w="0" h="0"/>
              <a:contourClr>
                <a:schemeClr val="bg1"/>
              </a:contourClr>
            </a:sp3d>
          </a:bodyPr>
          <a:lstStyle>
            <a:defPPr>
              <a:defRPr lang="ko-KR"/>
            </a:defPPr>
            <a:lvl1pPr lvl="0" indent="0" defTabSz="801639" latinLnBrk="0">
              <a:lnSpc>
                <a:spcPct val="100000"/>
              </a:lnSpc>
              <a:spcBef>
                <a:spcPts val="88"/>
              </a:spcBef>
              <a:spcAft>
                <a:spcPts val="88"/>
              </a:spcAft>
              <a:defRPr sz="2400" spc="0">
                <a:ln>
                  <a:solidFill>
                    <a:prstClr val="white">
                      <a:alpha val="10000"/>
                    </a:prstClr>
                  </a:solidFill>
                </a:ln>
                <a:solidFill>
                  <a:prstClr val="white"/>
                </a:solidFill>
                <a:effectLst/>
                <a:latin typeface="나눔고딕 ExtraBold" panose="020D0904000000000000" pitchFamily="50" charset="-127"/>
                <a:ea typeface="나눔고딕 ExtraBold" panose="020D0904000000000000" pitchFamily="50" charset="-127"/>
              </a:defRPr>
            </a:lvl1pPr>
          </a:lstStyle>
          <a:p>
            <a:r>
              <a:rPr lang="en-US" altLang="ko-KR" spc="-150" dirty="0" smtClean="0">
                <a:solidFill>
                  <a:schemeClr val="tx1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Q14. </a:t>
            </a:r>
            <a:r>
              <a:rPr lang="ko-KR" altLang="en-US" spc="-150" dirty="0">
                <a:solidFill>
                  <a:schemeClr val="tx1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무중단 구축 방안</a:t>
            </a:r>
          </a:p>
        </p:txBody>
      </p:sp>
      <p:sp>
        <p:nvSpPr>
          <p:cNvPr id="153" name="직사각형 152"/>
          <p:cNvSpPr/>
          <p:nvPr/>
        </p:nvSpPr>
        <p:spPr>
          <a:xfrm>
            <a:off x="0" y="776868"/>
            <a:ext cx="10693400" cy="861432"/>
          </a:xfrm>
          <a:prstGeom prst="rect">
            <a:avLst/>
          </a:prstGeom>
          <a:solidFill>
            <a:srgbClr val="2F6495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 lang="ko-KR" altLang="en-US" dirty="0"/>
          </a:p>
        </p:txBody>
      </p:sp>
      <p:sp>
        <p:nvSpPr>
          <p:cNvPr id="154" name="TextBox 153"/>
          <p:cNvSpPr txBox="1"/>
          <p:nvPr/>
        </p:nvSpPr>
        <p:spPr>
          <a:xfrm>
            <a:off x="357442" y="920807"/>
            <a:ext cx="10043857" cy="596189"/>
          </a:xfrm>
          <a:prstGeom prst="rect">
            <a:avLst/>
          </a:prstGeom>
          <a:noFill/>
          <a:ln w="6350">
            <a:noFill/>
          </a:ln>
          <a:effectLst/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 anchorCtr="0">
            <a:spAutoFit/>
            <a:sp3d>
              <a:bevelT w="0" h="0"/>
              <a:contourClr>
                <a:schemeClr val="bg1"/>
              </a:contourClr>
            </a:sp3d>
          </a:bodyPr>
          <a:lstStyle>
            <a:defPPr>
              <a:defRPr lang="ko-KR"/>
            </a:defPPr>
            <a:lvl1pPr lvl="0" indent="0" defTabSz="801639" latinLnBrk="0">
              <a:lnSpc>
                <a:spcPct val="100000"/>
              </a:lnSpc>
              <a:spcBef>
                <a:spcPts val="88"/>
              </a:spcBef>
              <a:spcAft>
                <a:spcPts val="88"/>
              </a:spcAft>
              <a:defRPr sz="2400" spc="0">
                <a:ln>
                  <a:solidFill>
                    <a:prstClr val="white">
                      <a:alpha val="10000"/>
                    </a:prstClr>
                  </a:solidFill>
                </a:ln>
                <a:solidFill>
                  <a:prstClr val="white"/>
                </a:solidFill>
                <a:effectLst/>
                <a:latin typeface="나눔고딕 ExtraBold" panose="020D0904000000000000" pitchFamily="50" charset="-127"/>
                <a:ea typeface="나눔고딕 ExtraBold" panose="020D0904000000000000" pitchFamily="50" charset="-127"/>
              </a:defRPr>
            </a:lvl1pPr>
          </a:lstStyle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800" spc="-100" dirty="0">
                <a:solidFill>
                  <a:schemeClr val="bg1"/>
                </a:solidFill>
                <a:latin typeface="Rix고딕 M" pitchFamily="18" charset="-127"/>
                <a:ea typeface="Rix고딕 M" pitchFamily="18" charset="-127"/>
              </a:rPr>
              <a:t>장비 도입 및 교체 시 서비스 안정성 확보를 위한 사전 검증 프로세스 도입으로 무장애</a:t>
            </a:r>
            <a:r>
              <a:rPr lang="en-US" altLang="ko-KR" sz="1800" spc="-100" dirty="0">
                <a:solidFill>
                  <a:schemeClr val="bg1"/>
                </a:solidFill>
                <a:latin typeface="Rix고딕 M" pitchFamily="18" charset="-127"/>
                <a:ea typeface="Rix고딕 M" pitchFamily="18" charset="-127"/>
              </a:rPr>
              <a:t>, </a:t>
            </a:r>
            <a:r>
              <a:rPr lang="ko-KR" altLang="en-US" sz="1800" spc="-100" dirty="0">
                <a:solidFill>
                  <a:schemeClr val="bg1"/>
                </a:solidFill>
                <a:latin typeface="Rix고딕 M" pitchFamily="18" charset="-127"/>
                <a:ea typeface="Rix고딕 M" pitchFamily="18" charset="-127"/>
              </a:rPr>
              <a:t>무 중단 구축에 최선을 다하겠습니다</a:t>
            </a:r>
            <a:r>
              <a:rPr lang="en-US" altLang="ko-KR" sz="1800" spc="-100" dirty="0">
                <a:solidFill>
                  <a:schemeClr val="bg1"/>
                </a:solidFill>
                <a:latin typeface="Rix고딕 M" pitchFamily="18" charset="-127"/>
                <a:ea typeface="Rix고딕 M" pitchFamily="18" charset="-127"/>
              </a:rPr>
              <a:t>.</a:t>
            </a:r>
          </a:p>
        </p:txBody>
      </p:sp>
      <p:sp>
        <p:nvSpPr>
          <p:cNvPr id="155" name="모서리가 둥근 직사각형 154"/>
          <p:cNvSpPr/>
          <p:nvPr/>
        </p:nvSpPr>
        <p:spPr bwMode="gray">
          <a:xfrm>
            <a:off x="7115175" y="1886050"/>
            <a:ext cx="3132483" cy="5152925"/>
          </a:xfrm>
          <a:prstGeom prst="roundRect">
            <a:avLst>
              <a:gd name="adj" fmla="val 4248"/>
            </a:avLst>
          </a:prstGeom>
          <a:noFill/>
          <a:ln w="12700">
            <a:solidFill>
              <a:schemeClr val="bg1">
                <a:lumMod val="6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9569" tIns="49785" rIns="99569" bIns="49785" rtlCol="0" anchor="ctr"/>
          <a:lstStyle/>
          <a:p>
            <a:pPr algn="ctr" defTabSz="1043079" latinLnBrk="0">
              <a:lnSpc>
                <a:spcPct val="110000"/>
              </a:lnSpc>
            </a:pPr>
            <a:endParaRPr lang="ko-KR" altLang="en-US" sz="1600" dirty="0">
              <a:gradFill>
                <a:gsLst>
                  <a:gs pos="0">
                    <a:prstClr val="white"/>
                  </a:gs>
                  <a:gs pos="100000">
                    <a:prstClr val="white"/>
                  </a:gs>
                </a:gsLst>
                <a:lin ang="5400000" scaled="0"/>
              </a:gradFill>
              <a:latin typeface="Yoon 윤고딕 550_TT" panose="02090603020101020101" pitchFamily="18" charset="-127"/>
              <a:ea typeface="Yoon 윤고딕 550_TT" panose="02090603020101020101" pitchFamily="18" charset="-127"/>
            </a:endParaRPr>
          </a:p>
        </p:txBody>
      </p:sp>
      <p:sp>
        <p:nvSpPr>
          <p:cNvPr id="156" name="양쪽 모서리가 둥근 사각형 155"/>
          <p:cNvSpPr/>
          <p:nvPr/>
        </p:nvSpPr>
        <p:spPr bwMode="gray">
          <a:xfrm>
            <a:off x="7122795" y="1886050"/>
            <a:ext cx="3132483" cy="379239"/>
          </a:xfrm>
          <a:prstGeom prst="round2Same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700" dirty="0">
                <a:latin typeface="Rix고딕 B" pitchFamily="18" charset="-127"/>
                <a:ea typeface="Rix고딕 B" pitchFamily="18" charset="-127"/>
              </a:rPr>
              <a:t>3</a:t>
            </a:r>
            <a:r>
              <a:rPr lang="ko-KR" altLang="en-US" sz="1700" dirty="0">
                <a:latin typeface="Rix고딕 B" pitchFamily="18" charset="-127"/>
                <a:ea typeface="Rix고딕 B" pitchFamily="18" charset="-127"/>
              </a:rPr>
              <a:t>단계 검증 프로세스 도입</a:t>
            </a:r>
          </a:p>
        </p:txBody>
      </p:sp>
      <p:grpSp>
        <p:nvGrpSpPr>
          <p:cNvPr id="157" name="그룹 156"/>
          <p:cNvGrpSpPr/>
          <p:nvPr/>
        </p:nvGrpSpPr>
        <p:grpSpPr>
          <a:xfrm>
            <a:off x="7256106" y="2467939"/>
            <a:ext cx="1111983" cy="1110692"/>
            <a:chOff x="7068772" y="2456266"/>
            <a:chExt cx="1260762" cy="1259298"/>
          </a:xfrm>
        </p:grpSpPr>
        <p:grpSp>
          <p:nvGrpSpPr>
            <p:cNvPr id="158" name="그룹 157"/>
            <p:cNvGrpSpPr/>
            <p:nvPr/>
          </p:nvGrpSpPr>
          <p:grpSpPr>
            <a:xfrm>
              <a:off x="7068772" y="2456266"/>
              <a:ext cx="1260762" cy="1259298"/>
              <a:chOff x="2126556" y="5777641"/>
              <a:chExt cx="1183719" cy="1182346"/>
            </a:xfrm>
          </p:grpSpPr>
          <p:grpSp>
            <p:nvGrpSpPr>
              <p:cNvPr id="162" name="그룹 161"/>
              <p:cNvGrpSpPr/>
              <p:nvPr/>
            </p:nvGrpSpPr>
            <p:grpSpPr>
              <a:xfrm>
                <a:off x="2126556" y="5777641"/>
                <a:ext cx="1183719" cy="1182346"/>
                <a:chOff x="2536793" y="3032167"/>
                <a:chExt cx="1183719" cy="1182346"/>
              </a:xfrm>
            </p:grpSpPr>
            <p:sp>
              <p:nvSpPr>
                <p:cNvPr id="164" name="타원 163"/>
                <p:cNvSpPr/>
                <p:nvPr/>
              </p:nvSpPr>
              <p:spPr>
                <a:xfrm rot="10800000" flipV="1">
                  <a:off x="2536794" y="3032167"/>
                  <a:ext cx="1183718" cy="1182346"/>
                </a:xfrm>
                <a:prstGeom prst="ellipse">
                  <a:avLst/>
                </a:prstGeom>
                <a:gradFill flip="none" rotWithShape="1">
                  <a:gsLst>
                    <a:gs pos="100000">
                      <a:srgbClr val="176804"/>
                    </a:gs>
                    <a:gs pos="57000">
                      <a:srgbClr val="389E00"/>
                    </a:gs>
                    <a:gs pos="0">
                      <a:srgbClr val="B6E668"/>
                    </a:gs>
                    <a:gs pos="34000">
                      <a:srgbClr val="6EC929"/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n w="25400" cap="rnd" cmpd="sng">
                  <a:solidFill>
                    <a:srgbClr val="6EC929">
                      <a:alpha val="70000"/>
                    </a:srgbClr>
                  </a:solidFill>
                  <a:prstDash val="solid"/>
                  <a:headEnd type="none" w="lg" len="med"/>
                  <a:tailEnd type="none" w="lg" len="med"/>
                </a:ln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1">
                  <a:schemeClr val="accent5"/>
                </a:lnRef>
                <a:fillRef idx="3">
                  <a:schemeClr val="accent5"/>
                </a:fillRef>
                <a:effectRef idx="2">
                  <a:schemeClr val="accent5"/>
                </a:effectRef>
                <a:fontRef idx="minor">
                  <a:schemeClr val="lt1"/>
                </a:fontRef>
              </p:style>
              <p:txBody>
                <a:bodyPr wrap="none" lIns="0" tIns="0" rIns="0" bIns="0" anchor="ctr" anchorCtr="0"/>
                <a:lstStyle/>
                <a:p>
                  <a:pPr algn="ctr" latinLnBrk="0">
                    <a:spcBef>
                      <a:spcPts val="176"/>
                    </a:spcBef>
                    <a:spcAft>
                      <a:spcPts val="529"/>
                    </a:spcAft>
                  </a:pPr>
                  <a:endParaRPr lang="ko-KR" altLang="en-US" sz="1499" dirty="0">
                    <a:ln w="0"/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Rix고딕 M" pitchFamily="18" charset="-127"/>
                    <a:ea typeface="Rix고딕 M" pitchFamily="18" charset="-127"/>
                  </a:endParaRPr>
                </a:p>
              </p:txBody>
            </p:sp>
            <p:grpSp>
              <p:nvGrpSpPr>
                <p:cNvPr id="165" name="그룹 164"/>
                <p:cNvGrpSpPr/>
                <p:nvPr/>
              </p:nvGrpSpPr>
              <p:grpSpPr>
                <a:xfrm>
                  <a:off x="2536793" y="3032167"/>
                  <a:ext cx="1183718" cy="1182346"/>
                  <a:chOff x="2536793" y="3032167"/>
                  <a:chExt cx="1183718" cy="1182346"/>
                </a:xfrm>
              </p:grpSpPr>
              <p:sp>
                <p:nvSpPr>
                  <p:cNvPr id="167" name="현 166"/>
                  <p:cNvSpPr/>
                  <p:nvPr/>
                </p:nvSpPr>
                <p:spPr>
                  <a:xfrm flipV="1">
                    <a:off x="2536793" y="3032167"/>
                    <a:ext cx="1183718" cy="1182346"/>
                  </a:xfrm>
                  <a:prstGeom prst="chord">
                    <a:avLst>
                      <a:gd name="adj1" fmla="val 2803460"/>
                      <a:gd name="adj2" fmla="val 11134128"/>
                    </a:avLst>
                  </a:prstGeom>
                  <a:gradFill>
                    <a:gsLst>
                      <a:gs pos="17000">
                        <a:schemeClr val="bg1">
                          <a:alpha val="5000"/>
                        </a:schemeClr>
                      </a:gs>
                      <a:gs pos="80000">
                        <a:schemeClr val="bg1">
                          <a:alpha val="25000"/>
                        </a:schemeClr>
                      </a:gs>
                    </a:gsLst>
                    <a:lin ang="1800000" scaled="0"/>
                  </a:gra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1588" dirty="0">
                      <a:solidFill>
                        <a:prstClr val="white"/>
                      </a:solidFill>
                      <a:latin typeface="Rix고딕 M" pitchFamily="18" charset="-127"/>
                      <a:ea typeface="Rix고딕 M" pitchFamily="18" charset="-127"/>
                    </a:endParaRPr>
                  </a:p>
                </p:txBody>
              </p:sp>
              <p:sp>
                <p:nvSpPr>
                  <p:cNvPr id="168" name="현 167"/>
                  <p:cNvSpPr/>
                  <p:nvPr/>
                </p:nvSpPr>
                <p:spPr>
                  <a:xfrm flipV="1">
                    <a:off x="2536793" y="3032167"/>
                    <a:ext cx="1183718" cy="1182346"/>
                  </a:xfrm>
                  <a:prstGeom prst="chord">
                    <a:avLst>
                      <a:gd name="adj1" fmla="val 2162861"/>
                      <a:gd name="adj2" fmla="val 8622610"/>
                    </a:avLst>
                  </a:prstGeom>
                  <a:gradFill>
                    <a:gsLst>
                      <a:gs pos="17000">
                        <a:schemeClr val="bg1">
                          <a:alpha val="5000"/>
                        </a:schemeClr>
                      </a:gs>
                      <a:gs pos="80000">
                        <a:schemeClr val="bg1">
                          <a:alpha val="25000"/>
                        </a:schemeClr>
                      </a:gs>
                    </a:gsLst>
                    <a:lin ang="1800000" scaled="0"/>
                  </a:gra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1588" dirty="0">
                      <a:solidFill>
                        <a:prstClr val="white"/>
                      </a:solidFill>
                      <a:latin typeface="Rix고딕 M" pitchFamily="18" charset="-127"/>
                      <a:ea typeface="Rix고딕 M" pitchFamily="18" charset="-127"/>
                    </a:endParaRPr>
                  </a:p>
                </p:txBody>
              </p:sp>
            </p:grpSp>
            <p:sp>
              <p:nvSpPr>
                <p:cNvPr id="166" name="타원 165"/>
                <p:cNvSpPr/>
                <p:nvPr/>
              </p:nvSpPr>
              <p:spPr>
                <a:xfrm rot="10800000" flipV="1">
                  <a:off x="2588653" y="3083340"/>
                  <a:ext cx="1080000" cy="1080000"/>
                </a:xfrm>
                <a:prstGeom prst="ellipse">
                  <a:avLst/>
                </a:prstGeom>
                <a:noFill/>
                <a:ln w="12700" cap="sq" cmpd="sng">
                  <a:solidFill>
                    <a:schemeClr val="bg1">
                      <a:alpha val="25000"/>
                    </a:schemeClr>
                  </a:solidFill>
                  <a:prstDash val="sysDash"/>
                  <a:headEnd type="none" w="lg" len="med"/>
                  <a:tailEnd type="none" w="lg" len="med"/>
                </a:ln>
                <a:effectLst/>
              </p:spPr>
              <p:style>
                <a:lnRef idx="1">
                  <a:schemeClr val="accent5"/>
                </a:lnRef>
                <a:fillRef idx="3">
                  <a:schemeClr val="accent5"/>
                </a:fillRef>
                <a:effectRef idx="2">
                  <a:schemeClr val="accent5"/>
                </a:effectRef>
                <a:fontRef idx="minor">
                  <a:schemeClr val="lt1"/>
                </a:fontRef>
              </p:style>
              <p:txBody>
                <a:bodyPr wrap="square" lIns="0" tIns="0" rIns="0" bIns="0" anchor="ctr" anchorCtr="0">
                  <a:noAutofit/>
                </a:bodyPr>
                <a:lstStyle/>
                <a:p>
                  <a:pPr algn="ctr" latinLnBrk="0">
                    <a:spcBef>
                      <a:spcPts val="176"/>
                    </a:spcBef>
                    <a:spcAft>
                      <a:spcPts val="529"/>
                    </a:spcAft>
                  </a:pPr>
                  <a:endParaRPr lang="ko-KR" altLang="en-US" sz="1499" dirty="0">
                    <a:ln w="0"/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Rix고딕 M" pitchFamily="18" charset="-127"/>
                    <a:ea typeface="Rix고딕 M" pitchFamily="18" charset="-127"/>
                  </a:endParaRPr>
                </a:p>
              </p:txBody>
            </p:sp>
          </p:grpSp>
          <p:pic>
            <p:nvPicPr>
              <p:cNvPr id="163" name="그림 162" descr="flare.png"/>
              <p:cNvPicPr>
                <a:picLocks noChangeAspect="1"/>
              </p:cNvPicPr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2989440" y="5890248"/>
                <a:ext cx="163336" cy="160494"/>
              </a:xfrm>
              <a:prstGeom prst="rect">
                <a:avLst/>
              </a:prstGeom>
            </p:spPr>
          </p:pic>
        </p:grpSp>
        <p:sp>
          <p:nvSpPr>
            <p:cNvPr id="159" name="TextBox 158"/>
            <p:cNvSpPr txBox="1"/>
            <p:nvPr/>
          </p:nvSpPr>
          <p:spPr>
            <a:xfrm>
              <a:off x="7433293" y="2954289"/>
              <a:ext cx="531722" cy="523142"/>
            </a:xfrm>
            <a:prstGeom prst="rect">
              <a:avLst/>
            </a:prstGeom>
            <a:noFill/>
            <a:ln w="6350">
              <a:noFill/>
            </a:ln>
            <a:effectLst/>
            <a:scene3d>
              <a:camera prst="orthographicFront"/>
              <a:lightRig rig="threePt" dir="t"/>
            </a:scene3d>
            <a:sp3d>
              <a:bevelT w="0" h="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 anchorCtr="0">
              <a:spAutoFit/>
              <a:sp3d>
                <a:bevelT w="0" h="0"/>
                <a:contourClr>
                  <a:schemeClr val="bg1"/>
                </a:contourClr>
              </a:sp3d>
            </a:bodyPr>
            <a:lstStyle>
              <a:defPPr>
                <a:defRPr lang="ko-KR"/>
              </a:defPPr>
              <a:lvl1pPr lvl="0" indent="-457200" algn="ctr" eaLnBrk="0" latinLnBrk="0" hangingPunct="0">
                <a:lnSpc>
                  <a:spcPct val="100000"/>
                </a:lnSpc>
                <a:spcBef>
                  <a:spcPts val="200"/>
                </a:spcBef>
                <a:spcAft>
                  <a:spcPts val="600"/>
                </a:spcAft>
                <a:defRPr sz="1700" spc="-50">
                  <a:ln w="0"/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뫼비우스 Bold" panose="02000500000000000000" pitchFamily="2" charset="-127"/>
                  <a:ea typeface="뫼비우스 Bold" panose="02000500000000000000" pitchFamily="2" charset="-127"/>
                </a:defRPr>
              </a:lvl1pPr>
            </a:lstStyle>
            <a:p>
              <a:pPr indent="0" defTabSz="801639" eaLnBrk="1" hangingPunct="1">
                <a:spcBef>
                  <a:spcPts val="0"/>
                </a:spcBef>
                <a:spcAft>
                  <a:spcPts val="0"/>
                </a:spcAft>
              </a:pPr>
              <a:r>
                <a:rPr lang="ko-KR" altLang="en-US" sz="1499" spc="-131" dirty="0">
                  <a:ln>
                    <a:solidFill>
                      <a:prstClr val="white">
                        <a:alpha val="10000"/>
                      </a:prstClr>
                    </a:solidFill>
                  </a:ln>
                  <a:solidFill>
                    <a:prstClr val="white"/>
                  </a:solidFill>
                  <a:effectLst/>
                  <a:latin typeface="Rix고딕 M" pitchFamily="18" charset="-127"/>
                  <a:ea typeface="Rix고딕 M" pitchFamily="18" charset="-127"/>
                </a:rPr>
                <a:t>단위</a:t>
              </a:r>
              <a:endParaRPr lang="en-US" altLang="ko-KR" sz="1499" spc="-131" dirty="0">
                <a:ln>
                  <a:solidFill>
                    <a:prstClr val="white">
                      <a:alpha val="10000"/>
                    </a:prstClr>
                  </a:solidFill>
                </a:ln>
                <a:solidFill>
                  <a:prstClr val="white"/>
                </a:solidFill>
                <a:effectLst/>
                <a:latin typeface="Rix고딕 M" pitchFamily="18" charset="-127"/>
                <a:ea typeface="Rix고딕 M" pitchFamily="18" charset="-127"/>
              </a:endParaRPr>
            </a:p>
            <a:p>
              <a:pPr indent="0" defTabSz="801639" eaLnBrk="1" hangingPunct="1">
                <a:spcBef>
                  <a:spcPts val="0"/>
                </a:spcBef>
                <a:spcAft>
                  <a:spcPts val="0"/>
                </a:spcAft>
              </a:pPr>
              <a:r>
                <a:rPr lang="ko-KR" altLang="en-US" sz="1499" spc="-131" dirty="0">
                  <a:ln>
                    <a:solidFill>
                      <a:prstClr val="white">
                        <a:alpha val="10000"/>
                      </a:prstClr>
                    </a:solidFill>
                  </a:ln>
                  <a:solidFill>
                    <a:prstClr val="white"/>
                  </a:solidFill>
                  <a:effectLst/>
                  <a:latin typeface="Rix고딕 M" pitchFamily="18" charset="-127"/>
                  <a:ea typeface="Rix고딕 M" pitchFamily="18" charset="-127"/>
                </a:rPr>
                <a:t>테스트</a:t>
              </a:r>
            </a:p>
          </p:txBody>
        </p:sp>
        <p:sp>
          <p:nvSpPr>
            <p:cNvPr id="160" name="TextBox 159"/>
            <p:cNvSpPr txBox="1"/>
            <p:nvPr/>
          </p:nvSpPr>
          <p:spPr>
            <a:xfrm>
              <a:off x="7497667" y="2641818"/>
              <a:ext cx="378036" cy="191926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spAutoFit/>
            </a:bodyPr>
            <a:lstStyle/>
            <a:p>
              <a:pPr algn="ctr" latinLnBrk="0"/>
              <a:r>
                <a:rPr lang="en-US" altLang="ko-KR" sz="1100" b="1" dirty="0">
                  <a:solidFill>
                    <a:prstClr val="white"/>
                  </a:solidFill>
                  <a:latin typeface="Rix고딕 M" pitchFamily="18" charset="-127"/>
                  <a:ea typeface="Rix고딕 M" pitchFamily="18" charset="-127"/>
                </a:rPr>
                <a:t>1</a:t>
              </a:r>
              <a:r>
                <a:rPr lang="ko-KR" altLang="en-US" sz="1100" b="1" dirty="0">
                  <a:solidFill>
                    <a:prstClr val="white"/>
                  </a:solidFill>
                  <a:latin typeface="Rix고딕 M" pitchFamily="18" charset="-127"/>
                  <a:ea typeface="Rix고딕 M" pitchFamily="18" charset="-127"/>
                </a:rPr>
                <a:t>단계</a:t>
              </a:r>
            </a:p>
          </p:txBody>
        </p:sp>
        <p:cxnSp>
          <p:nvCxnSpPr>
            <p:cNvPr id="161" name="직선 연결선 160"/>
            <p:cNvCxnSpPr/>
            <p:nvPr/>
          </p:nvCxnSpPr>
          <p:spPr>
            <a:xfrm>
              <a:off x="7276844" y="2881443"/>
              <a:ext cx="844619" cy="0"/>
            </a:xfrm>
            <a:prstGeom prst="line">
              <a:avLst/>
            </a:prstGeom>
            <a:noFill/>
            <a:ln w="6350" cap="sq" cmpd="sng">
              <a:solidFill>
                <a:schemeClr val="bg1">
                  <a:alpha val="25000"/>
                </a:schemeClr>
              </a:solidFill>
              <a:prstDash val="solid"/>
              <a:headEnd type="none" w="lg" len="med"/>
              <a:tailEnd type="none" w="lg" len="med"/>
            </a:ln>
            <a:effectLst/>
          </p:spPr>
          <p:style>
            <a:lnRef idx="1">
              <a:schemeClr val="accent5"/>
            </a:lnRef>
            <a:fillRef idx="3">
              <a:schemeClr val="accent5"/>
            </a:fillRef>
            <a:effectRef idx="2">
              <a:schemeClr val="accent5"/>
            </a:effectRef>
            <a:fontRef idx="minor">
              <a:schemeClr val="lt1"/>
            </a:fontRef>
          </p:style>
        </p:cxnSp>
      </p:grpSp>
      <p:grpSp>
        <p:nvGrpSpPr>
          <p:cNvPr id="288" name="그룹 287"/>
          <p:cNvGrpSpPr/>
          <p:nvPr/>
        </p:nvGrpSpPr>
        <p:grpSpPr>
          <a:xfrm>
            <a:off x="7256106" y="4073094"/>
            <a:ext cx="1111983" cy="1110692"/>
            <a:chOff x="7068772" y="2456266"/>
            <a:chExt cx="1260762" cy="1259298"/>
          </a:xfrm>
        </p:grpSpPr>
        <p:grpSp>
          <p:nvGrpSpPr>
            <p:cNvPr id="289" name="그룹 288"/>
            <p:cNvGrpSpPr/>
            <p:nvPr/>
          </p:nvGrpSpPr>
          <p:grpSpPr>
            <a:xfrm>
              <a:off x="7068772" y="2456266"/>
              <a:ext cx="1260762" cy="1259298"/>
              <a:chOff x="2126556" y="5777641"/>
              <a:chExt cx="1183719" cy="1182346"/>
            </a:xfrm>
          </p:grpSpPr>
          <p:grpSp>
            <p:nvGrpSpPr>
              <p:cNvPr id="293" name="그룹 292"/>
              <p:cNvGrpSpPr/>
              <p:nvPr/>
            </p:nvGrpSpPr>
            <p:grpSpPr>
              <a:xfrm>
                <a:off x="2126556" y="5777641"/>
                <a:ext cx="1183719" cy="1182346"/>
                <a:chOff x="2536793" y="3032167"/>
                <a:chExt cx="1183719" cy="1182346"/>
              </a:xfrm>
            </p:grpSpPr>
            <p:sp>
              <p:nvSpPr>
                <p:cNvPr id="295" name="타원 294"/>
                <p:cNvSpPr/>
                <p:nvPr/>
              </p:nvSpPr>
              <p:spPr>
                <a:xfrm rot="10800000" flipV="1">
                  <a:off x="2536794" y="3032167"/>
                  <a:ext cx="1183718" cy="1182346"/>
                </a:xfrm>
                <a:prstGeom prst="ellipse">
                  <a:avLst/>
                </a:prstGeom>
                <a:gradFill flip="none" rotWithShape="1">
                  <a:gsLst>
                    <a:gs pos="100000">
                      <a:srgbClr val="176804"/>
                    </a:gs>
                    <a:gs pos="57000">
                      <a:srgbClr val="389E00"/>
                    </a:gs>
                    <a:gs pos="0">
                      <a:srgbClr val="B6E668"/>
                    </a:gs>
                    <a:gs pos="34000">
                      <a:srgbClr val="6EC929"/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n w="25400" cap="rnd" cmpd="sng">
                  <a:solidFill>
                    <a:srgbClr val="6EC929">
                      <a:alpha val="70000"/>
                    </a:srgbClr>
                  </a:solidFill>
                  <a:prstDash val="solid"/>
                  <a:headEnd type="none" w="lg" len="med"/>
                  <a:tailEnd type="none" w="lg" len="med"/>
                </a:ln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1">
                  <a:schemeClr val="accent5"/>
                </a:lnRef>
                <a:fillRef idx="3">
                  <a:schemeClr val="accent5"/>
                </a:fillRef>
                <a:effectRef idx="2">
                  <a:schemeClr val="accent5"/>
                </a:effectRef>
                <a:fontRef idx="minor">
                  <a:schemeClr val="lt1"/>
                </a:fontRef>
              </p:style>
              <p:txBody>
                <a:bodyPr wrap="none" lIns="0" tIns="0" rIns="0" bIns="0" anchor="ctr" anchorCtr="0"/>
                <a:lstStyle/>
                <a:p>
                  <a:pPr algn="ctr" latinLnBrk="0">
                    <a:spcBef>
                      <a:spcPts val="176"/>
                    </a:spcBef>
                    <a:spcAft>
                      <a:spcPts val="529"/>
                    </a:spcAft>
                  </a:pPr>
                  <a:endParaRPr lang="ko-KR" altLang="en-US" sz="1499" dirty="0">
                    <a:ln w="0"/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Rix고딕 M" pitchFamily="18" charset="-127"/>
                    <a:ea typeface="Rix고딕 M" pitchFamily="18" charset="-127"/>
                  </a:endParaRPr>
                </a:p>
              </p:txBody>
            </p:sp>
            <p:grpSp>
              <p:nvGrpSpPr>
                <p:cNvPr id="296" name="그룹 295"/>
                <p:cNvGrpSpPr/>
                <p:nvPr/>
              </p:nvGrpSpPr>
              <p:grpSpPr>
                <a:xfrm>
                  <a:off x="2536793" y="3032167"/>
                  <a:ext cx="1183718" cy="1182346"/>
                  <a:chOff x="2536793" y="3032167"/>
                  <a:chExt cx="1183718" cy="1182346"/>
                </a:xfrm>
              </p:grpSpPr>
              <p:sp>
                <p:nvSpPr>
                  <p:cNvPr id="298" name="현 297"/>
                  <p:cNvSpPr/>
                  <p:nvPr/>
                </p:nvSpPr>
                <p:spPr>
                  <a:xfrm flipV="1">
                    <a:off x="2536793" y="3032167"/>
                    <a:ext cx="1183718" cy="1182346"/>
                  </a:xfrm>
                  <a:prstGeom prst="chord">
                    <a:avLst>
                      <a:gd name="adj1" fmla="val 2803460"/>
                      <a:gd name="adj2" fmla="val 11134128"/>
                    </a:avLst>
                  </a:prstGeom>
                  <a:gradFill>
                    <a:gsLst>
                      <a:gs pos="17000">
                        <a:schemeClr val="bg1">
                          <a:alpha val="5000"/>
                        </a:schemeClr>
                      </a:gs>
                      <a:gs pos="80000">
                        <a:schemeClr val="bg1">
                          <a:alpha val="25000"/>
                        </a:schemeClr>
                      </a:gs>
                    </a:gsLst>
                    <a:lin ang="1800000" scaled="0"/>
                  </a:gra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1588" dirty="0">
                      <a:solidFill>
                        <a:prstClr val="white"/>
                      </a:solidFill>
                      <a:latin typeface="Rix고딕 M" pitchFamily="18" charset="-127"/>
                      <a:ea typeface="Rix고딕 M" pitchFamily="18" charset="-127"/>
                    </a:endParaRPr>
                  </a:p>
                </p:txBody>
              </p:sp>
              <p:sp>
                <p:nvSpPr>
                  <p:cNvPr id="299" name="현 298"/>
                  <p:cNvSpPr/>
                  <p:nvPr/>
                </p:nvSpPr>
                <p:spPr>
                  <a:xfrm flipV="1">
                    <a:off x="2536793" y="3032167"/>
                    <a:ext cx="1183718" cy="1182346"/>
                  </a:xfrm>
                  <a:prstGeom prst="chord">
                    <a:avLst>
                      <a:gd name="adj1" fmla="val 2162861"/>
                      <a:gd name="adj2" fmla="val 8622610"/>
                    </a:avLst>
                  </a:prstGeom>
                  <a:gradFill>
                    <a:gsLst>
                      <a:gs pos="17000">
                        <a:schemeClr val="bg1">
                          <a:alpha val="5000"/>
                        </a:schemeClr>
                      </a:gs>
                      <a:gs pos="80000">
                        <a:schemeClr val="bg1">
                          <a:alpha val="25000"/>
                        </a:schemeClr>
                      </a:gs>
                    </a:gsLst>
                    <a:lin ang="1800000" scaled="0"/>
                  </a:gra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1588" dirty="0">
                      <a:solidFill>
                        <a:prstClr val="white"/>
                      </a:solidFill>
                      <a:latin typeface="Rix고딕 M" pitchFamily="18" charset="-127"/>
                      <a:ea typeface="Rix고딕 M" pitchFamily="18" charset="-127"/>
                    </a:endParaRPr>
                  </a:p>
                </p:txBody>
              </p:sp>
            </p:grpSp>
            <p:sp>
              <p:nvSpPr>
                <p:cNvPr id="297" name="타원 296"/>
                <p:cNvSpPr/>
                <p:nvPr/>
              </p:nvSpPr>
              <p:spPr>
                <a:xfrm rot="10800000" flipV="1">
                  <a:off x="2588653" y="3083340"/>
                  <a:ext cx="1080000" cy="1080000"/>
                </a:xfrm>
                <a:prstGeom prst="ellipse">
                  <a:avLst/>
                </a:prstGeom>
                <a:noFill/>
                <a:ln w="12700" cap="sq" cmpd="sng">
                  <a:solidFill>
                    <a:schemeClr val="bg1">
                      <a:alpha val="25000"/>
                    </a:schemeClr>
                  </a:solidFill>
                  <a:prstDash val="sysDash"/>
                  <a:headEnd type="none" w="lg" len="med"/>
                  <a:tailEnd type="none" w="lg" len="med"/>
                </a:ln>
                <a:effectLst/>
              </p:spPr>
              <p:style>
                <a:lnRef idx="1">
                  <a:schemeClr val="accent5"/>
                </a:lnRef>
                <a:fillRef idx="3">
                  <a:schemeClr val="accent5"/>
                </a:fillRef>
                <a:effectRef idx="2">
                  <a:schemeClr val="accent5"/>
                </a:effectRef>
                <a:fontRef idx="minor">
                  <a:schemeClr val="lt1"/>
                </a:fontRef>
              </p:style>
              <p:txBody>
                <a:bodyPr wrap="square" lIns="0" tIns="0" rIns="0" bIns="0" anchor="ctr" anchorCtr="0">
                  <a:noAutofit/>
                </a:bodyPr>
                <a:lstStyle/>
                <a:p>
                  <a:pPr algn="ctr" latinLnBrk="0">
                    <a:spcBef>
                      <a:spcPts val="176"/>
                    </a:spcBef>
                    <a:spcAft>
                      <a:spcPts val="529"/>
                    </a:spcAft>
                  </a:pPr>
                  <a:endParaRPr lang="ko-KR" altLang="en-US" sz="1499" dirty="0">
                    <a:ln w="0"/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Rix고딕 M" pitchFamily="18" charset="-127"/>
                    <a:ea typeface="Rix고딕 M" pitchFamily="18" charset="-127"/>
                  </a:endParaRPr>
                </a:p>
              </p:txBody>
            </p:sp>
          </p:grpSp>
          <p:pic>
            <p:nvPicPr>
              <p:cNvPr id="294" name="그림 293" descr="flare.png"/>
              <p:cNvPicPr>
                <a:picLocks noChangeAspect="1"/>
              </p:cNvPicPr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2989440" y="5890248"/>
                <a:ext cx="163336" cy="160494"/>
              </a:xfrm>
              <a:prstGeom prst="rect">
                <a:avLst/>
              </a:prstGeom>
            </p:spPr>
          </p:pic>
        </p:grpSp>
        <p:sp>
          <p:nvSpPr>
            <p:cNvPr id="290" name="TextBox 289"/>
            <p:cNvSpPr txBox="1"/>
            <p:nvPr/>
          </p:nvSpPr>
          <p:spPr>
            <a:xfrm>
              <a:off x="7433293" y="2954289"/>
              <a:ext cx="531722" cy="523142"/>
            </a:xfrm>
            <a:prstGeom prst="rect">
              <a:avLst/>
            </a:prstGeom>
            <a:noFill/>
            <a:ln w="6350">
              <a:noFill/>
            </a:ln>
            <a:effectLst/>
            <a:scene3d>
              <a:camera prst="orthographicFront"/>
              <a:lightRig rig="threePt" dir="t"/>
            </a:scene3d>
            <a:sp3d>
              <a:bevelT w="0" h="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 anchorCtr="0">
              <a:spAutoFit/>
              <a:sp3d>
                <a:bevelT w="0" h="0"/>
                <a:contourClr>
                  <a:schemeClr val="bg1"/>
                </a:contourClr>
              </a:sp3d>
            </a:bodyPr>
            <a:lstStyle>
              <a:defPPr>
                <a:defRPr lang="ko-KR"/>
              </a:defPPr>
              <a:lvl1pPr lvl="0" indent="-457200" algn="ctr" eaLnBrk="0" latinLnBrk="0" hangingPunct="0">
                <a:lnSpc>
                  <a:spcPct val="100000"/>
                </a:lnSpc>
                <a:spcBef>
                  <a:spcPts val="200"/>
                </a:spcBef>
                <a:spcAft>
                  <a:spcPts val="600"/>
                </a:spcAft>
                <a:defRPr sz="1700" spc="-50">
                  <a:ln w="0"/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뫼비우스 Bold" panose="02000500000000000000" pitchFamily="2" charset="-127"/>
                  <a:ea typeface="뫼비우스 Bold" panose="02000500000000000000" pitchFamily="2" charset="-127"/>
                </a:defRPr>
              </a:lvl1pPr>
            </a:lstStyle>
            <a:p>
              <a:pPr indent="0" defTabSz="801639" eaLnBrk="1" hangingPunct="1">
                <a:spcBef>
                  <a:spcPts val="0"/>
                </a:spcBef>
                <a:spcAft>
                  <a:spcPts val="0"/>
                </a:spcAft>
              </a:pPr>
              <a:r>
                <a:rPr lang="ko-KR" altLang="en-US" sz="1499" spc="-131" dirty="0">
                  <a:ln>
                    <a:solidFill>
                      <a:prstClr val="white">
                        <a:alpha val="10000"/>
                      </a:prstClr>
                    </a:solidFill>
                  </a:ln>
                  <a:solidFill>
                    <a:prstClr val="white"/>
                  </a:solidFill>
                  <a:effectLst/>
                  <a:latin typeface="Rix고딕 M" pitchFamily="18" charset="-127"/>
                  <a:ea typeface="Rix고딕 M" pitchFamily="18" charset="-127"/>
                </a:rPr>
                <a:t>연동</a:t>
              </a:r>
              <a:endParaRPr lang="en-US" altLang="ko-KR" sz="1499" spc="-131" dirty="0">
                <a:ln>
                  <a:solidFill>
                    <a:prstClr val="white">
                      <a:alpha val="10000"/>
                    </a:prstClr>
                  </a:solidFill>
                </a:ln>
                <a:solidFill>
                  <a:prstClr val="white"/>
                </a:solidFill>
                <a:effectLst/>
                <a:latin typeface="Rix고딕 M" pitchFamily="18" charset="-127"/>
                <a:ea typeface="Rix고딕 M" pitchFamily="18" charset="-127"/>
              </a:endParaRPr>
            </a:p>
            <a:p>
              <a:pPr indent="0" defTabSz="801639" eaLnBrk="1" hangingPunct="1">
                <a:spcBef>
                  <a:spcPts val="0"/>
                </a:spcBef>
                <a:spcAft>
                  <a:spcPts val="0"/>
                </a:spcAft>
              </a:pPr>
              <a:r>
                <a:rPr lang="ko-KR" altLang="en-US" sz="1499" spc="-131" dirty="0">
                  <a:ln>
                    <a:solidFill>
                      <a:prstClr val="white">
                        <a:alpha val="10000"/>
                      </a:prstClr>
                    </a:solidFill>
                  </a:ln>
                  <a:solidFill>
                    <a:prstClr val="white"/>
                  </a:solidFill>
                  <a:effectLst/>
                  <a:latin typeface="Rix고딕 M" pitchFamily="18" charset="-127"/>
                  <a:ea typeface="Rix고딕 M" pitchFamily="18" charset="-127"/>
                </a:rPr>
                <a:t>테스트</a:t>
              </a:r>
            </a:p>
          </p:txBody>
        </p:sp>
        <p:sp>
          <p:nvSpPr>
            <p:cNvPr id="291" name="TextBox 290"/>
            <p:cNvSpPr txBox="1"/>
            <p:nvPr/>
          </p:nvSpPr>
          <p:spPr>
            <a:xfrm>
              <a:off x="7497667" y="2641818"/>
              <a:ext cx="378036" cy="191926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spAutoFit/>
            </a:bodyPr>
            <a:lstStyle/>
            <a:p>
              <a:pPr algn="ctr" latinLnBrk="0"/>
              <a:r>
                <a:rPr lang="en-US" altLang="ko-KR" sz="1100" b="1" dirty="0">
                  <a:solidFill>
                    <a:prstClr val="white"/>
                  </a:solidFill>
                  <a:latin typeface="Rix고딕 M" pitchFamily="18" charset="-127"/>
                  <a:ea typeface="Rix고딕 M" pitchFamily="18" charset="-127"/>
                </a:rPr>
                <a:t>2</a:t>
              </a:r>
              <a:r>
                <a:rPr lang="ko-KR" altLang="en-US" sz="1100" b="1" dirty="0">
                  <a:solidFill>
                    <a:prstClr val="white"/>
                  </a:solidFill>
                  <a:latin typeface="Rix고딕 M" pitchFamily="18" charset="-127"/>
                  <a:ea typeface="Rix고딕 M" pitchFamily="18" charset="-127"/>
                </a:rPr>
                <a:t>단계</a:t>
              </a:r>
            </a:p>
          </p:txBody>
        </p:sp>
        <p:cxnSp>
          <p:nvCxnSpPr>
            <p:cNvPr id="292" name="직선 연결선 291"/>
            <p:cNvCxnSpPr/>
            <p:nvPr/>
          </p:nvCxnSpPr>
          <p:spPr>
            <a:xfrm>
              <a:off x="7276844" y="2881443"/>
              <a:ext cx="844619" cy="0"/>
            </a:xfrm>
            <a:prstGeom prst="line">
              <a:avLst/>
            </a:prstGeom>
            <a:noFill/>
            <a:ln w="6350" cap="sq" cmpd="sng">
              <a:solidFill>
                <a:schemeClr val="bg1">
                  <a:alpha val="25000"/>
                </a:schemeClr>
              </a:solidFill>
              <a:prstDash val="solid"/>
              <a:headEnd type="none" w="lg" len="med"/>
              <a:tailEnd type="none" w="lg" len="med"/>
            </a:ln>
            <a:effectLst/>
          </p:spPr>
          <p:style>
            <a:lnRef idx="1">
              <a:schemeClr val="accent5"/>
            </a:lnRef>
            <a:fillRef idx="3">
              <a:schemeClr val="accent5"/>
            </a:fillRef>
            <a:effectRef idx="2">
              <a:schemeClr val="accent5"/>
            </a:effectRef>
            <a:fontRef idx="minor">
              <a:schemeClr val="lt1"/>
            </a:fontRef>
          </p:style>
        </p:cxnSp>
      </p:grpSp>
      <p:grpSp>
        <p:nvGrpSpPr>
          <p:cNvPr id="300" name="그룹 299"/>
          <p:cNvGrpSpPr/>
          <p:nvPr/>
        </p:nvGrpSpPr>
        <p:grpSpPr>
          <a:xfrm>
            <a:off x="7256106" y="5680329"/>
            <a:ext cx="1111983" cy="1110692"/>
            <a:chOff x="7068772" y="2456266"/>
            <a:chExt cx="1260762" cy="1259298"/>
          </a:xfrm>
        </p:grpSpPr>
        <p:grpSp>
          <p:nvGrpSpPr>
            <p:cNvPr id="301" name="그룹 300"/>
            <p:cNvGrpSpPr/>
            <p:nvPr/>
          </p:nvGrpSpPr>
          <p:grpSpPr>
            <a:xfrm>
              <a:off x="7068772" y="2456266"/>
              <a:ext cx="1260762" cy="1259298"/>
              <a:chOff x="2126556" y="5777641"/>
              <a:chExt cx="1183719" cy="1182346"/>
            </a:xfrm>
          </p:grpSpPr>
          <p:grpSp>
            <p:nvGrpSpPr>
              <p:cNvPr id="305" name="그룹 304"/>
              <p:cNvGrpSpPr/>
              <p:nvPr/>
            </p:nvGrpSpPr>
            <p:grpSpPr>
              <a:xfrm>
                <a:off x="2126556" y="5777641"/>
                <a:ext cx="1183719" cy="1182346"/>
                <a:chOff x="2536793" y="3032167"/>
                <a:chExt cx="1183719" cy="1182346"/>
              </a:xfrm>
            </p:grpSpPr>
            <p:sp>
              <p:nvSpPr>
                <p:cNvPr id="307" name="타원 306"/>
                <p:cNvSpPr/>
                <p:nvPr/>
              </p:nvSpPr>
              <p:spPr>
                <a:xfrm rot="10800000" flipV="1">
                  <a:off x="2536794" y="3032167"/>
                  <a:ext cx="1183718" cy="1182346"/>
                </a:xfrm>
                <a:prstGeom prst="ellipse">
                  <a:avLst/>
                </a:prstGeom>
                <a:gradFill flip="none" rotWithShape="1">
                  <a:gsLst>
                    <a:gs pos="100000">
                      <a:srgbClr val="176804"/>
                    </a:gs>
                    <a:gs pos="57000">
                      <a:srgbClr val="389E00"/>
                    </a:gs>
                    <a:gs pos="0">
                      <a:srgbClr val="B6E668"/>
                    </a:gs>
                    <a:gs pos="34000">
                      <a:srgbClr val="6EC929"/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n w="25400" cap="rnd" cmpd="sng">
                  <a:solidFill>
                    <a:srgbClr val="6EC929">
                      <a:alpha val="70000"/>
                    </a:srgbClr>
                  </a:solidFill>
                  <a:prstDash val="solid"/>
                  <a:headEnd type="none" w="lg" len="med"/>
                  <a:tailEnd type="none" w="lg" len="med"/>
                </a:ln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1">
                  <a:schemeClr val="accent5"/>
                </a:lnRef>
                <a:fillRef idx="3">
                  <a:schemeClr val="accent5"/>
                </a:fillRef>
                <a:effectRef idx="2">
                  <a:schemeClr val="accent5"/>
                </a:effectRef>
                <a:fontRef idx="minor">
                  <a:schemeClr val="lt1"/>
                </a:fontRef>
              </p:style>
              <p:txBody>
                <a:bodyPr wrap="none" lIns="0" tIns="0" rIns="0" bIns="0" anchor="ctr" anchorCtr="0"/>
                <a:lstStyle/>
                <a:p>
                  <a:pPr algn="ctr" latinLnBrk="0">
                    <a:spcBef>
                      <a:spcPts val="176"/>
                    </a:spcBef>
                    <a:spcAft>
                      <a:spcPts val="529"/>
                    </a:spcAft>
                  </a:pPr>
                  <a:endParaRPr lang="ko-KR" altLang="en-US" sz="1499" dirty="0">
                    <a:ln w="0"/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Rix고딕 M" pitchFamily="18" charset="-127"/>
                    <a:ea typeface="Rix고딕 M" pitchFamily="18" charset="-127"/>
                  </a:endParaRPr>
                </a:p>
              </p:txBody>
            </p:sp>
            <p:grpSp>
              <p:nvGrpSpPr>
                <p:cNvPr id="308" name="그룹 307"/>
                <p:cNvGrpSpPr/>
                <p:nvPr/>
              </p:nvGrpSpPr>
              <p:grpSpPr>
                <a:xfrm>
                  <a:off x="2536793" y="3032167"/>
                  <a:ext cx="1183718" cy="1182346"/>
                  <a:chOff x="2536793" y="3032167"/>
                  <a:chExt cx="1183718" cy="1182346"/>
                </a:xfrm>
              </p:grpSpPr>
              <p:sp>
                <p:nvSpPr>
                  <p:cNvPr id="310" name="현 309"/>
                  <p:cNvSpPr/>
                  <p:nvPr/>
                </p:nvSpPr>
                <p:spPr>
                  <a:xfrm flipV="1">
                    <a:off x="2536793" y="3032167"/>
                    <a:ext cx="1183718" cy="1182346"/>
                  </a:xfrm>
                  <a:prstGeom prst="chord">
                    <a:avLst>
                      <a:gd name="adj1" fmla="val 2803460"/>
                      <a:gd name="adj2" fmla="val 11134128"/>
                    </a:avLst>
                  </a:prstGeom>
                  <a:gradFill>
                    <a:gsLst>
                      <a:gs pos="17000">
                        <a:schemeClr val="bg1">
                          <a:alpha val="5000"/>
                        </a:schemeClr>
                      </a:gs>
                      <a:gs pos="80000">
                        <a:schemeClr val="bg1">
                          <a:alpha val="25000"/>
                        </a:schemeClr>
                      </a:gs>
                    </a:gsLst>
                    <a:lin ang="1800000" scaled="0"/>
                  </a:gra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1588" dirty="0">
                      <a:solidFill>
                        <a:prstClr val="white"/>
                      </a:solidFill>
                      <a:latin typeface="Rix고딕 M" pitchFamily="18" charset="-127"/>
                      <a:ea typeface="Rix고딕 M" pitchFamily="18" charset="-127"/>
                    </a:endParaRPr>
                  </a:p>
                </p:txBody>
              </p:sp>
              <p:sp>
                <p:nvSpPr>
                  <p:cNvPr id="311" name="현 310"/>
                  <p:cNvSpPr/>
                  <p:nvPr/>
                </p:nvSpPr>
                <p:spPr>
                  <a:xfrm flipV="1">
                    <a:off x="2536793" y="3032167"/>
                    <a:ext cx="1183718" cy="1182346"/>
                  </a:xfrm>
                  <a:prstGeom prst="chord">
                    <a:avLst>
                      <a:gd name="adj1" fmla="val 2162861"/>
                      <a:gd name="adj2" fmla="val 8622610"/>
                    </a:avLst>
                  </a:prstGeom>
                  <a:gradFill>
                    <a:gsLst>
                      <a:gs pos="17000">
                        <a:schemeClr val="bg1">
                          <a:alpha val="5000"/>
                        </a:schemeClr>
                      </a:gs>
                      <a:gs pos="80000">
                        <a:schemeClr val="bg1">
                          <a:alpha val="25000"/>
                        </a:schemeClr>
                      </a:gs>
                    </a:gsLst>
                    <a:lin ang="1800000" scaled="0"/>
                  </a:gra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1588" dirty="0">
                      <a:solidFill>
                        <a:prstClr val="white"/>
                      </a:solidFill>
                      <a:latin typeface="Rix고딕 M" pitchFamily="18" charset="-127"/>
                      <a:ea typeface="Rix고딕 M" pitchFamily="18" charset="-127"/>
                    </a:endParaRPr>
                  </a:p>
                </p:txBody>
              </p:sp>
            </p:grpSp>
            <p:sp>
              <p:nvSpPr>
                <p:cNvPr id="309" name="타원 308"/>
                <p:cNvSpPr/>
                <p:nvPr/>
              </p:nvSpPr>
              <p:spPr>
                <a:xfrm rot="10800000" flipV="1">
                  <a:off x="2588653" y="3083340"/>
                  <a:ext cx="1080000" cy="1080000"/>
                </a:xfrm>
                <a:prstGeom prst="ellipse">
                  <a:avLst/>
                </a:prstGeom>
                <a:noFill/>
                <a:ln w="12700" cap="sq" cmpd="sng">
                  <a:solidFill>
                    <a:schemeClr val="bg1">
                      <a:alpha val="25000"/>
                    </a:schemeClr>
                  </a:solidFill>
                  <a:prstDash val="sysDash"/>
                  <a:headEnd type="none" w="lg" len="med"/>
                  <a:tailEnd type="none" w="lg" len="med"/>
                </a:ln>
                <a:effectLst/>
              </p:spPr>
              <p:style>
                <a:lnRef idx="1">
                  <a:schemeClr val="accent5"/>
                </a:lnRef>
                <a:fillRef idx="3">
                  <a:schemeClr val="accent5"/>
                </a:fillRef>
                <a:effectRef idx="2">
                  <a:schemeClr val="accent5"/>
                </a:effectRef>
                <a:fontRef idx="minor">
                  <a:schemeClr val="lt1"/>
                </a:fontRef>
              </p:style>
              <p:txBody>
                <a:bodyPr wrap="square" lIns="0" tIns="0" rIns="0" bIns="0" anchor="ctr" anchorCtr="0">
                  <a:noAutofit/>
                </a:bodyPr>
                <a:lstStyle/>
                <a:p>
                  <a:pPr algn="ctr" latinLnBrk="0">
                    <a:spcBef>
                      <a:spcPts val="176"/>
                    </a:spcBef>
                    <a:spcAft>
                      <a:spcPts val="529"/>
                    </a:spcAft>
                  </a:pPr>
                  <a:endParaRPr lang="ko-KR" altLang="en-US" sz="1499" dirty="0">
                    <a:ln w="0"/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Rix고딕 M" pitchFamily="18" charset="-127"/>
                    <a:ea typeface="Rix고딕 M" pitchFamily="18" charset="-127"/>
                  </a:endParaRPr>
                </a:p>
              </p:txBody>
            </p:sp>
          </p:grpSp>
          <p:pic>
            <p:nvPicPr>
              <p:cNvPr id="306" name="그림 305" descr="flare.png"/>
              <p:cNvPicPr>
                <a:picLocks noChangeAspect="1"/>
              </p:cNvPicPr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2989440" y="5890248"/>
                <a:ext cx="163336" cy="160494"/>
              </a:xfrm>
              <a:prstGeom prst="rect">
                <a:avLst/>
              </a:prstGeom>
            </p:spPr>
          </p:pic>
        </p:grpSp>
        <p:sp>
          <p:nvSpPr>
            <p:cNvPr id="302" name="TextBox 301"/>
            <p:cNvSpPr txBox="1"/>
            <p:nvPr/>
          </p:nvSpPr>
          <p:spPr>
            <a:xfrm>
              <a:off x="7433293" y="2954289"/>
              <a:ext cx="531722" cy="523142"/>
            </a:xfrm>
            <a:prstGeom prst="rect">
              <a:avLst/>
            </a:prstGeom>
            <a:noFill/>
            <a:ln w="6350">
              <a:noFill/>
            </a:ln>
            <a:effectLst/>
            <a:scene3d>
              <a:camera prst="orthographicFront"/>
              <a:lightRig rig="threePt" dir="t"/>
            </a:scene3d>
            <a:sp3d>
              <a:bevelT w="0" h="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 anchorCtr="0">
              <a:spAutoFit/>
              <a:sp3d>
                <a:bevelT w="0" h="0"/>
                <a:contourClr>
                  <a:schemeClr val="bg1"/>
                </a:contourClr>
              </a:sp3d>
            </a:bodyPr>
            <a:lstStyle>
              <a:defPPr>
                <a:defRPr lang="ko-KR"/>
              </a:defPPr>
              <a:lvl1pPr lvl="0" indent="-457200" algn="ctr" eaLnBrk="0" latinLnBrk="0" hangingPunct="0">
                <a:lnSpc>
                  <a:spcPct val="100000"/>
                </a:lnSpc>
                <a:spcBef>
                  <a:spcPts val="200"/>
                </a:spcBef>
                <a:spcAft>
                  <a:spcPts val="600"/>
                </a:spcAft>
                <a:defRPr sz="1700" spc="-50">
                  <a:ln w="0"/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뫼비우스 Bold" panose="02000500000000000000" pitchFamily="2" charset="-127"/>
                  <a:ea typeface="뫼비우스 Bold" panose="02000500000000000000" pitchFamily="2" charset="-127"/>
                </a:defRPr>
              </a:lvl1pPr>
            </a:lstStyle>
            <a:p>
              <a:pPr indent="0" defTabSz="801639" eaLnBrk="1" hangingPunct="1">
                <a:spcBef>
                  <a:spcPts val="0"/>
                </a:spcBef>
                <a:spcAft>
                  <a:spcPts val="0"/>
                </a:spcAft>
              </a:pPr>
              <a:r>
                <a:rPr lang="ko-KR" altLang="en-US" sz="1499" spc="-131" dirty="0">
                  <a:ln>
                    <a:solidFill>
                      <a:prstClr val="white">
                        <a:alpha val="10000"/>
                      </a:prstClr>
                    </a:solidFill>
                  </a:ln>
                  <a:solidFill>
                    <a:prstClr val="white"/>
                  </a:solidFill>
                  <a:effectLst/>
                  <a:latin typeface="Rix고딕 M" pitchFamily="18" charset="-127"/>
                  <a:ea typeface="Rix고딕 M" pitchFamily="18" charset="-127"/>
                </a:rPr>
                <a:t>전환</a:t>
              </a:r>
              <a:endParaRPr lang="en-US" altLang="ko-KR" sz="1499" spc="-131" dirty="0">
                <a:ln>
                  <a:solidFill>
                    <a:prstClr val="white">
                      <a:alpha val="10000"/>
                    </a:prstClr>
                  </a:solidFill>
                </a:ln>
                <a:solidFill>
                  <a:prstClr val="white"/>
                </a:solidFill>
                <a:effectLst/>
                <a:latin typeface="Rix고딕 M" pitchFamily="18" charset="-127"/>
                <a:ea typeface="Rix고딕 M" pitchFamily="18" charset="-127"/>
              </a:endParaRPr>
            </a:p>
            <a:p>
              <a:pPr indent="0" defTabSz="801639" eaLnBrk="1" hangingPunct="1">
                <a:spcBef>
                  <a:spcPts val="0"/>
                </a:spcBef>
                <a:spcAft>
                  <a:spcPts val="0"/>
                </a:spcAft>
              </a:pPr>
              <a:r>
                <a:rPr lang="ko-KR" altLang="en-US" sz="1499" spc="-131" dirty="0">
                  <a:ln>
                    <a:solidFill>
                      <a:prstClr val="white">
                        <a:alpha val="10000"/>
                      </a:prstClr>
                    </a:solidFill>
                  </a:ln>
                  <a:solidFill>
                    <a:prstClr val="white"/>
                  </a:solidFill>
                  <a:effectLst/>
                  <a:latin typeface="Rix고딕 M" pitchFamily="18" charset="-127"/>
                  <a:ea typeface="Rix고딕 M" pitchFamily="18" charset="-127"/>
                </a:rPr>
                <a:t>테스트</a:t>
              </a:r>
            </a:p>
          </p:txBody>
        </p:sp>
        <p:sp>
          <p:nvSpPr>
            <p:cNvPr id="303" name="TextBox 302"/>
            <p:cNvSpPr txBox="1"/>
            <p:nvPr/>
          </p:nvSpPr>
          <p:spPr>
            <a:xfrm>
              <a:off x="7497667" y="2641818"/>
              <a:ext cx="378036" cy="191926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spAutoFit/>
            </a:bodyPr>
            <a:lstStyle/>
            <a:p>
              <a:pPr algn="ctr" latinLnBrk="0"/>
              <a:r>
                <a:rPr lang="en-US" altLang="ko-KR" sz="1100" b="1" dirty="0">
                  <a:solidFill>
                    <a:prstClr val="white"/>
                  </a:solidFill>
                  <a:latin typeface="Rix고딕 M" pitchFamily="18" charset="-127"/>
                  <a:ea typeface="Rix고딕 M" pitchFamily="18" charset="-127"/>
                </a:rPr>
                <a:t>3</a:t>
              </a:r>
              <a:r>
                <a:rPr lang="ko-KR" altLang="en-US" sz="1100" b="1" dirty="0">
                  <a:solidFill>
                    <a:prstClr val="white"/>
                  </a:solidFill>
                  <a:latin typeface="Rix고딕 M" pitchFamily="18" charset="-127"/>
                  <a:ea typeface="Rix고딕 M" pitchFamily="18" charset="-127"/>
                </a:rPr>
                <a:t>단계</a:t>
              </a:r>
            </a:p>
          </p:txBody>
        </p:sp>
        <p:cxnSp>
          <p:nvCxnSpPr>
            <p:cNvPr id="304" name="직선 연결선 303"/>
            <p:cNvCxnSpPr/>
            <p:nvPr/>
          </p:nvCxnSpPr>
          <p:spPr>
            <a:xfrm>
              <a:off x="7276844" y="2881443"/>
              <a:ext cx="844619" cy="0"/>
            </a:xfrm>
            <a:prstGeom prst="line">
              <a:avLst/>
            </a:prstGeom>
            <a:noFill/>
            <a:ln w="6350" cap="sq" cmpd="sng">
              <a:solidFill>
                <a:schemeClr val="bg1">
                  <a:alpha val="25000"/>
                </a:schemeClr>
              </a:solidFill>
              <a:prstDash val="solid"/>
              <a:headEnd type="none" w="lg" len="med"/>
              <a:tailEnd type="none" w="lg" len="med"/>
            </a:ln>
            <a:effectLst/>
          </p:spPr>
          <p:style>
            <a:lnRef idx="1">
              <a:schemeClr val="accent5"/>
            </a:lnRef>
            <a:fillRef idx="3">
              <a:schemeClr val="accent5"/>
            </a:fillRef>
            <a:effectRef idx="2">
              <a:schemeClr val="accent5"/>
            </a:effectRef>
            <a:fontRef idx="minor">
              <a:schemeClr val="lt1"/>
            </a:fontRef>
          </p:style>
        </p:cxnSp>
      </p:grpSp>
      <p:sp>
        <p:nvSpPr>
          <p:cNvPr id="312" name="LcS20"/>
          <p:cNvSpPr txBox="1"/>
          <p:nvPr/>
        </p:nvSpPr>
        <p:spPr>
          <a:xfrm>
            <a:off x="8467449" y="2818787"/>
            <a:ext cx="1735731" cy="4299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  <a:scene3d>
              <a:camera prst="orthographicFront"/>
              <a:lightRig rig="threePt" dir="t"/>
            </a:scene3d>
            <a:sp3d>
              <a:bevelT w="0"/>
            </a:sp3d>
          </a:bodyPr>
          <a:lstStyle>
            <a:defPPr>
              <a:defRPr lang="ko-KR"/>
            </a:defPPr>
            <a:lvl1pPr marL="133350" indent="-133350" defTabSz="914400" eaLnBrk="1" latinLnBrk="0" hangingPunct="1">
              <a:lnSpc>
                <a:spcPts val="1769"/>
              </a:lnSpc>
              <a:spcBef>
                <a:spcPts val="100"/>
              </a:spcBef>
              <a:spcAft>
                <a:spcPts val="100"/>
              </a:spcAft>
              <a:buClr>
                <a:srgbClr val="333333"/>
              </a:buClr>
              <a:buFont typeface="Wingdings" panose="05000000000000000000" pitchFamily="2" charset="2"/>
              <a:buChar char="§"/>
              <a:defRPr sz="1500">
                <a:solidFill>
                  <a:srgbClr val="333333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함초롬돋움" panose="02030504000101010101" pitchFamily="18" charset="-127"/>
              </a:defRPr>
            </a:lvl1pPr>
            <a:lvl2pPr marL="742950" indent="-285750" defTabSz="914400" eaLnBrk="1" hangingPunct="1">
              <a:defRPr sz="1800"/>
            </a:lvl2pPr>
            <a:lvl3pPr marL="1143000" indent="-228600" defTabSz="914400" eaLnBrk="1" hangingPunct="1">
              <a:defRPr sz="1800"/>
            </a:lvl3pPr>
            <a:lvl4pPr marL="1600200" indent="-228600" defTabSz="914400" eaLnBrk="1" hangingPunct="1">
              <a:defRPr sz="1800"/>
            </a:lvl4pPr>
            <a:lvl5pPr marL="2057400" indent="-228600" defTabSz="914400" eaLnBrk="1" hangingPunct="1">
              <a:defRPr sz="1800"/>
            </a:lvl5pPr>
            <a:lvl6pPr marL="2514600" indent="-228600" defTabSz="914400" eaLnBrk="0" fontAlgn="base" hangingPunct="0">
              <a:spcBef>
                <a:spcPct val="0"/>
              </a:spcBef>
              <a:spcAft>
                <a:spcPct val="0"/>
              </a:spcAft>
              <a:defRPr sz="1800"/>
            </a:lvl6pPr>
            <a:lvl7pPr marL="2971800" indent="-228600" defTabSz="914400" eaLnBrk="0" fontAlgn="base" hangingPunct="0">
              <a:spcBef>
                <a:spcPct val="0"/>
              </a:spcBef>
              <a:spcAft>
                <a:spcPct val="0"/>
              </a:spcAft>
              <a:defRPr sz="1800"/>
            </a:lvl7pPr>
            <a:lvl8pPr marL="3429000" indent="-228600" defTabSz="914400" eaLnBrk="0" fontAlgn="base" hangingPunct="0">
              <a:spcBef>
                <a:spcPct val="0"/>
              </a:spcBef>
              <a:spcAft>
                <a:spcPct val="0"/>
              </a:spcAft>
              <a:defRPr sz="1800"/>
            </a:lvl8pPr>
            <a:lvl9pPr marL="3886200" indent="-228600" defTabSz="914400" eaLnBrk="0" fontAlgn="base" hangingPunct="0">
              <a:spcBef>
                <a:spcPct val="0"/>
              </a:spcBef>
              <a:spcAft>
                <a:spcPct val="0"/>
              </a:spcAft>
              <a:defRPr sz="1800"/>
            </a:lvl9pPr>
          </a:lstStyle>
          <a:p>
            <a:pPr marL="102213" indent="-102213">
              <a:lnSpc>
                <a:spcPct val="100000"/>
              </a:lnSpc>
              <a:spcBef>
                <a:spcPts val="265"/>
              </a:spcBef>
              <a:spcAft>
                <a:spcPts val="265"/>
              </a:spcAft>
            </a:pPr>
            <a:r>
              <a:rPr lang="ko-KR" altLang="en-US" sz="1147" spc="-100" dirty="0">
                <a:solidFill>
                  <a:prstClr val="black"/>
                </a:solidFill>
                <a:latin typeface="Rix고딕 M" pitchFamily="18" charset="-127"/>
                <a:ea typeface="Rix고딕 M" pitchFamily="18" charset="-127"/>
              </a:rPr>
              <a:t>도입장비의 기능 점검</a:t>
            </a:r>
          </a:p>
          <a:p>
            <a:pPr marL="102213" indent="-102213">
              <a:lnSpc>
                <a:spcPct val="100000"/>
              </a:lnSpc>
              <a:spcBef>
                <a:spcPts val="265"/>
              </a:spcBef>
              <a:spcAft>
                <a:spcPts val="265"/>
              </a:spcAft>
            </a:pPr>
            <a:r>
              <a:rPr lang="ko-KR" altLang="en-US" sz="1147" spc="-100" dirty="0">
                <a:solidFill>
                  <a:prstClr val="black"/>
                </a:solidFill>
                <a:latin typeface="Rix고딕 M" pitchFamily="18" charset="-127"/>
                <a:ea typeface="Rix고딕 M" pitchFamily="18" charset="-127"/>
              </a:rPr>
              <a:t>장비간 연결 확인</a:t>
            </a:r>
          </a:p>
        </p:txBody>
      </p:sp>
      <p:sp>
        <p:nvSpPr>
          <p:cNvPr id="313" name="LcS20"/>
          <p:cNvSpPr txBox="1"/>
          <p:nvPr/>
        </p:nvSpPr>
        <p:spPr>
          <a:xfrm>
            <a:off x="8467449" y="5848850"/>
            <a:ext cx="1735731" cy="7830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  <a:scene3d>
              <a:camera prst="orthographicFront"/>
              <a:lightRig rig="threePt" dir="t"/>
            </a:scene3d>
            <a:sp3d>
              <a:bevelT w="0"/>
            </a:sp3d>
          </a:bodyPr>
          <a:lstStyle>
            <a:defPPr>
              <a:defRPr lang="ko-KR"/>
            </a:defPPr>
            <a:lvl1pPr marL="133350" indent="-133350" defTabSz="914400" eaLnBrk="1" latinLnBrk="0" hangingPunct="1">
              <a:lnSpc>
                <a:spcPts val="1769"/>
              </a:lnSpc>
              <a:spcBef>
                <a:spcPts val="100"/>
              </a:spcBef>
              <a:spcAft>
                <a:spcPts val="100"/>
              </a:spcAft>
              <a:buClr>
                <a:srgbClr val="333333"/>
              </a:buClr>
              <a:buFont typeface="Wingdings" panose="05000000000000000000" pitchFamily="2" charset="2"/>
              <a:buChar char="§"/>
              <a:defRPr sz="1500">
                <a:solidFill>
                  <a:srgbClr val="333333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함초롬돋움" panose="02030504000101010101" pitchFamily="18" charset="-127"/>
              </a:defRPr>
            </a:lvl1pPr>
            <a:lvl2pPr marL="742950" indent="-285750" defTabSz="914400" eaLnBrk="1" hangingPunct="1">
              <a:defRPr sz="1800"/>
            </a:lvl2pPr>
            <a:lvl3pPr marL="1143000" indent="-228600" defTabSz="914400" eaLnBrk="1" hangingPunct="1">
              <a:defRPr sz="1800"/>
            </a:lvl3pPr>
            <a:lvl4pPr marL="1600200" indent="-228600" defTabSz="914400" eaLnBrk="1" hangingPunct="1">
              <a:defRPr sz="1800"/>
            </a:lvl4pPr>
            <a:lvl5pPr marL="2057400" indent="-228600" defTabSz="914400" eaLnBrk="1" hangingPunct="1">
              <a:defRPr sz="1800"/>
            </a:lvl5pPr>
            <a:lvl6pPr marL="2514600" indent="-228600" defTabSz="914400" eaLnBrk="0" fontAlgn="base" hangingPunct="0">
              <a:spcBef>
                <a:spcPct val="0"/>
              </a:spcBef>
              <a:spcAft>
                <a:spcPct val="0"/>
              </a:spcAft>
              <a:defRPr sz="1800"/>
            </a:lvl6pPr>
            <a:lvl7pPr marL="2971800" indent="-228600" defTabSz="914400" eaLnBrk="0" fontAlgn="base" hangingPunct="0">
              <a:spcBef>
                <a:spcPct val="0"/>
              </a:spcBef>
              <a:spcAft>
                <a:spcPct val="0"/>
              </a:spcAft>
              <a:defRPr sz="1800"/>
            </a:lvl7pPr>
            <a:lvl8pPr marL="3429000" indent="-228600" defTabSz="914400" eaLnBrk="0" fontAlgn="base" hangingPunct="0">
              <a:spcBef>
                <a:spcPct val="0"/>
              </a:spcBef>
              <a:spcAft>
                <a:spcPct val="0"/>
              </a:spcAft>
              <a:defRPr sz="1800"/>
            </a:lvl8pPr>
            <a:lvl9pPr marL="3886200" indent="-228600" defTabSz="914400" eaLnBrk="0" fontAlgn="base" hangingPunct="0">
              <a:spcBef>
                <a:spcPct val="0"/>
              </a:spcBef>
              <a:spcAft>
                <a:spcPct val="0"/>
              </a:spcAft>
              <a:defRPr sz="1800"/>
            </a:lvl9pPr>
          </a:lstStyle>
          <a:p>
            <a:pPr marL="102213" indent="-102213">
              <a:lnSpc>
                <a:spcPct val="100000"/>
              </a:lnSpc>
              <a:spcBef>
                <a:spcPts val="265"/>
              </a:spcBef>
              <a:spcAft>
                <a:spcPts val="265"/>
              </a:spcAft>
            </a:pPr>
            <a:r>
              <a:rPr lang="ko-KR" altLang="en-US" sz="1147" spc="-100" dirty="0">
                <a:solidFill>
                  <a:prstClr val="black"/>
                </a:solidFill>
                <a:latin typeface="Rix고딕 M" pitchFamily="18" charset="-127"/>
                <a:ea typeface="Rix고딕 M" pitchFamily="18" charset="-127"/>
              </a:rPr>
              <a:t>시범 전환을 통한 위험요소 </a:t>
            </a:r>
            <a:r>
              <a:rPr lang="ko-KR" altLang="en-US" sz="1147" spc="-100" dirty="0" smtClean="0">
                <a:solidFill>
                  <a:prstClr val="black"/>
                </a:solidFill>
                <a:latin typeface="Rix고딕 M" pitchFamily="18" charset="-127"/>
                <a:ea typeface="Rix고딕 M" pitchFamily="18" charset="-127"/>
              </a:rPr>
              <a:t>제거</a:t>
            </a:r>
            <a:endParaRPr lang="ko-KR" altLang="en-US" sz="1147" spc="-100" dirty="0">
              <a:solidFill>
                <a:prstClr val="black"/>
              </a:solidFill>
              <a:latin typeface="Rix고딕 M" pitchFamily="18" charset="-127"/>
              <a:ea typeface="Rix고딕 M" pitchFamily="18" charset="-127"/>
            </a:endParaRPr>
          </a:p>
          <a:p>
            <a:pPr marL="102213" indent="-102213">
              <a:lnSpc>
                <a:spcPct val="100000"/>
              </a:lnSpc>
              <a:spcBef>
                <a:spcPts val="265"/>
              </a:spcBef>
              <a:spcAft>
                <a:spcPts val="265"/>
              </a:spcAft>
            </a:pPr>
            <a:r>
              <a:rPr lang="ko-KR" altLang="en-US" sz="1147" spc="-100" dirty="0">
                <a:solidFill>
                  <a:prstClr val="black"/>
                </a:solidFill>
                <a:latin typeface="Rix고딕 M" pitchFamily="18" charset="-127"/>
                <a:ea typeface="Rix고딕 M" pitchFamily="18" charset="-127"/>
              </a:rPr>
              <a:t>사전 사후 </a:t>
            </a:r>
            <a:r>
              <a:rPr lang="ko-KR" altLang="en-US" sz="1147" spc="-100" dirty="0" smtClean="0">
                <a:solidFill>
                  <a:prstClr val="black"/>
                </a:solidFill>
                <a:latin typeface="Rix고딕 M" pitchFamily="18" charset="-127"/>
                <a:ea typeface="Rix고딕 M" pitchFamily="18" charset="-127"/>
              </a:rPr>
              <a:t>서비스 체크리스트 </a:t>
            </a:r>
            <a:r>
              <a:rPr lang="ko-KR" altLang="en-US" sz="1147" spc="-100" dirty="0">
                <a:solidFill>
                  <a:prstClr val="black"/>
                </a:solidFill>
                <a:latin typeface="Rix고딕 M" pitchFamily="18" charset="-127"/>
                <a:ea typeface="Rix고딕 M" pitchFamily="18" charset="-127"/>
              </a:rPr>
              <a:t>확인</a:t>
            </a:r>
          </a:p>
        </p:txBody>
      </p:sp>
      <p:sp>
        <p:nvSpPr>
          <p:cNvPr id="314" name="오른쪽 화살표 313"/>
          <p:cNvSpPr/>
          <p:nvPr/>
        </p:nvSpPr>
        <p:spPr bwMode="auto">
          <a:xfrm rot="5400000">
            <a:off x="7649645" y="3648697"/>
            <a:ext cx="381063" cy="412818"/>
          </a:xfrm>
          <a:prstGeom prst="rightArrow">
            <a:avLst/>
          </a:prstGeom>
          <a:gradFill flip="none" rotWithShape="1">
            <a:gsLst>
              <a:gs pos="48000">
                <a:schemeClr val="bg1">
                  <a:lumMod val="50000"/>
                </a:schemeClr>
              </a:gs>
              <a:gs pos="40000">
                <a:schemeClr val="bg1">
                  <a:lumMod val="50000"/>
                </a:schemeClr>
              </a:gs>
              <a:gs pos="100000">
                <a:schemeClr val="bg1">
                  <a:lumMod val="50000"/>
                  <a:alpha val="0"/>
                </a:schemeClr>
              </a:gs>
            </a:gsLst>
            <a:lin ang="10800000" scaled="0"/>
            <a:tileRect/>
          </a:gra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  <a:reflection blurRad="6350" stA="50000" endA="300" endPos="8000" dist="50800" dir="5400000" sy="-100000" algn="bl" rotWithShape="0"/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0" h="0"/>
          </a:sp3d>
          <a:extLst/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 latinLnBrk="0"/>
            <a:endParaRPr lang="ko-KR" altLang="en-US" sz="1588" dirty="0">
              <a:ln w="0"/>
              <a:gradFill>
                <a:gsLst>
                  <a:gs pos="21000">
                    <a:srgbClr val="53575C"/>
                  </a:gs>
                  <a:gs pos="88000">
                    <a:srgbClr val="C5C7CA"/>
                  </a:gs>
                </a:gsLst>
                <a:lin ang="5400000"/>
              </a:gradFill>
              <a:latin typeface="Rix고딕 M" pitchFamily="18" charset="-127"/>
              <a:ea typeface="Rix고딕 M" pitchFamily="18" charset="-127"/>
            </a:endParaRPr>
          </a:p>
        </p:txBody>
      </p:sp>
      <p:sp>
        <p:nvSpPr>
          <p:cNvPr id="315" name="LcS20"/>
          <p:cNvSpPr txBox="1"/>
          <p:nvPr/>
        </p:nvSpPr>
        <p:spPr>
          <a:xfrm>
            <a:off x="8467449" y="4448097"/>
            <a:ext cx="1735731" cy="4299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  <a:scene3d>
              <a:camera prst="orthographicFront"/>
              <a:lightRig rig="threePt" dir="t"/>
            </a:scene3d>
            <a:sp3d>
              <a:bevelT w="0"/>
            </a:sp3d>
          </a:bodyPr>
          <a:lstStyle>
            <a:defPPr>
              <a:defRPr lang="ko-KR"/>
            </a:defPPr>
            <a:lvl1pPr marL="133350" indent="-133350" defTabSz="914400" eaLnBrk="1" latinLnBrk="0" hangingPunct="1">
              <a:lnSpc>
                <a:spcPts val="1769"/>
              </a:lnSpc>
              <a:spcBef>
                <a:spcPts val="100"/>
              </a:spcBef>
              <a:spcAft>
                <a:spcPts val="100"/>
              </a:spcAft>
              <a:buClr>
                <a:srgbClr val="333333"/>
              </a:buClr>
              <a:buFont typeface="Wingdings" panose="05000000000000000000" pitchFamily="2" charset="2"/>
              <a:buChar char="§"/>
              <a:defRPr sz="1500">
                <a:solidFill>
                  <a:srgbClr val="333333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함초롬돋움" panose="02030504000101010101" pitchFamily="18" charset="-127"/>
              </a:defRPr>
            </a:lvl1pPr>
            <a:lvl2pPr marL="742950" indent="-285750" defTabSz="914400" eaLnBrk="1" hangingPunct="1">
              <a:defRPr sz="1800"/>
            </a:lvl2pPr>
            <a:lvl3pPr marL="1143000" indent="-228600" defTabSz="914400" eaLnBrk="1" hangingPunct="1">
              <a:defRPr sz="1800"/>
            </a:lvl3pPr>
            <a:lvl4pPr marL="1600200" indent="-228600" defTabSz="914400" eaLnBrk="1" hangingPunct="1">
              <a:defRPr sz="1800"/>
            </a:lvl4pPr>
            <a:lvl5pPr marL="2057400" indent="-228600" defTabSz="914400" eaLnBrk="1" hangingPunct="1">
              <a:defRPr sz="1800"/>
            </a:lvl5pPr>
            <a:lvl6pPr marL="2514600" indent="-228600" defTabSz="914400" eaLnBrk="0" fontAlgn="base" hangingPunct="0">
              <a:spcBef>
                <a:spcPct val="0"/>
              </a:spcBef>
              <a:spcAft>
                <a:spcPct val="0"/>
              </a:spcAft>
              <a:defRPr sz="1800"/>
            </a:lvl6pPr>
            <a:lvl7pPr marL="2971800" indent="-228600" defTabSz="914400" eaLnBrk="0" fontAlgn="base" hangingPunct="0">
              <a:spcBef>
                <a:spcPct val="0"/>
              </a:spcBef>
              <a:spcAft>
                <a:spcPct val="0"/>
              </a:spcAft>
              <a:defRPr sz="1800"/>
            </a:lvl7pPr>
            <a:lvl8pPr marL="3429000" indent="-228600" defTabSz="914400" eaLnBrk="0" fontAlgn="base" hangingPunct="0">
              <a:spcBef>
                <a:spcPct val="0"/>
              </a:spcBef>
              <a:spcAft>
                <a:spcPct val="0"/>
              </a:spcAft>
              <a:defRPr sz="1800"/>
            </a:lvl8pPr>
            <a:lvl9pPr marL="3886200" indent="-228600" defTabSz="914400" eaLnBrk="0" fontAlgn="base" hangingPunct="0">
              <a:spcBef>
                <a:spcPct val="0"/>
              </a:spcBef>
              <a:spcAft>
                <a:spcPct val="0"/>
              </a:spcAft>
              <a:defRPr sz="1800"/>
            </a:lvl9pPr>
          </a:lstStyle>
          <a:p>
            <a:pPr marL="102213" indent="-102213">
              <a:lnSpc>
                <a:spcPct val="100000"/>
              </a:lnSpc>
              <a:spcBef>
                <a:spcPts val="265"/>
              </a:spcBef>
              <a:spcAft>
                <a:spcPts val="265"/>
              </a:spcAft>
            </a:pPr>
            <a:r>
              <a:rPr lang="ko-KR" altLang="en-US" sz="1147" spc="-100" dirty="0">
                <a:solidFill>
                  <a:prstClr val="black"/>
                </a:solidFill>
                <a:latin typeface="Rix고딕 M" pitchFamily="18" charset="-127"/>
                <a:ea typeface="Rix고딕 M" pitchFamily="18" charset="-127"/>
              </a:rPr>
              <a:t>업무 서비스 망 별 연동테스트</a:t>
            </a:r>
          </a:p>
          <a:p>
            <a:pPr marL="102213" indent="-102213">
              <a:lnSpc>
                <a:spcPct val="100000"/>
              </a:lnSpc>
              <a:spcBef>
                <a:spcPts val="265"/>
              </a:spcBef>
              <a:spcAft>
                <a:spcPts val="265"/>
              </a:spcAft>
            </a:pPr>
            <a:r>
              <a:rPr lang="ko-KR" altLang="en-US" sz="1147" spc="-100" dirty="0">
                <a:solidFill>
                  <a:prstClr val="black"/>
                </a:solidFill>
                <a:latin typeface="Rix고딕 M" pitchFamily="18" charset="-127"/>
                <a:ea typeface="Rix고딕 M" pitchFamily="18" charset="-127"/>
              </a:rPr>
              <a:t>사전 위험요소 제거</a:t>
            </a:r>
          </a:p>
        </p:txBody>
      </p:sp>
      <p:sp>
        <p:nvSpPr>
          <p:cNvPr id="316" name="오른쪽 화살표 315"/>
          <p:cNvSpPr/>
          <p:nvPr/>
        </p:nvSpPr>
        <p:spPr bwMode="auto">
          <a:xfrm rot="5400000">
            <a:off x="7649645" y="5252909"/>
            <a:ext cx="381063" cy="412818"/>
          </a:xfrm>
          <a:prstGeom prst="rightArrow">
            <a:avLst/>
          </a:prstGeom>
          <a:gradFill flip="none" rotWithShape="1">
            <a:gsLst>
              <a:gs pos="48000">
                <a:schemeClr val="bg1">
                  <a:lumMod val="50000"/>
                </a:schemeClr>
              </a:gs>
              <a:gs pos="40000">
                <a:schemeClr val="bg1">
                  <a:lumMod val="50000"/>
                </a:schemeClr>
              </a:gs>
              <a:gs pos="100000">
                <a:schemeClr val="bg1">
                  <a:lumMod val="50000"/>
                  <a:alpha val="0"/>
                </a:schemeClr>
              </a:gs>
            </a:gsLst>
            <a:lin ang="10800000" scaled="0"/>
            <a:tileRect/>
          </a:gra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  <a:reflection blurRad="6350" stA="50000" endA="300" endPos="8000" dist="50800" dir="5400000" sy="-100000" algn="bl" rotWithShape="0"/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0" h="0"/>
          </a:sp3d>
          <a:extLst/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 latinLnBrk="0"/>
            <a:endParaRPr lang="ko-KR" altLang="en-US" sz="1588" dirty="0">
              <a:ln w="0"/>
              <a:gradFill>
                <a:gsLst>
                  <a:gs pos="21000">
                    <a:srgbClr val="53575C"/>
                  </a:gs>
                  <a:gs pos="88000">
                    <a:srgbClr val="C5C7CA"/>
                  </a:gs>
                </a:gsLst>
                <a:lin ang="5400000"/>
              </a:gradFill>
              <a:latin typeface="Rix고딕 M" pitchFamily="18" charset="-127"/>
              <a:ea typeface="Rix고딕 M" pitchFamily="18" charset="-127"/>
            </a:endParaRPr>
          </a:p>
        </p:txBody>
      </p:sp>
      <p:sp>
        <p:nvSpPr>
          <p:cNvPr id="318" name="직사각형 317"/>
          <p:cNvSpPr/>
          <p:nvPr/>
        </p:nvSpPr>
        <p:spPr>
          <a:xfrm>
            <a:off x="419100" y="1950015"/>
            <a:ext cx="2391792" cy="5127713"/>
          </a:xfrm>
          <a:prstGeom prst="rect">
            <a:avLst/>
          </a:prstGeom>
          <a:pattFill prst="dkUpDiag">
            <a:fgClr>
              <a:schemeClr val="bg1">
                <a:lumMod val="95000"/>
              </a:schemeClr>
            </a:fgClr>
            <a:bgClr>
              <a:schemeClr val="bg1"/>
            </a:bgClr>
          </a:patt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88" dirty="0">
              <a:solidFill>
                <a:prstClr val="white"/>
              </a:solidFill>
              <a:latin typeface="Rix고딕 M" pitchFamily="18" charset="-127"/>
              <a:ea typeface="Rix고딕 M" pitchFamily="18" charset="-127"/>
            </a:endParaRPr>
          </a:p>
        </p:txBody>
      </p:sp>
      <p:sp>
        <p:nvSpPr>
          <p:cNvPr id="319" name="모서리가 둥근 직사각형 318"/>
          <p:cNvSpPr/>
          <p:nvPr/>
        </p:nvSpPr>
        <p:spPr>
          <a:xfrm>
            <a:off x="450864" y="1799201"/>
            <a:ext cx="2328264" cy="322876"/>
          </a:xfrm>
          <a:prstGeom prst="roundRect">
            <a:avLst>
              <a:gd name="adj" fmla="val 50000"/>
            </a:avLst>
          </a:prstGeom>
          <a:solidFill>
            <a:schemeClr val="accent5">
              <a:lumMod val="75000"/>
            </a:schemeClr>
          </a:solidFill>
          <a:ln w="12700" cap="rnd" cmpd="sng">
            <a:noFill/>
            <a:prstDash val="solid"/>
            <a:headEnd type="none" w="lg" len="med"/>
            <a:tailEnd type="none" w="lg" len="med"/>
          </a:ln>
          <a:effectLst>
            <a:outerShdw blurRad="38100" dist="12700" dir="5400000" sx="99000" sy="99000" algn="t" rotWithShape="0">
              <a:prstClr val="black">
                <a:alpha val="25000"/>
              </a:prstClr>
            </a:outerShdw>
          </a:effectLst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none" tIns="158759"/>
          <a:lstStyle/>
          <a:p>
            <a:pPr algn="ctr" latinLnBrk="0"/>
            <a:endParaRPr lang="ko-KR" altLang="en-US" sz="2000" b="1" dirty="0">
              <a:gradFill>
                <a:gsLst>
                  <a:gs pos="0">
                    <a:prstClr val="white"/>
                  </a:gs>
                  <a:gs pos="100000">
                    <a:prstClr val="white"/>
                  </a:gs>
                </a:gsLst>
                <a:lin ang="5400000" scaled="0"/>
              </a:gra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Rix고딕 M" pitchFamily="18" charset="-127"/>
              <a:ea typeface="Rix고딕 M" pitchFamily="18" charset="-127"/>
            </a:endParaRPr>
          </a:p>
        </p:txBody>
      </p:sp>
      <p:sp>
        <p:nvSpPr>
          <p:cNvPr id="320" name="TextBox 319"/>
          <p:cNvSpPr txBox="1"/>
          <p:nvPr/>
        </p:nvSpPr>
        <p:spPr>
          <a:xfrm>
            <a:off x="954561" y="1837531"/>
            <a:ext cx="1320874" cy="246221"/>
          </a:xfrm>
          <a:prstGeom prst="rect">
            <a:avLst/>
          </a:prstGeom>
          <a:noFill/>
          <a:ln w="6350">
            <a:noFill/>
          </a:ln>
          <a:effectLst/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 anchorCtr="0">
            <a:spAutoFit/>
            <a:sp3d>
              <a:bevelT w="0" h="0"/>
              <a:contourClr>
                <a:schemeClr val="bg1"/>
              </a:contourClr>
            </a:sp3d>
          </a:bodyPr>
          <a:lstStyle>
            <a:defPPr>
              <a:defRPr lang="ko-KR"/>
            </a:defPPr>
            <a:lvl1pPr lvl="0" indent="-457200" algn="ctr" eaLnBrk="0" latinLnBrk="0" hangingPunct="0">
              <a:lnSpc>
                <a:spcPct val="100000"/>
              </a:lnSpc>
              <a:spcBef>
                <a:spcPts val="200"/>
              </a:spcBef>
              <a:spcAft>
                <a:spcPts val="600"/>
              </a:spcAft>
              <a:defRPr sz="1700" spc="-50">
                <a:ln w="0"/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뫼비우스 Bold" panose="02000500000000000000" pitchFamily="2" charset="-127"/>
                <a:ea typeface="뫼비우스 Bold" panose="02000500000000000000" pitchFamily="2" charset="-127"/>
              </a:defRPr>
            </a:lvl1pPr>
          </a:lstStyle>
          <a:p>
            <a:pPr indent="0" defTabSz="801639" eaLnBrk="1" hangingPunct="1"/>
            <a:r>
              <a:rPr lang="ko-KR" altLang="en-US" sz="1600" b="1" spc="0" dirty="0">
                <a:ln>
                  <a:solidFill>
                    <a:prstClr val="white">
                      <a:alpha val="10000"/>
                    </a:prstClr>
                  </a:solidFill>
                </a:ln>
                <a:solidFill>
                  <a:prstClr val="white"/>
                </a:solidFill>
                <a:effectLst/>
                <a:latin typeface="Rix고딕 M" pitchFamily="18" charset="-127"/>
                <a:ea typeface="Rix고딕 M" pitchFamily="18" charset="-127"/>
              </a:rPr>
              <a:t>테스트베드 구성</a:t>
            </a:r>
          </a:p>
        </p:txBody>
      </p:sp>
      <p:sp>
        <p:nvSpPr>
          <p:cNvPr id="321" name="직사각형 320"/>
          <p:cNvSpPr/>
          <p:nvPr/>
        </p:nvSpPr>
        <p:spPr>
          <a:xfrm>
            <a:off x="2922138" y="1950015"/>
            <a:ext cx="3862923" cy="3307942"/>
          </a:xfrm>
          <a:prstGeom prst="rect">
            <a:avLst/>
          </a:prstGeom>
          <a:pattFill prst="dkUpDiag">
            <a:fgClr>
              <a:schemeClr val="bg1">
                <a:lumMod val="95000"/>
              </a:schemeClr>
            </a:fgClr>
            <a:bgClr>
              <a:schemeClr val="bg1"/>
            </a:bgClr>
          </a:patt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88" dirty="0">
              <a:solidFill>
                <a:prstClr val="white"/>
              </a:solidFill>
              <a:latin typeface="Rix고딕 M" pitchFamily="18" charset="-127"/>
              <a:ea typeface="Rix고딕 M" pitchFamily="18" charset="-127"/>
            </a:endParaRPr>
          </a:p>
        </p:txBody>
      </p:sp>
      <p:grpSp>
        <p:nvGrpSpPr>
          <p:cNvPr id="322" name="그룹 321"/>
          <p:cNvGrpSpPr/>
          <p:nvPr/>
        </p:nvGrpSpPr>
        <p:grpSpPr>
          <a:xfrm>
            <a:off x="3689469" y="1799201"/>
            <a:ext cx="2328264" cy="322876"/>
            <a:chOff x="8079886" y="3436516"/>
            <a:chExt cx="1928729" cy="260573"/>
          </a:xfrm>
        </p:grpSpPr>
        <p:sp>
          <p:nvSpPr>
            <p:cNvPr id="413" name="모서리가 둥근 직사각형 412"/>
            <p:cNvSpPr/>
            <p:nvPr/>
          </p:nvSpPr>
          <p:spPr>
            <a:xfrm>
              <a:off x="8079886" y="3436516"/>
              <a:ext cx="1928729" cy="260573"/>
            </a:xfrm>
            <a:prstGeom prst="roundRect">
              <a:avLst>
                <a:gd name="adj" fmla="val 50000"/>
              </a:avLst>
            </a:prstGeom>
            <a:solidFill>
              <a:schemeClr val="accent6">
                <a:lumMod val="50000"/>
              </a:schemeClr>
            </a:solidFill>
            <a:ln w="12700" cap="rnd" cmpd="sng">
              <a:noFill/>
              <a:prstDash val="solid"/>
              <a:headEnd type="none" w="lg" len="med"/>
              <a:tailEnd type="none" w="lg" len="med"/>
            </a:ln>
            <a:effectLst>
              <a:outerShdw blurRad="38100" dist="12700" dir="5400000" sx="99000" sy="99000" algn="t" rotWithShape="0">
                <a:prstClr val="black">
                  <a:alpha val="25000"/>
                </a:prstClr>
              </a:outerShdw>
            </a:effectLst>
          </p:spPr>
          <p:style>
            <a:lnRef idx="1">
              <a:schemeClr val="accent5"/>
            </a:lnRef>
            <a:fillRef idx="3">
              <a:schemeClr val="accent5"/>
            </a:fillRef>
            <a:effectRef idx="2">
              <a:schemeClr val="accent5"/>
            </a:effectRef>
            <a:fontRef idx="minor">
              <a:schemeClr val="lt1"/>
            </a:fontRef>
          </p:style>
          <p:txBody>
            <a:bodyPr wrap="none" tIns="158759"/>
            <a:lstStyle/>
            <a:p>
              <a:pPr algn="ctr" latinLnBrk="0"/>
              <a:endParaRPr lang="ko-KR" altLang="en-US" sz="2000" b="1" dirty="0">
                <a:gradFill>
                  <a:gsLst>
                    <a:gs pos="0">
                      <a:prstClr val="white"/>
                    </a:gs>
                    <a:gs pos="100000">
                      <a:prstClr val="white"/>
                    </a:gs>
                  </a:gsLst>
                  <a:lin ang="5400000" scaled="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ix고딕 M" pitchFamily="18" charset="-127"/>
                <a:ea typeface="Rix고딕 M" pitchFamily="18" charset="-127"/>
              </a:endParaRPr>
            </a:p>
          </p:txBody>
        </p:sp>
        <p:sp>
          <p:nvSpPr>
            <p:cNvPr id="414" name="TextBox 413"/>
            <p:cNvSpPr txBox="1"/>
            <p:nvPr/>
          </p:nvSpPr>
          <p:spPr>
            <a:xfrm>
              <a:off x="8722229" y="3467453"/>
              <a:ext cx="644043" cy="198710"/>
            </a:xfrm>
            <a:prstGeom prst="rect">
              <a:avLst/>
            </a:prstGeom>
            <a:noFill/>
            <a:ln w="6350">
              <a:noFill/>
            </a:ln>
            <a:effectLst/>
            <a:scene3d>
              <a:camera prst="orthographicFront"/>
              <a:lightRig rig="threePt" dir="t"/>
            </a:scene3d>
            <a:sp3d>
              <a:bevelT w="0" h="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 anchorCtr="0">
              <a:spAutoFit/>
              <a:sp3d>
                <a:bevelT w="0" h="0"/>
                <a:contourClr>
                  <a:schemeClr val="bg1"/>
                </a:contourClr>
              </a:sp3d>
            </a:bodyPr>
            <a:lstStyle>
              <a:defPPr>
                <a:defRPr lang="ko-KR"/>
              </a:defPPr>
              <a:lvl1pPr lvl="0" indent="-457200" algn="ctr" eaLnBrk="0" latinLnBrk="0" hangingPunct="0">
                <a:lnSpc>
                  <a:spcPct val="100000"/>
                </a:lnSpc>
                <a:spcBef>
                  <a:spcPts val="200"/>
                </a:spcBef>
                <a:spcAft>
                  <a:spcPts val="600"/>
                </a:spcAft>
                <a:defRPr sz="1700" spc="-50">
                  <a:ln w="0"/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뫼비우스 Bold" panose="02000500000000000000" pitchFamily="2" charset="-127"/>
                  <a:ea typeface="뫼비우스 Bold" panose="02000500000000000000" pitchFamily="2" charset="-127"/>
                </a:defRPr>
              </a:lvl1pPr>
            </a:lstStyle>
            <a:p>
              <a:pPr indent="0" defTabSz="801639" eaLnBrk="1" hangingPunct="1"/>
              <a:r>
                <a:rPr lang="ko-KR" altLang="en-US" sz="1600" b="1" spc="0" dirty="0">
                  <a:ln>
                    <a:solidFill>
                      <a:prstClr val="white">
                        <a:alpha val="10000"/>
                      </a:prstClr>
                    </a:solidFill>
                  </a:ln>
                  <a:solidFill>
                    <a:prstClr val="white"/>
                  </a:solidFill>
                  <a:effectLst/>
                  <a:latin typeface="Rix고딕 M" pitchFamily="18" charset="-127"/>
                  <a:ea typeface="Rix고딕 M" pitchFamily="18" charset="-127"/>
                </a:rPr>
                <a:t>검증 절차</a:t>
              </a:r>
            </a:p>
          </p:txBody>
        </p:sp>
      </p:grpSp>
      <p:grpSp>
        <p:nvGrpSpPr>
          <p:cNvPr id="323" name="그룹 322"/>
          <p:cNvGrpSpPr/>
          <p:nvPr/>
        </p:nvGrpSpPr>
        <p:grpSpPr>
          <a:xfrm>
            <a:off x="3201941" y="2185843"/>
            <a:ext cx="3464605" cy="2957503"/>
            <a:chOff x="3736479" y="2363379"/>
            <a:chExt cx="3157537" cy="2888629"/>
          </a:xfrm>
        </p:grpSpPr>
        <p:sp>
          <p:nvSpPr>
            <p:cNvPr id="386" name="직사각형 84" descr="ob_조직도_흐름도_구성도-04"/>
            <p:cNvSpPr>
              <a:spLocks noChangeArrowheads="1"/>
            </p:cNvSpPr>
            <p:nvPr/>
          </p:nvSpPr>
          <p:spPr bwMode="auto">
            <a:xfrm>
              <a:off x="3782516" y="2363379"/>
              <a:ext cx="1447800" cy="252413"/>
            </a:xfrm>
            <a:prstGeom prst="rect">
              <a:avLst/>
            </a:prstGeom>
            <a:solidFill>
              <a:schemeClr val="bg1"/>
            </a:solidFill>
            <a:ln w="19050" cap="flat" cmpd="sng" algn="ctr">
              <a:solidFill>
                <a:srgbClr val="0070C0">
                  <a:alpha val="60000"/>
                </a:srgbClr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38100" dist="254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non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898912" latinLnBrk="0">
                <a:buClr>
                  <a:srgbClr val="000000"/>
                </a:buClr>
                <a:tabLst>
                  <a:tab pos="3324015" algn="l"/>
                </a:tabLst>
              </a:pPr>
              <a:r>
                <a:rPr lang="ko-KR" altLang="en-US" sz="970" spc="-88" dirty="0">
                  <a:ln w="0"/>
                  <a:solidFill>
                    <a:srgbClr val="292929"/>
                  </a:solidFill>
                  <a:latin typeface="Rix고딕 M" pitchFamily="18" charset="-127"/>
                  <a:ea typeface="Rix고딕 M" pitchFamily="18" charset="-127"/>
                </a:rPr>
                <a:t>계획수립</a:t>
              </a:r>
            </a:p>
          </p:txBody>
        </p:sp>
        <p:sp>
          <p:nvSpPr>
            <p:cNvPr id="387" name="직사각형 85" descr="ob_조직도_흐름도_구성도-04"/>
            <p:cNvSpPr>
              <a:spLocks noChangeArrowheads="1"/>
            </p:cNvSpPr>
            <p:nvPr/>
          </p:nvSpPr>
          <p:spPr bwMode="auto">
            <a:xfrm>
              <a:off x="3782516" y="2771663"/>
              <a:ext cx="1447800" cy="252413"/>
            </a:xfrm>
            <a:prstGeom prst="rect">
              <a:avLst/>
            </a:prstGeom>
            <a:solidFill>
              <a:schemeClr val="bg1"/>
            </a:solidFill>
            <a:ln w="19050" cap="flat" cmpd="sng" algn="ctr">
              <a:solidFill>
                <a:srgbClr val="0070C0">
                  <a:alpha val="60000"/>
                </a:srgbClr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38100" dist="254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non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898912" latinLnBrk="0">
                <a:buClr>
                  <a:srgbClr val="000000"/>
                </a:buClr>
                <a:tabLst>
                  <a:tab pos="3324015" algn="l"/>
                </a:tabLst>
              </a:pPr>
              <a:r>
                <a:rPr lang="ko-KR" altLang="en-US" sz="970" spc="-88" dirty="0">
                  <a:ln w="0"/>
                  <a:solidFill>
                    <a:srgbClr val="292929"/>
                  </a:solidFill>
                  <a:latin typeface="Rix고딕 M" pitchFamily="18" charset="-127"/>
                  <a:ea typeface="Rix고딕 M" pitchFamily="18" charset="-127"/>
                </a:rPr>
                <a:t>계획서 작성</a:t>
              </a:r>
            </a:p>
          </p:txBody>
        </p:sp>
        <p:cxnSp>
          <p:nvCxnSpPr>
            <p:cNvPr id="388" name="직선 화살표 연결선 86"/>
            <p:cNvCxnSpPr>
              <a:cxnSpLocks noChangeShapeType="1"/>
              <a:stCxn id="386" idx="2"/>
              <a:endCxn id="387" idx="0"/>
            </p:cNvCxnSpPr>
            <p:nvPr/>
          </p:nvCxnSpPr>
          <p:spPr bwMode="auto">
            <a:xfrm>
              <a:off x="4506416" y="2615792"/>
              <a:ext cx="0" cy="155871"/>
            </a:xfrm>
            <a:prstGeom prst="straightConnector1">
              <a:avLst/>
            </a:prstGeom>
            <a:ln w="19050">
              <a:gradFill flip="none" rotWithShape="1">
                <a:gsLst>
                  <a:gs pos="100000">
                    <a:schemeClr val="tx1">
                      <a:lumMod val="95000"/>
                      <a:lumOff val="5000"/>
                    </a:schemeClr>
                  </a:gs>
                  <a:gs pos="0">
                    <a:srgbClr val="707070"/>
                  </a:gs>
                </a:gsLst>
                <a:lin ang="0" scaled="1"/>
                <a:tileRect/>
              </a:gradFill>
              <a:tailEnd type="triangle"/>
            </a:ln>
            <a:ex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9" name="직사각형 87" descr="ob_조직도_흐름도_구성도-04"/>
            <p:cNvSpPr>
              <a:spLocks noChangeArrowheads="1"/>
            </p:cNvSpPr>
            <p:nvPr/>
          </p:nvSpPr>
          <p:spPr bwMode="auto">
            <a:xfrm>
              <a:off x="3782516" y="3167707"/>
              <a:ext cx="1447800" cy="252413"/>
            </a:xfrm>
            <a:prstGeom prst="rect">
              <a:avLst/>
            </a:prstGeom>
            <a:solidFill>
              <a:schemeClr val="bg1"/>
            </a:solidFill>
            <a:ln w="19050" cap="flat" cmpd="sng" algn="ctr">
              <a:solidFill>
                <a:srgbClr val="0070C0">
                  <a:alpha val="60000"/>
                </a:srgbClr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38100" dist="254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non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898912" latinLnBrk="0">
                <a:buClr>
                  <a:srgbClr val="000000"/>
                </a:buClr>
                <a:tabLst>
                  <a:tab pos="3324015" algn="l"/>
                </a:tabLst>
              </a:pPr>
              <a:r>
                <a:rPr lang="ko-KR" altLang="en-US" sz="970" spc="-88" dirty="0">
                  <a:ln w="0"/>
                  <a:solidFill>
                    <a:srgbClr val="292929"/>
                  </a:solidFill>
                  <a:latin typeface="Rix고딕 M" pitchFamily="18" charset="-127"/>
                  <a:ea typeface="Rix고딕 M" pitchFamily="18" charset="-127"/>
                </a:rPr>
                <a:t>검토회의</a:t>
              </a:r>
            </a:p>
          </p:txBody>
        </p:sp>
        <p:cxnSp>
          <p:nvCxnSpPr>
            <p:cNvPr id="390" name="직선 화살표 연결선 88"/>
            <p:cNvCxnSpPr>
              <a:cxnSpLocks noChangeShapeType="1"/>
              <a:stCxn id="387" idx="2"/>
              <a:endCxn id="389" idx="0"/>
            </p:cNvCxnSpPr>
            <p:nvPr/>
          </p:nvCxnSpPr>
          <p:spPr bwMode="auto">
            <a:xfrm>
              <a:off x="4506416" y="3024076"/>
              <a:ext cx="0" cy="143631"/>
            </a:xfrm>
            <a:prstGeom prst="straightConnector1">
              <a:avLst/>
            </a:prstGeom>
            <a:ln w="19050">
              <a:gradFill flip="none" rotWithShape="1">
                <a:gsLst>
                  <a:gs pos="100000">
                    <a:schemeClr val="tx1">
                      <a:lumMod val="95000"/>
                      <a:lumOff val="5000"/>
                    </a:schemeClr>
                  </a:gs>
                  <a:gs pos="0">
                    <a:srgbClr val="707070"/>
                  </a:gs>
                </a:gsLst>
                <a:lin ang="0" scaled="1"/>
                <a:tileRect/>
              </a:gradFill>
              <a:tailEnd type="triangle"/>
            </a:ln>
            <a:ex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1" name="직사각형 89" descr="ob_조직도_흐름도_구성도-04"/>
            <p:cNvSpPr>
              <a:spLocks noChangeArrowheads="1"/>
            </p:cNvSpPr>
            <p:nvPr/>
          </p:nvSpPr>
          <p:spPr bwMode="auto">
            <a:xfrm>
              <a:off x="3782516" y="3563751"/>
              <a:ext cx="1447800" cy="252413"/>
            </a:xfrm>
            <a:prstGeom prst="rect">
              <a:avLst/>
            </a:prstGeom>
            <a:solidFill>
              <a:schemeClr val="bg1"/>
            </a:solidFill>
            <a:ln w="19050" cap="flat" cmpd="sng" algn="ctr">
              <a:solidFill>
                <a:srgbClr val="0070C0">
                  <a:alpha val="60000"/>
                </a:srgbClr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38100" dist="254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non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898912" latinLnBrk="0">
                <a:buClr>
                  <a:srgbClr val="000000"/>
                </a:buClr>
                <a:tabLst>
                  <a:tab pos="3324015" algn="l"/>
                </a:tabLst>
              </a:pPr>
              <a:r>
                <a:rPr lang="ko-KR" altLang="en-US" sz="970" spc="-88" dirty="0">
                  <a:ln w="0"/>
                  <a:solidFill>
                    <a:srgbClr val="292929"/>
                  </a:solidFill>
                  <a:latin typeface="Rix고딕 M" pitchFamily="18" charset="-127"/>
                  <a:ea typeface="Rix고딕 M" pitchFamily="18" charset="-127"/>
                </a:rPr>
                <a:t> 장비 확보</a:t>
              </a:r>
            </a:p>
          </p:txBody>
        </p:sp>
        <p:sp>
          <p:nvSpPr>
            <p:cNvPr id="392" name="직사각형 90" descr="ob_조직도_흐름도_구성도-04"/>
            <p:cNvSpPr>
              <a:spLocks noChangeArrowheads="1"/>
            </p:cNvSpPr>
            <p:nvPr/>
          </p:nvSpPr>
          <p:spPr bwMode="auto">
            <a:xfrm>
              <a:off x="3782516" y="4073338"/>
              <a:ext cx="1447800" cy="252413"/>
            </a:xfrm>
            <a:prstGeom prst="rect">
              <a:avLst/>
            </a:prstGeom>
            <a:solidFill>
              <a:schemeClr val="bg1"/>
            </a:solidFill>
            <a:ln w="19050" cap="flat" cmpd="sng" algn="ctr">
              <a:solidFill>
                <a:srgbClr val="0070C0">
                  <a:alpha val="60000"/>
                </a:srgbClr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38100" dist="254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non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898912" latinLnBrk="0">
                <a:buClr>
                  <a:srgbClr val="000000"/>
                </a:buClr>
                <a:tabLst>
                  <a:tab pos="3324015" algn="l"/>
                </a:tabLst>
              </a:pPr>
              <a:r>
                <a:rPr lang="ko-KR" altLang="en-US" sz="970" spc="-88" dirty="0">
                  <a:ln w="0"/>
                  <a:solidFill>
                    <a:srgbClr val="292929"/>
                  </a:solidFill>
                  <a:latin typeface="Rix고딕 M" pitchFamily="18" charset="-127"/>
                  <a:ea typeface="Rix고딕 M" pitchFamily="18" charset="-127"/>
                </a:rPr>
                <a:t>테스트 영역</a:t>
              </a:r>
              <a:r>
                <a:rPr lang="en-US" altLang="ko-KR" sz="970" spc="-88" dirty="0">
                  <a:ln w="0"/>
                  <a:solidFill>
                    <a:srgbClr val="292929"/>
                  </a:solidFill>
                  <a:latin typeface="Rix고딕 M" pitchFamily="18" charset="-127"/>
                  <a:ea typeface="Rix고딕 M" pitchFamily="18" charset="-127"/>
                </a:rPr>
                <a:t>(</a:t>
              </a:r>
              <a:r>
                <a:rPr lang="ko-KR" altLang="en-US" sz="970" spc="-88" dirty="0">
                  <a:ln w="0"/>
                  <a:solidFill>
                    <a:srgbClr val="292929"/>
                  </a:solidFill>
                  <a:latin typeface="Rix고딕 M" pitchFamily="18" charset="-127"/>
                  <a:ea typeface="Rix고딕 M" pitchFamily="18" charset="-127"/>
                </a:rPr>
                <a:t>장비</a:t>
              </a:r>
              <a:r>
                <a:rPr lang="en-US" altLang="ko-KR" sz="970" spc="-88" dirty="0">
                  <a:ln w="0"/>
                  <a:solidFill>
                    <a:srgbClr val="292929"/>
                  </a:solidFill>
                  <a:latin typeface="Rix고딕 M" pitchFamily="18" charset="-127"/>
                  <a:ea typeface="Rix고딕 M" pitchFamily="18" charset="-127"/>
                </a:rPr>
                <a:t>)</a:t>
              </a:r>
              <a:r>
                <a:rPr lang="ko-KR" altLang="en-US" sz="970" spc="-88" dirty="0">
                  <a:ln w="0"/>
                  <a:solidFill>
                    <a:srgbClr val="292929"/>
                  </a:solidFill>
                  <a:latin typeface="Rix고딕 M" pitchFamily="18" charset="-127"/>
                  <a:ea typeface="Rix고딕 M" pitchFamily="18" charset="-127"/>
                </a:rPr>
                <a:t> 구축</a:t>
              </a:r>
            </a:p>
          </p:txBody>
        </p:sp>
        <p:cxnSp>
          <p:nvCxnSpPr>
            <p:cNvPr id="393" name="직선 화살표 연결선 91"/>
            <p:cNvCxnSpPr>
              <a:cxnSpLocks noChangeShapeType="1"/>
              <a:stCxn id="391" idx="2"/>
              <a:endCxn id="392" idx="0"/>
            </p:cNvCxnSpPr>
            <p:nvPr/>
          </p:nvCxnSpPr>
          <p:spPr bwMode="auto">
            <a:xfrm>
              <a:off x="4506416" y="3816164"/>
              <a:ext cx="0" cy="257174"/>
            </a:xfrm>
            <a:prstGeom prst="straightConnector1">
              <a:avLst/>
            </a:prstGeom>
            <a:ln w="19050">
              <a:gradFill flip="none" rotWithShape="1">
                <a:gsLst>
                  <a:gs pos="100000">
                    <a:schemeClr val="tx1">
                      <a:lumMod val="95000"/>
                      <a:lumOff val="5000"/>
                    </a:schemeClr>
                  </a:gs>
                  <a:gs pos="0">
                    <a:srgbClr val="707070"/>
                  </a:gs>
                </a:gsLst>
                <a:lin ang="0" scaled="1"/>
                <a:tileRect/>
              </a:gradFill>
              <a:tailEnd type="triangle"/>
            </a:ln>
            <a:ex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4" name="직사각형 92" descr="ob_조직도_흐름도_구성도-04"/>
            <p:cNvSpPr>
              <a:spLocks noChangeArrowheads="1"/>
            </p:cNvSpPr>
            <p:nvPr/>
          </p:nvSpPr>
          <p:spPr bwMode="auto">
            <a:xfrm>
              <a:off x="3782516" y="4463851"/>
              <a:ext cx="1447800" cy="252413"/>
            </a:xfrm>
            <a:prstGeom prst="rect">
              <a:avLst/>
            </a:prstGeom>
            <a:solidFill>
              <a:schemeClr val="bg1"/>
            </a:solidFill>
            <a:ln w="19050" cap="flat" cmpd="sng" algn="ctr">
              <a:solidFill>
                <a:srgbClr val="0070C0">
                  <a:alpha val="60000"/>
                </a:srgbClr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38100" dist="254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non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898912" latinLnBrk="0">
                <a:buClr>
                  <a:srgbClr val="000000"/>
                </a:buClr>
                <a:tabLst>
                  <a:tab pos="3324015" algn="l"/>
                </a:tabLst>
              </a:pPr>
              <a:r>
                <a:rPr lang="ko-KR" altLang="en-US" sz="970" spc="-88" dirty="0">
                  <a:ln w="0"/>
                  <a:solidFill>
                    <a:srgbClr val="292929"/>
                  </a:solidFill>
                  <a:latin typeface="Rix고딕 M" pitchFamily="18" charset="-127"/>
                  <a:ea typeface="Rix고딕 M" pitchFamily="18" charset="-127"/>
                </a:rPr>
                <a:t>테스트 실시</a:t>
              </a:r>
            </a:p>
          </p:txBody>
        </p:sp>
        <p:cxnSp>
          <p:nvCxnSpPr>
            <p:cNvPr id="395" name="직선 화살표 연결선 93"/>
            <p:cNvCxnSpPr>
              <a:cxnSpLocks noChangeShapeType="1"/>
              <a:stCxn id="392" idx="2"/>
              <a:endCxn id="394" idx="0"/>
            </p:cNvCxnSpPr>
            <p:nvPr/>
          </p:nvCxnSpPr>
          <p:spPr bwMode="auto">
            <a:xfrm>
              <a:off x="4506416" y="4325751"/>
              <a:ext cx="0" cy="138100"/>
            </a:xfrm>
            <a:prstGeom prst="straightConnector1">
              <a:avLst/>
            </a:prstGeom>
            <a:ln w="19050">
              <a:gradFill flip="none" rotWithShape="1">
                <a:gsLst>
                  <a:gs pos="100000">
                    <a:schemeClr val="tx1">
                      <a:lumMod val="95000"/>
                      <a:lumOff val="5000"/>
                    </a:schemeClr>
                  </a:gs>
                  <a:gs pos="0">
                    <a:srgbClr val="707070"/>
                  </a:gs>
                </a:gsLst>
                <a:lin ang="0" scaled="1"/>
                <a:tileRect/>
              </a:gradFill>
              <a:tailEnd type="triangle"/>
            </a:ln>
            <a:ex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6" name="직선 화살표 연결선 94"/>
            <p:cNvCxnSpPr>
              <a:cxnSpLocks noChangeShapeType="1"/>
              <a:stCxn id="394" idx="2"/>
              <a:endCxn id="399" idx="0"/>
            </p:cNvCxnSpPr>
            <p:nvPr/>
          </p:nvCxnSpPr>
          <p:spPr bwMode="auto">
            <a:xfrm>
              <a:off x="4506416" y="4716264"/>
              <a:ext cx="0" cy="143631"/>
            </a:xfrm>
            <a:prstGeom prst="straightConnector1">
              <a:avLst/>
            </a:prstGeom>
            <a:ln w="19050">
              <a:gradFill flip="none" rotWithShape="1">
                <a:gsLst>
                  <a:gs pos="100000">
                    <a:schemeClr val="tx1">
                      <a:lumMod val="95000"/>
                      <a:lumOff val="5000"/>
                    </a:schemeClr>
                  </a:gs>
                  <a:gs pos="0">
                    <a:srgbClr val="707070"/>
                  </a:gs>
                </a:gsLst>
                <a:lin ang="0" scaled="1"/>
                <a:tileRect/>
              </a:gradFill>
              <a:tailEnd type="triangle"/>
            </a:ln>
            <a:ex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7" name="TextBox 250"/>
            <p:cNvSpPr txBox="1">
              <a:spLocks noChangeArrowheads="1"/>
            </p:cNvSpPr>
            <p:nvPr/>
          </p:nvSpPr>
          <p:spPr bwMode="auto">
            <a:xfrm>
              <a:off x="3736479" y="4865411"/>
              <a:ext cx="143171" cy="1348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 anchorCtr="1">
              <a:spAutoFit/>
            </a:bodyPr>
            <a:lstStyle>
              <a:lvl1pPr defTabSz="942975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1pPr>
              <a:lvl2pPr marL="742950" indent="-285750" defTabSz="942975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2pPr>
              <a:lvl3pPr marL="1143000" indent="-228600" defTabSz="942975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3pPr>
              <a:lvl4pPr marL="1600200" indent="-228600" defTabSz="942975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4pPr>
              <a:lvl5pPr marL="2057400" indent="-228600" defTabSz="942975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5pPr>
              <a:lvl6pPr marL="2514600" indent="-228600" defTabSz="942975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6pPr>
              <a:lvl7pPr marL="2971800" indent="-228600" defTabSz="942975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7pPr>
              <a:lvl8pPr marL="3429000" indent="-228600" defTabSz="942975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8pPr>
              <a:lvl9pPr marL="3886200" indent="-228600" defTabSz="942975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9pPr>
            </a:lstStyle>
            <a:p>
              <a:pPr eaLnBrk="1" fontAlgn="ctr" latinLnBrk="0" hangingPunct="1">
                <a:lnSpc>
                  <a:spcPct val="90000"/>
                </a:lnSpc>
              </a:pPr>
              <a:r>
                <a:rPr lang="en-US" altLang="ko-KR" sz="970" dirty="0">
                  <a:solidFill>
                    <a:srgbClr val="0070C0"/>
                  </a:solidFill>
                  <a:latin typeface="Rix고딕 M" pitchFamily="18" charset="-127"/>
                  <a:ea typeface="Rix고딕 M" pitchFamily="18" charset="-127"/>
                  <a:cs typeface="산돌고딕B"/>
                </a:rPr>
                <a:t>No</a:t>
              </a:r>
              <a:endParaRPr lang="ko-KR" altLang="en-US" sz="970" dirty="0">
                <a:solidFill>
                  <a:srgbClr val="0070C0"/>
                </a:solidFill>
                <a:latin typeface="Rix고딕 M" pitchFamily="18" charset="-127"/>
                <a:ea typeface="Rix고딕 M" pitchFamily="18" charset="-127"/>
                <a:cs typeface="산돌고딕B"/>
              </a:endParaRPr>
            </a:p>
          </p:txBody>
        </p:sp>
        <p:sp>
          <p:nvSpPr>
            <p:cNvPr id="398" name="TextBox 250"/>
            <p:cNvSpPr txBox="1">
              <a:spLocks noChangeArrowheads="1"/>
            </p:cNvSpPr>
            <p:nvPr/>
          </p:nvSpPr>
          <p:spPr bwMode="auto">
            <a:xfrm>
              <a:off x="5053066" y="4865411"/>
              <a:ext cx="181155" cy="1348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 anchorCtr="1">
              <a:spAutoFit/>
            </a:bodyPr>
            <a:lstStyle>
              <a:lvl1pPr defTabSz="942975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1pPr>
              <a:lvl2pPr marL="742950" indent="-285750" defTabSz="942975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2pPr>
              <a:lvl3pPr marL="1143000" indent="-228600" defTabSz="942975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3pPr>
              <a:lvl4pPr marL="1600200" indent="-228600" defTabSz="942975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4pPr>
              <a:lvl5pPr marL="2057400" indent="-228600" defTabSz="942975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5pPr>
              <a:lvl6pPr marL="2514600" indent="-228600" defTabSz="942975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6pPr>
              <a:lvl7pPr marL="2971800" indent="-228600" defTabSz="942975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7pPr>
              <a:lvl8pPr marL="3429000" indent="-228600" defTabSz="942975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8pPr>
              <a:lvl9pPr marL="3886200" indent="-228600" defTabSz="942975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9pPr>
            </a:lstStyle>
            <a:p>
              <a:pPr eaLnBrk="1" fontAlgn="ctr" latinLnBrk="0" hangingPunct="1">
                <a:lnSpc>
                  <a:spcPct val="90000"/>
                </a:lnSpc>
              </a:pPr>
              <a:r>
                <a:rPr lang="en-US" altLang="ko-KR" sz="970" dirty="0">
                  <a:solidFill>
                    <a:srgbClr val="0070C0"/>
                  </a:solidFill>
                  <a:latin typeface="Rix고딕 M" pitchFamily="18" charset="-127"/>
                  <a:ea typeface="Rix고딕 M" pitchFamily="18" charset="-127"/>
                  <a:cs typeface="산돌고딕B"/>
                </a:rPr>
                <a:t>Yes</a:t>
              </a:r>
              <a:endParaRPr lang="ko-KR" altLang="en-US" sz="970" dirty="0">
                <a:solidFill>
                  <a:srgbClr val="0070C0"/>
                </a:solidFill>
                <a:latin typeface="Rix고딕 M" pitchFamily="18" charset="-127"/>
                <a:ea typeface="Rix고딕 M" pitchFamily="18" charset="-127"/>
                <a:cs typeface="산돌고딕B"/>
              </a:endParaRPr>
            </a:p>
          </p:txBody>
        </p:sp>
        <p:sp>
          <p:nvSpPr>
            <p:cNvPr id="399" name="순서도: 판단 111" descr="ob_조직도_흐름도_구성도-06"/>
            <p:cNvSpPr>
              <a:spLocks noChangeArrowheads="1"/>
            </p:cNvSpPr>
            <p:nvPr/>
          </p:nvSpPr>
          <p:spPr bwMode="auto">
            <a:xfrm>
              <a:off x="3782516" y="4859895"/>
              <a:ext cx="1447800" cy="392113"/>
            </a:xfrm>
            <a:prstGeom prst="flowChartDecision">
              <a:avLst/>
            </a:prstGeom>
            <a:solidFill>
              <a:schemeClr val="accent1">
                <a:lumMod val="50000"/>
              </a:schemeClr>
            </a:solidFill>
            <a:ln w="19050" cap="flat" cmpd="sng" algn="ctr">
              <a:solidFill>
                <a:srgbClr val="0070C0">
                  <a:alpha val="60000"/>
                </a:srgbClr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38100" dist="254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none" lIns="0" tIns="0" rIns="0" bIns="0" numCol="1" rtlCol="0" anchor="ctr" anchorCtr="0" compatLnSpc="1">
              <a:prstTxWarp prst="textNoShape">
                <a:avLst/>
              </a:prstTxWarp>
              <a:scene3d>
                <a:camera prst="orthographicFront"/>
                <a:lightRig rig="threePt" dir="t"/>
              </a:scene3d>
              <a:sp3d>
                <a:bevelT w="0" h="0"/>
              </a:sp3d>
            </a:bodyPr>
            <a:lstStyle/>
            <a:p>
              <a:pPr algn="ctr" defTabSz="898912" latinLnBrk="0">
                <a:buClr>
                  <a:srgbClr val="000000"/>
                </a:buClr>
                <a:tabLst>
                  <a:tab pos="3324015" algn="l"/>
                </a:tabLst>
              </a:pPr>
              <a:r>
                <a:rPr lang="en-US" altLang="ko-KR" sz="970" dirty="0">
                  <a:ln w="0"/>
                  <a:solidFill>
                    <a:prstClr val="white"/>
                  </a:solidFill>
                  <a:latin typeface="Rix고딕 M" pitchFamily="18" charset="-127"/>
                  <a:ea typeface="Rix고딕 M" pitchFamily="18" charset="-127"/>
                </a:rPr>
                <a:t>Ok</a:t>
              </a:r>
              <a:endParaRPr lang="ko-KR" altLang="en-US" sz="970" dirty="0">
                <a:ln w="0"/>
                <a:solidFill>
                  <a:prstClr val="white"/>
                </a:solidFill>
                <a:latin typeface="Rix고딕 M" pitchFamily="18" charset="-127"/>
                <a:ea typeface="Rix고딕 M" pitchFamily="18" charset="-127"/>
              </a:endParaRPr>
            </a:p>
          </p:txBody>
        </p:sp>
        <p:cxnSp>
          <p:nvCxnSpPr>
            <p:cNvPr id="400" name="직선 화살표 연결선 147"/>
            <p:cNvCxnSpPr>
              <a:cxnSpLocks noChangeShapeType="1"/>
              <a:stCxn id="389" idx="2"/>
              <a:endCxn id="391" idx="0"/>
            </p:cNvCxnSpPr>
            <p:nvPr/>
          </p:nvCxnSpPr>
          <p:spPr bwMode="auto">
            <a:xfrm>
              <a:off x="4506416" y="3420120"/>
              <a:ext cx="0" cy="143631"/>
            </a:xfrm>
            <a:prstGeom prst="straightConnector1">
              <a:avLst/>
            </a:prstGeom>
            <a:ln w="19050">
              <a:gradFill flip="none" rotWithShape="1">
                <a:gsLst>
                  <a:gs pos="100000">
                    <a:schemeClr val="tx1">
                      <a:lumMod val="95000"/>
                      <a:lumOff val="5000"/>
                    </a:schemeClr>
                  </a:gs>
                  <a:gs pos="0">
                    <a:srgbClr val="707070"/>
                  </a:gs>
                </a:gsLst>
                <a:lin ang="0" scaled="1"/>
                <a:tileRect/>
              </a:gradFill>
              <a:tailEnd type="triangle"/>
            </a:ln>
            <a:ex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1" name="Shape 50"/>
            <p:cNvCxnSpPr>
              <a:cxnSpLocks noChangeShapeType="1"/>
              <a:stCxn id="399" idx="1"/>
              <a:endCxn id="402" idx="1"/>
            </p:cNvCxnSpPr>
            <p:nvPr/>
          </p:nvCxnSpPr>
          <p:spPr bwMode="auto">
            <a:xfrm rot="10800000" flipH="1">
              <a:off x="3782516" y="3922526"/>
              <a:ext cx="723900" cy="1133426"/>
            </a:xfrm>
            <a:prstGeom prst="bentConnector3">
              <a:avLst>
                <a:gd name="adj1" fmla="val -31579"/>
              </a:avLst>
            </a:prstGeom>
            <a:ln w="19050">
              <a:gradFill flip="none" rotWithShape="1">
                <a:gsLst>
                  <a:gs pos="100000">
                    <a:schemeClr val="tx1">
                      <a:lumMod val="95000"/>
                      <a:lumOff val="5000"/>
                    </a:schemeClr>
                  </a:gs>
                  <a:gs pos="50000">
                    <a:srgbClr val="707070"/>
                  </a:gs>
                  <a:gs pos="0">
                    <a:schemeClr val="tx1">
                      <a:lumMod val="95000"/>
                      <a:lumOff val="5000"/>
                    </a:schemeClr>
                  </a:gs>
                </a:gsLst>
                <a:lin ang="5400000" scaled="1"/>
                <a:tileRect/>
              </a:gradFill>
              <a:tailEnd type="triangle"/>
            </a:ln>
            <a:ex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2" name="Rectangle 185"/>
            <p:cNvSpPr>
              <a:spLocks noChangeArrowheads="1"/>
            </p:cNvSpPr>
            <p:nvPr/>
          </p:nvSpPr>
          <p:spPr bwMode="auto">
            <a:xfrm>
              <a:off x="4506416" y="3870138"/>
              <a:ext cx="117475" cy="1047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 algn="ctr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9pPr>
            </a:lstStyle>
            <a:p>
              <a:pPr eaLnBrk="1" hangingPunct="1"/>
              <a:endParaRPr lang="ko-KR" altLang="en-US" sz="970" dirty="0">
                <a:solidFill>
                  <a:srgbClr val="000000"/>
                </a:solidFill>
                <a:latin typeface="Rix고딕 M" pitchFamily="18" charset="-127"/>
                <a:ea typeface="Rix고딕 M" pitchFamily="18" charset="-127"/>
              </a:endParaRPr>
            </a:p>
          </p:txBody>
        </p:sp>
        <p:cxnSp>
          <p:nvCxnSpPr>
            <p:cNvPr id="403" name="꺾인 연결선 402"/>
            <p:cNvCxnSpPr>
              <a:stCxn id="399" idx="3"/>
              <a:endCxn id="404" idx="1"/>
            </p:cNvCxnSpPr>
            <p:nvPr/>
          </p:nvCxnSpPr>
          <p:spPr>
            <a:xfrm flipV="1">
              <a:off x="5230316" y="2489586"/>
              <a:ext cx="215900" cy="2566366"/>
            </a:xfrm>
            <a:prstGeom prst="bentConnector3">
              <a:avLst>
                <a:gd name="adj1" fmla="val 50000"/>
              </a:avLst>
            </a:prstGeom>
            <a:ln w="19050">
              <a:gradFill flip="none" rotWithShape="1">
                <a:gsLst>
                  <a:gs pos="100000">
                    <a:schemeClr val="tx1">
                      <a:lumMod val="95000"/>
                      <a:lumOff val="5000"/>
                    </a:schemeClr>
                  </a:gs>
                  <a:gs pos="50000">
                    <a:srgbClr val="707070"/>
                  </a:gs>
                  <a:gs pos="0">
                    <a:schemeClr val="tx1">
                      <a:lumMod val="95000"/>
                      <a:lumOff val="5000"/>
                    </a:schemeClr>
                  </a:gs>
                </a:gsLst>
                <a:lin ang="5400000" scaled="1"/>
                <a:tileRect/>
              </a:gra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4" name="직사각형 99" descr="ob_조직도_흐름도_구성도-04"/>
            <p:cNvSpPr>
              <a:spLocks noChangeArrowheads="1"/>
            </p:cNvSpPr>
            <p:nvPr/>
          </p:nvSpPr>
          <p:spPr bwMode="auto">
            <a:xfrm>
              <a:off x="5446216" y="2363379"/>
              <a:ext cx="1447800" cy="252413"/>
            </a:xfrm>
            <a:prstGeom prst="rect">
              <a:avLst/>
            </a:prstGeom>
            <a:solidFill>
              <a:schemeClr val="bg1"/>
            </a:solidFill>
            <a:ln w="19050" cap="flat" cmpd="sng" algn="ctr">
              <a:solidFill>
                <a:srgbClr val="0070C0">
                  <a:alpha val="60000"/>
                </a:srgbClr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38100" dist="254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non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898912" latinLnBrk="0">
                <a:buClr>
                  <a:srgbClr val="000000"/>
                </a:buClr>
                <a:tabLst>
                  <a:tab pos="3324015" algn="l"/>
                </a:tabLst>
              </a:pPr>
              <a:r>
                <a:rPr lang="ko-KR" altLang="en-US" sz="970" spc="-88" dirty="0">
                  <a:ln w="0"/>
                  <a:solidFill>
                    <a:srgbClr val="292929"/>
                  </a:solidFill>
                  <a:latin typeface="Rix고딕 M" pitchFamily="18" charset="-127"/>
                  <a:ea typeface="Rix고딕 M" pitchFamily="18" charset="-127"/>
                </a:rPr>
                <a:t>결함보고서 작성</a:t>
              </a:r>
            </a:p>
          </p:txBody>
        </p:sp>
        <p:sp>
          <p:nvSpPr>
            <p:cNvPr id="405" name="직사각형 101" descr="ob_조직도_흐름도_구성도-04"/>
            <p:cNvSpPr>
              <a:spLocks noChangeArrowheads="1"/>
            </p:cNvSpPr>
            <p:nvPr/>
          </p:nvSpPr>
          <p:spPr bwMode="auto">
            <a:xfrm>
              <a:off x="5446216" y="2771663"/>
              <a:ext cx="1447800" cy="252413"/>
            </a:xfrm>
            <a:prstGeom prst="rect">
              <a:avLst/>
            </a:prstGeom>
            <a:solidFill>
              <a:schemeClr val="bg1"/>
            </a:solidFill>
            <a:ln w="19050" cap="flat" cmpd="sng" algn="ctr">
              <a:solidFill>
                <a:srgbClr val="0070C0">
                  <a:alpha val="60000"/>
                </a:srgbClr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38100" dist="254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non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898912" latinLnBrk="0">
                <a:buClr>
                  <a:srgbClr val="000000"/>
                </a:buClr>
                <a:tabLst>
                  <a:tab pos="3324015" algn="l"/>
                </a:tabLst>
              </a:pPr>
              <a:r>
                <a:rPr lang="ko-KR" altLang="en-US" sz="970" spc="-88" dirty="0">
                  <a:ln w="0"/>
                  <a:solidFill>
                    <a:srgbClr val="292929"/>
                  </a:solidFill>
                  <a:latin typeface="Rix고딕 M" pitchFamily="18" charset="-127"/>
                  <a:ea typeface="Rix고딕 M" pitchFamily="18" charset="-127"/>
                </a:rPr>
                <a:t>조치완료</a:t>
              </a:r>
            </a:p>
          </p:txBody>
        </p:sp>
        <p:cxnSp>
          <p:nvCxnSpPr>
            <p:cNvPr id="406" name="직선 화살표 연결선 102"/>
            <p:cNvCxnSpPr>
              <a:cxnSpLocks noChangeShapeType="1"/>
              <a:stCxn id="404" idx="2"/>
              <a:endCxn id="405" idx="0"/>
            </p:cNvCxnSpPr>
            <p:nvPr/>
          </p:nvCxnSpPr>
          <p:spPr bwMode="auto">
            <a:xfrm>
              <a:off x="6170116" y="2615792"/>
              <a:ext cx="0" cy="155871"/>
            </a:xfrm>
            <a:prstGeom prst="straightConnector1">
              <a:avLst/>
            </a:prstGeom>
            <a:ln w="19050">
              <a:gradFill flip="none" rotWithShape="1">
                <a:gsLst>
                  <a:gs pos="100000">
                    <a:schemeClr val="tx1">
                      <a:lumMod val="95000"/>
                      <a:lumOff val="5000"/>
                    </a:schemeClr>
                  </a:gs>
                  <a:gs pos="0">
                    <a:srgbClr val="707070"/>
                  </a:gs>
                </a:gsLst>
                <a:lin ang="0" scaled="1"/>
                <a:tileRect/>
              </a:gradFill>
              <a:tailEnd type="triangle"/>
            </a:ln>
            <a:ex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7" name="직사각형 104" descr="ob_조직도_흐름도_구성도-04"/>
            <p:cNvSpPr>
              <a:spLocks noChangeArrowheads="1"/>
            </p:cNvSpPr>
            <p:nvPr/>
          </p:nvSpPr>
          <p:spPr bwMode="auto">
            <a:xfrm>
              <a:off x="5446216" y="3167707"/>
              <a:ext cx="1447800" cy="252413"/>
            </a:xfrm>
            <a:prstGeom prst="rect">
              <a:avLst/>
            </a:prstGeom>
            <a:solidFill>
              <a:schemeClr val="bg1"/>
            </a:solidFill>
            <a:ln w="19050" cap="flat" cmpd="sng" algn="ctr">
              <a:solidFill>
                <a:srgbClr val="0070C0">
                  <a:alpha val="60000"/>
                </a:srgbClr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38100" dist="254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non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898912" latinLnBrk="0">
                <a:buClr>
                  <a:srgbClr val="000000"/>
                </a:buClr>
                <a:tabLst>
                  <a:tab pos="3324015" algn="l"/>
                </a:tabLst>
              </a:pPr>
              <a:r>
                <a:rPr lang="ko-KR" altLang="en-US" sz="970" spc="-88" dirty="0">
                  <a:ln w="0"/>
                  <a:solidFill>
                    <a:srgbClr val="292929"/>
                  </a:solidFill>
                  <a:latin typeface="Rix고딕 M" pitchFamily="18" charset="-127"/>
                  <a:ea typeface="Rix고딕 M" pitchFamily="18" charset="-127"/>
                </a:rPr>
                <a:t>조치보고서 작성</a:t>
              </a:r>
            </a:p>
          </p:txBody>
        </p:sp>
        <p:sp>
          <p:nvSpPr>
            <p:cNvPr id="408" name="직사각형 105" descr="ob_조직도_흐름도_구성도-04"/>
            <p:cNvSpPr>
              <a:spLocks noChangeArrowheads="1"/>
            </p:cNvSpPr>
            <p:nvPr/>
          </p:nvSpPr>
          <p:spPr bwMode="auto">
            <a:xfrm>
              <a:off x="5446216" y="3563751"/>
              <a:ext cx="1447800" cy="252413"/>
            </a:xfrm>
            <a:prstGeom prst="rect">
              <a:avLst/>
            </a:prstGeom>
            <a:solidFill>
              <a:schemeClr val="bg1"/>
            </a:solidFill>
            <a:ln w="19050" cap="flat" cmpd="sng" algn="ctr">
              <a:solidFill>
                <a:srgbClr val="0070C0">
                  <a:alpha val="60000"/>
                </a:srgbClr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38100" dist="254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non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898912" latinLnBrk="0">
                <a:buClr>
                  <a:srgbClr val="000000"/>
                </a:buClr>
                <a:tabLst>
                  <a:tab pos="3324015" algn="l"/>
                </a:tabLst>
              </a:pPr>
              <a:r>
                <a:rPr lang="ko-KR" altLang="en-US" sz="970" spc="-88" dirty="0">
                  <a:ln w="0"/>
                  <a:solidFill>
                    <a:srgbClr val="292929"/>
                  </a:solidFill>
                  <a:latin typeface="Rix고딕 M" pitchFamily="18" charset="-127"/>
                  <a:ea typeface="Rix고딕 M" pitchFamily="18" charset="-127"/>
                </a:rPr>
                <a:t>테스트 결과보고서 작성</a:t>
              </a:r>
            </a:p>
          </p:txBody>
        </p:sp>
        <p:sp>
          <p:nvSpPr>
            <p:cNvPr id="409" name="직사각형 107" descr="ob_조직도_흐름도_구성도-04"/>
            <p:cNvSpPr>
              <a:spLocks noChangeArrowheads="1"/>
            </p:cNvSpPr>
            <p:nvPr/>
          </p:nvSpPr>
          <p:spPr bwMode="auto">
            <a:xfrm>
              <a:off x="5446216" y="4073338"/>
              <a:ext cx="1447800" cy="252413"/>
            </a:xfrm>
            <a:prstGeom prst="rect">
              <a:avLst/>
            </a:prstGeom>
            <a:solidFill>
              <a:schemeClr val="bg1"/>
            </a:solidFill>
            <a:ln w="19050" cap="flat" cmpd="sng" algn="ctr">
              <a:solidFill>
                <a:srgbClr val="0070C0">
                  <a:alpha val="60000"/>
                </a:srgbClr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38100" dist="254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non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898912" latinLnBrk="0">
                <a:buClr>
                  <a:srgbClr val="000000"/>
                </a:buClr>
                <a:tabLst>
                  <a:tab pos="3324015" algn="l"/>
                </a:tabLst>
              </a:pPr>
              <a:r>
                <a:rPr lang="ko-KR" altLang="en-US" sz="970" spc="-88" dirty="0">
                  <a:ln w="0"/>
                  <a:solidFill>
                    <a:srgbClr val="292929"/>
                  </a:solidFill>
                  <a:latin typeface="Rix고딕 M" pitchFamily="18" charset="-127"/>
                  <a:ea typeface="Rix고딕 M" pitchFamily="18" charset="-127"/>
                </a:rPr>
                <a:t>완료보고</a:t>
              </a:r>
            </a:p>
          </p:txBody>
        </p:sp>
        <p:cxnSp>
          <p:nvCxnSpPr>
            <p:cNvPr id="410" name="직선 화살표 연결선 109"/>
            <p:cNvCxnSpPr>
              <a:cxnSpLocks noChangeShapeType="1"/>
              <a:stCxn id="407" idx="2"/>
              <a:endCxn id="408" idx="0"/>
            </p:cNvCxnSpPr>
            <p:nvPr/>
          </p:nvCxnSpPr>
          <p:spPr bwMode="auto">
            <a:xfrm>
              <a:off x="6170116" y="3420120"/>
              <a:ext cx="0" cy="143631"/>
            </a:xfrm>
            <a:prstGeom prst="straightConnector1">
              <a:avLst/>
            </a:prstGeom>
            <a:ln w="19050">
              <a:gradFill flip="none" rotWithShape="1">
                <a:gsLst>
                  <a:gs pos="100000">
                    <a:schemeClr val="tx1">
                      <a:lumMod val="95000"/>
                      <a:lumOff val="5000"/>
                    </a:schemeClr>
                  </a:gs>
                  <a:gs pos="0">
                    <a:srgbClr val="707070"/>
                  </a:gs>
                </a:gsLst>
                <a:lin ang="0" scaled="1"/>
                <a:tileRect/>
              </a:gradFill>
              <a:tailEnd type="triangle"/>
            </a:ln>
            <a:ex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1" name="직선 화살표 연결선 112"/>
            <p:cNvCxnSpPr>
              <a:cxnSpLocks noChangeShapeType="1"/>
              <a:stCxn id="408" idx="2"/>
              <a:endCxn id="409" idx="0"/>
            </p:cNvCxnSpPr>
            <p:nvPr/>
          </p:nvCxnSpPr>
          <p:spPr bwMode="auto">
            <a:xfrm>
              <a:off x="6170116" y="3816164"/>
              <a:ext cx="0" cy="257174"/>
            </a:xfrm>
            <a:prstGeom prst="straightConnector1">
              <a:avLst/>
            </a:prstGeom>
            <a:ln w="19050">
              <a:gradFill flip="none" rotWithShape="1">
                <a:gsLst>
                  <a:gs pos="100000">
                    <a:schemeClr val="tx1">
                      <a:lumMod val="95000"/>
                      <a:lumOff val="5000"/>
                    </a:schemeClr>
                  </a:gs>
                  <a:gs pos="0">
                    <a:srgbClr val="707070"/>
                  </a:gs>
                </a:gsLst>
                <a:lin ang="0" scaled="1"/>
                <a:tileRect/>
              </a:gradFill>
              <a:tailEnd type="triangle"/>
            </a:ln>
            <a:ex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2" name="직선 화살표 연결선 149"/>
            <p:cNvCxnSpPr>
              <a:cxnSpLocks noChangeShapeType="1"/>
              <a:stCxn id="405" idx="2"/>
              <a:endCxn id="407" idx="0"/>
            </p:cNvCxnSpPr>
            <p:nvPr/>
          </p:nvCxnSpPr>
          <p:spPr bwMode="auto">
            <a:xfrm>
              <a:off x="6170116" y="3024076"/>
              <a:ext cx="0" cy="143631"/>
            </a:xfrm>
            <a:prstGeom prst="straightConnector1">
              <a:avLst/>
            </a:prstGeom>
            <a:ln w="19050">
              <a:gradFill flip="none" rotWithShape="1">
                <a:gsLst>
                  <a:gs pos="100000">
                    <a:schemeClr val="tx1">
                      <a:lumMod val="95000"/>
                      <a:lumOff val="5000"/>
                    </a:schemeClr>
                  </a:gs>
                  <a:gs pos="0">
                    <a:srgbClr val="707070"/>
                  </a:gs>
                </a:gsLst>
                <a:lin ang="0" scaled="1"/>
                <a:tileRect/>
              </a:gradFill>
              <a:tailEnd type="triangle"/>
            </a:ln>
            <a:ex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24" name="직사각형 323"/>
          <p:cNvSpPr/>
          <p:nvPr/>
        </p:nvSpPr>
        <p:spPr>
          <a:xfrm>
            <a:off x="2922138" y="5460772"/>
            <a:ext cx="3862923" cy="1616955"/>
          </a:xfrm>
          <a:prstGeom prst="rect">
            <a:avLst/>
          </a:prstGeom>
          <a:pattFill prst="dkUpDiag">
            <a:fgClr>
              <a:schemeClr val="bg1">
                <a:lumMod val="95000"/>
              </a:schemeClr>
            </a:fgClr>
            <a:bgClr>
              <a:schemeClr val="bg1"/>
            </a:bgClr>
          </a:patt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88" dirty="0">
              <a:solidFill>
                <a:prstClr val="white"/>
              </a:solidFill>
              <a:latin typeface="Rix고딕 M" pitchFamily="18" charset="-127"/>
              <a:ea typeface="Rix고딕 M" pitchFamily="18" charset="-127"/>
            </a:endParaRPr>
          </a:p>
        </p:txBody>
      </p:sp>
      <p:sp>
        <p:nvSpPr>
          <p:cNvPr id="325" name="오른쪽 대괄호 385"/>
          <p:cNvSpPr>
            <a:spLocks/>
          </p:cNvSpPr>
          <p:nvPr/>
        </p:nvSpPr>
        <p:spPr bwMode="auto">
          <a:xfrm flipH="1" flipV="1">
            <a:off x="883426" y="2842940"/>
            <a:ext cx="470985" cy="3614826"/>
          </a:xfrm>
          <a:prstGeom prst="rightBracket">
            <a:avLst>
              <a:gd name="adj" fmla="val 97636"/>
            </a:avLst>
          </a:prstGeom>
          <a:noFill/>
          <a:ln w="38100" cap="sq" cmpd="sng">
            <a:gradFill flip="none" rotWithShape="1">
              <a:gsLst>
                <a:gs pos="0">
                  <a:srgbClr val="EB3A03">
                    <a:alpha val="0"/>
                  </a:srgbClr>
                </a:gs>
                <a:gs pos="50000">
                  <a:srgbClr val="EB3A03"/>
                </a:gs>
                <a:gs pos="100000">
                  <a:srgbClr val="C90419"/>
                </a:gs>
              </a:gsLst>
              <a:lin ang="0" scaled="1"/>
              <a:tileRect/>
            </a:gradFill>
            <a:prstDash val="solid"/>
            <a:round/>
            <a:headEnd type="triangle" w="med" len="sm"/>
            <a:tailEnd type="none" w="med" len="sm"/>
          </a:ln>
          <a:effectLst/>
          <a:scene3d>
            <a:camera prst="orthographicFront"/>
            <a:lightRig rig="threePt" dir="t"/>
          </a:scene3d>
          <a:sp3d>
            <a:contourClr>
              <a:schemeClr val="bg1"/>
            </a:contourClr>
          </a:sp3d>
          <a:extLst/>
        </p:spPr>
        <p:txBody>
          <a:bodyPr rot="0" spcFirstLastPara="0" vertOverflow="overflow" horzOverflow="overflow" vert="horz" wrap="square" lIns="80649" tIns="40325" rIns="80649" bIns="40325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877910" latinLnBrk="0"/>
            <a:endParaRPr kumimoji="1" lang="ko-KR" altLang="en-US" sz="2646" dirty="0">
              <a:solidFill>
                <a:srgbClr val="000000"/>
              </a:solidFill>
              <a:latin typeface="Rix고딕 M" pitchFamily="18" charset="-127"/>
              <a:ea typeface="Rix고딕 M" pitchFamily="18" charset="-127"/>
            </a:endParaRPr>
          </a:p>
        </p:txBody>
      </p:sp>
      <p:sp>
        <p:nvSpPr>
          <p:cNvPr id="326" name="오른쪽 대괄호 20501"/>
          <p:cNvSpPr>
            <a:spLocks/>
          </p:cNvSpPr>
          <p:nvPr/>
        </p:nvSpPr>
        <p:spPr bwMode="auto">
          <a:xfrm>
            <a:off x="1889558" y="2842941"/>
            <a:ext cx="495630" cy="3614825"/>
          </a:xfrm>
          <a:prstGeom prst="rightBracket">
            <a:avLst>
              <a:gd name="adj" fmla="val 78463"/>
            </a:avLst>
          </a:prstGeom>
          <a:noFill/>
          <a:ln w="38100" cap="sq" cmpd="sng">
            <a:gradFill flip="none" rotWithShape="1">
              <a:gsLst>
                <a:gs pos="0">
                  <a:srgbClr val="EB3A03">
                    <a:alpha val="0"/>
                  </a:srgbClr>
                </a:gs>
                <a:gs pos="50000">
                  <a:srgbClr val="EB3A03"/>
                </a:gs>
                <a:gs pos="100000">
                  <a:srgbClr val="C90419"/>
                </a:gs>
              </a:gsLst>
              <a:lin ang="0" scaled="1"/>
              <a:tileRect/>
            </a:gradFill>
            <a:prstDash val="solid"/>
            <a:round/>
            <a:headEnd type="triangle" w="med" len="sm"/>
            <a:tailEnd type="none" w="med" len="sm"/>
          </a:ln>
          <a:effectLst/>
          <a:scene3d>
            <a:camera prst="orthographicFront"/>
            <a:lightRig rig="threePt" dir="t"/>
          </a:scene3d>
          <a:sp3d>
            <a:contourClr>
              <a:schemeClr val="bg1"/>
            </a:contourClr>
          </a:sp3d>
          <a:extLst/>
        </p:spPr>
        <p:txBody>
          <a:bodyPr rot="0" spcFirstLastPara="0" vertOverflow="overflow" horzOverflow="overflow" vert="horz" wrap="square" lIns="80649" tIns="40325" rIns="80649" bIns="40325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877910" latinLnBrk="0"/>
            <a:endParaRPr kumimoji="1" lang="ko-KR" altLang="en-US" sz="2646" dirty="0">
              <a:solidFill>
                <a:srgbClr val="000000"/>
              </a:solidFill>
              <a:latin typeface="Rix고딕 M" pitchFamily="18" charset="-127"/>
              <a:ea typeface="Rix고딕 M" pitchFamily="18" charset="-127"/>
            </a:endParaRPr>
          </a:p>
        </p:txBody>
      </p:sp>
      <p:cxnSp>
        <p:nvCxnSpPr>
          <p:cNvPr id="327" name="AutoShape 315"/>
          <p:cNvCxnSpPr>
            <a:cxnSpLocks noChangeShapeType="1"/>
            <a:stCxn id="329" idx="2"/>
            <a:endCxn id="332" idx="0"/>
          </p:cNvCxnSpPr>
          <p:nvPr/>
        </p:nvCxnSpPr>
        <p:spPr bwMode="auto">
          <a:xfrm>
            <a:off x="940206" y="3189176"/>
            <a:ext cx="0" cy="2788123"/>
          </a:xfrm>
          <a:prstGeom prst="straightConnector1">
            <a:avLst/>
          </a:prstGeom>
          <a:ln w="19050">
            <a:gradFill flip="none" rotWithShape="1">
              <a:gsLst>
                <a:gs pos="100000">
                  <a:srgbClr val="333333"/>
                </a:gs>
                <a:gs pos="67000">
                  <a:srgbClr val="707070"/>
                </a:gs>
                <a:gs pos="35000">
                  <a:schemeClr val="bg1">
                    <a:lumMod val="75000"/>
                  </a:schemeClr>
                </a:gs>
                <a:gs pos="0">
                  <a:schemeClr val="tx1">
                    <a:lumMod val="95000"/>
                    <a:lumOff val="5000"/>
                  </a:schemeClr>
                </a:gs>
              </a:gsLst>
              <a:lin ang="16200000" scaled="1"/>
              <a:tileRect/>
            </a:gradFill>
            <a:tailEnd type="none"/>
          </a:ln>
          <a:ex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8" name="AutoShape 316"/>
          <p:cNvCxnSpPr>
            <a:cxnSpLocks noChangeShapeType="1"/>
            <a:stCxn id="331" idx="2"/>
            <a:endCxn id="333" idx="0"/>
          </p:cNvCxnSpPr>
          <p:nvPr/>
        </p:nvCxnSpPr>
        <p:spPr bwMode="auto">
          <a:xfrm>
            <a:off x="2320302" y="3189176"/>
            <a:ext cx="0" cy="2788123"/>
          </a:xfrm>
          <a:prstGeom prst="straightConnector1">
            <a:avLst/>
          </a:prstGeom>
          <a:ln w="19050">
            <a:gradFill flip="none" rotWithShape="1">
              <a:gsLst>
                <a:gs pos="100000">
                  <a:srgbClr val="333333"/>
                </a:gs>
                <a:gs pos="67000">
                  <a:srgbClr val="707070"/>
                </a:gs>
                <a:gs pos="35000">
                  <a:schemeClr val="bg1">
                    <a:lumMod val="75000"/>
                  </a:schemeClr>
                </a:gs>
                <a:gs pos="0">
                  <a:schemeClr val="tx1">
                    <a:lumMod val="95000"/>
                    <a:lumOff val="5000"/>
                  </a:schemeClr>
                </a:gs>
              </a:gsLst>
              <a:lin ang="16200000" scaled="1"/>
              <a:tileRect/>
            </a:gradFill>
            <a:tailEnd type="none"/>
          </a:ln>
          <a:ex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9" name="S4131" descr="Untitled-13-01"/>
          <p:cNvPicPr>
            <a:picLocks noChangeAspect="1" noChangeArrowheads="1"/>
          </p:cNvPicPr>
          <p:nvPr/>
        </p:nvPicPr>
        <p:blipFill>
          <a:blip r:embed="rId4" cstate="print">
            <a:lum bright="-30000" contrast="48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5666" y="3009506"/>
            <a:ext cx="449079" cy="1796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12700" dir="2700000" algn="tl" rotWithShape="0">
              <a:srgbClr val="000000">
                <a:alpha val="79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31" name="S4131" descr="Untitled-13-01"/>
          <p:cNvPicPr>
            <a:picLocks noChangeAspect="1" noChangeArrowheads="1"/>
          </p:cNvPicPr>
          <p:nvPr/>
        </p:nvPicPr>
        <p:blipFill>
          <a:blip r:embed="rId4" cstate="print">
            <a:lum bright="-30000" contrast="48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5762" y="3009506"/>
            <a:ext cx="449079" cy="1796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12700" dir="2700000" algn="tl" rotWithShape="0">
              <a:srgbClr val="000000">
                <a:alpha val="79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32" name="S4131" descr="Untitled-13-01"/>
          <p:cNvPicPr>
            <a:picLocks noChangeAspect="1" noChangeArrowheads="1"/>
          </p:cNvPicPr>
          <p:nvPr/>
        </p:nvPicPr>
        <p:blipFill>
          <a:blip r:embed="rId4" cstate="print">
            <a:lum bright="-30000" contrast="48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5666" y="5977299"/>
            <a:ext cx="449079" cy="1796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12700" dir="2700000" algn="tl" rotWithShape="0">
              <a:srgbClr val="000000">
                <a:alpha val="79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33" name="S4131" descr="Untitled-13-01"/>
          <p:cNvPicPr>
            <a:picLocks noChangeAspect="1" noChangeArrowheads="1"/>
          </p:cNvPicPr>
          <p:nvPr/>
        </p:nvPicPr>
        <p:blipFill>
          <a:blip r:embed="rId4" cstate="print">
            <a:lum bright="-30000" contrast="48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5762" y="5977299"/>
            <a:ext cx="449079" cy="1796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12700" dir="2700000" algn="tl" rotWithShape="0">
              <a:srgbClr val="000000">
                <a:alpha val="79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34" name="S4134" descr="Untitled-13-04"/>
          <p:cNvPicPr>
            <a:picLocks noChangeAspect="1" noChangeArrowheads="1"/>
          </p:cNvPicPr>
          <p:nvPr/>
        </p:nvPicPr>
        <p:blipFill>
          <a:blip r:embed="rId5" cstate="print">
            <a:lum bright="-30000" contrast="48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8646" y="4277415"/>
            <a:ext cx="328594" cy="2948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12700" dir="2700000" algn="tl" rotWithShape="0">
              <a:srgbClr val="000000">
                <a:alpha val="79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35" name="S4134" descr="Untitled-13-04"/>
          <p:cNvPicPr>
            <a:picLocks noChangeAspect="1" noChangeArrowheads="1"/>
          </p:cNvPicPr>
          <p:nvPr/>
        </p:nvPicPr>
        <p:blipFill>
          <a:blip r:embed="rId5" cstate="print">
            <a:lum bright="-30000" contrast="48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56004" y="4277415"/>
            <a:ext cx="328594" cy="2948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12700" dir="2700000" algn="tl" rotWithShape="0">
              <a:srgbClr val="000000">
                <a:alpha val="79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336" name="AutoShape 289"/>
          <p:cNvCxnSpPr>
            <a:cxnSpLocks noChangeShapeType="1"/>
            <a:stCxn id="329" idx="3"/>
            <a:endCxn id="331" idx="1"/>
          </p:cNvCxnSpPr>
          <p:nvPr/>
        </p:nvCxnSpPr>
        <p:spPr bwMode="auto">
          <a:xfrm>
            <a:off x="1164744" y="3099342"/>
            <a:ext cx="931016" cy="0"/>
          </a:xfrm>
          <a:prstGeom prst="straightConnector1">
            <a:avLst/>
          </a:prstGeom>
          <a:ln w="19050">
            <a:gradFill>
              <a:gsLst>
                <a:gs pos="100000">
                  <a:srgbClr val="333333"/>
                </a:gs>
                <a:gs pos="67000">
                  <a:srgbClr val="707070"/>
                </a:gs>
                <a:gs pos="35000">
                  <a:schemeClr val="bg1">
                    <a:lumMod val="75000"/>
                  </a:schemeClr>
                </a:gs>
                <a:gs pos="0">
                  <a:schemeClr val="tx1">
                    <a:lumMod val="95000"/>
                    <a:lumOff val="5000"/>
                  </a:schemeClr>
                </a:gs>
              </a:gsLst>
              <a:lin ang="10800000" scaled="0"/>
            </a:gradFill>
            <a:prstDash val="sysDash"/>
            <a:tailEnd type="none"/>
          </a:ln>
          <a:ex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7" name="AutoShape 292"/>
          <p:cNvCxnSpPr>
            <a:cxnSpLocks noChangeShapeType="1"/>
            <a:stCxn id="334" idx="3"/>
            <a:endCxn id="335" idx="1"/>
          </p:cNvCxnSpPr>
          <p:nvPr/>
        </p:nvCxnSpPr>
        <p:spPr bwMode="auto">
          <a:xfrm>
            <a:off x="1107240" y="4424836"/>
            <a:ext cx="1048764" cy="0"/>
          </a:xfrm>
          <a:prstGeom prst="straightConnector1">
            <a:avLst/>
          </a:prstGeom>
          <a:ln w="19050">
            <a:gradFill>
              <a:gsLst>
                <a:gs pos="100000">
                  <a:srgbClr val="333333"/>
                </a:gs>
                <a:gs pos="67000">
                  <a:srgbClr val="707070"/>
                </a:gs>
                <a:gs pos="35000">
                  <a:schemeClr val="bg1">
                    <a:lumMod val="75000"/>
                  </a:schemeClr>
                </a:gs>
                <a:gs pos="0">
                  <a:schemeClr val="tx1">
                    <a:lumMod val="95000"/>
                    <a:lumOff val="5000"/>
                  </a:schemeClr>
                </a:gs>
              </a:gsLst>
              <a:lin ang="10800000" scaled="0"/>
            </a:gradFill>
            <a:prstDash val="sysDash"/>
            <a:tailEnd type="none"/>
          </a:ln>
          <a:ex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8" name="AutoShape 297"/>
          <p:cNvCxnSpPr>
            <a:cxnSpLocks noChangeShapeType="1"/>
            <a:stCxn id="332" idx="3"/>
            <a:endCxn id="333" idx="1"/>
          </p:cNvCxnSpPr>
          <p:nvPr/>
        </p:nvCxnSpPr>
        <p:spPr bwMode="auto">
          <a:xfrm>
            <a:off x="1164744" y="6067133"/>
            <a:ext cx="931016" cy="0"/>
          </a:xfrm>
          <a:prstGeom prst="straightConnector1">
            <a:avLst/>
          </a:prstGeom>
          <a:ln w="19050">
            <a:gradFill>
              <a:gsLst>
                <a:gs pos="100000">
                  <a:srgbClr val="333333"/>
                </a:gs>
                <a:gs pos="67000">
                  <a:srgbClr val="707070"/>
                </a:gs>
                <a:gs pos="35000">
                  <a:schemeClr val="bg1">
                    <a:lumMod val="75000"/>
                  </a:schemeClr>
                </a:gs>
                <a:gs pos="0">
                  <a:schemeClr val="tx1">
                    <a:lumMod val="95000"/>
                    <a:lumOff val="5000"/>
                  </a:schemeClr>
                </a:gs>
              </a:gsLst>
              <a:lin ang="10800000" scaled="0"/>
            </a:gradFill>
            <a:prstDash val="sysDash"/>
            <a:tailEnd type="none"/>
          </a:ln>
          <a:ex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0" name="AutoShape 299"/>
          <p:cNvCxnSpPr>
            <a:cxnSpLocks noChangeShapeType="1"/>
            <a:endCxn id="329" idx="0"/>
          </p:cNvCxnSpPr>
          <p:nvPr/>
        </p:nvCxnSpPr>
        <p:spPr bwMode="auto">
          <a:xfrm flipH="1">
            <a:off x="940206" y="2746612"/>
            <a:ext cx="224539" cy="262894"/>
          </a:xfrm>
          <a:prstGeom prst="straightConnector1">
            <a:avLst/>
          </a:prstGeom>
          <a:ln w="19050">
            <a:gradFill flip="none" rotWithShape="1">
              <a:gsLst>
                <a:gs pos="100000">
                  <a:srgbClr val="333333"/>
                </a:gs>
                <a:gs pos="67000">
                  <a:srgbClr val="707070"/>
                </a:gs>
                <a:gs pos="35000">
                  <a:schemeClr val="bg1">
                    <a:lumMod val="75000"/>
                  </a:schemeClr>
                </a:gs>
                <a:gs pos="0">
                  <a:schemeClr val="tx1">
                    <a:lumMod val="95000"/>
                    <a:lumOff val="5000"/>
                  </a:schemeClr>
                </a:gs>
              </a:gsLst>
              <a:lin ang="16200000" scaled="1"/>
              <a:tileRect/>
            </a:gradFill>
            <a:tailEnd type="none"/>
          </a:ln>
          <a:ex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1" name="AutoShape 300"/>
          <p:cNvCxnSpPr>
            <a:cxnSpLocks noChangeShapeType="1"/>
            <a:stCxn id="180" idx="2"/>
            <a:endCxn id="331" idx="0"/>
          </p:cNvCxnSpPr>
          <p:nvPr/>
        </p:nvCxnSpPr>
        <p:spPr bwMode="auto">
          <a:xfrm flipH="1">
            <a:off x="2320302" y="2818787"/>
            <a:ext cx="188482" cy="190719"/>
          </a:xfrm>
          <a:prstGeom prst="straightConnector1">
            <a:avLst/>
          </a:prstGeom>
          <a:ln w="19050">
            <a:gradFill flip="none" rotWithShape="1">
              <a:gsLst>
                <a:gs pos="100000">
                  <a:srgbClr val="333333"/>
                </a:gs>
                <a:gs pos="67000">
                  <a:srgbClr val="707070"/>
                </a:gs>
                <a:gs pos="35000">
                  <a:schemeClr val="bg1">
                    <a:lumMod val="75000"/>
                  </a:schemeClr>
                </a:gs>
                <a:gs pos="0">
                  <a:schemeClr val="tx1">
                    <a:lumMod val="95000"/>
                    <a:lumOff val="5000"/>
                  </a:schemeClr>
                </a:gs>
              </a:gsLst>
              <a:lin ang="16200000" scaled="1"/>
              <a:tileRect/>
            </a:gradFill>
            <a:tailEnd type="none"/>
          </a:ln>
          <a:ex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2" name="AutoShape 301"/>
          <p:cNvCxnSpPr>
            <a:cxnSpLocks noChangeShapeType="1"/>
            <a:stCxn id="332" idx="2"/>
          </p:cNvCxnSpPr>
          <p:nvPr/>
        </p:nvCxnSpPr>
        <p:spPr bwMode="auto">
          <a:xfrm flipH="1">
            <a:off x="763045" y="6156969"/>
            <a:ext cx="177161" cy="431974"/>
          </a:xfrm>
          <a:prstGeom prst="straightConnector1">
            <a:avLst/>
          </a:prstGeom>
          <a:ln w="19050">
            <a:gradFill flip="none" rotWithShape="1">
              <a:gsLst>
                <a:gs pos="100000">
                  <a:srgbClr val="333333"/>
                </a:gs>
                <a:gs pos="67000">
                  <a:srgbClr val="707070"/>
                </a:gs>
                <a:gs pos="35000">
                  <a:schemeClr val="bg1">
                    <a:lumMod val="75000"/>
                  </a:schemeClr>
                </a:gs>
                <a:gs pos="0">
                  <a:schemeClr val="tx1">
                    <a:lumMod val="95000"/>
                    <a:lumOff val="5000"/>
                  </a:schemeClr>
                </a:gs>
              </a:gsLst>
              <a:lin ang="16200000" scaled="1"/>
              <a:tileRect/>
            </a:gradFill>
            <a:tailEnd type="none"/>
          </a:ln>
          <a:ex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4" name="TextBox 250"/>
          <p:cNvSpPr txBox="1">
            <a:spLocks noChangeArrowheads="1"/>
          </p:cNvSpPr>
          <p:nvPr/>
        </p:nvSpPr>
        <p:spPr bwMode="auto">
          <a:xfrm>
            <a:off x="1484380" y="2976803"/>
            <a:ext cx="291747" cy="1086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/>
        </p:spPr>
        <p:txBody>
          <a:bodyPr wrap="none" lIns="0" tIns="0" rIns="0" bIns="0" anchor="ctr">
            <a:spAutoFit/>
            <a:scene3d>
              <a:camera prst="orthographicFront"/>
              <a:lightRig rig="threePt" dir="t"/>
            </a:scene3d>
            <a:sp3d>
              <a:bevelT w="0"/>
            </a:sp3d>
          </a:bodyPr>
          <a:lstStyle>
            <a:defPPr>
              <a:defRPr lang="ko-KR"/>
            </a:defPPr>
            <a:lvl2pPr marL="0" lvl="1" indent="-309563" algn="ctr" defTabSz="990600" fontAlgn="base" latinLnBrk="0">
              <a:spcBef>
                <a:spcPct val="0"/>
              </a:spcBef>
              <a:spcAft>
                <a:spcPct val="0"/>
              </a:spcAft>
              <a:buClr>
                <a:prstClr val="white"/>
              </a:buClr>
              <a:buSzPct val="80000"/>
              <a:tabLst>
                <a:tab pos="5648325" algn="l"/>
              </a:tabLst>
              <a:defRPr kumimoji="1" sz="1200">
                <a:solidFill>
                  <a:srgbClr val="000000">
                    <a:lumMod val="85000"/>
                    <a:lumOff val="15000"/>
                  </a:srgbClr>
                </a:solidFill>
                <a:latin typeface="고도 M" panose="02000503000000020004" pitchFamily="2" charset="-127"/>
                <a:ea typeface="고도 M" panose="02000503000000020004" pitchFamily="2" charset="-127"/>
              </a:defRPr>
            </a:lvl2pPr>
          </a:lstStyle>
          <a:p>
            <a:pPr algn="ctr"/>
            <a:r>
              <a:rPr kumimoji="1" lang="en-US" altLang="ko-KR" sz="706" spc="-100" dirty="0">
                <a:solidFill>
                  <a:srgbClr val="000000">
                    <a:lumMod val="85000"/>
                    <a:lumOff val="15000"/>
                  </a:srgbClr>
                </a:solidFill>
                <a:latin typeface="Rix고딕 M" pitchFamily="18" charset="-127"/>
                <a:ea typeface="Rix고딕 M" pitchFamily="18" charset="-127"/>
              </a:rPr>
              <a:t>L3 </a:t>
            </a:r>
            <a:r>
              <a:rPr kumimoji="1" lang="ko-KR" altLang="en-US" sz="706" spc="-100" dirty="0">
                <a:solidFill>
                  <a:srgbClr val="000000">
                    <a:lumMod val="85000"/>
                    <a:lumOff val="15000"/>
                  </a:srgbClr>
                </a:solidFill>
                <a:latin typeface="Rix고딕 M" pitchFamily="18" charset="-127"/>
                <a:ea typeface="Rix고딕 M" pitchFamily="18" charset="-127"/>
              </a:rPr>
              <a:t>스위치</a:t>
            </a:r>
          </a:p>
        </p:txBody>
      </p:sp>
      <p:sp>
        <p:nvSpPr>
          <p:cNvPr id="345" name="TextBox 250"/>
          <p:cNvSpPr txBox="1">
            <a:spLocks noChangeArrowheads="1"/>
          </p:cNvSpPr>
          <p:nvPr/>
        </p:nvSpPr>
        <p:spPr bwMode="auto">
          <a:xfrm>
            <a:off x="1452317" y="4283767"/>
            <a:ext cx="355867" cy="1086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/>
        </p:spPr>
        <p:txBody>
          <a:bodyPr wrap="none" lIns="0" tIns="0" rIns="0" bIns="0" anchor="ctr">
            <a:spAutoFit/>
            <a:scene3d>
              <a:camera prst="orthographicFront"/>
              <a:lightRig rig="threePt" dir="t"/>
            </a:scene3d>
            <a:sp3d>
              <a:bevelT w="0"/>
            </a:sp3d>
          </a:bodyPr>
          <a:lstStyle>
            <a:defPPr>
              <a:defRPr lang="ko-KR"/>
            </a:defPPr>
            <a:lvl2pPr marL="0" lvl="1" indent="-309563" algn="ctr" defTabSz="990600" fontAlgn="base" latinLnBrk="0">
              <a:spcBef>
                <a:spcPct val="0"/>
              </a:spcBef>
              <a:spcAft>
                <a:spcPct val="0"/>
              </a:spcAft>
              <a:buClr>
                <a:prstClr val="white"/>
              </a:buClr>
              <a:buSzPct val="80000"/>
              <a:tabLst>
                <a:tab pos="5648325" algn="l"/>
              </a:tabLst>
              <a:defRPr kumimoji="1" sz="1200">
                <a:solidFill>
                  <a:srgbClr val="000000">
                    <a:lumMod val="85000"/>
                    <a:lumOff val="15000"/>
                  </a:srgbClr>
                </a:solidFill>
                <a:latin typeface="고도 M" panose="02000503000000020004" pitchFamily="2" charset="-127"/>
                <a:ea typeface="고도 M" panose="02000503000000020004" pitchFamily="2" charset="-127"/>
              </a:defRPr>
            </a:lvl2pPr>
          </a:lstStyle>
          <a:p>
            <a:pPr algn="ctr"/>
            <a:r>
              <a:rPr kumimoji="1" lang="ko-KR" altLang="en-US" sz="706" spc="-100" dirty="0">
                <a:solidFill>
                  <a:srgbClr val="000000">
                    <a:lumMod val="85000"/>
                    <a:lumOff val="15000"/>
                  </a:srgbClr>
                </a:solidFill>
                <a:latin typeface="Rix고딕 M" pitchFamily="18" charset="-127"/>
                <a:ea typeface="Rix고딕 M" pitchFamily="18" charset="-127"/>
              </a:rPr>
              <a:t>백본 스위치</a:t>
            </a:r>
          </a:p>
        </p:txBody>
      </p:sp>
      <p:sp>
        <p:nvSpPr>
          <p:cNvPr id="346" name="TextBox 250"/>
          <p:cNvSpPr txBox="1">
            <a:spLocks noChangeArrowheads="1"/>
          </p:cNvSpPr>
          <p:nvPr/>
        </p:nvSpPr>
        <p:spPr bwMode="auto">
          <a:xfrm>
            <a:off x="1484378" y="5924954"/>
            <a:ext cx="291747" cy="1086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/>
        </p:spPr>
        <p:txBody>
          <a:bodyPr wrap="none" lIns="0" tIns="0" rIns="0" bIns="0" anchor="ctr">
            <a:spAutoFit/>
            <a:scene3d>
              <a:camera prst="orthographicFront"/>
              <a:lightRig rig="threePt" dir="t"/>
            </a:scene3d>
            <a:sp3d>
              <a:bevelT w="0"/>
            </a:sp3d>
          </a:bodyPr>
          <a:lstStyle>
            <a:defPPr>
              <a:defRPr lang="ko-KR"/>
            </a:defPPr>
            <a:lvl2pPr marL="0" lvl="1" indent="-309563" algn="ctr" defTabSz="990600" fontAlgn="base" latinLnBrk="0">
              <a:spcBef>
                <a:spcPct val="0"/>
              </a:spcBef>
              <a:spcAft>
                <a:spcPct val="0"/>
              </a:spcAft>
              <a:buClr>
                <a:prstClr val="white"/>
              </a:buClr>
              <a:buSzPct val="80000"/>
              <a:tabLst>
                <a:tab pos="5648325" algn="l"/>
              </a:tabLst>
              <a:defRPr kumimoji="1" sz="1200">
                <a:solidFill>
                  <a:srgbClr val="000000">
                    <a:lumMod val="85000"/>
                    <a:lumOff val="15000"/>
                  </a:srgbClr>
                </a:solidFill>
                <a:latin typeface="고도 M" panose="02000503000000020004" pitchFamily="2" charset="-127"/>
                <a:ea typeface="고도 M" panose="02000503000000020004" pitchFamily="2" charset="-127"/>
              </a:defRPr>
            </a:lvl2pPr>
          </a:lstStyle>
          <a:p>
            <a:pPr algn="ctr"/>
            <a:r>
              <a:rPr kumimoji="1" lang="en-US" altLang="ko-KR" sz="706" spc="-100" dirty="0">
                <a:solidFill>
                  <a:srgbClr val="000000">
                    <a:lumMod val="85000"/>
                    <a:lumOff val="15000"/>
                  </a:srgbClr>
                </a:solidFill>
                <a:latin typeface="Rix고딕 M" pitchFamily="18" charset="-127"/>
                <a:ea typeface="Rix고딕 M" pitchFamily="18" charset="-127"/>
              </a:rPr>
              <a:t>L3 </a:t>
            </a:r>
            <a:r>
              <a:rPr kumimoji="1" lang="ko-KR" altLang="en-US" sz="706" spc="-100" dirty="0">
                <a:solidFill>
                  <a:srgbClr val="000000">
                    <a:lumMod val="85000"/>
                    <a:lumOff val="15000"/>
                  </a:srgbClr>
                </a:solidFill>
                <a:latin typeface="Rix고딕 M" pitchFamily="18" charset="-127"/>
                <a:ea typeface="Rix고딕 M" pitchFamily="18" charset="-127"/>
              </a:rPr>
              <a:t>스위치</a:t>
            </a:r>
          </a:p>
        </p:txBody>
      </p:sp>
      <p:sp>
        <p:nvSpPr>
          <p:cNvPr id="347" name="TextBox 250"/>
          <p:cNvSpPr txBox="1">
            <a:spLocks noChangeArrowheads="1"/>
          </p:cNvSpPr>
          <p:nvPr/>
        </p:nvSpPr>
        <p:spPr bwMode="auto">
          <a:xfrm>
            <a:off x="1148512" y="6172135"/>
            <a:ext cx="392863" cy="126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/>
        </p:spPr>
        <p:txBody>
          <a:bodyPr wrap="none" lIns="0" tIns="0" rIns="0" bIns="0" anchor="ctr">
            <a:spAutoFit/>
            <a:scene3d>
              <a:camera prst="orthographicFront"/>
              <a:lightRig rig="threePt" dir="t"/>
            </a:scene3d>
            <a:sp3d>
              <a:bevelT w="0"/>
            </a:sp3d>
          </a:bodyPr>
          <a:lstStyle>
            <a:defPPr>
              <a:defRPr lang="ko-KR"/>
            </a:defPPr>
            <a:lvl2pPr marL="0" lvl="1" indent="-309563" algn="ctr" defTabSz="990600" fontAlgn="base" latinLnBrk="0">
              <a:spcBef>
                <a:spcPct val="0"/>
              </a:spcBef>
              <a:spcAft>
                <a:spcPct val="0"/>
              </a:spcAft>
              <a:buClr>
                <a:prstClr val="white"/>
              </a:buClr>
              <a:buSzPct val="80000"/>
              <a:tabLst>
                <a:tab pos="5648325" algn="l"/>
              </a:tabLst>
              <a:defRPr kumimoji="1" sz="1200">
                <a:solidFill>
                  <a:srgbClr val="000000">
                    <a:lumMod val="85000"/>
                    <a:lumOff val="15000"/>
                  </a:srgbClr>
                </a:solidFill>
                <a:latin typeface="고도 M" panose="02000503000000020004" pitchFamily="2" charset="-127"/>
                <a:ea typeface="고도 M" panose="02000503000000020004" pitchFamily="2" charset="-127"/>
              </a:defRPr>
            </a:lvl2pPr>
          </a:lstStyle>
          <a:p>
            <a:pPr algn="ctr"/>
            <a:r>
              <a:rPr kumimoji="1" lang="en-US" altLang="ko-KR" sz="706" dirty="0">
                <a:solidFill>
                  <a:srgbClr val="000000">
                    <a:lumMod val="85000"/>
                    <a:lumOff val="15000"/>
                  </a:srgbClr>
                </a:solidFill>
                <a:latin typeface="Rix고딕 M" pitchFamily="18" charset="-127"/>
                <a:ea typeface="Rix고딕 M" pitchFamily="18" charset="-127"/>
              </a:rPr>
              <a:t>Primary</a:t>
            </a:r>
          </a:p>
        </p:txBody>
      </p:sp>
      <p:sp>
        <p:nvSpPr>
          <p:cNvPr id="348" name="TextBox 250"/>
          <p:cNvSpPr txBox="1">
            <a:spLocks noChangeArrowheads="1"/>
          </p:cNvSpPr>
          <p:nvPr/>
        </p:nvSpPr>
        <p:spPr bwMode="auto">
          <a:xfrm>
            <a:off x="1731643" y="6180797"/>
            <a:ext cx="432811" cy="1086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/>
        </p:spPr>
        <p:txBody>
          <a:bodyPr wrap="none" lIns="0" tIns="0" rIns="0" bIns="0" anchor="ctr">
            <a:spAutoFit/>
            <a:scene3d>
              <a:camera prst="orthographicFront"/>
              <a:lightRig rig="threePt" dir="t"/>
            </a:scene3d>
            <a:sp3d>
              <a:bevelT w="0"/>
            </a:sp3d>
          </a:bodyPr>
          <a:lstStyle>
            <a:defPPr>
              <a:defRPr lang="ko-KR"/>
            </a:defPPr>
            <a:lvl2pPr marL="0" lvl="1" indent="-309563" algn="ctr" defTabSz="990600" fontAlgn="base" latinLnBrk="0">
              <a:spcBef>
                <a:spcPct val="0"/>
              </a:spcBef>
              <a:spcAft>
                <a:spcPct val="0"/>
              </a:spcAft>
              <a:buClr>
                <a:prstClr val="white"/>
              </a:buClr>
              <a:buSzPct val="80000"/>
              <a:tabLst>
                <a:tab pos="5648325" algn="l"/>
              </a:tabLst>
              <a:defRPr kumimoji="1" sz="1200">
                <a:solidFill>
                  <a:srgbClr val="000000">
                    <a:lumMod val="85000"/>
                    <a:lumOff val="15000"/>
                  </a:srgbClr>
                </a:solidFill>
                <a:latin typeface="고도 M" panose="02000503000000020004" pitchFamily="2" charset="-127"/>
                <a:ea typeface="고도 M" panose="02000503000000020004" pitchFamily="2" charset="-127"/>
              </a:defRPr>
            </a:lvl2pPr>
          </a:lstStyle>
          <a:p>
            <a:pPr algn="ctr"/>
            <a:r>
              <a:rPr kumimoji="1" lang="en-US" altLang="ko-KR" sz="706" dirty="0" smtClean="0">
                <a:solidFill>
                  <a:srgbClr val="000000">
                    <a:lumMod val="85000"/>
                    <a:lumOff val="15000"/>
                  </a:srgbClr>
                </a:solidFill>
                <a:latin typeface="Rix고딕 M" pitchFamily="18" charset="-127"/>
                <a:ea typeface="Rix고딕 M" pitchFamily="18" charset="-127"/>
              </a:rPr>
              <a:t>Secondary</a:t>
            </a:r>
            <a:endParaRPr kumimoji="1" lang="en-US" altLang="ko-KR" sz="706" dirty="0">
              <a:solidFill>
                <a:srgbClr val="000000">
                  <a:lumMod val="85000"/>
                  <a:lumOff val="15000"/>
                </a:srgbClr>
              </a:solidFill>
              <a:latin typeface="Rix고딕 M" pitchFamily="18" charset="-127"/>
              <a:ea typeface="Rix고딕 M" pitchFamily="18" charset="-127"/>
            </a:endParaRPr>
          </a:p>
        </p:txBody>
      </p:sp>
      <p:grpSp>
        <p:nvGrpSpPr>
          <p:cNvPr id="349" name="그룹 348"/>
          <p:cNvGrpSpPr/>
          <p:nvPr/>
        </p:nvGrpSpPr>
        <p:grpSpPr>
          <a:xfrm>
            <a:off x="5259585" y="4224551"/>
            <a:ext cx="1537984" cy="1400009"/>
            <a:chOff x="2933496" y="5743289"/>
            <a:chExt cx="2076857" cy="2026086"/>
          </a:xfrm>
        </p:grpSpPr>
        <p:pic>
          <p:nvPicPr>
            <p:cNvPr id="384" name="Picture 294" descr="건물배경"/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9187609">
              <a:off x="2933496" y="5979722"/>
              <a:ext cx="1177982" cy="17896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85" name="Picture 183" descr="back_126"/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465715" y="5743289"/>
              <a:ext cx="1544638" cy="181768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350" name="그룹 349"/>
          <p:cNvGrpSpPr/>
          <p:nvPr/>
        </p:nvGrpSpPr>
        <p:grpSpPr>
          <a:xfrm>
            <a:off x="3795299" y="5337977"/>
            <a:ext cx="2116604" cy="266840"/>
            <a:chOff x="8079886" y="3436516"/>
            <a:chExt cx="1928729" cy="260573"/>
          </a:xfrm>
        </p:grpSpPr>
        <p:sp>
          <p:nvSpPr>
            <p:cNvPr id="382" name="모서리가 둥근 직사각형 381"/>
            <p:cNvSpPr/>
            <p:nvPr/>
          </p:nvSpPr>
          <p:spPr>
            <a:xfrm>
              <a:off x="8079886" y="3436516"/>
              <a:ext cx="1928729" cy="260573"/>
            </a:xfrm>
            <a:prstGeom prst="roundRect">
              <a:avLst>
                <a:gd name="adj" fmla="val 50000"/>
              </a:avLst>
            </a:prstGeom>
            <a:solidFill>
              <a:schemeClr val="accent1">
                <a:lumMod val="50000"/>
              </a:schemeClr>
            </a:solidFill>
            <a:ln w="12700" cap="rnd" cmpd="sng">
              <a:noFill/>
              <a:prstDash val="solid"/>
              <a:headEnd type="none" w="lg" len="med"/>
              <a:tailEnd type="none" w="lg" len="med"/>
            </a:ln>
            <a:effectLst>
              <a:outerShdw blurRad="38100" dist="12700" dir="5400000" sx="99000" sy="99000" algn="t" rotWithShape="0">
                <a:prstClr val="black">
                  <a:alpha val="25000"/>
                </a:prstClr>
              </a:outerShdw>
            </a:effectLst>
          </p:spPr>
          <p:style>
            <a:lnRef idx="1">
              <a:schemeClr val="accent5"/>
            </a:lnRef>
            <a:fillRef idx="3">
              <a:schemeClr val="accent5"/>
            </a:fillRef>
            <a:effectRef idx="2">
              <a:schemeClr val="accent5"/>
            </a:effectRef>
            <a:fontRef idx="minor">
              <a:schemeClr val="lt1"/>
            </a:fontRef>
          </p:style>
          <p:txBody>
            <a:bodyPr wrap="none" tIns="158759"/>
            <a:lstStyle/>
            <a:p>
              <a:pPr algn="ctr" latinLnBrk="0"/>
              <a:endParaRPr lang="ko-KR" altLang="en-US" sz="1588" b="1" dirty="0">
                <a:gradFill>
                  <a:gsLst>
                    <a:gs pos="0">
                      <a:prstClr val="white"/>
                    </a:gs>
                    <a:gs pos="100000">
                      <a:prstClr val="white"/>
                    </a:gs>
                  </a:gsLst>
                  <a:lin ang="5400000" scaled="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ix고딕 M" pitchFamily="18" charset="-127"/>
                <a:ea typeface="Rix고딕 M" pitchFamily="18" charset="-127"/>
              </a:endParaRPr>
            </a:p>
          </p:txBody>
        </p:sp>
        <p:sp>
          <p:nvSpPr>
            <p:cNvPr id="383" name="TextBox 382"/>
            <p:cNvSpPr txBox="1"/>
            <p:nvPr/>
          </p:nvSpPr>
          <p:spPr>
            <a:xfrm>
              <a:off x="8569956" y="3466760"/>
              <a:ext cx="948587" cy="200101"/>
            </a:xfrm>
            <a:prstGeom prst="rect">
              <a:avLst/>
            </a:prstGeom>
            <a:noFill/>
            <a:ln w="6350">
              <a:noFill/>
            </a:ln>
            <a:effectLst/>
            <a:scene3d>
              <a:camera prst="orthographicFront"/>
              <a:lightRig rig="threePt" dir="t"/>
            </a:scene3d>
            <a:sp3d>
              <a:bevelT w="0" h="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 anchorCtr="0">
              <a:spAutoFit/>
              <a:sp3d>
                <a:bevelT w="0" h="0"/>
                <a:contourClr>
                  <a:schemeClr val="bg1"/>
                </a:contourClr>
              </a:sp3d>
            </a:bodyPr>
            <a:lstStyle>
              <a:defPPr>
                <a:defRPr lang="ko-KR"/>
              </a:defPPr>
              <a:lvl1pPr lvl="0" indent="-457200" algn="ctr" eaLnBrk="0" latinLnBrk="0" hangingPunct="0">
                <a:lnSpc>
                  <a:spcPct val="100000"/>
                </a:lnSpc>
                <a:spcBef>
                  <a:spcPts val="200"/>
                </a:spcBef>
                <a:spcAft>
                  <a:spcPts val="600"/>
                </a:spcAft>
                <a:defRPr sz="1700" spc="-50">
                  <a:ln w="0"/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뫼비우스 Bold" panose="02000500000000000000" pitchFamily="2" charset="-127"/>
                  <a:ea typeface="뫼비우스 Bold" panose="02000500000000000000" pitchFamily="2" charset="-127"/>
                </a:defRPr>
              </a:lvl1pPr>
            </a:lstStyle>
            <a:p>
              <a:pPr indent="0" defTabSz="801639" eaLnBrk="1" hangingPunct="1"/>
              <a:r>
                <a:rPr lang="ko-KR" altLang="en-US" sz="1147" spc="0" dirty="0">
                  <a:ln>
                    <a:solidFill>
                      <a:prstClr val="white">
                        <a:alpha val="10000"/>
                      </a:prstClr>
                    </a:solidFill>
                  </a:ln>
                  <a:solidFill>
                    <a:prstClr val="white"/>
                  </a:solidFill>
                  <a:effectLst/>
                  <a:latin typeface="Rix고딕 M" pitchFamily="18" charset="-127"/>
                  <a:ea typeface="Rix고딕 M" pitchFamily="18" charset="-127"/>
                </a:rPr>
                <a:t>전담조직 구성</a:t>
              </a:r>
            </a:p>
          </p:txBody>
        </p:sp>
      </p:grpSp>
      <p:sp>
        <p:nvSpPr>
          <p:cNvPr id="351" name="Oval 155"/>
          <p:cNvSpPr>
            <a:spLocks noChangeArrowheads="1"/>
          </p:cNvSpPr>
          <p:nvPr/>
        </p:nvSpPr>
        <p:spPr bwMode="auto">
          <a:xfrm rot="10800000" flipV="1">
            <a:off x="4275618" y="5671467"/>
            <a:ext cx="1121693" cy="1046649"/>
          </a:xfrm>
          <a:prstGeom prst="ellipse">
            <a:avLst/>
          </a:prstGeom>
          <a:solidFill>
            <a:schemeClr val="bg1"/>
          </a:solidFill>
          <a:ln w="25400">
            <a:noFill/>
          </a:ln>
          <a:effectLst>
            <a:innerShdw blurRad="114300">
              <a:prstClr val="black">
                <a:alpha val="2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ko-KR" sz="1588" dirty="0">
              <a:solidFill>
                <a:prstClr val="white"/>
              </a:solidFill>
              <a:latin typeface="Rix고딕 M" pitchFamily="18" charset="-127"/>
              <a:ea typeface="Rix고딕 M" pitchFamily="18" charset="-127"/>
            </a:endParaRPr>
          </a:p>
        </p:txBody>
      </p:sp>
      <p:grpSp>
        <p:nvGrpSpPr>
          <p:cNvPr id="352" name="Group 5"/>
          <p:cNvGrpSpPr>
            <a:grpSpLocks/>
          </p:cNvGrpSpPr>
          <p:nvPr/>
        </p:nvGrpSpPr>
        <p:grpSpPr bwMode="auto">
          <a:xfrm rot="10800000">
            <a:off x="4354029" y="5935632"/>
            <a:ext cx="965696" cy="782484"/>
            <a:chOff x="-1220" y="1622"/>
            <a:chExt cx="626" cy="544"/>
          </a:xfrm>
        </p:grpSpPr>
        <p:sp>
          <p:nvSpPr>
            <p:cNvPr id="379" name="Line 6"/>
            <p:cNvSpPr>
              <a:spLocks noChangeShapeType="1"/>
            </p:cNvSpPr>
            <p:nvPr/>
          </p:nvSpPr>
          <p:spPr bwMode="auto">
            <a:xfrm flipV="1">
              <a:off x="-908" y="1622"/>
              <a:ext cx="0" cy="362"/>
            </a:xfrm>
            <a:prstGeom prst="line">
              <a:avLst/>
            </a:prstGeom>
            <a:ln w="19050">
              <a:gradFill>
                <a:gsLst>
                  <a:gs pos="100000">
                    <a:srgbClr val="2FA9A9"/>
                  </a:gs>
                  <a:gs pos="67000">
                    <a:srgbClr val="2FA9A9"/>
                  </a:gs>
                  <a:gs pos="35000">
                    <a:srgbClr val="54D3D0"/>
                  </a:gs>
                  <a:gs pos="0">
                    <a:srgbClr val="006767"/>
                  </a:gs>
                </a:gsLst>
                <a:lin ang="10800000" scaled="0"/>
              </a:gra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78779" tIns="39389" rIns="78779" bIns="39389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70" dirty="0">
                <a:solidFill>
                  <a:prstClr val="black"/>
                </a:solidFill>
                <a:latin typeface="Rix고딕 M" pitchFamily="18" charset="-127"/>
                <a:ea typeface="Rix고딕 M" pitchFamily="18" charset="-127"/>
              </a:endParaRPr>
            </a:p>
          </p:txBody>
        </p:sp>
        <p:sp>
          <p:nvSpPr>
            <p:cNvPr id="380" name="Line 7"/>
            <p:cNvSpPr>
              <a:spLocks noChangeShapeType="1"/>
            </p:cNvSpPr>
            <p:nvPr/>
          </p:nvSpPr>
          <p:spPr bwMode="auto">
            <a:xfrm flipH="1" flipV="1">
              <a:off x="-908" y="1984"/>
              <a:ext cx="314" cy="182"/>
            </a:xfrm>
            <a:prstGeom prst="line">
              <a:avLst/>
            </a:prstGeom>
            <a:ln w="19050">
              <a:gradFill>
                <a:gsLst>
                  <a:gs pos="100000">
                    <a:srgbClr val="2FA9A9"/>
                  </a:gs>
                  <a:gs pos="67000">
                    <a:srgbClr val="2FA9A9"/>
                  </a:gs>
                  <a:gs pos="35000">
                    <a:srgbClr val="54D3D0"/>
                  </a:gs>
                  <a:gs pos="0">
                    <a:srgbClr val="006767"/>
                  </a:gs>
                </a:gsLst>
                <a:lin ang="10800000" scaled="0"/>
              </a:gra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78779" tIns="39389" rIns="78779" bIns="39389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70" dirty="0">
                <a:solidFill>
                  <a:prstClr val="black"/>
                </a:solidFill>
                <a:latin typeface="Rix고딕 M" pitchFamily="18" charset="-127"/>
                <a:ea typeface="Rix고딕 M" pitchFamily="18" charset="-127"/>
              </a:endParaRPr>
            </a:p>
          </p:txBody>
        </p:sp>
        <p:sp>
          <p:nvSpPr>
            <p:cNvPr id="381" name="Line 8"/>
            <p:cNvSpPr>
              <a:spLocks noChangeShapeType="1"/>
            </p:cNvSpPr>
            <p:nvPr/>
          </p:nvSpPr>
          <p:spPr bwMode="auto">
            <a:xfrm flipV="1">
              <a:off x="-1220" y="1984"/>
              <a:ext cx="312" cy="182"/>
            </a:xfrm>
            <a:prstGeom prst="line">
              <a:avLst/>
            </a:prstGeom>
            <a:ln w="19050">
              <a:gradFill>
                <a:gsLst>
                  <a:gs pos="100000">
                    <a:srgbClr val="2FA9A9"/>
                  </a:gs>
                  <a:gs pos="67000">
                    <a:srgbClr val="2FA9A9"/>
                  </a:gs>
                  <a:gs pos="35000">
                    <a:srgbClr val="54D3D0"/>
                  </a:gs>
                  <a:gs pos="0">
                    <a:srgbClr val="006767"/>
                  </a:gs>
                </a:gsLst>
                <a:lin ang="10800000" scaled="0"/>
              </a:gra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78779" tIns="39389" rIns="78779" bIns="39389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970" dirty="0">
                <a:solidFill>
                  <a:prstClr val="black"/>
                </a:solidFill>
                <a:latin typeface="Rix고딕 M" pitchFamily="18" charset="-127"/>
                <a:ea typeface="Rix고딕 M" pitchFamily="18" charset="-127"/>
              </a:endParaRPr>
            </a:p>
          </p:txBody>
        </p:sp>
      </p:grpSp>
      <p:sp>
        <p:nvSpPr>
          <p:cNvPr id="353" name="Rectangle 89" descr="사각유형1-2"/>
          <p:cNvSpPr>
            <a:spLocks noChangeArrowheads="1"/>
          </p:cNvSpPr>
          <p:nvPr/>
        </p:nvSpPr>
        <p:spPr bwMode="auto">
          <a:xfrm>
            <a:off x="4200730" y="6701786"/>
            <a:ext cx="1307966" cy="284255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25400" cap="flat" cmpd="sng" algn="ctr">
            <a:gradFill>
              <a:gsLst>
                <a:gs pos="1000">
                  <a:srgbClr val="B56EBC"/>
                </a:gs>
                <a:gs pos="50000">
                  <a:srgbClr val="9C37B5"/>
                </a:gs>
                <a:gs pos="100000">
                  <a:srgbClr val="6140CD"/>
                </a:gs>
              </a:gsLst>
              <a:lin ang="3600000" scaled="0"/>
            </a:gradFill>
            <a:prstDash val="solid"/>
            <a:round/>
            <a:headEnd type="none" w="med" len="med"/>
            <a:tailEnd type="none" w="med" len="med"/>
          </a:ln>
          <a:effectLst>
            <a:outerShdw blurRad="38100" dist="254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scene3d>
              <a:camera prst="orthographicFront"/>
              <a:lightRig rig="threePt" dir="t"/>
            </a:scene3d>
            <a:sp3d>
              <a:bevelT w="0"/>
            </a:sp3d>
          </a:bodyPr>
          <a:lstStyle/>
          <a:p>
            <a:pPr algn="ctr" defTabSz="898912" latinLnBrk="0">
              <a:buClr>
                <a:srgbClr val="000000"/>
              </a:buClr>
              <a:tabLst>
                <a:tab pos="3324015" algn="l"/>
              </a:tabLst>
            </a:pPr>
            <a:r>
              <a:rPr lang="ko-KR" altLang="en-US" sz="970" dirty="0" smtClean="0">
                <a:ln w="0"/>
                <a:solidFill>
                  <a:prstClr val="black">
                    <a:lumMod val="85000"/>
                    <a:lumOff val="15000"/>
                  </a:prstClr>
                </a:solidFill>
                <a:latin typeface="Rix고딕 M" pitchFamily="18" charset="-127"/>
                <a:ea typeface="Rix고딕 M" pitchFamily="18" charset="-127"/>
              </a:rPr>
              <a:t>국방부</a:t>
            </a:r>
            <a:endParaRPr lang="ko-KR" altLang="en-US" sz="970" dirty="0">
              <a:ln w="0"/>
              <a:solidFill>
                <a:prstClr val="black">
                  <a:lumMod val="85000"/>
                  <a:lumOff val="15000"/>
                </a:prstClr>
              </a:solidFill>
              <a:latin typeface="Rix고딕 M" pitchFamily="18" charset="-127"/>
              <a:ea typeface="Rix고딕 M" pitchFamily="18" charset="-127"/>
            </a:endParaRPr>
          </a:p>
        </p:txBody>
      </p:sp>
      <p:sp>
        <p:nvSpPr>
          <p:cNvPr id="354" name="Rectangle 89" descr="사각유형1-2"/>
          <p:cNvSpPr>
            <a:spLocks noChangeArrowheads="1"/>
          </p:cNvSpPr>
          <p:nvPr/>
        </p:nvSpPr>
        <p:spPr bwMode="auto">
          <a:xfrm>
            <a:off x="3178216" y="5768145"/>
            <a:ext cx="1183867" cy="284255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25400" cap="flat" cmpd="sng" algn="ctr">
            <a:gradFill>
              <a:gsLst>
                <a:gs pos="1000">
                  <a:srgbClr val="3ACCFF"/>
                </a:gs>
                <a:gs pos="50000">
                  <a:srgbClr val="0079C1"/>
                </a:gs>
                <a:gs pos="100000">
                  <a:srgbClr val="002D7A"/>
                </a:gs>
              </a:gsLst>
              <a:lin ang="3600000" scaled="0"/>
            </a:gradFill>
            <a:prstDash val="solid"/>
            <a:round/>
            <a:headEnd type="none" w="med" len="med"/>
            <a:tailEnd type="none" w="med" len="med"/>
          </a:ln>
          <a:effectLst>
            <a:outerShdw blurRad="38100" dist="254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scene3d>
              <a:camera prst="orthographicFront"/>
              <a:lightRig rig="threePt" dir="t"/>
            </a:scene3d>
            <a:sp3d>
              <a:bevelT w="0"/>
            </a:sp3d>
          </a:bodyPr>
          <a:lstStyle/>
          <a:p>
            <a:pPr algn="ctr" defTabSz="898912" latinLnBrk="0">
              <a:buClr>
                <a:srgbClr val="000000"/>
              </a:buClr>
              <a:tabLst>
                <a:tab pos="3324015" algn="l"/>
              </a:tabLst>
            </a:pPr>
            <a:r>
              <a:rPr lang="ko-KR" altLang="en-US" sz="970" dirty="0">
                <a:ln w="0"/>
                <a:solidFill>
                  <a:prstClr val="black">
                    <a:lumMod val="85000"/>
                    <a:lumOff val="15000"/>
                  </a:prstClr>
                </a:solidFill>
                <a:latin typeface="Rix고딕 M" pitchFamily="18" charset="-127"/>
                <a:ea typeface="Rix고딕 M" pitchFamily="18" charset="-127"/>
              </a:rPr>
              <a:t>제안사</a:t>
            </a:r>
          </a:p>
        </p:txBody>
      </p:sp>
      <p:sp>
        <p:nvSpPr>
          <p:cNvPr id="355" name="Rectangle 89" descr="사각유형1-2"/>
          <p:cNvSpPr>
            <a:spLocks noChangeArrowheads="1"/>
          </p:cNvSpPr>
          <p:nvPr/>
        </p:nvSpPr>
        <p:spPr bwMode="auto">
          <a:xfrm>
            <a:off x="5316008" y="5768145"/>
            <a:ext cx="1183867" cy="284255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25400" cap="flat" cmpd="sng" algn="ctr">
            <a:gradFill>
              <a:gsLst>
                <a:gs pos="1000">
                  <a:srgbClr val="98DC00"/>
                </a:gs>
                <a:gs pos="50000">
                  <a:srgbClr val="17B746"/>
                </a:gs>
                <a:gs pos="100000">
                  <a:srgbClr val="00824A"/>
                </a:gs>
              </a:gsLst>
              <a:lin ang="3600000" scaled="0"/>
            </a:gradFill>
            <a:prstDash val="solid"/>
            <a:round/>
            <a:headEnd type="none" w="med" len="med"/>
            <a:tailEnd type="none" w="med" len="med"/>
          </a:ln>
          <a:effectLst>
            <a:outerShdw blurRad="38100" dist="254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scene3d>
              <a:camera prst="orthographicFront"/>
              <a:lightRig rig="threePt" dir="t"/>
            </a:scene3d>
            <a:sp3d>
              <a:bevelT w="0"/>
            </a:sp3d>
          </a:bodyPr>
          <a:lstStyle/>
          <a:p>
            <a:pPr algn="ctr" defTabSz="898912" latinLnBrk="0">
              <a:buClr>
                <a:srgbClr val="000000"/>
              </a:buClr>
              <a:tabLst>
                <a:tab pos="3324015" algn="l"/>
              </a:tabLst>
            </a:pPr>
            <a:r>
              <a:rPr lang="ko-KR" altLang="en-US" sz="970" dirty="0" smtClean="0">
                <a:ln w="0"/>
                <a:solidFill>
                  <a:prstClr val="black">
                    <a:lumMod val="85000"/>
                    <a:lumOff val="15000"/>
                  </a:prstClr>
                </a:solidFill>
                <a:latin typeface="Rix고딕 M" pitchFamily="18" charset="-127"/>
                <a:ea typeface="Rix고딕 M" pitchFamily="18" charset="-127"/>
              </a:rPr>
              <a:t>제조사</a:t>
            </a:r>
            <a:endParaRPr lang="ko-KR" altLang="en-US" sz="970" dirty="0">
              <a:ln w="0"/>
              <a:solidFill>
                <a:prstClr val="black">
                  <a:lumMod val="85000"/>
                  <a:lumOff val="15000"/>
                </a:prstClr>
              </a:solidFill>
              <a:latin typeface="Rix고딕 M" pitchFamily="18" charset="-127"/>
              <a:ea typeface="Rix고딕 M" pitchFamily="18" charset="-127"/>
            </a:endParaRPr>
          </a:p>
        </p:txBody>
      </p:sp>
      <p:grpSp>
        <p:nvGrpSpPr>
          <p:cNvPr id="356" name="그룹 355"/>
          <p:cNvGrpSpPr/>
          <p:nvPr/>
        </p:nvGrpSpPr>
        <p:grpSpPr>
          <a:xfrm>
            <a:off x="4280555" y="5831516"/>
            <a:ext cx="935504" cy="699395"/>
            <a:chOff x="4039123" y="7879946"/>
            <a:chExt cx="742427" cy="594844"/>
          </a:xfrm>
        </p:grpSpPr>
        <p:sp>
          <p:nvSpPr>
            <p:cNvPr id="375" name="타원 374"/>
            <p:cNvSpPr/>
            <p:nvPr/>
          </p:nvSpPr>
          <p:spPr>
            <a:xfrm>
              <a:off x="4186706" y="7879946"/>
              <a:ext cx="594844" cy="594844"/>
            </a:xfrm>
            <a:prstGeom prst="ellipse">
              <a:avLst/>
            </a:prstGeom>
            <a:gradFill flip="none" rotWithShape="1">
              <a:gsLst>
                <a:gs pos="100000">
                  <a:srgbClr val="005FA6"/>
                </a:gs>
                <a:gs pos="0">
                  <a:srgbClr val="02B1B0"/>
                </a:gs>
              </a:gsLst>
              <a:lin ang="1800000" scaled="0"/>
              <a:tileRect/>
            </a:gradFill>
            <a:ln w="12700" cap="rnd" cmpd="sng">
              <a:noFill/>
              <a:prstDash val="solid"/>
              <a:headEnd type="none" w="lg" len="med"/>
              <a:tailEnd type="none" w="lg" len="med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5"/>
            </a:lnRef>
            <a:fillRef idx="3">
              <a:schemeClr val="accent5"/>
            </a:fillRef>
            <a:effectRef idx="2">
              <a:schemeClr val="accent5"/>
            </a:effectRef>
            <a:fontRef idx="minor">
              <a:schemeClr val="lt1"/>
            </a:fontRef>
          </p:style>
          <p:txBody>
            <a:bodyPr wrap="none" lIns="0" tIns="0" rIns="0" bIns="0" anchor="ctr" anchorCtr="0"/>
            <a:lstStyle/>
            <a:p>
              <a:pPr algn="ctr" latinLnBrk="0">
                <a:spcBef>
                  <a:spcPts val="176"/>
                </a:spcBef>
                <a:spcAft>
                  <a:spcPts val="529"/>
                </a:spcAft>
              </a:pPr>
              <a:endParaRPr lang="ko-KR" altLang="en-US" sz="1499" dirty="0">
                <a:ln w="0"/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ix고딕 M" pitchFamily="18" charset="-127"/>
                <a:ea typeface="Rix고딕 M" pitchFamily="18" charset="-127"/>
              </a:endParaRPr>
            </a:p>
          </p:txBody>
        </p:sp>
        <p:sp>
          <p:nvSpPr>
            <p:cNvPr id="376" name="타원 375"/>
            <p:cNvSpPr/>
            <p:nvPr/>
          </p:nvSpPr>
          <p:spPr>
            <a:xfrm>
              <a:off x="4242001" y="7935243"/>
              <a:ext cx="484253" cy="484254"/>
            </a:xfrm>
            <a:prstGeom prst="ellipse">
              <a:avLst/>
            </a:prstGeom>
            <a:solidFill>
              <a:schemeClr val="bg1"/>
            </a:solidFill>
            <a:ln w="25400">
              <a:noFill/>
            </a:ln>
            <a:effectLst>
              <a:innerShdw blurRad="114300">
                <a:prstClr val="black">
                  <a:alpha val="2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588" dirty="0">
                <a:solidFill>
                  <a:prstClr val="white"/>
                </a:solidFill>
                <a:latin typeface="Rix고딕 M" pitchFamily="18" charset="-127"/>
                <a:ea typeface="Rix고딕 M" pitchFamily="18" charset="-127"/>
              </a:endParaRPr>
            </a:p>
          </p:txBody>
        </p:sp>
        <p:pic>
          <p:nvPicPr>
            <p:cNvPr id="377" name="그림 376" descr="flare.png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039123" y="8016381"/>
              <a:ext cx="371769" cy="365301"/>
            </a:xfrm>
            <a:prstGeom prst="rect">
              <a:avLst/>
            </a:prstGeom>
          </p:spPr>
        </p:pic>
        <p:sp>
          <p:nvSpPr>
            <p:cNvPr id="378" name="TextBox 377"/>
            <p:cNvSpPr txBox="1"/>
            <p:nvPr/>
          </p:nvSpPr>
          <p:spPr>
            <a:xfrm>
              <a:off x="4303705" y="8098273"/>
              <a:ext cx="360843" cy="160733"/>
            </a:xfrm>
            <a:prstGeom prst="rect">
              <a:avLst/>
            </a:prstGeom>
            <a:noFill/>
            <a:ln w="6350">
              <a:noFill/>
            </a:ln>
            <a:effectLst/>
            <a:scene3d>
              <a:camera prst="orthographicFront"/>
              <a:lightRig rig="threePt" dir="t"/>
            </a:scene3d>
            <a:sp3d>
              <a:bevelT w="0" h="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 anchorCtr="0">
              <a:spAutoFit/>
              <a:sp3d>
                <a:bevelT w="0" h="0"/>
                <a:contourClr>
                  <a:schemeClr val="bg1"/>
                </a:contourClr>
              </a:sp3d>
            </a:bodyPr>
            <a:lstStyle>
              <a:defPPr>
                <a:defRPr lang="ko-KR"/>
              </a:defPPr>
              <a:lvl1pPr lvl="0" indent="0" algn="ctr" latinLnBrk="0">
                <a:lnSpc>
                  <a:spcPct val="100000"/>
                </a:lnSpc>
                <a:spcBef>
                  <a:spcPts val="200"/>
                </a:spcBef>
                <a:spcAft>
                  <a:spcPts val="600"/>
                </a:spcAft>
                <a:defRPr spc="-150">
                  <a:ln>
                    <a:solidFill>
                      <a:prstClr val="white">
                        <a:alpha val="10000"/>
                      </a:prstClr>
                    </a:solidFill>
                  </a:ln>
                  <a:solidFill>
                    <a:srgbClr val="9B37B5"/>
                  </a:solidFill>
                  <a:effectLst/>
                  <a:latin typeface="뫼비우스 Regular" panose="02000700060000000000" pitchFamily="2" charset="-127"/>
                  <a:ea typeface="뫼비우스 Regular" panose="02000700060000000000" pitchFamily="2" charset="-127"/>
                </a:defRPr>
              </a:lvl1pPr>
            </a:lstStyle>
            <a:p>
              <a:r>
                <a:rPr lang="ko-KR" altLang="en-US" sz="1058" spc="0" dirty="0" smtClean="0">
                  <a:ln w="0"/>
                  <a:solidFill>
                    <a:prstClr val="black">
                      <a:lumMod val="85000"/>
                      <a:lumOff val="15000"/>
                    </a:prstClr>
                  </a:solidFill>
                  <a:latin typeface="Rix고딕 M" pitchFamily="18" charset="-127"/>
                  <a:ea typeface="Rix고딕 M" pitchFamily="18" charset="-127"/>
                </a:rPr>
                <a:t>전담팀</a:t>
              </a:r>
              <a:endParaRPr lang="ko-KR" altLang="en-US" sz="1058" spc="0" dirty="0">
                <a:ln w="0"/>
                <a:solidFill>
                  <a:prstClr val="black">
                    <a:lumMod val="85000"/>
                    <a:lumOff val="15000"/>
                  </a:prstClr>
                </a:solidFill>
                <a:latin typeface="Rix고딕 M" pitchFamily="18" charset="-127"/>
                <a:ea typeface="Rix고딕 M" pitchFamily="18" charset="-127"/>
              </a:endParaRPr>
            </a:p>
          </p:txBody>
        </p:sp>
      </p:grpSp>
      <p:pic>
        <p:nvPicPr>
          <p:cNvPr id="357" name="S4131" descr="Untitled-13-01"/>
          <p:cNvPicPr>
            <a:picLocks noChangeAspect="1" noChangeArrowheads="1"/>
          </p:cNvPicPr>
          <p:nvPr/>
        </p:nvPicPr>
        <p:blipFill>
          <a:blip r:embed="rId4" cstate="print">
            <a:lum bright="-30000" contrast="48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5666" y="3279336"/>
            <a:ext cx="449079" cy="1796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12700" dir="2700000" algn="tl" rotWithShape="0">
              <a:srgbClr val="000000">
                <a:alpha val="79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58" name="S4131" descr="Untitled-13-01"/>
          <p:cNvPicPr>
            <a:picLocks noChangeAspect="1" noChangeArrowheads="1"/>
          </p:cNvPicPr>
          <p:nvPr/>
        </p:nvPicPr>
        <p:blipFill>
          <a:blip r:embed="rId4" cstate="print">
            <a:lum bright="-30000" contrast="48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5762" y="3279336"/>
            <a:ext cx="449079" cy="1796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12700" dir="2700000" algn="tl" rotWithShape="0">
              <a:srgbClr val="000000">
                <a:alpha val="79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59" name="S4131" descr="Untitled-13-01"/>
          <p:cNvPicPr>
            <a:picLocks noChangeAspect="1" noChangeArrowheads="1"/>
          </p:cNvPicPr>
          <p:nvPr/>
        </p:nvPicPr>
        <p:blipFill>
          <a:blip r:embed="rId4" cstate="print">
            <a:lum bright="-30000" contrast="48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5666" y="5723659"/>
            <a:ext cx="449079" cy="1796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12700" dir="2700000" algn="tl" rotWithShape="0">
              <a:srgbClr val="000000">
                <a:alpha val="79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60" name="S4131" descr="Untitled-13-01"/>
          <p:cNvPicPr>
            <a:picLocks noChangeAspect="1" noChangeArrowheads="1"/>
          </p:cNvPicPr>
          <p:nvPr/>
        </p:nvPicPr>
        <p:blipFill>
          <a:blip r:embed="rId4" cstate="print">
            <a:lum bright="-30000" contrast="48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5762" y="5723659"/>
            <a:ext cx="449079" cy="1796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12700" dir="2700000" algn="tl" rotWithShape="0">
              <a:srgbClr val="000000">
                <a:alpha val="79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61" name="S4131" descr="Untitled-13-01"/>
          <p:cNvPicPr>
            <a:picLocks noChangeAspect="1" noChangeArrowheads="1"/>
          </p:cNvPicPr>
          <p:nvPr/>
        </p:nvPicPr>
        <p:blipFill>
          <a:blip r:embed="rId4" cstate="print">
            <a:lum bright="-30000" contrast="48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5666" y="5498850"/>
            <a:ext cx="449079" cy="1796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12700" dir="2700000" algn="tl" rotWithShape="0">
              <a:srgbClr val="000000">
                <a:alpha val="79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62" name="S4131" descr="Untitled-13-01"/>
          <p:cNvPicPr>
            <a:picLocks noChangeAspect="1" noChangeArrowheads="1"/>
          </p:cNvPicPr>
          <p:nvPr/>
        </p:nvPicPr>
        <p:blipFill>
          <a:blip r:embed="rId4" cstate="print">
            <a:lum bright="-30000" contrast="48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5762" y="5498850"/>
            <a:ext cx="449079" cy="1796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12700" dir="2700000" algn="tl" rotWithShape="0">
              <a:srgbClr val="000000">
                <a:alpha val="79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63" name="S4131" descr="Untitled-13-01"/>
          <p:cNvPicPr>
            <a:picLocks noChangeAspect="1" noChangeArrowheads="1"/>
          </p:cNvPicPr>
          <p:nvPr/>
        </p:nvPicPr>
        <p:blipFill>
          <a:blip r:embed="rId4" cstate="print">
            <a:lum bright="-30000" contrast="48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5666" y="3561807"/>
            <a:ext cx="449079" cy="1796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12700" dir="2700000" algn="tl" rotWithShape="0">
              <a:srgbClr val="000000">
                <a:alpha val="79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64" name="S4131" descr="Untitled-13-01"/>
          <p:cNvPicPr>
            <a:picLocks noChangeAspect="1" noChangeArrowheads="1"/>
          </p:cNvPicPr>
          <p:nvPr/>
        </p:nvPicPr>
        <p:blipFill>
          <a:blip r:embed="rId4" cstate="print">
            <a:lum bright="-30000" contrast="48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5762" y="3561807"/>
            <a:ext cx="449079" cy="1796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12700" dir="2700000" algn="tl" rotWithShape="0">
              <a:srgbClr val="000000">
                <a:alpha val="79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65" name="자유형 364"/>
          <p:cNvSpPr/>
          <p:nvPr/>
        </p:nvSpPr>
        <p:spPr>
          <a:xfrm>
            <a:off x="616404" y="5609596"/>
            <a:ext cx="166982" cy="175288"/>
          </a:xfrm>
          <a:custGeom>
            <a:avLst/>
            <a:gdLst>
              <a:gd name="connsiteX0" fmla="*/ 92279 w 134224"/>
              <a:gd name="connsiteY0" fmla="*/ 0 h 151002"/>
              <a:gd name="connsiteX1" fmla="*/ 0 w 134224"/>
              <a:gd name="connsiteY1" fmla="*/ 92279 h 151002"/>
              <a:gd name="connsiteX2" fmla="*/ 134224 w 134224"/>
              <a:gd name="connsiteY2" fmla="*/ 151002 h 151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34224" h="151002">
                <a:moveTo>
                  <a:pt x="92279" y="0"/>
                </a:moveTo>
                <a:lnTo>
                  <a:pt x="0" y="92279"/>
                </a:lnTo>
                <a:lnTo>
                  <a:pt x="134224" y="151002"/>
                </a:lnTo>
              </a:path>
            </a:pathLst>
          </a:cu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Rix고딕 M" pitchFamily="18" charset="-127"/>
              <a:ea typeface="Rix고딕 M" pitchFamily="18" charset="-127"/>
            </a:endParaRPr>
          </a:p>
        </p:txBody>
      </p:sp>
      <p:sp>
        <p:nvSpPr>
          <p:cNvPr id="366" name="자유형 365"/>
          <p:cNvSpPr/>
          <p:nvPr/>
        </p:nvSpPr>
        <p:spPr>
          <a:xfrm>
            <a:off x="616404" y="5847319"/>
            <a:ext cx="166982" cy="158812"/>
          </a:xfrm>
          <a:custGeom>
            <a:avLst/>
            <a:gdLst>
              <a:gd name="connsiteX0" fmla="*/ 92279 w 134224"/>
              <a:gd name="connsiteY0" fmla="*/ 0 h 151002"/>
              <a:gd name="connsiteX1" fmla="*/ 0 w 134224"/>
              <a:gd name="connsiteY1" fmla="*/ 92279 h 151002"/>
              <a:gd name="connsiteX2" fmla="*/ 134224 w 134224"/>
              <a:gd name="connsiteY2" fmla="*/ 151002 h 151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34224" h="151002">
                <a:moveTo>
                  <a:pt x="92279" y="0"/>
                </a:moveTo>
                <a:lnTo>
                  <a:pt x="0" y="92279"/>
                </a:lnTo>
                <a:lnTo>
                  <a:pt x="134224" y="151002"/>
                </a:lnTo>
              </a:path>
            </a:pathLst>
          </a:cu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Rix고딕 M" pitchFamily="18" charset="-127"/>
              <a:ea typeface="Rix고딕 M" pitchFamily="18" charset="-127"/>
            </a:endParaRPr>
          </a:p>
        </p:txBody>
      </p:sp>
      <p:sp>
        <p:nvSpPr>
          <p:cNvPr id="367" name="자유형 366"/>
          <p:cNvSpPr/>
          <p:nvPr/>
        </p:nvSpPr>
        <p:spPr>
          <a:xfrm>
            <a:off x="616404" y="3154964"/>
            <a:ext cx="166982" cy="175288"/>
          </a:xfrm>
          <a:custGeom>
            <a:avLst/>
            <a:gdLst>
              <a:gd name="connsiteX0" fmla="*/ 92279 w 134224"/>
              <a:gd name="connsiteY0" fmla="*/ 0 h 151002"/>
              <a:gd name="connsiteX1" fmla="*/ 0 w 134224"/>
              <a:gd name="connsiteY1" fmla="*/ 92279 h 151002"/>
              <a:gd name="connsiteX2" fmla="*/ 134224 w 134224"/>
              <a:gd name="connsiteY2" fmla="*/ 151002 h 151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34224" h="151002">
                <a:moveTo>
                  <a:pt x="92279" y="0"/>
                </a:moveTo>
                <a:lnTo>
                  <a:pt x="0" y="92279"/>
                </a:lnTo>
                <a:lnTo>
                  <a:pt x="134224" y="151002"/>
                </a:lnTo>
              </a:path>
            </a:pathLst>
          </a:cu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Rix고딕 M" pitchFamily="18" charset="-127"/>
              <a:ea typeface="Rix고딕 M" pitchFamily="18" charset="-127"/>
            </a:endParaRPr>
          </a:p>
        </p:txBody>
      </p:sp>
      <p:sp>
        <p:nvSpPr>
          <p:cNvPr id="368" name="자유형 367"/>
          <p:cNvSpPr/>
          <p:nvPr/>
        </p:nvSpPr>
        <p:spPr>
          <a:xfrm>
            <a:off x="616404" y="3392687"/>
            <a:ext cx="166982" cy="199304"/>
          </a:xfrm>
          <a:custGeom>
            <a:avLst/>
            <a:gdLst>
              <a:gd name="connsiteX0" fmla="*/ 92279 w 134224"/>
              <a:gd name="connsiteY0" fmla="*/ 0 h 151002"/>
              <a:gd name="connsiteX1" fmla="*/ 0 w 134224"/>
              <a:gd name="connsiteY1" fmla="*/ 92279 h 151002"/>
              <a:gd name="connsiteX2" fmla="*/ 134224 w 134224"/>
              <a:gd name="connsiteY2" fmla="*/ 151002 h 151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34224" h="151002">
                <a:moveTo>
                  <a:pt x="92279" y="0"/>
                </a:moveTo>
                <a:lnTo>
                  <a:pt x="0" y="92279"/>
                </a:lnTo>
                <a:lnTo>
                  <a:pt x="134224" y="151002"/>
                </a:lnTo>
              </a:path>
            </a:pathLst>
          </a:cu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Rix고딕 M" pitchFamily="18" charset="-127"/>
              <a:ea typeface="Rix고딕 M" pitchFamily="18" charset="-127"/>
            </a:endParaRPr>
          </a:p>
        </p:txBody>
      </p:sp>
      <p:sp>
        <p:nvSpPr>
          <p:cNvPr id="369" name="자유형 368"/>
          <p:cNvSpPr/>
          <p:nvPr/>
        </p:nvSpPr>
        <p:spPr>
          <a:xfrm flipH="1">
            <a:off x="2494572" y="3113209"/>
            <a:ext cx="166982" cy="217043"/>
          </a:xfrm>
          <a:custGeom>
            <a:avLst/>
            <a:gdLst>
              <a:gd name="connsiteX0" fmla="*/ 92279 w 134224"/>
              <a:gd name="connsiteY0" fmla="*/ 0 h 151002"/>
              <a:gd name="connsiteX1" fmla="*/ 0 w 134224"/>
              <a:gd name="connsiteY1" fmla="*/ 92279 h 151002"/>
              <a:gd name="connsiteX2" fmla="*/ 134224 w 134224"/>
              <a:gd name="connsiteY2" fmla="*/ 151002 h 151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34224" h="151002">
                <a:moveTo>
                  <a:pt x="92279" y="0"/>
                </a:moveTo>
                <a:lnTo>
                  <a:pt x="0" y="92279"/>
                </a:lnTo>
                <a:lnTo>
                  <a:pt x="134224" y="151002"/>
                </a:lnTo>
              </a:path>
            </a:pathLst>
          </a:cu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Rix고딕 M" pitchFamily="18" charset="-127"/>
              <a:ea typeface="Rix고딕 M" pitchFamily="18" charset="-127"/>
            </a:endParaRPr>
          </a:p>
        </p:txBody>
      </p:sp>
      <p:sp>
        <p:nvSpPr>
          <p:cNvPr id="370" name="자유형 369"/>
          <p:cNvSpPr/>
          <p:nvPr/>
        </p:nvSpPr>
        <p:spPr>
          <a:xfrm flipH="1">
            <a:off x="2494572" y="3392687"/>
            <a:ext cx="166982" cy="199304"/>
          </a:xfrm>
          <a:custGeom>
            <a:avLst/>
            <a:gdLst>
              <a:gd name="connsiteX0" fmla="*/ 92279 w 134224"/>
              <a:gd name="connsiteY0" fmla="*/ 0 h 151002"/>
              <a:gd name="connsiteX1" fmla="*/ 0 w 134224"/>
              <a:gd name="connsiteY1" fmla="*/ 92279 h 151002"/>
              <a:gd name="connsiteX2" fmla="*/ 134224 w 134224"/>
              <a:gd name="connsiteY2" fmla="*/ 151002 h 151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34224" h="151002">
                <a:moveTo>
                  <a:pt x="92279" y="0"/>
                </a:moveTo>
                <a:lnTo>
                  <a:pt x="0" y="92279"/>
                </a:lnTo>
                <a:lnTo>
                  <a:pt x="134224" y="151002"/>
                </a:lnTo>
              </a:path>
            </a:pathLst>
          </a:cu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Rix고딕 M" pitchFamily="18" charset="-127"/>
              <a:ea typeface="Rix고딕 M" pitchFamily="18" charset="-127"/>
            </a:endParaRPr>
          </a:p>
        </p:txBody>
      </p:sp>
      <p:sp>
        <p:nvSpPr>
          <p:cNvPr id="371" name="자유형 370"/>
          <p:cNvSpPr/>
          <p:nvPr/>
        </p:nvSpPr>
        <p:spPr>
          <a:xfrm flipH="1">
            <a:off x="2496656" y="5624338"/>
            <a:ext cx="166982" cy="175288"/>
          </a:xfrm>
          <a:custGeom>
            <a:avLst/>
            <a:gdLst>
              <a:gd name="connsiteX0" fmla="*/ 92279 w 134224"/>
              <a:gd name="connsiteY0" fmla="*/ 0 h 151002"/>
              <a:gd name="connsiteX1" fmla="*/ 0 w 134224"/>
              <a:gd name="connsiteY1" fmla="*/ 92279 h 151002"/>
              <a:gd name="connsiteX2" fmla="*/ 134224 w 134224"/>
              <a:gd name="connsiteY2" fmla="*/ 151002 h 151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34224" h="151002">
                <a:moveTo>
                  <a:pt x="92279" y="0"/>
                </a:moveTo>
                <a:lnTo>
                  <a:pt x="0" y="92279"/>
                </a:lnTo>
                <a:lnTo>
                  <a:pt x="134224" y="151002"/>
                </a:lnTo>
              </a:path>
            </a:pathLst>
          </a:cu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Rix고딕 M" pitchFamily="18" charset="-127"/>
              <a:ea typeface="Rix고딕 M" pitchFamily="18" charset="-127"/>
            </a:endParaRPr>
          </a:p>
        </p:txBody>
      </p:sp>
      <p:sp>
        <p:nvSpPr>
          <p:cNvPr id="372" name="자유형 371"/>
          <p:cNvSpPr/>
          <p:nvPr/>
        </p:nvSpPr>
        <p:spPr>
          <a:xfrm flipH="1">
            <a:off x="2496656" y="5862061"/>
            <a:ext cx="166982" cy="158812"/>
          </a:xfrm>
          <a:custGeom>
            <a:avLst/>
            <a:gdLst>
              <a:gd name="connsiteX0" fmla="*/ 92279 w 134224"/>
              <a:gd name="connsiteY0" fmla="*/ 0 h 151002"/>
              <a:gd name="connsiteX1" fmla="*/ 0 w 134224"/>
              <a:gd name="connsiteY1" fmla="*/ 92279 h 151002"/>
              <a:gd name="connsiteX2" fmla="*/ 134224 w 134224"/>
              <a:gd name="connsiteY2" fmla="*/ 151002 h 151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34224" h="151002">
                <a:moveTo>
                  <a:pt x="92279" y="0"/>
                </a:moveTo>
                <a:lnTo>
                  <a:pt x="0" y="92279"/>
                </a:lnTo>
                <a:lnTo>
                  <a:pt x="134224" y="151002"/>
                </a:lnTo>
              </a:path>
            </a:pathLst>
          </a:cu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Rix고딕 M" pitchFamily="18" charset="-127"/>
              <a:ea typeface="Rix고딕 M" pitchFamily="18" charset="-127"/>
            </a:endParaRPr>
          </a:p>
        </p:txBody>
      </p:sp>
      <p:sp>
        <p:nvSpPr>
          <p:cNvPr id="373" name="TextBox 250"/>
          <p:cNvSpPr txBox="1">
            <a:spLocks noChangeArrowheads="1"/>
          </p:cNvSpPr>
          <p:nvPr/>
        </p:nvSpPr>
        <p:spPr bwMode="auto">
          <a:xfrm>
            <a:off x="1436638" y="5548014"/>
            <a:ext cx="450443" cy="1086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/>
        </p:spPr>
        <p:txBody>
          <a:bodyPr wrap="none" lIns="0" tIns="0" rIns="0" bIns="0" anchor="ctr">
            <a:spAutoFit/>
            <a:scene3d>
              <a:camera prst="orthographicFront"/>
              <a:lightRig rig="threePt" dir="t"/>
            </a:scene3d>
            <a:sp3d>
              <a:bevelT w="0"/>
            </a:sp3d>
          </a:bodyPr>
          <a:lstStyle>
            <a:defPPr>
              <a:defRPr lang="ko-KR"/>
            </a:defPPr>
            <a:lvl2pPr marL="0" lvl="1" indent="-309563" algn="ctr" defTabSz="990600" fontAlgn="base" latinLnBrk="0">
              <a:spcBef>
                <a:spcPct val="0"/>
              </a:spcBef>
              <a:spcAft>
                <a:spcPct val="0"/>
              </a:spcAft>
              <a:buClr>
                <a:prstClr val="white"/>
              </a:buClr>
              <a:buSzPct val="80000"/>
              <a:tabLst>
                <a:tab pos="5648325" algn="l"/>
              </a:tabLst>
              <a:defRPr kumimoji="1" sz="1200">
                <a:solidFill>
                  <a:srgbClr val="000000">
                    <a:lumMod val="85000"/>
                    <a:lumOff val="15000"/>
                  </a:srgbClr>
                </a:solidFill>
                <a:latin typeface="고도 M" panose="02000503000000020004" pitchFamily="2" charset="-127"/>
                <a:ea typeface="고도 M" panose="02000503000000020004" pitchFamily="2" charset="-127"/>
              </a:defRPr>
            </a:lvl2pPr>
          </a:lstStyle>
          <a:p>
            <a:pPr algn="ctr"/>
            <a:r>
              <a:rPr kumimoji="1" lang="en-US" altLang="ko-KR" sz="706" spc="-100" dirty="0" smtClean="0">
                <a:solidFill>
                  <a:srgbClr val="000000">
                    <a:lumMod val="85000"/>
                    <a:lumOff val="15000"/>
                  </a:srgbClr>
                </a:solidFill>
                <a:latin typeface="Rix고딕 M" pitchFamily="18" charset="-127"/>
                <a:ea typeface="Rix고딕 M" pitchFamily="18" charset="-127"/>
              </a:rPr>
              <a:t>Stackable </a:t>
            </a:r>
            <a:r>
              <a:rPr kumimoji="1" lang="ko-KR" altLang="en-US" sz="706" spc="-100" dirty="0" smtClean="0">
                <a:solidFill>
                  <a:srgbClr val="000000">
                    <a:lumMod val="85000"/>
                    <a:lumOff val="15000"/>
                  </a:srgbClr>
                </a:solidFill>
                <a:latin typeface="Rix고딕 M" pitchFamily="18" charset="-127"/>
                <a:ea typeface="Rix고딕 M" pitchFamily="18" charset="-127"/>
              </a:rPr>
              <a:t>구성</a:t>
            </a:r>
            <a:r>
              <a:rPr kumimoji="1" lang="en-US" altLang="ko-KR" sz="706" spc="-100" dirty="0" smtClean="0">
                <a:solidFill>
                  <a:srgbClr val="000000">
                    <a:lumMod val="85000"/>
                    <a:lumOff val="15000"/>
                  </a:srgbClr>
                </a:solidFill>
                <a:latin typeface="Rix고딕 M" pitchFamily="18" charset="-127"/>
                <a:ea typeface="Rix고딕 M" pitchFamily="18" charset="-127"/>
              </a:rPr>
              <a:t> </a:t>
            </a:r>
            <a:endParaRPr kumimoji="1" lang="ko-KR" altLang="en-US" sz="706" spc="-100" dirty="0">
              <a:solidFill>
                <a:srgbClr val="000000">
                  <a:lumMod val="85000"/>
                  <a:lumOff val="15000"/>
                </a:srgbClr>
              </a:solidFill>
              <a:latin typeface="Rix고딕 M" pitchFamily="18" charset="-127"/>
              <a:ea typeface="Rix고딕 M" pitchFamily="18" charset="-127"/>
            </a:endParaRPr>
          </a:p>
        </p:txBody>
      </p:sp>
      <p:sp>
        <p:nvSpPr>
          <p:cNvPr id="374" name="TextBox 250"/>
          <p:cNvSpPr txBox="1">
            <a:spLocks noChangeArrowheads="1"/>
          </p:cNvSpPr>
          <p:nvPr/>
        </p:nvSpPr>
        <p:spPr bwMode="auto">
          <a:xfrm>
            <a:off x="1436637" y="3417718"/>
            <a:ext cx="450443" cy="1086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/>
        </p:spPr>
        <p:txBody>
          <a:bodyPr wrap="none" lIns="0" tIns="0" rIns="0" bIns="0" anchor="ctr">
            <a:spAutoFit/>
            <a:scene3d>
              <a:camera prst="orthographicFront"/>
              <a:lightRig rig="threePt" dir="t"/>
            </a:scene3d>
            <a:sp3d>
              <a:bevelT w="0"/>
            </a:sp3d>
          </a:bodyPr>
          <a:lstStyle>
            <a:defPPr>
              <a:defRPr lang="ko-KR"/>
            </a:defPPr>
            <a:lvl2pPr marL="0" lvl="1" indent="-309563" algn="ctr" defTabSz="990600" fontAlgn="base" latinLnBrk="0">
              <a:spcBef>
                <a:spcPct val="0"/>
              </a:spcBef>
              <a:spcAft>
                <a:spcPct val="0"/>
              </a:spcAft>
              <a:buClr>
                <a:prstClr val="white"/>
              </a:buClr>
              <a:buSzPct val="80000"/>
              <a:tabLst>
                <a:tab pos="5648325" algn="l"/>
              </a:tabLst>
              <a:defRPr kumimoji="1" sz="1200">
                <a:solidFill>
                  <a:srgbClr val="000000">
                    <a:lumMod val="85000"/>
                    <a:lumOff val="15000"/>
                  </a:srgbClr>
                </a:solidFill>
                <a:latin typeface="고도 M" panose="02000503000000020004" pitchFamily="2" charset="-127"/>
                <a:ea typeface="고도 M" panose="02000503000000020004" pitchFamily="2" charset="-127"/>
              </a:defRPr>
            </a:lvl2pPr>
          </a:lstStyle>
          <a:p>
            <a:pPr algn="ctr"/>
            <a:r>
              <a:rPr kumimoji="1" lang="en-US" altLang="ko-KR" sz="706" spc="-100" dirty="0">
                <a:solidFill>
                  <a:srgbClr val="000000">
                    <a:lumMod val="85000"/>
                    <a:lumOff val="15000"/>
                  </a:srgbClr>
                </a:solidFill>
                <a:latin typeface="Rix고딕 M" pitchFamily="18" charset="-127"/>
                <a:ea typeface="Rix고딕 M" pitchFamily="18" charset="-127"/>
              </a:rPr>
              <a:t>Stackable </a:t>
            </a:r>
            <a:r>
              <a:rPr kumimoji="1" lang="ko-KR" altLang="en-US" sz="706" spc="-100" dirty="0">
                <a:solidFill>
                  <a:srgbClr val="000000">
                    <a:lumMod val="85000"/>
                    <a:lumOff val="15000"/>
                  </a:srgbClr>
                </a:solidFill>
                <a:latin typeface="Rix고딕 M" pitchFamily="18" charset="-127"/>
                <a:ea typeface="Rix고딕 M" pitchFamily="18" charset="-127"/>
              </a:rPr>
              <a:t>구성</a:t>
            </a:r>
            <a:r>
              <a:rPr kumimoji="1" lang="en-US" altLang="ko-KR" sz="706" spc="-100" dirty="0">
                <a:solidFill>
                  <a:srgbClr val="000000">
                    <a:lumMod val="85000"/>
                    <a:lumOff val="15000"/>
                  </a:srgbClr>
                </a:solidFill>
                <a:latin typeface="Rix고딕 M" pitchFamily="18" charset="-127"/>
                <a:ea typeface="Rix고딕 M" pitchFamily="18" charset="-127"/>
              </a:rPr>
              <a:t> </a:t>
            </a:r>
            <a:endParaRPr kumimoji="1" lang="ko-KR" altLang="en-US" sz="706" spc="-100" dirty="0">
              <a:solidFill>
                <a:srgbClr val="000000">
                  <a:lumMod val="85000"/>
                  <a:lumOff val="15000"/>
                </a:srgbClr>
              </a:solidFill>
              <a:latin typeface="Rix고딕 M" pitchFamily="18" charset="-127"/>
              <a:ea typeface="Rix고딕 M" pitchFamily="18" charset="-127"/>
            </a:endParaRPr>
          </a:p>
        </p:txBody>
      </p:sp>
      <p:pic>
        <p:nvPicPr>
          <p:cNvPr id="171" name="Picture 12" descr="laptop_grey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8242" y="6535603"/>
            <a:ext cx="535083" cy="465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73" name="AutoShape 301"/>
          <p:cNvCxnSpPr>
            <a:cxnSpLocks noChangeShapeType="1"/>
            <a:stCxn id="332" idx="2"/>
          </p:cNvCxnSpPr>
          <p:nvPr/>
        </p:nvCxnSpPr>
        <p:spPr bwMode="auto">
          <a:xfrm>
            <a:off x="940206" y="6156969"/>
            <a:ext cx="340916" cy="431974"/>
          </a:xfrm>
          <a:prstGeom prst="straightConnector1">
            <a:avLst/>
          </a:prstGeom>
          <a:ln w="19050">
            <a:gradFill flip="none" rotWithShape="1">
              <a:gsLst>
                <a:gs pos="100000">
                  <a:srgbClr val="333333"/>
                </a:gs>
                <a:gs pos="67000">
                  <a:srgbClr val="707070"/>
                </a:gs>
                <a:gs pos="35000">
                  <a:schemeClr val="bg1">
                    <a:lumMod val="75000"/>
                  </a:schemeClr>
                </a:gs>
                <a:gs pos="0">
                  <a:schemeClr val="tx1">
                    <a:lumMod val="95000"/>
                    <a:lumOff val="5000"/>
                  </a:schemeClr>
                </a:gs>
              </a:gsLst>
              <a:lin ang="16200000" scaled="1"/>
              <a:tileRect/>
            </a:gradFill>
            <a:tailEnd type="none"/>
          </a:ln>
          <a:ex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4" name="Picture 12" descr="laptop_grey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1242" y="6535603"/>
            <a:ext cx="535083" cy="465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5" name="Picture 12" descr="phone_grey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83102" y="6601664"/>
            <a:ext cx="396000" cy="3366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6" name="Picture 12" descr="phone_grey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8952" y="6601664"/>
            <a:ext cx="396000" cy="3366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77" name="AutoShape 301"/>
          <p:cNvCxnSpPr>
            <a:cxnSpLocks noChangeShapeType="1"/>
            <a:endCxn id="175" idx="0"/>
          </p:cNvCxnSpPr>
          <p:nvPr/>
        </p:nvCxnSpPr>
        <p:spPr bwMode="auto">
          <a:xfrm flipH="1">
            <a:off x="1981102" y="6156969"/>
            <a:ext cx="295379" cy="444695"/>
          </a:xfrm>
          <a:prstGeom prst="straightConnector1">
            <a:avLst/>
          </a:prstGeom>
          <a:ln w="19050">
            <a:gradFill flip="none" rotWithShape="1">
              <a:gsLst>
                <a:gs pos="100000">
                  <a:srgbClr val="333333"/>
                </a:gs>
                <a:gs pos="67000">
                  <a:srgbClr val="707070"/>
                </a:gs>
                <a:gs pos="35000">
                  <a:schemeClr val="bg1">
                    <a:lumMod val="75000"/>
                  </a:schemeClr>
                </a:gs>
                <a:gs pos="0">
                  <a:schemeClr val="tx1">
                    <a:lumMod val="95000"/>
                    <a:lumOff val="5000"/>
                  </a:schemeClr>
                </a:gs>
              </a:gsLst>
              <a:lin ang="16200000" scaled="1"/>
              <a:tileRect/>
            </a:gradFill>
            <a:tailEnd type="none"/>
          </a:ln>
          <a:ex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8" name="AutoShape 301"/>
          <p:cNvCxnSpPr>
            <a:cxnSpLocks noChangeShapeType="1"/>
            <a:endCxn id="174" idx="0"/>
          </p:cNvCxnSpPr>
          <p:nvPr/>
        </p:nvCxnSpPr>
        <p:spPr bwMode="auto">
          <a:xfrm>
            <a:off x="2276480" y="6182709"/>
            <a:ext cx="232304" cy="352894"/>
          </a:xfrm>
          <a:prstGeom prst="straightConnector1">
            <a:avLst/>
          </a:prstGeom>
          <a:ln w="19050">
            <a:gradFill flip="none" rotWithShape="1">
              <a:gsLst>
                <a:gs pos="100000">
                  <a:srgbClr val="333333"/>
                </a:gs>
                <a:gs pos="67000">
                  <a:srgbClr val="707070"/>
                </a:gs>
                <a:gs pos="35000">
                  <a:schemeClr val="bg1">
                    <a:lumMod val="75000"/>
                  </a:schemeClr>
                </a:gs>
                <a:gs pos="0">
                  <a:schemeClr val="tx1">
                    <a:lumMod val="95000"/>
                    <a:lumOff val="5000"/>
                  </a:schemeClr>
                </a:gs>
              </a:gsLst>
              <a:lin ang="16200000" scaled="1"/>
              <a:tileRect/>
            </a:gradFill>
            <a:tailEnd type="none"/>
          </a:ln>
          <a:ex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9" name="Picture 12" descr="laptop_grey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8242" y="2353275"/>
            <a:ext cx="535083" cy="465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0" name="Picture 12" descr="laptop_grey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1242" y="2353275"/>
            <a:ext cx="535083" cy="465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1" name="Picture 12" descr="phone_grey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83102" y="2419336"/>
            <a:ext cx="396000" cy="3366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2" name="Picture 12" descr="phone_grey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8952" y="2419336"/>
            <a:ext cx="396000" cy="3366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83" name="AutoShape 300"/>
          <p:cNvCxnSpPr>
            <a:cxnSpLocks noChangeShapeType="1"/>
            <a:stCxn id="181" idx="2"/>
            <a:endCxn id="331" idx="0"/>
          </p:cNvCxnSpPr>
          <p:nvPr/>
        </p:nvCxnSpPr>
        <p:spPr bwMode="auto">
          <a:xfrm>
            <a:off x="1981102" y="2755960"/>
            <a:ext cx="339200" cy="253546"/>
          </a:xfrm>
          <a:prstGeom prst="straightConnector1">
            <a:avLst/>
          </a:prstGeom>
          <a:ln w="19050">
            <a:gradFill flip="none" rotWithShape="1">
              <a:gsLst>
                <a:gs pos="100000">
                  <a:srgbClr val="333333"/>
                </a:gs>
                <a:gs pos="67000">
                  <a:srgbClr val="707070"/>
                </a:gs>
                <a:gs pos="35000">
                  <a:schemeClr val="bg1">
                    <a:lumMod val="75000"/>
                  </a:schemeClr>
                </a:gs>
                <a:gs pos="0">
                  <a:schemeClr val="tx1">
                    <a:lumMod val="95000"/>
                    <a:lumOff val="5000"/>
                  </a:schemeClr>
                </a:gs>
              </a:gsLst>
              <a:lin ang="16200000" scaled="1"/>
              <a:tileRect/>
            </a:gradFill>
            <a:tailEnd type="none"/>
          </a:ln>
          <a:ex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" name="AutoShape 299"/>
          <p:cNvCxnSpPr>
            <a:cxnSpLocks noChangeShapeType="1"/>
            <a:stCxn id="182" idx="2"/>
            <a:endCxn id="329" idx="0"/>
          </p:cNvCxnSpPr>
          <p:nvPr/>
        </p:nvCxnSpPr>
        <p:spPr bwMode="auto">
          <a:xfrm>
            <a:off x="736952" y="2755960"/>
            <a:ext cx="203254" cy="253546"/>
          </a:xfrm>
          <a:prstGeom prst="straightConnector1">
            <a:avLst/>
          </a:prstGeom>
          <a:ln w="19050">
            <a:gradFill flip="none" rotWithShape="1">
              <a:gsLst>
                <a:gs pos="100000">
                  <a:srgbClr val="333333"/>
                </a:gs>
                <a:gs pos="67000">
                  <a:srgbClr val="707070"/>
                </a:gs>
                <a:gs pos="35000">
                  <a:schemeClr val="bg1">
                    <a:lumMod val="75000"/>
                  </a:schemeClr>
                </a:gs>
                <a:gs pos="0">
                  <a:schemeClr val="tx1">
                    <a:lumMod val="95000"/>
                    <a:lumOff val="5000"/>
                  </a:schemeClr>
                </a:gs>
              </a:gsLst>
              <a:lin ang="16200000" scaled="1"/>
              <a:tileRect/>
            </a:gradFill>
            <a:tailEnd type="none"/>
          </a:ln>
          <a:ex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167818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직사각형 53"/>
          <p:cNvSpPr/>
          <p:nvPr/>
        </p:nvSpPr>
        <p:spPr>
          <a:xfrm>
            <a:off x="0" y="307090"/>
            <a:ext cx="10693400" cy="46218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 cap="rnd" cmpd="sng">
            <a:noFill/>
            <a:prstDash val="solid"/>
            <a:headEnd type="none" w="lg" len="med"/>
            <a:tailEnd type="none" w="lg" len="med"/>
          </a:ln>
          <a:effectLst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none" lIns="99569" tIns="172873" rIns="99569" bIns="49785"/>
          <a:lstStyle/>
          <a:p>
            <a:pPr algn="ctr" latinLnBrk="0"/>
            <a:endParaRPr lang="ko-KR" altLang="en-US" sz="1700" b="1" dirty="0">
              <a:gradFill>
                <a:gsLst>
                  <a:gs pos="0">
                    <a:prstClr val="white"/>
                  </a:gs>
                  <a:gs pos="100000">
                    <a:prstClr val="white"/>
                  </a:gs>
                </a:gsLst>
                <a:lin ang="5400000" scaled="0"/>
              </a:gra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고도 B" panose="02000503000000020004" pitchFamily="2" charset="-127"/>
              <a:ea typeface="고도 B" panose="02000503000000020004" pitchFamily="2" charset="-127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347918" y="357032"/>
            <a:ext cx="8148382" cy="369332"/>
          </a:xfrm>
          <a:prstGeom prst="rect">
            <a:avLst/>
          </a:prstGeom>
          <a:noFill/>
          <a:ln w="6350">
            <a:noFill/>
          </a:ln>
          <a:effectLst/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 anchorCtr="0">
            <a:spAutoFit/>
            <a:sp3d>
              <a:bevelT w="0" h="0"/>
              <a:contourClr>
                <a:schemeClr val="bg1"/>
              </a:contourClr>
            </a:sp3d>
          </a:bodyPr>
          <a:lstStyle>
            <a:defPPr>
              <a:defRPr lang="ko-KR"/>
            </a:defPPr>
            <a:lvl1pPr lvl="0" indent="0" defTabSz="801639" latinLnBrk="0">
              <a:lnSpc>
                <a:spcPct val="100000"/>
              </a:lnSpc>
              <a:spcBef>
                <a:spcPts val="88"/>
              </a:spcBef>
              <a:spcAft>
                <a:spcPts val="88"/>
              </a:spcAft>
              <a:defRPr sz="2400" spc="0">
                <a:ln>
                  <a:solidFill>
                    <a:prstClr val="white">
                      <a:alpha val="10000"/>
                    </a:prstClr>
                  </a:solidFill>
                </a:ln>
                <a:solidFill>
                  <a:prstClr val="white"/>
                </a:solidFill>
                <a:effectLst/>
                <a:latin typeface="나눔고딕 ExtraBold" panose="020D0904000000000000" pitchFamily="50" charset="-127"/>
                <a:ea typeface="나눔고딕 ExtraBold" panose="020D0904000000000000" pitchFamily="50" charset="-127"/>
              </a:defRPr>
            </a:lvl1pPr>
          </a:lstStyle>
          <a:p>
            <a:r>
              <a:rPr lang="en-US" altLang="ko-KR" spc="-150" dirty="0" smtClean="0">
                <a:solidFill>
                  <a:schemeClr val="tx1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Q15. </a:t>
            </a:r>
            <a:r>
              <a:rPr lang="ko-KR" altLang="en-US" spc="-150" dirty="0">
                <a:solidFill>
                  <a:schemeClr val="tx1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군 사업 수행 경험</a:t>
            </a:r>
          </a:p>
        </p:txBody>
      </p:sp>
      <p:sp>
        <p:nvSpPr>
          <p:cNvPr id="56" name="직사각형 55"/>
          <p:cNvSpPr/>
          <p:nvPr/>
        </p:nvSpPr>
        <p:spPr>
          <a:xfrm>
            <a:off x="0" y="776869"/>
            <a:ext cx="10693400" cy="1223382"/>
          </a:xfrm>
          <a:prstGeom prst="rect">
            <a:avLst/>
          </a:prstGeom>
          <a:solidFill>
            <a:srgbClr val="2F6495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 lang="ko-KR" altLang="en-US" dirty="0"/>
          </a:p>
        </p:txBody>
      </p:sp>
      <p:sp>
        <p:nvSpPr>
          <p:cNvPr id="57" name="TextBox 56"/>
          <p:cNvSpPr txBox="1"/>
          <p:nvPr/>
        </p:nvSpPr>
        <p:spPr>
          <a:xfrm>
            <a:off x="357442" y="920807"/>
            <a:ext cx="10043857" cy="900888"/>
          </a:xfrm>
          <a:prstGeom prst="rect">
            <a:avLst/>
          </a:prstGeom>
          <a:noFill/>
          <a:ln w="6350">
            <a:noFill/>
          </a:ln>
          <a:effectLst/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 anchorCtr="0">
            <a:spAutoFit/>
            <a:sp3d>
              <a:bevelT w="0" h="0"/>
              <a:contourClr>
                <a:schemeClr val="bg1"/>
              </a:contourClr>
            </a:sp3d>
          </a:bodyPr>
          <a:lstStyle>
            <a:defPPr>
              <a:defRPr lang="ko-KR"/>
            </a:defPPr>
            <a:lvl1pPr lvl="0" indent="0" defTabSz="801639" latinLnBrk="0">
              <a:lnSpc>
                <a:spcPct val="100000"/>
              </a:lnSpc>
              <a:spcBef>
                <a:spcPts val="88"/>
              </a:spcBef>
              <a:spcAft>
                <a:spcPts val="88"/>
              </a:spcAft>
              <a:defRPr sz="2400" spc="0">
                <a:ln>
                  <a:solidFill>
                    <a:prstClr val="white">
                      <a:alpha val="10000"/>
                    </a:prstClr>
                  </a:solidFill>
                </a:ln>
                <a:solidFill>
                  <a:prstClr val="white"/>
                </a:solidFill>
                <a:effectLst/>
                <a:latin typeface="나눔고딕 ExtraBold" panose="020D0904000000000000" pitchFamily="50" charset="-127"/>
                <a:ea typeface="나눔고딕 ExtraBold" panose="020D0904000000000000" pitchFamily="50" charset="-127"/>
              </a:defRPr>
            </a:lvl1pPr>
          </a:lstStyle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800" spc="-100" dirty="0">
                <a:solidFill>
                  <a:schemeClr val="bg1"/>
                </a:solidFill>
                <a:latin typeface="Rix고딕 M" pitchFamily="18" charset="-127"/>
                <a:ea typeface="Rix고딕 M" pitchFamily="18" charset="-127"/>
              </a:rPr>
              <a:t>모든 </a:t>
            </a:r>
            <a:r>
              <a:rPr lang="en-US" altLang="ko-KR" sz="1800" spc="-100" dirty="0">
                <a:solidFill>
                  <a:schemeClr val="bg1"/>
                </a:solidFill>
                <a:latin typeface="Rix고딕 M" pitchFamily="18" charset="-127"/>
                <a:ea typeface="Rix고딕 M" pitchFamily="18" charset="-127"/>
              </a:rPr>
              <a:t>SI</a:t>
            </a:r>
            <a:r>
              <a:rPr lang="ko-KR" altLang="en-US" sz="1800" spc="-100" dirty="0">
                <a:solidFill>
                  <a:schemeClr val="bg1"/>
                </a:solidFill>
                <a:latin typeface="Rix고딕 M" pitchFamily="18" charset="-127"/>
                <a:ea typeface="Rix고딕 M" pitchFamily="18" charset="-127"/>
              </a:rPr>
              <a:t>사업의 핵심은 수행 인력의 경험이 중요하다고 생각합니다</a:t>
            </a:r>
            <a:r>
              <a:rPr lang="en-US" altLang="ko-KR" sz="1800" spc="-100" dirty="0">
                <a:solidFill>
                  <a:schemeClr val="bg1"/>
                </a:solidFill>
                <a:latin typeface="Rix고딕 M" pitchFamily="18" charset="-127"/>
                <a:ea typeface="Rix고딕 M" pitchFamily="18" charset="-127"/>
              </a:rPr>
              <a:t>. </a:t>
            </a:r>
            <a:r>
              <a:rPr lang="ko-KR" altLang="en-US" sz="1800" spc="-100" dirty="0">
                <a:solidFill>
                  <a:schemeClr val="bg1"/>
                </a:solidFill>
                <a:latin typeface="Rix고딕 M" pitchFamily="18" charset="-127"/>
                <a:ea typeface="Rix고딕 M" pitchFamily="18" charset="-127"/>
              </a:rPr>
              <a:t>제안사의 수행 </a:t>
            </a:r>
            <a:r>
              <a:rPr lang="en-US" altLang="ko-KR" sz="1800" spc="-100" dirty="0">
                <a:solidFill>
                  <a:schemeClr val="bg1"/>
                </a:solidFill>
                <a:latin typeface="Rix고딕 M" pitchFamily="18" charset="-127"/>
                <a:ea typeface="Rix고딕 M" pitchFamily="18" charset="-127"/>
              </a:rPr>
              <a:t>PM, </a:t>
            </a:r>
            <a:r>
              <a:rPr lang="ko-KR" altLang="en-US" sz="1800" spc="-100" dirty="0">
                <a:solidFill>
                  <a:schemeClr val="bg1"/>
                </a:solidFill>
                <a:latin typeface="Rix고딕 M" pitchFamily="18" charset="-127"/>
                <a:ea typeface="Rix고딕 M" pitchFamily="18" charset="-127"/>
              </a:rPr>
              <a:t>군사 전문가는 군 사업 경험이 </a:t>
            </a:r>
            <a:r>
              <a:rPr lang="en-US" altLang="ko-KR" sz="1800" spc="-100" dirty="0">
                <a:solidFill>
                  <a:schemeClr val="bg1"/>
                </a:solidFill>
                <a:latin typeface="Rix고딕 M" pitchFamily="18" charset="-127"/>
                <a:ea typeface="Rix고딕 M" pitchFamily="18" charset="-127"/>
              </a:rPr>
              <a:t>20</a:t>
            </a:r>
            <a:r>
              <a:rPr lang="ko-KR" altLang="en-US" sz="1800" spc="-100" dirty="0">
                <a:solidFill>
                  <a:schemeClr val="bg1"/>
                </a:solidFill>
                <a:latin typeface="Rix고딕 M" pitchFamily="18" charset="-127"/>
                <a:ea typeface="Rix고딕 M" pitchFamily="18" charset="-127"/>
              </a:rPr>
              <a:t>년 이상으로 군 관련 사업에 대해서는 어느 사업자 보다 노하우가 풍부하다고 생각합니다</a:t>
            </a:r>
            <a:r>
              <a:rPr lang="en-US" altLang="ko-KR" sz="1800" spc="-100" dirty="0">
                <a:solidFill>
                  <a:schemeClr val="bg1"/>
                </a:solidFill>
                <a:latin typeface="Rix고딕 M" pitchFamily="18" charset="-127"/>
                <a:ea typeface="Rix고딕 M" pitchFamily="18" charset="-127"/>
              </a:rPr>
              <a:t>. </a:t>
            </a:r>
            <a:r>
              <a:rPr lang="ko-KR" altLang="en-US" sz="1800" spc="-100" dirty="0">
                <a:solidFill>
                  <a:schemeClr val="bg1"/>
                </a:solidFill>
                <a:latin typeface="Rix고딕 M" pitchFamily="18" charset="-127"/>
                <a:ea typeface="Rix고딕 M" pitchFamily="18" charset="-127"/>
              </a:rPr>
              <a:t>또한 제안사는 </a:t>
            </a:r>
            <a:r>
              <a:rPr lang="en-US" altLang="ko-KR" sz="1800" spc="-100" dirty="0">
                <a:solidFill>
                  <a:schemeClr val="bg1"/>
                </a:solidFill>
                <a:latin typeface="Rix고딕 M" pitchFamily="18" charset="-127"/>
                <a:ea typeface="Rix고딕 M" pitchFamily="18" charset="-127"/>
              </a:rPr>
              <a:t>2015</a:t>
            </a:r>
            <a:r>
              <a:rPr lang="ko-KR" altLang="en-US" sz="1800" spc="-100" dirty="0">
                <a:solidFill>
                  <a:schemeClr val="bg1"/>
                </a:solidFill>
                <a:latin typeface="Rix고딕 M" pitchFamily="18" charset="-127"/>
                <a:ea typeface="Rix고딕 M" pitchFamily="18" charset="-127"/>
              </a:rPr>
              <a:t>년 공군</a:t>
            </a:r>
            <a:r>
              <a:rPr lang="en-US" altLang="ko-KR" sz="1800" spc="-100" dirty="0">
                <a:solidFill>
                  <a:schemeClr val="bg1"/>
                </a:solidFill>
                <a:latin typeface="Rix고딕 M" pitchFamily="18" charset="-127"/>
                <a:ea typeface="Rix고딕 M" pitchFamily="18" charset="-127"/>
              </a:rPr>
              <a:t>, </a:t>
            </a:r>
            <a:r>
              <a:rPr lang="ko-KR" altLang="en-US" sz="1800" spc="-100" dirty="0">
                <a:solidFill>
                  <a:schemeClr val="bg1"/>
                </a:solidFill>
                <a:latin typeface="Rix고딕 M" pitchFamily="18" charset="-127"/>
                <a:ea typeface="Rix고딕 M" pitchFamily="18" charset="-127"/>
              </a:rPr>
              <a:t>해군 사업을 성공적으로 수행 완료 하였습니다</a:t>
            </a:r>
            <a:r>
              <a:rPr lang="en-US" altLang="ko-KR" sz="1800" spc="-100" dirty="0">
                <a:solidFill>
                  <a:schemeClr val="bg1"/>
                </a:solidFill>
                <a:latin typeface="Rix고딕 M" pitchFamily="18" charset="-127"/>
                <a:ea typeface="Rix고딕 M" pitchFamily="18" charset="-127"/>
              </a:rPr>
              <a:t>.</a:t>
            </a:r>
          </a:p>
        </p:txBody>
      </p:sp>
      <p:sp>
        <p:nvSpPr>
          <p:cNvPr id="58" name="오각형 57"/>
          <p:cNvSpPr/>
          <p:nvPr/>
        </p:nvSpPr>
        <p:spPr>
          <a:xfrm>
            <a:off x="515428" y="4395859"/>
            <a:ext cx="4696991" cy="45719"/>
          </a:xfrm>
          <a:prstGeom prst="homePlate">
            <a:avLst>
              <a:gd name="adj" fmla="val 0"/>
            </a:avLst>
          </a:prstGeom>
          <a:solidFill>
            <a:srgbClr val="259DBB"/>
          </a:solidFill>
          <a:ln w="12700">
            <a:noFill/>
          </a:ln>
          <a:effectLst>
            <a:innerShdw blurRad="114300">
              <a:schemeClr val="tx1">
                <a:lumMod val="50000"/>
                <a:lumOff val="5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threePt" dir="t"/>
            </a:scene3d>
            <a:sp3d>
              <a:bevelT w="1270"/>
            </a:sp3d>
          </a:bodyPr>
          <a:lstStyle/>
          <a:p>
            <a:pPr marL="0" lvl="1" indent="-142863" algn="ctr" defTabSz="957263">
              <a:lnSpc>
                <a:spcPct val="110000"/>
              </a:lnSpc>
              <a:buClr>
                <a:sysClr val="windowText" lastClr="000000"/>
              </a:buClr>
              <a:buSzPct val="90000"/>
              <a:tabLst>
                <a:tab pos="5647876" algn="l"/>
              </a:tabLst>
              <a:defRPr/>
            </a:pPr>
            <a:endParaRPr lang="ko-KR" altLang="en-US" sz="1300" dirty="0" smtClean="0">
              <a:solidFill>
                <a:schemeClr val="tx1">
                  <a:lumMod val="75000"/>
                  <a:lumOff val="25000"/>
                </a:schemeClr>
              </a:solidFill>
              <a:latin typeface="나눔고딕 ExtraBold" pitchFamily="50" charset="-127"/>
              <a:ea typeface="나눔고딕 ExtraBold" pitchFamily="50" charset="-127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1302208" y="2371542"/>
            <a:ext cx="253274" cy="215444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  <a:scene3d>
              <a:camera prst="orthographicFront"/>
              <a:lightRig rig="threePt" dir="t"/>
            </a:scene3d>
            <a:sp3d>
              <a:bevelT w="1270"/>
            </a:sp3d>
          </a:bodyPr>
          <a:lstStyle/>
          <a:p>
            <a:pPr latinLnBrk="0">
              <a:spcAft>
                <a:spcPts val="400"/>
              </a:spcAft>
            </a:pPr>
            <a:r>
              <a:rPr lang="en-US" altLang="ko-KR" sz="1400" spc="-50" dirty="0">
                <a:latin typeface="Rix고딕 L" panose="02020603020101020101" pitchFamily="18" charset="-127"/>
                <a:ea typeface="Rix고딕 L" panose="02020603020101020101" pitchFamily="18" charset="-127"/>
              </a:rPr>
              <a:t>PM</a:t>
            </a:r>
            <a:endParaRPr lang="ko-KR" altLang="en-US" sz="1400" spc="-50" dirty="0"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553388" y="2304566"/>
            <a:ext cx="692497" cy="307777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  <a:scene3d>
              <a:camera prst="orthographicFront"/>
              <a:lightRig rig="threePt" dir="t"/>
            </a:scene3d>
            <a:sp3d>
              <a:bevelT w="1270"/>
            </a:sp3d>
          </a:bodyPr>
          <a:lstStyle/>
          <a:p>
            <a:pPr defTabSz="762000" eaLnBrk="0" latinLnBrk="0" hangingPunct="0">
              <a:tabLst>
                <a:tab pos="5648325" algn="l"/>
              </a:tabLst>
              <a:defRPr/>
            </a:pPr>
            <a:r>
              <a:rPr lang="ko-KR" altLang="en-US" dirty="0">
                <a:latin typeface="Rix고딕 EB" panose="02020603020101020101" pitchFamily="18" charset="-127"/>
                <a:ea typeface="Rix고딕 EB" panose="02020603020101020101" pitchFamily="18" charset="-127"/>
              </a:rPr>
              <a:t>최창식</a:t>
            </a:r>
            <a:endParaRPr lang="en-US" altLang="ko-KR" spc="-100" dirty="0">
              <a:ln w="11430">
                <a:noFill/>
              </a:ln>
              <a:latin typeface="Rix고딕 EB" panose="02020603020101020101" pitchFamily="18" charset="-127"/>
              <a:ea typeface="Rix고딕 EB" panose="02020603020101020101" pitchFamily="18" charset="-127"/>
              <a:cs typeface="Arial" pitchFamily="34" charset="0"/>
            </a:endParaRPr>
          </a:p>
        </p:txBody>
      </p:sp>
      <p:sp>
        <p:nvSpPr>
          <p:cNvPr id="67" name="양쪽 모서리가 둥근 사각형 24"/>
          <p:cNvSpPr/>
          <p:nvPr/>
        </p:nvSpPr>
        <p:spPr>
          <a:xfrm>
            <a:off x="1696527" y="2314091"/>
            <a:ext cx="3515891" cy="367967"/>
          </a:xfrm>
          <a:prstGeom prst="rect">
            <a:avLst/>
          </a:prstGeom>
          <a:solidFill>
            <a:srgbClr val="1B91C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8" name="TextBox 67"/>
          <p:cNvSpPr txBox="1"/>
          <p:nvPr/>
        </p:nvSpPr>
        <p:spPr>
          <a:xfrm>
            <a:off x="1791620" y="2359903"/>
            <a:ext cx="3336447" cy="2616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  <a:scene3d>
              <a:camera prst="orthographicFront"/>
              <a:lightRig rig="threePt" dir="t"/>
            </a:scene3d>
            <a:sp3d>
              <a:bevelT w="1270"/>
            </a:sp3d>
          </a:bodyPr>
          <a:lstStyle/>
          <a:p>
            <a:pPr algn="ctr" latinLnBrk="0">
              <a:spcAft>
                <a:spcPts val="400"/>
              </a:spcAft>
            </a:pPr>
            <a:r>
              <a:rPr lang="ko-KR" altLang="en-US" sz="1700" b="1" spc="-100" dirty="0">
                <a:solidFill>
                  <a:schemeClr val="bg1"/>
                </a:solidFill>
                <a:latin typeface="Rix고딕 B" panose="02020603020101020101" pitchFamily="18" charset="-127"/>
                <a:ea typeface="Rix고딕 B" panose="02020603020101020101" pitchFamily="18" charset="-127"/>
              </a:rPr>
              <a:t>군 네트워크 전문가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501515" y="2898375"/>
            <a:ext cx="2559753" cy="129266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  <a:scene3d>
              <a:camera prst="orthographicFront"/>
              <a:lightRig rig="threePt" dir="t"/>
            </a:scene3d>
            <a:sp3d>
              <a:bevelT w="1270"/>
            </a:sp3d>
          </a:bodyPr>
          <a:lstStyle/>
          <a:p>
            <a:pPr marL="108000" indent="-108000">
              <a:buFont typeface="Arial" panose="020B0604020202020204" pitchFamily="34" charset="0"/>
              <a:buChar char="•"/>
            </a:pPr>
            <a:r>
              <a:rPr lang="en-US" altLang="ko-KR" sz="1400" spc="-1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Rix고딕 M" panose="02020603020101020101" pitchFamily="18" charset="-127"/>
                <a:ea typeface="Rix고딕 M" panose="02020603020101020101" pitchFamily="18" charset="-127"/>
              </a:rPr>
              <a:t>256</a:t>
            </a:r>
            <a:r>
              <a:rPr lang="ko-KR" altLang="en-US" sz="140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Rix고딕 M" panose="02020603020101020101" pitchFamily="18" charset="-127"/>
                <a:ea typeface="Rix고딕 M" panose="02020603020101020101" pitchFamily="18" charset="-127"/>
              </a:rPr>
              <a:t>개 대대</a:t>
            </a:r>
            <a:r>
              <a:rPr lang="en-US" altLang="ko-KR" sz="140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Rix고딕 M" panose="02020603020101020101" pitchFamily="18" charset="-127"/>
                <a:ea typeface="Rix고딕 M" panose="02020603020101020101" pitchFamily="18" charset="-127"/>
              </a:rPr>
              <a:t>, 10</a:t>
            </a:r>
            <a:r>
              <a:rPr lang="ko-KR" altLang="en-US" sz="140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Rix고딕 M" panose="02020603020101020101" pitchFamily="18" charset="-127"/>
                <a:ea typeface="Rix고딕 M" panose="02020603020101020101" pitchFamily="18" charset="-127"/>
              </a:rPr>
              <a:t>개 군단</a:t>
            </a:r>
            <a:r>
              <a:rPr lang="en-US" altLang="ko-KR" sz="140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Rix고딕 M" panose="02020603020101020101" pitchFamily="18" charset="-127"/>
                <a:ea typeface="Rix고딕 M" panose="02020603020101020101" pitchFamily="18" charset="-127"/>
              </a:rPr>
              <a:t>, </a:t>
            </a:r>
            <a:r>
              <a:rPr lang="en-US" altLang="ko-KR" sz="1400" spc="-1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Rix고딕 M" panose="02020603020101020101" pitchFamily="18" charset="-127"/>
                <a:ea typeface="Rix고딕 M" panose="02020603020101020101" pitchFamily="18" charset="-127"/>
              </a:rPr>
              <a:t>13</a:t>
            </a:r>
            <a:r>
              <a:rPr lang="ko-KR" altLang="en-US" sz="140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Rix고딕 M" panose="02020603020101020101" pitchFamily="18" charset="-127"/>
                <a:ea typeface="Rix고딕 M" panose="02020603020101020101" pitchFamily="18" charset="-127"/>
              </a:rPr>
              <a:t>개 사단 </a:t>
            </a:r>
            <a:r>
              <a:rPr lang="en-US" altLang="ko-KR" sz="140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Rix고딕 M" panose="02020603020101020101" pitchFamily="18" charset="-127"/>
                <a:ea typeface="Rix고딕 M" panose="02020603020101020101" pitchFamily="18" charset="-127"/>
              </a:rPr>
              <a:t>LAN</a:t>
            </a:r>
            <a:r>
              <a:rPr lang="ko-KR" altLang="en-US" sz="140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Rix고딕 M" panose="02020603020101020101" pitchFamily="18" charset="-127"/>
                <a:ea typeface="Rix고딕 M" panose="02020603020101020101" pitchFamily="18" charset="-127"/>
              </a:rPr>
              <a:t>사업 담당</a:t>
            </a:r>
          </a:p>
          <a:p>
            <a:pPr marL="108000" indent="-108000">
              <a:buFont typeface="Arial" panose="020B0604020202020204" pitchFamily="34" charset="0"/>
              <a:buChar char="•"/>
            </a:pPr>
            <a:r>
              <a:rPr lang="ko-KR" altLang="en-US" sz="140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Rix고딕 M" panose="02020603020101020101" pitchFamily="18" charset="-127"/>
                <a:ea typeface="Rix고딕 M" panose="02020603020101020101" pitchFamily="18" charset="-127"/>
              </a:rPr>
              <a:t>육군사관학교 등 </a:t>
            </a:r>
            <a:r>
              <a:rPr lang="en-US" altLang="ko-KR" sz="140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Rix고딕 M" panose="02020603020101020101" pitchFamily="18" charset="-127"/>
                <a:ea typeface="Rix고딕 M" panose="02020603020101020101" pitchFamily="18" charset="-127"/>
              </a:rPr>
              <a:t>6</a:t>
            </a:r>
            <a:r>
              <a:rPr lang="ko-KR" altLang="en-US" sz="140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Rix고딕 M" panose="02020603020101020101" pitchFamily="18" charset="-127"/>
                <a:ea typeface="Rix고딕 M" panose="02020603020101020101" pitchFamily="18" charset="-127"/>
              </a:rPr>
              <a:t>개 학교기관 </a:t>
            </a:r>
            <a:r>
              <a:rPr lang="en-US" altLang="ko-KR" sz="140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Rix고딕 M" panose="02020603020101020101" pitchFamily="18" charset="-127"/>
                <a:ea typeface="Rix고딕 M" panose="02020603020101020101" pitchFamily="18" charset="-127"/>
              </a:rPr>
              <a:t>LAN </a:t>
            </a:r>
            <a:r>
              <a:rPr lang="ko-KR" altLang="en-US" sz="1400" spc="-1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Rix고딕 M" panose="02020603020101020101" pitchFamily="18" charset="-127"/>
                <a:ea typeface="Rix고딕 M" panose="02020603020101020101" pitchFamily="18" charset="-127"/>
              </a:rPr>
              <a:t>사업 담당</a:t>
            </a:r>
            <a:endParaRPr lang="ko-KR" altLang="en-US" sz="1400" spc="-100" dirty="0">
              <a:solidFill>
                <a:schemeClr val="tx1">
                  <a:lumMod val="75000"/>
                  <a:lumOff val="25000"/>
                </a:schemeClr>
              </a:solidFill>
              <a:latin typeface="Rix고딕 M" panose="02020603020101020101" pitchFamily="18" charset="-127"/>
              <a:ea typeface="Rix고딕 M" panose="02020603020101020101" pitchFamily="18" charset="-127"/>
            </a:endParaRPr>
          </a:p>
          <a:p>
            <a:pPr marL="108000" indent="-108000">
              <a:buFont typeface="Arial" panose="020B0604020202020204" pitchFamily="34" charset="0"/>
              <a:buChar char="•"/>
            </a:pPr>
            <a:r>
              <a:rPr lang="ko-KR" altLang="en-US" sz="140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Rix고딕 M" panose="02020603020101020101" pitchFamily="18" charset="-127"/>
                <a:ea typeface="Rix고딕 M" panose="02020603020101020101" pitchFamily="18" charset="-127"/>
              </a:rPr>
              <a:t>육군본부 메가센터 구축</a:t>
            </a:r>
          </a:p>
          <a:p>
            <a:pPr marL="108000" indent="-108000">
              <a:buFont typeface="Arial" panose="020B0604020202020204" pitchFamily="34" charset="0"/>
              <a:buChar char="•"/>
            </a:pPr>
            <a:r>
              <a:rPr lang="ko-KR" altLang="en-US" sz="140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Rix고딕 M" panose="02020603020101020101" pitchFamily="18" charset="-127"/>
                <a:ea typeface="Rix고딕 M" panose="02020603020101020101" pitchFamily="18" charset="-127"/>
              </a:rPr>
              <a:t>국방 의료정보체계 구축</a:t>
            </a:r>
            <a:r>
              <a:rPr lang="en-US" altLang="ko-KR" sz="140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Rix고딕 M" panose="02020603020101020101" pitchFamily="18" charset="-127"/>
                <a:ea typeface="Rix고딕 M" panose="02020603020101020101" pitchFamily="18" charset="-127"/>
              </a:rPr>
              <a:t>(PACS)</a:t>
            </a:r>
            <a:r>
              <a:rPr lang="ko-KR" altLang="en-US" sz="140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Rix고딕 M" panose="02020603020101020101" pitchFamily="18" charset="-127"/>
                <a:ea typeface="Rix고딕 M" panose="02020603020101020101" pitchFamily="18" charset="-127"/>
              </a:rPr>
              <a:t>사업</a:t>
            </a:r>
          </a:p>
        </p:txBody>
      </p:sp>
      <p:cxnSp>
        <p:nvCxnSpPr>
          <p:cNvPr id="70" name="직선 연결선 69"/>
          <p:cNvCxnSpPr/>
          <p:nvPr/>
        </p:nvCxnSpPr>
        <p:spPr>
          <a:xfrm>
            <a:off x="543249" y="2672533"/>
            <a:ext cx="4669170" cy="0"/>
          </a:xfrm>
          <a:prstGeom prst="line">
            <a:avLst/>
          </a:prstGeom>
          <a:ln w="15875">
            <a:solidFill>
              <a:schemeClr val="tx1">
                <a:lumMod val="50000"/>
                <a:lumOff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1" name="그룹 70"/>
          <p:cNvGrpSpPr/>
          <p:nvPr/>
        </p:nvGrpSpPr>
        <p:grpSpPr>
          <a:xfrm>
            <a:off x="3913666" y="3293475"/>
            <a:ext cx="1305649" cy="1105100"/>
            <a:chOff x="12280900" y="3547361"/>
            <a:chExt cx="791533" cy="729333"/>
          </a:xfrm>
        </p:grpSpPr>
        <p:pic>
          <p:nvPicPr>
            <p:cNvPr id="72" name="Picture 2" descr="G:\work\다원아이씨티\한국정보화진흥원\슬라이드8-09.png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12280900" y="3547361"/>
              <a:ext cx="788592" cy="729333"/>
            </a:xfrm>
            <a:prstGeom prst="rect">
              <a:avLst/>
            </a:prstGeom>
            <a:noFill/>
            <a:ln>
              <a:noFill/>
            </a:ln>
            <a:effectLst>
              <a:innerShdw blurRad="114300">
                <a:prstClr val="black">
                  <a:alpha val="72000"/>
                </a:prstClr>
              </a:innerShdw>
            </a:effectLst>
          </p:spPr>
        </p:pic>
        <p:sp>
          <p:nvSpPr>
            <p:cNvPr id="73" name="TextBox 72"/>
            <p:cNvSpPr txBox="1"/>
            <p:nvPr/>
          </p:nvSpPr>
          <p:spPr>
            <a:xfrm>
              <a:off x="12283841" y="4112996"/>
              <a:ext cx="788592" cy="146116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spAutoFit/>
            </a:bodyPr>
            <a:lstStyle/>
            <a:p>
              <a:pPr algn="ctr">
                <a:defRPr/>
              </a:pPr>
              <a:r>
                <a:rPr lang="en-US" altLang="ko-KR" sz="1600" spc="-150" dirty="0" smtClean="0">
                  <a:solidFill>
                    <a:schemeClr val="bg1"/>
                  </a:solidFill>
                  <a:latin typeface="Rix고딕 B" pitchFamily="18" charset="-127"/>
                  <a:ea typeface="Rix고딕 B" pitchFamily="18" charset="-127"/>
                </a:rPr>
                <a:t>27</a:t>
              </a:r>
              <a:r>
                <a:rPr lang="ko-KR" altLang="en-US" sz="1600" spc="-150" dirty="0" smtClean="0">
                  <a:solidFill>
                    <a:schemeClr val="bg1"/>
                  </a:solidFill>
                  <a:latin typeface="Rix고딕 B" pitchFamily="18" charset="-127"/>
                  <a:ea typeface="Rix고딕 B" pitchFamily="18" charset="-127"/>
                </a:rPr>
                <a:t>년</a:t>
              </a:r>
              <a:endParaRPr lang="en-US" altLang="ko-KR" sz="1600" spc="-150" dirty="0">
                <a:solidFill>
                  <a:schemeClr val="bg1"/>
                </a:solidFill>
                <a:latin typeface="Rix고딕 B" pitchFamily="18" charset="-127"/>
                <a:ea typeface="Rix고딕 B" pitchFamily="18" charset="-127"/>
              </a:endParaRPr>
            </a:p>
          </p:txBody>
        </p:sp>
      </p:grpSp>
      <p:sp>
        <p:nvSpPr>
          <p:cNvPr id="74" name="오각형 73"/>
          <p:cNvSpPr/>
          <p:nvPr/>
        </p:nvSpPr>
        <p:spPr>
          <a:xfrm>
            <a:off x="515428" y="6898914"/>
            <a:ext cx="4696991" cy="45719"/>
          </a:xfrm>
          <a:prstGeom prst="homePlate">
            <a:avLst>
              <a:gd name="adj" fmla="val 0"/>
            </a:avLst>
          </a:prstGeom>
          <a:solidFill>
            <a:srgbClr val="259DBB"/>
          </a:solidFill>
          <a:ln w="12700">
            <a:noFill/>
          </a:ln>
          <a:effectLst>
            <a:innerShdw blurRad="114300">
              <a:schemeClr val="tx1">
                <a:lumMod val="50000"/>
                <a:lumOff val="5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threePt" dir="t"/>
            </a:scene3d>
            <a:sp3d>
              <a:bevelT w="1270"/>
            </a:sp3d>
          </a:bodyPr>
          <a:lstStyle/>
          <a:p>
            <a:pPr marL="0" lvl="1" indent="-142863" algn="ctr" defTabSz="957263">
              <a:lnSpc>
                <a:spcPct val="110000"/>
              </a:lnSpc>
              <a:buClr>
                <a:sysClr val="windowText" lastClr="000000"/>
              </a:buClr>
              <a:buSzPct val="90000"/>
              <a:tabLst>
                <a:tab pos="5647876" algn="l"/>
              </a:tabLst>
              <a:defRPr/>
            </a:pPr>
            <a:endParaRPr lang="ko-KR" altLang="en-US" sz="1300" dirty="0" smtClean="0">
              <a:solidFill>
                <a:schemeClr val="tx1">
                  <a:lumMod val="75000"/>
                  <a:lumOff val="25000"/>
                </a:schemeClr>
              </a:solidFill>
              <a:latin typeface="나눔고딕 ExtraBold" pitchFamily="50" charset="-127"/>
              <a:ea typeface="나눔고딕 ExtraBold" pitchFamily="50" charset="-127"/>
            </a:endParaRPr>
          </a:p>
        </p:txBody>
      </p:sp>
      <p:sp>
        <p:nvSpPr>
          <p:cNvPr id="75" name="TextBox 74"/>
          <p:cNvSpPr txBox="1"/>
          <p:nvPr/>
        </p:nvSpPr>
        <p:spPr>
          <a:xfrm>
            <a:off x="1302208" y="4874597"/>
            <a:ext cx="310983" cy="215444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  <a:scene3d>
              <a:camera prst="orthographicFront"/>
              <a:lightRig rig="threePt" dir="t"/>
            </a:scene3d>
            <a:sp3d>
              <a:bevelT w="1270"/>
            </a:sp3d>
          </a:bodyPr>
          <a:lstStyle/>
          <a:p>
            <a:pPr latinLnBrk="0">
              <a:spcAft>
                <a:spcPts val="400"/>
              </a:spcAft>
            </a:pPr>
            <a:r>
              <a:rPr lang="ko-KR" altLang="en-US" sz="1400" spc="-50" dirty="0">
                <a:latin typeface="Rix고딕 L" panose="02020603020101020101" pitchFamily="18" charset="-127"/>
                <a:ea typeface="Rix고딕 L" panose="02020603020101020101" pitchFamily="18" charset="-127"/>
              </a:rPr>
              <a:t>이사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53388" y="4807621"/>
            <a:ext cx="692497" cy="307777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  <a:scene3d>
              <a:camera prst="orthographicFront"/>
              <a:lightRig rig="threePt" dir="t"/>
            </a:scene3d>
            <a:sp3d>
              <a:bevelT w="1270"/>
            </a:sp3d>
          </a:bodyPr>
          <a:lstStyle/>
          <a:p>
            <a:pPr defTabSz="762000" eaLnBrk="0" latinLnBrk="0" hangingPunct="0">
              <a:tabLst>
                <a:tab pos="5648325" algn="l"/>
              </a:tabLst>
              <a:defRPr/>
            </a:pPr>
            <a:r>
              <a:rPr lang="ko-KR" altLang="en-US" dirty="0" smtClean="0">
                <a:latin typeface="Rix고딕 EB" panose="02020603020101020101" pitchFamily="18" charset="-127"/>
                <a:ea typeface="Rix고딕 EB" panose="02020603020101020101" pitchFamily="18" charset="-127"/>
              </a:rPr>
              <a:t>권오식</a:t>
            </a:r>
            <a:endParaRPr lang="en-US" altLang="ko-KR" spc="-100" dirty="0">
              <a:ln w="11430">
                <a:noFill/>
              </a:ln>
              <a:latin typeface="Rix고딕 EB" panose="02020603020101020101" pitchFamily="18" charset="-127"/>
              <a:ea typeface="Rix고딕 EB" panose="02020603020101020101" pitchFamily="18" charset="-127"/>
              <a:cs typeface="Arial" pitchFamily="34" charset="0"/>
            </a:endParaRPr>
          </a:p>
        </p:txBody>
      </p:sp>
      <p:sp>
        <p:nvSpPr>
          <p:cNvPr id="77" name="양쪽 모서리가 둥근 사각형 24"/>
          <p:cNvSpPr/>
          <p:nvPr/>
        </p:nvSpPr>
        <p:spPr>
          <a:xfrm>
            <a:off x="1696527" y="4817146"/>
            <a:ext cx="3515891" cy="367967"/>
          </a:xfrm>
          <a:prstGeom prst="rect">
            <a:avLst/>
          </a:prstGeom>
          <a:solidFill>
            <a:srgbClr val="1B91C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8" name="TextBox 77"/>
          <p:cNvSpPr txBox="1"/>
          <p:nvPr/>
        </p:nvSpPr>
        <p:spPr>
          <a:xfrm>
            <a:off x="1791620" y="4862958"/>
            <a:ext cx="3336447" cy="2616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  <a:scene3d>
              <a:camera prst="orthographicFront"/>
              <a:lightRig rig="threePt" dir="t"/>
            </a:scene3d>
            <a:sp3d>
              <a:bevelT w="1270"/>
            </a:sp3d>
          </a:bodyPr>
          <a:lstStyle/>
          <a:p>
            <a:pPr algn="ctr" latinLnBrk="0">
              <a:spcAft>
                <a:spcPts val="400"/>
              </a:spcAft>
            </a:pPr>
            <a:r>
              <a:rPr lang="ko-KR" altLang="en-US" sz="1700" b="1" spc="-100" dirty="0">
                <a:solidFill>
                  <a:schemeClr val="bg1"/>
                </a:solidFill>
                <a:latin typeface="Rix고딕 B" panose="02020603020101020101" pitchFamily="18" charset="-127"/>
                <a:ea typeface="Rix고딕 B" panose="02020603020101020101" pitchFamily="18" charset="-127"/>
              </a:rPr>
              <a:t>군 전문가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501515" y="5512262"/>
            <a:ext cx="2691794" cy="10772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  <a:scene3d>
              <a:camera prst="orthographicFront"/>
              <a:lightRig rig="threePt" dir="t"/>
            </a:scene3d>
            <a:sp3d>
              <a:bevelT w="1270"/>
            </a:sp3d>
          </a:bodyPr>
          <a:lstStyle/>
          <a:p>
            <a:pPr marL="108000" indent="-108000">
              <a:buFont typeface="Arial" panose="020B0604020202020204" pitchFamily="34" charset="0"/>
              <a:buChar char="•"/>
            </a:pPr>
            <a:r>
              <a:rPr lang="ko-KR" altLang="en-US" sz="140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Rix고딕 M" panose="02020603020101020101" pitchFamily="18" charset="-127"/>
                <a:ea typeface="Rix고딕 M" panose="02020603020101020101" pitchFamily="18" charset="-127"/>
              </a:rPr>
              <a:t>국방정보통신망 </a:t>
            </a:r>
            <a:r>
              <a:rPr lang="en-US" altLang="ko-KR" sz="140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Rix고딕 M" panose="02020603020101020101" pitchFamily="18" charset="-127"/>
                <a:ea typeface="Rix고딕 M" panose="02020603020101020101" pitchFamily="18" charset="-127"/>
              </a:rPr>
              <a:t>3,4</a:t>
            </a:r>
            <a:r>
              <a:rPr lang="ko-KR" altLang="en-US" sz="140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Rix고딕 M" panose="02020603020101020101" pitchFamily="18" charset="-127"/>
                <a:ea typeface="Rix고딕 M" panose="02020603020101020101" pitchFamily="18" charset="-127"/>
              </a:rPr>
              <a:t>단계 구축사업</a:t>
            </a:r>
          </a:p>
          <a:p>
            <a:pPr marL="108000" indent="-108000">
              <a:buFont typeface="Arial" panose="020B0604020202020204" pitchFamily="34" charset="0"/>
              <a:buChar char="•"/>
            </a:pPr>
            <a:r>
              <a:rPr lang="ko-KR" altLang="en-US" sz="140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Rix고딕 M" panose="02020603020101020101" pitchFamily="18" charset="-127"/>
                <a:ea typeface="Rix고딕 M" panose="02020603020101020101" pitchFamily="18" charset="-127"/>
              </a:rPr>
              <a:t>국방인트라넷 구축사업 수행</a:t>
            </a:r>
          </a:p>
          <a:p>
            <a:pPr marL="108000" indent="-108000">
              <a:buFont typeface="Arial" panose="020B0604020202020204" pitchFamily="34" charset="0"/>
              <a:buChar char="•"/>
            </a:pPr>
            <a:r>
              <a:rPr lang="ko-KR" altLang="en-US" sz="140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Rix고딕 M" panose="02020603020101020101" pitchFamily="18" charset="-127"/>
                <a:ea typeface="Rix고딕 M" panose="02020603020101020101" pitchFamily="18" charset="-127"/>
              </a:rPr>
              <a:t>공군</a:t>
            </a:r>
            <a:r>
              <a:rPr lang="en-US" altLang="ko-KR" sz="140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Rix고딕 M" panose="02020603020101020101" pitchFamily="18" charset="-127"/>
                <a:ea typeface="Rix고딕 M" panose="02020603020101020101" pitchFamily="18" charset="-127"/>
              </a:rPr>
              <a:t>, </a:t>
            </a:r>
            <a:r>
              <a:rPr lang="ko-KR" altLang="en-US" sz="140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Rix고딕 M" panose="02020603020101020101" pitchFamily="18" charset="-127"/>
                <a:ea typeface="Rix고딕 M" panose="02020603020101020101" pitchFamily="18" charset="-127"/>
              </a:rPr>
              <a:t>육군 등 사단급 </a:t>
            </a:r>
            <a:r>
              <a:rPr lang="ko-KR" altLang="en-US" sz="1400" spc="-1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Rix고딕 M" panose="02020603020101020101" pitchFamily="18" charset="-127"/>
                <a:ea typeface="Rix고딕 M" panose="02020603020101020101" pitchFamily="18" charset="-127"/>
              </a:rPr>
              <a:t>노후 랜 </a:t>
            </a:r>
            <a:r>
              <a:rPr lang="ko-KR" altLang="en-US" sz="140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Rix고딕 M" panose="02020603020101020101" pitchFamily="18" charset="-127"/>
                <a:ea typeface="Rix고딕 M" panose="02020603020101020101" pitchFamily="18" charset="-127"/>
              </a:rPr>
              <a:t>장비 교체 사업 </a:t>
            </a:r>
            <a:r>
              <a:rPr lang="en-US" altLang="ko-KR" sz="140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Rix고딕 M" panose="02020603020101020101" pitchFamily="18" charset="-127"/>
                <a:ea typeface="Rix고딕 M" panose="02020603020101020101" pitchFamily="18" charset="-127"/>
              </a:rPr>
              <a:t>10</a:t>
            </a:r>
            <a:r>
              <a:rPr lang="ko-KR" altLang="en-US" sz="140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Rix고딕 M" panose="02020603020101020101" pitchFamily="18" charset="-127"/>
                <a:ea typeface="Rix고딕 M" panose="02020603020101020101" pitchFamily="18" charset="-127"/>
              </a:rPr>
              <a:t>건 담당</a:t>
            </a:r>
          </a:p>
          <a:p>
            <a:pPr marL="108000" indent="-108000">
              <a:buFont typeface="Arial" panose="020B0604020202020204" pitchFamily="34" charset="0"/>
              <a:buChar char="•"/>
            </a:pPr>
            <a:r>
              <a:rPr lang="ko-KR" altLang="en-US" sz="140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Rix고딕 M" panose="02020603020101020101" pitchFamily="18" charset="-127"/>
                <a:ea typeface="Rix고딕 M" panose="02020603020101020101" pitchFamily="18" charset="-127"/>
              </a:rPr>
              <a:t>육군전산소 통합관제센터 구축</a:t>
            </a:r>
          </a:p>
        </p:txBody>
      </p:sp>
      <p:cxnSp>
        <p:nvCxnSpPr>
          <p:cNvPr id="80" name="직선 연결선 79"/>
          <p:cNvCxnSpPr/>
          <p:nvPr/>
        </p:nvCxnSpPr>
        <p:spPr>
          <a:xfrm>
            <a:off x="543249" y="5175588"/>
            <a:ext cx="4669170" cy="0"/>
          </a:xfrm>
          <a:prstGeom prst="line">
            <a:avLst/>
          </a:prstGeom>
          <a:ln w="15875">
            <a:solidFill>
              <a:schemeClr val="tx1">
                <a:lumMod val="50000"/>
                <a:lumOff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2" name="그룹 81"/>
          <p:cNvGrpSpPr/>
          <p:nvPr/>
        </p:nvGrpSpPr>
        <p:grpSpPr>
          <a:xfrm>
            <a:off x="3913666" y="5796530"/>
            <a:ext cx="1305649" cy="1105100"/>
            <a:chOff x="12280900" y="3547361"/>
            <a:chExt cx="791533" cy="729333"/>
          </a:xfrm>
        </p:grpSpPr>
        <p:pic>
          <p:nvPicPr>
            <p:cNvPr id="88" name="Picture 2" descr="G:\work\다원아이씨티\한국정보화진흥원\슬라이드8-09.png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12280900" y="3547361"/>
              <a:ext cx="788592" cy="729333"/>
            </a:xfrm>
            <a:prstGeom prst="rect">
              <a:avLst/>
            </a:prstGeom>
            <a:noFill/>
            <a:ln>
              <a:noFill/>
            </a:ln>
            <a:effectLst>
              <a:innerShdw blurRad="114300">
                <a:prstClr val="black">
                  <a:alpha val="72000"/>
                </a:prstClr>
              </a:innerShdw>
            </a:effectLst>
          </p:spPr>
        </p:pic>
        <p:sp>
          <p:nvSpPr>
            <p:cNvPr id="90" name="TextBox 89"/>
            <p:cNvSpPr txBox="1"/>
            <p:nvPr/>
          </p:nvSpPr>
          <p:spPr>
            <a:xfrm>
              <a:off x="12283841" y="4104805"/>
              <a:ext cx="788592" cy="162499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spAutoFit/>
            </a:bodyPr>
            <a:lstStyle/>
            <a:p>
              <a:pPr algn="ctr">
                <a:defRPr/>
              </a:pPr>
              <a:r>
                <a:rPr lang="en-US" altLang="ko-KR" sz="1600" spc="-150" dirty="0" smtClean="0">
                  <a:solidFill>
                    <a:schemeClr val="bg1"/>
                  </a:solidFill>
                  <a:latin typeface="Rix고딕 B" pitchFamily="18" charset="-127"/>
                  <a:ea typeface="Rix고딕 B" pitchFamily="18" charset="-127"/>
                </a:rPr>
                <a:t>30</a:t>
              </a:r>
              <a:r>
                <a:rPr lang="ko-KR" altLang="en-US" sz="1600" spc="-150" dirty="0" smtClean="0">
                  <a:solidFill>
                    <a:schemeClr val="bg1"/>
                  </a:solidFill>
                  <a:latin typeface="Rix고딕 B" pitchFamily="18" charset="-127"/>
                  <a:ea typeface="Rix고딕 B" pitchFamily="18" charset="-127"/>
                </a:rPr>
                <a:t>년</a:t>
              </a:r>
              <a:endParaRPr lang="en-US" altLang="ko-KR" sz="1600" spc="-150" dirty="0">
                <a:solidFill>
                  <a:schemeClr val="bg1"/>
                </a:solidFill>
                <a:latin typeface="Rix고딕 B" pitchFamily="18" charset="-127"/>
                <a:ea typeface="Rix고딕 B" pitchFamily="18" charset="-127"/>
              </a:endParaRPr>
            </a:p>
          </p:txBody>
        </p:sp>
      </p:grpSp>
      <p:sp>
        <p:nvSpPr>
          <p:cNvPr id="91" name="직사각형 90"/>
          <p:cNvSpPr/>
          <p:nvPr/>
        </p:nvSpPr>
        <p:spPr>
          <a:xfrm>
            <a:off x="5346700" y="2735941"/>
            <a:ext cx="4815642" cy="1705637"/>
          </a:xfrm>
          <a:prstGeom prst="rect">
            <a:avLst/>
          </a:prstGeom>
          <a:solidFill>
            <a:schemeClr val="tx1">
              <a:alpha val="13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dirty="0"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96" name="직사각형 95"/>
          <p:cNvSpPr/>
          <p:nvPr/>
        </p:nvSpPr>
        <p:spPr>
          <a:xfrm>
            <a:off x="5346700" y="2322489"/>
            <a:ext cx="4815642" cy="359569"/>
          </a:xfrm>
          <a:prstGeom prst="rect">
            <a:avLst/>
          </a:prstGeom>
          <a:solidFill>
            <a:srgbClr val="335A75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anchor="ctr"/>
          <a:lstStyle/>
          <a:p>
            <a:pPr algn="ctr">
              <a:defRPr/>
            </a:pPr>
            <a:r>
              <a:rPr lang="en-US" altLang="ko-KR" sz="1600" spc="-100" dirty="0">
                <a:solidFill>
                  <a:schemeClr val="bg1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2015</a:t>
            </a:r>
            <a:r>
              <a:rPr lang="ko-KR" altLang="en-US" sz="1600" spc="-100" dirty="0">
                <a:solidFill>
                  <a:schemeClr val="bg1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년 공군 국방망 침입방지 위협관리체계 고도화</a:t>
            </a:r>
          </a:p>
        </p:txBody>
      </p:sp>
      <p:grpSp>
        <p:nvGrpSpPr>
          <p:cNvPr id="97" name="그룹 96"/>
          <p:cNvGrpSpPr/>
          <p:nvPr/>
        </p:nvGrpSpPr>
        <p:grpSpPr>
          <a:xfrm>
            <a:off x="5348716" y="2735941"/>
            <a:ext cx="4813626" cy="247343"/>
            <a:chOff x="5348716" y="2735941"/>
            <a:chExt cx="4980720" cy="247343"/>
          </a:xfrm>
        </p:grpSpPr>
        <p:sp>
          <p:nvSpPr>
            <p:cNvPr id="98" name="직사각형 97"/>
            <p:cNvSpPr/>
            <p:nvPr/>
          </p:nvSpPr>
          <p:spPr>
            <a:xfrm>
              <a:off x="5348716" y="2735941"/>
              <a:ext cx="1633110" cy="247343"/>
            </a:xfrm>
            <a:prstGeom prst="rect">
              <a:avLst/>
            </a:prstGeom>
            <a:solidFill>
              <a:srgbClr val="1B91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defRPr/>
              </a:pPr>
              <a:r>
                <a:rPr lang="ko-KR" altLang="en-US" sz="1100" spc="-100" dirty="0">
                  <a:solidFill>
                    <a:schemeClr val="bg1"/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</a:rPr>
                <a:t>노후 장비 교체</a:t>
              </a:r>
            </a:p>
          </p:txBody>
        </p:sp>
        <p:sp>
          <p:nvSpPr>
            <p:cNvPr id="99" name="직사각형 98"/>
            <p:cNvSpPr/>
            <p:nvPr/>
          </p:nvSpPr>
          <p:spPr>
            <a:xfrm>
              <a:off x="7022521" y="2735941"/>
              <a:ext cx="1633110" cy="247343"/>
            </a:xfrm>
            <a:prstGeom prst="rect">
              <a:avLst/>
            </a:prstGeom>
            <a:solidFill>
              <a:srgbClr val="1B91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defRPr/>
              </a:pPr>
              <a:r>
                <a:rPr lang="ko-KR" altLang="en-US" sz="1100" spc="-100" dirty="0">
                  <a:solidFill>
                    <a:schemeClr val="bg1"/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</a:rPr>
                <a:t>정보화 환경의 변화 수용</a:t>
              </a:r>
            </a:p>
          </p:txBody>
        </p:sp>
        <p:sp>
          <p:nvSpPr>
            <p:cNvPr id="100" name="직사각형 99"/>
            <p:cNvSpPr/>
            <p:nvPr/>
          </p:nvSpPr>
          <p:spPr>
            <a:xfrm>
              <a:off x="8696326" y="2735941"/>
              <a:ext cx="1633110" cy="247343"/>
            </a:xfrm>
            <a:prstGeom prst="rect">
              <a:avLst/>
            </a:prstGeom>
            <a:solidFill>
              <a:srgbClr val="1B91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defRPr/>
              </a:pPr>
              <a:r>
                <a:rPr lang="ko-KR" altLang="en-US" sz="1100" spc="-100" dirty="0">
                  <a:solidFill>
                    <a:schemeClr val="bg1"/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</a:rPr>
                <a:t>공군의 위상 제고</a:t>
              </a:r>
            </a:p>
          </p:txBody>
        </p:sp>
      </p:grpSp>
      <p:sp>
        <p:nvSpPr>
          <p:cNvPr id="101" name="직사각형 100"/>
          <p:cNvSpPr/>
          <p:nvPr/>
        </p:nvSpPr>
        <p:spPr>
          <a:xfrm>
            <a:off x="5392226" y="3042694"/>
            <a:ext cx="1484824" cy="131574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/>
          <a:p>
            <a:pPr marL="108000" indent="-108000" latinLnBrk="0">
              <a:buFont typeface="Arial" panose="020B0604020202020204" pitchFamily="34" charset="0"/>
              <a:buChar char="•"/>
            </a:pPr>
            <a:r>
              <a:rPr lang="ko-KR" altLang="en-US" sz="95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Rix고딕 M" pitchFamily="18" charset="-127"/>
                <a:ea typeface="Rix고딕 M" pitchFamily="18" charset="-127"/>
              </a:rPr>
              <a:t>지속적 증가하는 유해 트래픽 대응에 한계점 내포</a:t>
            </a:r>
          </a:p>
          <a:p>
            <a:pPr marL="108000" indent="-108000" latinLnBrk="0">
              <a:buFont typeface="Arial" panose="020B0604020202020204" pitchFamily="34" charset="0"/>
              <a:buChar char="•"/>
            </a:pPr>
            <a:r>
              <a:rPr lang="ko-KR" altLang="en-US" sz="95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Rix고딕 M" pitchFamily="18" charset="-127"/>
                <a:ea typeface="Rix고딕 M" pitchFamily="18" charset="-127"/>
              </a:rPr>
              <a:t>노후 장비 운용으로 인한 성능 및 장애 발생 이슈</a:t>
            </a:r>
          </a:p>
          <a:p>
            <a:pPr marL="108000" indent="-108000" latinLnBrk="0">
              <a:buFont typeface="Arial" panose="020B0604020202020204" pitchFamily="34" charset="0"/>
              <a:buChar char="•"/>
            </a:pPr>
            <a:r>
              <a:rPr lang="ko-KR" altLang="en-US" sz="95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Rix고딕 M" pitchFamily="18" charset="-127"/>
                <a:ea typeface="Rix고딕 M" pitchFamily="18" charset="-127"/>
              </a:rPr>
              <a:t>네트워크 고도화 등 인프라 개선 </a:t>
            </a:r>
            <a:br>
              <a:rPr lang="ko-KR" altLang="en-US" sz="95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Rix고딕 M" pitchFamily="18" charset="-127"/>
                <a:ea typeface="Rix고딕 M" pitchFamily="18" charset="-127"/>
              </a:rPr>
            </a:br>
            <a:r>
              <a:rPr lang="ko-KR" altLang="en-US" sz="95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Rix고딕 M" pitchFamily="18" charset="-127"/>
                <a:ea typeface="Rix고딕 M" pitchFamily="18" charset="-127"/>
              </a:rPr>
              <a:t>환경에 부합하는 고성능 장비 도입 필요성 </a:t>
            </a:r>
          </a:p>
          <a:p>
            <a:pPr marL="108000" indent="-108000" latinLnBrk="0">
              <a:buFont typeface="Arial" panose="020B0604020202020204" pitchFamily="34" charset="0"/>
              <a:buChar char="•"/>
            </a:pPr>
            <a:r>
              <a:rPr lang="ko-KR" altLang="en-US" sz="95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Rix고딕 M" pitchFamily="18" charset="-127"/>
                <a:ea typeface="Rix고딕 M" pitchFamily="18" charset="-127"/>
              </a:rPr>
              <a:t>실시간 모니터링 체계 구축 필요성 </a:t>
            </a:r>
          </a:p>
        </p:txBody>
      </p:sp>
      <p:cxnSp>
        <p:nvCxnSpPr>
          <p:cNvPr id="102" name="직선 연결선 101"/>
          <p:cNvCxnSpPr/>
          <p:nvPr/>
        </p:nvCxnSpPr>
        <p:spPr>
          <a:xfrm>
            <a:off x="6946090" y="2988047"/>
            <a:ext cx="0" cy="1435434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직선 연결선 102"/>
          <p:cNvCxnSpPr/>
          <p:nvPr/>
        </p:nvCxnSpPr>
        <p:spPr>
          <a:xfrm>
            <a:off x="8563742" y="2988047"/>
            <a:ext cx="0" cy="1435434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" name="직사각형 103"/>
          <p:cNvSpPr/>
          <p:nvPr/>
        </p:nvSpPr>
        <p:spPr>
          <a:xfrm>
            <a:off x="6992424" y="3042694"/>
            <a:ext cx="1484824" cy="131574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/>
          <a:p>
            <a:pPr marL="108000" indent="-108000" latinLnBrk="0">
              <a:buFont typeface="Arial" panose="020B0604020202020204" pitchFamily="34" charset="0"/>
              <a:buChar char="•"/>
            </a:pPr>
            <a:r>
              <a:rPr lang="ko-KR" altLang="en-US" sz="95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Rix고딕 M" pitchFamily="18" charset="-127"/>
                <a:ea typeface="Rix고딕 M" pitchFamily="18" charset="-127"/>
              </a:rPr>
              <a:t>지능화된 해킹수법으로 인한 정보유출 및 전자적 침해사고 예방에 대한 최신 보안기술 적용 </a:t>
            </a:r>
          </a:p>
          <a:p>
            <a:pPr marL="108000" indent="-108000" latinLnBrk="0">
              <a:buFont typeface="Arial" panose="020B0604020202020204" pitchFamily="34" charset="0"/>
              <a:buChar char="•"/>
            </a:pPr>
            <a:r>
              <a:rPr lang="ko-KR" altLang="en-US" sz="95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Rix고딕 M" pitchFamily="18" charset="-127"/>
                <a:ea typeface="Rix고딕 M" pitchFamily="18" charset="-127"/>
              </a:rPr>
              <a:t>유해 트래픽 및 해킹에 대한 탐지</a:t>
            </a:r>
            <a:r>
              <a:rPr lang="en-US" altLang="ko-KR" sz="95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Rix고딕 M" pitchFamily="18" charset="-127"/>
                <a:ea typeface="Rix고딕 M" pitchFamily="18" charset="-127"/>
              </a:rPr>
              <a:t>/</a:t>
            </a:r>
            <a:r>
              <a:rPr lang="ko-KR" altLang="en-US" sz="95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Rix고딕 M" pitchFamily="18" charset="-127"/>
                <a:ea typeface="Rix고딕 M" pitchFamily="18" charset="-127"/>
              </a:rPr>
              <a:t>차단으로 인한 서비스 장애 제거 </a:t>
            </a:r>
          </a:p>
          <a:p>
            <a:pPr marL="108000" indent="-108000" latinLnBrk="0">
              <a:buFont typeface="Arial" panose="020B0604020202020204" pitchFamily="34" charset="0"/>
              <a:buChar char="•"/>
            </a:pPr>
            <a:r>
              <a:rPr lang="en-US" altLang="ko-KR" sz="95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Rix고딕 M" pitchFamily="18" charset="-127"/>
                <a:ea typeface="Rix고딕 M" pitchFamily="18" charset="-127"/>
              </a:rPr>
              <a:t>PC </a:t>
            </a:r>
            <a:r>
              <a:rPr lang="ko-KR" altLang="en-US" sz="95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Rix고딕 M" pitchFamily="18" charset="-127"/>
                <a:ea typeface="Rix고딕 M" pitchFamily="18" charset="-127"/>
              </a:rPr>
              <a:t>및 사용자의 인식 변화에 따른 다양한 데이터 증가에 따른 다양한 유해트래픽 발생</a:t>
            </a:r>
          </a:p>
        </p:txBody>
      </p:sp>
      <p:sp>
        <p:nvSpPr>
          <p:cNvPr id="105" name="직사각형 104"/>
          <p:cNvSpPr/>
          <p:nvPr/>
        </p:nvSpPr>
        <p:spPr>
          <a:xfrm>
            <a:off x="8603072" y="3042694"/>
            <a:ext cx="1484824" cy="10233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/>
          <a:p>
            <a:pPr marL="108000" indent="-108000" latinLnBrk="0">
              <a:buFont typeface="Arial" panose="020B0604020202020204" pitchFamily="34" charset="0"/>
              <a:buChar char="•"/>
            </a:pPr>
            <a:r>
              <a:rPr lang="ko-KR" altLang="en-US" sz="95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Rix고딕 M" pitchFamily="18" charset="-127"/>
                <a:ea typeface="Rix고딕 M" pitchFamily="18" charset="-127"/>
              </a:rPr>
              <a:t>침입방지체계</a:t>
            </a:r>
            <a:r>
              <a:rPr lang="en-US" altLang="ko-KR" sz="95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Rix고딕 M" pitchFamily="18" charset="-127"/>
                <a:ea typeface="Rix고딕 M" pitchFamily="18" charset="-127"/>
              </a:rPr>
              <a:t>(IPS) </a:t>
            </a:r>
            <a:r>
              <a:rPr lang="ko-KR" altLang="en-US" sz="95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Rix고딕 M" pitchFamily="18" charset="-127"/>
                <a:ea typeface="Rix고딕 M" pitchFamily="18" charset="-127"/>
              </a:rPr>
              <a:t>고도화 도입에 의해 공군 정보 체계 위상제고 </a:t>
            </a:r>
          </a:p>
          <a:p>
            <a:pPr marL="108000" indent="-108000" latinLnBrk="0">
              <a:buFont typeface="Arial" panose="020B0604020202020204" pitchFamily="34" charset="0"/>
              <a:buChar char="•"/>
            </a:pPr>
            <a:r>
              <a:rPr lang="ko-KR" altLang="en-US" sz="95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Rix고딕 M" pitchFamily="18" charset="-127"/>
                <a:ea typeface="Rix고딕 M" pitchFamily="18" charset="-127"/>
              </a:rPr>
              <a:t>선진 정보 체계 구축으로 국가 안보 강화 </a:t>
            </a:r>
          </a:p>
          <a:p>
            <a:pPr marL="108000" indent="-108000" latinLnBrk="0">
              <a:buFont typeface="Arial" panose="020B0604020202020204" pitchFamily="34" charset="0"/>
              <a:buChar char="•"/>
            </a:pPr>
            <a:r>
              <a:rPr lang="ko-KR" altLang="en-US" sz="95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Rix고딕 M" pitchFamily="18" charset="-127"/>
                <a:ea typeface="Rix고딕 M" pitchFamily="18" charset="-127"/>
              </a:rPr>
              <a:t>보안 솔루션 도입에 따른 정보 보호</a:t>
            </a:r>
          </a:p>
        </p:txBody>
      </p:sp>
      <p:sp>
        <p:nvSpPr>
          <p:cNvPr id="106" name="직사각형 105"/>
          <p:cNvSpPr/>
          <p:nvPr/>
        </p:nvSpPr>
        <p:spPr>
          <a:xfrm>
            <a:off x="5346700" y="5227792"/>
            <a:ext cx="4815642" cy="1705637"/>
          </a:xfrm>
          <a:prstGeom prst="rect">
            <a:avLst/>
          </a:prstGeom>
          <a:solidFill>
            <a:schemeClr val="tx1">
              <a:alpha val="13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dirty="0"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107" name="직사각형 106"/>
          <p:cNvSpPr/>
          <p:nvPr/>
        </p:nvSpPr>
        <p:spPr>
          <a:xfrm>
            <a:off x="5346700" y="4814340"/>
            <a:ext cx="4815642" cy="359569"/>
          </a:xfrm>
          <a:prstGeom prst="rect">
            <a:avLst/>
          </a:prstGeom>
          <a:solidFill>
            <a:srgbClr val="335A75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anchor="ctr"/>
          <a:lstStyle/>
          <a:p>
            <a:pPr algn="ctr">
              <a:defRPr/>
            </a:pPr>
            <a:r>
              <a:rPr lang="en-US" altLang="ko-KR" sz="1600" spc="-100" dirty="0">
                <a:solidFill>
                  <a:schemeClr val="bg1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2015</a:t>
            </a:r>
            <a:r>
              <a:rPr lang="ko-KR" altLang="en-US" sz="1600" spc="-100" dirty="0">
                <a:solidFill>
                  <a:schemeClr val="bg1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년 함정 원격정비지원체계 구축사업</a:t>
            </a:r>
          </a:p>
        </p:txBody>
      </p:sp>
      <p:grpSp>
        <p:nvGrpSpPr>
          <p:cNvPr id="108" name="그룹 107"/>
          <p:cNvGrpSpPr/>
          <p:nvPr/>
        </p:nvGrpSpPr>
        <p:grpSpPr>
          <a:xfrm>
            <a:off x="5348716" y="5227792"/>
            <a:ext cx="4813626" cy="247343"/>
            <a:chOff x="5348716" y="2735941"/>
            <a:chExt cx="4980720" cy="247343"/>
          </a:xfrm>
        </p:grpSpPr>
        <p:sp>
          <p:nvSpPr>
            <p:cNvPr id="109" name="직사각형 108"/>
            <p:cNvSpPr/>
            <p:nvPr/>
          </p:nvSpPr>
          <p:spPr>
            <a:xfrm>
              <a:off x="5348716" y="2735941"/>
              <a:ext cx="1633110" cy="247343"/>
            </a:xfrm>
            <a:prstGeom prst="rect">
              <a:avLst/>
            </a:prstGeom>
            <a:solidFill>
              <a:srgbClr val="1B91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defRPr/>
              </a:pPr>
              <a:r>
                <a:rPr lang="ko-KR" altLang="en-US" sz="1100" spc="-100" dirty="0">
                  <a:solidFill>
                    <a:schemeClr val="bg1"/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</a:rPr>
                <a:t>정비환경 변화</a:t>
              </a:r>
            </a:p>
          </p:txBody>
        </p:sp>
        <p:sp>
          <p:nvSpPr>
            <p:cNvPr id="110" name="직사각형 109"/>
            <p:cNvSpPr/>
            <p:nvPr/>
          </p:nvSpPr>
          <p:spPr>
            <a:xfrm>
              <a:off x="7022521" y="2735941"/>
              <a:ext cx="1633110" cy="247343"/>
            </a:xfrm>
            <a:prstGeom prst="rect">
              <a:avLst/>
            </a:prstGeom>
            <a:solidFill>
              <a:srgbClr val="1B91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defRPr/>
              </a:pPr>
              <a:r>
                <a:rPr lang="ko-KR" altLang="en-US" sz="1100" spc="-100" dirty="0">
                  <a:solidFill>
                    <a:schemeClr val="bg1"/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</a:rPr>
                <a:t>전장환경 변화</a:t>
              </a:r>
            </a:p>
          </p:txBody>
        </p:sp>
        <p:sp>
          <p:nvSpPr>
            <p:cNvPr id="111" name="직사각형 110"/>
            <p:cNvSpPr/>
            <p:nvPr/>
          </p:nvSpPr>
          <p:spPr>
            <a:xfrm>
              <a:off x="8696326" y="2735941"/>
              <a:ext cx="1633110" cy="247343"/>
            </a:xfrm>
            <a:prstGeom prst="rect">
              <a:avLst/>
            </a:prstGeom>
            <a:solidFill>
              <a:srgbClr val="1B91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defRPr/>
              </a:pPr>
              <a:r>
                <a:rPr lang="en-US" altLang="ko-KR" sz="1100" spc="-100" dirty="0">
                  <a:solidFill>
                    <a:schemeClr val="bg1"/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</a:rPr>
                <a:t>IT</a:t>
              </a:r>
              <a:r>
                <a:rPr lang="ko-KR" altLang="en-US" sz="1100" spc="-100" dirty="0">
                  <a:solidFill>
                    <a:schemeClr val="bg1"/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</a:rPr>
                <a:t>기술추세 변화</a:t>
              </a:r>
            </a:p>
          </p:txBody>
        </p:sp>
      </p:grpSp>
      <p:sp>
        <p:nvSpPr>
          <p:cNvPr id="115" name="직사각형 114"/>
          <p:cNvSpPr/>
          <p:nvPr/>
        </p:nvSpPr>
        <p:spPr>
          <a:xfrm>
            <a:off x="5392226" y="5591701"/>
            <a:ext cx="1484824" cy="113877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/>
          <a:p>
            <a:pPr marL="108000" indent="-108000" latinLnBrk="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ko-KR" altLang="en-US" sz="95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Rix고딕 M" pitchFamily="18" charset="-127"/>
                <a:ea typeface="Rix고딕 M" pitchFamily="18" charset="-127"/>
              </a:rPr>
              <a:t>함정 작전 임무 수행 중 정비지원 요구</a:t>
            </a:r>
          </a:p>
          <a:p>
            <a:pPr marL="108000" indent="-108000" latinLnBrk="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ko-KR" altLang="en-US" sz="95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Rix고딕 M" pitchFamily="18" charset="-127"/>
                <a:ea typeface="Rix고딕 M" pitchFamily="18" charset="-127"/>
              </a:rPr>
              <a:t>결함 유형 다변화 및 정비 방법 고도화</a:t>
            </a:r>
          </a:p>
          <a:p>
            <a:pPr marL="108000" indent="-108000" latinLnBrk="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ko-KR" altLang="en-US" sz="95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Rix고딕 M" pitchFamily="18" charset="-127"/>
                <a:ea typeface="Rix고딕 M" pitchFamily="18" charset="-127"/>
              </a:rPr>
              <a:t>함정의 정비 전문인력 부족</a:t>
            </a:r>
          </a:p>
          <a:p>
            <a:pPr marL="108000" indent="-108000" latinLnBrk="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ko-KR" altLang="en-US" sz="95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Rix고딕 M" pitchFamily="18" charset="-127"/>
                <a:ea typeface="Rix고딕 M" pitchFamily="18" charset="-127"/>
              </a:rPr>
              <a:t>기술복잡도 증가에 따른 전문기술 필요</a:t>
            </a:r>
          </a:p>
        </p:txBody>
      </p:sp>
      <p:cxnSp>
        <p:nvCxnSpPr>
          <p:cNvPr id="124" name="직선 연결선 123"/>
          <p:cNvCxnSpPr/>
          <p:nvPr/>
        </p:nvCxnSpPr>
        <p:spPr>
          <a:xfrm>
            <a:off x="6946090" y="5479898"/>
            <a:ext cx="0" cy="1435434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직선 연결선 124"/>
          <p:cNvCxnSpPr/>
          <p:nvPr/>
        </p:nvCxnSpPr>
        <p:spPr>
          <a:xfrm>
            <a:off x="8563742" y="5479898"/>
            <a:ext cx="0" cy="1435434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6" name="직사각형 125"/>
          <p:cNvSpPr/>
          <p:nvPr/>
        </p:nvSpPr>
        <p:spPr>
          <a:xfrm>
            <a:off x="6992424" y="5591701"/>
            <a:ext cx="1484824" cy="124649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/>
          <a:p>
            <a:pPr marL="108000" indent="-108000" latinLnBrk="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ko-KR" altLang="en-US" sz="95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Rix고딕 M" pitchFamily="18" charset="-127"/>
                <a:ea typeface="Rix고딕 M" pitchFamily="18" charset="-127"/>
              </a:rPr>
              <a:t>최첨단 고비용 복합 디지털 장비체계 구축</a:t>
            </a:r>
          </a:p>
          <a:p>
            <a:pPr marL="108000" indent="-108000" latinLnBrk="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ko-KR" altLang="en-US" sz="95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Rix고딕 M" pitchFamily="18" charset="-127"/>
                <a:ea typeface="Rix고딕 M" pitchFamily="18" charset="-127"/>
              </a:rPr>
              <a:t>작전수행 환경 변화</a:t>
            </a:r>
            <a:br>
              <a:rPr lang="ko-KR" altLang="en-US" sz="95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Rix고딕 M" pitchFamily="18" charset="-127"/>
                <a:ea typeface="Rix고딕 M" pitchFamily="18" charset="-127"/>
              </a:rPr>
            </a:br>
            <a:r>
              <a:rPr lang="en-US" altLang="ko-KR" sz="95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Rix고딕 M" pitchFamily="18" charset="-127"/>
                <a:ea typeface="Rix고딕 M" pitchFamily="18" charset="-127"/>
              </a:rPr>
              <a:t>(</a:t>
            </a:r>
            <a:r>
              <a:rPr lang="ko-KR" altLang="en-US" sz="95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Rix고딕 M" pitchFamily="18" charset="-127"/>
                <a:ea typeface="Rix고딕 M" pitchFamily="18" charset="-127"/>
              </a:rPr>
              <a:t>연안 → </a:t>
            </a:r>
            <a:r>
              <a:rPr lang="ko-KR" altLang="en-US" sz="950" spc="-1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Rix고딕 M" pitchFamily="18" charset="-127"/>
                <a:ea typeface="Rix고딕 M" pitchFamily="18" charset="-127"/>
              </a:rPr>
              <a:t> 대양</a:t>
            </a:r>
            <a:r>
              <a:rPr lang="en-US" altLang="ko-KR" sz="95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Rix고딕 M" pitchFamily="18" charset="-127"/>
                <a:ea typeface="Rix고딕 M" pitchFamily="18" charset="-127"/>
              </a:rPr>
              <a:t>)  </a:t>
            </a:r>
          </a:p>
          <a:p>
            <a:pPr marL="108000" indent="-108000" latinLnBrk="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ko-KR" altLang="en-US" sz="95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Rix고딕 M" pitchFamily="18" charset="-127"/>
                <a:ea typeface="Rix고딕 M" pitchFamily="18" charset="-127"/>
              </a:rPr>
              <a:t>함정 작전 임무수행 증가에 따른 정비지원 수행빈도 증가</a:t>
            </a:r>
            <a:br>
              <a:rPr lang="ko-KR" altLang="en-US" sz="95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Rix고딕 M" pitchFamily="18" charset="-127"/>
                <a:ea typeface="Rix고딕 M" pitchFamily="18" charset="-127"/>
              </a:rPr>
            </a:br>
            <a:r>
              <a:rPr lang="en-US" altLang="ko-KR" sz="95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Rix고딕 M" pitchFamily="18" charset="-127"/>
                <a:ea typeface="Rix고딕 M" pitchFamily="18" charset="-127"/>
              </a:rPr>
              <a:t>- </a:t>
            </a:r>
            <a:r>
              <a:rPr lang="ko-KR" altLang="en-US" sz="95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Rix고딕 M" pitchFamily="18" charset="-127"/>
                <a:ea typeface="Rix고딕 M" pitchFamily="18" charset="-127"/>
              </a:rPr>
              <a:t>훈련 중 장비결함 시 </a:t>
            </a:r>
            <a:br>
              <a:rPr lang="ko-KR" altLang="en-US" sz="95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Rix고딕 M" pitchFamily="18" charset="-127"/>
                <a:ea typeface="Rix고딕 M" pitchFamily="18" charset="-127"/>
              </a:rPr>
            </a:br>
            <a:r>
              <a:rPr lang="ko-KR" altLang="en-US" sz="95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Rix고딕 M" pitchFamily="18" charset="-127"/>
                <a:ea typeface="Rix고딕 M" pitchFamily="18" charset="-127"/>
              </a:rPr>
              <a:t>   즉각적인 현장 조치 필요</a:t>
            </a:r>
          </a:p>
        </p:txBody>
      </p:sp>
      <p:sp>
        <p:nvSpPr>
          <p:cNvPr id="127" name="직사각형 126"/>
          <p:cNvSpPr/>
          <p:nvPr/>
        </p:nvSpPr>
        <p:spPr>
          <a:xfrm>
            <a:off x="8603072" y="5591701"/>
            <a:ext cx="1484824" cy="91563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/>
          <a:p>
            <a:pPr marL="108000" indent="-108000" latinLnBrk="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ko-KR" altLang="en-US" sz="95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Rix고딕 M" pitchFamily="18" charset="-127"/>
                <a:ea typeface="Rix고딕 M" pitchFamily="18" charset="-127"/>
              </a:rPr>
              <a:t>네트워크를 통한 음성</a:t>
            </a:r>
            <a:r>
              <a:rPr lang="en-US" altLang="ko-KR" sz="95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Rix고딕 M" pitchFamily="18" charset="-127"/>
                <a:ea typeface="Rix고딕 M" pitchFamily="18" charset="-127"/>
              </a:rPr>
              <a:t>,</a:t>
            </a:r>
            <a:r>
              <a:rPr lang="ko-KR" altLang="en-US" sz="95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Rix고딕 M" pitchFamily="18" charset="-127"/>
                <a:ea typeface="Rix고딕 M" pitchFamily="18" charset="-127"/>
              </a:rPr>
              <a:t>영상</a:t>
            </a:r>
            <a:r>
              <a:rPr lang="en-US" altLang="ko-KR" sz="95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Rix고딕 M" pitchFamily="18" charset="-127"/>
                <a:ea typeface="Rix고딕 M" pitchFamily="18" charset="-127"/>
              </a:rPr>
              <a:t>, </a:t>
            </a:r>
            <a:r>
              <a:rPr lang="ko-KR" altLang="en-US" sz="95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Rix고딕 M" pitchFamily="18" charset="-127"/>
                <a:ea typeface="Rix고딕 M" pitchFamily="18" charset="-127"/>
              </a:rPr>
              <a:t>데이터의 전송 기술 발전</a:t>
            </a:r>
          </a:p>
          <a:p>
            <a:pPr latinLnBrk="0"/>
            <a:r>
              <a:rPr lang="ko-KR" altLang="en-US" sz="950" spc="-1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Rix고딕 M" pitchFamily="18" charset="-127"/>
                <a:ea typeface="Rix고딕 M" pitchFamily="18" charset="-127"/>
              </a:rPr>
              <a:t>       </a:t>
            </a:r>
            <a:r>
              <a:rPr lang="en-US" altLang="ko-KR" sz="95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Rix고딕 M" pitchFamily="18" charset="-127"/>
                <a:ea typeface="Rix고딕 M" pitchFamily="18" charset="-127"/>
              </a:rPr>
              <a:t>- </a:t>
            </a:r>
            <a:r>
              <a:rPr lang="ko-KR" altLang="en-US" sz="95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Rix고딕 M" pitchFamily="18" charset="-127"/>
                <a:ea typeface="Rix고딕 M" pitchFamily="18" charset="-127"/>
              </a:rPr>
              <a:t>저속 네트워크 환경에서의 </a:t>
            </a:r>
            <a:br>
              <a:rPr lang="ko-KR" altLang="en-US" sz="95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Rix고딕 M" pitchFamily="18" charset="-127"/>
                <a:ea typeface="Rix고딕 M" pitchFamily="18" charset="-127"/>
              </a:rPr>
            </a:br>
            <a:r>
              <a:rPr lang="ko-KR" altLang="en-US" sz="95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Rix고딕 M" pitchFamily="18" charset="-127"/>
                <a:ea typeface="Rix고딕 M" pitchFamily="18" charset="-127"/>
              </a:rPr>
              <a:t>     </a:t>
            </a:r>
            <a:r>
              <a:rPr lang="ko-KR" altLang="en-US" sz="950" spc="-1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Rix고딕 M" pitchFamily="18" charset="-127"/>
                <a:ea typeface="Rix고딕 M" pitchFamily="18" charset="-127"/>
              </a:rPr>
              <a:t>     영상 </a:t>
            </a:r>
            <a:r>
              <a:rPr lang="ko-KR" altLang="en-US" sz="95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Rix고딕 M" pitchFamily="18" charset="-127"/>
                <a:ea typeface="Rix고딕 M" pitchFamily="18" charset="-127"/>
              </a:rPr>
              <a:t>압축 기술 향상</a:t>
            </a:r>
          </a:p>
          <a:p>
            <a:pPr marL="108000" indent="-108000" latinLnBrk="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ko-KR" altLang="en-US" sz="95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Rix고딕 M" pitchFamily="18" charset="-127"/>
                <a:ea typeface="Rix고딕 M" pitchFamily="18" charset="-127"/>
              </a:rPr>
              <a:t>사용자 중심의 솔루션 지원 </a:t>
            </a:r>
            <a:br>
              <a:rPr lang="ko-KR" altLang="en-US" sz="95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Rix고딕 M" pitchFamily="18" charset="-127"/>
                <a:ea typeface="Rix고딕 M" pitchFamily="18" charset="-127"/>
              </a:rPr>
            </a:br>
            <a:r>
              <a:rPr lang="en-US" altLang="ko-KR" sz="95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Rix고딕 M" pitchFamily="18" charset="-127"/>
                <a:ea typeface="Rix고딕 M" pitchFamily="18" charset="-127"/>
              </a:rPr>
              <a:t>- </a:t>
            </a:r>
            <a:r>
              <a:rPr lang="ko-KR" altLang="en-US" sz="95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Rix고딕 M" pitchFamily="18" charset="-127"/>
                <a:ea typeface="Rix고딕 M" pitchFamily="18" charset="-127"/>
              </a:rPr>
              <a:t>원격통합관리</a:t>
            </a:r>
            <a:r>
              <a:rPr lang="en-US" altLang="ko-KR" sz="95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Rix고딕 M" pitchFamily="18" charset="-127"/>
                <a:ea typeface="Rix고딕 M" pitchFamily="18" charset="-127"/>
              </a:rPr>
              <a:t>, </a:t>
            </a:r>
            <a:r>
              <a:rPr lang="ko-KR" altLang="en-US" sz="950" spc="-100" dirty="0">
                <a:solidFill>
                  <a:schemeClr val="tx1">
                    <a:lumMod val="85000"/>
                    <a:lumOff val="15000"/>
                  </a:schemeClr>
                </a:solidFill>
                <a:latin typeface="Rix고딕 M" pitchFamily="18" charset="-127"/>
                <a:ea typeface="Rix고딕 M" pitchFamily="18" charset="-127"/>
              </a:rPr>
              <a:t>화상지원</a:t>
            </a:r>
          </a:p>
        </p:txBody>
      </p:sp>
      <p:grpSp>
        <p:nvGrpSpPr>
          <p:cNvPr id="128" name="그룹 127"/>
          <p:cNvGrpSpPr/>
          <p:nvPr/>
        </p:nvGrpSpPr>
        <p:grpSpPr>
          <a:xfrm>
            <a:off x="528009" y="2928192"/>
            <a:ext cx="886580" cy="1219744"/>
            <a:chOff x="528009" y="2859612"/>
            <a:chExt cx="886580" cy="1219744"/>
          </a:xfrm>
        </p:grpSpPr>
        <p:pic>
          <p:nvPicPr>
            <p:cNvPr id="129" name="그림 128"/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1596"/>
            <a:stretch/>
          </p:blipFill>
          <p:spPr>
            <a:xfrm>
              <a:off x="528009" y="2859612"/>
              <a:ext cx="886579" cy="1219744"/>
            </a:xfrm>
            <a:prstGeom prst="rect">
              <a:avLst/>
            </a:prstGeom>
          </p:spPr>
        </p:pic>
        <p:sp>
          <p:nvSpPr>
            <p:cNvPr id="130" name="모서리가 둥근 직사각형 129"/>
            <p:cNvSpPr/>
            <p:nvPr/>
          </p:nvSpPr>
          <p:spPr bwMode="gray">
            <a:xfrm>
              <a:off x="528010" y="2859612"/>
              <a:ext cx="886579" cy="1219744"/>
            </a:xfrm>
            <a:prstGeom prst="roundRect">
              <a:avLst>
                <a:gd name="adj" fmla="val 5760"/>
              </a:avLst>
            </a:prstGeom>
            <a:noFill/>
            <a:ln w="25400" cap="flat" cmpd="sng" algn="ctr">
              <a:solidFill>
                <a:schemeClr val="bg1">
                  <a:lumMod val="75000"/>
                </a:schemeClr>
              </a:solidFill>
              <a:prstDash val="solid"/>
            </a:ln>
            <a:effectLst/>
          </p:spPr>
          <p:txBody>
            <a:bodyPr lIns="99569" tIns="49785" rIns="99569" bIns="49785" rtlCol="0" anchor="ctr"/>
            <a:lstStyle/>
            <a:p>
              <a:pPr algn="ctr" latinLnBrk="0"/>
              <a:endParaRPr lang="ko-KR" altLang="en-US" kern="0" dirty="0">
                <a:solidFill>
                  <a:srgbClr val="FFFFFF"/>
                </a:solidFill>
                <a:latin typeface="굴림"/>
                <a:ea typeface="굴림"/>
              </a:endParaRPr>
            </a:p>
          </p:txBody>
        </p:sp>
      </p:grpSp>
      <p:grpSp>
        <p:nvGrpSpPr>
          <p:cNvPr id="131" name="그룹 130"/>
          <p:cNvGrpSpPr/>
          <p:nvPr/>
        </p:nvGrpSpPr>
        <p:grpSpPr>
          <a:xfrm>
            <a:off x="515428" y="5528895"/>
            <a:ext cx="888472" cy="1010444"/>
            <a:chOff x="-2127992" y="5550014"/>
            <a:chExt cx="888472" cy="1010444"/>
          </a:xfrm>
        </p:grpSpPr>
        <p:pic>
          <p:nvPicPr>
            <p:cNvPr id="132" name="그림 131"/>
            <p:cNvPicPr>
              <a:picLocks noChangeAspect="1"/>
            </p:cNvPicPr>
            <p:nvPr/>
          </p:nvPicPr>
          <p:blipFill rotWithShape="1">
            <a:blip r:embed="rId5"/>
            <a:srcRect t="3140"/>
            <a:stretch/>
          </p:blipFill>
          <p:spPr>
            <a:xfrm>
              <a:off x="-2127992" y="5554817"/>
              <a:ext cx="888472" cy="1002466"/>
            </a:xfrm>
            <a:prstGeom prst="rect">
              <a:avLst/>
            </a:prstGeom>
          </p:spPr>
        </p:pic>
        <p:sp>
          <p:nvSpPr>
            <p:cNvPr id="133" name="모서리가 둥근 직사각형 132"/>
            <p:cNvSpPr/>
            <p:nvPr/>
          </p:nvSpPr>
          <p:spPr bwMode="gray">
            <a:xfrm>
              <a:off x="-2126099" y="5550014"/>
              <a:ext cx="886579" cy="1010444"/>
            </a:xfrm>
            <a:prstGeom prst="roundRect">
              <a:avLst>
                <a:gd name="adj" fmla="val 5760"/>
              </a:avLst>
            </a:prstGeom>
            <a:noFill/>
            <a:ln w="25400" cap="flat" cmpd="sng" algn="ctr">
              <a:solidFill>
                <a:schemeClr val="bg1">
                  <a:lumMod val="75000"/>
                </a:schemeClr>
              </a:solidFill>
              <a:prstDash val="solid"/>
            </a:ln>
            <a:effectLst/>
          </p:spPr>
          <p:txBody>
            <a:bodyPr lIns="99569" tIns="49785" rIns="99569" bIns="49785" rtlCol="0" anchor="ctr"/>
            <a:lstStyle/>
            <a:p>
              <a:pPr algn="ctr" latinLnBrk="0"/>
              <a:endParaRPr lang="ko-KR" altLang="en-US" kern="0" dirty="0">
                <a:solidFill>
                  <a:srgbClr val="FFFFFF"/>
                </a:solidFill>
                <a:latin typeface="굴림"/>
                <a:ea typeface="굴림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273919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양쪽 모서리가 둥근 사각형 20"/>
          <p:cNvSpPr/>
          <p:nvPr/>
        </p:nvSpPr>
        <p:spPr bwMode="auto">
          <a:xfrm rot="16200000" flipV="1">
            <a:off x="4321167" y="1277517"/>
            <a:ext cx="4810697" cy="6784377"/>
          </a:xfrm>
          <a:prstGeom prst="round2SameRect">
            <a:avLst>
              <a:gd name="adj1" fmla="val 2974"/>
              <a:gd name="adj2" fmla="val 0"/>
            </a:avLst>
          </a:prstGeom>
          <a:noFill/>
          <a:ln w="22225">
            <a:gradFill>
              <a:gsLst>
                <a:gs pos="0">
                  <a:schemeClr val="tx1">
                    <a:lumMod val="50000"/>
                    <a:lumOff val="50000"/>
                  </a:schemeClr>
                </a:gs>
                <a:gs pos="100000">
                  <a:schemeClr val="accent1">
                    <a:tint val="23500"/>
                    <a:satMod val="160000"/>
                    <a:alpha val="6000"/>
                  </a:schemeClr>
                </a:gs>
              </a:gsLst>
              <a:lin ang="540000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3" name="직사각형 22"/>
          <p:cNvSpPr/>
          <p:nvPr/>
        </p:nvSpPr>
        <p:spPr>
          <a:xfrm>
            <a:off x="0" y="307090"/>
            <a:ext cx="10693400" cy="46218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 cap="rnd" cmpd="sng">
            <a:noFill/>
            <a:prstDash val="solid"/>
            <a:headEnd type="none" w="lg" len="med"/>
            <a:tailEnd type="none" w="lg" len="med"/>
          </a:ln>
          <a:effectLst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none" lIns="99569" tIns="172873" rIns="99569" bIns="49785"/>
          <a:lstStyle/>
          <a:p>
            <a:pPr algn="ctr" latinLnBrk="0"/>
            <a:endParaRPr lang="ko-KR" altLang="en-US" sz="1700" b="1" dirty="0">
              <a:gradFill>
                <a:gsLst>
                  <a:gs pos="0">
                    <a:prstClr val="white"/>
                  </a:gs>
                  <a:gs pos="100000">
                    <a:prstClr val="white"/>
                  </a:gs>
                </a:gsLst>
                <a:lin ang="5400000" scaled="0"/>
              </a:gra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고도 B" panose="02000503000000020004" pitchFamily="2" charset="-127"/>
              <a:ea typeface="고도 B" panose="02000503000000020004" pitchFamily="2" charset="-127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347918" y="357032"/>
            <a:ext cx="8148382" cy="369332"/>
          </a:xfrm>
          <a:prstGeom prst="rect">
            <a:avLst/>
          </a:prstGeom>
          <a:noFill/>
          <a:ln w="6350">
            <a:noFill/>
          </a:ln>
          <a:effectLst/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 anchorCtr="0">
            <a:spAutoFit/>
            <a:sp3d>
              <a:bevelT w="0" h="0"/>
              <a:contourClr>
                <a:schemeClr val="bg1"/>
              </a:contourClr>
            </a:sp3d>
          </a:bodyPr>
          <a:lstStyle>
            <a:defPPr>
              <a:defRPr lang="ko-KR"/>
            </a:defPPr>
            <a:lvl1pPr lvl="0" indent="0" defTabSz="801639" latinLnBrk="0">
              <a:lnSpc>
                <a:spcPct val="100000"/>
              </a:lnSpc>
              <a:spcBef>
                <a:spcPts val="88"/>
              </a:spcBef>
              <a:spcAft>
                <a:spcPts val="88"/>
              </a:spcAft>
              <a:defRPr sz="2400" spc="0">
                <a:ln>
                  <a:solidFill>
                    <a:prstClr val="white">
                      <a:alpha val="10000"/>
                    </a:prstClr>
                  </a:solidFill>
                </a:ln>
                <a:solidFill>
                  <a:prstClr val="white"/>
                </a:solidFill>
                <a:effectLst/>
                <a:latin typeface="나눔고딕 ExtraBold" panose="020D0904000000000000" pitchFamily="50" charset="-127"/>
                <a:ea typeface="나눔고딕 ExtraBold" panose="020D0904000000000000" pitchFamily="50" charset="-127"/>
              </a:defRPr>
            </a:lvl1pPr>
          </a:lstStyle>
          <a:p>
            <a:r>
              <a:rPr lang="en-US" altLang="ko-KR" spc="-150" dirty="0" smtClean="0">
                <a:solidFill>
                  <a:schemeClr val="tx1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Q16. </a:t>
            </a:r>
            <a:r>
              <a:rPr lang="ko-KR" altLang="en-US" spc="-150" dirty="0">
                <a:solidFill>
                  <a:schemeClr val="tx1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휴일 및 비상 시 지원 방안</a:t>
            </a:r>
          </a:p>
        </p:txBody>
      </p:sp>
      <p:sp>
        <p:nvSpPr>
          <p:cNvPr id="25" name="직사각형 24"/>
          <p:cNvSpPr/>
          <p:nvPr/>
        </p:nvSpPr>
        <p:spPr>
          <a:xfrm>
            <a:off x="0" y="776869"/>
            <a:ext cx="10693400" cy="1223382"/>
          </a:xfrm>
          <a:prstGeom prst="rect">
            <a:avLst/>
          </a:prstGeom>
          <a:solidFill>
            <a:srgbClr val="2F6495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 lang="ko-KR" altLang="en-US" dirty="0"/>
          </a:p>
        </p:txBody>
      </p:sp>
      <p:sp>
        <p:nvSpPr>
          <p:cNvPr id="26" name="TextBox 25"/>
          <p:cNvSpPr txBox="1"/>
          <p:nvPr/>
        </p:nvSpPr>
        <p:spPr>
          <a:xfrm>
            <a:off x="357442" y="920807"/>
            <a:ext cx="10043857" cy="914096"/>
          </a:xfrm>
          <a:prstGeom prst="rect">
            <a:avLst/>
          </a:prstGeom>
          <a:noFill/>
          <a:ln w="6350">
            <a:noFill/>
          </a:ln>
          <a:effectLst/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 anchorCtr="0">
            <a:spAutoFit/>
            <a:sp3d>
              <a:bevelT w="0" h="0"/>
              <a:contourClr>
                <a:schemeClr val="bg1"/>
              </a:contourClr>
            </a:sp3d>
          </a:bodyPr>
          <a:lstStyle>
            <a:defPPr>
              <a:defRPr lang="ko-KR"/>
            </a:defPPr>
            <a:lvl1pPr lvl="0" indent="0" defTabSz="801639" latinLnBrk="0">
              <a:lnSpc>
                <a:spcPct val="100000"/>
              </a:lnSpc>
              <a:spcBef>
                <a:spcPts val="88"/>
              </a:spcBef>
              <a:spcAft>
                <a:spcPts val="88"/>
              </a:spcAft>
              <a:defRPr sz="2400" spc="0">
                <a:ln>
                  <a:solidFill>
                    <a:prstClr val="white">
                      <a:alpha val="10000"/>
                    </a:prstClr>
                  </a:solidFill>
                </a:ln>
                <a:solidFill>
                  <a:prstClr val="white"/>
                </a:solidFill>
                <a:effectLst/>
                <a:latin typeface="나눔고딕 ExtraBold" panose="020D0904000000000000" pitchFamily="50" charset="-127"/>
                <a:ea typeface="나눔고딕 ExtraBold" panose="020D0904000000000000" pitchFamily="50" charset="-127"/>
              </a:defRPr>
            </a:lvl1pPr>
          </a:lstStyle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800" spc="-100" dirty="0" smtClean="0">
                <a:solidFill>
                  <a:schemeClr val="bg1"/>
                </a:solidFill>
                <a:latin typeface="Rix고딕 M" pitchFamily="18" charset="-127"/>
                <a:ea typeface="Rix고딕 M" pitchFamily="18" charset="-127"/>
              </a:rPr>
              <a:t>사업 수행 시 </a:t>
            </a:r>
            <a:r>
              <a:rPr lang="en-US" altLang="ko-KR" sz="1800" spc="-100" dirty="0">
                <a:solidFill>
                  <a:schemeClr val="bg1"/>
                </a:solidFill>
                <a:latin typeface="Rix고딕 M" pitchFamily="18" charset="-127"/>
                <a:ea typeface="Rix고딕 M" pitchFamily="18" charset="-127"/>
              </a:rPr>
              <a:t>10</a:t>
            </a:r>
            <a:r>
              <a:rPr lang="ko-KR" altLang="en-US" sz="1800" spc="-100" dirty="0">
                <a:solidFill>
                  <a:schemeClr val="bg1"/>
                </a:solidFill>
                <a:latin typeface="Rix고딕 M" pitchFamily="18" charset="-127"/>
                <a:ea typeface="Rix고딕 M" pitchFamily="18" charset="-127"/>
              </a:rPr>
              <a:t>분 거리에 숙소를 확보하여 야간에 누구보다 빠르게 대처가 가능하고</a:t>
            </a:r>
            <a:br>
              <a:rPr lang="ko-KR" altLang="en-US" sz="1800" spc="-100" dirty="0">
                <a:solidFill>
                  <a:schemeClr val="bg1"/>
                </a:solidFill>
                <a:latin typeface="Rix고딕 M" pitchFamily="18" charset="-127"/>
                <a:ea typeface="Rix고딕 M" pitchFamily="18" charset="-127"/>
              </a:rPr>
            </a:br>
            <a:r>
              <a:rPr lang="ko-KR" altLang="en-US" sz="1800" spc="-100" dirty="0">
                <a:solidFill>
                  <a:schemeClr val="bg1"/>
                </a:solidFill>
                <a:latin typeface="Rix고딕 M" pitchFamily="18" charset="-127"/>
                <a:ea typeface="Rix고딕 M" pitchFamily="18" charset="-127"/>
              </a:rPr>
              <a:t>공휴일에는 서울지사에서 긴급 대응을 통해 빠른 조치를 수행하겠습니다</a:t>
            </a:r>
            <a:r>
              <a:rPr lang="en-US" altLang="ko-KR" sz="1800" spc="-100" dirty="0">
                <a:solidFill>
                  <a:schemeClr val="bg1"/>
                </a:solidFill>
                <a:latin typeface="Rix고딕 M" pitchFamily="18" charset="-127"/>
                <a:ea typeface="Rix고딕 M" pitchFamily="18" charset="-127"/>
              </a:rPr>
              <a:t>.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800" spc="-100" dirty="0">
                <a:solidFill>
                  <a:schemeClr val="bg1"/>
                </a:solidFill>
                <a:latin typeface="Rix고딕 M" pitchFamily="18" charset="-127"/>
                <a:ea typeface="Rix고딕 M" pitchFamily="18" charset="-127"/>
              </a:rPr>
              <a:t>안정화 기간에는 상시 지원을 위해 인력을 상주하도록 하겠습니다</a:t>
            </a:r>
            <a:r>
              <a:rPr lang="en-US" altLang="ko-KR" sz="1800" spc="-100" dirty="0">
                <a:solidFill>
                  <a:schemeClr val="bg1"/>
                </a:solidFill>
                <a:latin typeface="Rix고딕 M" pitchFamily="18" charset="-127"/>
                <a:ea typeface="Rix고딕 M" pitchFamily="18" charset="-127"/>
              </a:rPr>
              <a:t>.</a:t>
            </a:r>
          </a:p>
        </p:txBody>
      </p:sp>
      <p:grpSp>
        <p:nvGrpSpPr>
          <p:cNvPr id="27" name="그룹 26"/>
          <p:cNvGrpSpPr/>
          <p:nvPr/>
        </p:nvGrpSpPr>
        <p:grpSpPr>
          <a:xfrm>
            <a:off x="6207152" y="2385616"/>
            <a:ext cx="3476107" cy="4613112"/>
            <a:chOff x="6207152" y="2357908"/>
            <a:chExt cx="3476107" cy="4613112"/>
          </a:xfrm>
        </p:grpSpPr>
        <p:pic>
          <p:nvPicPr>
            <p:cNvPr id="28" name="Picture 2" descr="C:\Users\User\Desktop\딱따구리\Untitled-2-02.png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851521" y="2357908"/>
              <a:ext cx="2678748" cy="426434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9" name="TextBox 28"/>
            <p:cNvSpPr txBox="1"/>
            <p:nvPr/>
          </p:nvSpPr>
          <p:spPr>
            <a:xfrm>
              <a:off x="6207152" y="2791133"/>
              <a:ext cx="1179810" cy="36933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lIns="0" tIns="0" rIns="0" bIns="0" rtlCol="0" anchor="ctr" anchorCtr="0">
              <a:spAutoFit/>
              <a:scene3d>
                <a:camera prst="orthographicFront"/>
                <a:lightRig rig="threePt" dir="t"/>
              </a:scene3d>
              <a:sp3d extrusionH="12700" contourW="38100">
                <a:bevelT w="6350"/>
                <a:contourClr>
                  <a:schemeClr val="bg1"/>
                </a:contourClr>
              </a:sp3d>
            </a:bodyPr>
            <a:lstStyle>
              <a:defPPr>
                <a:defRPr lang="ko-KR"/>
              </a:defPPr>
              <a:lvl1pPr algn="ctr">
                <a:defRPr sz="1600" spc="-80">
                  <a:solidFill>
                    <a:schemeClr val="bg1"/>
                  </a:solidFill>
                  <a:effectLst>
                    <a:glow rad="63500">
                      <a:schemeClr val="tx1">
                        <a:lumMod val="75000"/>
                        <a:lumOff val="25000"/>
                      </a:schemeClr>
                    </a:glow>
                  </a:effectLst>
                  <a:latin typeface="Rix고딕 B" panose="02020603020101020101" pitchFamily="18" charset="-127"/>
                  <a:ea typeface="Rix고딕 B" panose="02020603020101020101" pitchFamily="18" charset="-127"/>
                </a:defRPr>
              </a:lvl1pPr>
            </a:lstStyle>
            <a:p>
              <a:pPr algn="l"/>
              <a:r>
                <a:rPr lang="ko-KR" altLang="en-US" sz="1200" spc="-100" dirty="0" smtClean="0">
                  <a:solidFill>
                    <a:schemeClr val="tx1"/>
                  </a:solidFill>
                  <a:effectLst/>
                </a:rPr>
                <a:t>평일 </a:t>
              </a:r>
              <a:r>
                <a:rPr lang="en-US" altLang="ko-KR" sz="1200" spc="-100" dirty="0" smtClean="0">
                  <a:solidFill>
                    <a:schemeClr val="tx1"/>
                  </a:solidFill>
                  <a:effectLst/>
                </a:rPr>
                <a:t>: 10</a:t>
              </a:r>
              <a:r>
                <a:rPr lang="ko-KR" altLang="en-US" sz="1200" spc="-100" dirty="0" smtClean="0">
                  <a:solidFill>
                    <a:schemeClr val="tx1"/>
                  </a:solidFill>
                  <a:effectLst/>
                </a:rPr>
                <a:t>분 이내 거리</a:t>
              </a:r>
              <a:endParaRPr lang="en-US" altLang="ko-KR" sz="1200" spc="-100" dirty="0" smtClean="0">
                <a:solidFill>
                  <a:schemeClr val="tx1"/>
                </a:solidFill>
                <a:effectLst/>
              </a:endParaRPr>
            </a:p>
            <a:p>
              <a:pPr algn="l"/>
              <a:r>
                <a:rPr lang="ko-KR" altLang="en-US" sz="1200" spc="-100" dirty="0" smtClean="0">
                  <a:solidFill>
                    <a:schemeClr val="tx1"/>
                  </a:solidFill>
                  <a:effectLst/>
                </a:rPr>
                <a:t>작업자 </a:t>
              </a:r>
              <a:r>
                <a:rPr lang="en-US" altLang="ko-KR" sz="1200" spc="-100" dirty="0" smtClean="0">
                  <a:solidFill>
                    <a:schemeClr val="tx1"/>
                  </a:solidFill>
                  <a:effectLst/>
                </a:rPr>
                <a:t>24</a:t>
              </a:r>
              <a:r>
                <a:rPr lang="ko-KR" altLang="en-US" sz="1200" spc="-100" dirty="0" smtClean="0">
                  <a:solidFill>
                    <a:schemeClr val="tx1"/>
                  </a:solidFill>
                  <a:effectLst/>
                </a:rPr>
                <a:t>시간 대기</a:t>
              </a:r>
              <a:endParaRPr lang="ko-KR" altLang="en-US" sz="1200" spc="-100" dirty="0">
                <a:solidFill>
                  <a:schemeClr val="tx1"/>
                </a:solidFill>
                <a:effectLst/>
              </a:endParaRPr>
            </a:p>
          </p:txBody>
        </p:sp>
        <p:cxnSp>
          <p:nvCxnSpPr>
            <p:cNvPr id="30" name="직선 화살표 연결선 29"/>
            <p:cNvCxnSpPr>
              <a:stCxn id="32" idx="1"/>
              <a:endCxn id="33" idx="6"/>
            </p:cNvCxnSpPr>
            <p:nvPr/>
          </p:nvCxnSpPr>
          <p:spPr>
            <a:xfrm flipH="1" flipV="1">
              <a:off x="7515270" y="3185998"/>
              <a:ext cx="101579" cy="1"/>
            </a:xfrm>
            <a:prstGeom prst="straightConnector1">
              <a:avLst/>
            </a:prstGeom>
            <a:ln w="19050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TextBox 30"/>
            <p:cNvSpPr txBox="1"/>
            <p:nvPr/>
          </p:nvSpPr>
          <p:spPr>
            <a:xfrm>
              <a:off x="8267983" y="3856304"/>
              <a:ext cx="950581" cy="738664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lIns="0" tIns="0" rIns="0" bIns="0" rtlCol="0" anchor="ctr" anchorCtr="0">
              <a:spAutoFit/>
              <a:scene3d>
                <a:camera prst="orthographicFront"/>
                <a:lightRig rig="threePt" dir="t"/>
              </a:scene3d>
              <a:sp3d extrusionH="12700" contourW="38100">
                <a:bevelT w="6350"/>
                <a:contourClr>
                  <a:schemeClr val="bg1"/>
                </a:contourClr>
              </a:sp3d>
            </a:bodyPr>
            <a:lstStyle>
              <a:defPPr>
                <a:defRPr lang="ko-KR"/>
              </a:defPPr>
              <a:lvl1pPr algn="ctr">
                <a:defRPr sz="1600" spc="-80">
                  <a:solidFill>
                    <a:schemeClr val="bg1"/>
                  </a:solidFill>
                  <a:effectLst>
                    <a:glow rad="63500">
                      <a:schemeClr val="tx1">
                        <a:lumMod val="75000"/>
                        <a:lumOff val="25000"/>
                      </a:schemeClr>
                    </a:glow>
                  </a:effectLst>
                  <a:latin typeface="Rix고딕 B" panose="02020603020101020101" pitchFamily="18" charset="-127"/>
                  <a:ea typeface="Rix고딕 B" panose="02020603020101020101" pitchFamily="18" charset="-127"/>
                </a:defRPr>
              </a:lvl1pPr>
            </a:lstStyle>
            <a:p>
              <a:pPr algn="l"/>
              <a:r>
                <a:rPr lang="ko-KR" altLang="en-US" sz="1200" spc="-100" dirty="0" smtClean="0">
                  <a:solidFill>
                    <a:schemeClr val="tx1"/>
                  </a:solidFill>
                  <a:effectLst/>
                </a:rPr>
                <a:t>대전</a:t>
              </a:r>
              <a:endParaRPr lang="en-US" altLang="ko-KR" sz="1200" spc="-100" dirty="0" smtClean="0">
                <a:solidFill>
                  <a:schemeClr val="tx1"/>
                </a:solidFill>
                <a:effectLst/>
              </a:endParaRPr>
            </a:p>
            <a:p>
              <a:pPr marL="171450" indent="-171450" algn="l">
                <a:buFont typeface="Arial" panose="020B0604020202020204" pitchFamily="34" charset="0"/>
                <a:buChar char="•"/>
              </a:pPr>
              <a:r>
                <a:rPr lang="en-US" altLang="ko-KR" sz="1200" spc="-100" dirty="0" smtClean="0">
                  <a:solidFill>
                    <a:schemeClr val="tx1"/>
                  </a:solidFill>
                  <a:effectLst/>
                </a:rPr>
                <a:t>2</a:t>
              </a:r>
              <a:r>
                <a:rPr lang="ko-KR" altLang="en-US" sz="1200" spc="-100" dirty="0" smtClean="0">
                  <a:solidFill>
                    <a:schemeClr val="tx1"/>
                  </a:solidFill>
                  <a:effectLst/>
                </a:rPr>
                <a:t>선 기술지원</a:t>
              </a:r>
              <a:endParaRPr lang="en-US" altLang="ko-KR" sz="1200" spc="-100" dirty="0" smtClean="0">
                <a:solidFill>
                  <a:schemeClr val="tx1"/>
                </a:solidFill>
                <a:effectLst/>
              </a:endParaRPr>
            </a:p>
            <a:p>
              <a:pPr marL="171450" indent="-171450" algn="l">
                <a:buFont typeface="Arial" panose="020B0604020202020204" pitchFamily="34" charset="0"/>
                <a:buChar char="•"/>
              </a:pPr>
              <a:r>
                <a:rPr lang="ko-KR" altLang="en-US" sz="1200" spc="-100" dirty="0" smtClean="0">
                  <a:solidFill>
                    <a:schemeClr val="tx1"/>
                  </a:solidFill>
                  <a:effectLst/>
                </a:rPr>
                <a:t>온라인지원</a:t>
              </a:r>
              <a:endParaRPr lang="en-US" altLang="ko-KR" sz="1200" spc="-100" dirty="0" smtClean="0">
                <a:solidFill>
                  <a:schemeClr val="tx1"/>
                </a:solidFill>
                <a:effectLst/>
              </a:endParaRPr>
            </a:p>
            <a:p>
              <a:pPr marL="171450" indent="-171450" algn="l">
                <a:buFont typeface="Arial" panose="020B0604020202020204" pitchFamily="34" charset="0"/>
                <a:buChar char="•"/>
              </a:pPr>
              <a:r>
                <a:rPr lang="ko-KR" altLang="en-US" sz="1200" spc="-100" dirty="0" smtClean="0">
                  <a:solidFill>
                    <a:schemeClr val="tx1"/>
                  </a:solidFill>
                  <a:effectLst/>
                </a:rPr>
                <a:t>비상인력 대기</a:t>
              </a:r>
              <a:endParaRPr lang="ko-KR" altLang="en-US" sz="1200" spc="-100" dirty="0">
                <a:solidFill>
                  <a:schemeClr val="tx1"/>
                </a:solidFill>
                <a:effectLst/>
              </a:endParaRPr>
            </a:p>
          </p:txBody>
        </p:sp>
        <p:pic>
          <p:nvPicPr>
            <p:cNvPr id="32" name="Picture 3" descr="C:\Users\User\Desktop\딱따구리\Untitled-2-01.png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616849" y="2934380"/>
              <a:ext cx="396875" cy="50323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3" name="타원 32"/>
            <p:cNvSpPr/>
            <p:nvPr/>
          </p:nvSpPr>
          <p:spPr>
            <a:xfrm>
              <a:off x="7371254" y="3113990"/>
              <a:ext cx="144016" cy="144016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34" name="Rectangle 12"/>
            <p:cNvSpPr>
              <a:spLocks noChangeArrowheads="1"/>
            </p:cNvSpPr>
            <p:nvPr/>
          </p:nvSpPr>
          <p:spPr bwMode="auto">
            <a:xfrm>
              <a:off x="6338506" y="6694021"/>
              <a:ext cx="2353529" cy="276999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rtlCol="0">
              <a:spAutoFit/>
              <a:scene3d>
                <a:camera prst="orthographicFront"/>
                <a:lightRig rig="threePt" dir="t"/>
              </a:scene3d>
              <a:sp3d extrusionH="12700" contourW="38100">
                <a:bevelT w="6350"/>
                <a:contourClr>
                  <a:schemeClr val="bg1"/>
                </a:contourClr>
              </a:sp3d>
            </a:bodyPr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ko-KR" altLang="en-US" sz="1200" spc="-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Rix고딕 B" panose="02020603020101020101" pitchFamily="18" charset="-127"/>
                  <a:ea typeface="Rix고딕 B" panose="02020603020101020101" pitchFamily="18" charset="-127"/>
                </a:rPr>
                <a:t>안정화 기간</a:t>
              </a:r>
              <a:r>
                <a:rPr lang="en-US" altLang="ko-KR" sz="1200" spc="-1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Rix고딕 B" panose="02020603020101020101" pitchFamily="18" charset="-127"/>
                  <a:ea typeface="Rix고딕 B" panose="02020603020101020101" pitchFamily="18" charset="-127"/>
                </a:rPr>
                <a:t>(1</a:t>
              </a:r>
              <a:r>
                <a:rPr lang="ko-KR" altLang="en-US" sz="1200" spc="-1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Rix고딕 B" panose="02020603020101020101" pitchFamily="18" charset="-127"/>
                  <a:ea typeface="Rix고딕 B" panose="02020603020101020101" pitchFamily="18" charset="-127"/>
                </a:rPr>
                <a:t>개월 </a:t>
              </a:r>
              <a:r>
                <a:rPr lang="ko-KR" altLang="en-US" sz="1200" spc="-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Rix고딕 B" panose="02020603020101020101" pitchFamily="18" charset="-127"/>
                  <a:ea typeface="Rix고딕 B" panose="02020603020101020101" pitchFamily="18" charset="-127"/>
                </a:rPr>
                <a:t>간</a:t>
              </a:r>
              <a:r>
                <a:rPr lang="en-US" altLang="ko-KR" sz="1200" spc="-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Rix고딕 B" panose="02020603020101020101" pitchFamily="18" charset="-127"/>
                  <a:ea typeface="Rix고딕 B" panose="02020603020101020101" pitchFamily="18" charset="-127"/>
                </a:rPr>
                <a:t>) </a:t>
              </a:r>
              <a:r>
                <a:rPr lang="en-US" altLang="ko-KR" sz="1200" spc="-1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Rix고딕 B" panose="02020603020101020101" pitchFamily="18" charset="-127"/>
                  <a:ea typeface="Rix고딕 B" panose="02020603020101020101" pitchFamily="18" charset="-127"/>
                </a:rPr>
                <a:t>1</a:t>
              </a:r>
              <a:r>
                <a:rPr lang="ko-KR" altLang="en-US" sz="1200" spc="-1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Rix고딕 B" panose="02020603020101020101" pitchFamily="18" charset="-127"/>
                  <a:ea typeface="Rix고딕 B" panose="02020603020101020101" pitchFamily="18" charset="-127"/>
                </a:rPr>
                <a:t>명 </a:t>
              </a:r>
              <a:r>
                <a:rPr lang="ko-KR" altLang="en-US" sz="1200" spc="-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Rix고딕 B" panose="02020603020101020101" pitchFamily="18" charset="-127"/>
                  <a:ea typeface="Rix고딕 B" panose="02020603020101020101" pitchFamily="18" charset="-127"/>
                </a:rPr>
                <a:t>상주 지원</a:t>
              </a: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8152391" y="2590583"/>
              <a:ext cx="1530868" cy="36933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lIns="0" tIns="0" rIns="0" bIns="0" rtlCol="0" anchor="ctr" anchorCtr="0">
              <a:spAutoFit/>
              <a:scene3d>
                <a:camera prst="orthographicFront"/>
                <a:lightRig rig="threePt" dir="t"/>
              </a:scene3d>
              <a:sp3d extrusionH="12700" contourW="38100">
                <a:bevelT w="6350"/>
                <a:contourClr>
                  <a:schemeClr val="bg1"/>
                </a:contourClr>
              </a:sp3d>
            </a:bodyPr>
            <a:lstStyle>
              <a:defPPr>
                <a:defRPr lang="ko-KR"/>
              </a:defPPr>
              <a:lvl1pPr algn="ctr">
                <a:defRPr sz="1600" spc="-80">
                  <a:solidFill>
                    <a:schemeClr val="bg1"/>
                  </a:solidFill>
                  <a:effectLst>
                    <a:glow rad="63500">
                      <a:schemeClr val="tx1">
                        <a:lumMod val="75000"/>
                        <a:lumOff val="25000"/>
                      </a:schemeClr>
                    </a:glow>
                  </a:effectLst>
                  <a:latin typeface="Rix고딕 B" panose="02020603020101020101" pitchFamily="18" charset="-127"/>
                  <a:ea typeface="Rix고딕 B" panose="02020603020101020101" pitchFamily="18" charset="-127"/>
                </a:defRPr>
              </a:lvl1pPr>
            </a:lstStyle>
            <a:p>
              <a:pPr algn="l"/>
              <a:r>
                <a:rPr lang="ko-KR" altLang="en-US" sz="1200" spc="-100" dirty="0" smtClean="0">
                  <a:solidFill>
                    <a:schemeClr val="tx1"/>
                  </a:solidFill>
                  <a:effectLst/>
                </a:rPr>
                <a:t>주말</a:t>
              </a:r>
              <a:r>
                <a:rPr lang="en-US" altLang="ko-KR" sz="1200" spc="-100" dirty="0" smtClean="0">
                  <a:solidFill>
                    <a:schemeClr val="tx1"/>
                  </a:solidFill>
                  <a:effectLst/>
                </a:rPr>
                <a:t>, </a:t>
              </a:r>
              <a:r>
                <a:rPr lang="ko-KR" altLang="en-US" sz="1200" spc="-100" dirty="0" smtClean="0">
                  <a:solidFill>
                    <a:schemeClr val="tx1"/>
                  </a:solidFill>
                  <a:effectLst/>
                </a:rPr>
                <a:t>휴일 </a:t>
              </a:r>
              <a:r>
                <a:rPr lang="en-US" altLang="ko-KR" sz="1200" spc="-100" dirty="0" smtClean="0">
                  <a:solidFill>
                    <a:schemeClr val="tx1"/>
                  </a:solidFill>
                  <a:effectLst/>
                </a:rPr>
                <a:t>: 1</a:t>
              </a:r>
              <a:r>
                <a:rPr lang="ko-KR" altLang="en-US" sz="1200" spc="-100" dirty="0" smtClean="0">
                  <a:solidFill>
                    <a:schemeClr val="tx1"/>
                  </a:solidFill>
                  <a:effectLst/>
                </a:rPr>
                <a:t>시간 이내 거리</a:t>
              </a:r>
              <a:endParaRPr lang="en-US" altLang="ko-KR" sz="1200" spc="-100" dirty="0" smtClean="0">
                <a:solidFill>
                  <a:schemeClr val="tx1"/>
                </a:solidFill>
                <a:effectLst/>
              </a:endParaRPr>
            </a:p>
            <a:p>
              <a:pPr algn="l"/>
              <a:r>
                <a:rPr lang="ko-KR" altLang="en-US" sz="1200" spc="-100" dirty="0" smtClean="0">
                  <a:solidFill>
                    <a:schemeClr val="tx1"/>
                  </a:solidFill>
                  <a:effectLst/>
                </a:rPr>
                <a:t>지원 출동 가능</a:t>
              </a:r>
              <a:r>
                <a:rPr lang="en-US" altLang="ko-KR" sz="1200" spc="-100" dirty="0" smtClean="0">
                  <a:solidFill>
                    <a:schemeClr val="tx1"/>
                  </a:solidFill>
                  <a:effectLst/>
                </a:rPr>
                <a:t>(</a:t>
              </a:r>
              <a:r>
                <a:rPr lang="ko-KR" altLang="en-US" sz="1200" spc="-100" dirty="0" smtClean="0">
                  <a:solidFill>
                    <a:schemeClr val="tx1"/>
                  </a:solidFill>
                  <a:effectLst/>
                </a:rPr>
                <a:t>서울지사</a:t>
              </a:r>
              <a:r>
                <a:rPr lang="en-US" altLang="ko-KR" sz="1200" spc="-100" dirty="0" smtClean="0">
                  <a:solidFill>
                    <a:schemeClr val="tx1"/>
                  </a:solidFill>
                  <a:effectLst/>
                </a:rPr>
                <a:t>)</a:t>
              </a:r>
              <a:endParaRPr lang="ko-KR" altLang="en-US" sz="1200" spc="-100" dirty="0">
                <a:solidFill>
                  <a:schemeClr val="tx1"/>
                </a:solidFill>
                <a:effectLst/>
              </a:endParaRPr>
            </a:p>
          </p:txBody>
        </p:sp>
        <p:sp>
          <p:nvSpPr>
            <p:cNvPr id="36" name="타원 35"/>
            <p:cNvSpPr/>
            <p:nvPr/>
          </p:nvSpPr>
          <p:spPr>
            <a:xfrm>
              <a:off x="8035003" y="3007348"/>
              <a:ext cx="144016" cy="144016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cxnSp>
          <p:nvCxnSpPr>
            <p:cNvPr id="37" name="직선 화살표 연결선 36"/>
            <p:cNvCxnSpPr>
              <a:stCxn id="36" idx="2"/>
            </p:cNvCxnSpPr>
            <p:nvPr/>
          </p:nvCxnSpPr>
          <p:spPr>
            <a:xfrm flipH="1" flipV="1">
              <a:off x="7912752" y="3061884"/>
              <a:ext cx="122251" cy="17472"/>
            </a:xfrm>
            <a:prstGeom prst="straightConnector1">
              <a:avLst/>
            </a:prstGeom>
            <a:ln w="19050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타원 37"/>
            <p:cNvSpPr/>
            <p:nvPr/>
          </p:nvSpPr>
          <p:spPr>
            <a:xfrm>
              <a:off x="8044102" y="3882656"/>
              <a:ext cx="144016" cy="144016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sp>
        <p:nvSpPr>
          <p:cNvPr id="39" name="TextBox 38"/>
          <p:cNvSpPr txBox="1"/>
          <p:nvPr/>
        </p:nvSpPr>
        <p:spPr>
          <a:xfrm>
            <a:off x="901872" y="2578263"/>
            <a:ext cx="2015295" cy="353943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extrusionH="12700" contourW="38100">
              <a:bevelT w="6350"/>
              <a:contourClr>
                <a:schemeClr val="bg1"/>
              </a:contourClr>
            </a:sp3d>
          </a:bodyPr>
          <a:lstStyle>
            <a:defPPr>
              <a:defRPr lang="ko-KR"/>
            </a:defPPr>
            <a:lvl1pPr algn="ctr">
              <a:defRPr sz="1600" spc="-80">
                <a:solidFill>
                  <a:schemeClr val="bg1"/>
                </a:solidFill>
                <a:effectLst>
                  <a:glow rad="63500">
                    <a:schemeClr val="tx1">
                      <a:lumMod val="75000"/>
                      <a:lumOff val="25000"/>
                    </a:schemeClr>
                  </a:glow>
                </a:effectLst>
                <a:latin typeface="Rix고딕 B" panose="02020603020101020101" pitchFamily="18" charset="-127"/>
                <a:ea typeface="Rix고딕 B" panose="02020603020101020101" pitchFamily="18" charset="-127"/>
              </a:defRPr>
            </a:lvl1pPr>
          </a:lstStyle>
          <a:p>
            <a:pPr algn="l"/>
            <a:r>
              <a:rPr lang="ko-KR" altLang="en-US" sz="1700" spc="-100" dirty="0" smtClean="0">
                <a:solidFill>
                  <a:schemeClr val="tx1">
                    <a:lumMod val="75000"/>
                    <a:lumOff val="25000"/>
                  </a:schemeClr>
                </a:solidFill>
                <a:effectLst/>
              </a:rPr>
              <a:t>안정화</a:t>
            </a:r>
            <a:r>
              <a:rPr lang="en-US" altLang="ko-KR" sz="1700" spc="-100" dirty="0" smtClean="0">
                <a:solidFill>
                  <a:schemeClr val="tx1">
                    <a:lumMod val="75000"/>
                    <a:lumOff val="25000"/>
                  </a:schemeClr>
                </a:solidFill>
                <a:effectLst/>
              </a:rPr>
              <a:t>/</a:t>
            </a:r>
            <a:r>
              <a:rPr lang="ko-KR" altLang="en-US" sz="1700" spc="-100" dirty="0" smtClean="0">
                <a:solidFill>
                  <a:schemeClr val="tx1">
                    <a:lumMod val="75000"/>
                    <a:lumOff val="25000"/>
                  </a:schemeClr>
                </a:solidFill>
                <a:effectLst/>
              </a:rPr>
              <a:t>이전 지원 인력</a:t>
            </a:r>
            <a:endParaRPr lang="ko-KR" altLang="en-US" sz="1700" spc="-100" dirty="0">
              <a:solidFill>
                <a:schemeClr val="tx1">
                  <a:lumMod val="75000"/>
                  <a:lumOff val="25000"/>
                </a:schemeClr>
              </a:solidFill>
              <a:effectLst/>
            </a:endParaRPr>
          </a:p>
        </p:txBody>
      </p:sp>
      <p:pic>
        <p:nvPicPr>
          <p:cNvPr id="40" name="Picture 2" descr="G:\work\지에프티GFT\이상호부장님\제안서\마스터\제안서마스터-07.pn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2851" y="2618291"/>
            <a:ext cx="195717" cy="261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22" name="표 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3253945"/>
              </p:ext>
            </p:extLst>
          </p:nvPr>
        </p:nvGraphicFramePr>
        <p:xfrm>
          <a:off x="739606" y="3132171"/>
          <a:ext cx="5051594" cy="365915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95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970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9502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740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 smtClean="0">
                          <a:solidFill>
                            <a:schemeClr val="bg1"/>
                          </a:solidFill>
                          <a:latin typeface="Rix고딕 B" pitchFamily="18" charset="-127"/>
                          <a:ea typeface="Rix고딕 B" pitchFamily="18" charset="-127"/>
                        </a:rPr>
                        <a:t>구 분</a:t>
                      </a:r>
                      <a:endParaRPr lang="ko-KR" altLang="en-US" sz="1400" b="0" dirty="0">
                        <a:solidFill>
                          <a:schemeClr val="bg1"/>
                        </a:solidFill>
                        <a:latin typeface="Rix고딕 B" pitchFamily="18" charset="-127"/>
                        <a:ea typeface="Rix고딕 B" pitchFamily="18" charset="-127"/>
                      </a:endParaRPr>
                    </a:p>
                  </a:txBody>
                  <a:tcPr marL="36000" marR="3600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ltUpDiag">
                      <a:fgClr>
                        <a:schemeClr val="accent1">
                          <a:lumMod val="75000"/>
                        </a:schemeClr>
                      </a:fgClr>
                      <a:bgClr>
                        <a:schemeClr val="accent5">
                          <a:lumMod val="75000"/>
                        </a:schemeClr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 smtClean="0">
                          <a:solidFill>
                            <a:schemeClr val="bg1"/>
                          </a:solidFill>
                          <a:latin typeface="Rix고딕 B" pitchFamily="18" charset="-127"/>
                          <a:ea typeface="Rix고딕 B" pitchFamily="18" charset="-127"/>
                        </a:rPr>
                        <a:t>상주</a:t>
                      </a:r>
                      <a:r>
                        <a:rPr lang="en-US" altLang="ko-KR" sz="1400" b="0" dirty="0" smtClean="0">
                          <a:solidFill>
                            <a:schemeClr val="bg1"/>
                          </a:solidFill>
                          <a:latin typeface="Rix고딕 B" pitchFamily="18" charset="-127"/>
                          <a:ea typeface="Rix고딕 B" pitchFamily="18" charset="-127"/>
                        </a:rPr>
                        <a:t>/</a:t>
                      </a:r>
                      <a:r>
                        <a:rPr lang="ko-KR" altLang="en-US" sz="1400" b="0" dirty="0" smtClean="0">
                          <a:solidFill>
                            <a:schemeClr val="bg1"/>
                          </a:solidFill>
                          <a:latin typeface="Rix고딕 B" pitchFamily="18" charset="-127"/>
                          <a:ea typeface="Rix고딕 B" pitchFamily="18" charset="-127"/>
                        </a:rPr>
                        <a:t>비상주</a:t>
                      </a:r>
                      <a:endParaRPr lang="ko-KR" altLang="en-US" sz="1400" b="0" dirty="0">
                        <a:solidFill>
                          <a:schemeClr val="bg1"/>
                        </a:solidFill>
                        <a:latin typeface="Rix고딕 B" pitchFamily="18" charset="-127"/>
                        <a:ea typeface="Rix고딕 B" pitchFamily="18" charset="-127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ltUpDiag">
                      <a:fgClr>
                        <a:schemeClr val="accent1">
                          <a:lumMod val="75000"/>
                        </a:schemeClr>
                      </a:fgClr>
                      <a:bgClr>
                        <a:schemeClr val="accent5">
                          <a:lumMod val="75000"/>
                        </a:schemeClr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 smtClean="0">
                          <a:solidFill>
                            <a:schemeClr val="bg1"/>
                          </a:solidFill>
                          <a:latin typeface="Rix고딕 B" pitchFamily="18" charset="-127"/>
                          <a:ea typeface="Rix고딕 B" pitchFamily="18" charset="-127"/>
                        </a:rPr>
                        <a:t>M/M</a:t>
                      </a:r>
                      <a:endParaRPr lang="ko-KR" altLang="en-US" sz="1400" b="0" dirty="0">
                        <a:solidFill>
                          <a:schemeClr val="bg1"/>
                        </a:solidFill>
                        <a:latin typeface="Rix고딕 B" pitchFamily="18" charset="-127"/>
                        <a:ea typeface="Rix고딕 B" pitchFamily="18" charset="-127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ltUpDiag">
                      <a:fgClr>
                        <a:schemeClr val="accent1">
                          <a:lumMod val="75000"/>
                        </a:schemeClr>
                      </a:fgClr>
                      <a:bgClr>
                        <a:schemeClr val="accent5">
                          <a:lumMod val="75000"/>
                        </a:schemeClr>
                      </a:bgClr>
                    </a:patt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8635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smtClean="0">
                          <a:solidFill>
                            <a:sysClr val="windowText" lastClr="000000"/>
                          </a:solidFill>
                          <a:latin typeface="Rix모던고딕 M" pitchFamily="18" charset="-127"/>
                          <a:ea typeface="Rix모던고딕 M" pitchFamily="18" charset="-127"/>
                        </a:rPr>
                        <a:t>PM</a:t>
                      </a:r>
                      <a:endParaRPr lang="ko-KR" altLang="en-US" sz="1400" dirty="0">
                        <a:solidFill>
                          <a:sysClr val="windowText" lastClr="000000"/>
                        </a:solidFill>
                        <a:latin typeface="Rix모던고딕 M" pitchFamily="18" charset="-127"/>
                        <a:ea typeface="Rix모던고딕 M" pitchFamily="18" charset="-127"/>
                      </a:endParaRPr>
                    </a:p>
                  </a:txBody>
                  <a:tcPr marL="36000" marR="3600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ltUpDiag">
                      <a:fgClr>
                        <a:schemeClr val="bg1">
                          <a:lumMod val="8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smtClean="0">
                          <a:solidFill>
                            <a:sysClr val="windowText" lastClr="000000"/>
                          </a:solidFill>
                          <a:latin typeface="Rix모던고딕 M" pitchFamily="18" charset="-127"/>
                          <a:ea typeface="Rix모던고딕 M" pitchFamily="18" charset="-127"/>
                        </a:rPr>
                        <a:t>1</a:t>
                      </a:r>
                      <a:r>
                        <a:rPr lang="ko-KR" altLang="en-US" sz="1400" dirty="0" smtClean="0">
                          <a:solidFill>
                            <a:sysClr val="windowText" lastClr="000000"/>
                          </a:solidFill>
                          <a:latin typeface="Rix모던고딕 M" pitchFamily="18" charset="-127"/>
                          <a:ea typeface="Rix모던고딕 M" pitchFamily="18" charset="-127"/>
                        </a:rPr>
                        <a:t>명 </a:t>
                      </a:r>
                      <a:r>
                        <a:rPr lang="en-US" altLang="ko-KR" sz="1400" dirty="0" smtClean="0">
                          <a:solidFill>
                            <a:sysClr val="windowText" lastClr="000000"/>
                          </a:solidFill>
                          <a:latin typeface="Rix모던고딕 M" pitchFamily="18" charset="-127"/>
                          <a:ea typeface="Rix모던고딕 M" pitchFamily="18" charset="-127"/>
                        </a:rPr>
                        <a:t>/ 1</a:t>
                      </a:r>
                      <a:r>
                        <a:rPr lang="ko-KR" altLang="en-US" sz="1400" dirty="0" smtClean="0">
                          <a:solidFill>
                            <a:sysClr val="windowText" lastClr="000000"/>
                          </a:solidFill>
                          <a:latin typeface="Rix모던고딕 M" pitchFamily="18" charset="-127"/>
                          <a:ea typeface="Rix모던고딕 M" pitchFamily="18" charset="-127"/>
                        </a:rPr>
                        <a:t>명</a:t>
                      </a:r>
                      <a:endParaRPr lang="ko-KR" altLang="en-US" sz="1400" dirty="0">
                        <a:solidFill>
                          <a:sysClr val="windowText" lastClr="000000"/>
                        </a:solidFill>
                        <a:latin typeface="Rix모던고딕 M" pitchFamily="18" charset="-127"/>
                        <a:ea typeface="Rix모던고딕 M" pitchFamily="18" charset="-127"/>
                      </a:endParaRPr>
                    </a:p>
                  </a:txBody>
                  <a:tcPr marL="36000" marR="3600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smtClean="0">
                          <a:solidFill>
                            <a:sysClr val="windowText" lastClr="000000"/>
                          </a:solidFill>
                          <a:latin typeface="Rix모던고딕 M" pitchFamily="18" charset="-127"/>
                          <a:ea typeface="Rix모던고딕 M" pitchFamily="18" charset="-127"/>
                        </a:rPr>
                        <a:t>1.5</a:t>
                      </a:r>
                      <a:endParaRPr lang="ko-KR" altLang="en-US" sz="1400" dirty="0">
                        <a:solidFill>
                          <a:sysClr val="windowText" lastClr="000000"/>
                        </a:solidFill>
                        <a:latin typeface="Rix모던고딕 M" pitchFamily="18" charset="-127"/>
                        <a:ea typeface="Rix모던고딕 M" pitchFamily="18" charset="-127"/>
                      </a:endParaRPr>
                    </a:p>
                  </a:txBody>
                  <a:tcPr marL="36000" marR="3600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8635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smtClean="0">
                          <a:solidFill>
                            <a:sysClr val="windowText" lastClr="000000"/>
                          </a:solidFill>
                          <a:latin typeface="Rix모던고딕 M" pitchFamily="18" charset="-127"/>
                          <a:ea typeface="Rix모던고딕 M" pitchFamily="18" charset="-127"/>
                        </a:rPr>
                        <a:t>안정화</a:t>
                      </a:r>
                      <a:endParaRPr lang="ko-KR" altLang="en-US" sz="1400" dirty="0">
                        <a:solidFill>
                          <a:sysClr val="windowText" lastClr="000000"/>
                        </a:solidFill>
                        <a:latin typeface="Rix모던고딕 M" pitchFamily="18" charset="-127"/>
                        <a:ea typeface="Rix모던고딕 M" pitchFamily="18" charset="-127"/>
                      </a:endParaRPr>
                    </a:p>
                  </a:txBody>
                  <a:tcPr marL="36000" marR="3600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ltUpDiag">
                      <a:fgClr>
                        <a:schemeClr val="bg1">
                          <a:lumMod val="8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smtClean="0">
                          <a:solidFill>
                            <a:sysClr val="windowText" lastClr="000000"/>
                          </a:solidFill>
                          <a:latin typeface="Rix모던고딕 M" pitchFamily="18" charset="-127"/>
                          <a:ea typeface="Rix모던고딕 M" pitchFamily="18" charset="-127"/>
                        </a:rPr>
                        <a:t>4</a:t>
                      </a:r>
                      <a:r>
                        <a:rPr lang="ko-KR" altLang="en-US" sz="1400" dirty="0" smtClean="0">
                          <a:solidFill>
                            <a:sysClr val="windowText" lastClr="000000"/>
                          </a:solidFill>
                          <a:latin typeface="Rix모던고딕 M" pitchFamily="18" charset="-127"/>
                          <a:ea typeface="Rix모던고딕 M" pitchFamily="18" charset="-127"/>
                        </a:rPr>
                        <a:t>명 </a:t>
                      </a:r>
                      <a:r>
                        <a:rPr lang="en-US" altLang="ko-KR" sz="1400" dirty="0" smtClean="0">
                          <a:solidFill>
                            <a:sysClr val="windowText" lastClr="000000"/>
                          </a:solidFill>
                          <a:latin typeface="Rix모던고딕 M" pitchFamily="18" charset="-127"/>
                          <a:ea typeface="Rix모던고딕 M" pitchFamily="18" charset="-127"/>
                        </a:rPr>
                        <a:t>/ 5</a:t>
                      </a:r>
                      <a:r>
                        <a:rPr lang="ko-KR" altLang="en-US" sz="1400" dirty="0" smtClean="0">
                          <a:solidFill>
                            <a:sysClr val="windowText" lastClr="000000"/>
                          </a:solidFill>
                          <a:latin typeface="Rix모던고딕 M" pitchFamily="18" charset="-127"/>
                          <a:ea typeface="Rix모던고딕 M" pitchFamily="18" charset="-127"/>
                        </a:rPr>
                        <a:t>명</a:t>
                      </a:r>
                      <a:endParaRPr lang="ko-KR" altLang="en-US" sz="1400" dirty="0">
                        <a:solidFill>
                          <a:sysClr val="windowText" lastClr="000000"/>
                        </a:solidFill>
                        <a:latin typeface="Rix모던고딕 M" pitchFamily="18" charset="-127"/>
                        <a:ea typeface="Rix모던고딕 M" pitchFamily="18" charset="-127"/>
                      </a:endParaRPr>
                    </a:p>
                  </a:txBody>
                  <a:tcPr marL="36000" marR="3600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smtClean="0">
                          <a:solidFill>
                            <a:sysClr val="windowText" lastClr="000000"/>
                          </a:solidFill>
                          <a:latin typeface="Rix모던고딕 M" pitchFamily="18" charset="-127"/>
                          <a:ea typeface="Rix모던고딕 M" pitchFamily="18" charset="-127"/>
                        </a:rPr>
                        <a:t>11.0</a:t>
                      </a:r>
                      <a:endParaRPr lang="ko-KR" altLang="en-US" sz="1400" dirty="0">
                        <a:solidFill>
                          <a:sysClr val="windowText" lastClr="000000"/>
                        </a:solidFill>
                        <a:latin typeface="Rix모던고딕 M" pitchFamily="18" charset="-127"/>
                        <a:ea typeface="Rix모던고딕 M" pitchFamily="18" charset="-127"/>
                      </a:endParaRPr>
                    </a:p>
                  </a:txBody>
                  <a:tcPr marL="36000" marR="3600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8635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smtClean="0">
                          <a:solidFill>
                            <a:sysClr val="windowText" lastClr="000000"/>
                          </a:solidFill>
                          <a:latin typeface="Rix모던고딕 M" pitchFamily="18" charset="-127"/>
                          <a:ea typeface="Rix모던고딕 M" pitchFamily="18" charset="-127"/>
                        </a:rPr>
                        <a:t>이전 지원</a:t>
                      </a:r>
                      <a:endParaRPr lang="ko-KR" altLang="en-US" sz="1400" dirty="0">
                        <a:solidFill>
                          <a:sysClr val="windowText" lastClr="000000"/>
                        </a:solidFill>
                        <a:latin typeface="Rix모던고딕 M" pitchFamily="18" charset="-127"/>
                        <a:ea typeface="Rix모던고딕 M" pitchFamily="18" charset="-127"/>
                      </a:endParaRPr>
                    </a:p>
                  </a:txBody>
                  <a:tcPr marL="36000" marR="3600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ltUpDiag">
                      <a:fgClr>
                        <a:schemeClr val="bg1">
                          <a:lumMod val="8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smtClean="0">
                          <a:solidFill>
                            <a:sysClr val="windowText" lastClr="000000"/>
                          </a:solidFill>
                          <a:latin typeface="Rix모던고딕 M" pitchFamily="18" charset="-127"/>
                          <a:ea typeface="Rix모던고딕 M" pitchFamily="18" charset="-127"/>
                        </a:rPr>
                        <a:t>2</a:t>
                      </a:r>
                      <a:r>
                        <a:rPr lang="ko-KR" altLang="en-US" sz="1400" dirty="0" smtClean="0">
                          <a:solidFill>
                            <a:sysClr val="windowText" lastClr="000000"/>
                          </a:solidFill>
                          <a:latin typeface="Rix모던고딕 M" pitchFamily="18" charset="-127"/>
                          <a:ea typeface="Rix모던고딕 M" pitchFamily="18" charset="-127"/>
                        </a:rPr>
                        <a:t>명 </a:t>
                      </a:r>
                      <a:r>
                        <a:rPr lang="en-US" altLang="ko-KR" sz="1400" dirty="0" smtClean="0">
                          <a:solidFill>
                            <a:sysClr val="windowText" lastClr="000000"/>
                          </a:solidFill>
                          <a:latin typeface="Rix모던고딕 M" pitchFamily="18" charset="-127"/>
                          <a:ea typeface="Rix모던고딕 M" pitchFamily="18" charset="-127"/>
                        </a:rPr>
                        <a:t>/ 1</a:t>
                      </a:r>
                      <a:r>
                        <a:rPr lang="ko-KR" altLang="en-US" sz="1400" dirty="0" smtClean="0">
                          <a:solidFill>
                            <a:sysClr val="windowText" lastClr="000000"/>
                          </a:solidFill>
                          <a:latin typeface="Rix모던고딕 M" pitchFamily="18" charset="-127"/>
                          <a:ea typeface="Rix모던고딕 M" pitchFamily="18" charset="-127"/>
                        </a:rPr>
                        <a:t>명</a:t>
                      </a:r>
                      <a:endParaRPr lang="ko-KR" altLang="en-US" sz="1400" dirty="0">
                        <a:solidFill>
                          <a:sysClr val="windowText" lastClr="000000"/>
                        </a:solidFill>
                        <a:latin typeface="Rix모던고딕 M" pitchFamily="18" charset="-127"/>
                        <a:ea typeface="Rix모던고딕 M" pitchFamily="18" charset="-127"/>
                      </a:endParaRPr>
                    </a:p>
                  </a:txBody>
                  <a:tcPr marL="36000" marR="3600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smtClean="0">
                          <a:solidFill>
                            <a:sysClr val="windowText" lastClr="000000"/>
                          </a:solidFill>
                          <a:latin typeface="Rix모던고딕 M" pitchFamily="18" charset="-127"/>
                          <a:ea typeface="Rix모던고딕 M" pitchFamily="18" charset="-127"/>
                        </a:rPr>
                        <a:t>4.0</a:t>
                      </a:r>
                      <a:endParaRPr lang="ko-KR" altLang="en-US" sz="1400" dirty="0">
                        <a:solidFill>
                          <a:sysClr val="windowText" lastClr="000000"/>
                        </a:solidFill>
                        <a:latin typeface="Rix모던고딕 M" pitchFamily="18" charset="-127"/>
                        <a:ea typeface="Rix모던고딕 M" pitchFamily="18" charset="-127"/>
                      </a:endParaRPr>
                    </a:p>
                  </a:txBody>
                  <a:tcPr marL="36000" marR="3600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268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 smtClean="0">
                          <a:solidFill>
                            <a:schemeClr val="bg1"/>
                          </a:solidFill>
                          <a:latin typeface="Rix고딕 B" pitchFamily="18" charset="-127"/>
                          <a:ea typeface="Rix고딕 B" pitchFamily="18" charset="-127"/>
                        </a:rPr>
                        <a:t>합 계</a:t>
                      </a:r>
                      <a:endParaRPr lang="ko-KR" altLang="en-US" sz="1600" b="0" dirty="0">
                        <a:solidFill>
                          <a:schemeClr val="bg1"/>
                        </a:solidFill>
                        <a:latin typeface="Rix고딕 B" pitchFamily="18" charset="-127"/>
                        <a:ea typeface="Rix고딕 B" pitchFamily="18" charset="-127"/>
                      </a:endParaRPr>
                    </a:p>
                  </a:txBody>
                  <a:tcPr marL="36000" marR="3600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ltUpDiag">
                      <a:fgClr>
                        <a:schemeClr val="accent2">
                          <a:lumMod val="75000"/>
                        </a:schemeClr>
                      </a:fgClr>
                      <a:bgClr>
                        <a:schemeClr val="accent2">
                          <a:lumMod val="50000"/>
                        </a:schemeClr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 smtClean="0">
                          <a:solidFill>
                            <a:schemeClr val="bg1"/>
                          </a:solidFill>
                          <a:latin typeface="Rix고딕 B" pitchFamily="18" charset="-127"/>
                          <a:ea typeface="Rix고딕 B" pitchFamily="18" charset="-127"/>
                        </a:rPr>
                        <a:t>7</a:t>
                      </a:r>
                      <a:r>
                        <a:rPr lang="ko-KR" altLang="en-US" sz="1600" b="0" dirty="0" smtClean="0">
                          <a:solidFill>
                            <a:schemeClr val="bg1"/>
                          </a:solidFill>
                          <a:latin typeface="Rix고딕 B" pitchFamily="18" charset="-127"/>
                          <a:ea typeface="Rix고딕 B" pitchFamily="18" charset="-127"/>
                        </a:rPr>
                        <a:t>명</a:t>
                      </a:r>
                      <a:r>
                        <a:rPr lang="en-US" altLang="ko-KR" sz="1600" b="0" dirty="0" smtClean="0">
                          <a:solidFill>
                            <a:schemeClr val="bg1"/>
                          </a:solidFill>
                          <a:latin typeface="Rix고딕 B" pitchFamily="18" charset="-127"/>
                          <a:ea typeface="Rix고딕 B" pitchFamily="18" charset="-127"/>
                        </a:rPr>
                        <a:t>/7</a:t>
                      </a:r>
                      <a:r>
                        <a:rPr lang="ko-KR" altLang="en-US" sz="1600" b="0" dirty="0" smtClean="0">
                          <a:solidFill>
                            <a:schemeClr val="bg1"/>
                          </a:solidFill>
                          <a:latin typeface="Rix고딕 B" pitchFamily="18" charset="-127"/>
                          <a:ea typeface="Rix고딕 B" pitchFamily="18" charset="-127"/>
                        </a:rPr>
                        <a:t>명</a:t>
                      </a:r>
                      <a:endParaRPr lang="ko-KR" altLang="en-US" sz="1600" b="0" dirty="0">
                        <a:solidFill>
                          <a:schemeClr val="bg1"/>
                        </a:solidFill>
                        <a:latin typeface="Rix고딕 B" pitchFamily="18" charset="-127"/>
                        <a:ea typeface="Rix고딕 B" pitchFamily="18" charset="-127"/>
                      </a:endParaRPr>
                    </a:p>
                  </a:txBody>
                  <a:tcPr marL="36000" marR="3600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ltUpDiag">
                      <a:fgClr>
                        <a:schemeClr val="accent2">
                          <a:lumMod val="75000"/>
                        </a:schemeClr>
                      </a:fgClr>
                      <a:bgClr>
                        <a:schemeClr val="accent2">
                          <a:lumMod val="50000"/>
                        </a:schemeClr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 smtClean="0">
                          <a:solidFill>
                            <a:schemeClr val="bg1"/>
                          </a:solidFill>
                          <a:latin typeface="Rix고딕 B" pitchFamily="18" charset="-127"/>
                          <a:ea typeface="Rix고딕 B" pitchFamily="18" charset="-127"/>
                        </a:rPr>
                        <a:t>16.5M/M</a:t>
                      </a:r>
                      <a:endParaRPr lang="ko-KR" altLang="en-US" sz="1600" b="0" dirty="0">
                        <a:solidFill>
                          <a:schemeClr val="bg1"/>
                        </a:solidFill>
                        <a:latin typeface="Rix고딕 B" pitchFamily="18" charset="-127"/>
                        <a:ea typeface="Rix고딕 B" pitchFamily="18" charset="-127"/>
                      </a:endParaRPr>
                    </a:p>
                  </a:txBody>
                  <a:tcPr marL="36000" marR="3600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ltUpDiag">
                      <a:fgClr>
                        <a:schemeClr val="accent2">
                          <a:lumMod val="75000"/>
                        </a:schemeClr>
                      </a:fgClr>
                      <a:bgClr>
                        <a:schemeClr val="accent2">
                          <a:lumMod val="50000"/>
                        </a:schemeClr>
                      </a:bgClr>
                    </a:patt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523769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/>
        </p:nvSpPr>
        <p:spPr>
          <a:xfrm>
            <a:off x="0" y="307090"/>
            <a:ext cx="10693400" cy="46218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 cap="rnd" cmpd="sng">
            <a:noFill/>
            <a:prstDash val="solid"/>
            <a:headEnd type="none" w="lg" len="med"/>
            <a:tailEnd type="none" w="lg" len="med"/>
          </a:ln>
          <a:effectLst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none" lIns="99569" tIns="172873" rIns="99569" bIns="49785"/>
          <a:lstStyle/>
          <a:p>
            <a:pPr algn="ctr" latinLnBrk="0"/>
            <a:endParaRPr lang="ko-KR" altLang="en-US" sz="1700" b="1" dirty="0">
              <a:gradFill>
                <a:gsLst>
                  <a:gs pos="0">
                    <a:prstClr val="white"/>
                  </a:gs>
                  <a:gs pos="100000">
                    <a:prstClr val="white"/>
                  </a:gs>
                </a:gsLst>
                <a:lin ang="5400000" scaled="0"/>
              </a:gra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고도 B" panose="02000503000000020004" pitchFamily="2" charset="-127"/>
              <a:ea typeface="고도 B" panose="02000503000000020004" pitchFamily="2" charset="-127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47918" y="357032"/>
            <a:ext cx="8148382" cy="369332"/>
          </a:xfrm>
          <a:prstGeom prst="rect">
            <a:avLst/>
          </a:prstGeom>
          <a:noFill/>
          <a:ln w="6350">
            <a:noFill/>
          </a:ln>
          <a:effectLst/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 anchorCtr="0">
            <a:spAutoFit/>
            <a:sp3d>
              <a:bevelT w="0" h="0"/>
              <a:contourClr>
                <a:schemeClr val="bg1"/>
              </a:contourClr>
            </a:sp3d>
          </a:bodyPr>
          <a:lstStyle>
            <a:defPPr>
              <a:defRPr lang="ko-KR"/>
            </a:defPPr>
            <a:lvl1pPr lvl="0" indent="0" defTabSz="801639" latinLnBrk="0">
              <a:lnSpc>
                <a:spcPct val="100000"/>
              </a:lnSpc>
              <a:spcBef>
                <a:spcPts val="88"/>
              </a:spcBef>
              <a:spcAft>
                <a:spcPts val="88"/>
              </a:spcAft>
              <a:defRPr sz="2400" spc="0">
                <a:ln>
                  <a:solidFill>
                    <a:prstClr val="white">
                      <a:alpha val="10000"/>
                    </a:prstClr>
                  </a:solidFill>
                </a:ln>
                <a:solidFill>
                  <a:prstClr val="white"/>
                </a:solidFill>
                <a:effectLst/>
                <a:latin typeface="나눔고딕 ExtraBold" panose="020D0904000000000000" pitchFamily="50" charset="-127"/>
                <a:ea typeface="나눔고딕 ExtraBold" panose="020D0904000000000000" pitchFamily="50" charset="-127"/>
              </a:defRPr>
            </a:lvl1pPr>
          </a:lstStyle>
          <a:p>
            <a:r>
              <a:rPr lang="en-US" altLang="ko-KR" spc="-150" dirty="0" smtClean="0">
                <a:solidFill>
                  <a:schemeClr val="tx1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Q17. </a:t>
            </a:r>
            <a:r>
              <a:rPr lang="ko-KR" altLang="en-US" spc="-150" dirty="0">
                <a:solidFill>
                  <a:schemeClr val="tx1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제안사 주요 실적</a:t>
            </a:r>
          </a:p>
        </p:txBody>
      </p:sp>
      <p:sp>
        <p:nvSpPr>
          <p:cNvPr id="6" name="직사각형 5"/>
          <p:cNvSpPr/>
          <p:nvPr/>
        </p:nvSpPr>
        <p:spPr>
          <a:xfrm>
            <a:off x="0" y="776869"/>
            <a:ext cx="10693400" cy="465335"/>
          </a:xfrm>
          <a:prstGeom prst="rect">
            <a:avLst/>
          </a:prstGeom>
          <a:solidFill>
            <a:srgbClr val="2F6495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 lang="ko-KR" alt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150411" y="834545"/>
            <a:ext cx="10043857" cy="304699"/>
          </a:xfrm>
          <a:prstGeom prst="rect">
            <a:avLst/>
          </a:prstGeom>
          <a:noFill/>
          <a:ln w="6350">
            <a:noFill/>
          </a:ln>
          <a:effectLst/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 anchorCtr="0">
            <a:spAutoFit/>
            <a:sp3d>
              <a:bevelT w="0" h="0"/>
              <a:contourClr>
                <a:schemeClr val="bg1"/>
              </a:contourClr>
            </a:sp3d>
          </a:bodyPr>
          <a:lstStyle>
            <a:defPPr>
              <a:defRPr lang="ko-KR"/>
            </a:defPPr>
            <a:lvl1pPr lvl="0" indent="0" defTabSz="801639" latinLnBrk="0">
              <a:lnSpc>
                <a:spcPct val="100000"/>
              </a:lnSpc>
              <a:spcBef>
                <a:spcPts val="88"/>
              </a:spcBef>
              <a:spcAft>
                <a:spcPts val="88"/>
              </a:spcAft>
              <a:defRPr sz="2400" spc="0">
                <a:ln>
                  <a:solidFill>
                    <a:prstClr val="white">
                      <a:alpha val="10000"/>
                    </a:prstClr>
                  </a:solidFill>
                </a:ln>
                <a:solidFill>
                  <a:prstClr val="white"/>
                </a:solidFill>
                <a:effectLst/>
                <a:latin typeface="나눔고딕 ExtraBold" panose="020D0904000000000000" pitchFamily="50" charset="-127"/>
                <a:ea typeface="나눔고딕 ExtraBold" panose="020D0904000000000000" pitchFamily="50" charset="-127"/>
              </a:defRPr>
            </a:lvl1pPr>
          </a:lstStyle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800" spc="-100" dirty="0">
                <a:solidFill>
                  <a:schemeClr val="bg1"/>
                </a:solidFill>
                <a:latin typeface="Rix고딕 M" pitchFamily="18" charset="-127"/>
                <a:ea typeface="Rix고딕 M" pitchFamily="18" charset="-127"/>
              </a:rPr>
              <a:t>제안사는 네트워크 구축 및 유지보수 경험이 </a:t>
            </a:r>
            <a:r>
              <a:rPr lang="ko-KR" altLang="en-US" sz="1800" spc="-100" dirty="0" smtClean="0">
                <a:solidFill>
                  <a:schemeClr val="bg1"/>
                </a:solidFill>
                <a:latin typeface="Rix고딕 M" pitchFamily="18" charset="-127"/>
                <a:ea typeface="Rix고딕 M" pitchFamily="18" charset="-127"/>
              </a:rPr>
              <a:t>풍부한</a:t>
            </a:r>
            <a:r>
              <a:rPr lang="en-US" altLang="ko-KR" sz="1800" spc="-100" dirty="0" smtClean="0">
                <a:solidFill>
                  <a:schemeClr val="bg1"/>
                </a:solidFill>
                <a:latin typeface="Rix고딕 M" pitchFamily="18" charset="-127"/>
                <a:ea typeface="Rix고딕 M" pitchFamily="18" charset="-127"/>
              </a:rPr>
              <a:t> </a:t>
            </a:r>
            <a:r>
              <a:rPr lang="ko-KR" altLang="en-US" sz="1800" spc="-100" dirty="0" smtClean="0">
                <a:solidFill>
                  <a:schemeClr val="bg1"/>
                </a:solidFill>
                <a:latin typeface="Rix고딕 M" pitchFamily="18" charset="-127"/>
                <a:ea typeface="Rix고딕 M" pitchFamily="18" charset="-127"/>
              </a:rPr>
              <a:t>네트워크 전문 기업입니다</a:t>
            </a:r>
            <a:r>
              <a:rPr lang="en-US" altLang="ko-KR" sz="1800" spc="-100" dirty="0" smtClean="0">
                <a:solidFill>
                  <a:schemeClr val="bg1"/>
                </a:solidFill>
                <a:latin typeface="Rix고딕 M" pitchFamily="18" charset="-127"/>
                <a:ea typeface="Rix고딕 M" pitchFamily="18" charset="-127"/>
              </a:rPr>
              <a:t>.</a:t>
            </a:r>
            <a:endParaRPr lang="en-US" altLang="ko-KR" sz="1800" spc="-100" dirty="0">
              <a:solidFill>
                <a:schemeClr val="bg1"/>
              </a:solidFill>
              <a:latin typeface="Rix고딕 M" pitchFamily="18" charset="-127"/>
              <a:ea typeface="Rix고딕 M" pitchFamily="18" charset="-127"/>
            </a:endParaRPr>
          </a:p>
        </p:txBody>
      </p:sp>
      <p:graphicFrame>
        <p:nvGraphicFramePr>
          <p:cNvPr id="12" name="표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3268867"/>
              </p:ext>
            </p:extLst>
          </p:nvPr>
        </p:nvGraphicFramePr>
        <p:xfrm>
          <a:off x="241539" y="1299884"/>
          <a:ext cx="5020569" cy="582481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25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03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918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48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1520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8608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8608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8665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95566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1" u="none" strike="noStrike" dirty="0">
                          <a:solidFill>
                            <a:schemeClr val="bg1"/>
                          </a:solidFill>
                          <a:effectLst/>
                          <a:latin typeface="Rix고딕 L" panose="02020603020101020101" pitchFamily="18" charset="-127"/>
                          <a:ea typeface="Rix고딕 L" panose="02020603020101020101" pitchFamily="18" charset="-127"/>
                        </a:rPr>
                        <a:t>순번</a:t>
                      </a:r>
                      <a:endParaRPr lang="ko-KR" altLang="en-US" sz="800" b="1" i="0" u="none" strike="noStrike" dirty="0">
                        <a:solidFill>
                          <a:schemeClr val="bg1"/>
                        </a:solidFill>
                        <a:effectLst/>
                        <a:latin typeface="Rix고딕 L" panose="02020603020101020101" pitchFamily="18" charset="-127"/>
                        <a:ea typeface="Rix고딕 L" panose="02020603020101020101" pitchFamily="18" charset="-127"/>
                      </a:endParaRPr>
                    </a:p>
                  </a:txBody>
                  <a:tcPr marL="4157" marR="4157" marT="4157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1" u="none" strike="noStrike" dirty="0">
                          <a:solidFill>
                            <a:schemeClr val="bg1"/>
                          </a:solidFill>
                          <a:effectLst/>
                          <a:latin typeface="Rix고딕 L" panose="02020603020101020101" pitchFamily="18" charset="-127"/>
                          <a:ea typeface="Rix고딕 L" panose="02020603020101020101" pitchFamily="18" charset="-127"/>
                        </a:rPr>
                        <a:t>사업명</a:t>
                      </a:r>
                      <a:endParaRPr lang="ko-KR" altLang="en-US" sz="800" b="1" i="0" u="none" strike="noStrike" dirty="0">
                        <a:solidFill>
                          <a:schemeClr val="bg1"/>
                        </a:solidFill>
                        <a:effectLst/>
                        <a:latin typeface="Rix고딕 L" panose="02020603020101020101" pitchFamily="18" charset="-127"/>
                        <a:ea typeface="Rix고딕 L" panose="02020603020101020101" pitchFamily="18" charset="-127"/>
                      </a:endParaRPr>
                    </a:p>
                  </a:txBody>
                  <a:tcPr marL="4157" marR="4157" marT="4157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1" u="none" strike="noStrike" dirty="0">
                          <a:solidFill>
                            <a:schemeClr val="bg1"/>
                          </a:solidFill>
                          <a:effectLst/>
                          <a:latin typeface="Rix고딕 L" panose="02020603020101020101" pitchFamily="18" charset="-127"/>
                          <a:ea typeface="Rix고딕 L" panose="02020603020101020101" pitchFamily="18" charset="-127"/>
                        </a:rPr>
                        <a:t>사업개요</a:t>
                      </a:r>
                      <a:endParaRPr lang="ko-KR" altLang="en-US" sz="800" b="1" i="0" u="none" strike="noStrike" dirty="0">
                        <a:solidFill>
                          <a:schemeClr val="bg1"/>
                        </a:solidFill>
                        <a:effectLst/>
                        <a:latin typeface="Rix고딕 L" panose="02020603020101020101" pitchFamily="18" charset="-127"/>
                        <a:ea typeface="Rix고딕 L" panose="02020603020101020101" pitchFamily="18" charset="-127"/>
                      </a:endParaRPr>
                    </a:p>
                  </a:txBody>
                  <a:tcPr marL="4157" marR="4157" marT="4157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1" u="none" strike="noStrike" dirty="0">
                          <a:solidFill>
                            <a:schemeClr val="bg1"/>
                          </a:solidFill>
                          <a:effectLst/>
                          <a:latin typeface="Rix고딕 L" panose="02020603020101020101" pitchFamily="18" charset="-127"/>
                          <a:ea typeface="Rix고딕 L" panose="02020603020101020101" pitchFamily="18" charset="-127"/>
                        </a:rPr>
                        <a:t>사업기간</a:t>
                      </a:r>
                      <a:endParaRPr lang="ko-KR" altLang="en-US" sz="800" b="1" i="0" u="none" strike="noStrike" dirty="0">
                        <a:solidFill>
                          <a:schemeClr val="bg1"/>
                        </a:solidFill>
                        <a:effectLst/>
                        <a:latin typeface="Rix고딕 L" panose="02020603020101020101" pitchFamily="18" charset="-127"/>
                        <a:ea typeface="Rix고딕 L" panose="02020603020101020101" pitchFamily="18" charset="-127"/>
                      </a:endParaRPr>
                    </a:p>
                  </a:txBody>
                  <a:tcPr marL="4157" marR="4157" marT="4157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1" u="none" strike="noStrike" dirty="0">
                          <a:solidFill>
                            <a:schemeClr val="bg1"/>
                          </a:solidFill>
                          <a:effectLst/>
                          <a:latin typeface="Rix고딕 L" panose="02020603020101020101" pitchFamily="18" charset="-127"/>
                          <a:ea typeface="Rix고딕 L" panose="02020603020101020101" pitchFamily="18" charset="-127"/>
                        </a:rPr>
                        <a:t>발주처</a:t>
                      </a:r>
                      <a:endParaRPr lang="ko-KR" altLang="en-US" sz="800" b="1" i="0" u="none" strike="noStrike" dirty="0">
                        <a:solidFill>
                          <a:schemeClr val="bg1"/>
                        </a:solidFill>
                        <a:effectLst/>
                        <a:latin typeface="Rix고딕 L" panose="02020603020101020101" pitchFamily="18" charset="-127"/>
                        <a:ea typeface="Rix고딕 L" panose="02020603020101020101" pitchFamily="18" charset="-127"/>
                      </a:endParaRPr>
                    </a:p>
                  </a:txBody>
                  <a:tcPr marL="4157" marR="4157" marT="4157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1" u="none" strike="noStrike" dirty="0" smtClean="0">
                          <a:solidFill>
                            <a:schemeClr val="bg1"/>
                          </a:solidFill>
                          <a:effectLst/>
                          <a:latin typeface="Rix고딕 L" panose="02020603020101020101" pitchFamily="18" charset="-127"/>
                          <a:ea typeface="Rix고딕 L" panose="02020603020101020101" pitchFamily="18" charset="-127"/>
                        </a:rPr>
                        <a:t>계약 금액</a:t>
                      </a:r>
                      <a:endParaRPr lang="ko-KR" altLang="en-US" sz="800" b="1" i="0" u="none" strike="noStrike" dirty="0">
                        <a:solidFill>
                          <a:schemeClr val="bg1"/>
                        </a:solidFill>
                        <a:effectLst/>
                        <a:latin typeface="Rix고딕 L" panose="02020603020101020101" pitchFamily="18" charset="-127"/>
                        <a:ea typeface="Rix고딕 L" panose="02020603020101020101" pitchFamily="18" charset="-127"/>
                      </a:endParaRPr>
                    </a:p>
                  </a:txBody>
                  <a:tcPr marL="4157" marR="4157" marT="4157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1" u="none" strike="noStrike" dirty="0" smtClean="0">
                          <a:solidFill>
                            <a:schemeClr val="bg1"/>
                          </a:solidFill>
                          <a:effectLst/>
                          <a:latin typeface="Rix고딕 L" panose="02020603020101020101" pitchFamily="18" charset="-127"/>
                          <a:ea typeface="Rix고딕 L" panose="02020603020101020101" pitchFamily="18" charset="-127"/>
                        </a:rPr>
                        <a:t>실적 금액</a:t>
                      </a:r>
                      <a:endParaRPr lang="ko-KR" altLang="en-US" sz="800" b="1" i="0" u="none" strike="noStrike" dirty="0">
                        <a:solidFill>
                          <a:schemeClr val="bg1"/>
                        </a:solidFill>
                        <a:effectLst/>
                        <a:latin typeface="Rix고딕 L" panose="02020603020101020101" pitchFamily="18" charset="-127"/>
                        <a:ea typeface="Rix고딕 L" panose="02020603020101020101" pitchFamily="18" charset="-127"/>
                      </a:endParaRPr>
                    </a:p>
                  </a:txBody>
                  <a:tcPr marL="4157" marR="4157" marT="4157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 dirty="0" smtClean="0">
                          <a:solidFill>
                            <a:schemeClr val="bg1"/>
                          </a:solidFill>
                          <a:effectLst/>
                          <a:latin typeface="Rix고딕 L" panose="02020603020101020101" pitchFamily="18" charset="-127"/>
                          <a:ea typeface="Rix고딕 L" panose="02020603020101020101" pitchFamily="18" charset="-127"/>
                        </a:rPr>
                        <a:t>구분</a:t>
                      </a:r>
                      <a:endParaRPr lang="ko-KR" altLang="en-US" sz="800" b="1" i="0" u="none" strike="noStrike" dirty="0">
                        <a:solidFill>
                          <a:schemeClr val="bg1"/>
                        </a:solidFill>
                        <a:effectLst/>
                        <a:latin typeface="Rix고딕 L" panose="02020603020101020101" pitchFamily="18" charset="-127"/>
                        <a:ea typeface="Rix고딕 L" panose="02020603020101020101" pitchFamily="18" charset="-127"/>
                      </a:endParaRPr>
                    </a:p>
                  </a:txBody>
                  <a:tcPr marL="4157" marR="4157" marT="4157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6058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u="none" strike="noStrike" kern="1200" dirty="0">
                          <a:solidFill>
                            <a:schemeClr val="dk1"/>
                          </a:solidFill>
                          <a:effectLst/>
                          <a:latin typeface="Rix고딕 L" panose="02020603020101020101" pitchFamily="18" charset="-127"/>
                          <a:ea typeface="Rix고딕 L" panose="02020603020101020101" pitchFamily="18" charset="-127"/>
                          <a:cs typeface="+mn-cs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u="none" strike="noStrike" dirty="0">
                          <a:effectLst/>
                          <a:latin typeface="Rix고딕 L" panose="02020603020101020101" pitchFamily="18" charset="-127"/>
                          <a:ea typeface="Rix고딕 L" panose="02020603020101020101" pitchFamily="18" charset="-127"/>
                        </a:rPr>
                        <a:t>해군 원격정비지원체계 구축</a:t>
                      </a:r>
                      <a:endParaRPr lang="ko-KR" altLang="en-US" sz="800" b="0" i="0" u="none" strike="noStrike" dirty="0">
                        <a:solidFill>
                          <a:srgbClr val="262626"/>
                        </a:solidFill>
                        <a:effectLst/>
                        <a:latin typeface="Rix고딕 L" panose="02020603020101020101" pitchFamily="18" charset="-127"/>
                        <a:ea typeface="Rix고딕 L" panose="02020603020101020101" pitchFamily="18" charset="-127"/>
                      </a:endParaRPr>
                    </a:p>
                  </a:txBody>
                  <a:tcPr marL="4157" marR="4157" marT="4157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u="none" strike="noStrike" dirty="0">
                          <a:effectLst/>
                          <a:latin typeface="Rix고딕 L" panose="02020603020101020101" pitchFamily="18" charset="-127"/>
                          <a:ea typeface="Rix고딕 L" panose="02020603020101020101" pitchFamily="18" charset="-127"/>
                        </a:rPr>
                        <a:t>원격정비시스템 구축</a:t>
                      </a:r>
                      <a:endParaRPr lang="ko-KR" altLang="en-US" sz="800" b="0" i="0" u="none" strike="noStrike" dirty="0">
                        <a:solidFill>
                          <a:srgbClr val="262626"/>
                        </a:solidFill>
                        <a:effectLst/>
                        <a:latin typeface="Rix고딕 L" panose="02020603020101020101" pitchFamily="18" charset="-127"/>
                        <a:ea typeface="Rix고딕 L" panose="02020603020101020101" pitchFamily="18" charset="-127"/>
                      </a:endParaRPr>
                    </a:p>
                  </a:txBody>
                  <a:tcPr marL="4157" marR="4157" marT="4157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u="none" strike="noStrike" dirty="0">
                          <a:effectLst/>
                          <a:latin typeface="Rix고딕 L" panose="02020603020101020101" pitchFamily="18" charset="-127"/>
                          <a:ea typeface="Rix고딕 L" panose="02020603020101020101" pitchFamily="18" charset="-127"/>
                        </a:rPr>
                        <a:t>15.10</a:t>
                      </a:r>
                      <a:r>
                        <a:rPr lang="en-US" altLang="ko-KR" sz="800" u="none" strike="noStrike" dirty="0" smtClean="0">
                          <a:effectLst/>
                          <a:latin typeface="Rix고딕 L" panose="02020603020101020101" pitchFamily="18" charset="-127"/>
                          <a:ea typeface="Rix고딕 L" panose="02020603020101020101" pitchFamily="18" charset="-127"/>
                        </a:rPr>
                        <a:t>~ 15.12</a:t>
                      </a:r>
                      <a:endParaRPr lang="en-US" altLang="ko-KR" sz="800" b="0" i="0" u="none" strike="noStrike" dirty="0">
                        <a:solidFill>
                          <a:srgbClr val="262626"/>
                        </a:solidFill>
                        <a:effectLst/>
                        <a:latin typeface="Rix고딕 L" panose="02020603020101020101" pitchFamily="18" charset="-127"/>
                        <a:ea typeface="Rix고딕 L" panose="02020603020101020101" pitchFamily="18" charset="-127"/>
                      </a:endParaRPr>
                    </a:p>
                  </a:txBody>
                  <a:tcPr marL="4157" marR="4157" marT="4157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u="none" strike="noStrike" dirty="0">
                          <a:effectLst/>
                          <a:latin typeface="Rix고딕 L" panose="02020603020101020101" pitchFamily="18" charset="-127"/>
                          <a:ea typeface="Rix고딕 L" panose="02020603020101020101" pitchFamily="18" charset="-127"/>
                        </a:rPr>
                        <a:t>국군재정관리단</a:t>
                      </a:r>
                      <a:endParaRPr lang="ko-KR" altLang="en-US" sz="800" b="0" i="0" u="none" strike="noStrike" dirty="0">
                        <a:solidFill>
                          <a:srgbClr val="262626"/>
                        </a:solidFill>
                        <a:effectLst/>
                        <a:latin typeface="Rix고딕 L" panose="02020603020101020101" pitchFamily="18" charset="-127"/>
                        <a:ea typeface="Rix고딕 L" panose="02020603020101020101" pitchFamily="18" charset="-127"/>
                      </a:endParaRPr>
                    </a:p>
                  </a:txBody>
                  <a:tcPr marL="4157" marR="4157" marT="4157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u="none" strike="noStrike" dirty="0">
                          <a:effectLst/>
                          <a:latin typeface="Rix고딕 L" panose="02020603020101020101" pitchFamily="18" charset="-127"/>
                          <a:ea typeface="Rix고딕 L" panose="02020603020101020101" pitchFamily="18" charset="-127"/>
                        </a:rPr>
                        <a:t>632</a:t>
                      </a:r>
                      <a:endParaRPr lang="en-US" altLang="ko-KR" sz="800" b="0" i="0" u="none" strike="noStrike" dirty="0">
                        <a:solidFill>
                          <a:srgbClr val="262626"/>
                        </a:solidFill>
                        <a:effectLst/>
                        <a:latin typeface="Rix고딕 L" panose="02020603020101020101" pitchFamily="18" charset="-127"/>
                        <a:ea typeface="Rix고딕 L" panose="02020603020101020101" pitchFamily="18" charset="-127"/>
                      </a:endParaRPr>
                    </a:p>
                  </a:txBody>
                  <a:tcPr marL="4157" marR="4157" marT="4157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u="none" strike="noStrike" dirty="0">
                          <a:effectLst/>
                          <a:latin typeface="Rix고딕 L" panose="02020603020101020101" pitchFamily="18" charset="-127"/>
                          <a:ea typeface="Rix고딕 L" panose="02020603020101020101" pitchFamily="18" charset="-127"/>
                        </a:rPr>
                        <a:t>632</a:t>
                      </a:r>
                      <a:endParaRPr lang="en-US" altLang="ko-KR" sz="800" b="0" i="0" u="none" strike="noStrike" dirty="0">
                        <a:solidFill>
                          <a:srgbClr val="262626"/>
                        </a:solidFill>
                        <a:effectLst/>
                        <a:latin typeface="Rix고딕 L" panose="02020603020101020101" pitchFamily="18" charset="-127"/>
                        <a:ea typeface="Rix고딕 L" panose="02020603020101020101" pitchFamily="18" charset="-127"/>
                      </a:endParaRPr>
                    </a:p>
                  </a:txBody>
                  <a:tcPr marL="4157" marR="4157" marT="4157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u="none" strike="noStrike" dirty="0">
                          <a:effectLst/>
                          <a:latin typeface="Rix고딕 L" panose="02020603020101020101" pitchFamily="18" charset="-127"/>
                          <a:ea typeface="Rix고딕 L" panose="02020603020101020101" pitchFamily="18" charset="-127"/>
                        </a:rPr>
                        <a:t>군실적</a:t>
                      </a:r>
                      <a:endParaRPr lang="ko-KR" altLang="en-US" sz="800" b="0" i="0" u="none" strike="noStrike" dirty="0">
                        <a:solidFill>
                          <a:srgbClr val="262626"/>
                        </a:solidFill>
                        <a:effectLst/>
                        <a:latin typeface="Rix고딕 L" panose="02020603020101020101" pitchFamily="18" charset="-127"/>
                        <a:ea typeface="Rix고딕 L" panose="02020603020101020101" pitchFamily="18" charset="-127"/>
                      </a:endParaRPr>
                    </a:p>
                  </a:txBody>
                  <a:tcPr marL="4157" marR="4157" marT="4157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6058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u="none" strike="noStrike" kern="1200" dirty="0">
                          <a:solidFill>
                            <a:schemeClr val="dk1"/>
                          </a:solidFill>
                          <a:effectLst/>
                          <a:latin typeface="Rix고딕 L" panose="02020603020101020101" pitchFamily="18" charset="-127"/>
                          <a:ea typeface="Rix고딕 L" panose="02020603020101020101" pitchFamily="18" charset="-127"/>
                          <a:cs typeface="+mn-cs"/>
                        </a:rPr>
                        <a:t>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u="none" strike="noStrike" dirty="0">
                          <a:effectLst/>
                          <a:latin typeface="Rix고딕 L" panose="02020603020101020101" pitchFamily="18" charset="-127"/>
                          <a:ea typeface="Rix고딕 L" panose="02020603020101020101" pitchFamily="18" charset="-127"/>
                        </a:rPr>
                        <a:t> 공군 국방망 </a:t>
                      </a:r>
                      <a:endParaRPr lang="ko-KR" altLang="en-US" sz="800" b="0" i="0" u="none" strike="noStrike" dirty="0">
                        <a:solidFill>
                          <a:srgbClr val="262626"/>
                        </a:solidFill>
                        <a:effectLst/>
                        <a:latin typeface="Rix고딕 L" panose="02020603020101020101" pitchFamily="18" charset="-127"/>
                        <a:ea typeface="Rix고딕 L" panose="02020603020101020101" pitchFamily="18" charset="-127"/>
                      </a:endParaRPr>
                    </a:p>
                    <a:p>
                      <a:pPr algn="ctr" rtl="0" fontAlgn="ctr"/>
                      <a:r>
                        <a:rPr lang="ko-KR" altLang="en-US" sz="800" u="none" strike="noStrike" dirty="0">
                          <a:effectLst/>
                          <a:latin typeface="Rix고딕 L" panose="02020603020101020101" pitchFamily="18" charset="-127"/>
                          <a:ea typeface="Rix고딕 L" panose="02020603020101020101" pitchFamily="18" charset="-127"/>
                        </a:rPr>
                        <a:t> 침입방지</a:t>
                      </a:r>
                      <a:r>
                        <a:rPr lang="en-US" altLang="ko-KR" sz="800" u="none" strike="noStrike" dirty="0">
                          <a:effectLst/>
                          <a:latin typeface="Rix고딕 L" panose="02020603020101020101" pitchFamily="18" charset="-127"/>
                          <a:ea typeface="Rix고딕 L" panose="02020603020101020101" pitchFamily="18" charset="-127"/>
                        </a:rPr>
                        <a:t>/</a:t>
                      </a:r>
                      <a:r>
                        <a:rPr lang="ko-KR" altLang="en-US" sz="800" u="none" strike="noStrike" dirty="0">
                          <a:effectLst/>
                          <a:latin typeface="Rix고딕 L" panose="02020603020101020101" pitchFamily="18" charset="-127"/>
                          <a:ea typeface="Rix고딕 L" panose="02020603020101020101" pitchFamily="18" charset="-127"/>
                        </a:rPr>
                        <a:t>위협관리체계 사업</a:t>
                      </a:r>
                      <a:endParaRPr lang="ko-KR" altLang="en-US" sz="800" b="0" i="0" u="none" strike="noStrike" dirty="0">
                        <a:solidFill>
                          <a:srgbClr val="262626"/>
                        </a:solidFill>
                        <a:effectLst/>
                        <a:latin typeface="Rix고딕 L" panose="02020603020101020101" pitchFamily="18" charset="-127"/>
                        <a:ea typeface="Rix고딕 L" panose="02020603020101020101" pitchFamily="18" charset="-127"/>
                      </a:endParaRPr>
                    </a:p>
                  </a:txBody>
                  <a:tcPr marL="4157" marR="4157" marT="4157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u="none" strike="noStrike" dirty="0" smtClean="0">
                          <a:effectLst/>
                          <a:latin typeface="Rix고딕 L" panose="02020603020101020101" pitchFamily="18" charset="-127"/>
                          <a:ea typeface="Rix고딕 L" panose="02020603020101020101" pitchFamily="18" charset="-127"/>
                        </a:rPr>
                        <a:t>정보보호</a:t>
                      </a:r>
                      <a:endParaRPr lang="en-US" altLang="ko-KR" sz="800" u="none" strike="noStrike" dirty="0" smtClean="0">
                        <a:effectLst/>
                        <a:latin typeface="Rix고딕 L" panose="02020603020101020101" pitchFamily="18" charset="-127"/>
                        <a:ea typeface="Rix고딕 L" panose="02020603020101020101" pitchFamily="18" charset="-127"/>
                      </a:endParaRPr>
                    </a:p>
                    <a:p>
                      <a:pPr algn="ctr" rtl="0" fontAlgn="ctr"/>
                      <a:r>
                        <a:rPr lang="ko-KR" altLang="en-US" sz="800" u="none" strike="noStrike" dirty="0" smtClean="0">
                          <a:effectLst/>
                          <a:latin typeface="Rix고딕 L" panose="02020603020101020101" pitchFamily="18" charset="-127"/>
                          <a:ea typeface="Rix고딕 L" panose="02020603020101020101" pitchFamily="18" charset="-127"/>
                        </a:rPr>
                        <a:t>체계 </a:t>
                      </a:r>
                      <a:r>
                        <a:rPr lang="ko-KR" altLang="en-US" sz="800" u="none" strike="noStrike" dirty="0">
                          <a:effectLst/>
                          <a:latin typeface="Rix고딕 L" panose="02020603020101020101" pitchFamily="18" charset="-127"/>
                          <a:ea typeface="Rix고딕 L" panose="02020603020101020101" pitchFamily="18" charset="-127"/>
                        </a:rPr>
                        <a:t>구축</a:t>
                      </a:r>
                      <a:endParaRPr lang="ko-KR" altLang="en-US" sz="800" b="0" i="0" u="none" strike="noStrike" dirty="0">
                        <a:solidFill>
                          <a:srgbClr val="262626"/>
                        </a:solidFill>
                        <a:effectLst/>
                        <a:latin typeface="Rix고딕 L" panose="02020603020101020101" pitchFamily="18" charset="-127"/>
                        <a:ea typeface="Rix고딕 L" panose="02020603020101020101" pitchFamily="18" charset="-127"/>
                      </a:endParaRPr>
                    </a:p>
                  </a:txBody>
                  <a:tcPr marL="4157" marR="4157" marT="4157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u="none" strike="noStrike" dirty="0">
                          <a:effectLst/>
                          <a:latin typeface="Rix고딕 L" panose="02020603020101020101" pitchFamily="18" charset="-127"/>
                          <a:ea typeface="Rix고딕 L" panose="02020603020101020101" pitchFamily="18" charset="-127"/>
                        </a:rPr>
                        <a:t>15.07</a:t>
                      </a:r>
                      <a:r>
                        <a:rPr lang="en-US" altLang="ko-KR" sz="800" u="none" strike="noStrike" dirty="0" smtClean="0">
                          <a:effectLst/>
                          <a:latin typeface="Rix고딕 L" panose="02020603020101020101" pitchFamily="18" charset="-127"/>
                          <a:ea typeface="Rix고딕 L" panose="02020603020101020101" pitchFamily="18" charset="-127"/>
                        </a:rPr>
                        <a:t>~ 15.11 </a:t>
                      </a:r>
                      <a:endParaRPr lang="en-US" altLang="ko-KR" sz="800" b="0" i="0" u="none" strike="noStrike" dirty="0">
                        <a:solidFill>
                          <a:srgbClr val="262626"/>
                        </a:solidFill>
                        <a:effectLst/>
                        <a:latin typeface="Rix고딕 L" panose="02020603020101020101" pitchFamily="18" charset="-127"/>
                        <a:ea typeface="Rix고딕 L" panose="02020603020101020101" pitchFamily="18" charset="-127"/>
                      </a:endParaRPr>
                    </a:p>
                  </a:txBody>
                  <a:tcPr marL="4157" marR="4157" marT="4157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u="none" strike="noStrike" dirty="0">
                          <a:effectLst/>
                          <a:latin typeface="Rix고딕 L" panose="02020603020101020101" pitchFamily="18" charset="-127"/>
                          <a:ea typeface="Rix고딕 L" panose="02020603020101020101" pitchFamily="18" charset="-127"/>
                        </a:rPr>
                        <a:t>국군재정관리단</a:t>
                      </a:r>
                      <a:endParaRPr lang="ko-KR" altLang="en-US" sz="800" b="0" i="0" u="none" strike="noStrike" dirty="0">
                        <a:solidFill>
                          <a:srgbClr val="262626"/>
                        </a:solidFill>
                        <a:effectLst/>
                        <a:latin typeface="Rix고딕 L" panose="02020603020101020101" pitchFamily="18" charset="-127"/>
                        <a:ea typeface="Rix고딕 L" panose="02020603020101020101" pitchFamily="18" charset="-127"/>
                      </a:endParaRPr>
                    </a:p>
                  </a:txBody>
                  <a:tcPr marL="4157" marR="4157" marT="4157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u="none" strike="noStrike" dirty="0">
                          <a:effectLst/>
                          <a:latin typeface="Rix고딕 L" panose="02020603020101020101" pitchFamily="18" charset="-127"/>
                          <a:ea typeface="Rix고딕 L" panose="02020603020101020101" pitchFamily="18" charset="-127"/>
                        </a:rPr>
                        <a:t>627</a:t>
                      </a:r>
                      <a:endParaRPr lang="en-US" altLang="ko-KR" sz="800" b="0" i="0" u="none" strike="noStrike" dirty="0">
                        <a:solidFill>
                          <a:srgbClr val="262626"/>
                        </a:solidFill>
                        <a:effectLst/>
                        <a:latin typeface="Rix고딕 L" panose="02020603020101020101" pitchFamily="18" charset="-127"/>
                        <a:ea typeface="Rix고딕 L" panose="02020603020101020101" pitchFamily="18" charset="-127"/>
                      </a:endParaRPr>
                    </a:p>
                  </a:txBody>
                  <a:tcPr marL="4157" marR="4157" marT="4157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u="none" strike="noStrike" dirty="0">
                          <a:effectLst/>
                          <a:latin typeface="Rix고딕 L" panose="02020603020101020101" pitchFamily="18" charset="-127"/>
                          <a:ea typeface="Rix고딕 L" panose="02020603020101020101" pitchFamily="18" charset="-127"/>
                        </a:rPr>
                        <a:t>627</a:t>
                      </a:r>
                      <a:endParaRPr lang="en-US" altLang="ko-KR" sz="800" b="0" i="0" u="none" strike="noStrike" dirty="0">
                        <a:solidFill>
                          <a:srgbClr val="262626"/>
                        </a:solidFill>
                        <a:effectLst/>
                        <a:latin typeface="Rix고딕 L" panose="02020603020101020101" pitchFamily="18" charset="-127"/>
                        <a:ea typeface="Rix고딕 L" panose="02020603020101020101" pitchFamily="18" charset="-127"/>
                      </a:endParaRPr>
                    </a:p>
                  </a:txBody>
                  <a:tcPr marL="4157" marR="4157" marT="4157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u="none" strike="noStrike" dirty="0">
                          <a:effectLst/>
                          <a:latin typeface="Rix고딕 L" panose="02020603020101020101" pitchFamily="18" charset="-127"/>
                          <a:ea typeface="Rix고딕 L" panose="02020603020101020101" pitchFamily="18" charset="-127"/>
                        </a:rPr>
                        <a:t>군실적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Rix고딕 L" panose="02020603020101020101" pitchFamily="18" charset="-127"/>
                        <a:ea typeface="Rix고딕 L" panose="02020603020101020101" pitchFamily="18" charset="-127"/>
                      </a:endParaRPr>
                    </a:p>
                  </a:txBody>
                  <a:tcPr marL="4157" marR="4157" marT="4157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6058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u="none" strike="noStrike" kern="1200" dirty="0">
                          <a:solidFill>
                            <a:schemeClr val="dk1"/>
                          </a:solidFill>
                          <a:effectLst/>
                          <a:latin typeface="Rix고딕 L" panose="02020603020101020101" pitchFamily="18" charset="-127"/>
                          <a:ea typeface="Rix고딕 L" panose="02020603020101020101" pitchFamily="18" charset="-127"/>
                          <a:cs typeface="+mn-cs"/>
                        </a:rPr>
                        <a:t>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u="none" strike="noStrike" dirty="0">
                          <a:effectLst/>
                          <a:latin typeface="Rix고딕 L" panose="02020603020101020101" pitchFamily="18" charset="-127"/>
                          <a:ea typeface="Rix고딕 L" panose="02020603020101020101" pitchFamily="18" charset="-127"/>
                        </a:rPr>
                        <a:t>2015</a:t>
                      </a:r>
                      <a:r>
                        <a:rPr lang="ko-KR" altLang="en-US" sz="800" u="none" strike="noStrike" dirty="0">
                          <a:effectLst/>
                          <a:latin typeface="Rix고딕 L" panose="02020603020101020101" pitchFamily="18" charset="-127"/>
                          <a:ea typeface="Rix고딕 L" panose="02020603020101020101" pitchFamily="18" charset="-127"/>
                        </a:rPr>
                        <a:t>년 정보보호 강화사업</a:t>
                      </a:r>
                      <a:r>
                        <a:rPr lang="en-US" altLang="ko-KR" sz="800" u="none" strike="noStrike" dirty="0">
                          <a:effectLst/>
                          <a:latin typeface="Rix고딕 L" panose="02020603020101020101" pitchFamily="18" charset="-127"/>
                          <a:ea typeface="Rix고딕 L" panose="02020603020101020101" pitchFamily="18" charset="-127"/>
                        </a:rPr>
                        <a:t>(HW) L4</a:t>
                      </a:r>
                      <a:r>
                        <a:rPr lang="ko-KR" altLang="en-US" sz="800" u="none" strike="noStrike" dirty="0">
                          <a:effectLst/>
                          <a:latin typeface="Rix고딕 L" panose="02020603020101020101" pitchFamily="18" charset="-127"/>
                          <a:ea typeface="Rix고딕 L" panose="02020603020101020101" pitchFamily="18" charset="-127"/>
                        </a:rPr>
                        <a:t>스위치 외 </a:t>
                      </a:r>
                      <a:endParaRPr lang="en-US" altLang="ko-KR" sz="800" u="none" strike="noStrike" dirty="0" smtClean="0">
                        <a:effectLst/>
                        <a:latin typeface="Rix고딕 L" panose="02020603020101020101" pitchFamily="18" charset="-127"/>
                        <a:ea typeface="Rix고딕 L" panose="02020603020101020101" pitchFamily="18" charset="-127"/>
                      </a:endParaRPr>
                    </a:p>
                    <a:p>
                      <a:pPr algn="ctr" rtl="0" fontAlgn="ctr"/>
                      <a:r>
                        <a:rPr lang="ko-KR" altLang="en-US" sz="800" u="none" strike="noStrike" dirty="0" smtClean="0">
                          <a:effectLst/>
                          <a:latin typeface="Rix고딕 L" panose="02020603020101020101" pitchFamily="18" charset="-127"/>
                          <a:ea typeface="Rix고딕 L" panose="02020603020101020101" pitchFamily="18" charset="-127"/>
                        </a:rPr>
                        <a:t>물품계약</a:t>
                      </a:r>
                      <a:endParaRPr lang="ko-KR" altLang="en-US" sz="800" b="0" i="0" u="none" strike="noStrike" dirty="0">
                        <a:solidFill>
                          <a:srgbClr val="262626"/>
                        </a:solidFill>
                        <a:effectLst/>
                        <a:latin typeface="Rix고딕 L" panose="02020603020101020101" pitchFamily="18" charset="-127"/>
                        <a:ea typeface="Rix고딕 L" panose="02020603020101020101" pitchFamily="18" charset="-127"/>
                      </a:endParaRPr>
                    </a:p>
                  </a:txBody>
                  <a:tcPr marL="4157" marR="4157" marT="4157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u="none" strike="noStrike" dirty="0">
                          <a:effectLst/>
                          <a:latin typeface="Rix고딕 L" panose="02020603020101020101" pitchFamily="18" charset="-127"/>
                          <a:ea typeface="Rix고딕 L" panose="02020603020101020101" pitchFamily="18" charset="-127"/>
                        </a:rPr>
                        <a:t>네트워크</a:t>
                      </a:r>
                      <a:r>
                        <a:rPr lang="en-US" altLang="ko-KR" sz="800" u="none" strike="noStrike" dirty="0" smtClean="0">
                          <a:effectLst/>
                          <a:latin typeface="Rix고딕 L" panose="02020603020101020101" pitchFamily="18" charset="-127"/>
                          <a:ea typeface="Rix고딕 L" panose="02020603020101020101" pitchFamily="18" charset="-127"/>
                        </a:rPr>
                        <a:t>,</a:t>
                      </a:r>
                    </a:p>
                    <a:p>
                      <a:pPr algn="ctr" rtl="0" fontAlgn="ctr"/>
                      <a:r>
                        <a:rPr lang="ko-KR" altLang="en-US" sz="800" u="none" strike="noStrike" dirty="0" smtClean="0">
                          <a:effectLst/>
                          <a:latin typeface="Rix고딕 L" panose="02020603020101020101" pitchFamily="18" charset="-127"/>
                          <a:ea typeface="Rix고딕 L" panose="02020603020101020101" pitchFamily="18" charset="-127"/>
                        </a:rPr>
                        <a:t>보안 </a:t>
                      </a:r>
                      <a:r>
                        <a:rPr lang="ko-KR" altLang="en-US" sz="800" u="none" strike="noStrike" dirty="0">
                          <a:effectLst/>
                          <a:latin typeface="Rix고딕 L" panose="02020603020101020101" pitchFamily="18" charset="-127"/>
                          <a:ea typeface="Rix고딕 L" panose="02020603020101020101" pitchFamily="18" charset="-127"/>
                        </a:rPr>
                        <a:t>구축</a:t>
                      </a:r>
                      <a:endParaRPr lang="ko-KR" altLang="en-US" sz="800" b="0" i="0" u="none" strike="noStrike" dirty="0">
                        <a:solidFill>
                          <a:srgbClr val="262626"/>
                        </a:solidFill>
                        <a:effectLst/>
                        <a:latin typeface="Rix고딕 L" panose="02020603020101020101" pitchFamily="18" charset="-127"/>
                        <a:ea typeface="Rix고딕 L" panose="02020603020101020101" pitchFamily="18" charset="-127"/>
                      </a:endParaRPr>
                    </a:p>
                  </a:txBody>
                  <a:tcPr marL="4157" marR="4157" marT="4157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u="none" strike="noStrike" dirty="0">
                          <a:effectLst/>
                          <a:latin typeface="Rix고딕 L" panose="02020603020101020101" pitchFamily="18" charset="-127"/>
                          <a:ea typeface="Rix고딕 L" panose="02020603020101020101" pitchFamily="18" charset="-127"/>
                        </a:rPr>
                        <a:t>15.09 ~ 15.12</a:t>
                      </a:r>
                      <a:endParaRPr lang="en-US" altLang="ko-KR" sz="800" b="0" i="0" u="none" strike="noStrike" dirty="0">
                        <a:solidFill>
                          <a:srgbClr val="262626"/>
                        </a:solidFill>
                        <a:effectLst/>
                        <a:latin typeface="Rix고딕 L" panose="02020603020101020101" pitchFamily="18" charset="-127"/>
                        <a:ea typeface="Rix고딕 L" panose="02020603020101020101" pitchFamily="18" charset="-127"/>
                      </a:endParaRPr>
                    </a:p>
                  </a:txBody>
                  <a:tcPr marL="4157" marR="4157" marT="4157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u="none" strike="noStrike" dirty="0">
                          <a:effectLst/>
                          <a:latin typeface="Rix고딕 L" panose="02020603020101020101" pitchFamily="18" charset="-127"/>
                          <a:ea typeface="Rix고딕 L" panose="02020603020101020101" pitchFamily="18" charset="-127"/>
                        </a:rPr>
                        <a:t>쌍용정보통신</a:t>
                      </a:r>
                      <a:endParaRPr lang="ko-KR" altLang="en-US" sz="800" b="0" i="0" u="none" strike="noStrike" dirty="0">
                        <a:solidFill>
                          <a:srgbClr val="262626"/>
                        </a:solidFill>
                        <a:effectLst/>
                        <a:latin typeface="Rix고딕 L" panose="02020603020101020101" pitchFamily="18" charset="-127"/>
                        <a:ea typeface="Rix고딕 L" panose="02020603020101020101" pitchFamily="18" charset="-127"/>
                      </a:endParaRPr>
                    </a:p>
                  </a:txBody>
                  <a:tcPr marL="4157" marR="4157" marT="4157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u="none" strike="noStrike" dirty="0">
                          <a:effectLst/>
                          <a:latin typeface="Rix고딕 L" panose="02020603020101020101" pitchFamily="18" charset="-127"/>
                          <a:ea typeface="Rix고딕 L" panose="02020603020101020101" pitchFamily="18" charset="-127"/>
                        </a:rPr>
                        <a:t>254</a:t>
                      </a:r>
                      <a:endParaRPr lang="en-US" altLang="ko-KR" sz="800" b="0" i="0" u="none" strike="noStrike" dirty="0">
                        <a:solidFill>
                          <a:srgbClr val="262626"/>
                        </a:solidFill>
                        <a:effectLst/>
                        <a:latin typeface="Rix고딕 L" panose="02020603020101020101" pitchFamily="18" charset="-127"/>
                        <a:ea typeface="Rix고딕 L" panose="02020603020101020101" pitchFamily="18" charset="-127"/>
                      </a:endParaRPr>
                    </a:p>
                  </a:txBody>
                  <a:tcPr marL="4157" marR="4157" marT="4157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u="none" strike="noStrike" dirty="0">
                          <a:effectLst/>
                          <a:latin typeface="Rix고딕 L" panose="02020603020101020101" pitchFamily="18" charset="-127"/>
                          <a:ea typeface="Rix고딕 L" panose="02020603020101020101" pitchFamily="18" charset="-127"/>
                        </a:rPr>
                        <a:t>254</a:t>
                      </a:r>
                      <a:endParaRPr lang="en-US" altLang="ko-KR" sz="800" b="0" i="0" u="none" strike="noStrike" dirty="0">
                        <a:solidFill>
                          <a:srgbClr val="262626"/>
                        </a:solidFill>
                        <a:effectLst/>
                        <a:latin typeface="Rix고딕 L" panose="02020603020101020101" pitchFamily="18" charset="-127"/>
                        <a:ea typeface="Rix고딕 L" panose="02020603020101020101" pitchFamily="18" charset="-127"/>
                      </a:endParaRPr>
                    </a:p>
                  </a:txBody>
                  <a:tcPr marL="4157" marR="4157" marT="4157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u="none" strike="noStrike" dirty="0">
                          <a:effectLst/>
                          <a:latin typeface="Rix고딕 L" panose="02020603020101020101" pitchFamily="18" charset="-127"/>
                          <a:ea typeface="Rix고딕 L" panose="02020603020101020101" pitchFamily="18" charset="-127"/>
                        </a:rPr>
                        <a:t>구축</a:t>
                      </a:r>
                      <a:endParaRPr lang="ko-KR" altLang="en-US" sz="800" b="0" i="0" u="none" strike="noStrike" dirty="0">
                        <a:solidFill>
                          <a:srgbClr val="262626"/>
                        </a:solidFill>
                        <a:effectLst/>
                        <a:latin typeface="Rix고딕 L" panose="02020603020101020101" pitchFamily="18" charset="-127"/>
                        <a:ea typeface="Rix고딕 L" panose="02020603020101020101" pitchFamily="18" charset="-127"/>
                      </a:endParaRPr>
                    </a:p>
                  </a:txBody>
                  <a:tcPr marL="4157" marR="4157" marT="4157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6058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u="none" strike="noStrike" kern="1200" dirty="0">
                          <a:solidFill>
                            <a:schemeClr val="dk1"/>
                          </a:solidFill>
                          <a:effectLst/>
                          <a:latin typeface="Rix고딕 L" panose="02020603020101020101" pitchFamily="18" charset="-127"/>
                          <a:ea typeface="Rix고딕 L" panose="02020603020101020101" pitchFamily="18" charset="-127"/>
                          <a:cs typeface="+mn-cs"/>
                        </a:rPr>
                        <a:t>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u="none" strike="noStrike" dirty="0">
                          <a:effectLst/>
                          <a:latin typeface="Rix고딕 L" panose="02020603020101020101" pitchFamily="18" charset="-127"/>
                          <a:ea typeface="Rix고딕 L" panose="02020603020101020101" pitchFamily="18" charset="-127"/>
                        </a:rPr>
                        <a:t>한국철도시설공단 수도권 </a:t>
                      </a:r>
                      <a:endParaRPr lang="ko-KR" altLang="en-US" sz="800" b="0" i="0" u="none" strike="noStrike" dirty="0">
                        <a:solidFill>
                          <a:srgbClr val="262626"/>
                        </a:solidFill>
                        <a:effectLst/>
                        <a:latin typeface="Rix고딕 L" panose="02020603020101020101" pitchFamily="18" charset="-127"/>
                        <a:ea typeface="Rix고딕 L" panose="02020603020101020101" pitchFamily="18" charset="-127"/>
                      </a:endParaRPr>
                    </a:p>
                    <a:p>
                      <a:pPr algn="ctr" rtl="0" fontAlgn="ctr"/>
                      <a:r>
                        <a:rPr lang="ko-KR" altLang="en-US" sz="800" u="none" strike="noStrike" dirty="0">
                          <a:effectLst/>
                          <a:latin typeface="Rix고딕 L" panose="02020603020101020101" pitchFamily="18" charset="-127"/>
                          <a:ea typeface="Rix고딕 L" panose="02020603020101020101" pitchFamily="18" charset="-127"/>
                        </a:rPr>
                        <a:t>수서</a:t>
                      </a:r>
                      <a:r>
                        <a:rPr lang="en-US" altLang="ko-KR" sz="800" u="none" strike="noStrike" dirty="0">
                          <a:effectLst/>
                          <a:latin typeface="Rix고딕 L" panose="02020603020101020101" pitchFamily="18" charset="-127"/>
                          <a:ea typeface="Rix고딕 L" panose="02020603020101020101" pitchFamily="18" charset="-127"/>
                        </a:rPr>
                        <a:t>~</a:t>
                      </a:r>
                      <a:r>
                        <a:rPr lang="ko-KR" altLang="en-US" sz="800" u="none" strike="noStrike" dirty="0">
                          <a:effectLst/>
                          <a:latin typeface="Rix고딕 L" panose="02020603020101020101" pitchFamily="18" charset="-127"/>
                          <a:ea typeface="Rix고딕 L" panose="02020603020101020101" pitchFamily="18" charset="-127"/>
                        </a:rPr>
                        <a:t>평택 방화벽</a:t>
                      </a:r>
                      <a:r>
                        <a:rPr lang="en-US" altLang="ko-KR" sz="800" u="none" strike="noStrike" dirty="0">
                          <a:effectLst/>
                          <a:latin typeface="Rix고딕 L" panose="02020603020101020101" pitchFamily="18" charset="-127"/>
                          <a:ea typeface="Rix고딕 L" panose="02020603020101020101" pitchFamily="18" charset="-127"/>
                        </a:rPr>
                        <a:t>, L4 </a:t>
                      </a:r>
                      <a:r>
                        <a:rPr lang="ko-KR" altLang="en-US" sz="800" u="none" strike="noStrike" dirty="0">
                          <a:effectLst/>
                          <a:latin typeface="Rix고딕 L" panose="02020603020101020101" pitchFamily="18" charset="-127"/>
                          <a:ea typeface="Rix고딕 L" panose="02020603020101020101" pitchFamily="18" charset="-127"/>
                        </a:rPr>
                        <a:t>장비 구매</a:t>
                      </a:r>
                      <a:endParaRPr lang="ko-KR" altLang="en-US" sz="800" b="0" i="0" u="none" strike="noStrike" dirty="0">
                        <a:solidFill>
                          <a:srgbClr val="262626"/>
                        </a:solidFill>
                        <a:effectLst/>
                        <a:latin typeface="Rix고딕 L" panose="02020603020101020101" pitchFamily="18" charset="-127"/>
                        <a:ea typeface="Rix고딕 L" panose="02020603020101020101" pitchFamily="18" charset="-127"/>
                      </a:endParaRPr>
                    </a:p>
                  </a:txBody>
                  <a:tcPr marL="4157" marR="4157" marT="4157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u="none" strike="noStrike" dirty="0">
                          <a:effectLst/>
                          <a:latin typeface="Rix고딕 L" panose="02020603020101020101" pitchFamily="18" charset="-127"/>
                          <a:ea typeface="Rix고딕 L" panose="02020603020101020101" pitchFamily="18" charset="-127"/>
                        </a:rPr>
                        <a:t>네트워크</a:t>
                      </a:r>
                      <a:r>
                        <a:rPr lang="en-US" altLang="ko-KR" sz="800" u="none" strike="noStrike" dirty="0" smtClean="0">
                          <a:effectLst/>
                          <a:latin typeface="Rix고딕 L" panose="02020603020101020101" pitchFamily="18" charset="-127"/>
                          <a:ea typeface="Rix고딕 L" panose="02020603020101020101" pitchFamily="18" charset="-127"/>
                        </a:rPr>
                        <a:t>,</a:t>
                      </a:r>
                    </a:p>
                    <a:p>
                      <a:pPr algn="ctr" rtl="0" fontAlgn="ctr"/>
                      <a:r>
                        <a:rPr lang="ko-KR" altLang="en-US" sz="800" u="none" strike="noStrike" dirty="0" smtClean="0">
                          <a:effectLst/>
                          <a:latin typeface="Rix고딕 L" panose="02020603020101020101" pitchFamily="18" charset="-127"/>
                          <a:ea typeface="Rix고딕 L" panose="02020603020101020101" pitchFamily="18" charset="-127"/>
                        </a:rPr>
                        <a:t>보안 </a:t>
                      </a:r>
                      <a:r>
                        <a:rPr lang="ko-KR" altLang="en-US" sz="800" u="none" strike="noStrike" dirty="0">
                          <a:effectLst/>
                          <a:latin typeface="Rix고딕 L" panose="02020603020101020101" pitchFamily="18" charset="-127"/>
                          <a:ea typeface="Rix고딕 L" panose="02020603020101020101" pitchFamily="18" charset="-127"/>
                        </a:rPr>
                        <a:t>구축</a:t>
                      </a:r>
                      <a:endParaRPr lang="ko-KR" altLang="en-US" sz="800" b="0" i="0" u="none" strike="noStrike" dirty="0">
                        <a:solidFill>
                          <a:srgbClr val="262626"/>
                        </a:solidFill>
                        <a:effectLst/>
                        <a:latin typeface="Rix고딕 L" panose="02020603020101020101" pitchFamily="18" charset="-127"/>
                        <a:ea typeface="Rix고딕 L" panose="02020603020101020101" pitchFamily="18" charset="-127"/>
                      </a:endParaRPr>
                    </a:p>
                  </a:txBody>
                  <a:tcPr marL="4157" marR="4157" marT="4157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u="none" strike="noStrike" dirty="0">
                          <a:effectLst/>
                          <a:latin typeface="Rix고딕 L" panose="02020603020101020101" pitchFamily="18" charset="-127"/>
                          <a:ea typeface="Rix고딕 L" panose="02020603020101020101" pitchFamily="18" charset="-127"/>
                        </a:rPr>
                        <a:t>15.09 ~ 17.05</a:t>
                      </a:r>
                      <a:endParaRPr lang="en-US" altLang="ko-KR" sz="800" b="0" i="0" u="none" strike="noStrike" dirty="0">
                        <a:solidFill>
                          <a:srgbClr val="262626"/>
                        </a:solidFill>
                        <a:effectLst/>
                        <a:latin typeface="Rix고딕 L" panose="02020603020101020101" pitchFamily="18" charset="-127"/>
                        <a:ea typeface="Rix고딕 L" panose="02020603020101020101" pitchFamily="18" charset="-127"/>
                      </a:endParaRPr>
                    </a:p>
                  </a:txBody>
                  <a:tcPr marL="4157" marR="4157" marT="4157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u="none" strike="noStrike" dirty="0">
                          <a:effectLst/>
                          <a:latin typeface="Rix고딕 L" panose="02020603020101020101" pitchFamily="18" charset="-127"/>
                          <a:ea typeface="Rix고딕 L" panose="02020603020101020101" pitchFamily="18" charset="-127"/>
                        </a:rPr>
                        <a:t>지엔텔</a:t>
                      </a:r>
                      <a:endParaRPr lang="ko-KR" altLang="en-US" sz="800" b="0" i="0" u="none" strike="noStrike" dirty="0">
                        <a:solidFill>
                          <a:srgbClr val="262626"/>
                        </a:solidFill>
                        <a:effectLst/>
                        <a:latin typeface="Rix고딕 L" panose="02020603020101020101" pitchFamily="18" charset="-127"/>
                        <a:ea typeface="Rix고딕 L" panose="02020603020101020101" pitchFamily="18" charset="-127"/>
                      </a:endParaRPr>
                    </a:p>
                  </a:txBody>
                  <a:tcPr marL="4157" marR="4157" marT="4157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u="none" strike="noStrike" dirty="0">
                          <a:effectLst/>
                          <a:latin typeface="Rix고딕 L" panose="02020603020101020101" pitchFamily="18" charset="-127"/>
                          <a:ea typeface="Rix고딕 L" panose="02020603020101020101" pitchFamily="18" charset="-127"/>
                        </a:rPr>
                        <a:t>295</a:t>
                      </a:r>
                      <a:endParaRPr lang="en-US" altLang="ko-KR" sz="800" b="0" i="0" u="none" strike="noStrike" dirty="0">
                        <a:solidFill>
                          <a:srgbClr val="262626"/>
                        </a:solidFill>
                        <a:effectLst/>
                        <a:latin typeface="Rix고딕 L" panose="02020603020101020101" pitchFamily="18" charset="-127"/>
                        <a:ea typeface="Rix고딕 L" panose="02020603020101020101" pitchFamily="18" charset="-127"/>
                      </a:endParaRPr>
                    </a:p>
                  </a:txBody>
                  <a:tcPr marL="4157" marR="4157" marT="4157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u="none" strike="noStrike" dirty="0">
                          <a:effectLst/>
                          <a:latin typeface="Rix고딕 L" panose="02020603020101020101" pitchFamily="18" charset="-127"/>
                          <a:ea typeface="Rix고딕 L" panose="02020603020101020101" pitchFamily="18" charset="-127"/>
                        </a:rPr>
                        <a:t>295</a:t>
                      </a:r>
                      <a:endParaRPr lang="en-US" altLang="ko-KR" sz="800" b="0" i="0" u="none" strike="noStrike" dirty="0">
                        <a:solidFill>
                          <a:srgbClr val="262626"/>
                        </a:solidFill>
                        <a:effectLst/>
                        <a:latin typeface="Rix고딕 L" panose="02020603020101020101" pitchFamily="18" charset="-127"/>
                        <a:ea typeface="Rix고딕 L" panose="02020603020101020101" pitchFamily="18" charset="-127"/>
                      </a:endParaRPr>
                    </a:p>
                  </a:txBody>
                  <a:tcPr marL="4157" marR="4157" marT="4157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u="none" strike="noStrike" dirty="0">
                          <a:effectLst/>
                          <a:latin typeface="Rix고딕 L" panose="02020603020101020101" pitchFamily="18" charset="-127"/>
                          <a:ea typeface="Rix고딕 L" panose="02020603020101020101" pitchFamily="18" charset="-127"/>
                        </a:rPr>
                        <a:t>구축</a:t>
                      </a:r>
                      <a:endParaRPr lang="ko-KR" altLang="en-US" sz="800" b="0" i="0" u="none" strike="noStrike" dirty="0">
                        <a:solidFill>
                          <a:srgbClr val="262626"/>
                        </a:solidFill>
                        <a:effectLst/>
                        <a:latin typeface="Rix고딕 L" panose="02020603020101020101" pitchFamily="18" charset="-127"/>
                        <a:ea typeface="Rix고딕 L" panose="02020603020101020101" pitchFamily="18" charset="-127"/>
                      </a:endParaRPr>
                    </a:p>
                  </a:txBody>
                  <a:tcPr marL="4157" marR="4157" marT="4157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6058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u="none" strike="noStrike" kern="1200" dirty="0">
                          <a:solidFill>
                            <a:schemeClr val="dk1"/>
                          </a:solidFill>
                          <a:effectLst/>
                          <a:latin typeface="Rix고딕 L" panose="02020603020101020101" pitchFamily="18" charset="-127"/>
                          <a:ea typeface="Rix고딕 L" panose="02020603020101020101" pitchFamily="18" charset="-127"/>
                          <a:cs typeface="+mn-cs"/>
                        </a:rPr>
                        <a:t>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u="none" strike="noStrike" dirty="0">
                          <a:effectLst/>
                          <a:latin typeface="Rix고딕 L" panose="02020603020101020101" pitchFamily="18" charset="-127"/>
                          <a:ea typeface="Rix고딕 L" panose="02020603020101020101" pitchFamily="18" charset="-127"/>
                        </a:rPr>
                        <a:t>2015</a:t>
                      </a:r>
                      <a:r>
                        <a:rPr lang="ko-KR" altLang="en-US" sz="800" u="none" strike="noStrike" dirty="0">
                          <a:effectLst/>
                          <a:latin typeface="Rix고딕 L" panose="02020603020101020101" pitchFamily="18" charset="-127"/>
                          <a:ea typeface="Rix고딕 L" panose="02020603020101020101" pitchFamily="18" charset="-127"/>
                        </a:rPr>
                        <a:t>년 국가정보통신망 노후장비 교체사업 용역</a:t>
                      </a:r>
                      <a:endParaRPr lang="ko-KR" altLang="en-US" sz="800" b="0" i="0" u="none" strike="noStrike" dirty="0">
                        <a:solidFill>
                          <a:srgbClr val="262626"/>
                        </a:solidFill>
                        <a:effectLst/>
                        <a:latin typeface="Rix고딕 L" panose="02020603020101020101" pitchFamily="18" charset="-127"/>
                        <a:ea typeface="Rix고딕 L" panose="02020603020101020101" pitchFamily="18" charset="-127"/>
                      </a:endParaRPr>
                    </a:p>
                  </a:txBody>
                  <a:tcPr marL="4157" marR="4157" marT="4157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u="none" strike="noStrike" dirty="0" smtClean="0">
                          <a:effectLst/>
                          <a:latin typeface="Rix고딕 L" panose="02020603020101020101" pitchFamily="18" charset="-127"/>
                          <a:ea typeface="Rix고딕 L" panose="02020603020101020101" pitchFamily="18" charset="-127"/>
                        </a:rPr>
                        <a:t>네트워크</a:t>
                      </a:r>
                      <a:endParaRPr lang="en-US" altLang="ko-KR" sz="800" u="none" strike="noStrike" dirty="0" smtClean="0">
                        <a:effectLst/>
                        <a:latin typeface="Rix고딕 L" panose="02020603020101020101" pitchFamily="18" charset="-127"/>
                        <a:ea typeface="Rix고딕 L" panose="02020603020101020101" pitchFamily="18" charset="-127"/>
                      </a:endParaRPr>
                    </a:p>
                    <a:p>
                      <a:pPr algn="ctr" rtl="0" fontAlgn="ctr"/>
                      <a:r>
                        <a:rPr lang="ko-KR" altLang="en-US" sz="800" b="0" i="0" u="none" strike="noStrike" dirty="0" smtClean="0">
                          <a:solidFill>
                            <a:srgbClr val="262626"/>
                          </a:solidFill>
                          <a:effectLst/>
                          <a:latin typeface="Rix고딕 L" panose="02020603020101020101" pitchFamily="18" charset="-127"/>
                          <a:ea typeface="Rix고딕 L" panose="02020603020101020101" pitchFamily="18" charset="-127"/>
                        </a:rPr>
                        <a:t>구축</a:t>
                      </a:r>
                      <a:endParaRPr lang="ko-KR" altLang="en-US" sz="800" b="0" i="0" u="none" strike="noStrike" dirty="0">
                        <a:solidFill>
                          <a:srgbClr val="262626"/>
                        </a:solidFill>
                        <a:effectLst/>
                        <a:latin typeface="Rix고딕 L" panose="02020603020101020101" pitchFamily="18" charset="-127"/>
                        <a:ea typeface="Rix고딕 L" panose="02020603020101020101" pitchFamily="18" charset="-127"/>
                      </a:endParaRPr>
                    </a:p>
                  </a:txBody>
                  <a:tcPr marL="4157" marR="4157" marT="4157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u="none" strike="noStrike" dirty="0">
                          <a:effectLst/>
                          <a:latin typeface="Rix고딕 L" panose="02020603020101020101" pitchFamily="18" charset="-127"/>
                          <a:ea typeface="Rix고딕 L" panose="02020603020101020101" pitchFamily="18" charset="-127"/>
                        </a:rPr>
                        <a:t>15.08 ~ 15.12</a:t>
                      </a:r>
                      <a:endParaRPr lang="en-US" altLang="ko-KR" sz="800" b="0" i="0" u="none" strike="noStrike" dirty="0">
                        <a:solidFill>
                          <a:srgbClr val="262626"/>
                        </a:solidFill>
                        <a:effectLst/>
                        <a:latin typeface="Rix고딕 L" panose="02020603020101020101" pitchFamily="18" charset="-127"/>
                        <a:ea typeface="Rix고딕 L" panose="02020603020101020101" pitchFamily="18" charset="-127"/>
                      </a:endParaRPr>
                    </a:p>
                  </a:txBody>
                  <a:tcPr marL="4157" marR="4157" marT="4157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u="none" strike="noStrike" dirty="0">
                          <a:effectLst/>
                          <a:latin typeface="Rix고딕 L" panose="02020603020101020101" pitchFamily="18" charset="-127"/>
                          <a:ea typeface="Rix고딕 L" panose="02020603020101020101" pitchFamily="18" charset="-127"/>
                        </a:rPr>
                        <a:t>아이크래프트</a:t>
                      </a:r>
                      <a:endParaRPr lang="ko-KR" altLang="en-US" sz="800" b="0" i="0" u="none" strike="noStrike" dirty="0">
                        <a:solidFill>
                          <a:srgbClr val="262626"/>
                        </a:solidFill>
                        <a:effectLst/>
                        <a:latin typeface="Rix고딕 L" panose="02020603020101020101" pitchFamily="18" charset="-127"/>
                        <a:ea typeface="Rix고딕 L" panose="02020603020101020101" pitchFamily="18" charset="-127"/>
                      </a:endParaRPr>
                    </a:p>
                  </a:txBody>
                  <a:tcPr marL="4157" marR="4157" marT="4157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u="none" strike="noStrike" dirty="0">
                          <a:effectLst/>
                          <a:latin typeface="Rix고딕 L" panose="02020603020101020101" pitchFamily="18" charset="-127"/>
                          <a:ea typeface="Rix고딕 L" panose="02020603020101020101" pitchFamily="18" charset="-127"/>
                        </a:rPr>
                        <a:t>18</a:t>
                      </a:r>
                      <a:endParaRPr lang="en-US" altLang="ko-KR" sz="800" b="0" i="0" u="none" strike="noStrike" dirty="0">
                        <a:solidFill>
                          <a:srgbClr val="262626"/>
                        </a:solidFill>
                        <a:effectLst/>
                        <a:latin typeface="Rix고딕 L" panose="02020603020101020101" pitchFamily="18" charset="-127"/>
                        <a:ea typeface="Rix고딕 L" panose="02020603020101020101" pitchFamily="18" charset="-127"/>
                      </a:endParaRPr>
                    </a:p>
                  </a:txBody>
                  <a:tcPr marL="4157" marR="4157" marT="4157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u="none" strike="noStrike" dirty="0">
                          <a:effectLst/>
                          <a:latin typeface="Rix고딕 L" panose="02020603020101020101" pitchFamily="18" charset="-127"/>
                          <a:ea typeface="Rix고딕 L" panose="02020603020101020101" pitchFamily="18" charset="-127"/>
                        </a:rPr>
                        <a:t>18</a:t>
                      </a:r>
                      <a:endParaRPr lang="en-US" altLang="ko-KR" sz="800" b="0" i="0" u="none" strike="noStrike" dirty="0">
                        <a:solidFill>
                          <a:srgbClr val="262626"/>
                        </a:solidFill>
                        <a:effectLst/>
                        <a:latin typeface="Rix고딕 L" panose="02020603020101020101" pitchFamily="18" charset="-127"/>
                        <a:ea typeface="Rix고딕 L" panose="02020603020101020101" pitchFamily="18" charset="-127"/>
                      </a:endParaRPr>
                    </a:p>
                  </a:txBody>
                  <a:tcPr marL="4157" marR="4157" marT="4157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u="none" strike="noStrike" dirty="0">
                          <a:effectLst/>
                          <a:latin typeface="Rix고딕 L" panose="02020603020101020101" pitchFamily="18" charset="-127"/>
                          <a:ea typeface="Rix고딕 L" panose="02020603020101020101" pitchFamily="18" charset="-127"/>
                        </a:rPr>
                        <a:t>구축</a:t>
                      </a:r>
                      <a:endParaRPr lang="ko-KR" altLang="en-US" sz="800" b="0" i="0" u="none" strike="noStrike" dirty="0">
                        <a:solidFill>
                          <a:srgbClr val="262626"/>
                        </a:solidFill>
                        <a:effectLst/>
                        <a:latin typeface="Rix고딕 L" panose="02020603020101020101" pitchFamily="18" charset="-127"/>
                        <a:ea typeface="Rix고딕 L" panose="02020603020101020101" pitchFamily="18" charset="-127"/>
                      </a:endParaRPr>
                    </a:p>
                  </a:txBody>
                  <a:tcPr marL="4157" marR="4157" marT="4157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6058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u="none" strike="noStrike" kern="1200" dirty="0">
                          <a:solidFill>
                            <a:schemeClr val="dk1"/>
                          </a:solidFill>
                          <a:effectLst/>
                          <a:latin typeface="Rix고딕 L" panose="02020603020101020101" pitchFamily="18" charset="-127"/>
                          <a:ea typeface="Rix고딕 L" panose="02020603020101020101" pitchFamily="18" charset="-127"/>
                          <a:cs typeface="+mn-cs"/>
                        </a:rPr>
                        <a:t>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u="none" strike="noStrike" dirty="0">
                          <a:effectLst/>
                          <a:latin typeface="Rix고딕 L" panose="02020603020101020101" pitchFamily="18" charset="-127"/>
                          <a:ea typeface="Rix고딕 L" panose="02020603020101020101" pitchFamily="18" charset="-127"/>
                        </a:rPr>
                        <a:t>2015</a:t>
                      </a:r>
                      <a:r>
                        <a:rPr lang="ko-KR" altLang="en-US" sz="800" u="none" strike="noStrike" dirty="0">
                          <a:effectLst/>
                          <a:latin typeface="Rix고딕 L" panose="02020603020101020101" pitchFamily="18" charset="-127"/>
                          <a:ea typeface="Rix고딕 L" panose="02020603020101020101" pitchFamily="18" charset="-127"/>
                        </a:rPr>
                        <a:t>년 제</a:t>
                      </a:r>
                      <a:r>
                        <a:rPr lang="en-US" altLang="ko-KR" sz="800" u="none" strike="noStrike" dirty="0">
                          <a:effectLst/>
                          <a:latin typeface="Rix고딕 L" panose="02020603020101020101" pitchFamily="18" charset="-127"/>
                          <a:ea typeface="Rix고딕 L" panose="02020603020101020101" pitchFamily="18" charset="-127"/>
                        </a:rPr>
                        <a:t>2</a:t>
                      </a:r>
                      <a:r>
                        <a:rPr lang="ko-KR" altLang="en-US" sz="800" u="none" strike="noStrike" dirty="0">
                          <a:effectLst/>
                          <a:latin typeface="Rix고딕 L" panose="02020603020101020101" pitchFamily="18" charset="-127"/>
                          <a:ea typeface="Rix고딕 L" panose="02020603020101020101" pitchFamily="18" charset="-127"/>
                        </a:rPr>
                        <a:t>차 </a:t>
                      </a:r>
                      <a:r>
                        <a:rPr lang="en-US" altLang="ko-KR" sz="800" u="none" strike="noStrike" dirty="0">
                          <a:effectLst/>
                          <a:latin typeface="Rix고딕 L" panose="02020603020101020101" pitchFamily="18" charset="-127"/>
                          <a:ea typeface="Rix고딕 L" panose="02020603020101020101" pitchFamily="18" charset="-127"/>
                        </a:rPr>
                        <a:t>HW</a:t>
                      </a:r>
                      <a:r>
                        <a:rPr lang="ko-KR" altLang="en-US" sz="800" u="none" strike="noStrike" dirty="0">
                          <a:effectLst/>
                          <a:latin typeface="Rix고딕 L" panose="02020603020101020101" pitchFamily="18" charset="-127"/>
                          <a:ea typeface="Rix고딕 L" panose="02020603020101020101" pitchFamily="18" charset="-127"/>
                        </a:rPr>
                        <a:t>자원통합구축 사업</a:t>
                      </a:r>
                      <a:r>
                        <a:rPr lang="en-US" altLang="ko-KR" sz="800" u="none" strike="noStrike" dirty="0">
                          <a:effectLst/>
                          <a:latin typeface="Rix고딕 L" panose="02020603020101020101" pitchFamily="18" charset="-127"/>
                          <a:ea typeface="Rix고딕 L" panose="02020603020101020101" pitchFamily="18" charset="-127"/>
                        </a:rPr>
                        <a:t>2</a:t>
                      </a:r>
                      <a:endParaRPr lang="en-US" altLang="ko-KR" sz="800" b="0" i="0" u="none" strike="noStrike" dirty="0">
                        <a:solidFill>
                          <a:srgbClr val="262626"/>
                        </a:solidFill>
                        <a:effectLst/>
                        <a:latin typeface="Rix고딕 L" panose="02020603020101020101" pitchFamily="18" charset="-127"/>
                        <a:ea typeface="Rix고딕 L" panose="02020603020101020101" pitchFamily="18" charset="-127"/>
                      </a:endParaRPr>
                    </a:p>
                  </a:txBody>
                  <a:tcPr marL="4157" marR="4157" marT="4157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u="none" strike="noStrike" dirty="0" smtClean="0">
                          <a:effectLst/>
                          <a:latin typeface="Rix고딕 L" panose="02020603020101020101" pitchFamily="18" charset="-127"/>
                          <a:ea typeface="Rix고딕 L" panose="02020603020101020101" pitchFamily="18" charset="-127"/>
                        </a:rPr>
                        <a:t>네트워크</a:t>
                      </a:r>
                      <a:endParaRPr lang="en-US" altLang="ko-KR" sz="800" u="none" strike="noStrike" dirty="0" smtClean="0">
                        <a:effectLst/>
                        <a:latin typeface="Rix고딕 L" panose="02020603020101020101" pitchFamily="18" charset="-127"/>
                        <a:ea typeface="Rix고딕 L" panose="02020603020101020101" pitchFamily="18" charset="-127"/>
                      </a:endParaRPr>
                    </a:p>
                    <a:p>
                      <a:pPr algn="ctr" rtl="0" fontAlgn="ctr"/>
                      <a:r>
                        <a:rPr lang="ko-KR" altLang="en-US" sz="800" b="0" i="0" u="none" strike="noStrike" dirty="0" smtClean="0">
                          <a:solidFill>
                            <a:srgbClr val="262626"/>
                          </a:solidFill>
                          <a:effectLst/>
                          <a:latin typeface="Rix고딕 L" panose="02020603020101020101" pitchFamily="18" charset="-127"/>
                          <a:ea typeface="Rix고딕 L" panose="02020603020101020101" pitchFamily="18" charset="-127"/>
                        </a:rPr>
                        <a:t>구축</a:t>
                      </a:r>
                      <a:endParaRPr lang="ko-KR" altLang="en-US" sz="800" b="0" i="0" u="none" strike="noStrike" dirty="0">
                        <a:solidFill>
                          <a:srgbClr val="262626"/>
                        </a:solidFill>
                        <a:effectLst/>
                        <a:latin typeface="Rix고딕 L" panose="02020603020101020101" pitchFamily="18" charset="-127"/>
                        <a:ea typeface="Rix고딕 L" panose="02020603020101020101" pitchFamily="18" charset="-127"/>
                      </a:endParaRPr>
                    </a:p>
                  </a:txBody>
                  <a:tcPr marL="4157" marR="4157" marT="4157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u="none" strike="noStrike" dirty="0">
                          <a:effectLst/>
                          <a:latin typeface="Rix고딕 L" panose="02020603020101020101" pitchFamily="18" charset="-127"/>
                          <a:ea typeface="Rix고딕 L" panose="02020603020101020101" pitchFamily="18" charset="-127"/>
                        </a:rPr>
                        <a:t>15.08 ~ 15.11</a:t>
                      </a:r>
                      <a:endParaRPr lang="en-US" altLang="ko-KR" sz="800" b="0" i="0" u="none" strike="noStrike" dirty="0">
                        <a:solidFill>
                          <a:srgbClr val="262626"/>
                        </a:solidFill>
                        <a:effectLst/>
                        <a:latin typeface="Rix고딕 L" panose="02020603020101020101" pitchFamily="18" charset="-127"/>
                        <a:ea typeface="Rix고딕 L" panose="02020603020101020101" pitchFamily="18" charset="-127"/>
                      </a:endParaRPr>
                    </a:p>
                  </a:txBody>
                  <a:tcPr marL="4157" marR="4157" marT="4157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u="none" strike="noStrike" dirty="0" err="1" smtClean="0">
                          <a:effectLst/>
                          <a:latin typeface="Rix고딕 L" panose="02020603020101020101" pitchFamily="18" charset="-127"/>
                          <a:ea typeface="Rix고딕 L" panose="02020603020101020101" pitchFamily="18" charset="-127"/>
                        </a:rPr>
                        <a:t>에이텍</a:t>
                      </a:r>
                      <a:r>
                        <a:rPr lang="en-US" altLang="ko-KR" sz="800" u="none" strike="noStrike" dirty="0" smtClean="0">
                          <a:effectLst/>
                          <a:latin typeface="Rix고딕 L" panose="02020603020101020101" pitchFamily="18" charset="-127"/>
                          <a:ea typeface="Rix고딕 L" panose="02020603020101020101" pitchFamily="18" charset="-127"/>
                        </a:rPr>
                        <a:t/>
                      </a:r>
                      <a:br>
                        <a:rPr lang="en-US" altLang="ko-KR" sz="800" u="none" strike="noStrike" dirty="0" smtClean="0">
                          <a:effectLst/>
                          <a:latin typeface="Rix고딕 L" panose="02020603020101020101" pitchFamily="18" charset="-127"/>
                          <a:ea typeface="Rix고딕 L" panose="02020603020101020101" pitchFamily="18" charset="-127"/>
                        </a:rPr>
                      </a:br>
                      <a:r>
                        <a:rPr lang="ko-KR" altLang="en-US" sz="800" u="none" strike="noStrike" dirty="0" err="1" smtClean="0">
                          <a:effectLst/>
                          <a:latin typeface="Rix고딕 L" panose="02020603020101020101" pitchFamily="18" charset="-127"/>
                          <a:ea typeface="Rix고딕 L" panose="02020603020101020101" pitchFamily="18" charset="-127"/>
                        </a:rPr>
                        <a:t>아이엔에스</a:t>
                      </a:r>
                      <a:endParaRPr lang="ko-KR" altLang="en-US" sz="800" b="0" i="0" u="none" strike="noStrike" dirty="0">
                        <a:solidFill>
                          <a:srgbClr val="262626"/>
                        </a:solidFill>
                        <a:effectLst/>
                        <a:latin typeface="Rix고딕 L" panose="02020603020101020101" pitchFamily="18" charset="-127"/>
                        <a:ea typeface="Rix고딕 L" panose="02020603020101020101" pitchFamily="18" charset="-127"/>
                      </a:endParaRPr>
                    </a:p>
                  </a:txBody>
                  <a:tcPr marL="4157" marR="4157" marT="4157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u="none" strike="noStrike" dirty="0">
                          <a:effectLst/>
                          <a:latin typeface="Rix고딕 L" panose="02020603020101020101" pitchFamily="18" charset="-127"/>
                          <a:ea typeface="Rix고딕 L" panose="02020603020101020101" pitchFamily="18" charset="-127"/>
                        </a:rPr>
                        <a:t>121</a:t>
                      </a:r>
                      <a:endParaRPr lang="en-US" altLang="ko-KR" sz="800" b="0" i="0" u="none" strike="noStrike" dirty="0">
                        <a:solidFill>
                          <a:srgbClr val="262626"/>
                        </a:solidFill>
                        <a:effectLst/>
                        <a:latin typeface="Rix고딕 L" panose="02020603020101020101" pitchFamily="18" charset="-127"/>
                        <a:ea typeface="Rix고딕 L" panose="02020603020101020101" pitchFamily="18" charset="-127"/>
                      </a:endParaRPr>
                    </a:p>
                  </a:txBody>
                  <a:tcPr marL="4157" marR="4157" marT="4157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u="none" strike="noStrike" dirty="0">
                          <a:effectLst/>
                          <a:latin typeface="Rix고딕 L" panose="02020603020101020101" pitchFamily="18" charset="-127"/>
                          <a:ea typeface="Rix고딕 L" panose="02020603020101020101" pitchFamily="18" charset="-127"/>
                        </a:rPr>
                        <a:t>121</a:t>
                      </a:r>
                      <a:endParaRPr lang="en-US" altLang="ko-KR" sz="800" b="0" i="0" u="none" strike="noStrike" dirty="0">
                        <a:solidFill>
                          <a:srgbClr val="262626"/>
                        </a:solidFill>
                        <a:effectLst/>
                        <a:latin typeface="Rix고딕 L" panose="02020603020101020101" pitchFamily="18" charset="-127"/>
                        <a:ea typeface="Rix고딕 L" panose="02020603020101020101" pitchFamily="18" charset="-127"/>
                      </a:endParaRPr>
                    </a:p>
                  </a:txBody>
                  <a:tcPr marL="4157" marR="4157" marT="4157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u="none" strike="noStrike" dirty="0">
                          <a:effectLst/>
                          <a:latin typeface="Rix고딕 L" panose="02020603020101020101" pitchFamily="18" charset="-127"/>
                          <a:ea typeface="Rix고딕 L" panose="02020603020101020101" pitchFamily="18" charset="-127"/>
                        </a:rPr>
                        <a:t>구축</a:t>
                      </a:r>
                      <a:endParaRPr lang="ko-KR" altLang="en-US" sz="800" b="0" i="0" u="none" strike="noStrike" dirty="0">
                        <a:solidFill>
                          <a:srgbClr val="262626"/>
                        </a:solidFill>
                        <a:effectLst/>
                        <a:latin typeface="Rix고딕 L" panose="02020603020101020101" pitchFamily="18" charset="-127"/>
                        <a:ea typeface="Rix고딕 L" panose="02020603020101020101" pitchFamily="18" charset="-127"/>
                      </a:endParaRPr>
                    </a:p>
                  </a:txBody>
                  <a:tcPr marL="4157" marR="4157" marT="4157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6058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u="none" strike="noStrike" kern="1200" dirty="0">
                          <a:solidFill>
                            <a:schemeClr val="dk1"/>
                          </a:solidFill>
                          <a:effectLst/>
                          <a:latin typeface="Rix고딕 L" panose="02020603020101020101" pitchFamily="18" charset="-127"/>
                          <a:ea typeface="Rix고딕 L" panose="02020603020101020101" pitchFamily="18" charset="-127"/>
                          <a:cs typeface="+mn-cs"/>
                        </a:rPr>
                        <a:t>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u="none" strike="noStrike" dirty="0">
                          <a:effectLst/>
                          <a:latin typeface="Rix고딕 L" panose="02020603020101020101" pitchFamily="18" charset="-127"/>
                          <a:ea typeface="Rix고딕 L" panose="02020603020101020101" pitchFamily="18" charset="-127"/>
                        </a:rPr>
                        <a:t>2015</a:t>
                      </a:r>
                      <a:r>
                        <a:rPr lang="ko-KR" altLang="en-US" sz="800" u="none" strike="noStrike" dirty="0">
                          <a:effectLst/>
                          <a:latin typeface="Rix고딕 L" panose="02020603020101020101" pitchFamily="18" charset="-127"/>
                          <a:ea typeface="Rix고딕 L" panose="02020603020101020101" pitchFamily="18" charset="-127"/>
                        </a:rPr>
                        <a:t>년 제</a:t>
                      </a:r>
                      <a:r>
                        <a:rPr lang="en-US" altLang="ko-KR" sz="800" u="none" strike="noStrike" dirty="0">
                          <a:effectLst/>
                          <a:latin typeface="Rix고딕 L" panose="02020603020101020101" pitchFamily="18" charset="-127"/>
                          <a:ea typeface="Rix고딕 L" panose="02020603020101020101" pitchFamily="18" charset="-127"/>
                        </a:rPr>
                        <a:t>1</a:t>
                      </a:r>
                      <a:r>
                        <a:rPr lang="ko-KR" altLang="en-US" sz="800" u="none" strike="noStrike" dirty="0">
                          <a:effectLst/>
                          <a:latin typeface="Rix고딕 L" panose="02020603020101020101" pitchFamily="18" charset="-127"/>
                          <a:ea typeface="Rix고딕 L" panose="02020603020101020101" pitchFamily="18" charset="-127"/>
                        </a:rPr>
                        <a:t>차 </a:t>
                      </a:r>
                      <a:r>
                        <a:rPr lang="en-US" altLang="ko-KR" sz="800" u="none" strike="noStrike" dirty="0">
                          <a:effectLst/>
                          <a:latin typeface="Rix고딕 L" panose="02020603020101020101" pitchFamily="18" charset="-127"/>
                          <a:ea typeface="Rix고딕 L" panose="02020603020101020101" pitchFamily="18" charset="-127"/>
                        </a:rPr>
                        <a:t>H/W</a:t>
                      </a:r>
                      <a:r>
                        <a:rPr lang="ko-KR" altLang="en-US" sz="800" u="none" strike="noStrike" dirty="0">
                          <a:effectLst/>
                          <a:latin typeface="Rix고딕 L" panose="02020603020101020101" pitchFamily="18" charset="-127"/>
                          <a:ea typeface="Rix고딕 L" panose="02020603020101020101" pitchFamily="18" charset="-127"/>
                        </a:rPr>
                        <a:t>자원통합구축 사업</a:t>
                      </a:r>
                      <a:r>
                        <a:rPr lang="en-US" altLang="ko-KR" sz="800" u="none" strike="noStrike" dirty="0">
                          <a:effectLst/>
                          <a:latin typeface="Rix고딕 L" panose="02020603020101020101" pitchFamily="18" charset="-127"/>
                          <a:ea typeface="Rix고딕 L" panose="02020603020101020101" pitchFamily="18" charset="-127"/>
                        </a:rPr>
                        <a:t>1 </a:t>
                      </a:r>
                      <a:r>
                        <a:rPr lang="ko-KR" altLang="en-US" sz="800" u="none" strike="noStrike" dirty="0">
                          <a:effectLst/>
                          <a:latin typeface="Rix고딕 L" panose="02020603020101020101" pitchFamily="18" charset="-127"/>
                          <a:ea typeface="Rix고딕 L" panose="02020603020101020101" pitchFamily="18" charset="-127"/>
                        </a:rPr>
                        <a:t>물품 공급</a:t>
                      </a:r>
                      <a:endParaRPr lang="ko-KR" altLang="en-US" sz="800" b="0" i="0" u="none" strike="noStrike" dirty="0">
                        <a:solidFill>
                          <a:srgbClr val="262626"/>
                        </a:solidFill>
                        <a:effectLst/>
                        <a:latin typeface="Rix고딕 L" panose="02020603020101020101" pitchFamily="18" charset="-127"/>
                        <a:ea typeface="Rix고딕 L" panose="02020603020101020101" pitchFamily="18" charset="-127"/>
                      </a:endParaRPr>
                    </a:p>
                  </a:txBody>
                  <a:tcPr marL="4157" marR="4157" marT="4157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u="none" strike="noStrike" dirty="0" smtClean="0">
                          <a:effectLst/>
                          <a:latin typeface="Rix고딕 L" panose="02020603020101020101" pitchFamily="18" charset="-127"/>
                          <a:ea typeface="Rix고딕 L" panose="02020603020101020101" pitchFamily="18" charset="-127"/>
                        </a:rPr>
                        <a:t>네트워크</a:t>
                      </a:r>
                      <a:endParaRPr lang="en-US" altLang="ko-KR" sz="800" u="none" strike="noStrike" dirty="0" smtClean="0">
                        <a:effectLst/>
                        <a:latin typeface="Rix고딕 L" panose="02020603020101020101" pitchFamily="18" charset="-127"/>
                        <a:ea typeface="Rix고딕 L" panose="02020603020101020101" pitchFamily="18" charset="-127"/>
                      </a:endParaRPr>
                    </a:p>
                    <a:p>
                      <a:pPr algn="ctr" rtl="0" fontAlgn="ctr"/>
                      <a:r>
                        <a:rPr lang="ko-KR" altLang="en-US" sz="800" b="0" i="0" u="none" strike="noStrike" dirty="0" smtClean="0">
                          <a:solidFill>
                            <a:srgbClr val="262626"/>
                          </a:solidFill>
                          <a:effectLst/>
                          <a:latin typeface="Rix고딕 L" panose="02020603020101020101" pitchFamily="18" charset="-127"/>
                          <a:ea typeface="Rix고딕 L" panose="02020603020101020101" pitchFamily="18" charset="-127"/>
                        </a:rPr>
                        <a:t>구축</a:t>
                      </a:r>
                      <a:endParaRPr lang="ko-KR" altLang="en-US" sz="800" b="0" i="0" u="none" strike="noStrike" dirty="0">
                        <a:solidFill>
                          <a:srgbClr val="262626"/>
                        </a:solidFill>
                        <a:effectLst/>
                        <a:latin typeface="Rix고딕 L" panose="02020603020101020101" pitchFamily="18" charset="-127"/>
                        <a:ea typeface="Rix고딕 L" panose="02020603020101020101" pitchFamily="18" charset="-127"/>
                      </a:endParaRPr>
                    </a:p>
                  </a:txBody>
                  <a:tcPr marL="4157" marR="4157" marT="4157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u="none" strike="noStrike" dirty="0">
                          <a:effectLst/>
                          <a:latin typeface="Rix고딕 L" panose="02020603020101020101" pitchFamily="18" charset="-127"/>
                          <a:ea typeface="Rix고딕 L" panose="02020603020101020101" pitchFamily="18" charset="-127"/>
                        </a:rPr>
                        <a:t>15.07 ~ 15.11</a:t>
                      </a:r>
                      <a:endParaRPr lang="en-US" altLang="ko-KR" sz="800" b="0" i="0" u="none" strike="noStrike" dirty="0">
                        <a:solidFill>
                          <a:srgbClr val="262626"/>
                        </a:solidFill>
                        <a:effectLst/>
                        <a:latin typeface="Rix고딕 L" panose="02020603020101020101" pitchFamily="18" charset="-127"/>
                        <a:ea typeface="Rix고딕 L" panose="02020603020101020101" pitchFamily="18" charset="-127"/>
                      </a:endParaRPr>
                    </a:p>
                  </a:txBody>
                  <a:tcPr marL="4157" marR="4157" marT="4157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u="none" strike="noStrike" dirty="0">
                          <a:effectLst/>
                          <a:latin typeface="Rix고딕 L" panose="02020603020101020101" pitchFamily="18" charset="-127"/>
                          <a:ea typeface="Rix고딕 L" panose="02020603020101020101" pitchFamily="18" charset="-127"/>
                        </a:rPr>
                        <a:t>대우정보시스템</a:t>
                      </a:r>
                      <a:endParaRPr lang="ko-KR" altLang="en-US" sz="800" b="0" i="0" u="none" strike="noStrike" dirty="0">
                        <a:solidFill>
                          <a:srgbClr val="262626"/>
                        </a:solidFill>
                        <a:effectLst/>
                        <a:latin typeface="Rix고딕 L" panose="02020603020101020101" pitchFamily="18" charset="-127"/>
                        <a:ea typeface="Rix고딕 L" panose="02020603020101020101" pitchFamily="18" charset="-127"/>
                      </a:endParaRPr>
                    </a:p>
                  </a:txBody>
                  <a:tcPr marL="4157" marR="4157" marT="4157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u="none" strike="noStrike" dirty="0">
                          <a:effectLst/>
                          <a:latin typeface="Rix고딕 L" panose="02020603020101020101" pitchFamily="18" charset="-127"/>
                          <a:ea typeface="Rix고딕 L" panose="02020603020101020101" pitchFamily="18" charset="-127"/>
                        </a:rPr>
                        <a:t>250</a:t>
                      </a:r>
                      <a:endParaRPr lang="en-US" altLang="ko-KR" sz="800" b="0" i="0" u="none" strike="noStrike" dirty="0">
                        <a:solidFill>
                          <a:srgbClr val="262626"/>
                        </a:solidFill>
                        <a:effectLst/>
                        <a:latin typeface="Rix고딕 L" panose="02020603020101020101" pitchFamily="18" charset="-127"/>
                        <a:ea typeface="Rix고딕 L" panose="02020603020101020101" pitchFamily="18" charset="-127"/>
                      </a:endParaRPr>
                    </a:p>
                  </a:txBody>
                  <a:tcPr marL="4157" marR="4157" marT="4157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u="none" strike="noStrike" dirty="0">
                          <a:effectLst/>
                          <a:latin typeface="Rix고딕 L" panose="02020603020101020101" pitchFamily="18" charset="-127"/>
                          <a:ea typeface="Rix고딕 L" panose="02020603020101020101" pitchFamily="18" charset="-127"/>
                        </a:rPr>
                        <a:t>250</a:t>
                      </a:r>
                      <a:endParaRPr lang="en-US" altLang="ko-KR" sz="800" b="0" i="0" u="none" strike="noStrike" dirty="0">
                        <a:solidFill>
                          <a:srgbClr val="262626"/>
                        </a:solidFill>
                        <a:effectLst/>
                        <a:latin typeface="Rix고딕 L" panose="02020603020101020101" pitchFamily="18" charset="-127"/>
                        <a:ea typeface="Rix고딕 L" panose="02020603020101020101" pitchFamily="18" charset="-127"/>
                      </a:endParaRPr>
                    </a:p>
                  </a:txBody>
                  <a:tcPr marL="4157" marR="4157" marT="4157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u="none" strike="noStrike" dirty="0">
                          <a:effectLst/>
                          <a:latin typeface="Rix고딕 L" panose="02020603020101020101" pitchFamily="18" charset="-127"/>
                          <a:ea typeface="Rix고딕 L" panose="02020603020101020101" pitchFamily="18" charset="-127"/>
                        </a:rPr>
                        <a:t>구축</a:t>
                      </a:r>
                      <a:endParaRPr lang="ko-KR" altLang="en-US" sz="800" b="0" i="0" u="none" strike="noStrike" dirty="0">
                        <a:solidFill>
                          <a:srgbClr val="262626"/>
                        </a:solidFill>
                        <a:effectLst/>
                        <a:latin typeface="Rix고딕 L" panose="02020603020101020101" pitchFamily="18" charset="-127"/>
                        <a:ea typeface="Rix고딕 L" panose="02020603020101020101" pitchFamily="18" charset="-127"/>
                      </a:endParaRPr>
                    </a:p>
                  </a:txBody>
                  <a:tcPr marL="4157" marR="4157" marT="4157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16058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u="none" strike="noStrike" kern="1200" dirty="0">
                          <a:solidFill>
                            <a:schemeClr val="dk1"/>
                          </a:solidFill>
                          <a:effectLst/>
                          <a:latin typeface="Rix고딕 L" panose="02020603020101020101" pitchFamily="18" charset="-127"/>
                          <a:ea typeface="Rix고딕 L" panose="02020603020101020101" pitchFamily="18" charset="-127"/>
                          <a:cs typeface="+mn-cs"/>
                        </a:rPr>
                        <a:t>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u="none" strike="noStrike" dirty="0">
                          <a:effectLst/>
                          <a:latin typeface="Rix고딕 L" panose="02020603020101020101" pitchFamily="18" charset="-127"/>
                          <a:ea typeface="Rix고딕 L" panose="02020603020101020101" pitchFamily="18" charset="-127"/>
                        </a:rPr>
                        <a:t>2014</a:t>
                      </a:r>
                      <a:r>
                        <a:rPr lang="ko-KR" altLang="en-US" sz="800" u="none" strike="noStrike" dirty="0">
                          <a:effectLst/>
                          <a:latin typeface="Rix고딕 L" panose="02020603020101020101" pitchFamily="18" charset="-127"/>
                          <a:ea typeface="Rix고딕 L" panose="02020603020101020101" pitchFamily="18" charset="-127"/>
                        </a:rPr>
                        <a:t>년 제</a:t>
                      </a:r>
                      <a:r>
                        <a:rPr lang="en-US" altLang="ko-KR" sz="800" u="none" strike="noStrike" dirty="0">
                          <a:effectLst/>
                          <a:latin typeface="Rix고딕 L" panose="02020603020101020101" pitchFamily="18" charset="-127"/>
                          <a:ea typeface="Rix고딕 L" panose="02020603020101020101" pitchFamily="18" charset="-127"/>
                        </a:rPr>
                        <a:t>1</a:t>
                      </a:r>
                      <a:r>
                        <a:rPr lang="ko-KR" altLang="en-US" sz="800" u="none" strike="noStrike" dirty="0">
                          <a:effectLst/>
                          <a:latin typeface="Rix고딕 L" panose="02020603020101020101" pitchFamily="18" charset="-127"/>
                          <a:ea typeface="Rix고딕 L" panose="02020603020101020101" pitchFamily="18" charset="-127"/>
                        </a:rPr>
                        <a:t>차 </a:t>
                      </a:r>
                      <a:r>
                        <a:rPr lang="en-US" altLang="ko-KR" sz="800" u="none" strike="noStrike" dirty="0">
                          <a:effectLst/>
                          <a:latin typeface="Rix고딕 L" panose="02020603020101020101" pitchFamily="18" charset="-127"/>
                          <a:ea typeface="Rix고딕 L" panose="02020603020101020101" pitchFamily="18" charset="-127"/>
                        </a:rPr>
                        <a:t>HW</a:t>
                      </a:r>
                      <a:r>
                        <a:rPr lang="ko-KR" altLang="en-US" sz="800" u="none" strike="noStrike" dirty="0">
                          <a:effectLst/>
                          <a:latin typeface="Rix고딕 L" panose="02020603020101020101" pitchFamily="18" charset="-127"/>
                          <a:ea typeface="Rix고딕 L" panose="02020603020101020101" pitchFamily="18" charset="-127"/>
                        </a:rPr>
                        <a:t>자원통합구축사업</a:t>
                      </a:r>
                      <a:r>
                        <a:rPr lang="en-US" altLang="ko-KR" sz="800" u="none" strike="noStrike" dirty="0">
                          <a:effectLst/>
                          <a:latin typeface="Rix고딕 L" panose="02020603020101020101" pitchFamily="18" charset="-127"/>
                          <a:ea typeface="Rix고딕 L" panose="02020603020101020101" pitchFamily="18" charset="-127"/>
                        </a:rPr>
                        <a:t>1</a:t>
                      </a:r>
                      <a:endParaRPr lang="en-US" altLang="ko-KR" sz="800" b="0" i="0" u="none" strike="noStrike" dirty="0">
                        <a:solidFill>
                          <a:srgbClr val="262626"/>
                        </a:solidFill>
                        <a:effectLst/>
                        <a:latin typeface="Rix고딕 L" panose="02020603020101020101" pitchFamily="18" charset="-127"/>
                        <a:ea typeface="Rix고딕 L" panose="02020603020101020101" pitchFamily="18" charset="-127"/>
                      </a:endParaRPr>
                    </a:p>
                  </a:txBody>
                  <a:tcPr marL="4157" marR="4157" marT="4157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u="none" strike="noStrike" dirty="0" smtClean="0">
                          <a:effectLst/>
                          <a:latin typeface="Rix고딕 L" panose="02020603020101020101" pitchFamily="18" charset="-127"/>
                          <a:ea typeface="Rix고딕 L" panose="02020603020101020101" pitchFamily="18" charset="-127"/>
                        </a:rPr>
                        <a:t>네트워크</a:t>
                      </a:r>
                      <a:endParaRPr lang="en-US" altLang="ko-KR" sz="800" u="none" strike="noStrike" dirty="0" smtClean="0">
                        <a:effectLst/>
                        <a:latin typeface="Rix고딕 L" panose="02020603020101020101" pitchFamily="18" charset="-127"/>
                        <a:ea typeface="Rix고딕 L" panose="02020603020101020101" pitchFamily="18" charset="-127"/>
                      </a:endParaRPr>
                    </a:p>
                    <a:p>
                      <a:pPr algn="ctr" rtl="0" fontAlgn="ctr"/>
                      <a:r>
                        <a:rPr lang="ko-KR" altLang="en-US" sz="800" b="0" i="0" u="none" strike="noStrike" dirty="0" smtClean="0">
                          <a:solidFill>
                            <a:srgbClr val="262626"/>
                          </a:solidFill>
                          <a:effectLst/>
                          <a:latin typeface="Rix고딕 L" panose="02020603020101020101" pitchFamily="18" charset="-127"/>
                          <a:ea typeface="Rix고딕 L" panose="02020603020101020101" pitchFamily="18" charset="-127"/>
                        </a:rPr>
                        <a:t>구축</a:t>
                      </a:r>
                      <a:endParaRPr lang="ko-KR" altLang="en-US" sz="800" b="0" i="0" u="none" strike="noStrike" dirty="0">
                        <a:solidFill>
                          <a:srgbClr val="262626"/>
                        </a:solidFill>
                        <a:effectLst/>
                        <a:latin typeface="Rix고딕 L" panose="02020603020101020101" pitchFamily="18" charset="-127"/>
                        <a:ea typeface="Rix고딕 L" panose="02020603020101020101" pitchFamily="18" charset="-127"/>
                      </a:endParaRPr>
                    </a:p>
                  </a:txBody>
                  <a:tcPr marL="4157" marR="4157" marT="4157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u="none" strike="noStrike" dirty="0">
                          <a:effectLst/>
                          <a:latin typeface="Rix고딕 L" panose="02020603020101020101" pitchFamily="18" charset="-127"/>
                          <a:ea typeface="Rix고딕 L" panose="02020603020101020101" pitchFamily="18" charset="-127"/>
                        </a:rPr>
                        <a:t>14.06</a:t>
                      </a:r>
                      <a:r>
                        <a:rPr lang="en-US" altLang="ko-KR" sz="800" u="none" strike="noStrike" dirty="0" smtClean="0">
                          <a:effectLst/>
                          <a:latin typeface="Rix고딕 L" panose="02020603020101020101" pitchFamily="18" charset="-127"/>
                          <a:ea typeface="Rix고딕 L" panose="02020603020101020101" pitchFamily="18" charset="-127"/>
                        </a:rPr>
                        <a:t>~ 14.11</a:t>
                      </a:r>
                      <a:endParaRPr lang="en-US" altLang="ko-KR" sz="800" b="0" i="0" u="none" strike="noStrike" dirty="0">
                        <a:solidFill>
                          <a:srgbClr val="262626"/>
                        </a:solidFill>
                        <a:effectLst/>
                        <a:latin typeface="Rix고딕 L" panose="02020603020101020101" pitchFamily="18" charset="-127"/>
                        <a:ea typeface="Rix고딕 L" panose="02020603020101020101" pitchFamily="18" charset="-127"/>
                      </a:endParaRPr>
                    </a:p>
                  </a:txBody>
                  <a:tcPr marL="4157" marR="4157" marT="4157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u="none" strike="noStrike" dirty="0">
                          <a:effectLst/>
                          <a:latin typeface="Rix고딕 L" panose="02020603020101020101" pitchFamily="18" charset="-127"/>
                          <a:ea typeface="Rix고딕 L" panose="02020603020101020101" pitchFamily="18" charset="-127"/>
                        </a:rPr>
                        <a:t>세림티에스지㈜</a:t>
                      </a:r>
                      <a:endParaRPr lang="ko-KR" altLang="en-US" sz="800" b="0" i="0" u="none" strike="noStrike" dirty="0">
                        <a:solidFill>
                          <a:srgbClr val="262626"/>
                        </a:solidFill>
                        <a:effectLst/>
                        <a:latin typeface="Rix고딕 L" panose="02020603020101020101" pitchFamily="18" charset="-127"/>
                        <a:ea typeface="Rix고딕 L" panose="02020603020101020101" pitchFamily="18" charset="-127"/>
                      </a:endParaRPr>
                    </a:p>
                  </a:txBody>
                  <a:tcPr marL="4157" marR="4157" marT="4157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u="none" strike="noStrike" dirty="0">
                          <a:effectLst/>
                          <a:latin typeface="Rix고딕 L" panose="02020603020101020101" pitchFamily="18" charset="-127"/>
                          <a:ea typeface="Rix고딕 L" panose="02020603020101020101" pitchFamily="18" charset="-127"/>
                        </a:rPr>
                        <a:t>1,673.00</a:t>
                      </a:r>
                      <a:endParaRPr lang="en-US" altLang="ko-KR" sz="800" b="0" i="0" u="none" strike="noStrike" dirty="0">
                        <a:solidFill>
                          <a:srgbClr val="262626"/>
                        </a:solidFill>
                        <a:effectLst/>
                        <a:latin typeface="Rix고딕 L" panose="02020603020101020101" pitchFamily="18" charset="-127"/>
                        <a:ea typeface="Rix고딕 L" panose="02020603020101020101" pitchFamily="18" charset="-127"/>
                      </a:endParaRPr>
                    </a:p>
                  </a:txBody>
                  <a:tcPr marL="4157" marR="4157" marT="4157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u="none" strike="noStrike" dirty="0">
                          <a:effectLst/>
                          <a:latin typeface="Rix고딕 L" panose="02020603020101020101" pitchFamily="18" charset="-127"/>
                          <a:ea typeface="Rix고딕 L" panose="02020603020101020101" pitchFamily="18" charset="-127"/>
                        </a:rPr>
                        <a:t>1,673.00</a:t>
                      </a:r>
                      <a:endParaRPr lang="en-US" altLang="ko-KR" sz="800" b="0" i="0" u="none" strike="noStrike" dirty="0">
                        <a:solidFill>
                          <a:srgbClr val="262626"/>
                        </a:solidFill>
                        <a:effectLst/>
                        <a:latin typeface="Rix고딕 L" panose="02020603020101020101" pitchFamily="18" charset="-127"/>
                        <a:ea typeface="Rix고딕 L" panose="02020603020101020101" pitchFamily="18" charset="-127"/>
                      </a:endParaRPr>
                    </a:p>
                  </a:txBody>
                  <a:tcPr marL="4157" marR="4157" marT="4157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u="none" strike="noStrike" dirty="0">
                          <a:effectLst/>
                          <a:latin typeface="Rix고딕 L" panose="02020603020101020101" pitchFamily="18" charset="-127"/>
                          <a:ea typeface="Rix고딕 L" panose="02020603020101020101" pitchFamily="18" charset="-127"/>
                        </a:rPr>
                        <a:t>구축</a:t>
                      </a:r>
                      <a:endParaRPr lang="ko-KR" altLang="en-US" sz="800" b="0" i="0" u="none" strike="noStrike" dirty="0">
                        <a:solidFill>
                          <a:srgbClr val="262626"/>
                        </a:solidFill>
                        <a:effectLst/>
                        <a:latin typeface="Rix고딕 L" panose="02020603020101020101" pitchFamily="18" charset="-127"/>
                        <a:ea typeface="Rix고딕 L" panose="02020603020101020101" pitchFamily="18" charset="-127"/>
                      </a:endParaRPr>
                    </a:p>
                  </a:txBody>
                  <a:tcPr marL="4157" marR="4157" marT="4157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16058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u="none" strike="noStrike" kern="1200" dirty="0">
                          <a:solidFill>
                            <a:schemeClr val="dk1"/>
                          </a:solidFill>
                          <a:effectLst/>
                          <a:latin typeface="Rix고딕 L" panose="02020603020101020101" pitchFamily="18" charset="-127"/>
                          <a:ea typeface="Rix고딕 L" panose="02020603020101020101" pitchFamily="18" charset="-127"/>
                          <a:cs typeface="+mn-cs"/>
                        </a:rPr>
                        <a:t>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u="none" strike="noStrike" dirty="0">
                          <a:effectLst/>
                          <a:latin typeface="Rix고딕 L" panose="02020603020101020101" pitchFamily="18" charset="-127"/>
                          <a:ea typeface="Rix고딕 L" panose="02020603020101020101" pitchFamily="18" charset="-127"/>
                        </a:rPr>
                        <a:t>2014</a:t>
                      </a:r>
                      <a:r>
                        <a:rPr lang="ko-KR" altLang="en-US" sz="800" u="none" strike="noStrike" dirty="0">
                          <a:effectLst/>
                          <a:latin typeface="Rix고딕 L" panose="02020603020101020101" pitchFamily="18" charset="-127"/>
                          <a:ea typeface="Rix고딕 L" panose="02020603020101020101" pitchFamily="18" charset="-127"/>
                        </a:rPr>
                        <a:t>년 제</a:t>
                      </a:r>
                      <a:r>
                        <a:rPr lang="en-US" altLang="ko-KR" sz="800" u="none" strike="noStrike" dirty="0">
                          <a:effectLst/>
                          <a:latin typeface="Rix고딕 L" panose="02020603020101020101" pitchFamily="18" charset="-127"/>
                          <a:ea typeface="Rix고딕 L" panose="02020603020101020101" pitchFamily="18" charset="-127"/>
                        </a:rPr>
                        <a:t>1</a:t>
                      </a:r>
                      <a:r>
                        <a:rPr lang="ko-KR" altLang="en-US" sz="800" u="none" strike="noStrike" dirty="0">
                          <a:effectLst/>
                          <a:latin typeface="Rix고딕 L" panose="02020603020101020101" pitchFamily="18" charset="-127"/>
                          <a:ea typeface="Rix고딕 L" panose="02020603020101020101" pitchFamily="18" charset="-127"/>
                        </a:rPr>
                        <a:t>차 정보자원 통합구축사업</a:t>
                      </a:r>
                      <a:r>
                        <a:rPr lang="en-US" altLang="ko-KR" sz="800" u="none" strike="noStrike" dirty="0">
                          <a:effectLst/>
                          <a:latin typeface="Rix고딕 L" panose="02020603020101020101" pitchFamily="18" charset="-127"/>
                          <a:ea typeface="Rix고딕 L" panose="02020603020101020101" pitchFamily="18" charset="-127"/>
                        </a:rPr>
                        <a:t>(HW2)</a:t>
                      </a:r>
                      <a:endParaRPr lang="en-US" altLang="ko-KR" sz="800" b="0" i="0" u="none" strike="noStrike" dirty="0">
                        <a:solidFill>
                          <a:srgbClr val="262626"/>
                        </a:solidFill>
                        <a:effectLst/>
                        <a:latin typeface="Rix고딕 L" panose="02020603020101020101" pitchFamily="18" charset="-127"/>
                        <a:ea typeface="Rix고딕 L" panose="02020603020101020101" pitchFamily="18" charset="-127"/>
                      </a:endParaRPr>
                    </a:p>
                  </a:txBody>
                  <a:tcPr marL="4157" marR="4157" marT="4157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u="none" strike="noStrike" dirty="0" smtClean="0">
                          <a:effectLst/>
                          <a:latin typeface="Rix고딕 L" panose="02020603020101020101" pitchFamily="18" charset="-127"/>
                          <a:ea typeface="Rix고딕 L" panose="02020603020101020101" pitchFamily="18" charset="-127"/>
                        </a:rPr>
                        <a:t>네트워크</a:t>
                      </a:r>
                      <a:endParaRPr lang="en-US" altLang="ko-KR" sz="800" u="none" strike="noStrike" dirty="0" smtClean="0">
                        <a:effectLst/>
                        <a:latin typeface="Rix고딕 L" panose="02020603020101020101" pitchFamily="18" charset="-127"/>
                        <a:ea typeface="Rix고딕 L" panose="02020603020101020101" pitchFamily="18" charset="-127"/>
                      </a:endParaRPr>
                    </a:p>
                    <a:p>
                      <a:pPr algn="ctr" rtl="0" fontAlgn="ctr"/>
                      <a:r>
                        <a:rPr lang="ko-KR" altLang="en-US" sz="800" b="0" i="0" u="none" strike="noStrike" dirty="0" smtClean="0">
                          <a:solidFill>
                            <a:srgbClr val="262626"/>
                          </a:solidFill>
                          <a:effectLst/>
                          <a:latin typeface="Rix고딕 L" panose="02020603020101020101" pitchFamily="18" charset="-127"/>
                          <a:ea typeface="Rix고딕 L" panose="02020603020101020101" pitchFamily="18" charset="-127"/>
                        </a:rPr>
                        <a:t>구축</a:t>
                      </a:r>
                      <a:endParaRPr lang="ko-KR" altLang="en-US" sz="800" b="0" i="0" u="none" strike="noStrike" dirty="0">
                        <a:solidFill>
                          <a:srgbClr val="262626"/>
                        </a:solidFill>
                        <a:effectLst/>
                        <a:latin typeface="Rix고딕 L" panose="02020603020101020101" pitchFamily="18" charset="-127"/>
                        <a:ea typeface="Rix고딕 L" panose="02020603020101020101" pitchFamily="18" charset="-127"/>
                      </a:endParaRPr>
                    </a:p>
                  </a:txBody>
                  <a:tcPr marL="4157" marR="4157" marT="4157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u="none" strike="noStrike" dirty="0">
                          <a:effectLst/>
                          <a:latin typeface="Rix고딕 L" panose="02020603020101020101" pitchFamily="18" charset="-127"/>
                          <a:ea typeface="Rix고딕 L" panose="02020603020101020101" pitchFamily="18" charset="-127"/>
                        </a:rPr>
                        <a:t>14.06</a:t>
                      </a:r>
                      <a:r>
                        <a:rPr lang="en-US" altLang="ko-KR" sz="800" u="none" strike="noStrike" dirty="0" smtClean="0">
                          <a:effectLst/>
                          <a:latin typeface="Rix고딕 L" panose="02020603020101020101" pitchFamily="18" charset="-127"/>
                          <a:ea typeface="Rix고딕 L" panose="02020603020101020101" pitchFamily="18" charset="-127"/>
                        </a:rPr>
                        <a:t>~ 14.11</a:t>
                      </a:r>
                      <a:endParaRPr lang="en-US" altLang="ko-KR" sz="800" b="0" i="0" u="none" strike="noStrike" dirty="0">
                        <a:solidFill>
                          <a:srgbClr val="262626"/>
                        </a:solidFill>
                        <a:effectLst/>
                        <a:latin typeface="Rix고딕 L" panose="02020603020101020101" pitchFamily="18" charset="-127"/>
                        <a:ea typeface="Rix고딕 L" panose="02020603020101020101" pitchFamily="18" charset="-127"/>
                      </a:endParaRPr>
                    </a:p>
                  </a:txBody>
                  <a:tcPr marL="4157" marR="4157" marT="4157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u="none" strike="noStrike" dirty="0">
                          <a:effectLst/>
                          <a:latin typeface="Rix고딕 L" panose="02020603020101020101" pitchFamily="18" charset="-127"/>
                          <a:ea typeface="Rix고딕 L" panose="02020603020101020101" pitchFamily="18" charset="-127"/>
                        </a:rPr>
                        <a:t>㈜콤텍시스템</a:t>
                      </a:r>
                      <a:endParaRPr lang="ko-KR" altLang="en-US" sz="800" b="0" i="0" u="none" strike="noStrike" dirty="0">
                        <a:solidFill>
                          <a:srgbClr val="262626"/>
                        </a:solidFill>
                        <a:effectLst/>
                        <a:latin typeface="Rix고딕 L" panose="02020603020101020101" pitchFamily="18" charset="-127"/>
                        <a:ea typeface="Rix고딕 L" panose="02020603020101020101" pitchFamily="18" charset="-127"/>
                      </a:endParaRPr>
                    </a:p>
                  </a:txBody>
                  <a:tcPr marL="4157" marR="4157" marT="4157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u="none" strike="noStrike" dirty="0">
                          <a:effectLst/>
                          <a:latin typeface="Rix고딕 L" panose="02020603020101020101" pitchFamily="18" charset="-127"/>
                          <a:ea typeface="Rix고딕 L" panose="02020603020101020101" pitchFamily="18" charset="-127"/>
                        </a:rPr>
                        <a:t>681.5</a:t>
                      </a:r>
                      <a:endParaRPr lang="en-US" altLang="ko-KR" sz="800" b="0" i="0" u="none" strike="noStrike" dirty="0">
                        <a:solidFill>
                          <a:srgbClr val="262626"/>
                        </a:solidFill>
                        <a:effectLst/>
                        <a:latin typeface="Rix고딕 L" panose="02020603020101020101" pitchFamily="18" charset="-127"/>
                        <a:ea typeface="Rix고딕 L" panose="02020603020101020101" pitchFamily="18" charset="-127"/>
                      </a:endParaRPr>
                    </a:p>
                  </a:txBody>
                  <a:tcPr marL="4157" marR="4157" marT="4157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u="none" strike="noStrike" dirty="0">
                          <a:effectLst/>
                          <a:latin typeface="Rix고딕 L" panose="02020603020101020101" pitchFamily="18" charset="-127"/>
                          <a:ea typeface="Rix고딕 L" panose="02020603020101020101" pitchFamily="18" charset="-127"/>
                        </a:rPr>
                        <a:t>681.5</a:t>
                      </a:r>
                      <a:endParaRPr lang="en-US" altLang="ko-KR" sz="800" b="0" i="0" u="none" strike="noStrike" dirty="0">
                        <a:solidFill>
                          <a:srgbClr val="262626"/>
                        </a:solidFill>
                        <a:effectLst/>
                        <a:latin typeface="Rix고딕 L" panose="02020603020101020101" pitchFamily="18" charset="-127"/>
                        <a:ea typeface="Rix고딕 L" panose="02020603020101020101" pitchFamily="18" charset="-127"/>
                      </a:endParaRPr>
                    </a:p>
                  </a:txBody>
                  <a:tcPr marL="4157" marR="4157" marT="4157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u="none" strike="noStrike" dirty="0">
                          <a:effectLst/>
                          <a:latin typeface="Rix고딕 L" panose="02020603020101020101" pitchFamily="18" charset="-127"/>
                          <a:ea typeface="Rix고딕 L" panose="02020603020101020101" pitchFamily="18" charset="-127"/>
                        </a:rPr>
                        <a:t>구축</a:t>
                      </a:r>
                      <a:endParaRPr lang="ko-KR" altLang="en-US" sz="800" b="0" i="0" u="none" strike="noStrike" dirty="0">
                        <a:solidFill>
                          <a:srgbClr val="262626"/>
                        </a:solidFill>
                        <a:effectLst/>
                        <a:latin typeface="Rix고딕 L" panose="02020603020101020101" pitchFamily="18" charset="-127"/>
                        <a:ea typeface="Rix고딕 L" panose="02020603020101020101" pitchFamily="18" charset="-127"/>
                      </a:endParaRPr>
                    </a:p>
                  </a:txBody>
                  <a:tcPr marL="4157" marR="4157" marT="4157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16058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u="none" strike="noStrike" kern="1200" dirty="0">
                          <a:solidFill>
                            <a:schemeClr val="dk1"/>
                          </a:solidFill>
                          <a:effectLst/>
                          <a:latin typeface="Rix고딕 L" panose="02020603020101020101" pitchFamily="18" charset="-127"/>
                          <a:ea typeface="Rix고딕 L" panose="02020603020101020101" pitchFamily="18" charset="-127"/>
                          <a:cs typeface="+mn-cs"/>
                        </a:rPr>
                        <a:t>10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u="none" strike="noStrike" dirty="0">
                          <a:effectLst/>
                          <a:latin typeface="Rix고딕 L" panose="02020603020101020101" pitchFamily="18" charset="-127"/>
                          <a:ea typeface="Rix고딕 L" panose="02020603020101020101" pitchFamily="18" charset="-127"/>
                        </a:rPr>
                        <a:t>2014</a:t>
                      </a:r>
                      <a:r>
                        <a:rPr lang="ko-KR" altLang="en-US" sz="800" u="none" strike="noStrike" dirty="0">
                          <a:effectLst/>
                          <a:latin typeface="Rix고딕 L" panose="02020603020101020101" pitchFamily="18" charset="-127"/>
                          <a:ea typeface="Rix고딕 L" panose="02020603020101020101" pitchFamily="18" charset="-127"/>
                        </a:rPr>
                        <a:t>년 제</a:t>
                      </a:r>
                      <a:r>
                        <a:rPr lang="en-US" altLang="ko-KR" sz="800" u="none" strike="noStrike" dirty="0">
                          <a:effectLst/>
                          <a:latin typeface="Rix고딕 L" panose="02020603020101020101" pitchFamily="18" charset="-127"/>
                          <a:ea typeface="Rix고딕 L" panose="02020603020101020101" pitchFamily="18" charset="-127"/>
                        </a:rPr>
                        <a:t>1</a:t>
                      </a:r>
                      <a:r>
                        <a:rPr lang="ko-KR" altLang="en-US" sz="800" u="none" strike="noStrike" dirty="0">
                          <a:effectLst/>
                          <a:latin typeface="Rix고딕 L" panose="02020603020101020101" pitchFamily="18" charset="-127"/>
                          <a:ea typeface="Rix고딕 L" panose="02020603020101020101" pitchFamily="18" charset="-127"/>
                        </a:rPr>
                        <a:t>차 </a:t>
                      </a:r>
                      <a:r>
                        <a:rPr lang="en-US" altLang="ko-KR" sz="800" u="none" strike="noStrike" dirty="0">
                          <a:effectLst/>
                          <a:latin typeface="Rix고딕 L" panose="02020603020101020101" pitchFamily="18" charset="-127"/>
                          <a:ea typeface="Rix고딕 L" panose="02020603020101020101" pitchFamily="18" charset="-127"/>
                        </a:rPr>
                        <a:t>HW</a:t>
                      </a:r>
                      <a:r>
                        <a:rPr lang="ko-KR" altLang="en-US" sz="800" u="none" strike="noStrike" dirty="0">
                          <a:effectLst/>
                          <a:latin typeface="Rix고딕 L" panose="02020603020101020101" pitchFamily="18" charset="-127"/>
                          <a:ea typeface="Rix고딕 L" panose="02020603020101020101" pitchFamily="18" charset="-127"/>
                        </a:rPr>
                        <a:t>통합구축사업 인프라</a:t>
                      </a:r>
                      <a:endParaRPr lang="ko-KR" altLang="en-US" sz="800" b="0" i="0" u="none" strike="noStrike" dirty="0">
                        <a:solidFill>
                          <a:srgbClr val="262626"/>
                        </a:solidFill>
                        <a:effectLst/>
                        <a:latin typeface="Rix고딕 L" panose="02020603020101020101" pitchFamily="18" charset="-127"/>
                        <a:ea typeface="Rix고딕 L" panose="02020603020101020101" pitchFamily="18" charset="-127"/>
                      </a:endParaRPr>
                    </a:p>
                  </a:txBody>
                  <a:tcPr marL="4157" marR="4157" marT="4157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u="none" strike="noStrike" dirty="0" smtClean="0">
                          <a:effectLst/>
                          <a:latin typeface="Rix고딕 L" panose="02020603020101020101" pitchFamily="18" charset="-127"/>
                          <a:ea typeface="Rix고딕 L" panose="02020603020101020101" pitchFamily="18" charset="-127"/>
                        </a:rPr>
                        <a:t>네트워크</a:t>
                      </a:r>
                      <a:endParaRPr lang="en-US" altLang="ko-KR" sz="800" u="none" strike="noStrike" dirty="0" smtClean="0">
                        <a:effectLst/>
                        <a:latin typeface="Rix고딕 L" panose="02020603020101020101" pitchFamily="18" charset="-127"/>
                        <a:ea typeface="Rix고딕 L" panose="02020603020101020101" pitchFamily="18" charset="-127"/>
                      </a:endParaRPr>
                    </a:p>
                    <a:p>
                      <a:pPr algn="ctr" rtl="0" fontAlgn="ctr"/>
                      <a:r>
                        <a:rPr lang="ko-KR" altLang="en-US" sz="800" b="0" i="0" u="none" strike="noStrike" dirty="0" smtClean="0">
                          <a:solidFill>
                            <a:srgbClr val="262626"/>
                          </a:solidFill>
                          <a:effectLst/>
                          <a:latin typeface="Rix고딕 L" panose="02020603020101020101" pitchFamily="18" charset="-127"/>
                          <a:ea typeface="Rix고딕 L" panose="02020603020101020101" pitchFamily="18" charset="-127"/>
                        </a:rPr>
                        <a:t>구축</a:t>
                      </a:r>
                      <a:endParaRPr lang="ko-KR" altLang="en-US" sz="800" b="0" i="0" u="none" strike="noStrike" dirty="0">
                        <a:solidFill>
                          <a:srgbClr val="262626"/>
                        </a:solidFill>
                        <a:effectLst/>
                        <a:latin typeface="Rix고딕 L" panose="02020603020101020101" pitchFamily="18" charset="-127"/>
                        <a:ea typeface="Rix고딕 L" panose="02020603020101020101" pitchFamily="18" charset="-127"/>
                      </a:endParaRPr>
                    </a:p>
                  </a:txBody>
                  <a:tcPr marL="4157" marR="4157" marT="4157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u="none" strike="noStrike" dirty="0">
                          <a:effectLst/>
                          <a:latin typeface="Rix고딕 L" panose="02020603020101020101" pitchFamily="18" charset="-127"/>
                          <a:ea typeface="Rix고딕 L" panose="02020603020101020101" pitchFamily="18" charset="-127"/>
                        </a:rPr>
                        <a:t>14.06</a:t>
                      </a:r>
                      <a:r>
                        <a:rPr lang="en-US" altLang="ko-KR" sz="800" u="none" strike="noStrike" dirty="0" smtClean="0">
                          <a:effectLst/>
                          <a:latin typeface="Rix고딕 L" panose="02020603020101020101" pitchFamily="18" charset="-127"/>
                          <a:ea typeface="Rix고딕 L" panose="02020603020101020101" pitchFamily="18" charset="-127"/>
                        </a:rPr>
                        <a:t>~ 14.11</a:t>
                      </a:r>
                      <a:endParaRPr lang="en-US" altLang="ko-KR" sz="800" b="0" i="0" u="none" strike="noStrike" dirty="0">
                        <a:solidFill>
                          <a:srgbClr val="262626"/>
                        </a:solidFill>
                        <a:effectLst/>
                        <a:latin typeface="Rix고딕 L" panose="02020603020101020101" pitchFamily="18" charset="-127"/>
                        <a:ea typeface="Rix고딕 L" panose="02020603020101020101" pitchFamily="18" charset="-127"/>
                      </a:endParaRPr>
                    </a:p>
                  </a:txBody>
                  <a:tcPr marL="4157" marR="4157" marT="4157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u="none" strike="noStrike" dirty="0" smtClean="0">
                          <a:effectLst/>
                          <a:latin typeface="Rix고딕 L" panose="02020603020101020101" pitchFamily="18" charset="-127"/>
                          <a:ea typeface="Rix고딕 L" panose="02020603020101020101" pitchFamily="18" charset="-127"/>
                        </a:rPr>
                        <a:t>정부통합전산</a:t>
                      </a:r>
                      <a:endParaRPr lang="en-US" altLang="ko-KR" sz="800" u="none" strike="noStrike" dirty="0" smtClean="0">
                        <a:effectLst/>
                        <a:latin typeface="Rix고딕 L" panose="02020603020101020101" pitchFamily="18" charset="-127"/>
                        <a:ea typeface="Rix고딕 L" panose="02020603020101020101" pitchFamily="18" charset="-127"/>
                      </a:endParaRPr>
                    </a:p>
                    <a:p>
                      <a:pPr algn="ctr" rtl="0" fontAlgn="ctr"/>
                      <a:r>
                        <a:rPr lang="ko-KR" altLang="en-US" sz="800" u="none" strike="noStrike" dirty="0" smtClean="0">
                          <a:effectLst/>
                          <a:latin typeface="Rix고딕 L" panose="02020603020101020101" pitchFamily="18" charset="-127"/>
                          <a:ea typeface="Rix고딕 L" panose="02020603020101020101" pitchFamily="18" charset="-127"/>
                        </a:rPr>
                        <a:t>센터</a:t>
                      </a:r>
                      <a:endParaRPr lang="ko-KR" altLang="en-US" sz="800" b="0" i="0" u="none" strike="noStrike" dirty="0">
                        <a:solidFill>
                          <a:srgbClr val="262626"/>
                        </a:solidFill>
                        <a:effectLst/>
                        <a:latin typeface="Rix고딕 L" panose="02020603020101020101" pitchFamily="18" charset="-127"/>
                        <a:ea typeface="Rix고딕 L" panose="02020603020101020101" pitchFamily="18" charset="-127"/>
                      </a:endParaRPr>
                    </a:p>
                  </a:txBody>
                  <a:tcPr marL="4157" marR="4157" marT="4157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u="none" strike="noStrike" dirty="0">
                          <a:effectLst/>
                          <a:latin typeface="Rix고딕 L" panose="02020603020101020101" pitchFamily="18" charset="-127"/>
                          <a:ea typeface="Rix고딕 L" panose="02020603020101020101" pitchFamily="18" charset="-127"/>
                        </a:rPr>
                        <a:t>3,604.70</a:t>
                      </a:r>
                      <a:endParaRPr lang="en-US" altLang="ko-KR" sz="800" b="0" i="0" u="none" strike="noStrike" dirty="0">
                        <a:solidFill>
                          <a:srgbClr val="262626"/>
                        </a:solidFill>
                        <a:effectLst/>
                        <a:latin typeface="Rix고딕 L" panose="02020603020101020101" pitchFamily="18" charset="-127"/>
                        <a:ea typeface="Rix고딕 L" panose="02020603020101020101" pitchFamily="18" charset="-127"/>
                      </a:endParaRPr>
                    </a:p>
                  </a:txBody>
                  <a:tcPr marL="4157" marR="4157" marT="4157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u="none" strike="noStrike" dirty="0">
                          <a:effectLst/>
                          <a:latin typeface="Rix고딕 L" panose="02020603020101020101" pitchFamily="18" charset="-127"/>
                          <a:ea typeface="Rix고딕 L" panose="02020603020101020101" pitchFamily="18" charset="-127"/>
                        </a:rPr>
                        <a:t>360.4</a:t>
                      </a:r>
                      <a:endParaRPr lang="en-US" altLang="ko-KR" sz="800" b="0" i="0" u="none" strike="noStrike" dirty="0">
                        <a:solidFill>
                          <a:srgbClr val="262626"/>
                        </a:solidFill>
                        <a:effectLst/>
                        <a:latin typeface="Rix고딕 L" panose="02020603020101020101" pitchFamily="18" charset="-127"/>
                        <a:ea typeface="Rix고딕 L" panose="02020603020101020101" pitchFamily="18" charset="-127"/>
                      </a:endParaRPr>
                    </a:p>
                  </a:txBody>
                  <a:tcPr marL="4157" marR="4157" marT="4157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u="none" strike="noStrike" dirty="0">
                          <a:effectLst/>
                          <a:latin typeface="Rix고딕 L" panose="02020603020101020101" pitchFamily="18" charset="-127"/>
                          <a:ea typeface="Rix고딕 L" panose="02020603020101020101" pitchFamily="18" charset="-127"/>
                        </a:rPr>
                        <a:t>구축</a:t>
                      </a:r>
                      <a:endParaRPr lang="ko-KR" altLang="en-US" sz="800" b="0" i="0" u="none" strike="noStrike" dirty="0">
                        <a:solidFill>
                          <a:srgbClr val="262626"/>
                        </a:solidFill>
                        <a:effectLst/>
                        <a:latin typeface="Rix고딕 L" panose="02020603020101020101" pitchFamily="18" charset="-127"/>
                        <a:ea typeface="Rix고딕 L" panose="02020603020101020101" pitchFamily="18" charset="-127"/>
                      </a:endParaRPr>
                    </a:p>
                  </a:txBody>
                  <a:tcPr marL="4157" marR="4157" marT="4157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16058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u="none" strike="noStrike" kern="1200" dirty="0">
                          <a:solidFill>
                            <a:schemeClr val="dk1"/>
                          </a:solidFill>
                          <a:effectLst/>
                          <a:latin typeface="Rix고딕 L" panose="02020603020101020101" pitchFamily="18" charset="-127"/>
                          <a:ea typeface="Rix고딕 L" panose="02020603020101020101" pitchFamily="18" charset="-127"/>
                          <a:cs typeface="+mn-cs"/>
                        </a:rPr>
                        <a:t>11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u="none" strike="noStrike" dirty="0">
                          <a:effectLst/>
                          <a:latin typeface="Rix고딕 L" panose="02020603020101020101" pitchFamily="18" charset="-127"/>
                          <a:ea typeface="Rix고딕 L" panose="02020603020101020101" pitchFamily="18" charset="-127"/>
                        </a:rPr>
                        <a:t>클라우드 자원 풀 구축</a:t>
                      </a:r>
                      <a:endParaRPr lang="ko-KR" altLang="en-US" sz="800" b="0" i="0" u="none" strike="noStrike" dirty="0">
                        <a:solidFill>
                          <a:srgbClr val="262626"/>
                        </a:solidFill>
                        <a:effectLst/>
                        <a:latin typeface="Rix고딕 L" panose="02020603020101020101" pitchFamily="18" charset="-127"/>
                        <a:ea typeface="Rix고딕 L" panose="02020603020101020101" pitchFamily="18" charset="-127"/>
                      </a:endParaRPr>
                    </a:p>
                  </a:txBody>
                  <a:tcPr marL="4157" marR="4157" marT="4157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u="none" strike="noStrike" dirty="0" smtClean="0">
                          <a:effectLst/>
                          <a:latin typeface="Rix고딕 L" panose="02020603020101020101" pitchFamily="18" charset="-127"/>
                          <a:ea typeface="Rix고딕 L" panose="02020603020101020101" pitchFamily="18" charset="-127"/>
                        </a:rPr>
                        <a:t>네트워크</a:t>
                      </a:r>
                      <a:endParaRPr lang="en-US" altLang="ko-KR" sz="800" u="none" strike="noStrike" dirty="0" smtClean="0">
                        <a:effectLst/>
                        <a:latin typeface="Rix고딕 L" panose="02020603020101020101" pitchFamily="18" charset="-127"/>
                        <a:ea typeface="Rix고딕 L" panose="02020603020101020101" pitchFamily="18" charset="-127"/>
                      </a:endParaRPr>
                    </a:p>
                    <a:p>
                      <a:pPr algn="ctr" rtl="0" fontAlgn="ctr"/>
                      <a:r>
                        <a:rPr lang="ko-KR" altLang="en-US" sz="800" b="0" i="0" u="none" strike="noStrike" dirty="0" smtClean="0">
                          <a:solidFill>
                            <a:srgbClr val="262626"/>
                          </a:solidFill>
                          <a:effectLst/>
                          <a:latin typeface="Rix고딕 L" panose="02020603020101020101" pitchFamily="18" charset="-127"/>
                          <a:ea typeface="Rix고딕 L" panose="02020603020101020101" pitchFamily="18" charset="-127"/>
                        </a:rPr>
                        <a:t>구축</a:t>
                      </a:r>
                      <a:endParaRPr lang="ko-KR" altLang="en-US" sz="800" b="0" i="0" u="none" strike="noStrike" dirty="0">
                        <a:solidFill>
                          <a:srgbClr val="262626"/>
                        </a:solidFill>
                        <a:effectLst/>
                        <a:latin typeface="Rix고딕 L" panose="02020603020101020101" pitchFamily="18" charset="-127"/>
                        <a:ea typeface="Rix고딕 L" panose="02020603020101020101" pitchFamily="18" charset="-127"/>
                      </a:endParaRPr>
                    </a:p>
                  </a:txBody>
                  <a:tcPr marL="4157" marR="4157" marT="4157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u="none" strike="noStrike" dirty="0">
                          <a:effectLst/>
                          <a:latin typeface="Rix고딕 L" panose="02020603020101020101" pitchFamily="18" charset="-127"/>
                          <a:ea typeface="Rix고딕 L" panose="02020603020101020101" pitchFamily="18" charset="-127"/>
                        </a:rPr>
                        <a:t>13.07</a:t>
                      </a:r>
                      <a:r>
                        <a:rPr lang="en-US" altLang="ko-KR" sz="800" u="none" strike="noStrike" dirty="0" smtClean="0">
                          <a:effectLst/>
                          <a:latin typeface="Rix고딕 L" panose="02020603020101020101" pitchFamily="18" charset="-127"/>
                          <a:ea typeface="Rix고딕 L" panose="02020603020101020101" pitchFamily="18" charset="-127"/>
                        </a:rPr>
                        <a:t>~ 13.12</a:t>
                      </a:r>
                      <a:endParaRPr lang="en-US" altLang="ko-KR" sz="800" b="0" i="0" u="none" strike="noStrike" dirty="0">
                        <a:solidFill>
                          <a:srgbClr val="262626"/>
                        </a:solidFill>
                        <a:effectLst/>
                        <a:latin typeface="Rix고딕 L" panose="02020603020101020101" pitchFamily="18" charset="-127"/>
                        <a:ea typeface="Rix고딕 L" panose="02020603020101020101" pitchFamily="18" charset="-127"/>
                      </a:endParaRPr>
                    </a:p>
                  </a:txBody>
                  <a:tcPr marL="4157" marR="4157" marT="4157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u="none" strike="noStrike" dirty="0">
                          <a:effectLst/>
                          <a:latin typeface="Rix고딕 L" panose="02020603020101020101" pitchFamily="18" charset="-127"/>
                          <a:ea typeface="Rix고딕 L" panose="02020603020101020101" pitchFamily="18" charset="-127"/>
                        </a:rPr>
                        <a:t>세림티에스지</a:t>
                      </a:r>
                      <a:endParaRPr lang="ko-KR" altLang="en-US" sz="800" b="0" i="0" u="none" strike="noStrike" dirty="0">
                        <a:solidFill>
                          <a:srgbClr val="262626"/>
                        </a:solidFill>
                        <a:effectLst/>
                        <a:latin typeface="Rix고딕 L" panose="02020603020101020101" pitchFamily="18" charset="-127"/>
                        <a:ea typeface="Rix고딕 L" panose="02020603020101020101" pitchFamily="18" charset="-127"/>
                      </a:endParaRPr>
                    </a:p>
                  </a:txBody>
                  <a:tcPr marL="4157" marR="4157" marT="4157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u="none" strike="noStrike" dirty="0">
                          <a:effectLst/>
                          <a:latin typeface="Rix고딕 L" panose="02020603020101020101" pitchFamily="18" charset="-127"/>
                          <a:ea typeface="Rix고딕 L" panose="02020603020101020101" pitchFamily="18" charset="-127"/>
                        </a:rPr>
                        <a:t>39</a:t>
                      </a:r>
                      <a:endParaRPr lang="en-US" altLang="ko-KR" sz="800" b="0" i="0" u="none" strike="noStrike" dirty="0">
                        <a:solidFill>
                          <a:srgbClr val="262626"/>
                        </a:solidFill>
                        <a:effectLst/>
                        <a:latin typeface="Rix고딕 L" panose="02020603020101020101" pitchFamily="18" charset="-127"/>
                        <a:ea typeface="Rix고딕 L" panose="02020603020101020101" pitchFamily="18" charset="-127"/>
                      </a:endParaRPr>
                    </a:p>
                  </a:txBody>
                  <a:tcPr marL="4157" marR="4157" marT="4157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u="none" strike="noStrike" dirty="0">
                          <a:effectLst/>
                          <a:latin typeface="Rix고딕 L" panose="02020603020101020101" pitchFamily="18" charset="-127"/>
                          <a:ea typeface="Rix고딕 L" panose="02020603020101020101" pitchFamily="18" charset="-127"/>
                        </a:rPr>
                        <a:t>39</a:t>
                      </a:r>
                      <a:endParaRPr lang="en-US" altLang="ko-KR" sz="800" b="0" i="0" u="none" strike="noStrike" dirty="0">
                        <a:solidFill>
                          <a:srgbClr val="262626"/>
                        </a:solidFill>
                        <a:effectLst/>
                        <a:latin typeface="Rix고딕 L" panose="02020603020101020101" pitchFamily="18" charset="-127"/>
                        <a:ea typeface="Rix고딕 L" panose="02020603020101020101" pitchFamily="18" charset="-127"/>
                      </a:endParaRPr>
                    </a:p>
                  </a:txBody>
                  <a:tcPr marL="4157" marR="4157" marT="4157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u="none" strike="noStrike" dirty="0">
                          <a:effectLst/>
                          <a:latin typeface="Rix고딕 L" panose="02020603020101020101" pitchFamily="18" charset="-127"/>
                          <a:ea typeface="Rix고딕 L" panose="02020603020101020101" pitchFamily="18" charset="-127"/>
                        </a:rPr>
                        <a:t>구축</a:t>
                      </a:r>
                      <a:endParaRPr lang="ko-KR" altLang="en-US" sz="800" b="0" i="0" u="none" strike="noStrike" dirty="0">
                        <a:solidFill>
                          <a:srgbClr val="262626"/>
                        </a:solidFill>
                        <a:effectLst/>
                        <a:latin typeface="Rix고딕 L" panose="02020603020101020101" pitchFamily="18" charset="-127"/>
                        <a:ea typeface="Rix고딕 L" panose="02020603020101020101" pitchFamily="18" charset="-127"/>
                      </a:endParaRPr>
                    </a:p>
                  </a:txBody>
                  <a:tcPr marL="4157" marR="4157" marT="4157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416058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u="none" strike="noStrike" kern="1200" dirty="0">
                          <a:solidFill>
                            <a:schemeClr val="dk1"/>
                          </a:solidFill>
                          <a:effectLst/>
                          <a:latin typeface="Rix고딕 L" panose="02020603020101020101" pitchFamily="18" charset="-127"/>
                          <a:ea typeface="Rix고딕 L" panose="02020603020101020101" pitchFamily="18" charset="-127"/>
                          <a:cs typeface="+mn-cs"/>
                        </a:rPr>
                        <a:t>12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u="none" strike="noStrike" dirty="0">
                          <a:effectLst/>
                          <a:latin typeface="Rix고딕 L" panose="02020603020101020101" pitchFamily="18" charset="-127"/>
                          <a:ea typeface="Rix고딕 L" panose="02020603020101020101" pitchFamily="18" charset="-127"/>
                        </a:rPr>
                        <a:t>2013</a:t>
                      </a:r>
                      <a:r>
                        <a:rPr lang="ko-KR" altLang="en-US" sz="800" u="none" strike="noStrike" dirty="0">
                          <a:effectLst/>
                          <a:latin typeface="Rix고딕 L" panose="02020603020101020101" pitchFamily="18" charset="-127"/>
                          <a:ea typeface="Rix고딕 L" panose="02020603020101020101" pitchFamily="18" charset="-127"/>
                        </a:rPr>
                        <a:t>년 제</a:t>
                      </a:r>
                      <a:r>
                        <a:rPr lang="en-US" altLang="ko-KR" sz="800" u="none" strike="noStrike" dirty="0">
                          <a:effectLst/>
                          <a:latin typeface="Rix고딕 L" panose="02020603020101020101" pitchFamily="18" charset="-127"/>
                          <a:ea typeface="Rix고딕 L" panose="02020603020101020101" pitchFamily="18" charset="-127"/>
                        </a:rPr>
                        <a:t>1</a:t>
                      </a:r>
                      <a:r>
                        <a:rPr lang="ko-KR" altLang="en-US" sz="800" u="none" strike="noStrike" dirty="0">
                          <a:effectLst/>
                          <a:latin typeface="Rix고딕 L" panose="02020603020101020101" pitchFamily="18" charset="-127"/>
                          <a:ea typeface="Rix고딕 L" panose="02020603020101020101" pitchFamily="18" charset="-127"/>
                        </a:rPr>
                        <a:t>차 </a:t>
                      </a:r>
                      <a:r>
                        <a:rPr lang="en-US" altLang="ko-KR" sz="800" u="none" strike="noStrike" dirty="0">
                          <a:effectLst/>
                          <a:latin typeface="Rix고딕 L" panose="02020603020101020101" pitchFamily="18" charset="-127"/>
                          <a:ea typeface="Rix고딕 L" panose="02020603020101020101" pitchFamily="18" charset="-127"/>
                        </a:rPr>
                        <a:t>SW</a:t>
                      </a:r>
                      <a:r>
                        <a:rPr lang="ko-KR" altLang="en-US" sz="800" u="none" strike="noStrike" dirty="0">
                          <a:effectLst/>
                          <a:latin typeface="Rix고딕 L" panose="02020603020101020101" pitchFamily="18" charset="-127"/>
                          <a:ea typeface="Rix고딕 L" panose="02020603020101020101" pitchFamily="18" charset="-127"/>
                        </a:rPr>
                        <a:t>자원 통합구축사업 통합</a:t>
                      </a:r>
                      <a:r>
                        <a:rPr lang="en-US" altLang="ko-KR" sz="800" u="none" strike="noStrike" dirty="0">
                          <a:effectLst/>
                          <a:latin typeface="Rix고딕 L" panose="02020603020101020101" pitchFamily="18" charset="-127"/>
                          <a:ea typeface="Rix고딕 L" panose="02020603020101020101" pitchFamily="18" charset="-127"/>
                        </a:rPr>
                        <a:t>1</a:t>
                      </a:r>
                      <a:endParaRPr lang="en-US" altLang="ko-KR" sz="800" b="0" i="0" u="none" strike="noStrike" dirty="0">
                        <a:solidFill>
                          <a:srgbClr val="262626"/>
                        </a:solidFill>
                        <a:effectLst/>
                        <a:latin typeface="Rix고딕 L" panose="02020603020101020101" pitchFamily="18" charset="-127"/>
                        <a:ea typeface="Rix고딕 L" panose="02020603020101020101" pitchFamily="18" charset="-127"/>
                      </a:endParaRPr>
                    </a:p>
                  </a:txBody>
                  <a:tcPr marL="4157" marR="4157" marT="4157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u="none" strike="noStrike" dirty="0" smtClean="0">
                          <a:effectLst/>
                          <a:latin typeface="Rix고딕 L" panose="02020603020101020101" pitchFamily="18" charset="-127"/>
                          <a:ea typeface="Rix고딕 L" panose="02020603020101020101" pitchFamily="18" charset="-127"/>
                        </a:rPr>
                        <a:t>네트워크</a:t>
                      </a:r>
                      <a:endParaRPr lang="en-US" altLang="ko-KR" sz="800" u="none" strike="noStrike" dirty="0" smtClean="0">
                        <a:effectLst/>
                        <a:latin typeface="Rix고딕 L" panose="02020603020101020101" pitchFamily="18" charset="-127"/>
                        <a:ea typeface="Rix고딕 L" panose="02020603020101020101" pitchFamily="18" charset="-127"/>
                      </a:endParaRPr>
                    </a:p>
                    <a:p>
                      <a:pPr algn="ctr" rtl="0" fontAlgn="ctr"/>
                      <a:r>
                        <a:rPr lang="ko-KR" altLang="en-US" sz="800" b="0" i="0" u="none" strike="noStrike" dirty="0" smtClean="0">
                          <a:solidFill>
                            <a:srgbClr val="262626"/>
                          </a:solidFill>
                          <a:effectLst/>
                          <a:latin typeface="Rix고딕 L" panose="02020603020101020101" pitchFamily="18" charset="-127"/>
                          <a:ea typeface="Rix고딕 L" panose="02020603020101020101" pitchFamily="18" charset="-127"/>
                        </a:rPr>
                        <a:t>구축</a:t>
                      </a:r>
                      <a:endParaRPr lang="ko-KR" altLang="en-US" sz="800" b="0" i="0" u="none" strike="noStrike" dirty="0">
                        <a:solidFill>
                          <a:srgbClr val="262626"/>
                        </a:solidFill>
                        <a:effectLst/>
                        <a:latin typeface="Rix고딕 L" panose="02020603020101020101" pitchFamily="18" charset="-127"/>
                        <a:ea typeface="Rix고딕 L" panose="02020603020101020101" pitchFamily="18" charset="-127"/>
                      </a:endParaRPr>
                    </a:p>
                  </a:txBody>
                  <a:tcPr marL="4157" marR="4157" marT="4157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u="none" strike="noStrike" dirty="0">
                          <a:effectLst/>
                          <a:latin typeface="Rix고딕 L" panose="02020603020101020101" pitchFamily="18" charset="-127"/>
                          <a:ea typeface="Rix고딕 L" panose="02020603020101020101" pitchFamily="18" charset="-127"/>
                        </a:rPr>
                        <a:t>13.06</a:t>
                      </a:r>
                      <a:r>
                        <a:rPr lang="en-US" altLang="ko-KR" sz="800" u="none" strike="noStrike" dirty="0" smtClean="0">
                          <a:effectLst/>
                          <a:latin typeface="Rix고딕 L" panose="02020603020101020101" pitchFamily="18" charset="-127"/>
                          <a:ea typeface="Rix고딕 L" panose="02020603020101020101" pitchFamily="18" charset="-127"/>
                        </a:rPr>
                        <a:t>~ 13.11</a:t>
                      </a:r>
                      <a:endParaRPr lang="en-US" altLang="ko-KR" sz="800" b="0" i="0" u="none" strike="noStrike" dirty="0">
                        <a:solidFill>
                          <a:srgbClr val="262626"/>
                        </a:solidFill>
                        <a:effectLst/>
                        <a:latin typeface="Rix고딕 L" panose="02020603020101020101" pitchFamily="18" charset="-127"/>
                        <a:ea typeface="Rix고딕 L" panose="02020603020101020101" pitchFamily="18" charset="-127"/>
                      </a:endParaRPr>
                    </a:p>
                  </a:txBody>
                  <a:tcPr marL="4157" marR="4157" marT="4157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u="none" strike="noStrike" dirty="0" smtClean="0">
                          <a:effectLst/>
                          <a:latin typeface="Rix고딕 L" panose="02020603020101020101" pitchFamily="18" charset="-127"/>
                          <a:ea typeface="Rix고딕 L" panose="02020603020101020101" pitchFamily="18" charset="-127"/>
                        </a:rPr>
                        <a:t>정부통합전산</a:t>
                      </a:r>
                      <a:endParaRPr lang="en-US" altLang="ko-KR" sz="800" u="none" strike="noStrike" dirty="0" smtClean="0">
                        <a:effectLst/>
                        <a:latin typeface="Rix고딕 L" panose="02020603020101020101" pitchFamily="18" charset="-127"/>
                        <a:ea typeface="Rix고딕 L" panose="02020603020101020101" pitchFamily="18" charset="-127"/>
                      </a:endParaRPr>
                    </a:p>
                    <a:p>
                      <a:pPr algn="ctr" rtl="0" fontAlgn="ctr"/>
                      <a:r>
                        <a:rPr lang="ko-KR" altLang="en-US" sz="800" u="none" strike="noStrike" dirty="0" smtClean="0">
                          <a:effectLst/>
                          <a:latin typeface="Rix고딕 L" panose="02020603020101020101" pitchFamily="18" charset="-127"/>
                          <a:ea typeface="Rix고딕 L" panose="02020603020101020101" pitchFamily="18" charset="-127"/>
                        </a:rPr>
                        <a:t>센터</a:t>
                      </a:r>
                      <a:endParaRPr lang="ko-KR" altLang="en-US" sz="800" b="0" i="0" u="none" strike="noStrike" dirty="0">
                        <a:solidFill>
                          <a:srgbClr val="262626"/>
                        </a:solidFill>
                        <a:effectLst/>
                        <a:latin typeface="Rix고딕 L" panose="02020603020101020101" pitchFamily="18" charset="-127"/>
                        <a:ea typeface="Rix고딕 L" panose="02020603020101020101" pitchFamily="18" charset="-127"/>
                      </a:endParaRPr>
                    </a:p>
                  </a:txBody>
                  <a:tcPr marL="4157" marR="4157" marT="4157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u="none" strike="noStrike" dirty="0">
                          <a:effectLst/>
                          <a:latin typeface="Rix고딕 L" panose="02020603020101020101" pitchFamily="18" charset="-127"/>
                          <a:ea typeface="Rix고딕 L" panose="02020603020101020101" pitchFamily="18" charset="-127"/>
                        </a:rPr>
                        <a:t>2,428.60</a:t>
                      </a:r>
                      <a:endParaRPr lang="en-US" altLang="ko-KR" sz="800" b="0" i="0" u="none" strike="noStrike" dirty="0">
                        <a:solidFill>
                          <a:srgbClr val="262626"/>
                        </a:solidFill>
                        <a:effectLst/>
                        <a:latin typeface="Rix고딕 L" panose="02020603020101020101" pitchFamily="18" charset="-127"/>
                        <a:ea typeface="Rix고딕 L" panose="02020603020101020101" pitchFamily="18" charset="-127"/>
                      </a:endParaRPr>
                    </a:p>
                  </a:txBody>
                  <a:tcPr marL="4157" marR="4157" marT="4157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u="none" strike="noStrike" dirty="0">
                          <a:effectLst/>
                          <a:latin typeface="Rix고딕 L" panose="02020603020101020101" pitchFamily="18" charset="-127"/>
                          <a:ea typeface="Rix고딕 L" panose="02020603020101020101" pitchFamily="18" charset="-127"/>
                        </a:rPr>
                        <a:t>728.6</a:t>
                      </a:r>
                      <a:endParaRPr lang="en-US" altLang="ko-KR" sz="800" b="0" i="0" u="none" strike="noStrike" dirty="0">
                        <a:solidFill>
                          <a:srgbClr val="262626"/>
                        </a:solidFill>
                        <a:effectLst/>
                        <a:latin typeface="Rix고딕 L" panose="02020603020101020101" pitchFamily="18" charset="-127"/>
                        <a:ea typeface="Rix고딕 L" panose="02020603020101020101" pitchFamily="18" charset="-127"/>
                      </a:endParaRPr>
                    </a:p>
                  </a:txBody>
                  <a:tcPr marL="4157" marR="4157" marT="4157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u="none" strike="noStrike" dirty="0">
                          <a:effectLst/>
                          <a:latin typeface="Rix고딕 L" panose="02020603020101020101" pitchFamily="18" charset="-127"/>
                          <a:ea typeface="Rix고딕 L" panose="02020603020101020101" pitchFamily="18" charset="-127"/>
                        </a:rPr>
                        <a:t>구축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Rix고딕 L" panose="02020603020101020101" pitchFamily="18" charset="-127"/>
                        <a:ea typeface="Rix고딕 L" panose="02020603020101020101" pitchFamily="18" charset="-127"/>
                      </a:endParaRPr>
                    </a:p>
                  </a:txBody>
                  <a:tcPr marL="4157" marR="4157" marT="4157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43655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u="none" strike="noStrike" kern="1200" dirty="0">
                          <a:solidFill>
                            <a:schemeClr val="dk1"/>
                          </a:solidFill>
                          <a:effectLst/>
                          <a:latin typeface="Rix고딕 L" panose="02020603020101020101" pitchFamily="18" charset="-127"/>
                          <a:ea typeface="Rix고딕 L" panose="02020603020101020101" pitchFamily="18" charset="-127"/>
                          <a:cs typeface="+mn-cs"/>
                        </a:rPr>
                        <a:t>13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u="none" strike="noStrike" dirty="0">
                          <a:effectLst/>
                          <a:latin typeface="Rix고딕 L" panose="02020603020101020101" pitchFamily="18" charset="-127"/>
                          <a:ea typeface="Rix고딕 L" panose="02020603020101020101" pitchFamily="18" charset="-127"/>
                        </a:rPr>
                        <a:t>2015</a:t>
                      </a:r>
                      <a:r>
                        <a:rPr lang="ko-KR" altLang="en-US" sz="800" u="none" strike="noStrike" dirty="0">
                          <a:effectLst/>
                          <a:latin typeface="Rix고딕 L" panose="02020603020101020101" pitchFamily="18" charset="-127"/>
                          <a:ea typeface="Rix고딕 L" panose="02020603020101020101" pitchFamily="18" charset="-127"/>
                        </a:rPr>
                        <a:t>년 조달청 구조진단 </a:t>
                      </a:r>
                      <a:endParaRPr lang="ko-KR" altLang="en-US" sz="800" b="0" i="0" u="none" strike="noStrike" dirty="0">
                        <a:solidFill>
                          <a:srgbClr val="262626"/>
                        </a:solidFill>
                        <a:effectLst/>
                        <a:latin typeface="Rix고딕 L" panose="02020603020101020101" pitchFamily="18" charset="-127"/>
                        <a:ea typeface="Rix고딕 L" panose="02020603020101020101" pitchFamily="18" charset="-127"/>
                      </a:endParaRPr>
                    </a:p>
                    <a:p>
                      <a:pPr algn="ctr" rtl="0" fontAlgn="ctr"/>
                      <a:r>
                        <a:rPr lang="ko-KR" altLang="en-US" sz="800" u="none" strike="noStrike" dirty="0">
                          <a:effectLst/>
                          <a:latin typeface="Rix고딕 L" panose="02020603020101020101" pitchFamily="18" charset="-127"/>
                          <a:ea typeface="Rix고딕 L" panose="02020603020101020101" pitchFamily="18" charset="-127"/>
                        </a:rPr>
                        <a:t>네트워크 부분</a:t>
                      </a:r>
                      <a:endParaRPr lang="ko-KR" altLang="en-US" sz="800" b="0" i="0" u="none" strike="noStrike" dirty="0">
                        <a:solidFill>
                          <a:srgbClr val="262626"/>
                        </a:solidFill>
                        <a:effectLst/>
                        <a:latin typeface="Rix고딕 L" panose="02020603020101020101" pitchFamily="18" charset="-127"/>
                        <a:ea typeface="Rix고딕 L" panose="02020603020101020101" pitchFamily="18" charset="-127"/>
                      </a:endParaRPr>
                    </a:p>
                  </a:txBody>
                  <a:tcPr marL="4157" marR="4157" marT="4157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u="none" strike="noStrike" dirty="0">
                          <a:effectLst/>
                          <a:latin typeface="Rix고딕 L" panose="02020603020101020101" pitchFamily="18" charset="-127"/>
                          <a:ea typeface="Rix고딕 L" panose="02020603020101020101" pitchFamily="18" charset="-127"/>
                        </a:rPr>
                        <a:t>네트워크 </a:t>
                      </a:r>
                      <a:endParaRPr lang="en-US" altLang="ko-KR" sz="800" u="none" strike="noStrike" dirty="0" smtClean="0">
                        <a:effectLst/>
                        <a:latin typeface="Rix고딕 L" panose="02020603020101020101" pitchFamily="18" charset="-127"/>
                        <a:ea typeface="Rix고딕 L" panose="02020603020101020101" pitchFamily="18" charset="-127"/>
                      </a:endParaRPr>
                    </a:p>
                    <a:p>
                      <a:pPr algn="ctr" rtl="0" fontAlgn="ctr"/>
                      <a:r>
                        <a:rPr lang="ko-KR" altLang="en-US" sz="800" b="0" i="0" u="none" strike="noStrike" dirty="0" smtClean="0">
                          <a:solidFill>
                            <a:srgbClr val="262626"/>
                          </a:solidFill>
                          <a:effectLst/>
                          <a:latin typeface="Rix고딕 L" panose="02020603020101020101" pitchFamily="18" charset="-127"/>
                          <a:ea typeface="Rix고딕 L" panose="02020603020101020101" pitchFamily="18" charset="-127"/>
                        </a:rPr>
                        <a:t>컨설팅</a:t>
                      </a:r>
                      <a:endParaRPr lang="ko-KR" altLang="en-US" sz="800" b="0" i="0" u="none" strike="noStrike" dirty="0">
                        <a:solidFill>
                          <a:srgbClr val="262626"/>
                        </a:solidFill>
                        <a:effectLst/>
                        <a:latin typeface="Rix고딕 L" panose="02020603020101020101" pitchFamily="18" charset="-127"/>
                        <a:ea typeface="Rix고딕 L" panose="02020603020101020101" pitchFamily="18" charset="-127"/>
                      </a:endParaRPr>
                    </a:p>
                  </a:txBody>
                  <a:tcPr marL="4157" marR="4157" marT="4157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u="none" strike="noStrike" dirty="0">
                          <a:effectLst/>
                          <a:latin typeface="Rix고딕 L" panose="02020603020101020101" pitchFamily="18" charset="-127"/>
                          <a:ea typeface="Rix고딕 L" panose="02020603020101020101" pitchFamily="18" charset="-127"/>
                        </a:rPr>
                        <a:t>15.04</a:t>
                      </a:r>
                      <a:endParaRPr lang="en-US" altLang="ko-KR" sz="800" b="0" i="0" u="none" strike="noStrike" dirty="0">
                        <a:solidFill>
                          <a:srgbClr val="262626"/>
                        </a:solidFill>
                        <a:effectLst/>
                        <a:latin typeface="Rix고딕 L" panose="02020603020101020101" pitchFamily="18" charset="-127"/>
                        <a:ea typeface="Rix고딕 L" panose="02020603020101020101" pitchFamily="18" charset="-127"/>
                      </a:endParaRPr>
                    </a:p>
                  </a:txBody>
                  <a:tcPr marL="4157" marR="4157" marT="4157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u="none" strike="noStrike" dirty="0">
                          <a:effectLst/>
                          <a:latin typeface="Rix고딕 L" panose="02020603020101020101" pitchFamily="18" charset="-127"/>
                          <a:ea typeface="Rix고딕 L" panose="02020603020101020101" pitchFamily="18" charset="-127"/>
                        </a:rPr>
                        <a:t>세림티에스지</a:t>
                      </a:r>
                      <a:endParaRPr lang="ko-KR" altLang="en-US" sz="800" b="0" i="0" u="none" strike="noStrike" dirty="0">
                        <a:solidFill>
                          <a:srgbClr val="262626"/>
                        </a:solidFill>
                        <a:effectLst/>
                        <a:latin typeface="Rix고딕 L" panose="02020603020101020101" pitchFamily="18" charset="-127"/>
                        <a:ea typeface="Rix고딕 L" panose="02020603020101020101" pitchFamily="18" charset="-127"/>
                      </a:endParaRPr>
                    </a:p>
                  </a:txBody>
                  <a:tcPr marL="4157" marR="4157" marT="4157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u="none" strike="noStrike" dirty="0">
                          <a:effectLst/>
                          <a:latin typeface="Rix고딕 L" panose="02020603020101020101" pitchFamily="18" charset="-127"/>
                          <a:ea typeface="Rix고딕 L" panose="02020603020101020101" pitchFamily="18" charset="-127"/>
                        </a:rPr>
                        <a:t>5</a:t>
                      </a:r>
                      <a:endParaRPr lang="en-US" altLang="ko-KR" sz="800" b="0" i="0" u="none" strike="noStrike" dirty="0">
                        <a:solidFill>
                          <a:srgbClr val="262626"/>
                        </a:solidFill>
                        <a:effectLst/>
                        <a:latin typeface="Rix고딕 L" panose="02020603020101020101" pitchFamily="18" charset="-127"/>
                        <a:ea typeface="Rix고딕 L" panose="02020603020101020101" pitchFamily="18" charset="-127"/>
                      </a:endParaRPr>
                    </a:p>
                  </a:txBody>
                  <a:tcPr marL="4157" marR="4157" marT="4157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u="none" strike="noStrike" dirty="0">
                          <a:effectLst/>
                          <a:latin typeface="Rix고딕 L" panose="02020603020101020101" pitchFamily="18" charset="-127"/>
                          <a:ea typeface="Rix고딕 L" panose="02020603020101020101" pitchFamily="18" charset="-127"/>
                        </a:rPr>
                        <a:t>5</a:t>
                      </a:r>
                      <a:endParaRPr lang="en-US" altLang="ko-KR" sz="800" b="0" i="0" u="none" strike="noStrike" dirty="0">
                        <a:solidFill>
                          <a:srgbClr val="262626"/>
                        </a:solidFill>
                        <a:effectLst/>
                        <a:latin typeface="Rix고딕 L" panose="02020603020101020101" pitchFamily="18" charset="-127"/>
                        <a:ea typeface="Rix고딕 L" panose="02020603020101020101" pitchFamily="18" charset="-127"/>
                      </a:endParaRPr>
                    </a:p>
                  </a:txBody>
                  <a:tcPr marL="4157" marR="4157" marT="4157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u="none" strike="noStrike" dirty="0">
                          <a:effectLst/>
                          <a:latin typeface="Rix고딕 L" panose="02020603020101020101" pitchFamily="18" charset="-127"/>
                          <a:ea typeface="Rix고딕 L" panose="02020603020101020101" pitchFamily="18" charset="-127"/>
                        </a:rPr>
                        <a:t>컨설팅</a:t>
                      </a:r>
                      <a:endParaRPr lang="ko-KR" altLang="en-US" sz="800" b="0" i="0" u="none" strike="noStrike" dirty="0">
                        <a:solidFill>
                          <a:srgbClr val="262626"/>
                        </a:solidFill>
                        <a:effectLst/>
                        <a:latin typeface="Rix고딕 L" panose="02020603020101020101" pitchFamily="18" charset="-127"/>
                        <a:ea typeface="Rix고딕 L" panose="02020603020101020101" pitchFamily="18" charset="-127"/>
                      </a:endParaRPr>
                    </a:p>
                  </a:txBody>
                  <a:tcPr marL="4157" marR="4157" marT="4157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graphicFrame>
        <p:nvGraphicFramePr>
          <p:cNvPr id="13" name="표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2488480"/>
              </p:ext>
            </p:extLst>
          </p:nvPr>
        </p:nvGraphicFramePr>
        <p:xfrm>
          <a:off x="5348288" y="1299880"/>
          <a:ext cx="5219700" cy="582480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712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086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549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445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3324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7177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8608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7283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86105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1" u="none" strike="noStrike" dirty="0">
                          <a:solidFill>
                            <a:schemeClr val="bg1"/>
                          </a:solidFill>
                          <a:effectLst/>
                          <a:latin typeface="Rix고딕 L" panose="02020603020101020101" pitchFamily="18" charset="-127"/>
                          <a:ea typeface="Rix고딕 L" panose="02020603020101020101" pitchFamily="18" charset="-127"/>
                        </a:rPr>
                        <a:t>순번</a:t>
                      </a:r>
                      <a:endParaRPr lang="ko-KR" altLang="en-US" sz="800" b="1" i="0" u="none" strike="noStrike" dirty="0">
                        <a:solidFill>
                          <a:schemeClr val="bg1"/>
                        </a:solidFill>
                        <a:effectLst/>
                        <a:latin typeface="Rix고딕 L" panose="02020603020101020101" pitchFamily="18" charset="-127"/>
                        <a:ea typeface="Rix고딕 L" panose="02020603020101020101" pitchFamily="18" charset="-127"/>
                      </a:endParaRPr>
                    </a:p>
                  </a:txBody>
                  <a:tcPr marL="4157" marR="4157" marT="4157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1" u="none" strike="noStrike" dirty="0">
                          <a:solidFill>
                            <a:schemeClr val="bg1"/>
                          </a:solidFill>
                          <a:effectLst/>
                          <a:latin typeface="Rix고딕 L" panose="02020603020101020101" pitchFamily="18" charset="-127"/>
                          <a:ea typeface="Rix고딕 L" panose="02020603020101020101" pitchFamily="18" charset="-127"/>
                        </a:rPr>
                        <a:t>사업명</a:t>
                      </a:r>
                      <a:endParaRPr lang="ko-KR" altLang="en-US" sz="800" b="1" i="0" u="none" strike="noStrike" dirty="0">
                        <a:solidFill>
                          <a:schemeClr val="bg1"/>
                        </a:solidFill>
                        <a:effectLst/>
                        <a:latin typeface="Rix고딕 L" panose="02020603020101020101" pitchFamily="18" charset="-127"/>
                        <a:ea typeface="Rix고딕 L" panose="02020603020101020101" pitchFamily="18" charset="-127"/>
                      </a:endParaRPr>
                    </a:p>
                  </a:txBody>
                  <a:tcPr marL="4157" marR="4157" marT="4157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1" u="none" strike="noStrike" dirty="0">
                          <a:solidFill>
                            <a:schemeClr val="bg1"/>
                          </a:solidFill>
                          <a:effectLst/>
                          <a:latin typeface="Rix고딕 L" panose="02020603020101020101" pitchFamily="18" charset="-127"/>
                          <a:ea typeface="Rix고딕 L" panose="02020603020101020101" pitchFamily="18" charset="-127"/>
                        </a:rPr>
                        <a:t>사업개요</a:t>
                      </a:r>
                      <a:endParaRPr lang="ko-KR" altLang="en-US" sz="800" b="1" i="0" u="none" strike="noStrike" dirty="0">
                        <a:solidFill>
                          <a:schemeClr val="bg1"/>
                        </a:solidFill>
                        <a:effectLst/>
                        <a:latin typeface="Rix고딕 L" panose="02020603020101020101" pitchFamily="18" charset="-127"/>
                        <a:ea typeface="Rix고딕 L" panose="02020603020101020101" pitchFamily="18" charset="-127"/>
                      </a:endParaRPr>
                    </a:p>
                  </a:txBody>
                  <a:tcPr marL="4157" marR="4157" marT="4157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1" u="none" strike="noStrike" dirty="0">
                          <a:solidFill>
                            <a:schemeClr val="bg1"/>
                          </a:solidFill>
                          <a:effectLst/>
                          <a:latin typeface="Rix고딕 L" panose="02020603020101020101" pitchFamily="18" charset="-127"/>
                          <a:ea typeface="Rix고딕 L" panose="02020603020101020101" pitchFamily="18" charset="-127"/>
                        </a:rPr>
                        <a:t>사업기간</a:t>
                      </a:r>
                      <a:endParaRPr lang="ko-KR" altLang="en-US" sz="800" b="1" i="0" u="none" strike="noStrike" dirty="0">
                        <a:solidFill>
                          <a:schemeClr val="bg1"/>
                        </a:solidFill>
                        <a:effectLst/>
                        <a:latin typeface="Rix고딕 L" panose="02020603020101020101" pitchFamily="18" charset="-127"/>
                        <a:ea typeface="Rix고딕 L" panose="02020603020101020101" pitchFamily="18" charset="-127"/>
                      </a:endParaRPr>
                    </a:p>
                  </a:txBody>
                  <a:tcPr marL="4157" marR="4157" marT="4157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1" u="none" strike="noStrike" dirty="0">
                          <a:solidFill>
                            <a:schemeClr val="bg1"/>
                          </a:solidFill>
                          <a:effectLst/>
                          <a:latin typeface="Rix고딕 L" panose="02020603020101020101" pitchFamily="18" charset="-127"/>
                          <a:ea typeface="Rix고딕 L" panose="02020603020101020101" pitchFamily="18" charset="-127"/>
                        </a:rPr>
                        <a:t>발주처</a:t>
                      </a:r>
                      <a:endParaRPr lang="ko-KR" altLang="en-US" sz="800" b="1" i="0" u="none" strike="noStrike" dirty="0">
                        <a:solidFill>
                          <a:schemeClr val="bg1"/>
                        </a:solidFill>
                        <a:effectLst/>
                        <a:latin typeface="Rix고딕 L" panose="02020603020101020101" pitchFamily="18" charset="-127"/>
                        <a:ea typeface="Rix고딕 L" panose="02020603020101020101" pitchFamily="18" charset="-127"/>
                      </a:endParaRPr>
                    </a:p>
                  </a:txBody>
                  <a:tcPr marL="4157" marR="4157" marT="4157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1" u="none" strike="noStrike" dirty="0" smtClean="0">
                          <a:solidFill>
                            <a:schemeClr val="bg1"/>
                          </a:solidFill>
                          <a:effectLst/>
                          <a:latin typeface="Rix고딕 L" panose="02020603020101020101" pitchFamily="18" charset="-127"/>
                          <a:ea typeface="Rix고딕 L" panose="02020603020101020101" pitchFamily="18" charset="-127"/>
                        </a:rPr>
                        <a:t>계약 금액</a:t>
                      </a:r>
                      <a:endParaRPr lang="ko-KR" altLang="en-US" sz="800" b="1" i="0" u="none" strike="noStrike" dirty="0">
                        <a:solidFill>
                          <a:schemeClr val="bg1"/>
                        </a:solidFill>
                        <a:effectLst/>
                        <a:latin typeface="Rix고딕 L" panose="02020603020101020101" pitchFamily="18" charset="-127"/>
                        <a:ea typeface="Rix고딕 L" panose="02020603020101020101" pitchFamily="18" charset="-127"/>
                      </a:endParaRPr>
                    </a:p>
                  </a:txBody>
                  <a:tcPr marL="4157" marR="4157" marT="4157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1" u="none" strike="noStrike" dirty="0" smtClean="0">
                          <a:solidFill>
                            <a:schemeClr val="bg1"/>
                          </a:solidFill>
                          <a:effectLst/>
                          <a:latin typeface="Rix고딕 L" panose="02020603020101020101" pitchFamily="18" charset="-127"/>
                          <a:ea typeface="Rix고딕 L" panose="02020603020101020101" pitchFamily="18" charset="-127"/>
                        </a:rPr>
                        <a:t>실적 금액</a:t>
                      </a:r>
                      <a:endParaRPr lang="ko-KR" altLang="en-US" sz="800" b="1" i="0" u="none" strike="noStrike" dirty="0">
                        <a:solidFill>
                          <a:schemeClr val="bg1"/>
                        </a:solidFill>
                        <a:effectLst/>
                        <a:latin typeface="Rix고딕 L" panose="02020603020101020101" pitchFamily="18" charset="-127"/>
                        <a:ea typeface="Rix고딕 L" panose="02020603020101020101" pitchFamily="18" charset="-127"/>
                      </a:endParaRPr>
                    </a:p>
                  </a:txBody>
                  <a:tcPr marL="4157" marR="4157" marT="4157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 dirty="0" smtClean="0">
                          <a:solidFill>
                            <a:schemeClr val="bg1"/>
                          </a:solidFill>
                          <a:effectLst/>
                          <a:latin typeface="Rix고딕 L" panose="02020603020101020101" pitchFamily="18" charset="-127"/>
                          <a:ea typeface="Rix고딕 L" panose="02020603020101020101" pitchFamily="18" charset="-127"/>
                        </a:rPr>
                        <a:t>구분</a:t>
                      </a:r>
                      <a:endParaRPr lang="ko-KR" altLang="en-US" sz="800" b="1" i="0" u="none" strike="noStrike" dirty="0">
                        <a:solidFill>
                          <a:schemeClr val="bg1"/>
                        </a:solidFill>
                        <a:effectLst/>
                        <a:latin typeface="Rix고딕 L" panose="02020603020101020101" pitchFamily="18" charset="-127"/>
                        <a:ea typeface="Rix고딕 L" panose="02020603020101020101" pitchFamily="18" charset="-127"/>
                      </a:endParaRPr>
                    </a:p>
                  </a:txBody>
                  <a:tcPr marL="4157" marR="4157" marT="4157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9919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Rix고딕 L" panose="02020603020101020101" pitchFamily="18" charset="-127"/>
                          <a:ea typeface="Rix고딕 L" panose="02020603020101020101" pitchFamily="18" charset="-127"/>
                          <a:cs typeface="+mn-cs"/>
                        </a:rPr>
                        <a:t>14</a:t>
                      </a:r>
                      <a:endParaRPr lang="en-US" altLang="ko-KR" sz="800" u="none" strike="noStrike" kern="1200" dirty="0">
                        <a:solidFill>
                          <a:schemeClr val="dk1"/>
                        </a:solidFill>
                        <a:effectLst/>
                        <a:latin typeface="Rix고딕 L" panose="02020603020101020101" pitchFamily="18" charset="-127"/>
                        <a:ea typeface="Rix고딕 L" panose="02020603020101020101" pitchFamily="18" charset="-127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u="none" strike="noStrike" dirty="0">
                          <a:effectLst/>
                          <a:latin typeface="Rix고딕 L" panose="02020603020101020101" pitchFamily="18" charset="-127"/>
                          <a:ea typeface="Rix고딕 L" panose="02020603020101020101" pitchFamily="18" charset="-127"/>
                        </a:rPr>
                        <a:t>2015</a:t>
                      </a:r>
                      <a:r>
                        <a:rPr lang="ko-KR" altLang="en-US" sz="800" u="none" strike="noStrike" dirty="0">
                          <a:effectLst/>
                          <a:latin typeface="Rix고딕 L" panose="02020603020101020101" pitchFamily="18" charset="-127"/>
                          <a:ea typeface="Rix고딕 L" panose="02020603020101020101" pitchFamily="18" charset="-127"/>
                        </a:rPr>
                        <a:t>년 통합보안관제 운영지원 사업 용역</a:t>
                      </a:r>
                      <a:endParaRPr lang="ko-KR" altLang="en-US" sz="800" b="0" i="0" u="none" strike="noStrike" dirty="0">
                        <a:solidFill>
                          <a:srgbClr val="262626"/>
                        </a:solidFill>
                        <a:effectLst/>
                        <a:latin typeface="Rix고딕 L" panose="02020603020101020101" pitchFamily="18" charset="-127"/>
                        <a:ea typeface="Rix고딕 L" panose="02020603020101020101" pitchFamily="18" charset="-127"/>
                      </a:endParaRPr>
                    </a:p>
                  </a:txBody>
                  <a:tcPr marL="4157" marR="4157" marT="4157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u="none" strike="noStrike" dirty="0">
                          <a:effectLst/>
                          <a:latin typeface="Rix고딕 L" panose="02020603020101020101" pitchFamily="18" charset="-127"/>
                          <a:ea typeface="Rix고딕 L" panose="02020603020101020101" pitchFamily="18" charset="-127"/>
                        </a:rPr>
                        <a:t>보안관제 유지보수</a:t>
                      </a:r>
                      <a:endParaRPr lang="ko-KR" altLang="en-US" sz="800" b="0" i="0" u="none" strike="noStrike" dirty="0">
                        <a:solidFill>
                          <a:srgbClr val="262626"/>
                        </a:solidFill>
                        <a:effectLst/>
                        <a:latin typeface="Rix고딕 L" panose="02020603020101020101" pitchFamily="18" charset="-127"/>
                        <a:ea typeface="Rix고딕 L" panose="02020603020101020101" pitchFamily="18" charset="-127"/>
                      </a:endParaRPr>
                    </a:p>
                  </a:txBody>
                  <a:tcPr marL="4157" marR="4157" marT="4157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u="none" strike="noStrike" dirty="0">
                          <a:effectLst/>
                          <a:latin typeface="Rix고딕 L" panose="02020603020101020101" pitchFamily="18" charset="-127"/>
                          <a:ea typeface="Rix고딕 L" panose="02020603020101020101" pitchFamily="18" charset="-127"/>
                        </a:rPr>
                        <a:t>15.01 ~ 15.12</a:t>
                      </a:r>
                      <a:endParaRPr lang="en-US" altLang="ko-KR" sz="800" b="0" i="0" u="none" strike="noStrike" dirty="0">
                        <a:solidFill>
                          <a:srgbClr val="262626"/>
                        </a:solidFill>
                        <a:effectLst/>
                        <a:latin typeface="Rix고딕 L" panose="02020603020101020101" pitchFamily="18" charset="-127"/>
                        <a:ea typeface="Rix고딕 L" panose="02020603020101020101" pitchFamily="18" charset="-127"/>
                      </a:endParaRPr>
                    </a:p>
                  </a:txBody>
                  <a:tcPr marL="4157" marR="4157" marT="4157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u="none" strike="noStrike" dirty="0">
                          <a:effectLst/>
                          <a:latin typeface="Rix고딕 L" panose="02020603020101020101" pitchFamily="18" charset="-127"/>
                          <a:ea typeface="Rix고딕 L" panose="02020603020101020101" pitchFamily="18" charset="-127"/>
                        </a:rPr>
                        <a:t>이글루시큐리티</a:t>
                      </a:r>
                      <a:endParaRPr lang="ko-KR" altLang="en-US" sz="800" b="0" i="0" u="none" strike="noStrike" dirty="0">
                        <a:solidFill>
                          <a:srgbClr val="262626"/>
                        </a:solidFill>
                        <a:effectLst/>
                        <a:latin typeface="Rix고딕 L" panose="02020603020101020101" pitchFamily="18" charset="-127"/>
                        <a:ea typeface="Rix고딕 L" panose="02020603020101020101" pitchFamily="18" charset="-127"/>
                      </a:endParaRPr>
                    </a:p>
                  </a:txBody>
                  <a:tcPr marL="4157" marR="4157" marT="4157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u="none" strike="noStrike" dirty="0">
                          <a:effectLst/>
                          <a:latin typeface="Rix고딕 L" panose="02020603020101020101" pitchFamily="18" charset="-127"/>
                          <a:ea typeface="Rix고딕 L" panose="02020603020101020101" pitchFamily="18" charset="-127"/>
                        </a:rPr>
                        <a:t>376</a:t>
                      </a:r>
                      <a:endParaRPr lang="en-US" altLang="ko-KR" sz="800" b="0" i="0" u="none" strike="noStrike" dirty="0">
                        <a:solidFill>
                          <a:srgbClr val="262626"/>
                        </a:solidFill>
                        <a:effectLst/>
                        <a:latin typeface="Rix고딕 L" panose="02020603020101020101" pitchFamily="18" charset="-127"/>
                        <a:ea typeface="Rix고딕 L" panose="02020603020101020101" pitchFamily="18" charset="-127"/>
                      </a:endParaRPr>
                    </a:p>
                  </a:txBody>
                  <a:tcPr marL="4157" marR="4157" marT="4157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u="none" strike="noStrike" dirty="0">
                          <a:effectLst/>
                          <a:latin typeface="Rix고딕 L" panose="02020603020101020101" pitchFamily="18" charset="-127"/>
                          <a:ea typeface="Rix고딕 L" panose="02020603020101020101" pitchFamily="18" charset="-127"/>
                        </a:rPr>
                        <a:t>376</a:t>
                      </a:r>
                      <a:endParaRPr lang="en-US" altLang="ko-KR" sz="800" b="0" i="0" u="none" strike="noStrike" dirty="0">
                        <a:solidFill>
                          <a:srgbClr val="262626"/>
                        </a:solidFill>
                        <a:effectLst/>
                        <a:latin typeface="Rix고딕 L" panose="02020603020101020101" pitchFamily="18" charset="-127"/>
                        <a:ea typeface="Rix고딕 L" panose="02020603020101020101" pitchFamily="18" charset="-127"/>
                      </a:endParaRPr>
                    </a:p>
                  </a:txBody>
                  <a:tcPr marL="4157" marR="4157" marT="4157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u="none" strike="noStrike" dirty="0" smtClean="0">
                          <a:effectLst/>
                          <a:latin typeface="Rix고딕 L" panose="02020603020101020101" pitchFamily="18" charset="-127"/>
                          <a:ea typeface="Rix고딕 L" panose="02020603020101020101" pitchFamily="18" charset="-127"/>
                        </a:rPr>
                        <a:t>유지보수</a:t>
                      </a:r>
                      <a:endParaRPr lang="ko-KR" altLang="en-US" sz="800" b="0" i="0" u="none" strike="noStrike" dirty="0">
                        <a:solidFill>
                          <a:srgbClr val="262626"/>
                        </a:solidFill>
                        <a:effectLst/>
                        <a:latin typeface="Rix고딕 L" panose="02020603020101020101" pitchFamily="18" charset="-127"/>
                        <a:ea typeface="Rix고딕 L" panose="02020603020101020101" pitchFamily="18" charset="-127"/>
                      </a:endParaRPr>
                    </a:p>
                  </a:txBody>
                  <a:tcPr marL="4157" marR="4157" marT="4157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9919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u="none" strike="noStrike" kern="1200" dirty="0">
                          <a:solidFill>
                            <a:schemeClr val="dk1"/>
                          </a:solidFill>
                          <a:effectLst/>
                          <a:latin typeface="Rix고딕 L" panose="02020603020101020101" pitchFamily="18" charset="-127"/>
                          <a:ea typeface="Rix고딕 L" panose="02020603020101020101" pitchFamily="18" charset="-127"/>
                          <a:cs typeface="+mn-cs"/>
                        </a:rPr>
                        <a:t>15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u="none" strike="noStrike" dirty="0">
                          <a:effectLst/>
                          <a:latin typeface="Rix고딕 L" panose="02020603020101020101" pitchFamily="18" charset="-127"/>
                          <a:ea typeface="Rix고딕 L" panose="02020603020101020101" pitchFamily="18" charset="-127"/>
                        </a:rPr>
                        <a:t>조달청 전산장비 유지관리 및 지원사업</a:t>
                      </a:r>
                      <a:endParaRPr lang="ko-KR" altLang="en-US" sz="800" b="0" i="0" u="none" strike="noStrike" dirty="0">
                        <a:solidFill>
                          <a:srgbClr val="262626"/>
                        </a:solidFill>
                        <a:effectLst/>
                        <a:latin typeface="Rix고딕 L" panose="02020603020101020101" pitchFamily="18" charset="-127"/>
                        <a:ea typeface="Rix고딕 L" panose="02020603020101020101" pitchFamily="18" charset="-127"/>
                      </a:endParaRPr>
                    </a:p>
                  </a:txBody>
                  <a:tcPr marL="4157" marR="4157" marT="4157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u="none" strike="noStrike" dirty="0">
                          <a:effectLst/>
                          <a:latin typeface="Rix고딕 L" panose="02020603020101020101" pitchFamily="18" charset="-127"/>
                          <a:ea typeface="Rix고딕 L" panose="02020603020101020101" pitchFamily="18" charset="-127"/>
                        </a:rPr>
                        <a:t>네트워크 유지보수</a:t>
                      </a:r>
                      <a:endParaRPr lang="ko-KR" altLang="en-US" sz="800" b="0" i="0" u="none" strike="noStrike" dirty="0">
                        <a:solidFill>
                          <a:srgbClr val="262626"/>
                        </a:solidFill>
                        <a:effectLst/>
                        <a:latin typeface="Rix고딕 L" panose="02020603020101020101" pitchFamily="18" charset="-127"/>
                        <a:ea typeface="Rix고딕 L" panose="02020603020101020101" pitchFamily="18" charset="-127"/>
                      </a:endParaRPr>
                    </a:p>
                  </a:txBody>
                  <a:tcPr marL="4157" marR="4157" marT="4157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u="none" strike="noStrike" dirty="0">
                          <a:effectLst/>
                          <a:latin typeface="Rix고딕 L" panose="02020603020101020101" pitchFamily="18" charset="-127"/>
                          <a:ea typeface="Rix고딕 L" panose="02020603020101020101" pitchFamily="18" charset="-127"/>
                        </a:rPr>
                        <a:t>15.01 ~ 15.12</a:t>
                      </a:r>
                      <a:endParaRPr lang="en-US" altLang="ko-KR" sz="800" b="0" i="0" u="none" strike="noStrike" dirty="0">
                        <a:solidFill>
                          <a:srgbClr val="262626"/>
                        </a:solidFill>
                        <a:effectLst/>
                        <a:latin typeface="Rix고딕 L" panose="02020603020101020101" pitchFamily="18" charset="-127"/>
                        <a:ea typeface="Rix고딕 L" panose="02020603020101020101" pitchFamily="18" charset="-127"/>
                      </a:endParaRPr>
                    </a:p>
                  </a:txBody>
                  <a:tcPr marL="4157" marR="4157" marT="4157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u="none" strike="noStrike" dirty="0">
                          <a:effectLst/>
                          <a:latin typeface="Rix고딕 L" panose="02020603020101020101" pitchFamily="18" charset="-127"/>
                          <a:ea typeface="Rix고딕 L" panose="02020603020101020101" pitchFamily="18" charset="-127"/>
                        </a:rPr>
                        <a:t>세림티에스지</a:t>
                      </a:r>
                      <a:endParaRPr lang="ko-KR" altLang="en-US" sz="800" b="0" i="0" u="none" strike="noStrike" dirty="0">
                        <a:solidFill>
                          <a:srgbClr val="262626"/>
                        </a:solidFill>
                        <a:effectLst/>
                        <a:latin typeface="Rix고딕 L" panose="02020603020101020101" pitchFamily="18" charset="-127"/>
                        <a:ea typeface="Rix고딕 L" panose="02020603020101020101" pitchFamily="18" charset="-127"/>
                      </a:endParaRPr>
                    </a:p>
                  </a:txBody>
                  <a:tcPr marL="4157" marR="4157" marT="4157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u="none" strike="noStrike" dirty="0">
                          <a:effectLst/>
                          <a:latin typeface="Rix고딕 L" panose="02020603020101020101" pitchFamily="18" charset="-127"/>
                          <a:ea typeface="Rix고딕 L" panose="02020603020101020101" pitchFamily="18" charset="-127"/>
                        </a:rPr>
                        <a:t>83</a:t>
                      </a:r>
                      <a:endParaRPr lang="en-US" altLang="ko-KR" sz="800" b="0" i="0" u="none" strike="noStrike" dirty="0">
                        <a:solidFill>
                          <a:srgbClr val="262626"/>
                        </a:solidFill>
                        <a:effectLst/>
                        <a:latin typeface="Rix고딕 L" panose="02020603020101020101" pitchFamily="18" charset="-127"/>
                        <a:ea typeface="Rix고딕 L" panose="02020603020101020101" pitchFamily="18" charset="-127"/>
                      </a:endParaRPr>
                    </a:p>
                  </a:txBody>
                  <a:tcPr marL="4157" marR="4157" marT="4157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u="none" strike="noStrike" dirty="0">
                          <a:effectLst/>
                          <a:latin typeface="Rix고딕 L" panose="02020603020101020101" pitchFamily="18" charset="-127"/>
                          <a:ea typeface="Rix고딕 L" panose="02020603020101020101" pitchFamily="18" charset="-127"/>
                        </a:rPr>
                        <a:t>83</a:t>
                      </a:r>
                      <a:endParaRPr lang="en-US" altLang="ko-KR" sz="800" b="0" i="0" u="none" strike="noStrike" dirty="0">
                        <a:solidFill>
                          <a:srgbClr val="262626"/>
                        </a:solidFill>
                        <a:effectLst/>
                        <a:latin typeface="Rix고딕 L" panose="02020603020101020101" pitchFamily="18" charset="-127"/>
                        <a:ea typeface="Rix고딕 L" panose="02020603020101020101" pitchFamily="18" charset="-127"/>
                      </a:endParaRPr>
                    </a:p>
                  </a:txBody>
                  <a:tcPr marL="4157" marR="4157" marT="4157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u="none" strike="noStrike" dirty="0" smtClean="0">
                          <a:effectLst/>
                          <a:latin typeface="Rix고딕 L" panose="02020603020101020101" pitchFamily="18" charset="-127"/>
                          <a:ea typeface="Rix고딕 L" panose="02020603020101020101" pitchFamily="18" charset="-127"/>
                        </a:rPr>
                        <a:t>유지보수</a:t>
                      </a:r>
                      <a:endParaRPr lang="ko-KR" altLang="en-US" sz="800" b="0" i="0" u="none" strike="noStrike" dirty="0">
                        <a:solidFill>
                          <a:srgbClr val="262626"/>
                        </a:solidFill>
                        <a:effectLst/>
                        <a:latin typeface="Rix고딕 L" panose="02020603020101020101" pitchFamily="18" charset="-127"/>
                        <a:ea typeface="Rix고딕 L" panose="02020603020101020101" pitchFamily="18" charset="-127"/>
                      </a:endParaRPr>
                    </a:p>
                  </a:txBody>
                  <a:tcPr marL="4157" marR="4157" marT="4157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9919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u="none" strike="noStrike" kern="1200" dirty="0">
                          <a:solidFill>
                            <a:schemeClr val="dk1"/>
                          </a:solidFill>
                          <a:effectLst/>
                          <a:latin typeface="Rix고딕 L" panose="02020603020101020101" pitchFamily="18" charset="-127"/>
                          <a:ea typeface="Rix고딕 L" panose="02020603020101020101" pitchFamily="18" charset="-127"/>
                          <a:cs typeface="+mn-cs"/>
                        </a:rPr>
                        <a:t>16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u="none" strike="noStrike" dirty="0">
                          <a:effectLst/>
                          <a:latin typeface="Rix고딕 L" panose="02020603020101020101" pitchFamily="18" charset="-127"/>
                          <a:ea typeface="Rix고딕 L" panose="02020603020101020101" pitchFamily="18" charset="-127"/>
                        </a:rPr>
                        <a:t>2015</a:t>
                      </a:r>
                      <a:r>
                        <a:rPr lang="ko-KR" altLang="en-US" sz="800" u="none" strike="noStrike" dirty="0">
                          <a:effectLst/>
                          <a:latin typeface="Rix고딕 L" panose="02020603020101020101" pitchFamily="18" charset="-127"/>
                          <a:ea typeface="Rix고딕 L" panose="02020603020101020101" pitchFamily="18" charset="-127"/>
                        </a:rPr>
                        <a:t>년 정보시스템</a:t>
                      </a:r>
                      <a:r>
                        <a:rPr lang="en-US" altLang="ko-KR" sz="800" u="none" strike="noStrike" dirty="0">
                          <a:effectLst/>
                          <a:latin typeface="Rix고딕 L" panose="02020603020101020101" pitchFamily="18" charset="-127"/>
                          <a:ea typeface="Rix고딕 L" panose="02020603020101020101" pitchFamily="18" charset="-127"/>
                        </a:rPr>
                        <a:t>2</a:t>
                      </a:r>
                      <a:r>
                        <a:rPr lang="ko-KR" altLang="en-US" sz="800" u="none" strike="noStrike" dirty="0">
                          <a:effectLst/>
                          <a:latin typeface="Rix고딕 L" panose="02020603020101020101" pitchFamily="18" charset="-127"/>
                          <a:ea typeface="Rix고딕 L" panose="02020603020101020101" pitchFamily="18" charset="-127"/>
                        </a:rPr>
                        <a:t>군 유지관리사업</a:t>
                      </a:r>
                      <a:endParaRPr lang="ko-KR" altLang="en-US" sz="800" b="0" i="0" u="none" strike="noStrike" dirty="0">
                        <a:solidFill>
                          <a:srgbClr val="262626"/>
                        </a:solidFill>
                        <a:effectLst/>
                        <a:latin typeface="Rix고딕 L" panose="02020603020101020101" pitchFamily="18" charset="-127"/>
                        <a:ea typeface="Rix고딕 L" panose="02020603020101020101" pitchFamily="18" charset="-127"/>
                      </a:endParaRPr>
                    </a:p>
                  </a:txBody>
                  <a:tcPr marL="4157" marR="4157" marT="4157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u="none" strike="noStrike" dirty="0">
                          <a:effectLst/>
                          <a:latin typeface="Rix고딕 L" panose="02020603020101020101" pitchFamily="18" charset="-127"/>
                          <a:ea typeface="Rix고딕 L" panose="02020603020101020101" pitchFamily="18" charset="-127"/>
                        </a:rPr>
                        <a:t>네트워크 유지보수</a:t>
                      </a:r>
                      <a:endParaRPr lang="ko-KR" altLang="en-US" sz="800" b="0" i="0" u="none" strike="noStrike" dirty="0">
                        <a:solidFill>
                          <a:srgbClr val="262626"/>
                        </a:solidFill>
                        <a:effectLst/>
                        <a:latin typeface="Rix고딕 L" panose="02020603020101020101" pitchFamily="18" charset="-127"/>
                        <a:ea typeface="Rix고딕 L" panose="02020603020101020101" pitchFamily="18" charset="-127"/>
                      </a:endParaRPr>
                    </a:p>
                  </a:txBody>
                  <a:tcPr marL="4157" marR="4157" marT="4157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u="none" strike="noStrike" dirty="0">
                          <a:effectLst/>
                          <a:latin typeface="Rix고딕 L" panose="02020603020101020101" pitchFamily="18" charset="-127"/>
                          <a:ea typeface="Rix고딕 L" panose="02020603020101020101" pitchFamily="18" charset="-127"/>
                        </a:rPr>
                        <a:t>15.01 ~ 15.12</a:t>
                      </a:r>
                      <a:endParaRPr lang="en-US" altLang="ko-KR" sz="800" b="0" i="0" u="none" strike="noStrike" dirty="0">
                        <a:solidFill>
                          <a:srgbClr val="262626"/>
                        </a:solidFill>
                        <a:effectLst/>
                        <a:latin typeface="Rix고딕 L" panose="02020603020101020101" pitchFamily="18" charset="-127"/>
                        <a:ea typeface="Rix고딕 L" panose="02020603020101020101" pitchFamily="18" charset="-127"/>
                      </a:endParaRPr>
                    </a:p>
                  </a:txBody>
                  <a:tcPr marL="4157" marR="4157" marT="4157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u="none" strike="noStrike" dirty="0">
                          <a:effectLst/>
                          <a:latin typeface="Rix고딕 L" panose="02020603020101020101" pitchFamily="18" charset="-127"/>
                          <a:ea typeface="Rix고딕 L" panose="02020603020101020101" pitchFamily="18" charset="-127"/>
                        </a:rPr>
                        <a:t>콤텍시스템</a:t>
                      </a:r>
                      <a:endParaRPr lang="ko-KR" altLang="en-US" sz="800" b="0" i="0" u="none" strike="noStrike" dirty="0">
                        <a:solidFill>
                          <a:srgbClr val="262626"/>
                        </a:solidFill>
                        <a:effectLst/>
                        <a:latin typeface="Rix고딕 L" panose="02020603020101020101" pitchFamily="18" charset="-127"/>
                        <a:ea typeface="Rix고딕 L" panose="02020603020101020101" pitchFamily="18" charset="-127"/>
                      </a:endParaRPr>
                    </a:p>
                  </a:txBody>
                  <a:tcPr marL="4157" marR="4157" marT="4157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u="none" strike="noStrike" dirty="0">
                          <a:effectLst/>
                          <a:latin typeface="Rix고딕 L" panose="02020603020101020101" pitchFamily="18" charset="-127"/>
                          <a:ea typeface="Rix고딕 L" panose="02020603020101020101" pitchFamily="18" charset="-127"/>
                        </a:rPr>
                        <a:t>125</a:t>
                      </a:r>
                      <a:endParaRPr lang="en-US" altLang="ko-KR" sz="800" b="0" i="0" u="none" strike="noStrike" dirty="0">
                        <a:solidFill>
                          <a:srgbClr val="262626"/>
                        </a:solidFill>
                        <a:effectLst/>
                        <a:latin typeface="Rix고딕 L" panose="02020603020101020101" pitchFamily="18" charset="-127"/>
                        <a:ea typeface="Rix고딕 L" panose="02020603020101020101" pitchFamily="18" charset="-127"/>
                      </a:endParaRPr>
                    </a:p>
                  </a:txBody>
                  <a:tcPr marL="4157" marR="4157" marT="4157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u="none" strike="noStrike" dirty="0">
                          <a:effectLst/>
                          <a:latin typeface="Rix고딕 L" panose="02020603020101020101" pitchFamily="18" charset="-127"/>
                          <a:ea typeface="Rix고딕 L" panose="02020603020101020101" pitchFamily="18" charset="-127"/>
                        </a:rPr>
                        <a:t>125</a:t>
                      </a:r>
                      <a:endParaRPr lang="en-US" altLang="ko-KR" sz="800" b="0" i="0" u="none" strike="noStrike" dirty="0">
                        <a:solidFill>
                          <a:srgbClr val="262626"/>
                        </a:solidFill>
                        <a:effectLst/>
                        <a:latin typeface="Rix고딕 L" panose="02020603020101020101" pitchFamily="18" charset="-127"/>
                        <a:ea typeface="Rix고딕 L" panose="02020603020101020101" pitchFamily="18" charset="-127"/>
                      </a:endParaRPr>
                    </a:p>
                  </a:txBody>
                  <a:tcPr marL="4157" marR="4157" marT="4157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u="none" strike="noStrike" dirty="0" smtClean="0">
                          <a:effectLst/>
                          <a:latin typeface="Rix고딕 L" panose="02020603020101020101" pitchFamily="18" charset="-127"/>
                          <a:ea typeface="Rix고딕 L" panose="02020603020101020101" pitchFamily="18" charset="-127"/>
                        </a:rPr>
                        <a:t>유지보수</a:t>
                      </a:r>
                      <a:endParaRPr lang="ko-KR" altLang="en-US" sz="800" b="0" i="0" u="none" strike="noStrike" dirty="0">
                        <a:solidFill>
                          <a:srgbClr val="262626"/>
                        </a:solidFill>
                        <a:effectLst/>
                        <a:latin typeface="Rix고딕 L" panose="02020603020101020101" pitchFamily="18" charset="-127"/>
                        <a:ea typeface="Rix고딕 L" panose="02020603020101020101" pitchFamily="18" charset="-127"/>
                      </a:endParaRPr>
                    </a:p>
                  </a:txBody>
                  <a:tcPr marL="4157" marR="4157" marT="4157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9919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u="none" strike="noStrike" kern="1200" dirty="0">
                          <a:solidFill>
                            <a:schemeClr val="dk1"/>
                          </a:solidFill>
                          <a:effectLst/>
                          <a:latin typeface="Rix고딕 L" panose="02020603020101020101" pitchFamily="18" charset="-127"/>
                          <a:ea typeface="Rix고딕 L" panose="02020603020101020101" pitchFamily="18" charset="-127"/>
                          <a:cs typeface="+mn-cs"/>
                        </a:rPr>
                        <a:t>17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u="none" strike="noStrike" dirty="0">
                          <a:effectLst/>
                          <a:latin typeface="Rix고딕 L" panose="02020603020101020101" pitchFamily="18" charset="-127"/>
                          <a:ea typeface="Rix고딕 L" panose="02020603020101020101" pitchFamily="18" charset="-127"/>
                        </a:rPr>
                        <a:t>(</a:t>
                      </a:r>
                      <a:r>
                        <a:rPr lang="ko-KR" altLang="en-US" sz="800" u="none" strike="noStrike" dirty="0">
                          <a:effectLst/>
                          <a:latin typeface="Rix고딕 L" panose="02020603020101020101" pitchFamily="18" charset="-127"/>
                          <a:ea typeface="Rix고딕 L" panose="02020603020101020101" pitchFamily="18" charset="-127"/>
                        </a:rPr>
                        <a:t>광주</a:t>
                      </a:r>
                      <a:r>
                        <a:rPr lang="en-US" altLang="ko-KR" sz="800" u="none" strike="noStrike" dirty="0">
                          <a:effectLst/>
                          <a:latin typeface="Rix고딕 L" panose="02020603020101020101" pitchFamily="18" charset="-127"/>
                          <a:ea typeface="Rix고딕 L" panose="02020603020101020101" pitchFamily="18" charset="-127"/>
                        </a:rPr>
                        <a:t>)2015</a:t>
                      </a:r>
                      <a:r>
                        <a:rPr lang="ko-KR" altLang="en-US" sz="800" u="none" strike="noStrike" dirty="0">
                          <a:effectLst/>
                          <a:latin typeface="Rix고딕 L" panose="02020603020101020101" pitchFamily="18" charset="-127"/>
                          <a:ea typeface="Rix고딕 L" panose="02020603020101020101" pitchFamily="18" charset="-127"/>
                        </a:rPr>
                        <a:t>년 정보시스템 </a:t>
                      </a:r>
                      <a:r>
                        <a:rPr lang="en-US" altLang="ko-KR" sz="800" u="none" strike="noStrike" dirty="0">
                          <a:effectLst/>
                          <a:latin typeface="Rix고딕 L" panose="02020603020101020101" pitchFamily="18" charset="-127"/>
                          <a:ea typeface="Rix고딕 L" panose="02020603020101020101" pitchFamily="18" charset="-127"/>
                        </a:rPr>
                        <a:t>2</a:t>
                      </a:r>
                      <a:r>
                        <a:rPr lang="ko-KR" altLang="en-US" sz="800" u="none" strike="noStrike" dirty="0">
                          <a:effectLst/>
                          <a:latin typeface="Rix고딕 L" panose="02020603020101020101" pitchFamily="18" charset="-127"/>
                          <a:ea typeface="Rix고딕 L" panose="02020603020101020101" pitchFamily="18" charset="-127"/>
                        </a:rPr>
                        <a:t>군 유지관리 사업</a:t>
                      </a:r>
                      <a:endParaRPr lang="ko-KR" altLang="en-US" sz="800" b="0" i="0" u="none" strike="noStrike" dirty="0">
                        <a:solidFill>
                          <a:srgbClr val="262626"/>
                        </a:solidFill>
                        <a:effectLst/>
                        <a:latin typeface="Rix고딕 L" panose="02020603020101020101" pitchFamily="18" charset="-127"/>
                        <a:ea typeface="Rix고딕 L" panose="02020603020101020101" pitchFamily="18" charset="-127"/>
                      </a:endParaRPr>
                    </a:p>
                  </a:txBody>
                  <a:tcPr marL="4157" marR="4157" marT="4157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u="none" strike="noStrike" dirty="0">
                          <a:effectLst/>
                          <a:latin typeface="Rix고딕 L" panose="02020603020101020101" pitchFamily="18" charset="-127"/>
                          <a:ea typeface="Rix고딕 L" panose="02020603020101020101" pitchFamily="18" charset="-127"/>
                        </a:rPr>
                        <a:t>네트워크 유지보수</a:t>
                      </a:r>
                      <a:endParaRPr lang="ko-KR" altLang="en-US" sz="800" b="0" i="0" u="none" strike="noStrike" dirty="0">
                        <a:solidFill>
                          <a:srgbClr val="262626"/>
                        </a:solidFill>
                        <a:effectLst/>
                        <a:latin typeface="Rix고딕 L" panose="02020603020101020101" pitchFamily="18" charset="-127"/>
                        <a:ea typeface="Rix고딕 L" panose="02020603020101020101" pitchFamily="18" charset="-127"/>
                      </a:endParaRPr>
                    </a:p>
                  </a:txBody>
                  <a:tcPr marL="4157" marR="4157" marT="4157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u="none" strike="noStrike" dirty="0">
                          <a:effectLst/>
                          <a:latin typeface="Rix고딕 L" panose="02020603020101020101" pitchFamily="18" charset="-127"/>
                          <a:ea typeface="Rix고딕 L" panose="02020603020101020101" pitchFamily="18" charset="-127"/>
                        </a:rPr>
                        <a:t>14.12</a:t>
                      </a:r>
                      <a:r>
                        <a:rPr lang="en-US" altLang="ko-KR" sz="800" u="none" strike="noStrike" dirty="0" smtClean="0">
                          <a:effectLst/>
                          <a:latin typeface="Rix고딕 L" panose="02020603020101020101" pitchFamily="18" charset="-127"/>
                          <a:ea typeface="Rix고딕 L" panose="02020603020101020101" pitchFamily="18" charset="-127"/>
                        </a:rPr>
                        <a:t>~ 15.12</a:t>
                      </a:r>
                      <a:endParaRPr lang="en-US" altLang="ko-KR" sz="800" b="0" i="0" u="none" strike="noStrike" dirty="0">
                        <a:solidFill>
                          <a:srgbClr val="262626"/>
                        </a:solidFill>
                        <a:effectLst/>
                        <a:latin typeface="Rix고딕 L" panose="02020603020101020101" pitchFamily="18" charset="-127"/>
                        <a:ea typeface="Rix고딕 L" panose="02020603020101020101" pitchFamily="18" charset="-127"/>
                      </a:endParaRPr>
                    </a:p>
                  </a:txBody>
                  <a:tcPr marL="4157" marR="4157" marT="4157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u="none" strike="noStrike" dirty="0" smtClean="0">
                          <a:effectLst/>
                          <a:latin typeface="Rix고딕 L" panose="02020603020101020101" pitchFamily="18" charset="-127"/>
                          <a:ea typeface="Rix고딕 L" panose="02020603020101020101" pitchFamily="18" charset="-127"/>
                        </a:rPr>
                        <a:t>정부통합전산</a:t>
                      </a:r>
                      <a:endParaRPr lang="en-US" altLang="ko-KR" sz="800" u="none" strike="noStrike" dirty="0" smtClean="0">
                        <a:effectLst/>
                        <a:latin typeface="Rix고딕 L" panose="02020603020101020101" pitchFamily="18" charset="-127"/>
                        <a:ea typeface="Rix고딕 L" panose="02020603020101020101" pitchFamily="18" charset="-127"/>
                      </a:endParaRPr>
                    </a:p>
                    <a:p>
                      <a:pPr algn="ctr" rtl="0" fontAlgn="ctr"/>
                      <a:r>
                        <a:rPr lang="ko-KR" altLang="en-US" sz="800" u="none" strike="noStrike" dirty="0" smtClean="0">
                          <a:effectLst/>
                          <a:latin typeface="Rix고딕 L" panose="02020603020101020101" pitchFamily="18" charset="-127"/>
                          <a:ea typeface="Rix고딕 L" panose="02020603020101020101" pitchFamily="18" charset="-127"/>
                        </a:rPr>
                        <a:t>센터</a:t>
                      </a:r>
                      <a:endParaRPr lang="ko-KR" altLang="en-US" sz="800" b="0" i="0" u="none" strike="noStrike" dirty="0">
                        <a:solidFill>
                          <a:srgbClr val="262626"/>
                        </a:solidFill>
                        <a:effectLst/>
                        <a:latin typeface="Rix고딕 L" panose="02020603020101020101" pitchFamily="18" charset="-127"/>
                        <a:ea typeface="Rix고딕 L" panose="02020603020101020101" pitchFamily="18" charset="-127"/>
                      </a:endParaRPr>
                    </a:p>
                  </a:txBody>
                  <a:tcPr marL="4157" marR="4157" marT="4157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u="none" strike="noStrike" dirty="0">
                          <a:effectLst/>
                          <a:latin typeface="Rix고딕 L" panose="02020603020101020101" pitchFamily="18" charset="-127"/>
                          <a:ea typeface="Rix고딕 L" panose="02020603020101020101" pitchFamily="18" charset="-127"/>
                        </a:rPr>
                        <a:t>10,979.10</a:t>
                      </a:r>
                      <a:endParaRPr lang="en-US" altLang="ko-KR" sz="800" b="0" i="0" u="none" strike="noStrike" dirty="0">
                        <a:solidFill>
                          <a:srgbClr val="262626"/>
                        </a:solidFill>
                        <a:effectLst/>
                        <a:latin typeface="Rix고딕 L" panose="02020603020101020101" pitchFamily="18" charset="-127"/>
                        <a:ea typeface="Rix고딕 L" panose="02020603020101020101" pitchFamily="18" charset="-127"/>
                      </a:endParaRPr>
                    </a:p>
                  </a:txBody>
                  <a:tcPr marL="4157" marR="4157" marT="4157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u="none" strike="noStrike" dirty="0">
                          <a:effectLst/>
                          <a:latin typeface="Rix고딕 L" panose="02020603020101020101" pitchFamily="18" charset="-127"/>
                          <a:ea typeface="Rix고딕 L" panose="02020603020101020101" pitchFamily="18" charset="-127"/>
                        </a:rPr>
                        <a:t>960.6</a:t>
                      </a:r>
                      <a:endParaRPr lang="en-US" altLang="ko-KR" sz="800" b="0" i="0" u="none" strike="noStrike" dirty="0">
                        <a:solidFill>
                          <a:srgbClr val="262626"/>
                        </a:solidFill>
                        <a:effectLst/>
                        <a:latin typeface="Rix고딕 L" panose="02020603020101020101" pitchFamily="18" charset="-127"/>
                        <a:ea typeface="Rix고딕 L" panose="02020603020101020101" pitchFamily="18" charset="-127"/>
                      </a:endParaRPr>
                    </a:p>
                  </a:txBody>
                  <a:tcPr marL="4157" marR="4157" marT="4157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u="none" strike="noStrike" dirty="0" smtClean="0">
                          <a:effectLst/>
                          <a:latin typeface="Rix고딕 L" panose="02020603020101020101" pitchFamily="18" charset="-127"/>
                          <a:ea typeface="Rix고딕 L" panose="02020603020101020101" pitchFamily="18" charset="-127"/>
                        </a:rPr>
                        <a:t>유지보수</a:t>
                      </a:r>
                      <a:endParaRPr lang="ko-KR" altLang="en-US" sz="800" b="0" i="0" u="none" strike="noStrike" dirty="0">
                        <a:solidFill>
                          <a:srgbClr val="262626"/>
                        </a:solidFill>
                        <a:effectLst/>
                        <a:latin typeface="Rix고딕 L" panose="02020603020101020101" pitchFamily="18" charset="-127"/>
                        <a:ea typeface="Rix고딕 L" panose="02020603020101020101" pitchFamily="18" charset="-127"/>
                      </a:endParaRPr>
                    </a:p>
                  </a:txBody>
                  <a:tcPr marL="4157" marR="4157" marT="4157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9919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u="none" strike="noStrike" kern="1200" dirty="0">
                          <a:solidFill>
                            <a:schemeClr val="dk1"/>
                          </a:solidFill>
                          <a:effectLst/>
                          <a:latin typeface="Rix고딕 L" panose="02020603020101020101" pitchFamily="18" charset="-127"/>
                          <a:ea typeface="Rix고딕 L" panose="02020603020101020101" pitchFamily="18" charset="-127"/>
                          <a:cs typeface="+mn-cs"/>
                        </a:rPr>
                        <a:t>18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u="none" strike="noStrike" dirty="0">
                          <a:effectLst/>
                          <a:latin typeface="Rix고딕 L" panose="02020603020101020101" pitchFamily="18" charset="-127"/>
                          <a:ea typeface="Rix고딕 L" panose="02020603020101020101" pitchFamily="18" charset="-127"/>
                        </a:rPr>
                        <a:t>2014</a:t>
                      </a:r>
                      <a:r>
                        <a:rPr lang="ko-KR" altLang="en-US" sz="800" u="none" strike="noStrike" dirty="0">
                          <a:effectLst/>
                          <a:latin typeface="Rix고딕 L" panose="02020603020101020101" pitchFamily="18" charset="-127"/>
                          <a:ea typeface="Rix고딕 L" panose="02020603020101020101" pitchFamily="18" charset="-127"/>
                        </a:rPr>
                        <a:t>년 통합보안관제 </a:t>
                      </a:r>
                      <a:endParaRPr lang="ko-KR" altLang="en-US" sz="800" b="0" i="0" u="none" strike="noStrike" dirty="0">
                        <a:solidFill>
                          <a:srgbClr val="262626"/>
                        </a:solidFill>
                        <a:effectLst/>
                        <a:latin typeface="Rix고딕 L" panose="02020603020101020101" pitchFamily="18" charset="-127"/>
                        <a:ea typeface="Rix고딕 L" panose="02020603020101020101" pitchFamily="18" charset="-127"/>
                      </a:endParaRPr>
                    </a:p>
                    <a:p>
                      <a:pPr algn="ctr" rtl="0" fontAlgn="ctr"/>
                      <a:r>
                        <a:rPr lang="ko-KR" altLang="en-US" sz="800" u="none" strike="noStrike" dirty="0">
                          <a:effectLst/>
                          <a:latin typeface="Rix고딕 L" panose="02020603020101020101" pitchFamily="18" charset="-127"/>
                          <a:ea typeface="Rix고딕 L" panose="02020603020101020101" pitchFamily="18" charset="-127"/>
                        </a:rPr>
                        <a:t>운영지원 사업 용역</a:t>
                      </a:r>
                      <a:endParaRPr lang="ko-KR" altLang="en-US" sz="800" b="0" i="0" u="none" strike="noStrike" dirty="0">
                        <a:solidFill>
                          <a:srgbClr val="262626"/>
                        </a:solidFill>
                        <a:effectLst/>
                        <a:latin typeface="Rix고딕 L" panose="02020603020101020101" pitchFamily="18" charset="-127"/>
                        <a:ea typeface="Rix고딕 L" panose="02020603020101020101" pitchFamily="18" charset="-127"/>
                      </a:endParaRPr>
                    </a:p>
                  </a:txBody>
                  <a:tcPr marL="4157" marR="4157" marT="4157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u="none" strike="noStrike" dirty="0">
                          <a:effectLst/>
                          <a:latin typeface="Rix고딕 L" panose="02020603020101020101" pitchFamily="18" charset="-127"/>
                          <a:ea typeface="Rix고딕 L" panose="02020603020101020101" pitchFamily="18" charset="-127"/>
                        </a:rPr>
                        <a:t>네트워크 유지보수</a:t>
                      </a:r>
                      <a:endParaRPr lang="ko-KR" altLang="en-US" sz="800" b="0" i="0" u="none" strike="noStrike" dirty="0">
                        <a:solidFill>
                          <a:srgbClr val="262626"/>
                        </a:solidFill>
                        <a:effectLst/>
                        <a:latin typeface="Rix고딕 L" panose="02020603020101020101" pitchFamily="18" charset="-127"/>
                        <a:ea typeface="Rix고딕 L" panose="02020603020101020101" pitchFamily="18" charset="-127"/>
                      </a:endParaRPr>
                    </a:p>
                  </a:txBody>
                  <a:tcPr marL="4157" marR="4157" marT="4157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u="none" strike="noStrike" dirty="0">
                          <a:effectLst/>
                          <a:latin typeface="Rix고딕 L" panose="02020603020101020101" pitchFamily="18" charset="-127"/>
                          <a:ea typeface="Rix고딕 L" panose="02020603020101020101" pitchFamily="18" charset="-127"/>
                        </a:rPr>
                        <a:t>14-01</a:t>
                      </a:r>
                      <a:r>
                        <a:rPr lang="en-US" altLang="ko-KR" sz="800" u="none" strike="noStrike" dirty="0" smtClean="0">
                          <a:effectLst/>
                          <a:latin typeface="Rix고딕 L" panose="02020603020101020101" pitchFamily="18" charset="-127"/>
                          <a:ea typeface="Rix고딕 L" panose="02020603020101020101" pitchFamily="18" charset="-127"/>
                        </a:rPr>
                        <a:t>~ 14.12</a:t>
                      </a:r>
                      <a:endParaRPr lang="en-US" altLang="ko-KR" sz="800" b="0" i="0" u="none" strike="noStrike" dirty="0">
                        <a:solidFill>
                          <a:srgbClr val="262626"/>
                        </a:solidFill>
                        <a:effectLst/>
                        <a:latin typeface="Rix고딕 L" panose="02020603020101020101" pitchFamily="18" charset="-127"/>
                        <a:ea typeface="Rix고딕 L" panose="02020603020101020101" pitchFamily="18" charset="-127"/>
                      </a:endParaRPr>
                    </a:p>
                  </a:txBody>
                  <a:tcPr marL="4157" marR="4157" marT="4157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u="none" strike="noStrike" dirty="0">
                          <a:effectLst/>
                          <a:latin typeface="Rix고딕 L" panose="02020603020101020101" pitchFamily="18" charset="-127"/>
                          <a:ea typeface="Rix고딕 L" panose="02020603020101020101" pitchFamily="18" charset="-127"/>
                        </a:rPr>
                        <a:t>이글루시큐리티</a:t>
                      </a:r>
                      <a:endParaRPr lang="ko-KR" altLang="en-US" sz="800" b="0" i="0" u="none" strike="noStrike" dirty="0">
                        <a:solidFill>
                          <a:srgbClr val="262626"/>
                        </a:solidFill>
                        <a:effectLst/>
                        <a:latin typeface="Rix고딕 L" panose="02020603020101020101" pitchFamily="18" charset="-127"/>
                        <a:ea typeface="Rix고딕 L" panose="02020603020101020101" pitchFamily="18" charset="-127"/>
                      </a:endParaRPr>
                    </a:p>
                  </a:txBody>
                  <a:tcPr marL="4157" marR="4157" marT="4157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u="none" strike="noStrike" dirty="0">
                          <a:effectLst/>
                          <a:latin typeface="Rix고딕 L" panose="02020603020101020101" pitchFamily="18" charset="-127"/>
                          <a:ea typeface="Rix고딕 L" panose="02020603020101020101" pitchFamily="18" charset="-127"/>
                        </a:rPr>
                        <a:t>374</a:t>
                      </a:r>
                      <a:endParaRPr lang="en-US" altLang="ko-KR" sz="800" b="0" i="0" u="none" strike="noStrike" dirty="0">
                        <a:solidFill>
                          <a:srgbClr val="262626"/>
                        </a:solidFill>
                        <a:effectLst/>
                        <a:latin typeface="Rix고딕 L" panose="02020603020101020101" pitchFamily="18" charset="-127"/>
                        <a:ea typeface="Rix고딕 L" panose="02020603020101020101" pitchFamily="18" charset="-127"/>
                      </a:endParaRPr>
                    </a:p>
                  </a:txBody>
                  <a:tcPr marL="4157" marR="4157" marT="4157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u="none" strike="noStrike" dirty="0">
                          <a:effectLst/>
                          <a:latin typeface="Rix고딕 L" panose="02020603020101020101" pitchFamily="18" charset="-127"/>
                          <a:ea typeface="Rix고딕 L" panose="02020603020101020101" pitchFamily="18" charset="-127"/>
                        </a:rPr>
                        <a:t>374</a:t>
                      </a:r>
                      <a:endParaRPr lang="en-US" altLang="ko-KR" sz="800" b="0" i="0" u="none" strike="noStrike" dirty="0">
                        <a:solidFill>
                          <a:srgbClr val="262626"/>
                        </a:solidFill>
                        <a:effectLst/>
                        <a:latin typeface="Rix고딕 L" panose="02020603020101020101" pitchFamily="18" charset="-127"/>
                        <a:ea typeface="Rix고딕 L" panose="02020603020101020101" pitchFamily="18" charset="-127"/>
                      </a:endParaRPr>
                    </a:p>
                  </a:txBody>
                  <a:tcPr marL="4157" marR="4157" marT="4157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u="none" strike="noStrike" dirty="0" smtClean="0">
                          <a:effectLst/>
                          <a:latin typeface="Rix고딕 L" panose="02020603020101020101" pitchFamily="18" charset="-127"/>
                          <a:ea typeface="Rix고딕 L" panose="02020603020101020101" pitchFamily="18" charset="-127"/>
                        </a:rPr>
                        <a:t>유지보수</a:t>
                      </a:r>
                      <a:endParaRPr lang="ko-KR" altLang="en-US" sz="800" b="0" i="0" u="none" strike="noStrike" dirty="0">
                        <a:solidFill>
                          <a:srgbClr val="262626"/>
                        </a:solidFill>
                        <a:effectLst/>
                        <a:latin typeface="Rix고딕 L" panose="02020603020101020101" pitchFamily="18" charset="-127"/>
                        <a:ea typeface="Rix고딕 L" panose="02020603020101020101" pitchFamily="18" charset="-127"/>
                      </a:endParaRPr>
                    </a:p>
                  </a:txBody>
                  <a:tcPr marL="4157" marR="4157" marT="4157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9919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u="none" strike="noStrike" kern="1200" dirty="0">
                          <a:solidFill>
                            <a:schemeClr val="dk1"/>
                          </a:solidFill>
                          <a:effectLst/>
                          <a:latin typeface="Rix고딕 L" panose="02020603020101020101" pitchFamily="18" charset="-127"/>
                          <a:ea typeface="Rix고딕 L" panose="02020603020101020101" pitchFamily="18" charset="-127"/>
                          <a:cs typeface="+mn-cs"/>
                        </a:rPr>
                        <a:t>19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u="none" strike="noStrike" dirty="0">
                          <a:effectLst/>
                          <a:latin typeface="Rix고딕 L" panose="02020603020101020101" pitchFamily="18" charset="-127"/>
                          <a:ea typeface="Rix고딕 L" panose="02020603020101020101" pitchFamily="18" charset="-127"/>
                        </a:rPr>
                        <a:t>2014</a:t>
                      </a:r>
                      <a:r>
                        <a:rPr lang="ko-KR" altLang="en-US" sz="800" u="none" strike="noStrike" dirty="0">
                          <a:effectLst/>
                          <a:latin typeface="Rix고딕 L" panose="02020603020101020101" pitchFamily="18" charset="-127"/>
                          <a:ea typeface="Rix고딕 L" panose="02020603020101020101" pitchFamily="18" charset="-127"/>
                        </a:rPr>
                        <a:t>년 조달청 전산장비 </a:t>
                      </a:r>
                      <a:endParaRPr lang="ko-KR" altLang="en-US" sz="800" b="0" i="0" u="none" strike="noStrike" dirty="0">
                        <a:solidFill>
                          <a:srgbClr val="262626"/>
                        </a:solidFill>
                        <a:effectLst/>
                        <a:latin typeface="Rix고딕 L" panose="02020603020101020101" pitchFamily="18" charset="-127"/>
                        <a:ea typeface="Rix고딕 L" panose="02020603020101020101" pitchFamily="18" charset="-127"/>
                      </a:endParaRPr>
                    </a:p>
                    <a:p>
                      <a:pPr algn="ctr" rtl="0" fontAlgn="ctr"/>
                      <a:r>
                        <a:rPr lang="ko-KR" altLang="en-US" sz="800" u="none" strike="noStrike" dirty="0">
                          <a:effectLst/>
                          <a:latin typeface="Rix고딕 L" panose="02020603020101020101" pitchFamily="18" charset="-127"/>
                          <a:ea typeface="Rix고딕 L" panose="02020603020101020101" pitchFamily="18" charset="-127"/>
                        </a:rPr>
                        <a:t>유지관리 및 운영지원 사업</a:t>
                      </a:r>
                      <a:endParaRPr lang="ko-KR" altLang="en-US" sz="800" b="0" i="0" u="none" strike="noStrike" dirty="0">
                        <a:solidFill>
                          <a:srgbClr val="262626"/>
                        </a:solidFill>
                        <a:effectLst/>
                        <a:latin typeface="Rix고딕 L" panose="02020603020101020101" pitchFamily="18" charset="-127"/>
                        <a:ea typeface="Rix고딕 L" panose="02020603020101020101" pitchFamily="18" charset="-127"/>
                      </a:endParaRPr>
                    </a:p>
                  </a:txBody>
                  <a:tcPr marL="4157" marR="4157" marT="4157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u="none" strike="noStrike" dirty="0">
                          <a:effectLst/>
                          <a:latin typeface="Rix고딕 L" panose="02020603020101020101" pitchFamily="18" charset="-127"/>
                          <a:ea typeface="Rix고딕 L" panose="02020603020101020101" pitchFamily="18" charset="-127"/>
                        </a:rPr>
                        <a:t>네트워크 유지보수</a:t>
                      </a:r>
                      <a:endParaRPr lang="ko-KR" altLang="en-US" sz="800" b="0" i="0" u="none" strike="noStrike" dirty="0">
                        <a:solidFill>
                          <a:srgbClr val="262626"/>
                        </a:solidFill>
                        <a:effectLst/>
                        <a:latin typeface="Rix고딕 L" panose="02020603020101020101" pitchFamily="18" charset="-127"/>
                        <a:ea typeface="Rix고딕 L" panose="02020603020101020101" pitchFamily="18" charset="-127"/>
                      </a:endParaRPr>
                    </a:p>
                  </a:txBody>
                  <a:tcPr marL="4157" marR="4157" marT="4157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u="none" strike="noStrike" dirty="0">
                          <a:effectLst/>
                          <a:latin typeface="Rix고딕 L" panose="02020603020101020101" pitchFamily="18" charset="-127"/>
                          <a:ea typeface="Rix고딕 L" panose="02020603020101020101" pitchFamily="18" charset="-127"/>
                        </a:rPr>
                        <a:t>14-01</a:t>
                      </a:r>
                      <a:r>
                        <a:rPr lang="en-US" altLang="ko-KR" sz="800" u="none" strike="noStrike" dirty="0" smtClean="0">
                          <a:effectLst/>
                          <a:latin typeface="Rix고딕 L" panose="02020603020101020101" pitchFamily="18" charset="-127"/>
                          <a:ea typeface="Rix고딕 L" panose="02020603020101020101" pitchFamily="18" charset="-127"/>
                        </a:rPr>
                        <a:t>~ 14.12</a:t>
                      </a:r>
                      <a:endParaRPr lang="en-US" altLang="ko-KR" sz="800" b="0" i="0" u="none" strike="noStrike" dirty="0">
                        <a:solidFill>
                          <a:srgbClr val="262626"/>
                        </a:solidFill>
                        <a:effectLst/>
                        <a:latin typeface="Rix고딕 L" panose="02020603020101020101" pitchFamily="18" charset="-127"/>
                        <a:ea typeface="Rix고딕 L" panose="02020603020101020101" pitchFamily="18" charset="-127"/>
                      </a:endParaRPr>
                    </a:p>
                  </a:txBody>
                  <a:tcPr marL="4157" marR="4157" marT="4157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u="none" strike="noStrike" dirty="0">
                          <a:effectLst/>
                          <a:latin typeface="Rix고딕 L" panose="02020603020101020101" pitchFamily="18" charset="-127"/>
                          <a:ea typeface="Rix고딕 L" panose="02020603020101020101" pitchFamily="18" charset="-127"/>
                        </a:rPr>
                        <a:t>조달청</a:t>
                      </a:r>
                      <a:endParaRPr lang="ko-KR" altLang="en-US" sz="800" b="0" i="0" u="none" strike="noStrike" dirty="0">
                        <a:solidFill>
                          <a:srgbClr val="262626"/>
                        </a:solidFill>
                        <a:effectLst/>
                        <a:latin typeface="Rix고딕 L" panose="02020603020101020101" pitchFamily="18" charset="-127"/>
                        <a:ea typeface="Rix고딕 L" panose="02020603020101020101" pitchFamily="18" charset="-127"/>
                      </a:endParaRPr>
                    </a:p>
                  </a:txBody>
                  <a:tcPr marL="4157" marR="4157" marT="4157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u="none" strike="noStrike" dirty="0">
                          <a:effectLst/>
                          <a:latin typeface="Rix고딕 L" panose="02020603020101020101" pitchFamily="18" charset="-127"/>
                          <a:ea typeface="Rix고딕 L" panose="02020603020101020101" pitchFamily="18" charset="-127"/>
                        </a:rPr>
                        <a:t>73</a:t>
                      </a:r>
                      <a:endParaRPr lang="en-US" altLang="ko-KR" sz="800" b="0" i="0" u="none" strike="noStrike" dirty="0">
                        <a:solidFill>
                          <a:srgbClr val="262626"/>
                        </a:solidFill>
                        <a:effectLst/>
                        <a:latin typeface="Rix고딕 L" panose="02020603020101020101" pitchFamily="18" charset="-127"/>
                        <a:ea typeface="Rix고딕 L" panose="02020603020101020101" pitchFamily="18" charset="-127"/>
                      </a:endParaRPr>
                    </a:p>
                  </a:txBody>
                  <a:tcPr marL="4157" marR="4157" marT="4157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u="none" strike="noStrike" dirty="0">
                          <a:effectLst/>
                          <a:latin typeface="Rix고딕 L" panose="02020603020101020101" pitchFamily="18" charset="-127"/>
                          <a:ea typeface="Rix고딕 L" panose="02020603020101020101" pitchFamily="18" charset="-127"/>
                        </a:rPr>
                        <a:t>73</a:t>
                      </a:r>
                      <a:endParaRPr lang="en-US" altLang="ko-KR" sz="800" b="0" i="0" u="none" strike="noStrike" dirty="0">
                        <a:solidFill>
                          <a:srgbClr val="262626"/>
                        </a:solidFill>
                        <a:effectLst/>
                        <a:latin typeface="Rix고딕 L" panose="02020603020101020101" pitchFamily="18" charset="-127"/>
                        <a:ea typeface="Rix고딕 L" panose="02020603020101020101" pitchFamily="18" charset="-127"/>
                      </a:endParaRPr>
                    </a:p>
                  </a:txBody>
                  <a:tcPr marL="4157" marR="4157" marT="4157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u="none" strike="noStrike" dirty="0" smtClean="0">
                          <a:effectLst/>
                          <a:latin typeface="Rix고딕 L" panose="02020603020101020101" pitchFamily="18" charset="-127"/>
                          <a:ea typeface="Rix고딕 L" panose="02020603020101020101" pitchFamily="18" charset="-127"/>
                        </a:rPr>
                        <a:t>유지보수</a:t>
                      </a:r>
                      <a:endParaRPr lang="ko-KR" altLang="en-US" sz="800" b="0" i="0" u="none" strike="noStrike" dirty="0">
                        <a:solidFill>
                          <a:srgbClr val="262626"/>
                        </a:solidFill>
                        <a:effectLst/>
                        <a:latin typeface="Rix고딕 L" panose="02020603020101020101" pitchFamily="18" charset="-127"/>
                        <a:ea typeface="Rix고딕 L" panose="02020603020101020101" pitchFamily="18" charset="-127"/>
                      </a:endParaRPr>
                    </a:p>
                  </a:txBody>
                  <a:tcPr marL="4157" marR="4157" marT="4157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9919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u="none" strike="noStrike" kern="1200" dirty="0">
                          <a:solidFill>
                            <a:schemeClr val="dk1"/>
                          </a:solidFill>
                          <a:effectLst/>
                          <a:latin typeface="Rix고딕 L" panose="02020603020101020101" pitchFamily="18" charset="-127"/>
                          <a:ea typeface="Rix고딕 L" panose="02020603020101020101" pitchFamily="18" charset="-127"/>
                          <a:cs typeface="+mn-cs"/>
                        </a:rPr>
                        <a:t>20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u="none" strike="noStrike" dirty="0">
                          <a:effectLst/>
                          <a:latin typeface="Rix고딕 L" panose="02020603020101020101" pitchFamily="18" charset="-127"/>
                          <a:ea typeface="Rix고딕 L" panose="02020603020101020101" pitchFamily="18" charset="-127"/>
                        </a:rPr>
                        <a:t>사무기기 및 네트워크장비 </a:t>
                      </a:r>
                      <a:endParaRPr lang="ko-KR" altLang="en-US" sz="800" b="0" i="0" u="none" strike="noStrike" dirty="0">
                        <a:solidFill>
                          <a:srgbClr val="262626"/>
                        </a:solidFill>
                        <a:effectLst/>
                        <a:latin typeface="Rix고딕 L" panose="02020603020101020101" pitchFamily="18" charset="-127"/>
                        <a:ea typeface="Rix고딕 L" panose="02020603020101020101" pitchFamily="18" charset="-127"/>
                      </a:endParaRPr>
                    </a:p>
                    <a:p>
                      <a:pPr algn="ctr" rtl="0" fontAlgn="ctr"/>
                      <a:r>
                        <a:rPr lang="ko-KR" altLang="en-US" sz="800" u="none" strike="noStrike" dirty="0">
                          <a:effectLst/>
                          <a:latin typeface="Rix고딕 L" panose="02020603020101020101" pitchFamily="18" charset="-127"/>
                          <a:ea typeface="Rix고딕 L" panose="02020603020101020101" pitchFamily="18" charset="-127"/>
                        </a:rPr>
                        <a:t>유지보수용역</a:t>
                      </a:r>
                      <a:endParaRPr lang="ko-KR" altLang="en-US" sz="800" b="0" i="0" u="none" strike="noStrike" dirty="0">
                        <a:solidFill>
                          <a:srgbClr val="262626"/>
                        </a:solidFill>
                        <a:effectLst/>
                        <a:latin typeface="Rix고딕 L" panose="02020603020101020101" pitchFamily="18" charset="-127"/>
                        <a:ea typeface="Rix고딕 L" panose="02020603020101020101" pitchFamily="18" charset="-127"/>
                      </a:endParaRPr>
                    </a:p>
                  </a:txBody>
                  <a:tcPr marL="4157" marR="4157" marT="4157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u="none" strike="noStrike" dirty="0">
                          <a:effectLst/>
                          <a:latin typeface="Rix고딕 L" panose="02020603020101020101" pitchFamily="18" charset="-127"/>
                          <a:ea typeface="Rix고딕 L" panose="02020603020101020101" pitchFamily="18" charset="-127"/>
                        </a:rPr>
                        <a:t>네트워크 유지보수</a:t>
                      </a:r>
                      <a:endParaRPr lang="ko-KR" altLang="en-US" sz="800" b="0" i="0" u="none" strike="noStrike" dirty="0">
                        <a:solidFill>
                          <a:srgbClr val="262626"/>
                        </a:solidFill>
                        <a:effectLst/>
                        <a:latin typeface="Rix고딕 L" panose="02020603020101020101" pitchFamily="18" charset="-127"/>
                        <a:ea typeface="Rix고딕 L" panose="02020603020101020101" pitchFamily="18" charset="-127"/>
                      </a:endParaRPr>
                    </a:p>
                  </a:txBody>
                  <a:tcPr marL="4157" marR="4157" marT="4157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u="none" strike="noStrike" dirty="0">
                          <a:effectLst/>
                          <a:latin typeface="Rix고딕 L" panose="02020603020101020101" pitchFamily="18" charset="-127"/>
                          <a:ea typeface="Rix고딕 L" panose="02020603020101020101" pitchFamily="18" charset="-127"/>
                        </a:rPr>
                        <a:t>14-01</a:t>
                      </a:r>
                      <a:r>
                        <a:rPr lang="en-US" altLang="ko-KR" sz="800" u="none" strike="noStrike" dirty="0" smtClean="0">
                          <a:effectLst/>
                          <a:latin typeface="Rix고딕 L" panose="02020603020101020101" pitchFamily="18" charset="-127"/>
                          <a:ea typeface="Rix고딕 L" panose="02020603020101020101" pitchFamily="18" charset="-127"/>
                        </a:rPr>
                        <a:t>~ 14.12</a:t>
                      </a:r>
                      <a:endParaRPr lang="en-US" altLang="ko-KR" sz="800" b="0" i="0" u="none" strike="noStrike" dirty="0">
                        <a:solidFill>
                          <a:srgbClr val="262626"/>
                        </a:solidFill>
                        <a:effectLst/>
                        <a:latin typeface="Rix고딕 L" panose="02020603020101020101" pitchFamily="18" charset="-127"/>
                        <a:ea typeface="Rix고딕 L" panose="02020603020101020101" pitchFamily="18" charset="-127"/>
                      </a:endParaRPr>
                    </a:p>
                  </a:txBody>
                  <a:tcPr marL="4157" marR="4157" marT="4157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u="none" strike="noStrike" dirty="0">
                          <a:effectLst/>
                          <a:latin typeface="Rix고딕 L" panose="02020603020101020101" pitchFamily="18" charset="-127"/>
                          <a:ea typeface="Rix고딕 L" panose="02020603020101020101" pitchFamily="18" charset="-127"/>
                        </a:rPr>
                        <a:t>재단법인 대전문화산업진흥원</a:t>
                      </a:r>
                      <a:endParaRPr lang="ko-KR" altLang="en-US" sz="800" b="0" i="0" u="none" strike="noStrike" dirty="0">
                        <a:solidFill>
                          <a:srgbClr val="262626"/>
                        </a:solidFill>
                        <a:effectLst/>
                        <a:latin typeface="Rix고딕 L" panose="02020603020101020101" pitchFamily="18" charset="-127"/>
                        <a:ea typeface="Rix고딕 L" panose="02020603020101020101" pitchFamily="18" charset="-127"/>
                      </a:endParaRPr>
                    </a:p>
                  </a:txBody>
                  <a:tcPr marL="4157" marR="4157" marT="4157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u="none" strike="noStrike" dirty="0">
                          <a:effectLst/>
                          <a:latin typeface="Rix고딕 L" panose="02020603020101020101" pitchFamily="18" charset="-127"/>
                          <a:ea typeface="Rix고딕 L" panose="02020603020101020101" pitchFamily="18" charset="-127"/>
                        </a:rPr>
                        <a:t>11</a:t>
                      </a:r>
                      <a:endParaRPr lang="en-US" altLang="ko-KR" sz="800" b="0" i="0" u="none" strike="noStrike" dirty="0">
                        <a:solidFill>
                          <a:srgbClr val="262626"/>
                        </a:solidFill>
                        <a:effectLst/>
                        <a:latin typeface="Rix고딕 L" panose="02020603020101020101" pitchFamily="18" charset="-127"/>
                        <a:ea typeface="Rix고딕 L" panose="02020603020101020101" pitchFamily="18" charset="-127"/>
                      </a:endParaRPr>
                    </a:p>
                  </a:txBody>
                  <a:tcPr marL="4157" marR="4157" marT="4157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u="none" strike="noStrike" dirty="0">
                          <a:effectLst/>
                          <a:latin typeface="Rix고딕 L" panose="02020603020101020101" pitchFamily="18" charset="-127"/>
                          <a:ea typeface="Rix고딕 L" panose="02020603020101020101" pitchFamily="18" charset="-127"/>
                        </a:rPr>
                        <a:t>11</a:t>
                      </a:r>
                      <a:endParaRPr lang="en-US" altLang="ko-KR" sz="800" b="0" i="0" u="none" strike="noStrike" dirty="0">
                        <a:solidFill>
                          <a:srgbClr val="262626"/>
                        </a:solidFill>
                        <a:effectLst/>
                        <a:latin typeface="Rix고딕 L" panose="02020603020101020101" pitchFamily="18" charset="-127"/>
                        <a:ea typeface="Rix고딕 L" panose="02020603020101020101" pitchFamily="18" charset="-127"/>
                      </a:endParaRPr>
                    </a:p>
                  </a:txBody>
                  <a:tcPr marL="4157" marR="4157" marT="4157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u="none" strike="noStrike" dirty="0" smtClean="0">
                          <a:effectLst/>
                          <a:latin typeface="Rix고딕 L" panose="02020603020101020101" pitchFamily="18" charset="-127"/>
                          <a:ea typeface="Rix고딕 L" panose="02020603020101020101" pitchFamily="18" charset="-127"/>
                        </a:rPr>
                        <a:t>유지보수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Rix고딕 L" panose="02020603020101020101" pitchFamily="18" charset="-127"/>
                        <a:ea typeface="Rix고딕 L" panose="02020603020101020101" pitchFamily="18" charset="-127"/>
                      </a:endParaRPr>
                    </a:p>
                  </a:txBody>
                  <a:tcPr marL="4157" marR="4157" marT="4157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9919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u="none" strike="noStrike" kern="1200" dirty="0">
                          <a:solidFill>
                            <a:schemeClr val="dk1"/>
                          </a:solidFill>
                          <a:effectLst/>
                          <a:latin typeface="Rix고딕 L" panose="02020603020101020101" pitchFamily="18" charset="-127"/>
                          <a:ea typeface="Rix고딕 L" panose="02020603020101020101" pitchFamily="18" charset="-127"/>
                          <a:cs typeface="+mn-cs"/>
                        </a:rPr>
                        <a:t>21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u="none" strike="noStrike" dirty="0">
                          <a:effectLst/>
                          <a:latin typeface="Rix고딕 L" panose="02020603020101020101" pitchFamily="18" charset="-127"/>
                          <a:ea typeface="Rix고딕 L" panose="02020603020101020101" pitchFamily="18" charset="-127"/>
                        </a:rPr>
                        <a:t>(</a:t>
                      </a:r>
                      <a:r>
                        <a:rPr lang="ko-KR" altLang="en-US" sz="800" u="none" strike="noStrike" dirty="0">
                          <a:effectLst/>
                          <a:latin typeface="Rix고딕 L" panose="02020603020101020101" pitchFamily="18" charset="-127"/>
                          <a:ea typeface="Rix고딕 L" panose="02020603020101020101" pitchFamily="18" charset="-127"/>
                        </a:rPr>
                        <a:t>광주</a:t>
                      </a:r>
                      <a:r>
                        <a:rPr lang="en-US" altLang="ko-KR" sz="800" u="none" strike="noStrike" dirty="0">
                          <a:effectLst/>
                          <a:latin typeface="Rix고딕 L" panose="02020603020101020101" pitchFamily="18" charset="-127"/>
                          <a:ea typeface="Rix고딕 L" panose="02020603020101020101" pitchFamily="18" charset="-127"/>
                        </a:rPr>
                        <a:t>)2014</a:t>
                      </a:r>
                      <a:r>
                        <a:rPr lang="ko-KR" altLang="en-US" sz="800" u="none" strike="noStrike" dirty="0">
                          <a:effectLst/>
                          <a:latin typeface="Rix고딕 L" panose="02020603020101020101" pitchFamily="18" charset="-127"/>
                          <a:ea typeface="Rix고딕 L" panose="02020603020101020101" pitchFamily="18" charset="-127"/>
                        </a:rPr>
                        <a:t>년도 정보시스템</a:t>
                      </a:r>
                      <a:r>
                        <a:rPr lang="en-US" altLang="ko-KR" sz="800" u="none" strike="noStrike" dirty="0">
                          <a:effectLst/>
                          <a:latin typeface="Rix고딕 L" panose="02020603020101020101" pitchFamily="18" charset="-127"/>
                          <a:ea typeface="Rix고딕 L" panose="02020603020101020101" pitchFamily="18" charset="-127"/>
                        </a:rPr>
                        <a:t>2</a:t>
                      </a:r>
                      <a:r>
                        <a:rPr lang="ko-KR" altLang="en-US" sz="800" u="none" strike="noStrike" dirty="0">
                          <a:effectLst/>
                          <a:latin typeface="Rix고딕 L" panose="02020603020101020101" pitchFamily="18" charset="-127"/>
                          <a:ea typeface="Rix고딕 L" panose="02020603020101020101" pitchFamily="18" charset="-127"/>
                        </a:rPr>
                        <a:t>군 운영 및 </a:t>
                      </a:r>
                      <a:endParaRPr lang="en-US" altLang="ko-KR" sz="800" u="none" strike="noStrike" dirty="0" smtClean="0">
                        <a:effectLst/>
                        <a:latin typeface="Rix고딕 L" panose="02020603020101020101" pitchFamily="18" charset="-127"/>
                        <a:ea typeface="Rix고딕 L" panose="02020603020101020101" pitchFamily="18" charset="-127"/>
                      </a:endParaRPr>
                    </a:p>
                    <a:p>
                      <a:pPr algn="ctr" rtl="0" fontAlgn="ctr"/>
                      <a:r>
                        <a:rPr lang="ko-KR" altLang="en-US" sz="800" u="none" strike="noStrike" dirty="0" smtClean="0">
                          <a:effectLst/>
                          <a:latin typeface="Rix고딕 L" panose="02020603020101020101" pitchFamily="18" charset="-127"/>
                          <a:ea typeface="Rix고딕 L" panose="02020603020101020101" pitchFamily="18" charset="-127"/>
                        </a:rPr>
                        <a:t>유지관리사업</a:t>
                      </a:r>
                      <a:endParaRPr lang="ko-KR" altLang="en-US" sz="800" b="0" i="0" u="none" strike="noStrike" dirty="0">
                        <a:solidFill>
                          <a:srgbClr val="262626"/>
                        </a:solidFill>
                        <a:effectLst/>
                        <a:latin typeface="Rix고딕 L" panose="02020603020101020101" pitchFamily="18" charset="-127"/>
                        <a:ea typeface="Rix고딕 L" panose="02020603020101020101" pitchFamily="18" charset="-127"/>
                      </a:endParaRPr>
                    </a:p>
                  </a:txBody>
                  <a:tcPr marL="4157" marR="4157" marT="4157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u="none" strike="noStrike" dirty="0">
                          <a:effectLst/>
                          <a:latin typeface="Rix고딕 L" panose="02020603020101020101" pitchFamily="18" charset="-127"/>
                          <a:ea typeface="Rix고딕 L" panose="02020603020101020101" pitchFamily="18" charset="-127"/>
                        </a:rPr>
                        <a:t>네트워크 유지보수</a:t>
                      </a:r>
                      <a:endParaRPr lang="ko-KR" altLang="en-US" sz="800" b="0" i="0" u="none" strike="noStrike" dirty="0">
                        <a:solidFill>
                          <a:srgbClr val="262626"/>
                        </a:solidFill>
                        <a:effectLst/>
                        <a:latin typeface="Rix고딕 L" panose="02020603020101020101" pitchFamily="18" charset="-127"/>
                        <a:ea typeface="Rix고딕 L" panose="02020603020101020101" pitchFamily="18" charset="-127"/>
                      </a:endParaRPr>
                    </a:p>
                  </a:txBody>
                  <a:tcPr marL="4157" marR="4157" marT="4157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u="none" strike="noStrike" dirty="0">
                          <a:effectLst/>
                          <a:latin typeface="Rix고딕 L" panose="02020603020101020101" pitchFamily="18" charset="-127"/>
                          <a:ea typeface="Rix고딕 L" panose="02020603020101020101" pitchFamily="18" charset="-127"/>
                        </a:rPr>
                        <a:t>14.01</a:t>
                      </a:r>
                      <a:r>
                        <a:rPr lang="en-US" altLang="ko-KR" sz="800" u="none" strike="noStrike" dirty="0" smtClean="0">
                          <a:effectLst/>
                          <a:latin typeface="Rix고딕 L" panose="02020603020101020101" pitchFamily="18" charset="-127"/>
                          <a:ea typeface="Rix고딕 L" panose="02020603020101020101" pitchFamily="18" charset="-127"/>
                        </a:rPr>
                        <a:t>~ 14.12</a:t>
                      </a:r>
                      <a:endParaRPr lang="en-US" altLang="ko-KR" sz="800" b="0" i="0" u="none" strike="noStrike" dirty="0">
                        <a:solidFill>
                          <a:srgbClr val="262626"/>
                        </a:solidFill>
                        <a:effectLst/>
                        <a:latin typeface="Rix고딕 L" panose="02020603020101020101" pitchFamily="18" charset="-127"/>
                        <a:ea typeface="Rix고딕 L" panose="02020603020101020101" pitchFamily="18" charset="-127"/>
                      </a:endParaRPr>
                    </a:p>
                  </a:txBody>
                  <a:tcPr marL="4157" marR="4157" marT="4157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u="none" strike="noStrike" dirty="0">
                          <a:effectLst/>
                          <a:latin typeface="Rix고딕 L" panose="02020603020101020101" pitchFamily="18" charset="-127"/>
                          <a:ea typeface="Rix고딕 L" panose="02020603020101020101" pitchFamily="18" charset="-127"/>
                        </a:rPr>
                        <a:t>한국정보산업</a:t>
                      </a:r>
                      <a:endParaRPr lang="ko-KR" altLang="en-US" sz="800" b="0" i="0" u="none" strike="noStrike" dirty="0">
                        <a:solidFill>
                          <a:srgbClr val="262626"/>
                        </a:solidFill>
                        <a:effectLst/>
                        <a:latin typeface="Rix고딕 L" panose="02020603020101020101" pitchFamily="18" charset="-127"/>
                        <a:ea typeface="Rix고딕 L" panose="02020603020101020101" pitchFamily="18" charset="-127"/>
                      </a:endParaRPr>
                    </a:p>
                    <a:p>
                      <a:pPr algn="ctr" rtl="0" fontAlgn="ctr"/>
                      <a:r>
                        <a:rPr lang="ko-KR" altLang="en-US" sz="800" u="none" strike="noStrike" dirty="0">
                          <a:effectLst/>
                          <a:latin typeface="Rix고딕 L" panose="02020603020101020101" pitchFamily="18" charset="-127"/>
                          <a:ea typeface="Rix고딕 L" panose="02020603020101020101" pitchFamily="18" charset="-127"/>
                        </a:rPr>
                        <a:t>협동조합</a:t>
                      </a:r>
                      <a:endParaRPr lang="ko-KR" altLang="en-US" sz="800" b="0" i="0" u="none" strike="noStrike" dirty="0">
                        <a:solidFill>
                          <a:srgbClr val="262626"/>
                        </a:solidFill>
                        <a:effectLst/>
                        <a:latin typeface="Rix고딕 L" panose="02020603020101020101" pitchFamily="18" charset="-127"/>
                        <a:ea typeface="Rix고딕 L" panose="02020603020101020101" pitchFamily="18" charset="-127"/>
                      </a:endParaRPr>
                    </a:p>
                  </a:txBody>
                  <a:tcPr marL="4157" marR="4157" marT="4157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u="none" strike="noStrike" dirty="0">
                          <a:effectLst/>
                          <a:latin typeface="Rix고딕 L" panose="02020603020101020101" pitchFamily="18" charset="-127"/>
                          <a:ea typeface="Rix고딕 L" panose="02020603020101020101" pitchFamily="18" charset="-127"/>
                        </a:rPr>
                        <a:t>532</a:t>
                      </a:r>
                      <a:endParaRPr lang="en-US" altLang="ko-KR" sz="800" b="0" i="0" u="none" strike="noStrike" dirty="0">
                        <a:solidFill>
                          <a:srgbClr val="262626"/>
                        </a:solidFill>
                        <a:effectLst/>
                        <a:latin typeface="Rix고딕 L" panose="02020603020101020101" pitchFamily="18" charset="-127"/>
                        <a:ea typeface="Rix고딕 L" panose="02020603020101020101" pitchFamily="18" charset="-127"/>
                      </a:endParaRPr>
                    </a:p>
                  </a:txBody>
                  <a:tcPr marL="4157" marR="4157" marT="4157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u="none" strike="noStrike" dirty="0">
                          <a:effectLst/>
                          <a:latin typeface="Rix고딕 L" panose="02020603020101020101" pitchFamily="18" charset="-127"/>
                          <a:ea typeface="Rix고딕 L" panose="02020603020101020101" pitchFamily="18" charset="-127"/>
                        </a:rPr>
                        <a:t>532</a:t>
                      </a:r>
                      <a:endParaRPr lang="en-US" altLang="ko-KR" sz="800" b="0" i="0" u="none" strike="noStrike" dirty="0">
                        <a:solidFill>
                          <a:srgbClr val="262626"/>
                        </a:solidFill>
                        <a:effectLst/>
                        <a:latin typeface="Rix고딕 L" panose="02020603020101020101" pitchFamily="18" charset="-127"/>
                        <a:ea typeface="Rix고딕 L" panose="02020603020101020101" pitchFamily="18" charset="-127"/>
                      </a:endParaRPr>
                    </a:p>
                  </a:txBody>
                  <a:tcPr marL="4157" marR="4157" marT="4157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u="none" strike="noStrike" dirty="0" smtClean="0">
                          <a:effectLst/>
                          <a:latin typeface="Rix고딕 L" panose="02020603020101020101" pitchFamily="18" charset="-127"/>
                          <a:ea typeface="Rix고딕 L" panose="02020603020101020101" pitchFamily="18" charset="-127"/>
                        </a:rPr>
                        <a:t>유지보수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Rix고딕 L" panose="02020603020101020101" pitchFamily="18" charset="-127"/>
                        <a:ea typeface="Rix고딕 L" panose="02020603020101020101" pitchFamily="18" charset="-127"/>
                      </a:endParaRPr>
                    </a:p>
                  </a:txBody>
                  <a:tcPr marL="4157" marR="4157" marT="4157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9919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u="none" strike="noStrike" kern="1200" dirty="0">
                          <a:solidFill>
                            <a:schemeClr val="dk1"/>
                          </a:solidFill>
                          <a:effectLst/>
                          <a:latin typeface="Rix고딕 L" panose="02020603020101020101" pitchFamily="18" charset="-127"/>
                          <a:ea typeface="Rix고딕 L" panose="02020603020101020101" pitchFamily="18" charset="-127"/>
                          <a:cs typeface="+mn-cs"/>
                        </a:rPr>
                        <a:t>22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u="none" strike="noStrike" dirty="0">
                          <a:effectLst/>
                          <a:latin typeface="Rix고딕 L" panose="02020603020101020101" pitchFamily="18" charset="-127"/>
                          <a:ea typeface="Rix고딕 L" panose="02020603020101020101" pitchFamily="18" charset="-127"/>
                        </a:rPr>
                        <a:t>청사 정보시스템 유지보수 </a:t>
                      </a:r>
                      <a:endParaRPr lang="ko-KR" altLang="en-US" sz="800" b="0" i="0" u="none" strike="noStrike" dirty="0">
                        <a:solidFill>
                          <a:srgbClr val="262626"/>
                        </a:solidFill>
                        <a:effectLst/>
                        <a:latin typeface="Rix고딕 L" panose="02020603020101020101" pitchFamily="18" charset="-127"/>
                        <a:ea typeface="Rix고딕 L" panose="02020603020101020101" pitchFamily="18" charset="-127"/>
                      </a:endParaRPr>
                    </a:p>
                    <a:p>
                      <a:pPr algn="ctr" rtl="0" fontAlgn="ctr"/>
                      <a:r>
                        <a:rPr lang="ko-KR" altLang="en-US" sz="800" u="none" strike="noStrike" dirty="0">
                          <a:effectLst/>
                          <a:latin typeface="Rix고딕 L" panose="02020603020101020101" pitchFamily="18" charset="-127"/>
                          <a:ea typeface="Rix고딕 L" panose="02020603020101020101" pitchFamily="18" charset="-127"/>
                        </a:rPr>
                        <a:t>용역</a:t>
                      </a:r>
                      <a:endParaRPr lang="ko-KR" altLang="en-US" sz="800" b="0" i="0" u="none" strike="noStrike" dirty="0">
                        <a:solidFill>
                          <a:srgbClr val="262626"/>
                        </a:solidFill>
                        <a:effectLst/>
                        <a:latin typeface="Rix고딕 L" panose="02020603020101020101" pitchFamily="18" charset="-127"/>
                        <a:ea typeface="Rix고딕 L" panose="02020603020101020101" pitchFamily="18" charset="-127"/>
                      </a:endParaRPr>
                    </a:p>
                  </a:txBody>
                  <a:tcPr marL="4157" marR="4157" marT="4157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u="none" strike="noStrike" dirty="0">
                          <a:effectLst/>
                          <a:latin typeface="Rix고딕 L" panose="02020603020101020101" pitchFamily="18" charset="-127"/>
                          <a:ea typeface="Rix고딕 L" panose="02020603020101020101" pitchFamily="18" charset="-127"/>
                        </a:rPr>
                        <a:t>네트워크 유지보수</a:t>
                      </a:r>
                      <a:endParaRPr lang="ko-KR" altLang="en-US" sz="800" b="0" i="0" u="none" strike="noStrike" dirty="0">
                        <a:solidFill>
                          <a:srgbClr val="262626"/>
                        </a:solidFill>
                        <a:effectLst/>
                        <a:latin typeface="Rix고딕 L" panose="02020603020101020101" pitchFamily="18" charset="-127"/>
                        <a:ea typeface="Rix고딕 L" panose="02020603020101020101" pitchFamily="18" charset="-127"/>
                      </a:endParaRPr>
                    </a:p>
                  </a:txBody>
                  <a:tcPr marL="4157" marR="4157" marT="4157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u="none" strike="noStrike" dirty="0">
                          <a:effectLst/>
                          <a:latin typeface="Rix고딕 L" panose="02020603020101020101" pitchFamily="18" charset="-127"/>
                          <a:ea typeface="Rix고딕 L" panose="02020603020101020101" pitchFamily="18" charset="-127"/>
                        </a:rPr>
                        <a:t>13.08</a:t>
                      </a:r>
                      <a:r>
                        <a:rPr lang="en-US" altLang="ko-KR" sz="800" u="none" strike="noStrike" dirty="0" smtClean="0">
                          <a:effectLst/>
                          <a:latin typeface="Rix고딕 L" panose="02020603020101020101" pitchFamily="18" charset="-127"/>
                          <a:ea typeface="Rix고딕 L" panose="02020603020101020101" pitchFamily="18" charset="-127"/>
                        </a:rPr>
                        <a:t>~ 13.12</a:t>
                      </a:r>
                      <a:endParaRPr lang="en-US" altLang="ko-KR" sz="800" b="0" i="0" u="none" strike="noStrike" dirty="0">
                        <a:solidFill>
                          <a:srgbClr val="262626"/>
                        </a:solidFill>
                        <a:effectLst/>
                        <a:latin typeface="Rix고딕 L" panose="02020603020101020101" pitchFamily="18" charset="-127"/>
                        <a:ea typeface="Rix고딕 L" panose="02020603020101020101" pitchFamily="18" charset="-127"/>
                      </a:endParaRPr>
                    </a:p>
                  </a:txBody>
                  <a:tcPr marL="4157" marR="4157" marT="4157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u="none" strike="noStrike" dirty="0">
                          <a:effectLst/>
                          <a:latin typeface="Rix고딕 L" panose="02020603020101020101" pitchFamily="18" charset="-127"/>
                          <a:ea typeface="Rix고딕 L" panose="02020603020101020101" pitchFamily="18" charset="-127"/>
                        </a:rPr>
                        <a:t>재단법인 대전문화산업진흥원</a:t>
                      </a:r>
                      <a:endParaRPr lang="ko-KR" altLang="en-US" sz="800" b="0" i="0" u="none" strike="noStrike" dirty="0">
                        <a:solidFill>
                          <a:srgbClr val="262626"/>
                        </a:solidFill>
                        <a:effectLst/>
                        <a:latin typeface="Rix고딕 L" panose="02020603020101020101" pitchFamily="18" charset="-127"/>
                        <a:ea typeface="Rix고딕 L" panose="02020603020101020101" pitchFamily="18" charset="-127"/>
                      </a:endParaRPr>
                    </a:p>
                  </a:txBody>
                  <a:tcPr marL="4157" marR="4157" marT="4157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u="none" strike="noStrike" dirty="0">
                          <a:effectLst/>
                          <a:latin typeface="Rix고딕 L" panose="02020603020101020101" pitchFamily="18" charset="-127"/>
                          <a:ea typeface="Rix고딕 L" panose="02020603020101020101" pitchFamily="18" charset="-127"/>
                        </a:rPr>
                        <a:t>7</a:t>
                      </a:r>
                      <a:endParaRPr lang="en-US" altLang="ko-KR" sz="800" b="0" i="0" u="none" strike="noStrike" dirty="0">
                        <a:solidFill>
                          <a:srgbClr val="262626"/>
                        </a:solidFill>
                        <a:effectLst/>
                        <a:latin typeface="Rix고딕 L" panose="02020603020101020101" pitchFamily="18" charset="-127"/>
                        <a:ea typeface="Rix고딕 L" panose="02020603020101020101" pitchFamily="18" charset="-127"/>
                      </a:endParaRPr>
                    </a:p>
                  </a:txBody>
                  <a:tcPr marL="4157" marR="4157" marT="4157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u="none" strike="noStrike" dirty="0">
                          <a:effectLst/>
                          <a:latin typeface="Rix고딕 L" panose="02020603020101020101" pitchFamily="18" charset="-127"/>
                          <a:ea typeface="Rix고딕 L" panose="02020603020101020101" pitchFamily="18" charset="-127"/>
                        </a:rPr>
                        <a:t>7</a:t>
                      </a:r>
                      <a:endParaRPr lang="en-US" altLang="ko-KR" sz="800" b="0" i="0" u="none" strike="noStrike" dirty="0">
                        <a:solidFill>
                          <a:srgbClr val="262626"/>
                        </a:solidFill>
                        <a:effectLst/>
                        <a:latin typeface="Rix고딕 L" panose="02020603020101020101" pitchFamily="18" charset="-127"/>
                        <a:ea typeface="Rix고딕 L" panose="02020603020101020101" pitchFamily="18" charset="-127"/>
                      </a:endParaRPr>
                    </a:p>
                  </a:txBody>
                  <a:tcPr marL="4157" marR="4157" marT="4157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u="none" strike="noStrike" dirty="0" smtClean="0">
                          <a:effectLst/>
                          <a:latin typeface="Rix고딕 L" panose="02020603020101020101" pitchFamily="18" charset="-127"/>
                          <a:ea typeface="Rix고딕 L" panose="02020603020101020101" pitchFamily="18" charset="-127"/>
                        </a:rPr>
                        <a:t>유지보수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Rix고딕 L" panose="02020603020101020101" pitchFamily="18" charset="-127"/>
                        <a:ea typeface="Rix고딕 L" panose="02020603020101020101" pitchFamily="18" charset="-127"/>
                      </a:endParaRPr>
                    </a:p>
                  </a:txBody>
                  <a:tcPr marL="4157" marR="4157" marT="4157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9919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80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Rix고딕 L" panose="02020603020101020101" pitchFamily="18" charset="-127"/>
                          <a:ea typeface="Rix고딕 L" panose="02020603020101020101" pitchFamily="18" charset="-127"/>
                          <a:cs typeface="+mn-cs"/>
                        </a:rPr>
                        <a:t>23</a:t>
                      </a:r>
                      <a:endParaRPr lang="ko-KR" altLang="en-US" sz="800" u="none" strike="noStrike" kern="1200" dirty="0">
                        <a:solidFill>
                          <a:schemeClr val="dk1"/>
                        </a:solidFill>
                        <a:effectLst/>
                        <a:latin typeface="Rix고딕 L" panose="02020603020101020101" pitchFamily="18" charset="-127"/>
                        <a:ea typeface="Rix고딕 L" panose="02020603020101020101" pitchFamily="18" charset="-127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u="none" strike="noStrike" kern="1200" dirty="0">
                          <a:solidFill>
                            <a:schemeClr val="dk1"/>
                          </a:solidFill>
                          <a:effectLst/>
                          <a:latin typeface="Rix고딕 L" panose="02020603020101020101" pitchFamily="18" charset="-127"/>
                          <a:ea typeface="Rix고딕 L" panose="02020603020101020101" pitchFamily="18" charset="-127"/>
                          <a:cs typeface="+mn-cs"/>
                        </a:rPr>
                        <a:t>정부통합전산센터 정보자원 </a:t>
                      </a:r>
                      <a:r>
                        <a:rPr lang="en-US" altLang="ko-KR" sz="800" u="none" strike="noStrike" kern="1200" dirty="0">
                          <a:solidFill>
                            <a:schemeClr val="dk1"/>
                          </a:solidFill>
                          <a:effectLst/>
                          <a:latin typeface="Rix고딕 L" panose="02020603020101020101" pitchFamily="18" charset="-127"/>
                          <a:ea typeface="Rix고딕 L" panose="02020603020101020101" pitchFamily="18" charset="-127"/>
                          <a:cs typeface="+mn-cs"/>
                        </a:rPr>
                        <a:t>IOT</a:t>
                      </a:r>
                      <a:r>
                        <a:rPr lang="ko-KR" altLang="en-US" sz="800" u="none" strike="noStrike" kern="1200" dirty="0">
                          <a:solidFill>
                            <a:schemeClr val="dk1"/>
                          </a:solidFill>
                          <a:effectLst/>
                          <a:latin typeface="Rix고딕 L" panose="02020603020101020101" pitchFamily="18" charset="-127"/>
                          <a:ea typeface="Rix고딕 L" panose="02020603020101020101" pitchFamily="18" charset="-127"/>
                          <a:cs typeface="+mn-cs"/>
                        </a:rPr>
                        <a:t>수행</a:t>
                      </a:r>
                    </a:p>
                  </a:txBody>
                  <a:tcPr marL="4157" marR="4157" marT="4157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u="none" strike="noStrike" dirty="0">
                          <a:effectLst/>
                          <a:latin typeface="Rix고딕 L" panose="02020603020101020101" pitchFamily="18" charset="-127"/>
                          <a:ea typeface="Rix고딕 L" panose="02020603020101020101" pitchFamily="18" charset="-127"/>
                        </a:rPr>
                        <a:t>네트워크 </a:t>
                      </a:r>
                      <a:r>
                        <a:rPr lang="ko-KR" altLang="en-US" sz="800" u="none" strike="noStrike" dirty="0" smtClean="0">
                          <a:effectLst/>
                          <a:latin typeface="Rix고딕 L" panose="02020603020101020101" pitchFamily="18" charset="-127"/>
                          <a:ea typeface="Rix고딕 L" panose="02020603020101020101" pitchFamily="18" charset="-127"/>
                        </a:rPr>
                        <a:t>시험검증</a:t>
                      </a:r>
                      <a:endParaRPr lang="ko-KR" altLang="en-US" sz="800" b="0" i="0" u="none" strike="noStrike" dirty="0">
                        <a:solidFill>
                          <a:srgbClr val="262626"/>
                        </a:solidFill>
                        <a:effectLst/>
                        <a:latin typeface="Rix고딕 L" panose="02020603020101020101" pitchFamily="18" charset="-127"/>
                        <a:ea typeface="Rix고딕 L" panose="02020603020101020101" pitchFamily="18" charset="-127"/>
                      </a:endParaRPr>
                    </a:p>
                  </a:txBody>
                  <a:tcPr marL="4157" marR="4157" marT="4157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u="none" strike="noStrike" dirty="0">
                          <a:effectLst/>
                          <a:latin typeface="Rix고딕 L" panose="02020603020101020101" pitchFamily="18" charset="-127"/>
                          <a:ea typeface="Rix고딕 L" panose="02020603020101020101" pitchFamily="18" charset="-127"/>
                        </a:rPr>
                        <a:t>13.03</a:t>
                      </a:r>
                      <a:r>
                        <a:rPr lang="en-US" altLang="ko-KR" sz="800" u="none" strike="noStrike" dirty="0" smtClean="0">
                          <a:effectLst/>
                          <a:latin typeface="Rix고딕 L" panose="02020603020101020101" pitchFamily="18" charset="-127"/>
                          <a:ea typeface="Rix고딕 L" panose="02020603020101020101" pitchFamily="18" charset="-127"/>
                        </a:rPr>
                        <a:t>~ 13.11</a:t>
                      </a:r>
                      <a:endParaRPr lang="en-US" altLang="ko-KR" sz="800" b="0" i="0" u="none" strike="noStrike" dirty="0">
                        <a:solidFill>
                          <a:srgbClr val="262626"/>
                        </a:solidFill>
                        <a:effectLst/>
                        <a:latin typeface="Rix고딕 L" panose="02020603020101020101" pitchFamily="18" charset="-127"/>
                        <a:ea typeface="Rix고딕 L" panose="02020603020101020101" pitchFamily="18" charset="-127"/>
                      </a:endParaRPr>
                    </a:p>
                  </a:txBody>
                  <a:tcPr marL="4157" marR="4157" marT="4157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u="none" strike="noStrike" dirty="0" smtClean="0">
                          <a:effectLst/>
                          <a:latin typeface="Rix고딕 L" panose="02020603020101020101" pitchFamily="18" charset="-127"/>
                          <a:ea typeface="Rix고딕 L" panose="02020603020101020101" pitchFamily="18" charset="-127"/>
                        </a:rPr>
                        <a:t>정부통합전산</a:t>
                      </a:r>
                      <a:endParaRPr lang="en-US" altLang="ko-KR" sz="800" u="none" strike="noStrike" dirty="0" smtClean="0">
                        <a:effectLst/>
                        <a:latin typeface="Rix고딕 L" panose="02020603020101020101" pitchFamily="18" charset="-127"/>
                        <a:ea typeface="Rix고딕 L" panose="02020603020101020101" pitchFamily="18" charset="-127"/>
                      </a:endParaRPr>
                    </a:p>
                    <a:p>
                      <a:pPr algn="ctr" rtl="0" fontAlgn="ctr"/>
                      <a:r>
                        <a:rPr lang="ko-KR" altLang="en-US" sz="800" u="none" strike="noStrike" dirty="0" smtClean="0">
                          <a:effectLst/>
                          <a:latin typeface="Rix고딕 L" panose="02020603020101020101" pitchFamily="18" charset="-127"/>
                          <a:ea typeface="Rix고딕 L" panose="02020603020101020101" pitchFamily="18" charset="-127"/>
                        </a:rPr>
                        <a:t>센터</a:t>
                      </a:r>
                      <a:endParaRPr lang="ko-KR" altLang="en-US" sz="800" b="0" i="0" u="none" strike="noStrike" dirty="0">
                        <a:solidFill>
                          <a:srgbClr val="262626"/>
                        </a:solidFill>
                        <a:effectLst/>
                        <a:latin typeface="Rix고딕 L" panose="02020603020101020101" pitchFamily="18" charset="-127"/>
                        <a:ea typeface="Rix고딕 L" panose="02020603020101020101" pitchFamily="18" charset="-127"/>
                      </a:endParaRPr>
                    </a:p>
                  </a:txBody>
                  <a:tcPr marL="4157" marR="4157" marT="4157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u="none" strike="noStrike" dirty="0">
                          <a:effectLst/>
                          <a:latin typeface="Rix고딕 L" panose="02020603020101020101" pitchFamily="18" charset="-127"/>
                          <a:ea typeface="Rix고딕 L" panose="02020603020101020101" pitchFamily="18" charset="-127"/>
                        </a:rPr>
                        <a:t>171</a:t>
                      </a:r>
                      <a:endParaRPr lang="en-US" altLang="ko-KR" sz="800" b="0" i="0" u="none" strike="noStrike" dirty="0">
                        <a:solidFill>
                          <a:srgbClr val="262626"/>
                        </a:solidFill>
                        <a:effectLst/>
                        <a:latin typeface="Rix고딕 L" panose="02020603020101020101" pitchFamily="18" charset="-127"/>
                        <a:ea typeface="Rix고딕 L" panose="02020603020101020101" pitchFamily="18" charset="-127"/>
                      </a:endParaRPr>
                    </a:p>
                  </a:txBody>
                  <a:tcPr marL="4157" marR="4157" marT="4157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u="none" strike="noStrike" dirty="0">
                          <a:effectLst/>
                          <a:latin typeface="Rix고딕 L" panose="02020603020101020101" pitchFamily="18" charset="-127"/>
                          <a:ea typeface="Rix고딕 L" panose="02020603020101020101" pitchFamily="18" charset="-127"/>
                        </a:rPr>
                        <a:t>171</a:t>
                      </a:r>
                      <a:endParaRPr lang="en-US" altLang="ko-KR" sz="800" b="0" i="0" u="none" strike="noStrike" dirty="0">
                        <a:solidFill>
                          <a:srgbClr val="262626"/>
                        </a:solidFill>
                        <a:effectLst/>
                        <a:latin typeface="Rix고딕 L" panose="02020603020101020101" pitchFamily="18" charset="-127"/>
                        <a:ea typeface="Rix고딕 L" panose="02020603020101020101" pitchFamily="18" charset="-127"/>
                      </a:endParaRPr>
                    </a:p>
                  </a:txBody>
                  <a:tcPr marL="4157" marR="4157" marT="4157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u="none" strike="noStrike" dirty="0" smtClean="0">
                          <a:effectLst/>
                          <a:latin typeface="Rix고딕 L" panose="02020603020101020101" pitchFamily="18" charset="-127"/>
                          <a:ea typeface="Rix고딕 L" panose="02020603020101020101" pitchFamily="18" charset="-127"/>
                        </a:rPr>
                        <a:t>시험검증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Rix고딕 L" panose="02020603020101020101" pitchFamily="18" charset="-127"/>
                        <a:ea typeface="Rix고딕 L" panose="02020603020101020101" pitchFamily="18" charset="-127"/>
                      </a:endParaRPr>
                    </a:p>
                  </a:txBody>
                  <a:tcPr marL="4157" marR="4157" marT="4157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39919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u="none" strike="noStrike" kern="1200" dirty="0">
                          <a:solidFill>
                            <a:schemeClr val="dk1"/>
                          </a:solidFill>
                          <a:effectLst/>
                          <a:latin typeface="Rix고딕 L" panose="02020603020101020101" pitchFamily="18" charset="-127"/>
                          <a:ea typeface="Rix고딕 L" panose="02020603020101020101" pitchFamily="18" charset="-127"/>
                          <a:cs typeface="+mn-cs"/>
                        </a:rPr>
                        <a:t>24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u="none" strike="noStrike" dirty="0">
                          <a:effectLst/>
                          <a:latin typeface="Rix고딕 L" panose="02020603020101020101" pitchFamily="18" charset="-127"/>
                          <a:ea typeface="Rix고딕 L" panose="02020603020101020101" pitchFamily="18" charset="-127"/>
                        </a:rPr>
                        <a:t>13_MAS_</a:t>
                      </a:r>
                      <a:r>
                        <a:rPr lang="ko-KR" altLang="en-US" sz="800" u="none" strike="noStrike" dirty="0" smtClean="0">
                          <a:effectLst/>
                          <a:latin typeface="Rix고딕 L" panose="02020603020101020101" pitchFamily="18" charset="-127"/>
                          <a:ea typeface="Rix고딕 L" panose="02020603020101020101" pitchFamily="18" charset="-127"/>
                        </a:rPr>
                        <a:t>대전 범정부</a:t>
                      </a:r>
                      <a:r>
                        <a:rPr lang="en-US" altLang="ko-KR" sz="800" u="none" strike="noStrike" dirty="0">
                          <a:effectLst/>
                          <a:latin typeface="Rix고딕 L" panose="02020603020101020101" pitchFamily="18" charset="-127"/>
                          <a:ea typeface="Rix고딕 L" panose="02020603020101020101" pitchFamily="18" charset="-127"/>
                        </a:rPr>
                        <a:t>_</a:t>
                      </a:r>
                      <a:r>
                        <a:rPr lang="ko-KR" altLang="en-US" sz="800" u="none" strike="noStrike" dirty="0" smtClean="0">
                          <a:effectLst/>
                          <a:latin typeface="Rix고딕 L" panose="02020603020101020101" pitchFamily="18" charset="-127"/>
                          <a:ea typeface="Rix고딕 L" panose="02020603020101020101" pitchFamily="18" charset="-127"/>
                        </a:rPr>
                        <a:t>보안 네트워크 장비</a:t>
                      </a:r>
                      <a:r>
                        <a:rPr lang="en-US" altLang="ko-KR" sz="800" u="none" strike="noStrike" dirty="0">
                          <a:effectLst/>
                          <a:latin typeface="Rix고딕 L" panose="02020603020101020101" pitchFamily="18" charset="-127"/>
                          <a:ea typeface="Rix고딕 L" panose="02020603020101020101" pitchFamily="18" charset="-127"/>
                        </a:rPr>
                        <a:t>2 </a:t>
                      </a:r>
                      <a:r>
                        <a:rPr lang="en-US" altLang="ko-KR" sz="800" u="none" strike="noStrike" dirty="0" smtClean="0">
                          <a:effectLst/>
                          <a:latin typeface="Rix고딕 L" panose="02020603020101020101" pitchFamily="18" charset="-127"/>
                          <a:ea typeface="Rix고딕 L" panose="02020603020101020101" pitchFamily="18" charset="-127"/>
                        </a:rPr>
                        <a:t/>
                      </a:r>
                      <a:br>
                        <a:rPr lang="en-US" altLang="ko-KR" sz="800" u="none" strike="noStrike" dirty="0" smtClean="0">
                          <a:effectLst/>
                          <a:latin typeface="Rix고딕 L" panose="02020603020101020101" pitchFamily="18" charset="-127"/>
                          <a:ea typeface="Rix고딕 L" panose="02020603020101020101" pitchFamily="18" charset="-127"/>
                        </a:rPr>
                      </a:br>
                      <a:r>
                        <a:rPr lang="ko-KR" altLang="en-US" sz="800" u="none" strike="noStrike" dirty="0" smtClean="0">
                          <a:effectLst/>
                          <a:latin typeface="Rix고딕 L" panose="02020603020101020101" pitchFamily="18" charset="-127"/>
                          <a:ea typeface="Rix고딕 L" panose="02020603020101020101" pitchFamily="18" charset="-127"/>
                        </a:rPr>
                        <a:t>유지보수 </a:t>
                      </a:r>
                      <a:r>
                        <a:rPr lang="ko-KR" altLang="en-US" sz="800" u="none" strike="noStrike" dirty="0">
                          <a:effectLst/>
                          <a:latin typeface="Rix고딕 L" panose="02020603020101020101" pitchFamily="18" charset="-127"/>
                          <a:ea typeface="Rix고딕 L" panose="02020603020101020101" pitchFamily="18" charset="-127"/>
                        </a:rPr>
                        <a:t>용역</a:t>
                      </a:r>
                      <a:endParaRPr lang="ko-KR" altLang="en-US" sz="800" b="0" i="0" u="none" strike="noStrike" dirty="0">
                        <a:solidFill>
                          <a:srgbClr val="262626"/>
                        </a:solidFill>
                        <a:effectLst/>
                        <a:latin typeface="Rix고딕 L" panose="02020603020101020101" pitchFamily="18" charset="-127"/>
                        <a:ea typeface="Rix고딕 L" panose="02020603020101020101" pitchFamily="18" charset="-127"/>
                      </a:endParaRPr>
                    </a:p>
                  </a:txBody>
                  <a:tcPr marL="4157" marR="4157" marT="4157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u="none" strike="noStrike" dirty="0">
                          <a:effectLst/>
                          <a:latin typeface="Rix고딕 L" panose="02020603020101020101" pitchFamily="18" charset="-127"/>
                          <a:ea typeface="Rix고딕 L" panose="02020603020101020101" pitchFamily="18" charset="-127"/>
                        </a:rPr>
                        <a:t>네트워크 유지보수</a:t>
                      </a:r>
                      <a:endParaRPr lang="ko-KR" altLang="en-US" sz="800" b="0" i="0" u="none" strike="noStrike" dirty="0">
                        <a:solidFill>
                          <a:srgbClr val="262626"/>
                        </a:solidFill>
                        <a:effectLst/>
                        <a:latin typeface="Rix고딕 L" panose="02020603020101020101" pitchFamily="18" charset="-127"/>
                        <a:ea typeface="Rix고딕 L" panose="02020603020101020101" pitchFamily="18" charset="-127"/>
                      </a:endParaRPr>
                    </a:p>
                  </a:txBody>
                  <a:tcPr marL="4157" marR="4157" marT="4157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u="none" strike="noStrike" dirty="0">
                          <a:effectLst/>
                          <a:latin typeface="Rix고딕 L" panose="02020603020101020101" pitchFamily="18" charset="-127"/>
                          <a:ea typeface="Rix고딕 L" panose="02020603020101020101" pitchFamily="18" charset="-127"/>
                        </a:rPr>
                        <a:t>13.01</a:t>
                      </a:r>
                      <a:r>
                        <a:rPr lang="en-US" altLang="ko-KR" sz="800" u="none" strike="noStrike" dirty="0" smtClean="0">
                          <a:effectLst/>
                          <a:latin typeface="Rix고딕 L" panose="02020603020101020101" pitchFamily="18" charset="-127"/>
                          <a:ea typeface="Rix고딕 L" panose="02020603020101020101" pitchFamily="18" charset="-127"/>
                        </a:rPr>
                        <a:t>~ 13.12</a:t>
                      </a:r>
                      <a:endParaRPr lang="en-US" altLang="ko-KR" sz="800" b="0" i="0" u="none" strike="noStrike" dirty="0">
                        <a:solidFill>
                          <a:srgbClr val="262626"/>
                        </a:solidFill>
                        <a:effectLst/>
                        <a:latin typeface="Rix고딕 L" panose="02020603020101020101" pitchFamily="18" charset="-127"/>
                        <a:ea typeface="Rix고딕 L" panose="02020603020101020101" pitchFamily="18" charset="-127"/>
                      </a:endParaRPr>
                    </a:p>
                  </a:txBody>
                  <a:tcPr marL="4157" marR="4157" marT="4157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u="none" strike="noStrike" dirty="0" smtClean="0">
                          <a:effectLst/>
                          <a:latin typeface="Rix고딕 L" panose="02020603020101020101" pitchFamily="18" charset="-127"/>
                          <a:ea typeface="Rix고딕 L" panose="02020603020101020101" pitchFamily="18" charset="-127"/>
                        </a:rPr>
                        <a:t>정부통합전산</a:t>
                      </a:r>
                      <a:endParaRPr lang="en-US" altLang="ko-KR" sz="800" u="none" strike="noStrike" dirty="0" smtClean="0">
                        <a:effectLst/>
                        <a:latin typeface="Rix고딕 L" panose="02020603020101020101" pitchFamily="18" charset="-127"/>
                        <a:ea typeface="Rix고딕 L" panose="02020603020101020101" pitchFamily="18" charset="-127"/>
                      </a:endParaRPr>
                    </a:p>
                    <a:p>
                      <a:pPr algn="ctr" rtl="0" fontAlgn="ctr"/>
                      <a:r>
                        <a:rPr lang="ko-KR" altLang="en-US" sz="800" u="none" strike="noStrike" dirty="0" smtClean="0">
                          <a:effectLst/>
                          <a:latin typeface="Rix고딕 L" panose="02020603020101020101" pitchFamily="18" charset="-127"/>
                          <a:ea typeface="Rix고딕 L" panose="02020603020101020101" pitchFamily="18" charset="-127"/>
                        </a:rPr>
                        <a:t>센터</a:t>
                      </a:r>
                      <a:endParaRPr lang="ko-KR" altLang="en-US" sz="800" b="0" i="0" u="none" strike="noStrike" dirty="0">
                        <a:solidFill>
                          <a:srgbClr val="262626"/>
                        </a:solidFill>
                        <a:effectLst/>
                        <a:latin typeface="Rix고딕 L" panose="02020603020101020101" pitchFamily="18" charset="-127"/>
                        <a:ea typeface="Rix고딕 L" panose="02020603020101020101" pitchFamily="18" charset="-127"/>
                      </a:endParaRPr>
                    </a:p>
                  </a:txBody>
                  <a:tcPr marL="4157" marR="4157" marT="4157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u="none" strike="noStrike" dirty="0">
                          <a:effectLst/>
                          <a:latin typeface="Rix고딕 L" panose="02020603020101020101" pitchFamily="18" charset="-127"/>
                          <a:ea typeface="Rix고딕 L" panose="02020603020101020101" pitchFamily="18" charset="-127"/>
                        </a:rPr>
                        <a:t>150</a:t>
                      </a:r>
                      <a:endParaRPr lang="en-US" altLang="ko-KR" sz="800" b="0" i="0" u="none" strike="noStrike" dirty="0">
                        <a:solidFill>
                          <a:srgbClr val="262626"/>
                        </a:solidFill>
                        <a:effectLst/>
                        <a:latin typeface="Rix고딕 L" panose="02020603020101020101" pitchFamily="18" charset="-127"/>
                        <a:ea typeface="Rix고딕 L" panose="02020603020101020101" pitchFamily="18" charset="-127"/>
                      </a:endParaRPr>
                    </a:p>
                  </a:txBody>
                  <a:tcPr marL="4157" marR="4157" marT="4157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u="none" strike="noStrike" dirty="0">
                          <a:effectLst/>
                          <a:latin typeface="Rix고딕 L" panose="02020603020101020101" pitchFamily="18" charset="-127"/>
                          <a:ea typeface="Rix고딕 L" panose="02020603020101020101" pitchFamily="18" charset="-127"/>
                        </a:rPr>
                        <a:t>150</a:t>
                      </a:r>
                      <a:endParaRPr lang="en-US" altLang="ko-KR" sz="800" b="0" i="0" u="none" strike="noStrike" dirty="0">
                        <a:solidFill>
                          <a:srgbClr val="262626"/>
                        </a:solidFill>
                        <a:effectLst/>
                        <a:latin typeface="Rix고딕 L" panose="02020603020101020101" pitchFamily="18" charset="-127"/>
                        <a:ea typeface="Rix고딕 L" panose="02020603020101020101" pitchFamily="18" charset="-127"/>
                      </a:endParaRPr>
                    </a:p>
                  </a:txBody>
                  <a:tcPr marL="4157" marR="4157" marT="4157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u="none" strike="noStrike" dirty="0" smtClean="0">
                          <a:effectLst/>
                          <a:latin typeface="Rix고딕 L" panose="02020603020101020101" pitchFamily="18" charset="-127"/>
                          <a:ea typeface="Rix고딕 L" panose="02020603020101020101" pitchFamily="18" charset="-127"/>
                        </a:rPr>
                        <a:t>유지보수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Rix고딕 L" panose="02020603020101020101" pitchFamily="18" charset="-127"/>
                        <a:ea typeface="Rix고딕 L" panose="02020603020101020101" pitchFamily="18" charset="-127"/>
                      </a:endParaRPr>
                    </a:p>
                  </a:txBody>
                  <a:tcPr marL="4157" marR="4157" marT="4157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39919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u="none" strike="noStrike" kern="1200" dirty="0">
                          <a:solidFill>
                            <a:schemeClr val="dk1"/>
                          </a:solidFill>
                          <a:effectLst/>
                          <a:latin typeface="Rix고딕 L" panose="02020603020101020101" pitchFamily="18" charset="-127"/>
                          <a:ea typeface="Rix고딕 L" panose="02020603020101020101" pitchFamily="18" charset="-127"/>
                          <a:cs typeface="+mn-cs"/>
                        </a:rPr>
                        <a:t>25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u="none" strike="noStrike" dirty="0">
                          <a:effectLst/>
                          <a:latin typeface="Rix고딕 L" panose="02020603020101020101" pitchFamily="18" charset="-127"/>
                          <a:ea typeface="Rix고딕 L" panose="02020603020101020101" pitchFamily="18" charset="-127"/>
                        </a:rPr>
                        <a:t>2013</a:t>
                      </a:r>
                      <a:r>
                        <a:rPr lang="ko-KR" altLang="en-US" sz="800" u="none" strike="noStrike" dirty="0">
                          <a:effectLst/>
                          <a:latin typeface="Rix고딕 L" panose="02020603020101020101" pitchFamily="18" charset="-127"/>
                          <a:ea typeface="Rix고딕 L" panose="02020603020101020101" pitchFamily="18" charset="-127"/>
                        </a:rPr>
                        <a:t>년 </a:t>
                      </a:r>
                      <a:r>
                        <a:rPr lang="ko-KR" altLang="en-US" sz="800" u="none" strike="noStrike" dirty="0" smtClean="0">
                          <a:effectLst/>
                          <a:latin typeface="Rix고딕 L" panose="02020603020101020101" pitchFamily="18" charset="-127"/>
                          <a:ea typeface="Rix고딕 L" panose="02020603020101020101" pitchFamily="18" charset="-127"/>
                        </a:rPr>
                        <a:t>보안통신 인프라 </a:t>
                      </a:r>
                      <a:r>
                        <a:rPr lang="ko-KR" altLang="en-US" sz="800" u="none" strike="noStrike" dirty="0">
                          <a:effectLst/>
                          <a:latin typeface="Rix고딕 L" panose="02020603020101020101" pitchFamily="18" charset="-127"/>
                          <a:ea typeface="Rix고딕 L" panose="02020603020101020101" pitchFamily="18" charset="-127"/>
                        </a:rPr>
                        <a:t>운영지원사업 관련 </a:t>
                      </a:r>
                      <a:r>
                        <a:rPr lang="en-US" altLang="ko-KR" sz="800" u="none" strike="noStrike" dirty="0" smtClean="0">
                          <a:effectLst/>
                          <a:latin typeface="Rix고딕 L" panose="02020603020101020101" pitchFamily="18" charset="-127"/>
                          <a:ea typeface="Rix고딕 L" panose="02020603020101020101" pitchFamily="18" charset="-127"/>
                        </a:rPr>
                        <a:t/>
                      </a:r>
                      <a:br>
                        <a:rPr lang="en-US" altLang="ko-KR" sz="800" u="none" strike="noStrike" dirty="0" smtClean="0">
                          <a:effectLst/>
                          <a:latin typeface="Rix고딕 L" panose="02020603020101020101" pitchFamily="18" charset="-127"/>
                          <a:ea typeface="Rix고딕 L" panose="02020603020101020101" pitchFamily="18" charset="-127"/>
                        </a:rPr>
                      </a:br>
                      <a:r>
                        <a:rPr lang="ko-KR" altLang="en-US" sz="800" u="none" strike="noStrike" dirty="0" smtClean="0">
                          <a:effectLst/>
                          <a:latin typeface="Rix고딕 L" panose="02020603020101020101" pitchFamily="18" charset="-127"/>
                          <a:ea typeface="Rix고딕 L" panose="02020603020101020101" pitchFamily="18" charset="-127"/>
                        </a:rPr>
                        <a:t>사업관리 </a:t>
                      </a:r>
                      <a:r>
                        <a:rPr lang="ko-KR" altLang="en-US" sz="800" u="none" strike="noStrike" dirty="0">
                          <a:effectLst/>
                          <a:latin typeface="Rix고딕 L" panose="02020603020101020101" pitchFamily="18" charset="-127"/>
                          <a:ea typeface="Rix고딕 L" panose="02020603020101020101" pitchFamily="18" charset="-127"/>
                        </a:rPr>
                        <a:t>용역</a:t>
                      </a:r>
                      <a:endParaRPr lang="ko-KR" altLang="en-US" sz="800" b="0" i="0" u="none" strike="noStrike" dirty="0">
                        <a:solidFill>
                          <a:srgbClr val="262626"/>
                        </a:solidFill>
                        <a:effectLst/>
                        <a:latin typeface="Rix고딕 L" panose="02020603020101020101" pitchFamily="18" charset="-127"/>
                        <a:ea typeface="Rix고딕 L" panose="02020603020101020101" pitchFamily="18" charset="-127"/>
                      </a:endParaRPr>
                    </a:p>
                  </a:txBody>
                  <a:tcPr marL="4157" marR="4157" marT="4157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u="none" strike="noStrike" dirty="0" smtClean="0">
                          <a:effectLst/>
                          <a:latin typeface="Rix고딕 L" panose="02020603020101020101" pitchFamily="18" charset="-127"/>
                          <a:ea typeface="Rix고딕 L" panose="02020603020101020101" pitchFamily="18" charset="-127"/>
                        </a:rPr>
                        <a:t>네트워크 유지보수</a:t>
                      </a:r>
                      <a:endParaRPr lang="ko-KR" altLang="en-US" sz="800" b="0" i="0" u="none" strike="noStrike" dirty="0">
                        <a:solidFill>
                          <a:srgbClr val="262626"/>
                        </a:solidFill>
                        <a:effectLst/>
                        <a:latin typeface="Rix고딕 L" panose="02020603020101020101" pitchFamily="18" charset="-127"/>
                        <a:ea typeface="Rix고딕 L" panose="02020603020101020101" pitchFamily="18" charset="-127"/>
                      </a:endParaRPr>
                    </a:p>
                  </a:txBody>
                  <a:tcPr marL="4157" marR="4157" marT="4157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u="none" strike="noStrike" dirty="0">
                          <a:effectLst/>
                          <a:latin typeface="Rix고딕 L" panose="02020603020101020101" pitchFamily="18" charset="-127"/>
                          <a:ea typeface="Rix고딕 L" panose="02020603020101020101" pitchFamily="18" charset="-127"/>
                        </a:rPr>
                        <a:t>13.01</a:t>
                      </a:r>
                      <a:r>
                        <a:rPr lang="en-US" altLang="ko-KR" sz="800" u="none" strike="noStrike" dirty="0" smtClean="0">
                          <a:effectLst/>
                          <a:latin typeface="Rix고딕 L" panose="02020603020101020101" pitchFamily="18" charset="-127"/>
                          <a:ea typeface="Rix고딕 L" panose="02020603020101020101" pitchFamily="18" charset="-127"/>
                        </a:rPr>
                        <a:t>~ 13.12</a:t>
                      </a:r>
                      <a:endParaRPr lang="en-US" altLang="ko-KR" sz="800" b="0" i="0" u="none" strike="noStrike" dirty="0">
                        <a:solidFill>
                          <a:srgbClr val="262626"/>
                        </a:solidFill>
                        <a:effectLst/>
                        <a:latin typeface="Rix고딕 L" panose="02020603020101020101" pitchFamily="18" charset="-127"/>
                        <a:ea typeface="Rix고딕 L" panose="02020603020101020101" pitchFamily="18" charset="-127"/>
                      </a:endParaRPr>
                    </a:p>
                  </a:txBody>
                  <a:tcPr marL="4157" marR="4157" marT="4157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u="none" strike="noStrike" dirty="0" smtClean="0">
                          <a:effectLst/>
                          <a:latin typeface="Rix고딕 L" panose="02020603020101020101" pitchFamily="18" charset="-127"/>
                          <a:ea typeface="Rix고딕 L" panose="02020603020101020101" pitchFamily="18" charset="-127"/>
                        </a:rPr>
                        <a:t>정부통합전산</a:t>
                      </a:r>
                      <a:endParaRPr lang="en-US" altLang="ko-KR" sz="800" u="none" strike="noStrike" dirty="0" smtClean="0">
                        <a:effectLst/>
                        <a:latin typeface="Rix고딕 L" panose="02020603020101020101" pitchFamily="18" charset="-127"/>
                        <a:ea typeface="Rix고딕 L" panose="02020603020101020101" pitchFamily="18" charset="-127"/>
                      </a:endParaRPr>
                    </a:p>
                    <a:p>
                      <a:pPr algn="ctr" rtl="0" fontAlgn="ctr"/>
                      <a:r>
                        <a:rPr lang="ko-KR" altLang="en-US" sz="800" u="none" strike="noStrike" dirty="0" smtClean="0">
                          <a:effectLst/>
                          <a:latin typeface="Rix고딕 L" panose="02020603020101020101" pitchFamily="18" charset="-127"/>
                          <a:ea typeface="Rix고딕 L" panose="02020603020101020101" pitchFamily="18" charset="-127"/>
                        </a:rPr>
                        <a:t>센터</a:t>
                      </a:r>
                      <a:endParaRPr lang="ko-KR" altLang="en-US" sz="800" b="0" i="0" u="none" strike="noStrike" dirty="0">
                        <a:solidFill>
                          <a:srgbClr val="262626"/>
                        </a:solidFill>
                        <a:effectLst/>
                        <a:latin typeface="Rix고딕 L" panose="02020603020101020101" pitchFamily="18" charset="-127"/>
                        <a:ea typeface="Rix고딕 L" panose="02020603020101020101" pitchFamily="18" charset="-127"/>
                      </a:endParaRPr>
                    </a:p>
                  </a:txBody>
                  <a:tcPr marL="4157" marR="4157" marT="4157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u="none" strike="noStrike" dirty="0">
                          <a:effectLst/>
                          <a:latin typeface="Rix고딕 L" panose="02020603020101020101" pitchFamily="18" charset="-127"/>
                          <a:ea typeface="Rix고딕 L" panose="02020603020101020101" pitchFamily="18" charset="-127"/>
                        </a:rPr>
                        <a:t>33</a:t>
                      </a:r>
                      <a:endParaRPr lang="en-US" altLang="ko-KR" sz="800" b="0" i="0" u="none" strike="noStrike" dirty="0">
                        <a:solidFill>
                          <a:srgbClr val="262626"/>
                        </a:solidFill>
                        <a:effectLst/>
                        <a:latin typeface="Rix고딕 L" panose="02020603020101020101" pitchFamily="18" charset="-127"/>
                        <a:ea typeface="Rix고딕 L" panose="02020603020101020101" pitchFamily="18" charset="-127"/>
                      </a:endParaRPr>
                    </a:p>
                  </a:txBody>
                  <a:tcPr marL="4157" marR="4157" marT="4157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u="none" strike="noStrike" dirty="0">
                          <a:effectLst/>
                          <a:latin typeface="Rix고딕 L" panose="02020603020101020101" pitchFamily="18" charset="-127"/>
                          <a:ea typeface="Rix고딕 L" panose="02020603020101020101" pitchFamily="18" charset="-127"/>
                        </a:rPr>
                        <a:t>33</a:t>
                      </a:r>
                      <a:endParaRPr lang="en-US" altLang="ko-KR" sz="800" b="0" i="0" u="none" strike="noStrike" dirty="0">
                        <a:solidFill>
                          <a:srgbClr val="262626"/>
                        </a:solidFill>
                        <a:effectLst/>
                        <a:latin typeface="Rix고딕 L" panose="02020603020101020101" pitchFamily="18" charset="-127"/>
                        <a:ea typeface="Rix고딕 L" panose="02020603020101020101" pitchFamily="18" charset="-127"/>
                      </a:endParaRPr>
                    </a:p>
                  </a:txBody>
                  <a:tcPr marL="4157" marR="4157" marT="4157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u="none" strike="noStrike" dirty="0" smtClean="0">
                          <a:effectLst/>
                          <a:latin typeface="Rix고딕 L" panose="02020603020101020101" pitchFamily="18" charset="-127"/>
                          <a:ea typeface="Rix고딕 L" panose="02020603020101020101" pitchFamily="18" charset="-127"/>
                        </a:rPr>
                        <a:t>유지보수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Rix고딕 L" panose="02020603020101020101" pitchFamily="18" charset="-127"/>
                        <a:ea typeface="Rix고딕 L" panose="02020603020101020101" pitchFamily="18" charset="-127"/>
                      </a:endParaRPr>
                    </a:p>
                  </a:txBody>
                  <a:tcPr marL="4157" marR="4157" marT="4157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39919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u="none" strike="noStrike" kern="1200" dirty="0">
                          <a:solidFill>
                            <a:schemeClr val="dk1"/>
                          </a:solidFill>
                          <a:effectLst/>
                          <a:latin typeface="Rix고딕 L" panose="02020603020101020101" pitchFamily="18" charset="-127"/>
                          <a:ea typeface="Rix고딕 L" panose="02020603020101020101" pitchFamily="18" charset="-127"/>
                          <a:cs typeface="+mn-cs"/>
                        </a:rPr>
                        <a:t>26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u="none" strike="noStrike" dirty="0">
                          <a:effectLst/>
                          <a:latin typeface="Rix고딕 L" panose="02020603020101020101" pitchFamily="18" charset="-127"/>
                          <a:ea typeface="Rix고딕 L" panose="02020603020101020101" pitchFamily="18" charset="-127"/>
                        </a:rPr>
                        <a:t>2013</a:t>
                      </a:r>
                      <a:r>
                        <a:rPr lang="ko-KR" altLang="en-US" sz="800" u="none" strike="noStrike" dirty="0">
                          <a:effectLst/>
                          <a:latin typeface="Rix고딕 L" panose="02020603020101020101" pitchFamily="18" charset="-127"/>
                          <a:ea typeface="Rix고딕 L" panose="02020603020101020101" pitchFamily="18" charset="-127"/>
                        </a:rPr>
                        <a:t>년도 정부통합전산센터 통합보안관제 운영지원사업</a:t>
                      </a:r>
                      <a:endParaRPr lang="ko-KR" altLang="en-US" sz="800" b="0" i="0" u="none" strike="noStrike" dirty="0">
                        <a:solidFill>
                          <a:srgbClr val="262626"/>
                        </a:solidFill>
                        <a:effectLst/>
                        <a:latin typeface="Rix고딕 L" panose="02020603020101020101" pitchFamily="18" charset="-127"/>
                        <a:ea typeface="Rix고딕 L" panose="02020603020101020101" pitchFamily="18" charset="-127"/>
                      </a:endParaRPr>
                    </a:p>
                  </a:txBody>
                  <a:tcPr marL="4157" marR="4157" marT="4157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u="none" strike="noStrike" dirty="0">
                          <a:effectLst/>
                          <a:latin typeface="Rix고딕 L" panose="02020603020101020101" pitchFamily="18" charset="-127"/>
                          <a:ea typeface="Rix고딕 L" panose="02020603020101020101" pitchFamily="18" charset="-127"/>
                        </a:rPr>
                        <a:t>네트워크 유지보수</a:t>
                      </a:r>
                      <a:endParaRPr lang="ko-KR" altLang="en-US" sz="800" b="0" i="0" u="none" strike="noStrike" dirty="0">
                        <a:solidFill>
                          <a:srgbClr val="262626"/>
                        </a:solidFill>
                        <a:effectLst/>
                        <a:latin typeface="Rix고딕 L" panose="02020603020101020101" pitchFamily="18" charset="-127"/>
                        <a:ea typeface="Rix고딕 L" panose="02020603020101020101" pitchFamily="18" charset="-127"/>
                      </a:endParaRPr>
                    </a:p>
                  </a:txBody>
                  <a:tcPr marL="4157" marR="4157" marT="4157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u="none" strike="noStrike" dirty="0">
                          <a:effectLst/>
                          <a:latin typeface="Rix고딕 L" panose="02020603020101020101" pitchFamily="18" charset="-127"/>
                          <a:ea typeface="Rix고딕 L" panose="02020603020101020101" pitchFamily="18" charset="-127"/>
                        </a:rPr>
                        <a:t>13.01</a:t>
                      </a:r>
                      <a:r>
                        <a:rPr lang="en-US" altLang="ko-KR" sz="800" u="none" strike="noStrike" dirty="0" smtClean="0">
                          <a:effectLst/>
                          <a:latin typeface="Rix고딕 L" panose="02020603020101020101" pitchFamily="18" charset="-127"/>
                          <a:ea typeface="Rix고딕 L" panose="02020603020101020101" pitchFamily="18" charset="-127"/>
                        </a:rPr>
                        <a:t>~ 13.12</a:t>
                      </a:r>
                      <a:endParaRPr lang="en-US" altLang="ko-KR" sz="800" b="0" i="0" u="none" strike="noStrike" dirty="0">
                        <a:solidFill>
                          <a:srgbClr val="262626"/>
                        </a:solidFill>
                        <a:effectLst/>
                        <a:latin typeface="Rix고딕 L" panose="02020603020101020101" pitchFamily="18" charset="-127"/>
                        <a:ea typeface="Rix고딕 L" panose="02020603020101020101" pitchFamily="18" charset="-127"/>
                      </a:endParaRPr>
                    </a:p>
                  </a:txBody>
                  <a:tcPr marL="4157" marR="4157" marT="4157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u="none" strike="noStrike" dirty="0">
                          <a:effectLst/>
                          <a:latin typeface="Rix고딕 L" panose="02020603020101020101" pitchFamily="18" charset="-127"/>
                          <a:ea typeface="Rix고딕 L" panose="02020603020101020101" pitchFamily="18" charset="-127"/>
                        </a:rPr>
                        <a:t>이글루시큐리티</a:t>
                      </a:r>
                      <a:endParaRPr lang="ko-KR" altLang="en-US" sz="800" b="0" i="0" u="none" strike="noStrike" dirty="0">
                        <a:solidFill>
                          <a:srgbClr val="262626"/>
                        </a:solidFill>
                        <a:effectLst/>
                        <a:latin typeface="Rix고딕 L" panose="02020603020101020101" pitchFamily="18" charset="-127"/>
                        <a:ea typeface="Rix고딕 L" panose="02020603020101020101" pitchFamily="18" charset="-127"/>
                      </a:endParaRPr>
                    </a:p>
                  </a:txBody>
                  <a:tcPr marL="4157" marR="4157" marT="4157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u="none" strike="noStrike" dirty="0">
                          <a:effectLst/>
                          <a:latin typeface="Rix고딕 L" panose="02020603020101020101" pitchFamily="18" charset="-127"/>
                          <a:ea typeface="Rix고딕 L" panose="02020603020101020101" pitchFamily="18" charset="-127"/>
                        </a:rPr>
                        <a:t>447</a:t>
                      </a:r>
                      <a:endParaRPr lang="en-US" altLang="ko-KR" sz="800" b="0" i="0" u="none" strike="noStrike" dirty="0">
                        <a:solidFill>
                          <a:srgbClr val="262626"/>
                        </a:solidFill>
                        <a:effectLst/>
                        <a:latin typeface="Rix고딕 L" panose="02020603020101020101" pitchFamily="18" charset="-127"/>
                        <a:ea typeface="Rix고딕 L" panose="02020603020101020101" pitchFamily="18" charset="-127"/>
                      </a:endParaRPr>
                    </a:p>
                  </a:txBody>
                  <a:tcPr marL="4157" marR="4157" marT="4157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u="none" strike="noStrike" dirty="0">
                          <a:effectLst/>
                          <a:latin typeface="Rix고딕 L" panose="02020603020101020101" pitchFamily="18" charset="-127"/>
                          <a:ea typeface="Rix고딕 L" panose="02020603020101020101" pitchFamily="18" charset="-127"/>
                        </a:rPr>
                        <a:t>447</a:t>
                      </a:r>
                      <a:endParaRPr lang="en-US" altLang="ko-KR" sz="800" b="0" i="0" u="none" strike="noStrike" dirty="0">
                        <a:solidFill>
                          <a:srgbClr val="262626"/>
                        </a:solidFill>
                        <a:effectLst/>
                        <a:latin typeface="Rix고딕 L" panose="02020603020101020101" pitchFamily="18" charset="-127"/>
                        <a:ea typeface="Rix고딕 L" panose="02020603020101020101" pitchFamily="18" charset="-127"/>
                      </a:endParaRPr>
                    </a:p>
                  </a:txBody>
                  <a:tcPr marL="4157" marR="4157" marT="4157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u="none" strike="noStrike" dirty="0" smtClean="0">
                          <a:effectLst/>
                          <a:latin typeface="Rix고딕 L" panose="02020603020101020101" pitchFamily="18" charset="-127"/>
                          <a:ea typeface="Rix고딕 L" panose="02020603020101020101" pitchFamily="18" charset="-127"/>
                        </a:rPr>
                        <a:t>유지보수</a:t>
                      </a:r>
                      <a:endParaRPr lang="ko-KR" altLang="en-US" sz="800" b="0" i="0" u="none" strike="noStrike" dirty="0">
                        <a:solidFill>
                          <a:srgbClr val="262626"/>
                        </a:solidFill>
                        <a:effectLst/>
                        <a:latin typeface="Rix고딕 L" panose="02020603020101020101" pitchFamily="18" charset="-127"/>
                        <a:ea typeface="Rix고딕 L" panose="02020603020101020101" pitchFamily="18" charset="-127"/>
                      </a:endParaRPr>
                    </a:p>
                  </a:txBody>
                  <a:tcPr marL="4157" marR="4157" marT="4157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39919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u="none" strike="noStrike" kern="1200" dirty="0">
                          <a:solidFill>
                            <a:schemeClr val="dk1"/>
                          </a:solidFill>
                          <a:effectLst/>
                          <a:latin typeface="Rix고딕 L" panose="02020603020101020101" pitchFamily="18" charset="-127"/>
                          <a:ea typeface="Rix고딕 L" panose="02020603020101020101" pitchFamily="18" charset="-127"/>
                          <a:cs typeface="+mn-cs"/>
                        </a:rPr>
                        <a:t>27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u="none" strike="noStrike" dirty="0">
                          <a:effectLst/>
                          <a:latin typeface="Rix고딕 L" panose="02020603020101020101" pitchFamily="18" charset="-127"/>
                          <a:ea typeface="Rix고딕 L" panose="02020603020101020101" pitchFamily="18" charset="-127"/>
                        </a:rPr>
                        <a:t>2013</a:t>
                      </a:r>
                      <a:r>
                        <a:rPr lang="ko-KR" altLang="en-US" sz="800" u="none" strike="noStrike" dirty="0">
                          <a:effectLst/>
                          <a:latin typeface="Rix고딕 L" panose="02020603020101020101" pitchFamily="18" charset="-127"/>
                          <a:ea typeface="Rix고딕 L" panose="02020603020101020101" pitchFamily="18" charset="-127"/>
                        </a:rPr>
                        <a:t>년 보안통신인프라 운영지원 사업</a:t>
                      </a:r>
                      <a:endParaRPr lang="ko-KR" altLang="en-US" sz="800" b="0" i="0" u="none" strike="noStrike" dirty="0">
                        <a:solidFill>
                          <a:srgbClr val="262626"/>
                        </a:solidFill>
                        <a:effectLst/>
                        <a:latin typeface="Rix고딕 L" panose="02020603020101020101" pitchFamily="18" charset="-127"/>
                        <a:ea typeface="Rix고딕 L" panose="02020603020101020101" pitchFamily="18" charset="-127"/>
                      </a:endParaRPr>
                    </a:p>
                  </a:txBody>
                  <a:tcPr marL="4157" marR="4157" marT="4157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u="none" strike="noStrike" dirty="0">
                          <a:effectLst/>
                          <a:latin typeface="Rix고딕 L" panose="02020603020101020101" pitchFamily="18" charset="-127"/>
                          <a:ea typeface="Rix고딕 L" panose="02020603020101020101" pitchFamily="18" charset="-127"/>
                        </a:rPr>
                        <a:t>네트워크 유지보수</a:t>
                      </a:r>
                      <a:endParaRPr lang="ko-KR" altLang="en-US" sz="800" b="0" i="0" u="none" strike="noStrike" dirty="0">
                        <a:solidFill>
                          <a:srgbClr val="262626"/>
                        </a:solidFill>
                        <a:effectLst/>
                        <a:latin typeface="Rix고딕 L" panose="02020603020101020101" pitchFamily="18" charset="-127"/>
                        <a:ea typeface="Rix고딕 L" panose="02020603020101020101" pitchFamily="18" charset="-127"/>
                      </a:endParaRPr>
                    </a:p>
                  </a:txBody>
                  <a:tcPr marL="4157" marR="4157" marT="4157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u="none" strike="noStrike" dirty="0">
                          <a:effectLst/>
                          <a:latin typeface="Rix고딕 L" panose="02020603020101020101" pitchFamily="18" charset="-127"/>
                          <a:ea typeface="Rix고딕 L" panose="02020603020101020101" pitchFamily="18" charset="-127"/>
                        </a:rPr>
                        <a:t>13.01</a:t>
                      </a:r>
                      <a:r>
                        <a:rPr lang="en-US" altLang="ko-KR" sz="800" u="none" strike="noStrike" dirty="0" smtClean="0">
                          <a:effectLst/>
                          <a:latin typeface="Rix고딕 L" panose="02020603020101020101" pitchFamily="18" charset="-127"/>
                          <a:ea typeface="Rix고딕 L" panose="02020603020101020101" pitchFamily="18" charset="-127"/>
                        </a:rPr>
                        <a:t>~ 13.12</a:t>
                      </a:r>
                      <a:endParaRPr lang="en-US" altLang="ko-KR" sz="800" b="0" i="0" u="none" strike="noStrike" dirty="0">
                        <a:solidFill>
                          <a:srgbClr val="262626"/>
                        </a:solidFill>
                        <a:effectLst/>
                        <a:latin typeface="Rix고딕 L" panose="02020603020101020101" pitchFamily="18" charset="-127"/>
                        <a:ea typeface="Rix고딕 L" panose="02020603020101020101" pitchFamily="18" charset="-127"/>
                      </a:endParaRPr>
                    </a:p>
                  </a:txBody>
                  <a:tcPr marL="4157" marR="4157" marT="4157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u="none" strike="noStrike" dirty="0" smtClean="0">
                          <a:effectLst/>
                          <a:latin typeface="Rix고딕 L" panose="02020603020101020101" pitchFamily="18" charset="-127"/>
                          <a:ea typeface="Rix고딕 L" panose="02020603020101020101" pitchFamily="18" charset="-127"/>
                        </a:rPr>
                        <a:t>정부통합전산</a:t>
                      </a:r>
                      <a:endParaRPr lang="en-US" altLang="ko-KR" sz="800" u="none" strike="noStrike" dirty="0" smtClean="0">
                        <a:effectLst/>
                        <a:latin typeface="Rix고딕 L" panose="02020603020101020101" pitchFamily="18" charset="-127"/>
                        <a:ea typeface="Rix고딕 L" panose="02020603020101020101" pitchFamily="18" charset="-127"/>
                      </a:endParaRPr>
                    </a:p>
                    <a:p>
                      <a:pPr algn="ctr" rtl="0" fontAlgn="ctr"/>
                      <a:r>
                        <a:rPr lang="ko-KR" altLang="en-US" sz="800" u="none" strike="noStrike" dirty="0" smtClean="0">
                          <a:effectLst/>
                          <a:latin typeface="Rix고딕 L" panose="02020603020101020101" pitchFamily="18" charset="-127"/>
                          <a:ea typeface="Rix고딕 L" panose="02020603020101020101" pitchFamily="18" charset="-127"/>
                        </a:rPr>
                        <a:t>센터</a:t>
                      </a:r>
                      <a:endParaRPr lang="ko-KR" altLang="en-US" sz="800" b="0" i="0" u="none" strike="noStrike" dirty="0">
                        <a:solidFill>
                          <a:srgbClr val="262626"/>
                        </a:solidFill>
                        <a:effectLst/>
                        <a:latin typeface="Rix고딕 L" panose="02020603020101020101" pitchFamily="18" charset="-127"/>
                        <a:ea typeface="Rix고딕 L" panose="02020603020101020101" pitchFamily="18" charset="-127"/>
                      </a:endParaRPr>
                    </a:p>
                  </a:txBody>
                  <a:tcPr marL="4157" marR="4157" marT="4157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u="none" strike="noStrike" dirty="0">
                          <a:effectLst/>
                          <a:latin typeface="Rix고딕 L" panose="02020603020101020101" pitchFamily="18" charset="-127"/>
                          <a:ea typeface="Rix고딕 L" panose="02020603020101020101" pitchFamily="18" charset="-127"/>
                        </a:rPr>
                        <a:t>378</a:t>
                      </a:r>
                      <a:endParaRPr lang="en-US" altLang="ko-KR" sz="800" b="0" i="0" u="none" strike="noStrike" dirty="0">
                        <a:solidFill>
                          <a:srgbClr val="262626"/>
                        </a:solidFill>
                        <a:effectLst/>
                        <a:latin typeface="Rix고딕 L" panose="02020603020101020101" pitchFamily="18" charset="-127"/>
                        <a:ea typeface="Rix고딕 L" panose="02020603020101020101" pitchFamily="18" charset="-127"/>
                      </a:endParaRPr>
                    </a:p>
                  </a:txBody>
                  <a:tcPr marL="4157" marR="4157" marT="4157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u="none" strike="noStrike" dirty="0">
                          <a:effectLst/>
                          <a:latin typeface="Rix고딕 L" panose="02020603020101020101" pitchFamily="18" charset="-127"/>
                          <a:ea typeface="Rix고딕 L" panose="02020603020101020101" pitchFamily="18" charset="-127"/>
                        </a:rPr>
                        <a:t>378</a:t>
                      </a:r>
                      <a:endParaRPr lang="en-US" altLang="ko-KR" sz="800" b="0" i="0" u="none" strike="noStrike" dirty="0">
                        <a:solidFill>
                          <a:srgbClr val="262626"/>
                        </a:solidFill>
                        <a:effectLst/>
                        <a:latin typeface="Rix고딕 L" panose="02020603020101020101" pitchFamily="18" charset="-127"/>
                        <a:ea typeface="Rix고딕 L" panose="02020603020101020101" pitchFamily="18" charset="-127"/>
                      </a:endParaRPr>
                    </a:p>
                  </a:txBody>
                  <a:tcPr marL="4157" marR="4157" marT="4157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u="none" strike="noStrike" dirty="0" smtClean="0">
                          <a:effectLst/>
                          <a:latin typeface="Rix고딕 L" panose="02020603020101020101" pitchFamily="18" charset="-127"/>
                          <a:ea typeface="Rix고딕 L" panose="02020603020101020101" pitchFamily="18" charset="-127"/>
                        </a:rPr>
                        <a:t>유지보수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Rix고딕 L" panose="02020603020101020101" pitchFamily="18" charset="-127"/>
                        <a:ea typeface="Rix고딕 L" panose="02020603020101020101" pitchFamily="18" charset="-127"/>
                      </a:endParaRPr>
                    </a:p>
                  </a:txBody>
                  <a:tcPr marL="4157" marR="4157" marT="4157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39919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u="none" strike="noStrike" kern="1200" dirty="0">
                          <a:solidFill>
                            <a:schemeClr val="dk1"/>
                          </a:solidFill>
                          <a:effectLst/>
                          <a:latin typeface="Rix고딕 L" panose="02020603020101020101" pitchFamily="18" charset="-127"/>
                          <a:ea typeface="Rix고딕 L" panose="02020603020101020101" pitchFamily="18" charset="-127"/>
                          <a:cs typeface="+mn-cs"/>
                        </a:rPr>
                        <a:t>28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u="none" strike="noStrike" dirty="0">
                          <a:effectLst/>
                          <a:latin typeface="Rix고딕 L" panose="02020603020101020101" pitchFamily="18" charset="-127"/>
                          <a:ea typeface="Rix고딕 L" panose="02020603020101020101" pitchFamily="18" charset="-127"/>
                        </a:rPr>
                        <a:t>2013</a:t>
                      </a:r>
                      <a:r>
                        <a:rPr lang="ko-KR" altLang="en-US" sz="800" u="none" strike="noStrike" dirty="0">
                          <a:effectLst/>
                          <a:latin typeface="Rix고딕 L" panose="02020603020101020101" pitchFamily="18" charset="-127"/>
                          <a:ea typeface="Rix고딕 L" panose="02020603020101020101" pitchFamily="18" charset="-127"/>
                        </a:rPr>
                        <a:t>년 보안통신인프라 운영지원 사업관리</a:t>
                      </a:r>
                      <a:endParaRPr lang="ko-KR" altLang="en-US" sz="800" b="0" i="0" u="none" strike="noStrike" dirty="0">
                        <a:solidFill>
                          <a:srgbClr val="262626"/>
                        </a:solidFill>
                        <a:effectLst/>
                        <a:latin typeface="Rix고딕 L" panose="02020603020101020101" pitchFamily="18" charset="-127"/>
                        <a:ea typeface="Rix고딕 L" panose="02020603020101020101" pitchFamily="18" charset="-127"/>
                      </a:endParaRPr>
                    </a:p>
                  </a:txBody>
                  <a:tcPr marL="4157" marR="4157" marT="4157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u="none" strike="noStrike" dirty="0">
                          <a:effectLst/>
                          <a:latin typeface="Rix고딕 L" panose="02020603020101020101" pitchFamily="18" charset="-127"/>
                          <a:ea typeface="Rix고딕 L" panose="02020603020101020101" pitchFamily="18" charset="-127"/>
                        </a:rPr>
                        <a:t>네트워크 유지보수</a:t>
                      </a:r>
                      <a:endParaRPr lang="ko-KR" altLang="en-US" sz="800" b="0" i="0" u="none" strike="noStrike" dirty="0">
                        <a:solidFill>
                          <a:srgbClr val="262626"/>
                        </a:solidFill>
                        <a:effectLst/>
                        <a:latin typeface="Rix고딕 L" panose="02020603020101020101" pitchFamily="18" charset="-127"/>
                        <a:ea typeface="Rix고딕 L" panose="02020603020101020101" pitchFamily="18" charset="-127"/>
                      </a:endParaRPr>
                    </a:p>
                  </a:txBody>
                  <a:tcPr marL="4157" marR="4157" marT="4157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u="none" strike="noStrike" dirty="0">
                          <a:effectLst/>
                          <a:latin typeface="Rix고딕 L" panose="02020603020101020101" pitchFamily="18" charset="-127"/>
                          <a:ea typeface="Rix고딕 L" panose="02020603020101020101" pitchFamily="18" charset="-127"/>
                        </a:rPr>
                        <a:t>13.01</a:t>
                      </a:r>
                      <a:r>
                        <a:rPr lang="en-US" altLang="ko-KR" sz="800" u="none" strike="noStrike" dirty="0" smtClean="0">
                          <a:effectLst/>
                          <a:latin typeface="Rix고딕 L" panose="02020603020101020101" pitchFamily="18" charset="-127"/>
                          <a:ea typeface="Rix고딕 L" panose="02020603020101020101" pitchFamily="18" charset="-127"/>
                        </a:rPr>
                        <a:t>~ 13.12</a:t>
                      </a:r>
                      <a:endParaRPr lang="en-US" altLang="ko-KR" sz="800" b="0" i="0" u="none" strike="noStrike" dirty="0">
                        <a:solidFill>
                          <a:srgbClr val="262626"/>
                        </a:solidFill>
                        <a:effectLst/>
                        <a:latin typeface="Rix고딕 L" panose="02020603020101020101" pitchFamily="18" charset="-127"/>
                        <a:ea typeface="Rix고딕 L" panose="02020603020101020101" pitchFamily="18" charset="-127"/>
                      </a:endParaRPr>
                    </a:p>
                  </a:txBody>
                  <a:tcPr marL="4157" marR="4157" marT="4157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u="none" strike="noStrike" dirty="0">
                          <a:effectLst/>
                          <a:latin typeface="Rix고딕 L" panose="02020603020101020101" pitchFamily="18" charset="-127"/>
                          <a:ea typeface="Rix고딕 L" panose="02020603020101020101" pitchFamily="18" charset="-127"/>
                        </a:rPr>
                        <a:t>씨그널정보통신</a:t>
                      </a:r>
                      <a:endParaRPr lang="ko-KR" altLang="en-US" sz="800" b="0" i="0" u="none" strike="noStrike" dirty="0">
                        <a:solidFill>
                          <a:srgbClr val="262626"/>
                        </a:solidFill>
                        <a:effectLst/>
                        <a:latin typeface="Rix고딕 L" panose="02020603020101020101" pitchFamily="18" charset="-127"/>
                        <a:ea typeface="Rix고딕 L" panose="02020603020101020101" pitchFamily="18" charset="-127"/>
                      </a:endParaRPr>
                    </a:p>
                  </a:txBody>
                  <a:tcPr marL="4157" marR="4157" marT="4157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u="none" strike="noStrike" dirty="0">
                          <a:effectLst/>
                          <a:latin typeface="Rix고딕 L" panose="02020603020101020101" pitchFamily="18" charset="-127"/>
                          <a:ea typeface="Rix고딕 L" panose="02020603020101020101" pitchFamily="18" charset="-127"/>
                        </a:rPr>
                        <a:t>32</a:t>
                      </a:r>
                      <a:endParaRPr lang="en-US" altLang="ko-KR" sz="800" b="0" i="0" u="none" strike="noStrike" dirty="0">
                        <a:solidFill>
                          <a:srgbClr val="262626"/>
                        </a:solidFill>
                        <a:effectLst/>
                        <a:latin typeface="Rix고딕 L" panose="02020603020101020101" pitchFamily="18" charset="-127"/>
                        <a:ea typeface="Rix고딕 L" panose="02020603020101020101" pitchFamily="18" charset="-127"/>
                      </a:endParaRPr>
                    </a:p>
                  </a:txBody>
                  <a:tcPr marL="4157" marR="4157" marT="4157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u="none" strike="noStrike" dirty="0">
                          <a:effectLst/>
                          <a:latin typeface="Rix고딕 L" panose="02020603020101020101" pitchFamily="18" charset="-127"/>
                          <a:ea typeface="Rix고딕 L" panose="02020603020101020101" pitchFamily="18" charset="-127"/>
                        </a:rPr>
                        <a:t>32</a:t>
                      </a:r>
                      <a:endParaRPr lang="en-US" altLang="ko-KR" sz="800" b="0" i="0" u="none" strike="noStrike" dirty="0">
                        <a:solidFill>
                          <a:srgbClr val="262626"/>
                        </a:solidFill>
                        <a:effectLst/>
                        <a:latin typeface="Rix고딕 L" panose="02020603020101020101" pitchFamily="18" charset="-127"/>
                        <a:ea typeface="Rix고딕 L" panose="02020603020101020101" pitchFamily="18" charset="-127"/>
                      </a:endParaRPr>
                    </a:p>
                  </a:txBody>
                  <a:tcPr marL="4157" marR="4157" marT="4157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u="none" strike="noStrike" dirty="0" smtClean="0">
                          <a:effectLst/>
                          <a:latin typeface="Rix고딕 L" panose="02020603020101020101" pitchFamily="18" charset="-127"/>
                          <a:ea typeface="Rix고딕 L" panose="02020603020101020101" pitchFamily="18" charset="-127"/>
                        </a:rPr>
                        <a:t>유지보수</a:t>
                      </a:r>
                      <a:endParaRPr lang="ko-KR" altLang="en-US" sz="800" b="0" i="0" u="none" strike="noStrike" dirty="0">
                        <a:solidFill>
                          <a:srgbClr val="262626"/>
                        </a:solidFill>
                        <a:effectLst/>
                        <a:latin typeface="Rix고딕 L" panose="02020603020101020101" pitchFamily="18" charset="-127"/>
                        <a:ea typeface="Rix고딕 L" panose="02020603020101020101" pitchFamily="18" charset="-127"/>
                      </a:endParaRPr>
                    </a:p>
                  </a:txBody>
                  <a:tcPr marL="4157" marR="4157" marT="4157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339919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Rix고딕 L" panose="02020603020101020101" pitchFamily="18" charset="-127"/>
                          <a:ea typeface="Rix고딕 L" panose="02020603020101020101" pitchFamily="18" charset="-127"/>
                          <a:cs typeface="+mn-cs"/>
                        </a:rPr>
                        <a:t>29</a:t>
                      </a:r>
                      <a:endParaRPr lang="en-US" altLang="ko-KR" sz="800" u="none" strike="noStrike" kern="1200" dirty="0">
                        <a:solidFill>
                          <a:schemeClr val="dk1"/>
                        </a:solidFill>
                        <a:effectLst/>
                        <a:latin typeface="Rix고딕 L" panose="02020603020101020101" pitchFamily="18" charset="-127"/>
                        <a:ea typeface="Rix고딕 L" panose="02020603020101020101" pitchFamily="18" charset="-127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u="none" strike="noStrike" dirty="0">
                          <a:effectLst/>
                          <a:latin typeface="Rix고딕 L" panose="02020603020101020101" pitchFamily="18" charset="-127"/>
                          <a:ea typeface="Rix고딕 L" panose="02020603020101020101" pitchFamily="18" charset="-127"/>
                        </a:rPr>
                        <a:t>정부통합전산센터</a:t>
                      </a:r>
                      <a:r>
                        <a:rPr lang="en-US" altLang="ko-KR" sz="800" u="none" strike="noStrike" dirty="0">
                          <a:effectLst/>
                          <a:latin typeface="Rix고딕 L" panose="02020603020101020101" pitchFamily="18" charset="-127"/>
                          <a:ea typeface="Rix고딕 L" panose="02020603020101020101" pitchFamily="18" charset="-127"/>
                        </a:rPr>
                        <a:t>_2013</a:t>
                      </a:r>
                      <a:r>
                        <a:rPr lang="ko-KR" altLang="en-US" sz="800" u="none" strike="noStrike" dirty="0">
                          <a:effectLst/>
                          <a:latin typeface="Rix고딕 L" panose="02020603020101020101" pitchFamily="18" charset="-127"/>
                          <a:ea typeface="Rix고딕 L" panose="02020603020101020101" pitchFamily="18" charset="-127"/>
                        </a:rPr>
                        <a:t>년 보안통신인프라 </a:t>
                      </a:r>
                      <a:endParaRPr lang="en-US" altLang="ko-KR" sz="800" u="none" strike="noStrike" dirty="0" smtClean="0">
                        <a:effectLst/>
                        <a:latin typeface="Rix고딕 L" panose="02020603020101020101" pitchFamily="18" charset="-127"/>
                        <a:ea typeface="Rix고딕 L" panose="02020603020101020101" pitchFamily="18" charset="-127"/>
                      </a:endParaRPr>
                    </a:p>
                    <a:p>
                      <a:pPr algn="ctr" rtl="0" fontAlgn="ctr"/>
                      <a:r>
                        <a:rPr lang="ko-KR" altLang="en-US" sz="800" u="none" strike="noStrike" dirty="0" smtClean="0">
                          <a:effectLst/>
                          <a:latin typeface="Rix고딕 L" panose="02020603020101020101" pitchFamily="18" charset="-127"/>
                          <a:ea typeface="Rix고딕 L" panose="02020603020101020101" pitchFamily="18" charset="-127"/>
                        </a:rPr>
                        <a:t>운영지원</a:t>
                      </a:r>
                      <a:endParaRPr lang="ko-KR" altLang="en-US" sz="800" b="0" i="0" u="none" strike="noStrike" dirty="0">
                        <a:solidFill>
                          <a:srgbClr val="262626"/>
                        </a:solidFill>
                        <a:effectLst/>
                        <a:latin typeface="Rix고딕 L" panose="02020603020101020101" pitchFamily="18" charset="-127"/>
                        <a:ea typeface="Rix고딕 L" panose="02020603020101020101" pitchFamily="18" charset="-127"/>
                      </a:endParaRPr>
                    </a:p>
                  </a:txBody>
                  <a:tcPr marL="4157" marR="4157" marT="4157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u="none" strike="noStrike" dirty="0">
                          <a:effectLst/>
                          <a:latin typeface="Rix고딕 L" panose="02020603020101020101" pitchFamily="18" charset="-127"/>
                          <a:ea typeface="Rix고딕 L" panose="02020603020101020101" pitchFamily="18" charset="-127"/>
                        </a:rPr>
                        <a:t>네트워크 유지보수</a:t>
                      </a:r>
                      <a:endParaRPr lang="ko-KR" altLang="en-US" sz="800" b="0" i="0" u="none" strike="noStrike" dirty="0">
                        <a:solidFill>
                          <a:srgbClr val="262626"/>
                        </a:solidFill>
                        <a:effectLst/>
                        <a:latin typeface="Rix고딕 L" panose="02020603020101020101" pitchFamily="18" charset="-127"/>
                        <a:ea typeface="Rix고딕 L" panose="02020603020101020101" pitchFamily="18" charset="-127"/>
                      </a:endParaRPr>
                    </a:p>
                  </a:txBody>
                  <a:tcPr marL="4157" marR="4157" marT="4157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u="none" strike="noStrike" dirty="0">
                          <a:effectLst/>
                          <a:latin typeface="Rix고딕 L" panose="02020603020101020101" pitchFamily="18" charset="-127"/>
                          <a:ea typeface="Rix고딕 L" panose="02020603020101020101" pitchFamily="18" charset="-127"/>
                        </a:rPr>
                        <a:t>13.01</a:t>
                      </a:r>
                      <a:r>
                        <a:rPr lang="en-US" altLang="ko-KR" sz="800" u="none" strike="noStrike" dirty="0" smtClean="0">
                          <a:effectLst/>
                          <a:latin typeface="Rix고딕 L" panose="02020603020101020101" pitchFamily="18" charset="-127"/>
                          <a:ea typeface="Rix고딕 L" panose="02020603020101020101" pitchFamily="18" charset="-127"/>
                        </a:rPr>
                        <a:t>~ 13.12</a:t>
                      </a:r>
                      <a:endParaRPr lang="en-US" altLang="ko-KR" sz="800" b="0" i="0" u="none" strike="noStrike" dirty="0">
                        <a:solidFill>
                          <a:srgbClr val="262626"/>
                        </a:solidFill>
                        <a:effectLst/>
                        <a:latin typeface="Rix고딕 L" panose="02020603020101020101" pitchFamily="18" charset="-127"/>
                        <a:ea typeface="Rix고딕 L" panose="02020603020101020101" pitchFamily="18" charset="-127"/>
                      </a:endParaRPr>
                    </a:p>
                  </a:txBody>
                  <a:tcPr marL="4157" marR="4157" marT="4157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u="none" strike="noStrike" dirty="0" smtClean="0">
                          <a:effectLst/>
                          <a:latin typeface="Rix고딕 L" panose="02020603020101020101" pitchFamily="18" charset="-127"/>
                          <a:ea typeface="Rix고딕 L" panose="02020603020101020101" pitchFamily="18" charset="-127"/>
                        </a:rPr>
                        <a:t>정부통합전산</a:t>
                      </a:r>
                      <a:endParaRPr lang="en-US" altLang="ko-KR" sz="800" u="none" strike="noStrike" dirty="0" smtClean="0">
                        <a:effectLst/>
                        <a:latin typeface="Rix고딕 L" panose="02020603020101020101" pitchFamily="18" charset="-127"/>
                        <a:ea typeface="Rix고딕 L" panose="02020603020101020101" pitchFamily="18" charset="-127"/>
                      </a:endParaRPr>
                    </a:p>
                    <a:p>
                      <a:pPr algn="ctr" rtl="0" fontAlgn="ctr"/>
                      <a:r>
                        <a:rPr lang="ko-KR" altLang="en-US" sz="800" u="none" strike="noStrike" dirty="0" smtClean="0">
                          <a:effectLst/>
                          <a:latin typeface="Rix고딕 L" panose="02020603020101020101" pitchFamily="18" charset="-127"/>
                          <a:ea typeface="Rix고딕 L" panose="02020603020101020101" pitchFamily="18" charset="-127"/>
                        </a:rPr>
                        <a:t>센터</a:t>
                      </a:r>
                      <a:endParaRPr lang="ko-KR" altLang="en-US" sz="800" b="0" i="0" u="none" strike="noStrike" dirty="0">
                        <a:solidFill>
                          <a:srgbClr val="262626"/>
                        </a:solidFill>
                        <a:effectLst/>
                        <a:latin typeface="Rix고딕 L" panose="02020603020101020101" pitchFamily="18" charset="-127"/>
                        <a:ea typeface="Rix고딕 L" panose="02020603020101020101" pitchFamily="18" charset="-127"/>
                      </a:endParaRPr>
                    </a:p>
                  </a:txBody>
                  <a:tcPr marL="4157" marR="4157" marT="4157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u="none" strike="noStrike" dirty="0">
                          <a:effectLst/>
                          <a:latin typeface="Rix고딕 L" panose="02020603020101020101" pitchFamily="18" charset="-127"/>
                          <a:ea typeface="Rix고딕 L" panose="02020603020101020101" pitchFamily="18" charset="-127"/>
                        </a:rPr>
                        <a:t>18</a:t>
                      </a:r>
                      <a:endParaRPr lang="en-US" altLang="ko-KR" sz="800" b="0" i="0" u="none" strike="noStrike" dirty="0">
                        <a:solidFill>
                          <a:srgbClr val="262626"/>
                        </a:solidFill>
                        <a:effectLst/>
                        <a:latin typeface="Rix고딕 L" panose="02020603020101020101" pitchFamily="18" charset="-127"/>
                        <a:ea typeface="Rix고딕 L" panose="02020603020101020101" pitchFamily="18" charset="-127"/>
                      </a:endParaRPr>
                    </a:p>
                  </a:txBody>
                  <a:tcPr marL="4157" marR="4157" marT="4157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u="none" strike="noStrike" dirty="0">
                          <a:effectLst/>
                          <a:latin typeface="Rix고딕 L" panose="02020603020101020101" pitchFamily="18" charset="-127"/>
                          <a:ea typeface="Rix고딕 L" panose="02020603020101020101" pitchFamily="18" charset="-127"/>
                        </a:rPr>
                        <a:t>18</a:t>
                      </a:r>
                      <a:endParaRPr lang="en-US" altLang="ko-KR" sz="800" b="0" i="0" u="none" strike="noStrike" dirty="0">
                        <a:solidFill>
                          <a:srgbClr val="262626"/>
                        </a:solidFill>
                        <a:effectLst/>
                        <a:latin typeface="Rix고딕 L" panose="02020603020101020101" pitchFamily="18" charset="-127"/>
                        <a:ea typeface="Rix고딕 L" panose="02020603020101020101" pitchFamily="18" charset="-127"/>
                      </a:endParaRPr>
                    </a:p>
                  </a:txBody>
                  <a:tcPr marL="4157" marR="4157" marT="4157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u="none" strike="noStrike" dirty="0" smtClean="0">
                          <a:effectLst/>
                          <a:latin typeface="Rix고딕 L" panose="02020603020101020101" pitchFamily="18" charset="-127"/>
                          <a:ea typeface="Rix고딕 L" panose="02020603020101020101" pitchFamily="18" charset="-127"/>
                        </a:rPr>
                        <a:t>유지보수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Rix고딕 L" panose="02020603020101020101" pitchFamily="18" charset="-127"/>
                        <a:ea typeface="Rix고딕 L" panose="02020603020101020101" pitchFamily="18" charset="-127"/>
                      </a:endParaRPr>
                    </a:p>
                  </a:txBody>
                  <a:tcPr marL="4157" marR="4157" marT="4157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82229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/>
        </p:nvSpPr>
        <p:spPr>
          <a:xfrm>
            <a:off x="0" y="307090"/>
            <a:ext cx="10693400" cy="46218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 cap="rnd" cmpd="sng">
            <a:noFill/>
            <a:prstDash val="solid"/>
            <a:headEnd type="none" w="lg" len="med"/>
            <a:tailEnd type="none" w="lg" len="med"/>
          </a:ln>
          <a:effectLst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none" lIns="99569" tIns="172873" rIns="99569" bIns="49785"/>
          <a:lstStyle/>
          <a:p>
            <a:pPr algn="ctr" latinLnBrk="0"/>
            <a:endParaRPr lang="ko-KR" altLang="en-US" sz="1700" b="1" dirty="0">
              <a:gradFill>
                <a:gsLst>
                  <a:gs pos="0">
                    <a:prstClr val="white"/>
                  </a:gs>
                  <a:gs pos="100000">
                    <a:prstClr val="white"/>
                  </a:gs>
                </a:gsLst>
                <a:lin ang="5400000" scaled="0"/>
              </a:gra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고도 B" panose="02000503000000020004" pitchFamily="2" charset="-127"/>
              <a:ea typeface="고도 B" panose="02000503000000020004" pitchFamily="2" charset="-127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47918" y="357032"/>
            <a:ext cx="8148382" cy="369332"/>
          </a:xfrm>
          <a:prstGeom prst="rect">
            <a:avLst/>
          </a:prstGeom>
          <a:noFill/>
          <a:ln w="6350">
            <a:noFill/>
          </a:ln>
          <a:effectLst/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 anchorCtr="0">
            <a:spAutoFit/>
            <a:sp3d>
              <a:bevelT w="0" h="0"/>
              <a:contourClr>
                <a:schemeClr val="bg1"/>
              </a:contourClr>
            </a:sp3d>
          </a:bodyPr>
          <a:lstStyle>
            <a:defPPr>
              <a:defRPr lang="ko-KR"/>
            </a:defPPr>
            <a:lvl1pPr lvl="0" indent="0" defTabSz="801639" latinLnBrk="0">
              <a:lnSpc>
                <a:spcPct val="100000"/>
              </a:lnSpc>
              <a:spcBef>
                <a:spcPts val="88"/>
              </a:spcBef>
              <a:spcAft>
                <a:spcPts val="88"/>
              </a:spcAft>
              <a:defRPr sz="2400" spc="0">
                <a:ln>
                  <a:solidFill>
                    <a:prstClr val="white">
                      <a:alpha val="10000"/>
                    </a:prstClr>
                  </a:solidFill>
                </a:ln>
                <a:solidFill>
                  <a:prstClr val="white"/>
                </a:solidFill>
                <a:effectLst/>
                <a:latin typeface="나눔고딕 ExtraBold" panose="020D0904000000000000" pitchFamily="50" charset="-127"/>
                <a:ea typeface="나눔고딕 ExtraBold" panose="020D0904000000000000" pitchFamily="50" charset="-127"/>
              </a:defRPr>
            </a:lvl1pPr>
          </a:lstStyle>
          <a:p>
            <a:r>
              <a:rPr lang="en-US" altLang="ko-KR" spc="-150" dirty="0" smtClean="0">
                <a:solidFill>
                  <a:schemeClr val="tx1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Q18. </a:t>
            </a:r>
            <a:r>
              <a:rPr lang="ko-KR" altLang="en-US" spc="-150" dirty="0" smtClean="0">
                <a:solidFill>
                  <a:schemeClr val="tx1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네트워크 장비 </a:t>
            </a:r>
            <a:r>
              <a:rPr lang="en-US" altLang="ko-KR" spc="-150" dirty="0" smtClean="0">
                <a:solidFill>
                  <a:schemeClr val="tx1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Green IT </a:t>
            </a:r>
            <a:r>
              <a:rPr lang="ko-KR" altLang="en-US" spc="-150" dirty="0" smtClean="0">
                <a:solidFill>
                  <a:schemeClr val="tx1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지원</a:t>
            </a:r>
            <a:endParaRPr lang="ko-KR" altLang="en-US" spc="-150" dirty="0">
              <a:solidFill>
                <a:schemeClr val="tx1"/>
              </a:solidFill>
              <a:latin typeface="Rix모던고딕 B" panose="02020603020101020101" pitchFamily="18" charset="-127"/>
              <a:ea typeface="Rix모던고딕 B" panose="02020603020101020101" pitchFamily="18" charset="-127"/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0" y="776869"/>
            <a:ext cx="10693400" cy="750006"/>
          </a:xfrm>
          <a:prstGeom prst="rect">
            <a:avLst/>
          </a:prstGeom>
          <a:solidFill>
            <a:srgbClr val="2F6495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 lang="ko-KR" alt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150411" y="834545"/>
            <a:ext cx="10043857" cy="596189"/>
          </a:xfrm>
          <a:prstGeom prst="rect">
            <a:avLst/>
          </a:prstGeom>
          <a:noFill/>
          <a:ln w="6350">
            <a:noFill/>
          </a:ln>
          <a:effectLst/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 anchorCtr="0">
            <a:spAutoFit/>
            <a:sp3d>
              <a:bevelT w="0" h="0"/>
              <a:contourClr>
                <a:schemeClr val="bg1"/>
              </a:contourClr>
            </a:sp3d>
          </a:bodyPr>
          <a:lstStyle>
            <a:defPPr>
              <a:defRPr lang="ko-KR"/>
            </a:defPPr>
            <a:lvl1pPr lvl="0" indent="0" defTabSz="801639" latinLnBrk="0">
              <a:lnSpc>
                <a:spcPct val="100000"/>
              </a:lnSpc>
              <a:spcBef>
                <a:spcPts val="88"/>
              </a:spcBef>
              <a:spcAft>
                <a:spcPts val="88"/>
              </a:spcAft>
              <a:defRPr sz="2400" spc="0">
                <a:ln>
                  <a:solidFill>
                    <a:prstClr val="white">
                      <a:alpha val="10000"/>
                    </a:prstClr>
                  </a:solidFill>
                </a:ln>
                <a:solidFill>
                  <a:prstClr val="white"/>
                </a:solidFill>
                <a:effectLst/>
                <a:latin typeface="나눔고딕 ExtraBold" panose="020D0904000000000000" pitchFamily="50" charset="-127"/>
                <a:ea typeface="나눔고딕 ExtraBold" panose="020D0904000000000000" pitchFamily="50" charset="-127"/>
              </a:defRPr>
            </a:lvl1pPr>
          </a:lstStyle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800" spc="-100" dirty="0">
                <a:solidFill>
                  <a:schemeClr val="bg1"/>
                </a:solidFill>
                <a:latin typeface="Rix고딕 M" pitchFamily="18" charset="-127"/>
                <a:ea typeface="Rix고딕 M" pitchFamily="18" charset="-127"/>
              </a:rPr>
              <a:t>제안사는 이번 국방전산정보원 내 구축되는 시스템을 저전력 고효율 및 효율적인 전원 관리 기술을 갖춘 제품으로 구성하여 전력 낭비를 최소화하고</a:t>
            </a:r>
            <a:r>
              <a:rPr lang="en-US" altLang="ko-KR" sz="1800" spc="-100" dirty="0">
                <a:solidFill>
                  <a:schemeClr val="bg1"/>
                </a:solidFill>
                <a:latin typeface="Rix고딕 M" pitchFamily="18" charset="-127"/>
                <a:ea typeface="Rix고딕 M" pitchFamily="18" charset="-127"/>
              </a:rPr>
              <a:t>, </a:t>
            </a:r>
            <a:r>
              <a:rPr lang="ko-KR" altLang="en-US" sz="1800" spc="-100" dirty="0">
                <a:solidFill>
                  <a:schemeClr val="bg1"/>
                </a:solidFill>
                <a:latin typeface="Rix고딕 M" pitchFamily="18" charset="-127"/>
                <a:ea typeface="Rix고딕 M" pitchFamily="18" charset="-127"/>
              </a:rPr>
              <a:t>발열 및 탄소 배출량을 감축하여 에너지 절약과 환경보호를 실천합니다</a:t>
            </a:r>
            <a:r>
              <a:rPr lang="en-US" altLang="ko-KR" sz="1800" spc="-100" dirty="0">
                <a:solidFill>
                  <a:schemeClr val="bg1"/>
                </a:solidFill>
                <a:latin typeface="Rix고딕 M" pitchFamily="18" charset="-127"/>
                <a:ea typeface="Rix고딕 M" pitchFamily="18" charset="-127"/>
              </a:rPr>
              <a:t>.</a:t>
            </a:r>
          </a:p>
        </p:txBody>
      </p:sp>
      <p:graphicFrame>
        <p:nvGraphicFramePr>
          <p:cNvPr id="35" name="Group 87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2152343"/>
              </p:ext>
            </p:extLst>
          </p:nvPr>
        </p:nvGraphicFramePr>
        <p:xfrm>
          <a:off x="1035865" y="5477155"/>
          <a:ext cx="7793809" cy="1673752"/>
        </p:xfrm>
        <a:graphic>
          <a:graphicData uri="http://schemas.openxmlformats.org/drawingml/2006/table">
            <a:tbl>
              <a:tblPr/>
              <a:tblGrid>
                <a:gridCol w="1602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912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2979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1018854" rtl="0" eaLnBrk="1" fontAlgn="ctr" latinLnBrk="0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Clr>
                          <a:srgbClr val="808080"/>
                        </a:buClr>
                        <a:buSzPct val="80000"/>
                        <a:buFont typeface="Wingdings 2" pitchFamily="18" charset="2"/>
                        <a:buNone/>
                        <a:tabLst/>
                        <a:defRPr/>
                      </a:pPr>
                      <a:r>
                        <a:rPr kumimoji="1" lang="ko-KR" altLang="en-US" sz="1200" kern="1200" dirty="0" smtClean="0">
                          <a:solidFill>
                            <a:prstClr val="black"/>
                          </a:solidFill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한컴돋움" charset="2"/>
                        </a:rPr>
                        <a:t>구분</a:t>
                      </a:r>
                    </a:p>
                  </a:txBody>
                  <a:tcPr marL="63491" marR="63491" marT="65378" marB="65378" anchor="ctr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1018854" rtl="0" eaLnBrk="1" fontAlgn="ctr" latinLnBrk="0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Clr>
                          <a:srgbClr val="808080"/>
                        </a:buClr>
                        <a:buSzPct val="80000"/>
                        <a:buFont typeface="Wingdings 2" pitchFamily="18" charset="2"/>
                        <a:buNone/>
                        <a:tabLst/>
                        <a:defRPr/>
                      </a:pPr>
                      <a:r>
                        <a:rPr kumimoji="1" lang="en-US" altLang="ko-KR" sz="1400" kern="1200" dirty="0" smtClean="0">
                          <a:solidFill>
                            <a:prstClr val="black"/>
                          </a:solidFill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한컴돋움" charset="2"/>
                        </a:rPr>
                        <a:t>Green IT </a:t>
                      </a:r>
                      <a:r>
                        <a:rPr kumimoji="1" lang="ko-KR" altLang="en-US" sz="1400" kern="1200" dirty="0" smtClean="0">
                          <a:solidFill>
                            <a:prstClr val="black"/>
                          </a:solidFill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한컴돋움" charset="2"/>
                        </a:rPr>
                        <a:t>지원 내용</a:t>
                      </a:r>
                    </a:p>
                  </a:txBody>
                  <a:tcPr marL="63491" marR="63491" marT="65378" marB="65378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49125">
                <a:tc>
                  <a:txBody>
                    <a:bodyPr/>
                    <a:lstStyle>
                      <a:lvl1pPr marL="122238" indent="-30163" defTabSz="839788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defTabSz="839788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defTabSz="839788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defTabSz="839788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defTabSz="839788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defTabSz="83978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defTabSz="83978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defTabSz="83978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defTabSz="83978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85725" marR="0" lvl="0" indent="-85725" algn="l" defTabSz="1018854" rtl="0" eaLnBrk="1" fontAlgn="ctr" latinLnBrk="0" hangingPunct="1">
                        <a:lnSpc>
                          <a:spcPct val="98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Clr>
                          <a:srgbClr val="808080"/>
                        </a:buClr>
                        <a:buSzPct val="80000"/>
                        <a:buFont typeface="Wingdings 2" pitchFamily="18" charset="2"/>
                        <a:buChar char="¡"/>
                        <a:tabLst/>
                      </a:pPr>
                      <a:endParaRPr kumimoji="1" lang="en-US" altLang="ko-KR" sz="1100" kern="1200" dirty="0" smtClean="0">
                        <a:solidFill>
                          <a:prstClr val="black"/>
                        </a:solidFill>
                        <a:latin typeface="KoPub돋움체 Light" panose="02020603020101020101" pitchFamily="18" charset="-127"/>
                        <a:ea typeface="KoPub돋움체 Light" panose="02020603020101020101" pitchFamily="18" charset="-127"/>
                        <a:cs typeface="한컴돋움" charset="2"/>
                      </a:endParaRPr>
                    </a:p>
                  </a:txBody>
                  <a:tcPr marL="63491" marR="63491" marT="65378" marB="65378" anchor="ctr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180975" indent="-88900" defTabSz="839788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defTabSz="839788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defTabSz="839788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defTabSz="839788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defTabSz="839788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defTabSz="83978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defTabSz="83978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defTabSz="83978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defTabSz="83978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85725" marR="0" lvl="1" indent="-85725" algn="l" defTabSz="1018854" rtl="0" eaLnBrk="0" fontAlgn="ctr" latinLnBrk="0" hangingPunct="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Clr>
                          <a:srgbClr val="808080"/>
                        </a:buClr>
                        <a:buSzPct val="80000"/>
                        <a:buFont typeface="Wingdings 2" pitchFamily="18" charset="2"/>
                        <a:buChar char="¡"/>
                        <a:tabLst/>
                        <a:defRPr/>
                      </a:pPr>
                      <a:r>
                        <a:rPr kumimoji="1" lang="ko-KR" altLang="en-US" sz="1200" kern="1200" dirty="0" smtClean="0">
                          <a:solidFill>
                            <a:prstClr val="black"/>
                          </a:solidFill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한컴돋움" charset="2"/>
                        </a:rPr>
                        <a:t>유럽연합</a:t>
                      </a:r>
                      <a:r>
                        <a:rPr kumimoji="1" lang="en-US" altLang="ko-KR" sz="1200" kern="1200" dirty="0" smtClean="0">
                          <a:solidFill>
                            <a:prstClr val="black"/>
                          </a:solidFill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한컴돋움" charset="2"/>
                        </a:rPr>
                        <a:t>(EU) WEEE </a:t>
                      </a:r>
                      <a:r>
                        <a:rPr kumimoji="1" lang="ko-KR" altLang="en-US" sz="1200" kern="1200" dirty="0" smtClean="0">
                          <a:solidFill>
                            <a:prstClr val="black"/>
                          </a:solidFill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한컴돋움" charset="2"/>
                        </a:rPr>
                        <a:t>지침 준수를 통한 폐제품 회수 및 재활용 재생 가능</a:t>
                      </a:r>
                      <a:endParaRPr kumimoji="1" lang="en-US" altLang="ko-KR" sz="1200" kern="1200" dirty="0" smtClean="0">
                        <a:solidFill>
                          <a:prstClr val="black"/>
                        </a:solidFill>
                        <a:latin typeface="KoPub돋움체 Light" panose="02020603020101020101" pitchFamily="18" charset="-127"/>
                        <a:ea typeface="KoPub돋움체 Light" panose="02020603020101020101" pitchFamily="18" charset="-127"/>
                        <a:cs typeface="한컴돋움" charset="2"/>
                      </a:endParaRPr>
                    </a:p>
                    <a:p>
                      <a:pPr marL="0" marR="0" lvl="2" indent="0" algn="l" defTabSz="1018854" rtl="0" eaLnBrk="0" fontAlgn="ctr" latinLnBrk="0" hangingPunct="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Clr>
                          <a:srgbClr val="808080"/>
                        </a:buClr>
                        <a:buSzPct val="80000"/>
                        <a:buFont typeface="Wingdings 2" pitchFamily="18" charset="2"/>
                        <a:buNone/>
                        <a:tabLst/>
                        <a:defRPr/>
                      </a:pPr>
                      <a:r>
                        <a:rPr kumimoji="1" lang="en-US" altLang="ko-KR" sz="1200" kern="1200" dirty="0" smtClean="0">
                          <a:solidFill>
                            <a:prstClr val="black"/>
                          </a:solidFill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한컴돋움" charset="2"/>
                        </a:rPr>
                        <a:t>  - WEEE(Waste Electric and Electronic Equipment)</a:t>
                      </a:r>
                    </a:p>
                    <a:p>
                      <a:pPr marL="85725" marR="0" lvl="1" indent="-85725" algn="l" defTabSz="1018854" rtl="0" eaLnBrk="0" fontAlgn="ctr" latinLnBrk="0" hangingPunct="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Clr>
                          <a:srgbClr val="808080"/>
                        </a:buClr>
                        <a:buSzPct val="80000"/>
                        <a:buFont typeface="Wingdings 2" pitchFamily="18" charset="2"/>
                        <a:buChar char="¡"/>
                        <a:tabLst/>
                        <a:defRPr/>
                      </a:pPr>
                      <a:r>
                        <a:rPr kumimoji="1" lang="ko-KR" altLang="en-US" sz="1200" kern="1200" dirty="0" smtClean="0">
                          <a:solidFill>
                            <a:prstClr val="black"/>
                          </a:solidFill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한컴돋움" charset="2"/>
                        </a:rPr>
                        <a:t>유럽연합</a:t>
                      </a:r>
                      <a:r>
                        <a:rPr kumimoji="1" lang="en-US" altLang="ko-KR" sz="1200" kern="1200" dirty="0" smtClean="0">
                          <a:solidFill>
                            <a:prstClr val="black"/>
                          </a:solidFill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한컴돋움" charset="2"/>
                        </a:rPr>
                        <a:t>(EU) RoHS </a:t>
                      </a:r>
                      <a:r>
                        <a:rPr kumimoji="1" lang="ko-KR" altLang="en-US" sz="1200" kern="1200" dirty="0" smtClean="0">
                          <a:solidFill>
                            <a:prstClr val="black"/>
                          </a:solidFill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한컴돋움" charset="2"/>
                        </a:rPr>
                        <a:t>지침 준수를 통한 재활용성 저하 및 유해물질 사용 제한</a:t>
                      </a:r>
                      <a:endParaRPr kumimoji="1" lang="en-US" altLang="ko-KR" sz="1200" kern="1200" dirty="0" smtClean="0">
                        <a:solidFill>
                          <a:prstClr val="black"/>
                        </a:solidFill>
                        <a:latin typeface="KoPub돋움체 Light" panose="02020603020101020101" pitchFamily="18" charset="-127"/>
                        <a:ea typeface="KoPub돋움체 Light" panose="02020603020101020101" pitchFamily="18" charset="-127"/>
                        <a:cs typeface="한컴돋움" charset="2"/>
                      </a:endParaRPr>
                    </a:p>
                    <a:p>
                      <a:pPr marL="0" marR="0" lvl="2" indent="0" algn="l" defTabSz="1018854" rtl="0" eaLnBrk="0" fontAlgn="ctr" latinLnBrk="0" hangingPunct="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Clr>
                          <a:srgbClr val="808080"/>
                        </a:buClr>
                        <a:buSzPct val="80000"/>
                        <a:buFont typeface="Wingdings 2" pitchFamily="18" charset="2"/>
                        <a:buNone/>
                        <a:tabLst/>
                        <a:defRPr/>
                      </a:pPr>
                      <a:r>
                        <a:rPr kumimoji="1" lang="en-US" altLang="ko-KR" sz="1200" kern="1200" dirty="0" smtClean="0">
                          <a:solidFill>
                            <a:prstClr val="black"/>
                          </a:solidFill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한컴돋움" charset="2"/>
                        </a:rPr>
                        <a:t>  - RoHS(Restriction of Hazardous Substance)</a:t>
                      </a:r>
                    </a:p>
                    <a:p>
                      <a:pPr marL="85725" marR="0" lvl="1" indent="-85725" algn="l" defTabSz="1018854" rtl="0" eaLnBrk="0" fontAlgn="ctr" latinLnBrk="0" hangingPunct="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Clr>
                          <a:srgbClr val="808080"/>
                        </a:buClr>
                        <a:buSzPct val="80000"/>
                        <a:buFont typeface="Wingdings 2" pitchFamily="18" charset="2"/>
                        <a:buChar char="¡"/>
                        <a:tabLst/>
                        <a:defRPr/>
                      </a:pPr>
                      <a:r>
                        <a:rPr kumimoji="1" lang="ko-KR" altLang="en-US" sz="1200" kern="1200" dirty="0" smtClean="0">
                          <a:solidFill>
                            <a:prstClr val="black"/>
                          </a:solidFill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한컴돋움" charset="2"/>
                        </a:rPr>
                        <a:t>제품의 모든 부분에서 생길 수 있는 환경 피해를 줄이면서 제품 기능과 경쟁력을 높이는  </a:t>
                      </a:r>
                      <a:r>
                        <a:rPr kumimoji="1" lang="en-US" altLang="ko-KR" sz="1200" kern="1200" dirty="0" smtClean="0">
                          <a:solidFill>
                            <a:prstClr val="black"/>
                          </a:solidFill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한컴돋움" charset="2"/>
                        </a:rPr>
                        <a:t/>
                      </a:r>
                      <a:br>
                        <a:rPr kumimoji="1" lang="en-US" altLang="ko-KR" sz="1200" kern="1200" dirty="0" smtClean="0">
                          <a:solidFill>
                            <a:prstClr val="black"/>
                          </a:solidFill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한컴돋움" charset="2"/>
                        </a:rPr>
                      </a:br>
                      <a:r>
                        <a:rPr kumimoji="1" lang="en-US" altLang="ko-KR" sz="1200" kern="1200" dirty="0" smtClean="0">
                          <a:solidFill>
                            <a:prstClr val="black"/>
                          </a:solidFill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한컴돋움" charset="2"/>
                        </a:rPr>
                        <a:t>Eco-Design </a:t>
                      </a:r>
                      <a:r>
                        <a:rPr kumimoji="1" lang="ko-KR" altLang="en-US" sz="1200" kern="1200" dirty="0" smtClean="0">
                          <a:solidFill>
                            <a:prstClr val="black"/>
                          </a:solidFill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한컴돋움" charset="2"/>
                        </a:rPr>
                        <a:t>채택</a:t>
                      </a:r>
                    </a:p>
                  </a:txBody>
                  <a:tcPr marL="63491" marR="63491" marT="65378" marB="65378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11" name="그룹 60"/>
          <p:cNvGrpSpPr>
            <a:grpSpLocks/>
          </p:cNvGrpSpPr>
          <p:nvPr/>
        </p:nvGrpSpPr>
        <p:grpSpPr bwMode="auto">
          <a:xfrm>
            <a:off x="669446" y="2055964"/>
            <a:ext cx="2624752" cy="2807161"/>
            <a:chOff x="3887460" y="4352869"/>
            <a:chExt cx="4526845" cy="2375775"/>
          </a:xfrm>
        </p:grpSpPr>
        <p:sp>
          <p:nvSpPr>
            <p:cNvPr id="14" name="양쪽 모서리가 둥근 사각형 13"/>
            <p:cNvSpPr/>
            <p:nvPr/>
          </p:nvSpPr>
          <p:spPr>
            <a:xfrm>
              <a:off x="3887460" y="4640255"/>
              <a:ext cx="4526845" cy="2088389"/>
            </a:xfrm>
            <a:prstGeom prst="round2SameRect">
              <a:avLst>
                <a:gd name="adj1" fmla="val 0"/>
                <a:gd name="adj2" fmla="val 0"/>
              </a:avLst>
            </a:prstGeom>
            <a:solidFill>
              <a:sysClr val="window" lastClr="FFFFFF"/>
            </a:solidFill>
            <a:ln w="6350" cap="flat" cmpd="sng" algn="ctr">
              <a:solidFill>
                <a:srgbClr val="63A8C5"/>
              </a:solidFill>
              <a:prstDash val="solid"/>
            </a:ln>
            <a:effectLst>
              <a:outerShdw dist="12700" dir="5400000" algn="t" rotWithShape="0">
                <a:srgbClr val="A9C5D3">
                  <a:alpha val="80000"/>
                </a:srgbClr>
              </a:outerShdw>
            </a:effectLst>
          </p:spPr>
          <p:txBody>
            <a:bodyPr lIns="90000" tIns="72000" rIns="90000" bIns="0"/>
            <a:lstStyle/>
            <a:p>
              <a:pPr marL="85436" lvl="1" indent="-85436" defTabSz="820308" eaLnBrk="0" fontAlgn="auto" latinLnBrk="0" hangingPunct="0">
                <a:spcBef>
                  <a:spcPts val="0"/>
                </a:spcBef>
                <a:spcAft>
                  <a:spcPts val="215"/>
                </a:spcAft>
                <a:buSzPct val="100000"/>
                <a:buFont typeface="Wingdings" pitchFamily="2" charset="2"/>
                <a:buChar char="§"/>
                <a:defRPr/>
              </a:pPr>
              <a:endParaRPr kumimoji="0" lang="en-US" altLang="ko-KR" sz="1100" kern="0" dirty="0">
                <a:solidFill>
                  <a:sysClr val="windowText" lastClr="000000">
                    <a:lumMod val="75000"/>
                    <a:lumOff val="25000"/>
                  </a:sysClr>
                </a:solidFill>
                <a:latin typeface="-윤고딕320" pitchFamily="18" charset="-127"/>
                <a:ea typeface="-윤고딕320" pitchFamily="18" charset="-127"/>
              </a:endParaRPr>
            </a:p>
          </p:txBody>
        </p:sp>
        <p:sp>
          <p:nvSpPr>
            <p:cNvPr id="15" name="양쪽 모서리가 둥근 사각형 14"/>
            <p:cNvSpPr/>
            <p:nvPr/>
          </p:nvSpPr>
          <p:spPr>
            <a:xfrm>
              <a:off x="3887460" y="4352869"/>
              <a:ext cx="4526845" cy="396073"/>
            </a:xfrm>
            <a:prstGeom prst="round2SameRect">
              <a:avLst>
                <a:gd name="adj1" fmla="val 0"/>
                <a:gd name="adj2" fmla="val 0"/>
              </a:avLst>
            </a:prstGeom>
            <a:gradFill>
              <a:gsLst>
                <a:gs pos="0">
                  <a:srgbClr val="84C0D8"/>
                </a:gs>
                <a:gs pos="100000">
                  <a:srgbClr val="63A7C3"/>
                </a:gs>
              </a:gsLst>
              <a:lin ang="5400000" scaled="0"/>
            </a:gradFill>
            <a:ln w="6350" cap="flat" cmpd="sng" algn="ctr">
              <a:solidFill>
                <a:srgbClr val="63A8C5"/>
              </a:solidFill>
              <a:prstDash val="solid"/>
            </a:ln>
            <a:effectLst/>
          </p:spPr>
          <p:txBody>
            <a:bodyPr lIns="144000" tIns="0" rIns="0" bIns="0" anchor="ctr"/>
            <a:lstStyle/>
            <a:p>
              <a:pPr algn="ctr" defTabSz="1018854" fontAlgn="ctr" latinLnBrk="0">
                <a:spcBef>
                  <a:spcPts val="100"/>
                </a:spcBef>
                <a:spcAft>
                  <a:spcPts val="100"/>
                </a:spcAft>
                <a:buClr>
                  <a:srgbClr val="808080"/>
                </a:buClr>
                <a:buSzPct val="80000"/>
                <a:defRPr/>
              </a:pPr>
              <a:r>
                <a:rPr lang="en-US" altLang="ko-KR" sz="1400" b="1" dirty="0">
                  <a:solidFill>
                    <a:schemeClr val="bg1"/>
                  </a:solidFill>
                  <a:latin typeface="KoPub돋움체 Light" panose="02020603020101020101" pitchFamily="18" charset="-127"/>
                  <a:ea typeface="KoPub돋움체 Light" panose="02020603020101020101" pitchFamily="18" charset="-127"/>
                  <a:cs typeface="한컴돋움" charset="2"/>
                </a:rPr>
                <a:t>NO Midplane </a:t>
              </a:r>
              <a:r>
                <a:rPr lang="ko-KR" altLang="en-US" sz="1400" b="1" dirty="0">
                  <a:solidFill>
                    <a:schemeClr val="bg1"/>
                  </a:solidFill>
                  <a:latin typeface="KoPub돋움체 Light" panose="02020603020101020101" pitchFamily="18" charset="-127"/>
                  <a:ea typeface="KoPub돋움체 Light" panose="02020603020101020101" pitchFamily="18" charset="-127"/>
                  <a:cs typeface="한컴돋움" charset="2"/>
                </a:rPr>
                <a:t>설계로</a:t>
              </a:r>
              <a:r>
                <a:rPr lang="en-US" altLang="ko-KR" sz="1400" b="1" dirty="0">
                  <a:solidFill>
                    <a:schemeClr val="bg1"/>
                  </a:solidFill>
                  <a:latin typeface="KoPub돋움체 Light" panose="02020603020101020101" pitchFamily="18" charset="-127"/>
                  <a:ea typeface="KoPub돋움체 Light" panose="02020603020101020101" pitchFamily="18" charset="-127"/>
                  <a:cs typeface="한컴돋움" charset="2"/>
                </a:rPr>
                <a:t/>
              </a:r>
              <a:br>
                <a:rPr lang="en-US" altLang="ko-KR" sz="1400" b="1" dirty="0">
                  <a:solidFill>
                    <a:schemeClr val="bg1"/>
                  </a:solidFill>
                  <a:latin typeface="KoPub돋움체 Light" panose="02020603020101020101" pitchFamily="18" charset="-127"/>
                  <a:ea typeface="KoPub돋움체 Light" panose="02020603020101020101" pitchFamily="18" charset="-127"/>
                  <a:cs typeface="한컴돋움" charset="2"/>
                </a:rPr>
              </a:br>
              <a:r>
                <a:rPr lang="ko-KR" altLang="en-US" sz="1400" b="1" dirty="0">
                  <a:solidFill>
                    <a:schemeClr val="bg1"/>
                  </a:solidFill>
                  <a:latin typeface="KoPub돋움체 Light" panose="02020603020101020101" pitchFamily="18" charset="-127"/>
                  <a:ea typeface="KoPub돋움체 Light" panose="02020603020101020101" pitchFamily="18" charset="-127"/>
                  <a:cs typeface="한컴돋움" charset="2"/>
                </a:rPr>
                <a:t>전원 절약기능</a:t>
              </a:r>
              <a:endParaRPr lang="en-US" altLang="ko-KR" sz="1400" b="1" dirty="0">
                <a:solidFill>
                  <a:schemeClr val="bg1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한컴돋움" charset="2"/>
              </a:endParaRPr>
            </a:p>
          </p:txBody>
        </p:sp>
      </p:grpSp>
      <p:grpSp>
        <p:nvGrpSpPr>
          <p:cNvPr id="16" name="그룹 60"/>
          <p:cNvGrpSpPr>
            <a:grpSpLocks/>
          </p:cNvGrpSpPr>
          <p:nvPr/>
        </p:nvGrpSpPr>
        <p:grpSpPr bwMode="auto">
          <a:xfrm>
            <a:off x="3546596" y="2055974"/>
            <a:ext cx="2624752" cy="2807167"/>
            <a:chOff x="3887461" y="4352869"/>
            <a:chExt cx="4526844" cy="2375778"/>
          </a:xfrm>
        </p:grpSpPr>
        <p:sp>
          <p:nvSpPr>
            <p:cNvPr id="17" name="양쪽 모서리가 둥근 사각형 16"/>
            <p:cNvSpPr/>
            <p:nvPr/>
          </p:nvSpPr>
          <p:spPr>
            <a:xfrm>
              <a:off x="3887461" y="4640261"/>
              <a:ext cx="4526844" cy="2088386"/>
            </a:xfrm>
            <a:prstGeom prst="round2SameRect">
              <a:avLst>
                <a:gd name="adj1" fmla="val 0"/>
                <a:gd name="adj2" fmla="val 0"/>
              </a:avLst>
            </a:prstGeom>
            <a:solidFill>
              <a:sysClr val="window" lastClr="FFFFFF"/>
            </a:solidFill>
            <a:ln w="6350" cap="flat" cmpd="sng" algn="ctr">
              <a:solidFill>
                <a:srgbClr val="63A8C5"/>
              </a:solidFill>
              <a:prstDash val="solid"/>
            </a:ln>
            <a:effectLst>
              <a:outerShdw dist="12700" dir="5400000" algn="t" rotWithShape="0">
                <a:srgbClr val="A9C5D3">
                  <a:alpha val="80000"/>
                </a:srgbClr>
              </a:outerShdw>
            </a:effectLst>
          </p:spPr>
          <p:txBody>
            <a:bodyPr lIns="90000" tIns="72000" rIns="90000" bIns="0"/>
            <a:lstStyle/>
            <a:p>
              <a:pPr marL="85436" lvl="1" indent="-85436" eaLnBrk="0" latinLnBrk="0" hangingPunct="0">
                <a:spcAft>
                  <a:spcPts val="215"/>
                </a:spcAft>
                <a:buSzPct val="100000"/>
                <a:buFont typeface="Wingdings" pitchFamily="2" charset="2"/>
                <a:buChar char="§"/>
                <a:defRPr/>
              </a:pPr>
              <a:endParaRPr lang="en-US" altLang="ko-KR" sz="1100" kern="0" dirty="0">
                <a:solidFill>
                  <a:sysClr val="windowText" lastClr="000000">
                    <a:lumMod val="75000"/>
                    <a:lumOff val="25000"/>
                  </a:sysClr>
                </a:solidFill>
                <a:latin typeface="-윤고딕320" pitchFamily="18" charset="-127"/>
                <a:ea typeface="-윤고딕320" pitchFamily="18" charset="-127"/>
              </a:endParaRPr>
            </a:p>
          </p:txBody>
        </p:sp>
        <p:sp>
          <p:nvSpPr>
            <p:cNvPr id="18" name="양쪽 모서리가 둥근 사각형 17"/>
            <p:cNvSpPr/>
            <p:nvPr/>
          </p:nvSpPr>
          <p:spPr>
            <a:xfrm>
              <a:off x="3887461" y="4352869"/>
              <a:ext cx="4526844" cy="396073"/>
            </a:xfrm>
            <a:prstGeom prst="round2SameRect">
              <a:avLst>
                <a:gd name="adj1" fmla="val 0"/>
                <a:gd name="adj2" fmla="val 0"/>
              </a:avLst>
            </a:prstGeom>
            <a:gradFill>
              <a:gsLst>
                <a:gs pos="0">
                  <a:srgbClr val="84C0D8"/>
                </a:gs>
                <a:gs pos="100000">
                  <a:srgbClr val="63A7C3"/>
                </a:gs>
              </a:gsLst>
              <a:lin ang="5400000" scaled="0"/>
            </a:gradFill>
            <a:ln w="6350" cap="flat" cmpd="sng" algn="ctr">
              <a:solidFill>
                <a:srgbClr val="63A8C5"/>
              </a:solidFill>
              <a:prstDash val="solid"/>
            </a:ln>
            <a:effectLst/>
          </p:spPr>
          <p:txBody>
            <a:bodyPr lIns="144000" tIns="0" rIns="0" bIns="0" anchor="ctr"/>
            <a:lstStyle/>
            <a:p>
              <a:pPr algn="ctr" defTabSz="1018854" fontAlgn="ctr" latinLnBrk="0">
                <a:spcBef>
                  <a:spcPts val="100"/>
                </a:spcBef>
                <a:spcAft>
                  <a:spcPts val="100"/>
                </a:spcAft>
                <a:buClr>
                  <a:srgbClr val="808080"/>
                </a:buClr>
                <a:buSzPct val="80000"/>
                <a:defRPr/>
              </a:pPr>
              <a:r>
                <a:rPr lang="ko-KR" altLang="en-US" sz="1400" b="1" dirty="0">
                  <a:solidFill>
                    <a:schemeClr val="bg1"/>
                  </a:solidFill>
                  <a:latin typeface="KoPub돋움체 Light" panose="02020603020101020101" pitchFamily="18" charset="-127"/>
                  <a:ea typeface="KoPub돋움체 Light" panose="02020603020101020101" pitchFamily="18" charset="-127"/>
                  <a:cs typeface="한컴돋움" charset="2"/>
                </a:rPr>
                <a:t>저탄소 녹색성장에</a:t>
              </a:r>
              <a:r>
                <a:rPr lang="en-US" altLang="ko-KR" sz="1400" b="1" dirty="0">
                  <a:solidFill>
                    <a:schemeClr val="bg1"/>
                  </a:solidFill>
                  <a:latin typeface="KoPub돋움체 Light" panose="02020603020101020101" pitchFamily="18" charset="-127"/>
                  <a:ea typeface="KoPub돋움체 Light" panose="02020603020101020101" pitchFamily="18" charset="-127"/>
                  <a:cs typeface="한컴돋움" charset="2"/>
                </a:rPr>
                <a:t/>
              </a:r>
              <a:br>
                <a:rPr lang="en-US" altLang="ko-KR" sz="1400" b="1" dirty="0">
                  <a:solidFill>
                    <a:schemeClr val="bg1"/>
                  </a:solidFill>
                  <a:latin typeface="KoPub돋움체 Light" panose="02020603020101020101" pitchFamily="18" charset="-127"/>
                  <a:ea typeface="KoPub돋움체 Light" panose="02020603020101020101" pitchFamily="18" charset="-127"/>
                  <a:cs typeface="한컴돋움" charset="2"/>
                </a:rPr>
              </a:br>
              <a:r>
                <a:rPr lang="ko-KR" altLang="en-US" sz="1400" b="1" dirty="0">
                  <a:solidFill>
                    <a:schemeClr val="bg1"/>
                  </a:solidFill>
                  <a:latin typeface="KoPub돋움체 Light" panose="02020603020101020101" pitchFamily="18" charset="-127"/>
                  <a:ea typeface="KoPub돋움체 Light" panose="02020603020101020101" pitchFamily="18" charset="-127"/>
                  <a:cs typeface="한컴돋움" charset="2"/>
                </a:rPr>
                <a:t>부합하는</a:t>
              </a:r>
              <a:r>
                <a:rPr lang="en-US" altLang="ko-KR" sz="1400" b="1" dirty="0">
                  <a:solidFill>
                    <a:schemeClr val="bg1"/>
                  </a:solidFill>
                  <a:latin typeface="KoPub돋움체 Light" panose="02020603020101020101" pitchFamily="18" charset="-127"/>
                  <a:ea typeface="KoPub돋움체 Light" panose="02020603020101020101" pitchFamily="18" charset="-127"/>
                  <a:cs typeface="한컴돋움" charset="2"/>
                </a:rPr>
                <a:t> </a:t>
              </a:r>
              <a:r>
                <a:rPr lang="ko-KR" altLang="en-US" sz="1400" b="1" dirty="0">
                  <a:solidFill>
                    <a:schemeClr val="bg1"/>
                  </a:solidFill>
                  <a:latin typeface="KoPub돋움체 Light" panose="02020603020101020101" pitchFamily="18" charset="-127"/>
                  <a:ea typeface="KoPub돋움체 Light" panose="02020603020101020101" pitchFamily="18" charset="-127"/>
                  <a:cs typeface="한컴돋움" charset="2"/>
                </a:rPr>
                <a:t>제품 선정</a:t>
              </a:r>
            </a:p>
          </p:txBody>
        </p:sp>
      </p:grpSp>
      <p:grpSp>
        <p:nvGrpSpPr>
          <p:cNvPr id="19" name="그룹 60"/>
          <p:cNvGrpSpPr>
            <a:grpSpLocks/>
          </p:cNvGrpSpPr>
          <p:nvPr/>
        </p:nvGrpSpPr>
        <p:grpSpPr bwMode="auto">
          <a:xfrm>
            <a:off x="6415731" y="2055974"/>
            <a:ext cx="2624752" cy="2807167"/>
            <a:chOff x="3887460" y="4352869"/>
            <a:chExt cx="4526845" cy="2375778"/>
          </a:xfrm>
        </p:grpSpPr>
        <p:sp>
          <p:nvSpPr>
            <p:cNvPr id="20" name="양쪽 모서리가 둥근 사각형 19"/>
            <p:cNvSpPr/>
            <p:nvPr/>
          </p:nvSpPr>
          <p:spPr>
            <a:xfrm>
              <a:off x="3887460" y="4640261"/>
              <a:ext cx="4526845" cy="2088386"/>
            </a:xfrm>
            <a:prstGeom prst="round2SameRect">
              <a:avLst>
                <a:gd name="adj1" fmla="val 0"/>
                <a:gd name="adj2" fmla="val 0"/>
              </a:avLst>
            </a:prstGeom>
            <a:solidFill>
              <a:sysClr val="window" lastClr="FFFFFF"/>
            </a:solidFill>
            <a:ln w="6350" cap="flat" cmpd="sng" algn="ctr">
              <a:solidFill>
                <a:srgbClr val="63A8C5"/>
              </a:solidFill>
              <a:prstDash val="solid"/>
            </a:ln>
            <a:effectLst>
              <a:outerShdw dist="12700" dir="5400000" algn="t" rotWithShape="0">
                <a:srgbClr val="A9C5D3">
                  <a:alpha val="80000"/>
                </a:srgbClr>
              </a:outerShdw>
            </a:effectLst>
          </p:spPr>
          <p:txBody>
            <a:bodyPr lIns="90000" tIns="72000" rIns="90000" bIns="0"/>
            <a:lstStyle/>
            <a:p>
              <a:pPr marL="85436" lvl="1" indent="-85436" defTabSz="820308" eaLnBrk="0" fontAlgn="auto" latinLnBrk="0" hangingPunct="0">
                <a:spcBef>
                  <a:spcPts val="0"/>
                </a:spcBef>
                <a:spcAft>
                  <a:spcPts val="215"/>
                </a:spcAft>
                <a:buSzPct val="100000"/>
                <a:buFont typeface="Wingdings" pitchFamily="2" charset="2"/>
                <a:buChar char="§"/>
                <a:defRPr/>
              </a:pPr>
              <a:endParaRPr kumimoji="0" lang="en-US" altLang="ko-KR" sz="1100" kern="0" dirty="0">
                <a:solidFill>
                  <a:sysClr val="windowText" lastClr="000000">
                    <a:lumMod val="75000"/>
                    <a:lumOff val="25000"/>
                  </a:sysClr>
                </a:solidFill>
                <a:latin typeface="-윤고딕320" pitchFamily="18" charset="-127"/>
                <a:ea typeface="-윤고딕320" pitchFamily="18" charset="-127"/>
              </a:endParaRPr>
            </a:p>
          </p:txBody>
        </p:sp>
        <p:sp>
          <p:nvSpPr>
            <p:cNvPr id="21" name="양쪽 모서리가 둥근 사각형 20"/>
            <p:cNvSpPr/>
            <p:nvPr/>
          </p:nvSpPr>
          <p:spPr>
            <a:xfrm>
              <a:off x="3887460" y="4352869"/>
              <a:ext cx="4526845" cy="396073"/>
            </a:xfrm>
            <a:prstGeom prst="round2SameRect">
              <a:avLst>
                <a:gd name="adj1" fmla="val 0"/>
                <a:gd name="adj2" fmla="val 0"/>
              </a:avLst>
            </a:prstGeom>
            <a:gradFill>
              <a:gsLst>
                <a:gs pos="0">
                  <a:srgbClr val="84C0D8"/>
                </a:gs>
                <a:gs pos="100000">
                  <a:srgbClr val="63A7C3"/>
                </a:gs>
              </a:gsLst>
              <a:lin ang="5400000" scaled="0"/>
            </a:gradFill>
            <a:ln w="6350" cap="flat" cmpd="sng" algn="ctr">
              <a:solidFill>
                <a:srgbClr val="63A8C5"/>
              </a:solidFill>
              <a:prstDash val="solid"/>
            </a:ln>
            <a:effectLst/>
          </p:spPr>
          <p:txBody>
            <a:bodyPr lIns="144000" tIns="0" rIns="0" bIns="0" anchor="ctr"/>
            <a:lstStyle/>
            <a:p>
              <a:pPr indent="-162328" algn="ctr" defTabSz="1018854" fontAlgn="ctr" latinLnBrk="0">
                <a:spcBef>
                  <a:spcPts val="100"/>
                </a:spcBef>
                <a:spcAft>
                  <a:spcPts val="100"/>
                </a:spcAft>
                <a:buClr>
                  <a:srgbClr val="808080"/>
                </a:buClr>
                <a:buSzPct val="80000"/>
                <a:defRPr/>
              </a:pPr>
              <a:r>
                <a:rPr lang="ko-KR" altLang="en-US" sz="1400" b="1" dirty="0">
                  <a:solidFill>
                    <a:schemeClr val="bg1"/>
                  </a:solidFill>
                  <a:latin typeface="KoPub돋움체 Light" panose="02020603020101020101" pitchFamily="18" charset="-127"/>
                  <a:ea typeface="KoPub돋움체 Light" panose="02020603020101020101" pitchFamily="18" charset="-127"/>
                  <a:cs typeface="한컴돋움" charset="2"/>
                </a:rPr>
                <a:t>저전력</a:t>
              </a:r>
              <a:r>
                <a:rPr lang="en-US" altLang="ko-KR" sz="1400" b="1" dirty="0">
                  <a:solidFill>
                    <a:schemeClr val="bg1"/>
                  </a:solidFill>
                  <a:latin typeface="KoPub돋움체 Light" panose="02020603020101020101" pitchFamily="18" charset="-127"/>
                  <a:ea typeface="KoPub돋움체 Light" panose="02020603020101020101" pitchFamily="18" charset="-127"/>
                  <a:cs typeface="한컴돋움" charset="2"/>
                </a:rPr>
                <a:t>, </a:t>
              </a:r>
              <a:r>
                <a:rPr lang="ko-KR" altLang="en-US" sz="1400" b="1" dirty="0">
                  <a:solidFill>
                    <a:schemeClr val="bg1"/>
                  </a:solidFill>
                  <a:latin typeface="KoPub돋움체 Light" panose="02020603020101020101" pitchFamily="18" charset="-127"/>
                  <a:ea typeface="KoPub돋움체 Light" panose="02020603020101020101" pitchFamily="18" charset="-127"/>
                  <a:cs typeface="한컴돋움" charset="2"/>
                </a:rPr>
                <a:t>고효율 장비</a:t>
              </a:r>
            </a:p>
          </p:txBody>
        </p:sp>
      </p:grpSp>
      <p:pic>
        <p:nvPicPr>
          <p:cNvPr id="22" name="Picture 2" descr="C:\Users\woo\Desktop\1.png"/>
          <p:cNvPicPr>
            <a:picLocks noChangeAspect="1" noChangeArrowheads="1"/>
          </p:cNvPicPr>
          <p:nvPr/>
        </p:nvPicPr>
        <p:blipFill>
          <a:blip r:embed="rId3" cstate="print">
            <a:lum bright="100000"/>
          </a:blip>
          <a:stretch>
            <a:fillRect/>
          </a:stretch>
        </p:blipFill>
        <p:spPr bwMode="auto">
          <a:xfrm>
            <a:off x="763533" y="2092761"/>
            <a:ext cx="272333" cy="302398"/>
          </a:xfrm>
          <a:prstGeom prst="rect">
            <a:avLst/>
          </a:prstGeom>
          <a:noFill/>
        </p:spPr>
      </p:pic>
      <p:pic>
        <p:nvPicPr>
          <p:cNvPr id="23" name="Picture 3" descr="C:\Users\woo\Desktop\3.png"/>
          <p:cNvPicPr>
            <a:picLocks noChangeAspect="1" noChangeArrowheads="1"/>
          </p:cNvPicPr>
          <p:nvPr/>
        </p:nvPicPr>
        <p:blipFill>
          <a:blip r:embed="rId4" cstate="print">
            <a:lum bright="100000"/>
          </a:blip>
          <a:stretch>
            <a:fillRect/>
          </a:stretch>
        </p:blipFill>
        <p:spPr bwMode="auto">
          <a:xfrm>
            <a:off x="6497365" y="2092761"/>
            <a:ext cx="272333" cy="306912"/>
          </a:xfrm>
          <a:prstGeom prst="rect">
            <a:avLst/>
          </a:prstGeom>
          <a:noFill/>
        </p:spPr>
      </p:pic>
      <p:pic>
        <p:nvPicPr>
          <p:cNvPr id="24" name="Picture 5" descr="C:\Users\woo\Desktop\Untitled-7.png"/>
          <p:cNvPicPr>
            <a:picLocks noChangeAspect="1" noChangeArrowheads="1"/>
          </p:cNvPicPr>
          <p:nvPr/>
        </p:nvPicPr>
        <p:blipFill>
          <a:blip r:embed="rId5" cstate="print">
            <a:lum bright="100000"/>
          </a:blip>
          <a:stretch>
            <a:fillRect/>
          </a:stretch>
        </p:blipFill>
        <p:spPr bwMode="auto">
          <a:xfrm>
            <a:off x="3639628" y="2092761"/>
            <a:ext cx="272333" cy="306912"/>
          </a:xfrm>
          <a:prstGeom prst="rect">
            <a:avLst/>
          </a:prstGeom>
          <a:noFill/>
        </p:spPr>
      </p:pic>
      <p:sp>
        <p:nvSpPr>
          <p:cNvPr id="25" name="양쪽 모서리가 둥근 사각형 24"/>
          <p:cNvSpPr/>
          <p:nvPr/>
        </p:nvSpPr>
        <p:spPr bwMode="auto">
          <a:xfrm flipH="1">
            <a:off x="686503" y="2577707"/>
            <a:ext cx="2543925" cy="821495"/>
          </a:xfrm>
          <a:prstGeom prst="round2SameRect">
            <a:avLst>
              <a:gd name="adj1" fmla="val 0"/>
              <a:gd name="adj2" fmla="val 0"/>
            </a:avLst>
          </a:prstGeom>
        </p:spPr>
        <p:txBody>
          <a:bodyPr lIns="82031" tIns="41015" rIns="82031" bIns="41015">
            <a:spAutoFit/>
          </a:bodyPr>
          <a:lstStyle/>
          <a:p>
            <a:pPr marL="85725" lvl="1" indent="-85725" defTabSz="1018854" eaLnBrk="0" fontAlgn="ctr" latinLnBrk="0" hangingPunct="0">
              <a:spcBef>
                <a:spcPts val="100"/>
              </a:spcBef>
              <a:spcAft>
                <a:spcPts val="100"/>
              </a:spcAft>
              <a:buClr>
                <a:srgbClr val="808080"/>
              </a:buClr>
              <a:buSzPct val="80000"/>
              <a:buFont typeface="Wingdings 2" pitchFamily="18" charset="2"/>
              <a:buChar char="¡"/>
              <a:defRPr/>
            </a:pPr>
            <a:r>
              <a:rPr lang="en-US" altLang="ko-KR" sz="1200" dirty="0">
                <a:solidFill>
                  <a:prstClr val="black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한컴돋움" charset="2"/>
              </a:rPr>
              <a:t>Midplane </a:t>
            </a:r>
            <a:r>
              <a:rPr lang="ko-KR" altLang="en-US" sz="1200" dirty="0">
                <a:solidFill>
                  <a:prstClr val="black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한컴돋움" charset="2"/>
              </a:rPr>
              <a:t>없이 설계하여 공기의 흐름을 최적화하고 효율적인 냉각을 제공</a:t>
            </a:r>
            <a:r>
              <a:rPr lang="en-US" altLang="ko-KR" sz="1200" dirty="0">
                <a:solidFill>
                  <a:prstClr val="black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한컴돋움" charset="2"/>
              </a:rPr>
              <a:t>, </a:t>
            </a:r>
            <a:r>
              <a:rPr lang="ko-KR" altLang="en-US" sz="1200" dirty="0">
                <a:solidFill>
                  <a:prstClr val="black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한컴돋움" charset="2"/>
              </a:rPr>
              <a:t>에너지 요구량을 감소시켜 장비의 소모전력 감소</a:t>
            </a:r>
            <a:endParaRPr lang="en-US" altLang="ko-KR" sz="1200" dirty="0">
              <a:solidFill>
                <a:prstClr val="black"/>
              </a:solidFill>
              <a:latin typeface="KoPub돋움체 Light" panose="02020603020101020101" pitchFamily="18" charset="-127"/>
              <a:ea typeface="KoPub돋움체 Light" panose="02020603020101020101" pitchFamily="18" charset="-127"/>
              <a:cs typeface="한컴돋움" charset="2"/>
            </a:endParaRPr>
          </a:p>
        </p:txBody>
      </p:sp>
      <p:sp>
        <p:nvSpPr>
          <p:cNvPr id="26" name="양쪽 모서리가 둥근 사각형 25"/>
          <p:cNvSpPr/>
          <p:nvPr/>
        </p:nvSpPr>
        <p:spPr bwMode="auto">
          <a:xfrm flipH="1">
            <a:off x="3589690" y="2577707"/>
            <a:ext cx="2543925" cy="452163"/>
          </a:xfrm>
          <a:prstGeom prst="round2SameRect">
            <a:avLst>
              <a:gd name="adj1" fmla="val 0"/>
              <a:gd name="adj2" fmla="val 0"/>
            </a:avLst>
          </a:prstGeom>
        </p:spPr>
        <p:txBody>
          <a:bodyPr lIns="82031" tIns="41015" rIns="82031" bIns="41015">
            <a:spAutoFit/>
          </a:bodyPr>
          <a:lstStyle/>
          <a:p>
            <a:pPr marL="85725" lvl="1" indent="-85725" defTabSz="1018854" eaLnBrk="0" fontAlgn="ctr" latinLnBrk="0" hangingPunct="0">
              <a:spcBef>
                <a:spcPts val="100"/>
              </a:spcBef>
              <a:spcAft>
                <a:spcPts val="100"/>
              </a:spcAft>
              <a:buClr>
                <a:srgbClr val="808080"/>
              </a:buClr>
              <a:buSzPct val="80000"/>
              <a:buFont typeface="Wingdings 2" pitchFamily="18" charset="2"/>
              <a:buChar char="¡"/>
              <a:defRPr/>
            </a:pPr>
            <a:r>
              <a:rPr lang="ko-KR" altLang="en-US" sz="1200" dirty="0">
                <a:solidFill>
                  <a:prstClr val="black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한컴돋움" charset="2"/>
              </a:rPr>
              <a:t>네트워크 스위치의 녹색 </a:t>
            </a:r>
            <a:r>
              <a:rPr lang="ko-KR" altLang="en-US" sz="1200" dirty="0" smtClean="0">
                <a:solidFill>
                  <a:prstClr val="black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한컴돋움" charset="2"/>
              </a:rPr>
              <a:t>성장 인증 </a:t>
            </a:r>
            <a:r>
              <a:rPr lang="ko-KR" altLang="en-US" sz="1200" dirty="0">
                <a:solidFill>
                  <a:prstClr val="black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한컴돋움" charset="2"/>
              </a:rPr>
              <a:t>제품 및 특화 기술을 탑재한 장비 선정</a:t>
            </a:r>
          </a:p>
        </p:txBody>
      </p:sp>
      <p:sp>
        <p:nvSpPr>
          <p:cNvPr id="27" name="양쪽 모서리가 둥근 사각형 26"/>
          <p:cNvSpPr/>
          <p:nvPr/>
        </p:nvSpPr>
        <p:spPr bwMode="auto">
          <a:xfrm flipH="1">
            <a:off x="6461815" y="2577707"/>
            <a:ext cx="2543925" cy="1006161"/>
          </a:xfrm>
          <a:prstGeom prst="round2SameRect">
            <a:avLst>
              <a:gd name="adj1" fmla="val 0"/>
              <a:gd name="adj2" fmla="val 0"/>
            </a:avLst>
          </a:prstGeom>
        </p:spPr>
        <p:txBody>
          <a:bodyPr lIns="82031" tIns="41015" rIns="82031" bIns="41015">
            <a:spAutoFit/>
          </a:bodyPr>
          <a:lstStyle/>
          <a:p>
            <a:pPr marL="85725" lvl="1" indent="-85725" defTabSz="1018854" eaLnBrk="0" fontAlgn="ctr" latinLnBrk="0" hangingPunct="0">
              <a:spcBef>
                <a:spcPts val="100"/>
              </a:spcBef>
              <a:spcAft>
                <a:spcPts val="100"/>
              </a:spcAft>
              <a:buClr>
                <a:srgbClr val="808080"/>
              </a:buClr>
              <a:buSzPct val="80000"/>
              <a:buFont typeface="Wingdings 2" pitchFamily="18" charset="2"/>
              <a:buChar char="¡"/>
              <a:defRPr/>
            </a:pPr>
            <a:r>
              <a:rPr lang="en-US" altLang="ko-KR" sz="1200" dirty="0">
                <a:solidFill>
                  <a:prstClr val="black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한컴돋움" charset="2"/>
              </a:rPr>
              <a:t>Cisco Nexus </a:t>
            </a:r>
            <a:r>
              <a:rPr lang="ko-KR" altLang="en-US" sz="1200" dirty="0" smtClean="0">
                <a:solidFill>
                  <a:prstClr val="black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한컴돋움" charset="2"/>
              </a:rPr>
              <a:t>제품 군은 </a:t>
            </a:r>
            <a:r>
              <a:rPr lang="en-US" altLang="ko-KR" sz="1200" dirty="0">
                <a:solidFill>
                  <a:prstClr val="black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한컴돋움" charset="2"/>
              </a:rPr>
              <a:t>Miercom </a:t>
            </a:r>
            <a:r>
              <a:rPr lang="ko-KR" altLang="en-US" sz="1200" dirty="0">
                <a:solidFill>
                  <a:prstClr val="black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한컴돋움" charset="2"/>
              </a:rPr>
              <a:t>및 </a:t>
            </a:r>
            <a:r>
              <a:rPr lang="en-US" altLang="ko-KR" sz="1200" dirty="0" smtClean="0">
                <a:solidFill>
                  <a:prstClr val="black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한컴돋움" charset="2"/>
              </a:rPr>
              <a:t>Lippisreport </a:t>
            </a:r>
            <a:r>
              <a:rPr lang="ko-KR" altLang="en-US" sz="1200" dirty="0" smtClean="0">
                <a:solidFill>
                  <a:prstClr val="black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한컴돋움" charset="2"/>
              </a:rPr>
              <a:t>에서 </a:t>
            </a:r>
            <a:r>
              <a:rPr lang="en-US" altLang="ko-KR" sz="1200" dirty="0">
                <a:solidFill>
                  <a:prstClr val="black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한컴돋움" charset="2"/>
              </a:rPr>
              <a:t>2013</a:t>
            </a:r>
            <a:r>
              <a:rPr lang="ko-KR" altLang="en-US" sz="1200" dirty="0">
                <a:solidFill>
                  <a:prstClr val="black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한컴돋움" charset="2"/>
              </a:rPr>
              <a:t>년에 실시한 전력 효율 테스트에서 타사장비 대비 </a:t>
            </a:r>
            <a:r>
              <a:rPr lang="en-US" altLang="ko-KR" sz="1200" dirty="0">
                <a:solidFill>
                  <a:prstClr val="black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한컴돋움" charset="2"/>
              </a:rPr>
              <a:t>10~20% </a:t>
            </a:r>
            <a:r>
              <a:rPr lang="ko-KR" altLang="en-US" sz="1200" dirty="0">
                <a:solidFill>
                  <a:prstClr val="black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한컴돋움" charset="2"/>
              </a:rPr>
              <a:t>효율이 좋은 제품으로 선정</a:t>
            </a:r>
          </a:p>
        </p:txBody>
      </p:sp>
      <p:pic>
        <p:nvPicPr>
          <p:cNvPr id="28" name="Picture 2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30989" y="3391118"/>
            <a:ext cx="1120321" cy="1220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9" name="직사각형 6"/>
          <p:cNvSpPr>
            <a:spLocks noChangeArrowheads="1"/>
          </p:cNvSpPr>
          <p:nvPr/>
        </p:nvSpPr>
        <p:spPr bwMode="auto">
          <a:xfrm>
            <a:off x="813721" y="4575824"/>
            <a:ext cx="2205459" cy="2185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82031" tIns="41015" rIns="82031" bIns="41015">
            <a:spAutoFit/>
          </a:bodyPr>
          <a:lstStyle/>
          <a:p>
            <a:pPr marL="109660" indent="-27059" algn="ctr" defTabSz="753374" eaLnBrk="0" hangingPunct="0">
              <a:lnSpc>
                <a:spcPct val="98000"/>
              </a:lnSpc>
              <a:buClr>
                <a:srgbClr val="B2B2B2"/>
              </a:buClr>
            </a:pPr>
            <a:r>
              <a:rPr lang="en-US" altLang="ko-KR" sz="900" dirty="0">
                <a:latin typeface="-윤고딕340" panose="02030504000101010101" pitchFamily="18" charset="-127"/>
                <a:ea typeface="-윤고딕340" panose="02030504000101010101" pitchFamily="18" charset="-127"/>
                <a:cs typeface="Arial" pitchFamily="34" charset="0"/>
              </a:rPr>
              <a:t>&lt;Midplane-Free Chassis Design&gt;</a:t>
            </a:r>
          </a:p>
        </p:txBody>
      </p:sp>
      <p:pic>
        <p:nvPicPr>
          <p:cNvPr id="30" name="Picture 4" descr="https://pbs.twimg.com/profile_images/492315289598439424/mYpgm3Ph.png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68496" y="3498725"/>
            <a:ext cx="503856" cy="4379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" name="그림 30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59027" y="3432377"/>
            <a:ext cx="565290" cy="505904"/>
          </a:xfrm>
          <a:prstGeom prst="rect">
            <a:avLst/>
          </a:prstGeom>
        </p:spPr>
      </p:pic>
      <p:pic>
        <p:nvPicPr>
          <p:cNvPr id="32" name="그림 31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99517" y="4163861"/>
            <a:ext cx="417935" cy="428889"/>
          </a:xfrm>
          <a:prstGeom prst="rect">
            <a:avLst/>
          </a:prstGeom>
        </p:spPr>
      </p:pic>
      <p:pic>
        <p:nvPicPr>
          <p:cNvPr id="33" name="그림 32"/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53238" y="3539008"/>
            <a:ext cx="715729" cy="357338"/>
          </a:xfrm>
          <a:prstGeom prst="rect">
            <a:avLst/>
          </a:prstGeom>
        </p:spPr>
      </p:pic>
      <p:pic>
        <p:nvPicPr>
          <p:cNvPr id="34" name="Picture 5"/>
          <p:cNvPicPr>
            <a:picLocks noChangeAspect="1"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45635" y="4104077"/>
            <a:ext cx="625232" cy="564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6" name="Rectangle 54"/>
          <p:cNvSpPr>
            <a:spLocks noChangeArrowheads="1"/>
          </p:cNvSpPr>
          <p:nvPr/>
        </p:nvSpPr>
        <p:spPr bwMode="auto">
          <a:xfrm>
            <a:off x="1035866" y="6736125"/>
            <a:ext cx="1543610" cy="2674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82031" tIns="41015" rIns="82031" bIns="41015" anchor="ctr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latinLnBrk="0" hangingPunct="1">
              <a:spcBef>
                <a:spcPct val="20000"/>
              </a:spcBef>
            </a:pPr>
            <a:r>
              <a:rPr lang="en-US" altLang="ko-KR" sz="1200" kern="0" dirty="0" smtClean="0">
                <a:latin typeface="-윤고딕340" pitchFamily="18" charset="-127"/>
                <a:ea typeface="-윤고딕340" pitchFamily="18" charset="-127"/>
              </a:rPr>
              <a:t>Cisco Systems</a:t>
            </a:r>
            <a:endParaRPr lang="en-US" altLang="ko-KR" sz="1200" kern="0" dirty="0">
              <a:latin typeface="-윤고딕340" pitchFamily="18" charset="-127"/>
              <a:ea typeface="-윤고딕340" pitchFamily="18" charset="-127"/>
            </a:endParaRPr>
          </a:p>
        </p:txBody>
      </p:sp>
      <p:pic>
        <p:nvPicPr>
          <p:cNvPr id="37" name="Picture 6"/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2871" y="5844971"/>
            <a:ext cx="754168" cy="8812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8" name="그림 37"/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5639" y="4170703"/>
            <a:ext cx="474647" cy="415200"/>
          </a:xfrm>
          <a:prstGeom prst="rect">
            <a:avLst/>
          </a:prstGeom>
        </p:spPr>
      </p:pic>
      <p:pic>
        <p:nvPicPr>
          <p:cNvPr id="39" name="Picture 8" descr="http://miercom.com/wp-content/uploads/2012/04/Miercom-Performance-Verified-Logo.jpg"/>
          <p:cNvPicPr>
            <a:picLocks noChangeAspect="1" noChangeArrowheads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04109" y="3957919"/>
            <a:ext cx="926881" cy="6345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" name="Picture 10" descr="http://searchnetworking.techtarget.com/digitalguide/images/Misc/lippis_report_logo.jpg"/>
          <p:cNvPicPr>
            <a:picLocks noChangeAspect="1" noChangeArrowheads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16525" y="3996298"/>
            <a:ext cx="1183449" cy="4662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41" name="그룹 40"/>
          <p:cNvGrpSpPr/>
          <p:nvPr/>
        </p:nvGrpSpPr>
        <p:grpSpPr>
          <a:xfrm>
            <a:off x="719962" y="1688890"/>
            <a:ext cx="4289952" cy="253783"/>
            <a:chOff x="645795" y="3971554"/>
            <a:chExt cx="3000431" cy="204231"/>
          </a:xfrm>
        </p:grpSpPr>
        <p:pic>
          <p:nvPicPr>
            <p:cNvPr id="42" name="Picture 2" descr="G:\work\다원아이씨티\후반기 VTC브리핑체계 사업\제안서\마스터A-07.png"/>
            <p:cNvPicPr>
              <a:picLocks noChangeAspect="1" noChangeArrowheads="1"/>
            </p:cNvPicPr>
            <p:nvPr/>
          </p:nvPicPr>
          <p:blipFill>
            <a:blip r:embed="rId1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45795" y="3971554"/>
              <a:ext cx="146685" cy="19626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3" name="제목 5"/>
            <p:cNvSpPr txBox="1">
              <a:spLocks/>
            </p:cNvSpPr>
            <p:nvPr/>
          </p:nvSpPr>
          <p:spPr>
            <a:xfrm>
              <a:off x="843915" y="3977640"/>
              <a:ext cx="2802311" cy="198145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>
              <a:lvl1pPr algn="l" rtl="0" eaLnBrk="0" fontAlgn="base" latinLnBrk="1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defRPr kumimoji="1" lang="ko-KR" altLang="en-US" sz="1500" kern="1200" baseline="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Rix고딕 B" pitchFamily="18" charset="-127"/>
                  <a:ea typeface="Rix고딕 B" pitchFamily="18" charset="-127"/>
                  <a:cs typeface="+mj-cs"/>
                </a:defRPr>
              </a:lvl1pPr>
              <a:lvl2pPr algn="l" rtl="0" eaLnBrk="0" fontAlgn="base" latinLnBrk="1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defRPr kumimoji="1" sz="11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2pPr>
              <a:lvl3pPr algn="l" rtl="0" eaLnBrk="0" fontAlgn="base" latinLnBrk="1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defRPr kumimoji="1" sz="11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3pPr>
              <a:lvl4pPr algn="l" rtl="0" eaLnBrk="0" fontAlgn="base" latinLnBrk="1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defRPr kumimoji="1" sz="11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4pPr>
              <a:lvl5pPr algn="l" rtl="0" eaLnBrk="0" fontAlgn="base" latinLnBrk="1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defRPr kumimoji="1" sz="11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5pPr>
              <a:lvl6pPr marL="509595" algn="l" rtl="0" fontAlgn="base" latinLnBrk="1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defRPr kumimoji="1" sz="11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6pPr>
              <a:lvl7pPr marL="1019190" algn="l" rtl="0" fontAlgn="base" latinLnBrk="1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defRPr kumimoji="1" sz="11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7pPr>
              <a:lvl8pPr marL="1528785" algn="l" rtl="0" fontAlgn="base" latinLnBrk="1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defRPr kumimoji="1" sz="11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8pPr>
              <a:lvl9pPr marL="2038380" algn="l" rtl="0" fontAlgn="base" latinLnBrk="1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defRPr kumimoji="1" sz="11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9pPr>
            </a:lstStyle>
            <a:p>
              <a:pPr eaLnBrk="1" fontAlgn="auto" latinLnBrk="0" hangingPunct="1">
                <a:spcBef>
                  <a:spcPts val="0"/>
                </a:spcBef>
                <a:spcAft>
                  <a:spcPts val="0"/>
                </a:spcAft>
              </a:pPr>
              <a:r>
                <a:rPr lang="ko-KR" altLang="en-US" sz="1600" dirty="0">
                  <a:solidFill>
                    <a:srgbClr val="000000">
                      <a:lumMod val="95000"/>
                      <a:lumOff val="5000"/>
                    </a:srgb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제안시스템의 </a:t>
              </a:r>
              <a:r>
                <a:rPr lang="en-US" altLang="ko-KR" sz="1600" dirty="0">
                  <a:solidFill>
                    <a:srgbClr val="000000">
                      <a:lumMod val="95000"/>
                      <a:lumOff val="5000"/>
                    </a:srgb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Green IT </a:t>
              </a:r>
              <a:r>
                <a:rPr lang="ko-KR" altLang="en-US" sz="1600" dirty="0">
                  <a:solidFill>
                    <a:srgbClr val="000000">
                      <a:lumMod val="95000"/>
                      <a:lumOff val="5000"/>
                    </a:srgb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구현</a:t>
              </a:r>
            </a:p>
          </p:txBody>
        </p:sp>
      </p:grpSp>
      <p:grpSp>
        <p:nvGrpSpPr>
          <p:cNvPr id="44" name="그룹 43"/>
          <p:cNvGrpSpPr/>
          <p:nvPr/>
        </p:nvGrpSpPr>
        <p:grpSpPr>
          <a:xfrm>
            <a:off x="719962" y="5052059"/>
            <a:ext cx="4289952" cy="253783"/>
            <a:chOff x="645795" y="3971554"/>
            <a:chExt cx="3000431" cy="204231"/>
          </a:xfrm>
        </p:grpSpPr>
        <p:pic>
          <p:nvPicPr>
            <p:cNvPr id="45" name="Picture 2" descr="G:\work\다원아이씨티\후반기 VTC브리핑체계 사업\제안서\마스터A-07.png"/>
            <p:cNvPicPr>
              <a:picLocks noChangeAspect="1" noChangeArrowheads="1"/>
            </p:cNvPicPr>
            <p:nvPr/>
          </p:nvPicPr>
          <p:blipFill>
            <a:blip r:embed="rId1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45795" y="3971554"/>
              <a:ext cx="146685" cy="19626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6" name="제목 5"/>
            <p:cNvSpPr txBox="1">
              <a:spLocks/>
            </p:cNvSpPr>
            <p:nvPr/>
          </p:nvSpPr>
          <p:spPr>
            <a:xfrm>
              <a:off x="843915" y="3977640"/>
              <a:ext cx="2802311" cy="198145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>
              <a:lvl1pPr algn="l" rtl="0" eaLnBrk="0" fontAlgn="base" latinLnBrk="1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defRPr kumimoji="1" lang="ko-KR" altLang="en-US" sz="1500" kern="1200" baseline="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Rix고딕 B" pitchFamily="18" charset="-127"/>
                  <a:ea typeface="Rix고딕 B" pitchFamily="18" charset="-127"/>
                  <a:cs typeface="+mj-cs"/>
                </a:defRPr>
              </a:lvl1pPr>
              <a:lvl2pPr algn="l" rtl="0" eaLnBrk="0" fontAlgn="base" latinLnBrk="1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defRPr kumimoji="1" sz="11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2pPr>
              <a:lvl3pPr algn="l" rtl="0" eaLnBrk="0" fontAlgn="base" latinLnBrk="1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defRPr kumimoji="1" sz="11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3pPr>
              <a:lvl4pPr algn="l" rtl="0" eaLnBrk="0" fontAlgn="base" latinLnBrk="1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defRPr kumimoji="1" sz="11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4pPr>
              <a:lvl5pPr algn="l" rtl="0" eaLnBrk="0" fontAlgn="base" latinLnBrk="1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defRPr kumimoji="1" sz="11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5pPr>
              <a:lvl6pPr marL="509595" algn="l" rtl="0" fontAlgn="base" latinLnBrk="1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defRPr kumimoji="1" sz="11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6pPr>
              <a:lvl7pPr marL="1019190" algn="l" rtl="0" fontAlgn="base" latinLnBrk="1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defRPr kumimoji="1" sz="11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7pPr>
              <a:lvl8pPr marL="1528785" algn="l" rtl="0" fontAlgn="base" latinLnBrk="1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defRPr kumimoji="1" sz="11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8pPr>
              <a:lvl9pPr marL="2038380" algn="l" rtl="0" fontAlgn="base" latinLnBrk="1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defRPr kumimoji="1" sz="11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9pPr>
            </a:lstStyle>
            <a:p>
              <a:pPr eaLnBrk="1" fontAlgn="auto" latinLnBrk="0" hangingPunct="1">
                <a:spcBef>
                  <a:spcPts val="0"/>
                </a:spcBef>
                <a:spcAft>
                  <a:spcPts val="0"/>
                </a:spcAft>
              </a:pPr>
              <a:r>
                <a:rPr lang="ko-KR" altLang="en-US" sz="1600" dirty="0">
                  <a:solidFill>
                    <a:srgbClr val="000000">
                      <a:lumMod val="95000"/>
                      <a:lumOff val="5000"/>
                    </a:srgb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제안시스템 </a:t>
              </a:r>
              <a:r>
                <a:rPr lang="en-US" altLang="ko-KR" sz="1600" dirty="0">
                  <a:solidFill>
                    <a:srgbClr val="000000">
                      <a:lumMod val="95000"/>
                      <a:lumOff val="5000"/>
                    </a:srgb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Green-IT </a:t>
              </a:r>
              <a:r>
                <a:rPr lang="ko-KR" altLang="en-US" sz="1600" dirty="0">
                  <a:solidFill>
                    <a:srgbClr val="000000">
                      <a:lumMod val="95000"/>
                      <a:lumOff val="5000"/>
                    </a:srgb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지원 내역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738815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/>
        </p:nvSpPr>
        <p:spPr>
          <a:xfrm>
            <a:off x="0" y="307090"/>
            <a:ext cx="10693400" cy="46218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 cap="rnd" cmpd="sng">
            <a:noFill/>
            <a:prstDash val="solid"/>
            <a:headEnd type="none" w="lg" len="med"/>
            <a:tailEnd type="none" w="lg" len="med"/>
          </a:ln>
          <a:effectLst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none" lIns="99569" tIns="172873" rIns="99569" bIns="49785"/>
          <a:lstStyle/>
          <a:p>
            <a:pPr algn="ctr" latinLnBrk="0"/>
            <a:endParaRPr lang="ko-KR" altLang="en-US" sz="1700" b="1" dirty="0">
              <a:gradFill>
                <a:gsLst>
                  <a:gs pos="0">
                    <a:prstClr val="white"/>
                  </a:gs>
                  <a:gs pos="100000">
                    <a:prstClr val="white"/>
                  </a:gs>
                </a:gsLst>
                <a:lin ang="5400000" scaled="0"/>
              </a:gra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고도 B" panose="02000503000000020004" pitchFamily="2" charset="-127"/>
              <a:ea typeface="고도 B" panose="02000503000000020004" pitchFamily="2" charset="-127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47918" y="357032"/>
            <a:ext cx="8148382" cy="369332"/>
          </a:xfrm>
          <a:prstGeom prst="rect">
            <a:avLst/>
          </a:prstGeom>
          <a:noFill/>
          <a:ln w="6350">
            <a:noFill/>
          </a:ln>
          <a:effectLst/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 anchorCtr="0">
            <a:spAutoFit/>
            <a:sp3d>
              <a:bevelT w="0" h="0"/>
              <a:contourClr>
                <a:schemeClr val="bg1"/>
              </a:contourClr>
            </a:sp3d>
          </a:bodyPr>
          <a:lstStyle>
            <a:defPPr>
              <a:defRPr lang="ko-KR"/>
            </a:defPPr>
            <a:lvl1pPr lvl="0" indent="0" defTabSz="801639" latinLnBrk="0">
              <a:lnSpc>
                <a:spcPct val="100000"/>
              </a:lnSpc>
              <a:spcBef>
                <a:spcPts val="88"/>
              </a:spcBef>
              <a:spcAft>
                <a:spcPts val="88"/>
              </a:spcAft>
              <a:defRPr sz="2400" spc="0">
                <a:ln>
                  <a:solidFill>
                    <a:prstClr val="white">
                      <a:alpha val="10000"/>
                    </a:prstClr>
                  </a:solidFill>
                </a:ln>
                <a:solidFill>
                  <a:prstClr val="white"/>
                </a:solidFill>
                <a:effectLst/>
                <a:latin typeface="나눔고딕 ExtraBold" panose="020D0904000000000000" pitchFamily="50" charset="-127"/>
                <a:ea typeface="나눔고딕 ExtraBold" panose="020D0904000000000000" pitchFamily="50" charset="-127"/>
              </a:defRPr>
            </a:lvl1pPr>
          </a:lstStyle>
          <a:p>
            <a:r>
              <a:rPr lang="en-US" altLang="ko-KR" spc="-150" dirty="0" smtClean="0">
                <a:solidFill>
                  <a:schemeClr val="tx1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Q19. </a:t>
            </a:r>
            <a:r>
              <a:rPr lang="ko-KR" altLang="en-US" spc="-150" dirty="0" smtClean="0">
                <a:solidFill>
                  <a:schemeClr val="tx1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제안 장비 선정 기준</a:t>
            </a:r>
            <a:endParaRPr lang="ko-KR" altLang="en-US" spc="-150" dirty="0">
              <a:solidFill>
                <a:schemeClr val="tx1"/>
              </a:solidFill>
              <a:latin typeface="Rix모던고딕 B" panose="02020603020101020101" pitchFamily="18" charset="-127"/>
              <a:ea typeface="Rix모던고딕 B" panose="02020603020101020101" pitchFamily="18" charset="-127"/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0" y="776868"/>
            <a:ext cx="10693400" cy="728253"/>
          </a:xfrm>
          <a:prstGeom prst="rect">
            <a:avLst/>
          </a:prstGeom>
          <a:solidFill>
            <a:srgbClr val="2F6495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 lang="ko-KR" alt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150411" y="834545"/>
            <a:ext cx="10043857" cy="609398"/>
          </a:xfrm>
          <a:prstGeom prst="rect">
            <a:avLst/>
          </a:prstGeom>
          <a:noFill/>
          <a:ln w="6350">
            <a:noFill/>
          </a:ln>
          <a:effectLst/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 anchorCtr="0">
            <a:spAutoFit/>
            <a:sp3d>
              <a:bevelT w="0" h="0"/>
              <a:contourClr>
                <a:schemeClr val="bg1"/>
              </a:contourClr>
            </a:sp3d>
          </a:bodyPr>
          <a:lstStyle>
            <a:defPPr>
              <a:defRPr lang="ko-KR"/>
            </a:defPPr>
            <a:lvl1pPr lvl="0" indent="0" defTabSz="801639" latinLnBrk="0">
              <a:lnSpc>
                <a:spcPct val="100000"/>
              </a:lnSpc>
              <a:spcBef>
                <a:spcPts val="88"/>
              </a:spcBef>
              <a:spcAft>
                <a:spcPts val="88"/>
              </a:spcAft>
              <a:defRPr sz="2400" spc="0">
                <a:ln>
                  <a:solidFill>
                    <a:prstClr val="white">
                      <a:alpha val="10000"/>
                    </a:prstClr>
                  </a:solidFill>
                </a:ln>
                <a:solidFill>
                  <a:prstClr val="white"/>
                </a:solidFill>
                <a:effectLst/>
                <a:latin typeface="나눔고딕 ExtraBold" panose="020D0904000000000000" pitchFamily="50" charset="-127"/>
                <a:ea typeface="나눔고딕 ExtraBold" panose="020D0904000000000000" pitchFamily="50" charset="-127"/>
              </a:defRPr>
            </a:lvl1pPr>
          </a:lstStyle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800" spc="-100" dirty="0">
                <a:solidFill>
                  <a:schemeClr val="bg1"/>
                </a:solidFill>
                <a:latin typeface="Rix고딕 M" pitchFamily="18" charset="-127"/>
                <a:ea typeface="Rix고딕 M" pitchFamily="18" charset="-127"/>
              </a:rPr>
              <a:t>성능 및 안정성이 검증된 최적의 제품 </a:t>
            </a:r>
            <a:r>
              <a:rPr lang="ko-KR" altLang="en-US" sz="1800" spc="-100" dirty="0" smtClean="0">
                <a:solidFill>
                  <a:schemeClr val="bg1"/>
                </a:solidFill>
                <a:latin typeface="Rix고딕 M" pitchFamily="18" charset="-127"/>
                <a:ea typeface="Rix고딕 M" pitchFamily="18" charset="-127"/>
              </a:rPr>
              <a:t>선정을 위해 성능</a:t>
            </a:r>
            <a:r>
              <a:rPr lang="en-US" altLang="ko-KR" sz="1800" spc="-100" dirty="0" smtClean="0">
                <a:solidFill>
                  <a:schemeClr val="bg1"/>
                </a:solidFill>
                <a:latin typeface="Rix고딕 M" pitchFamily="18" charset="-127"/>
                <a:ea typeface="Rix고딕 M" pitchFamily="18" charset="-127"/>
              </a:rPr>
              <a:t>, </a:t>
            </a:r>
            <a:r>
              <a:rPr lang="ko-KR" altLang="en-US" sz="1800" spc="-100" dirty="0" smtClean="0">
                <a:solidFill>
                  <a:schemeClr val="bg1"/>
                </a:solidFill>
                <a:latin typeface="Rix고딕 M" pitchFamily="18" charset="-127"/>
                <a:ea typeface="Rix고딕 M" pitchFamily="18" charset="-127"/>
              </a:rPr>
              <a:t>요구규격 만족</a:t>
            </a:r>
            <a:r>
              <a:rPr lang="en-US" altLang="ko-KR" sz="1800" spc="-100" dirty="0" smtClean="0">
                <a:solidFill>
                  <a:schemeClr val="bg1"/>
                </a:solidFill>
                <a:latin typeface="Rix고딕 M" pitchFamily="18" charset="-127"/>
                <a:ea typeface="Rix고딕 M" pitchFamily="18" charset="-127"/>
              </a:rPr>
              <a:t>, </a:t>
            </a:r>
            <a:r>
              <a:rPr lang="ko-KR" altLang="en-US" sz="1800" spc="-100" dirty="0" smtClean="0">
                <a:solidFill>
                  <a:schemeClr val="bg1"/>
                </a:solidFill>
                <a:latin typeface="Rix고딕 M" pitchFamily="18" charset="-127"/>
                <a:ea typeface="Rix고딕 M" pitchFamily="18" charset="-127"/>
              </a:rPr>
              <a:t>기존 장비와의 호환성</a:t>
            </a:r>
            <a:r>
              <a:rPr lang="en-US" altLang="ko-KR" sz="1800" spc="-100" dirty="0" smtClean="0">
                <a:solidFill>
                  <a:schemeClr val="bg1"/>
                </a:solidFill>
                <a:latin typeface="Rix고딕 M" pitchFamily="18" charset="-127"/>
                <a:ea typeface="Rix고딕 M" pitchFamily="18" charset="-127"/>
              </a:rPr>
              <a:t>, </a:t>
            </a:r>
            <a:r>
              <a:rPr lang="ko-KR" altLang="en-US" sz="1800" spc="-100" dirty="0" smtClean="0">
                <a:solidFill>
                  <a:schemeClr val="bg1"/>
                </a:solidFill>
                <a:latin typeface="Rix고딕 M" pitchFamily="18" charset="-127"/>
                <a:ea typeface="Rix고딕 M" pitchFamily="18" charset="-127"/>
              </a:rPr>
              <a:t>안정성 등을 종합 검토하였습니다</a:t>
            </a:r>
            <a:r>
              <a:rPr lang="en-US" altLang="ko-KR" sz="1800" spc="-100" dirty="0" smtClean="0">
                <a:solidFill>
                  <a:schemeClr val="bg1"/>
                </a:solidFill>
                <a:latin typeface="Rix고딕 M" pitchFamily="18" charset="-127"/>
                <a:ea typeface="Rix고딕 M" pitchFamily="18" charset="-127"/>
              </a:rPr>
              <a:t>. </a:t>
            </a:r>
            <a:r>
              <a:rPr lang="ko-KR" altLang="en-US" sz="1800" spc="-100" dirty="0" smtClean="0">
                <a:solidFill>
                  <a:schemeClr val="bg1"/>
                </a:solidFill>
                <a:latin typeface="Rix고딕 M" pitchFamily="18" charset="-127"/>
                <a:ea typeface="Rix고딕 M" pitchFamily="18" charset="-127"/>
              </a:rPr>
              <a:t>이를 통해 제안 사는 시스코의 네트워크 장비</a:t>
            </a:r>
            <a:r>
              <a:rPr lang="en-US" altLang="ko-KR" sz="1800" spc="-100" dirty="0" smtClean="0">
                <a:solidFill>
                  <a:schemeClr val="bg1"/>
                </a:solidFill>
                <a:latin typeface="Rix고딕 M" pitchFamily="18" charset="-127"/>
                <a:ea typeface="Rix고딕 M" pitchFamily="18" charset="-127"/>
              </a:rPr>
              <a:t>, </a:t>
            </a:r>
            <a:r>
              <a:rPr lang="ko-KR" altLang="en-US" sz="1800" spc="-100" dirty="0" smtClean="0">
                <a:solidFill>
                  <a:schemeClr val="bg1"/>
                </a:solidFill>
                <a:latin typeface="Rix고딕 M" pitchFamily="18" charset="-127"/>
                <a:ea typeface="Rix고딕 M" pitchFamily="18" charset="-127"/>
              </a:rPr>
              <a:t>송림기술에서 제안하는 장비를 선정하였습니다</a:t>
            </a:r>
            <a:r>
              <a:rPr lang="en-US" altLang="ko-KR" sz="1800" spc="-100" dirty="0" smtClean="0">
                <a:solidFill>
                  <a:schemeClr val="bg1"/>
                </a:solidFill>
                <a:latin typeface="Rix고딕 M" pitchFamily="18" charset="-127"/>
                <a:ea typeface="Rix고딕 M" pitchFamily="18" charset="-127"/>
              </a:rPr>
              <a:t>.</a:t>
            </a:r>
            <a:endParaRPr lang="ko-KR" altLang="en-US" sz="1800" spc="-100" dirty="0">
              <a:solidFill>
                <a:schemeClr val="bg1"/>
              </a:solidFill>
              <a:latin typeface="Rix고딕 M" pitchFamily="18" charset="-127"/>
              <a:ea typeface="Rix고딕 M" pitchFamily="18" charset="-127"/>
            </a:endParaRPr>
          </a:p>
        </p:txBody>
      </p:sp>
      <p:grpSp>
        <p:nvGrpSpPr>
          <p:cNvPr id="49" name="그룹 48"/>
          <p:cNvGrpSpPr/>
          <p:nvPr/>
        </p:nvGrpSpPr>
        <p:grpSpPr>
          <a:xfrm>
            <a:off x="550379" y="1813249"/>
            <a:ext cx="1109951" cy="337178"/>
            <a:chOff x="588479" y="1963267"/>
            <a:chExt cx="1109951" cy="337178"/>
          </a:xfrm>
        </p:grpSpPr>
        <p:sp>
          <p:nvSpPr>
            <p:cNvPr id="50" name="직사각형 49"/>
            <p:cNvSpPr/>
            <p:nvPr/>
          </p:nvSpPr>
          <p:spPr>
            <a:xfrm>
              <a:off x="932195" y="1963267"/>
              <a:ext cx="766235" cy="3330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 anchor="t" anchorCtr="0">
              <a:spAutoFit/>
              <a:scene3d>
                <a:camera prst="orthographicFront"/>
                <a:lightRig rig="threePt" dir="t"/>
              </a:scene3d>
              <a:sp3d>
                <a:bevelT w="0"/>
              </a:sp3d>
            </a:bodyPr>
            <a:lstStyle/>
            <a:p>
              <a:pPr marL="0" lvl="1" indent="-297308" fontAlgn="base">
                <a:lnSpc>
                  <a:spcPct val="130000"/>
                </a:lnSpc>
                <a:spcBef>
                  <a:spcPct val="0"/>
                </a:spcBef>
                <a:spcAft>
                  <a:spcPct val="0"/>
                </a:spcAft>
                <a:buClr>
                  <a:prstClr val="white"/>
                </a:buClr>
                <a:buSzPct val="80000"/>
                <a:tabLst>
                  <a:tab pos="5424707" algn="l"/>
                </a:tabLst>
              </a:pPr>
              <a:r>
                <a:rPr lang="ko-KR" altLang="en-US" sz="1800" spc="-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  <a:cs typeface="+mj-cs"/>
                </a:rPr>
                <a:t>선정 절차</a:t>
              </a:r>
            </a:p>
          </p:txBody>
        </p:sp>
        <p:pic>
          <p:nvPicPr>
            <p:cNvPr id="51" name="Picture 3" descr="G:\work\아이티센시스템즈\경찰청공조조회유지보수\icon&amp;dia\제안서템플릿이미지-24.png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88479" y="1999024"/>
              <a:ext cx="302741" cy="30142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52" name="그룹 51"/>
          <p:cNvGrpSpPr/>
          <p:nvPr/>
        </p:nvGrpSpPr>
        <p:grpSpPr>
          <a:xfrm>
            <a:off x="8113983" y="2051103"/>
            <a:ext cx="1702789" cy="1747965"/>
            <a:chOff x="8113983" y="2025861"/>
            <a:chExt cx="1702789" cy="1747965"/>
          </a:xfrm>
        </p:grpSpPr>
        <p:sp>
          <p:nvSpPr>
            <p:cNvPr id="53" name="Freeform 154"/>
            <p:cNvSpPr>
              <a:spLocks/>
            </p:cNvSpPr>
            <p:nvPr/>
          </p:nvSpPr>
          <p:spPr bwMode="auto">
            <a:xfrm rot="16200000">
              <a:off x="8960500" y="2776916"/>
              <a:ext cx="146369" cy="1454541"/>
            </a:xfrm>
            <a:custGeom>
              <a:avLst/>
              <a:gdLst/>
              <a:ahLst/>
              <a:cxnLst>
                <a:cxn ang="0">
                  <a:pos x="159" y="22"/>
                </a:cxn>
                <a:cxn ang="0">
                  <a:pos x="159" y="2948"/>
                </a:cxn>
                <a:cxn ang="0">
                  <a:pos x="0" y="2698"/>
                </a:cxn>
                <a:cxn ang="0">
                  <a:pos x="68" y="2717"/>
                </a:cxn>
                <a:cxn ang="0">
                  <a:pos x="68" y="0"/>
                </a:cxn>
                <a:cxn ang="0">
                  <a:pos x="204" y="0"/>
                </a:cxn>
                <a:cxn ang="0">
                  <a:pos x="159" y="22"/>
                </a:cxn>
              </a:cxnLst>
              <a:rect l="0" t="0" r="r" b="b"/>
              <a:pathLst>
                <a:path w="204" h="2948">
                  <a:moveTo>
                    <a:pt x="159" y="22"/>
                  </a:moveTo>
                  <a:lnTo>
                    <a:pt x="159" y="2948"/>
                  </a:lnTo>
                  <a:lnTo>
                    <a:pt x="0" y="2698"/>
                  </a:lnTo>
                  <a:lnTo>
                    <a:pt x="68" y="2717"/>
                  </a:lnTo>
                  <a:lnTo>
                    <a:pt x="68" y="0"/>
                  </a:lnTo>
                  <a:lnTo>
                    <a:pt x="204" y="0"/>
                  </a:lnTo>
                  <a:lnTo>
                    <a:pt x="159" y="22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 w="9525" cap="flat" cmpd="sng">
              <a:noFill/>
              <a:prstDash val="solid"/>
              <a:round/>
              <a:headEnd/>
              <a:tailEnd/>
            </a:ln>
            <a:effectLst/>
          </p:spPr>
          <p:txBody>
            <a:bodyPr lIns="72000" tIns="53857" rIns="72000" bIns="53857" anchor="ctr"/>
            <a:lstStyle/>
            <a:p>
              <a:pPr latinLnBrk="0">
                <a:defRPr/>
              </a:pPr>
              <a:endParaRPr lang="ko-KR" altLang="en-US" kern="0" dirty="0">
                <a:solidFill>
                  <a:srgbClr val="000000"/>
                </a:solidFill>
                <a:latin typeface="Rix모던고딕 M" pitchFamily="18" charset="-127"/>
                <a:ea typeface="Rix모던고딕 M" pitchFamily="18" charset="-127"/>
              </a:endParaRPr>
            </a:p>
          </p:txBody>
        </p:sp>
        <p:sp>
          <p:nvSpPr>
            <p:cNvPr id="54" name="Freeform 155"/>
            <p:cNvSpPr>
              <a:spLocks/>
            </p:cNvSpPr>
            <p:nvPr/>
          </p:nvSpPr>
          <p:spPr bwMode="auto">
            <a:xfrm rot="10800000">
              <a:off x="8267992" y="2106364"/>
              <a:ext cx="166495" cy="1416119"/>
            </a:xfrm>
            <a:custGeom>
              <a:avLst/>
              <a:gdLst/>
              <a:ahLst/>
              <a:cxnLst>
                <a:cxn ang="0">
                  <a:pos x="159" y="22"/>
                </a:cxn>
                <a:cxn ang="0">
                  <a:pos x="159" y="2948"/>
                </a:cxn>
                <a:cxn ang="0">
                  <a:pos x="0" y="2698"/>
                </a:cxn>
                <a:cxn ang="0">
                  <a:pos x="68" y="2717"/>
                </a:cxn>
                <a:cxn ang="0">
                  <a:pos x="68" y="0"/>
                </a:cxn>
                <a:cxn ang="0">
                  <a:pos x="204" y="0"/>
                </a:cxn>
                <a:cxn ang="0">
                  <a:pos x="159" y="22"/>
                </a:cxn>
              </a:cxnLst>
              <a:rect l="0" t="0" r="r" b="b"/>
              <a:pathLst>
                <a:path w="204" h="2948">
                  <a:moveTo>
                    <a:pt x="159" y="22"/>
                  </a:moveTo>
                  <a:lnTo>
                    <a:pt x="159" y="2948"/>
                  </a:lnTo>
                  <a:lnTo>
                    <a:pt x="0" y="2698"/>
                  </a:lnTo>
                  <a:lnTo>
                    <a:pt x="68" y="2717"/>
                  </a:lnTo>
                  <a:lnTo>
                    <a:pt x="68" y="0"/>
                  </a:lnTo>
                  <a:lnTo>
                    <a:pt x="204" y="0"/>
                  </a:lnTo>
                  <a:lnTo>
                    <a:pt x="159" y="22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 w="9525" cap="flat" cmpd="sng">
              <a:noFill/>
              <a:prstDash val="solid"/>
              <a:round/>
              <a:headEnd/>
              <a:tailEnd/>
            </a:ln>
            <a:effectLst/>
          </p:spPr>
          <p:txBody>
            <a:bodyPr lIns="72000" tIns="53857" rIns="72000" bIns="53857" anchor="ctr"/>
            <a:lstStyle/>
            <a:p>
              <a:pPr latinLnBrk="0"/>
              <a:endParaRPr lang="ko-KR" altLang="en-US" kern="0" dirty="0">
                <a:solidFill>
                  <a:srgbClr val="000000"/>
                </a:solidFill>
                <a:latin typeface="Rix모던고딕 M" pitchFamily="18" charset="-127"/>
                <a:ea typeface="Rix모던고딕 M" pitchFamily="18" charset="-127"/>
              </a:endParaRPr>
            </a:p>
          </p:txBody>
        </p:sp>
        <p:sp>
          <p:nvSpPr>
            <p:cNvPr id="55" name="Text Box 156"/>
            <p:cNvSpPr txBox="1">
              <a:spLocks noChangeArrowheads="1"/>
            </p:cNvSpPr>
            <p:nvPr/>
          </p:nvSpPr>
          <p:spPr bwMode="auto">
            <a:xfrm>
              <a:off x="8113983" y="2025861"/>
              <a:ext cx="115416" cy="15388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defTabSz="893763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1pPr>
              <a:lvl2pPr marL="742950" indent="-285750" defTabSz="893763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2pPr>
              <a:lvl3pPr marL="1143000" indent="-228600" defTabSz="893763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3pPr>
              <a:lvl4pPr marL="1600200" indent="-228600" defTabSz="893763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4pPr>
              <a:lvl5pPr marL="2057400" indent="-228600" defTabSz="893763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5pPr>
              <a:lvl6pPr marL="2514600" indent="-228600" defTabSz="893763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6pPr>
              <a:lvl7pPr marL="2971800" indent="-228600" defTabSz="893763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7pPr>
              <a:lvl8pPr marL="3429000" indent="-228600" defTabSz="893763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8pPr>
              <a:lvl9pPr marL="3886200" indent="-228600" defTabSz="893763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9pPr>
            </a:lstStyle>
            <a:p>
              <a:pPr eaLnBrk="1" fontAlgn="ctr" latinLnBrk="0" hangingPunct="1"/>
              <a:r>
                <a:rPr lang="ko-KR" altLang="en-US" sz="1000" dirty="0">
                  <a:solidFill>
                    <a:prstClr val="black"/>
                  </a:solidFill>
                  <a:latin typeface="Rix모던고딕 M" pitchFamily="18" charset="-127"/>
                  <a:ea typeface="Rix모던고딕 M" pitchFamily="18" charset="-127"/>
                  <a:cs typeface="산돌고딕B"/>
                </a:rPr>
                <a:t>수</a:t>
              </a:r>
            </a:p>
            <a:p>
              <a:pPr eaLnBrk="1" fontAlgn="ctr" latinLnBrk="0" hangingPunct="1"/>
              <a:r>
                <a:rPr lang="ko-KR" altLang="en-US" sz="1000" dirty="0">
                  <a:solidFill>
                    <a:prstClr val="black"/>
                  </a:solidFill>
                  <a:latin typeface="Rix모던고딕 M" pitchFamily="18" charset="-127"/>
                  <a:ea typeface="Rix모던고딕 M" pitchFamily="18" charset="-127"/>
                  <a:cs typeface="산돌고딕B"/>
                </a:rPr>
                <a:t>요</a:t>
              </a:r>
            </a:p>
            <a:p>
              <a:pPr eaLnBrk="1" fontAlgn="ctr" latinLnBrk="0" hangingPunct="1"/>
              <a:r>
                <a:rPr lang="ko-KR" altLang="en-US" sz="1000" dirty="0">
                  <a:solidFill>
                    <a:prstClr val="black"/>
                  </a:solidFill>
                  <a:latin typeface="Rix모던고딕 M" pitchFamily="18" charset="-127"/>
                  <a:ea typeface="Rix모던고딕 M" pitchFamily="18" charset="-127"/>
                  <a:cs typeface="산돌고딕B"/>
                </a:rPr>
                <a:t>예</a:t>
              </a:r>
            </a:p>
            <a:p>
              <a:pPr eaLnBrk="1" fontAlgn="ctr" latinLnBrk="0" hangingPunct="1"/>
              <a:r>
                <a:rPr lang="ko-KR" altLang="en-US" sz="1000" dirty="0">
                  <a:solidFill>
                    <a:prstClr val="black"/>
                  </a:solidFill>
                  <a:latin typeface="Rix모던고딕 M" pitchFamily="18" charset="-127"/>
                  <a:ea typeface="Rix모던고딕 M" pitchFamily="18" charset="-127"/>
                  <a:cs typeface="산돌고딕B"/>
                </a:rPr>
                <a:t>측</a:t>
              </a:r>
            </a:p>
            <a:p>
              <a:pPr eaLnBrk="1" fontAlgn="ctr" latinLnBrk="0" hangingPunct="1"/>
              <a:r>
                <a:rPr lang="ko-KR" altLang="en-US" sz="1000" dirty="0">
                  <a:solidFill>
                    <a:prstClr val="black"/>
                  </a:solidFill>
                  <a:latin typeface="Rix모던고딕 M" pitchFamily="18" charset="-127"/>
                  <a:ea typeface="Rix모던고딕 M" pitchFamily="18" charset="-127"/>
                  <a:cs typeface="산돌고딕B"/>
                </a:rPr>
                <a:t>모</a:t>
              </a:r>
            </a:p>
            <a:p>
              <a:pPr eaLnBrk="1" fontAlgn="ctr" latinLnBrk="0" hangingPunct="1"/>
              <a:r>
                <a:rPr lang="ko-KR" altLang="en-US" sz="1000" dirty="0">
                  <a:solidFill>
                    <a:prstClr val="black"/>
                  </a:solidFill>
                  <a:latin typeface="Rix모던고딕 M" pitchFamily="18" charset="-127"/>
                  <a:ea typeface="Rix모던고딕 M" pitchFamily="18" charset="-127"/>
                  <a:cs typeface="산돌고딕B"/>
                </a:rPr>
                <a:t>델</a:t>
              </a:r>
            </a:p>
            <a:p>
              <a:pPr eaLnBrk="1" fontAlgn="ctr" latinLnBrk="0" hangingPunct="1"/>
              <a:endParaRPr lang="ko-KR" altLang="en-US" sz="1000" dirty="0">
                <a:solidFill>
                  <a:prstClr val="black"/>
                </a:solidFill>
                <a:latin typeface="Rix모던고딕 M" pitchFamily="18" charset="-127"/>
                <a:ea typeface="Rix모던고딕 M" pitchFamily="18" charset="-127"/>
                <a:cs typeface="산돌고딕B"/>
              </a:endParaRPr>
            </a:p>
            <a:p>
              <a:pPr eaLnBrk="1" fontAlgn="ctr" latinLnBrk="0" hangingPunct="1"/>
              <a:r>
                <a:rPr lang="ko-KR" altLang="en-US" sz="1000" dirty="0">
                  <a:solidFill>
                    <a:prstClr val="black"/>
                  </a:solidFill>
                  <a:latin typeface="Rix모던고딕 M" pitchFamily="18" charset="-127"/>
                  <a:ea typeface="Rix모던고딕 M" pitchFamily="18" charset="-127"/>
                  <a:cs typeface="산돌고딕B"/>
                </a:rPr>
                <a:t>만</a:t>
              </a:r>
            </a:p>
            <a:p>
              <a:pPr eaLnBrk="1" fontAlgn="ctr" latinLnBrk="0" hangingPunct="1"/>
              <a:r>
                <a:rPr lang="ko-KR" altLang="en-US" sz="1000" dirty="0">
                  <a:solidFill>
                    <a:prstClr val="black"/>
                  </a:solidFill>
                  <a:latin typeface="Rix모던고딕 M" pitchFamily="18" charset="-127"/>
                  <a:ea typeface="Rix모던고딕 M" pitchFamily="18" charset="-127"/>
                  <a:cs typeface="산돌고딕B"/>
                </a:rPr>
                <a:t>족</a:t>
              </a:r>
            </a:p>
            <a:p>
              <a:pPr eaLnBrk="1" fontAlgn="ctr" latinLnBrk="0" hangingPunct="1"/>
              <a:r>
                <a:rPr lang="ko-KR" altLang="en-US" sz="1000" dirty="0">
                  <a:solidFill>
                    <a:prstClr val="black"/>
                  </a:solidFill>
                  <a:latin typeface="Rix모던고딕 M" pitchFamily="18" charset="-127"/>
                  <a:ea typeface="Rix모던고딕 M" pitchFamily="18" charset="-127"/>
                  <a:cs typeface="산돌고딕B"/>
                </a:rPr>
                <a:t>도</a:t>
              </a:r>
            </a:p>
          </p:txBody>
        </p:sp>
        <p:sp>
          <p:nvSpPr>
            <p:cNvPr id="56" name="Text Box 157"/>
            <p:cNvSpPr txBox="1">
              <a:spLocks noChangeArrowheads="1"/>
            </p:cNvSpPr>
            <p:nvPr/>
          </p:nvSpPr>
          <p:spPr bwMode="auto">
            <a:xfrm>
              <a:off x="8796207" y="3619938"/>
              <a:ext cx="833562" cy="153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defTabSz="893763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1pPr>
              <a:lvl2pPr marL="742950" indent="-285750" defTabSz="893763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2pPr>
              <a:lvl3pPr marL="1143000" indent="-228600" defTabSz="893763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3pPr>
              <a:lvl4pPr marL="1600200" indent="-228600" defTabSz="893763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4pPr>
              <a:lvl5pPr marL="2057400" indent="-228600" defTabSz="893763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5pPr>
              <a:lvl6pPr marL="2514600" indent="-228600" defTabSz="893763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6pPr>
              <a:lvl7pPr marL="2971800" indent="-228600" defTabSz="893763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7pPr>
              <a:lvl8pPr marL="3429000" indent="-228600" defTabSz="893763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8pPr>
              <a:lvl9pPr marL="3886200" indent="-228600" defTabSz="893763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9pPr>
            </a:lstStyle>
            <a:p>
              <a:pPr algn="r" eaLnBrk="1" fontAlgn="ctr" latinLnBrk="0" hangingPunct="1"/>
              <a:r>
                <a:rPr lang="en-US" altLang="ko-KR" sz="1000" dirty="0">
                  <a:solidFill>
                    <a:srgbClr val="C00000"/>
                  </a:solidFill>
                  <a:latin typeface="Rix모던고딕 M" pitchFamily="18" charset="-127"/>
                  <a:ea typeface="Rix모던고딕 M" pitchFamily="18" charset="-127"/>
                  <a:cs typeface="산돌고딕B"/>
                </a:rPr>
                <a:t>RFP</a:t>
              </a:r>
              <a:r>
                <a:rPr lang="ko-KR" altLang="en-US" sz="1000" dirty="0">
                  <a:solidFill>
                    <a:srgbClr val="C00000"/>
                  </a:solidFill>
                  <a:latin typeface="Rix모던고딕 M" pitchFamily="18" charset="-127"/>
                  <a:ea typeface="Rix모던고딕 M" pitchFamily="18" charset="-127"/>
                  <a:cs typeface="산돌고딕B"/>
                </a:rPr>
                <a:t>규격 만족도</a:t>
              </a:r>
            </a:p>
          </p:txBody>
        </p:sp>
        <p:sp>
          <p:nvSpPr>
            <p:cNvPr id="57" name="Line 158"/>
            <p:cNvSpPr>
              <a:spLocks noChangeShapeType="1"/>
            </p:cNvSpPr>
            <p:nvPr/>
          </p:nvSpPr>
          <p:spPr bwMode="auto">
            <a:xfrm>
              <a:off x="8471079" y="2843697"/>
              <a:ext cx="1106915" cy="0"/>
            </a:xfrm>
            <a:prstGeom prst="line">
              <a:avLst/>
            </a:prstGeom>
            <a:ln w="15240">
              <a:solidFill>
                <a:srgbClr val="0DB7C7"/>
              </a:solidFill>
            </a:ln>
            <a:effectLst>
              <a:outerShdw blurRad="38100" dist="12700" dir="5400000" rotWithShape="0">
                <a:srgbClr val="000000">
                  <a:alpha val="38000"/>
                </a:srgbClr>
              </a:outerShdw>
            </a:effectLst>
            <a:ex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pPr latinLnBrk="0"/>
              <a:endParaRPr lang="ko-KR" altLang="en-US" kern="0" dirty="0">
                <a:solidFill>
                  <a:srgbClr val="000000"/>
                </a:solidFill>
                <a:latin typeface="Rix모던고딕 M" pitchFamily="18" charset="-127"/>
                <a:ea typeface="Rix모던고딕 M" pitchFamily="18" charset="-127"/>
              </a:endParaRPr>
            </a:p>
          </p:txBody>
        </p:sp>
        <p:sp>
          <p:nvSpPr>
            <p:cNvPr id="58" name="Line 159"/>
            <p:cNvSpPr>
              <a:spLocks noChangeShapeType="1"/>
            </p:cNvSpPr>
            <p:nvPr/>
          </p:nvSpPr>
          <p:spPr bwMode="auto">
            <a:xfrm>
              <a:off x="8988859" y="2214310"/>
              <a:ext cx="0" cy="1148996"/>
            </a:xfrm>
            <a:prstGeom prst="line">
              <a:avLst/>
            </a:prstGeom>
            <a:ln w="15240">
              <a:solidFill>
                <a:srgbClr val="0DB7C7"/>
              </a:solidFill>
            </a:ln>
            <a:effectLst>
              <a:outerShdw blurRad="38100" dist="12700" dir="5400000" rotWithShape="0">
                <a:srgbClr val="000000">
                  <a:alpha val="38000"/>
                </a:srgbClr>
              </a:outerShdw>
            </a:effectLst>
            <a:ex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pPr latinLnBrk="0">
                <a:defRPr/>
              </a:pPr>
              <a:endParaRPr lang="ko-KR" altLang="en-US" kern="0" dirty="0">
                <a:solidFill>
                  <a:srgbClr val="000000"/>
                </a:solidFill>
                <a:latin typeface="Rix모던고딕 M" pitchFamily="18" charset="-127"/>
                <a:ea typeface="Rix모던고딕 M" pitchFamily="18" charset="-127"/>
              </a:endParaRPr>
            </a:p>
          </p:txBody>
        </p:sp>
        <p:sp>
          <p:nvSpPr>
            <p:cNvPr id="59" name="Oval 160" descr="넓은 상향 대각선"/>
            <p:cNvSpPr>
              <a:spLocks noChangeArrowheads="1"/>
            </p:cNvSpPr>
            <p:nvPr/>
          </p:nvSpPr>
          <p:spPr bwMode="auto">
            <a:xfrm>
              <a:off x="9034600" y="2358850"/>
              <a:ext cx="440936" cy="440936"/>
            </a:xfrm>
            <a:prstGeom prst="ellipse">
              <a:avLst/>
            </a:prstGeom>
            <a:solidFill>
              <a:srgbClr val="FCC40C">
                <a:alpha val="70000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9pPr>
            </a:lstStyle>
            <a:p>
              <a:pPr algn="ctr" eaLnBrk="1" latinLnBrk="0" hangingPunct="1"/>
              <a:endParaRPr lang="ko-KR" altLang="en-US" sz="1400" b="1" dirty="0">
                <a:solidFill>
                  <a:srgbClr val="000000"/>
                </a:solidFill>
                <a:latin typeface="Rix모던고딕 M" pitchFamily="18" charset="-127"/>
                <a:ea typeface="Rix모던고딕 M" pitchFamily="18" charset="-127"/>
              </a:endParaRPr>
            </a:p>
          </p:txBody>
        </p:sp>
        <p:sp>
          <p:nvSpPr>
            <p:cNvPr id="60" name="Oval 161" descr="넓은 상향 대각선"/>
            <p:cNvSpPr>
              <a:spLocks noChangeArrowheads="1"/>
            </p:cNvSpPr>
            <p:nvPr/>
          </p:nvSpPr>
          <p:spPr bwMode="auto">
            <a:xfrm>
              <a:off x="8483886" y="2979088"/>
              <a:ext cx="82333" cy="82333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 w="12700" cap="rnd" cmpd="sng">
              <a:noFill/>
              <a:prstDash val="solid"/>
              <a:headEnd type="none" w="lg" len="med"/>
              <a:tailEnd type="none" w="lg" len="med"/>
            </a:ln>
            <a:effectLst/>
            <a:extLst/>
          </p:spPr>
          <p:style>
            <a:lnRef idx="1">
              <a:schemeClr val="accent5"/>
            </a:lnRef>
            <a:fillRef idx="3">
              <a:schemeClr val="accent5"/>
            </a:fillRef>
            <a:effectRef idx="2">
              <a:schemeClr val="accent5"/>
            </a:effectRef>
            <a:fontRef idx="minor">
              <a:schemeClr val="lt1"/>
            </a:fontRef>
          </p:style>
          <p:txBody>
            <a:bodyPr wrap="none" tIns="180000"/>
            <a:lstStyle/>
            <a:p>
              <a:pPr algn="ctr" latinLnBrk="0"/>
              <a:endParaRPr lang="ko-KR" altLang="en-US" sz="1600" b="1" dirty="0">
                <a:gradFill>
                  <a:gsLst>
                    <a:gs pos="0">
                      <a:prstClr val="white"/>
                    </a:gs>
                    <a:gs pos="100000">
                      <a:prstClr val="white"/>
                    </a:gs>
                  </a:gsLst>
                  <a:lin ang="5400000" scaled="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ix모던고딕 M" pitchFamily="18" charset="-127"/>
                <a:ea typeface="Rix모던고딕 M" pitchFamily="18" charset="-127"/>
              </a:endParaRPr>
            </a:p>
          </p:txBody>
        </p:sp>
        <p:sp>
          <p:nvSpPr>
            <p:cNvPr id="61" name="Oval 162" descr="넓은 상향 대각선"/>
            <p:cNvSpPr>
              <a:spLocks noChangeArrowheads="1"/>
            </p:cNvSpPr>
            <p:nvPr/>
          </p:nvSpPr>
          <p:spPr bwMode="auto">
            <a:xfrm>
              <a:off x="8767476" y="3085205"/>
              <a:ext cx="82332" cy="82333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 w="12700" cap="rnd" cmpd="sng">
              <a:noFill/>
              <a:prstDash val="solid"/>
              <a:headEnd type="none" w="lg" len="med"/>
              <a:tailEnd type="none" w="lg" len="med"/>
            </a:ln>
            <a:effectLst/>
            <a:extLst/>
          </p:spPr>
          <p:style>
            <a:lnRef idx="1">
              <a:schemeClr val="accent5"/>
            </a:lnRef>
            <a:fillRef idx="3">
              <a:schemeClr val="accent5"/>
            </a:fillRef>
            <a:effectRef idx="2">
              <a:schemeClr val="accent5"/>
            </a:effectRef>
            <a:fontRef idx="minor">
              <a:schemeClr val="lt1"/>
            </a:fontRef>
          </p:style>
          <p:txBody>
            <a:bodyPr wrap="none" tIns="180000"/>
            <a:lstStyle/>
            <a:p>
              <a:pPr algn="ctr" latinLnBrk="0"/>
              <a:endParaRPr lang="ko-KR" altLang="en-US" sz="1600" b="1" dirty="0">
                <a:gradFill>
                  <a:gsLst>
                    <a:gs pos="0">
                      <a:prstClr val="white"/>
                    </a:gs>
                    <a:gs pos="100000">
                      <a:prstClr val="white"/>
                    </a:gs>
                  </a:gsLst>
                  <a:lin ang="5400000" scaled="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ix모던고딕 M" pitchFamily="18" charset="-127"/>
                <a:ea typeface="Rix모던고딕 M" pitchFamily="18" charset="-127"/>
              </a:endParaRPr>
            </a:p>
          </p:txBody>
        </p:sp>
        <p:sp>
          <p:nvSpPr>
            <p:cNvPr id="62" name="Oval 163" descr="넓은 상향 대각선"/>
            <p:cNvSpPr>
              <a:spLocks noChangeArrowheads="1"/>
            </p:cNvSpPr>
            <p:nvPr/>
          </p:nvSpPr>
          <p:spPr bwMode="auto">
            <a:xfrm>
              <a:off x="9098636" y="2979088"/>
              <a:ext cx="82333" cy="82333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 w="12700" cap="rnd" cmpd="sng">
              <a:noFill/>
              <a:prstDash val="solid"/>
              <a:headEnd type="none" w="lg" len="med"/>
              <a:tailEnd type="none" w="lg" len="med"/>
            </a:ln>
            <a:effectLst/>
            <a:extLst/>
          </p:spPr>
          <p:style>
            <a:lnRef idx="1">
              <a:schemeClr val="accent5"/>
            </a:lnRef>
            <a:fillRef idx="3">
              <a:schemeClr val="accent5"/>
            </a:fillRef>
            <a:effectRef idx="2">
              <a:schemeClr val="accent5"/>
            </a:effectRef>
            <a:fontRef idx="minor">
              <a:schemeClr val="lt1"/>
            </a:fontRef>
          </p:style>
          <p:txBody>
            <a:bodyPr wrap="none" tIns="180000"/>
            <a:lstStyle/>
            <a:p>
              <a:pPr algn="ctr" latinLnBrk="0"/>
              <a:endParaRPr lang="ko-KR" altLang="en-US" sz="1600" b="1" dirty="0">
                <a:gradFill>
                  <a:gsLst>
                    <a:gs pos="0">
                      <a:prstClr val="white"/>
                    </a:gs>
                    <a:gs pos="100000">
                      <a:prstClr val="white"/>
                    </a:gs>
                  </a:gsLst>
                  <a:lin ang="5400000" scaled="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ix모던고딕 M" pitchFamily="18" charset="-127"/>
                <a:ea typeface="Rix모던고딕 M" pitchFamily="18" charset="-127"/>
              </a:endParaRPr>
            </a:p>
          </p:txBody>
        </p:sp>
        <p:sp>
          <p:nvSpPr>
            <p:cNvPr id="63" name="Oval 164" descr="넓은 상향 대각선"/>
            <p:cNvSpPr>
              <a:spLocks noChangeArrowheads="1"/>
            </p:cNvSpPr>
            <p:nvPr/>
          </p:nvSpPr>
          <p:spPr bwMode="auto">
            <a:xfrm>
              <a:off x="8692462" y="2668054"/>
              <a:ext cx="82333" cy="82333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 w="12700" cap="rnd" cmpd="sng">
              <a:noFill/>
              <a:prstDash val="solid"/>
              <a:headEnd type="none" w="lg" len="med"/>
              <a:tailEnd type="none" w="lg" len="med"/>
            </a:ln>
            <a:effectLst/>
            <a:extLst/>
          </p:spPr>
          <p:style>
            <a:lnRef idx="1">
              <a:schemeClr val="accent5"/>
            </a:lnRef>
            <a:fillRef idx="3">
              <a:schemeClr val="accent5"/>
            </a:fillRef>
            <a:effectRef idx="2">
              <a:schemeClr val="accent5"/>
            </a:effectRef>
            <a:fontRef idx="minor">
              <a:schemeClr val="lt1"/>
            </a:fontRef>
          </p:style>
          <p:txBody>
            <a:bodyPr wrap="none" tIns="180000"/>
            <a:lstStyle/>
            <a:p>
              <a:pPr algn="ctr" latinLnBrk="0"/>
              <a:endParaRPr lang="ko-KR" altLang="en-US" sz="1600" b="1" dirty="0">
                <a:gradFill>
                  <a:gsLst>
                    <a:gs pos="0">
                      <a:prstClr val="white"/>
                    </a:gs>
                    <a:gs pos="100000">
                      <a:prstClr val="white"/>
                    </a:gs>
                  </a:gsLst>
                  <a:lin ang="5400000" scaled="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ix모던고딕 M" pitchFamily="18" charset="-127"/>
                <a:ea typeface="Rix모던고딕 M" pitchFamily="18" charset="-127"/>
              </a:endParaRPr>
            </a:p>
          </p:txBody>
        </p:sp>
        <p:sp>
          <p:nvSpPr>
            <p:cNvPr id="64" name="Oval 165" descr="넓은 상향 대각선"/>
            <p:cNvSpPr>
              <a:spLocks noChangeArrowheads="1"/>
            </p:cNvSpPr>
            <p:nvPr/>
          </p:nvSpPr>
          <p:spPr bwMode="auto">
            <a:xfrm>
              <a:off x="9072062" y="2521716"/>
              <a:ext cx="87718" cy="87718"/>
            </a:xfrm>
            <a:prstGeom prst="ellipse">
              <a:avLst/>
            </a:prstGeom>
            <a:solidFill>
              <a:srgbClr val="C00000"/>
            </a:solidFill>
            <a:ln w="12700" cap="rnd" cmpd="sng">
              <a:noFill/>
              <a:prstDash val="solid"/>
              <a:headEnd type="none" w="lg" len="med"/>
              <a:tailEnd type="none" w="lg" len="med"/>
            </a:ln>
            <a:effectLst>
              <a:outerShdw blurRad="38100" dist="12700" dir="5400000" sx="99000" sy="99000" algn="t" rotWithShape="0">
                <a:prstClr val="black">
                  <a:alpha val="25000"/>
                </a:prstClr>
              </a:outerShdw>
            </a:effectLst>
            <a:extLst/>
          </p:spPr>
          <p:style>
            <a:lnRef idx="1">
              <a:schemeClr val="accent5"/>
            </a:lnRef>
            <a:fillRef idx="3">
              <a:schemeClr val="accent5"/>
            </a:fillRef>
            <a:effectRef idx="2">
              <a:schemeClr val="accent5"/>
            </a:effectRef>
            <a:fontRef idx="minor">
              <a:schemeClr val="lt1"/>
            </a:fontRef>
          </p:style>
          <p:txBody>
            <a:bodyPr wrap="none" lIns="0" tIns="0" rIns="0" bIns="0" anchor="ctr" anchorCtr="0"/>
            <a:lstStyle/>
            <a:p>
              <a:pPr algn="ctr" latinLnBrk="0"/>
              <a:endParaRPr lang="ko-KR" altLang="en-US" sz="1400" dirty="0">
                <a:gradFill>
                  <a:gsLst>
                    <a:gs pos="0">
                      <a:prstClr val="white"/>
                    </a:gs>
                    <a:gs pos="100000">
                      <a:prstClr val="white"/>
                    </a:gs>
                  </a:gsLst>
                  <a:lin ang="5400000" scaled="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ix모던고딕 M" pitchFamily="18" charset="-127"/>
                <a:ea typeface="Rix모던고딕 M" pitchFamily="18" charset="-127"/>
              </a:endParaRPr>
            </a:p>
          </p:txBody>
        </p:sp>
        <p:sp>
          <p:nvSpPr>
            <p:cNvPr id="65" name="Oval 166" descr="넓은 상향 대각선"/>
            <p:cNvSpPr>
              <a:spLocks noChangeArrowheads="1"/>
            </p:cNvSpPr>
            <p:nvPr/>
          </p:nvSpPr>
          <p:spPr bwMode="auto">
            <a:xfrm>
              <a:off x="9218431" y="2624174"/>
              <a:ext cx="87718" cy="87718"/>
            </a:xfrm>
            <a:prstGeom prst="ellipse">
              <a:avLst/>
            </a:prstGeom>
            <a:solidFill>
              <a:srgbClr val="C00000"/>
            </a:solidFill>
            <a:ln w="12700" cap="rnd" cmpd="sng">
              <a:noFill/>
              <a:prstDash val="solid"/>
              <a:headEnd type="none" w="lg" len="med"/>
              <a:tailEnd type="none" w="lg" len="med"/>
            </a:ln>
            <a:effectLst>
              <a:outerShdw blurRad="38100" dist="12700" dir="5400000" sx="99000" sy="99000" algn="t" rotWithShape="0">
                <a:prstClr val="black">
                  <a:alpha val="25000"/>
                </a:prstClr>
              </a:outerShdw>
            </a:effectLst>
            <a:extLst/>
          </p:spPr>
          <p:style>
            <a:lnRef idx="1">
              <a:schemeClr val="accent5"/>
            </a:lnRef>
            <a:fillRef idx="3">
              <a:schemeClr val="accent5"/>
            </a:fillRef>
            <a:effectRef idx="2">
              <a:schemeClr val="accent5"/>
            </a:effectRef>
            <a:fontRef idx="minor">
              <a:schemeClr val="lt1"/>
            </a:fontRef>
          </p:style>
          <p:txBody>
            <a:bodyPr wrap="none" lIns="0" tIns="0" rIns="0" bIns="0" anchor="ctr" anchorCtr="0"/>
            <a:lstStyle/>
            <a:p>
              <a:pPr algn="ctr" latinLnBrk="0"/>
              <a:endParaRPr lang="ko-KR" altLang="en-US" sz="1400" dirty="0">
                <a:gradFill>
                  <a:gsLst>
                    <a:gs pos="0">
                      <a:prstClr val="white"/>
                    </a:gs>
                    <a:gs pos="100000">
                      <a:prstClr val="white"/>
                    </a:gs>
                  </a:gsLst>
                  <a:lin ang="5400000" scaled="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ix모던고딕 M" pitchFamily="18" charset="-127"/>
                <a:ea typeface="Rix모던고딕 M" pitchFamily="18" charset="-127"/>
              </a:endParaRPr>
            </a:p>
          </p:txBody>
        </p:sp>
        <p:sp>
          <p:nvSpPr>
            <p:cNvPr id="66" name="Oval 167" descr="넓은 상향 대각선"/>
            <p:cNvSpPr>
              <a:spLocks noChangeArrowheads="1"/>
            </p:cNvSpPr>
            <p:nvPr/>
          </p:nvSpPr>
          <p:spPr bwMode="auto">
            <a:xfrm>
              <a:off x="9256854" y="2415599"/>
              <a:ext cx="87718" cy="87718"/>
            </a:xfrm>
            <a:prstGeom prst="ellipse">
              <a:avLst/>
            </a:prstGeom>
            <a:solidFill>
              <a:srgbClr val="C00000"/>
            </a:solidFill>
            <a:ln w="12700" cap="rnd" cmpd="sng">
              <a:noFill/>
              <a:prstDash val="solid"/>
              <a:headEnd type="none" w="lg" len="med"/>
              <a:tailEnd type="none" w="lg" len="med"/>
            </a:ln>
            <a:effectLst>
              <a:outerShdw blurRad="38100" dist="12700" dir="5400000" sx="99000" sy="99000" algn="t" rotWithShape="0">
                <a:prstClr val="black">
                  <a:alpha val="25000"/>
                </a:prstClr>
              </a:outerShdw>
            </a:effectLst>
            <a:extLst/>
          </p:spPr>
          <p:style>
            <a:lnRef idx="1">
              <a:schemeClr val="accent5"/>
            </a:lnRef>
            <a:fillRef idx="3">
              <a:schemeClr val="accent5"/>
            </a:fillRef>
            <a:effectRef idx="2">
              <a:schemeClr val="accent5"/>
            </a:effectRef>
            <a:fontRef idx="minor">
              <a:schemeClr val="lt1"/>
            </a:fontRef>
          </p:style>
          <p:txBody>
            <a:bodyPr wrap="none" lIns="0" tIns="0" rIns="0" bIns="0" anchor="ctr" anchorCtr="0"/>
            <a:lstStyle/>
            <a:p>
              <a:pPr algn="ctr" latinLnBrk="0"/>
              <a:endParaRPr lang="ko-KR" altLang="en-US" sz="1400" dirty="0">
                <a:gradFill>
                  <a:gsLst>
                    <a:gs pos="0">
                      <a:prstClr val="white"/>
                    </a:gs>
                    <a:gs pos="100000">
                      <a:prstClr val="white"/>
                    </a:gs>
                  </a:gsLst>
                  <a:lin ang="5400000" scaled="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ix모던고딕 M" pitchFamily="18" charset="-127"/>
                <a:ea typeface="Rix모던고딕 M" pitchFamily="18" charset="-127"/>
              </a:endParaRPr>
            </a:p>
          </p:txBody>
        </p:sp>
        <p:sp>
          <p:nvSpPr>
            <p:cNvPr id="67" name="Text Box 168"/>
            <p:cNvSpPr txBox="1">
              <a:spLocks noChangeArrowheads="1"/>
            </p:cNvSpPr>
            <p:nvPr/>
          </p:nvSpPr>
          <p:spPr bwMode="auto">
            <a:xfrm>
              <a:off x="9109847" y="2148658"/>
              <a:ext cx="706925" cy="1692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defTabSz="1027113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1pPr>
              <a:lvl2pPr marL="742950" indent="-285750" defTabSz="1027113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2pPr>
              <a:lvl3pPr marL="1143000" indent="-228600" defTabSz="1027113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3pPr>
              <a:lvl4pPr marL="1600200" indent="-228600" defTabSz="1027113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4pPr>
              <a:lvl5pPr marL="2057400" indent="-228600" defTabSz="1027113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5pPr>
              <a:lvl6pPr marL="2514600" indent="-228600" defTabSz="1027113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6pPr>
              <a:lvl7pPr marL="2971800" indent="-228600" defTabSz="1027113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7pPr>
              <a:lvl8pPr marL="3429000" indent="-228600" defTabSz="1027113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8pPr>
              <a:lvl9pPr marL="3886200" indent="-228600" defTabSz="1027113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9pPr>
            </a:lstStyle>
            <a:p>
              <a:pPr algn="ctr" eaLnBrk="1" fontAlgn="ctr" latinLnBrk="0" hangingPunct="1"/>
              <a:r>
                <a:rPr lang="ko-KR" altLang="en-US" sz="1100" spc="-100" dirty="0">
                  <a:solidFill>
                    <a:srgbClr val="C00000"/>
                  </a:solidFill>
                  <a:latin typeface="Rix고딕 B" pitchFamily="18" charset="-127"/>
                  <a:ea typeface="Rix고딕 B" pitchFamily="18" charset="-127"/>
                  <a:cs typeface="산돌고딕B"/>
                </a:rPr>
                <a:t>후보제품 선정</a:t>
              </a:r>
            </a:p>
          </p:txBody>
        </p:sp>
      </p:grpSp>
      <p:grpSp>
        <p:nvGrpSpPr>
          <p:cNvPr id="68" name="그룹 67"/>
          <p:cNvGrpSpPr/>
          <p:nvPr/>
        </p:nvGrpSpPr>
        <p:grpSpPr>
          <a:xfrm>
            <a:off x="558874" y="2253506"/>
            <a:ext cx="6784901" cy="496719"/>
            <a:chOff x="558874" y="2456864"/>
            <a:chExt cx="6784901" cy="496719"/>
          </a:xfrm>
        </p:grpSpPr>
        <p:sp>
          <p:nvSpPr>
            <p:cNvPr id="69" name="갈매기형 수장 68"/>
            <p:cNvSpPr/>
            <p:nvPr/>
          </p:nvSpPr>
          <p:spPr>
            <a:xfrm flipV="1">
              <a:off x="558874" y="2456864"/>
              <a:ext cx="1391573" cy="496719"/>
            </a:xfrm>
            <a:prstGeom prst="chevron">
              <a:avLst>
                <a:gd name="adj" fmla="val 22533"/>
              </a:avLst>
            </a:prstGeom>
            <a:solidFill>
              <a:srgbClr val="335A7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70" name="갈매기형 수장 69"/>
            <p:cNvSpPr/>
            <p:nvPr/>
          </p:nvSpPr>
          <p:spPr>
            <a:xfrm flipV="1">
              <a:off x="1907206" y="2456864"/>
              <a:ext cx="1391573" cy="496719"/>
            </a:xfrm>
            <a:prstGeom prst="chevron">
              <a:avLst>
                <a:gd name="adj" fmla="val 22533"/>
              </a:avLst>
            </a:prstGeom>
            <a:solidFill>
              <a:srgbClr val="0DB7C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71" name="갈매기형 수장 70"/>
            <p:cNvSpPr/>
            <p:nvPr/>
          </p:nvSpPr>
          <p:spPr>
            <a:xfrm flipV="1">
              <a:off x="3255538" y="2456864"/>
              <a:ext cx="1391573" cy="496719"/>
            </a:xfrm>
            <a:prstGeom prst="chevron">
              <a:avLst>
                <a:gd name="adj" fmla="val 22533"/>
              </a:avLst>
            </a:prstGeom>
            <a:solidFill>
              <a:srgbClr val="335A7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72" name="갈매기형 수장 71"/>
            <p:cNvSpPr/>
            <p:nvPr/>
          </p:nvSpPr>
          <p:spPr>
            <a:xfrm flipV="1">
              <a:off x="4603869" y="2456864"/>
              <a:ext cx="1391573" cy="496719"/>
            </a:xfrm>
            <a:prstGeom prst="chevron">
              <a:avLst>
                <a:gd name="adj" fmla="val 22533"/>
              </a:avLst>
            </a:prstGeom>
            <a:solidFill>
              <a:srgbClr val="0DB7C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73" name="갈매기형 수장 72"/>
            <p:cNvSpPr/>
            <p:nvPr/>
          </p:nvSpPr>
          <p:spPr>
            <a:xfrm flipV="1">
              <a:off x="5952202" y="2456864"/>
              <a:ext cx="1391573" cy="496719"/>
            </a:xfrm>
            <a:prstGeom prst="chevron">
              <a:avLst>
                <a:gd name="adj" fmla="val 22533"/>
              </a:avLst>
            </a:prstGeom>
            <a:solidFill>
              <a:srgbClr val="335A7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74" name="직사각형 73"/>
            <p:cNvSpPr/>
            <p:nvPr/>
          </p:nvSpPr>
          <p:spPr>
            <a:xfrm>
              <a:off x="765811" y="2504321"/>
              <a:ext cx="1010102" cy="400110"/>
            </a:xfrm>
            <a:prstGeom prst="rect">
              <a:avLst/>
            </a:prstGeom>
          </p:spPr>
          <p:txBody>
            <a:bodyPr wrap="square" lIns="0" tIns="0" rIns="0" bIns="0" anchor="ctr" anchorCtr="0">
              <a:spAutoFit/>
            </a:bodyPr>
            <a:lstStyle/>
            <a:p>
              <a:pPr marL="0" lvl="1" algn="ctr">
                <a:spcBef>
                  <a:spcPct val="0"/>
                </a:spcBef>
              </a:pPr>
              <a:r>
                <a:rPr lang="ko-KR" altLang="en-US" sz="1300" spc="-100" dirty="0">
                  <a:solidFill>
                    <a:schemeClr val="bg1"/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  <a:cs typeface="+mj-cs"/>
                </a:rPr>
                <a:t>제품</a:t>
              </a:r>
            </a:p>
            <a:p>
              <a:pPr marL="0" lvl="1" algn="ctr">
                <a:spcBef>
                  <a:spcPct val="0"/>
                </a:spcBef>
              </a:pPr>
              <a:r>
                <a:rPr lang="ko-KR" altLang="en-US" sz="1300" spc="-100" dirty="0">
                  <a:solidFill>
                    <a:schemeClr val="bg1"/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  <a:cs typeface="+mj-cs"/>
                </a:rPr>
                <a:t>요건분석</a:t>
              </a:r>
            </a:p>
          </p:txBody>
        </p:sp>
        <p:sp>
          <p:nvSpPr>
            <p:cNvPr id="75" name="직사각형 74"/>
            <p:cNvSpPr/>
            <p:nvPr/>
          </p:nvSpPr>
          <p:spPr>
            <a:xfrm>
              <a:off x="2097941" y="2504321"/>
              <a:ext cx="1010102" cy="400110"/>
            </a:xfrm>
            <a:prstGeom prst="rect">
              <a:avLst/>
            </a:prstGeom>
          </p:spPr>
          <p:txBody>
            <a:bodyPr wrap="square" lIns="0" tIns="0" rIns="0" bIns="0" anchor="ctr" anchorCtr="0">
              <a:spAutoFit/>
            </a:bodyPr>
            <a:lstStyle/>
            <a:p>
              <a:pPr marL="0" lvl="1" algn="ctr">
                <a:spcBef>
                  <a:spcPct val="0"/>
                </a:spcBef>
              </a:pPr>
              <a:r>
                <a:rPr lang="ko-KR" altLang="en-US" sz="1300" spc="-100" dirty="0">
                  <a:solidFill>
                    <a:schemeClr val="bg1"/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  <a:cs typeface="+mj-cs"/>
                </a:rPr>
                <a:t>후보</a:t>
              </a:r>
            </a:p>
            <a:p>
              <a:pPr marL="0" lvl="1" algn="ctr">
                <a:spcBef>
                  <a:spcPct val="0"/>
                </a:spcBef>
              </a:pPr>
              <a:r>
                <a:rPr lang="ko-KR" altLang="en-US" sz="1300" spc="-100" dirty="0">
                  <a:solidFill>
                    <a:schemeClr val="bg1"/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  <a:cs typeface="+mj-cs"/>
                </a:rPr>
                <a:t>제품선정</a:t>
              </a:r>
            </a:p>
          </p:txBody>
        </p:sp>
        <p:sp>
          <p:nvSpPr>
            <p:cNvPr id="76" name="직사각형 75"/>
            <p:cNvSpPr/>
            <p:nvPr/>
          </p:nvSpPr>
          <p:spPr>
            <a:xfrm>
              <a:off x="3446273" y="2504321"/>
              <a:ext cx="1010102" cy="400110"/>
            </a:xfrm>
            <a:prstGeom prst="rect">
              <a:avLst/>
            </a:prstGeom>
          </p:spPr>
          <p:txBody>
            <a:bodyPr wrap="square" lIns="0" tIns="0" rIns="0" bIns="0" anchor="ctr" anchorCtr="0">
              <a:spAutoFit/>
            </a:bodyPr>
            <a:lstStyle/>
            <a:p>
              <a:pPr marL="0" lvl="1" algn="ctr">
                <a:spcBef>
                  <a:spcPct val="0"/>
                </a:spcBef>
              </a:pPr>
              <a:r>
                <a:rPr lang="ko-KR" altLang="en-US" sz="1300" spc="-100" dirty="0">
                  <a:solidFill>
                    <a:schemeClr val="bg1"/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  <a:cs typeface="+mj-cs"/>
                </a:rPr>
                <a:t>제품</a:t>
              </a:r>
            </a:p>
            <a:p>
              <a:pPr marL="0" lvl="1" algn="ctr">
                <a:spcBef>
                  <a:spcPct val="0"/>
                </a:spcBef>
              </a:pPr>
              <a:r>
                <a:rPr lang="ko-KR" altLang="en-US" sz="1300" spc="-100" dirty="0">
                  <a:solidFill>
                    <a:schemeClr val="bg1"/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  <a:cs typeface="+mj-cs"/>
                </a:rPr>
                <a:t>상세평가</a:t>
              </a:r>
            </a:p>
          </p:txBody>
        </p:sp>
        <p:sp>
          <p:nvSpPr>
            <p:cNvPr id="77" name="직사각형 76"/>
            <p:cNvSpPr/>
            <p:nvPr/>
          </p:nvSpPr>
          <p:spPr>
            <a:xfrm>
              <a:off x="4794604" y="2504321"/>
              <a:ext cx="1010102" cy="400110"/>
            </a:xfrm>
            <a:prstGeom prst="rect">
              <a:avLst/>
            </a:prstGeom>
          </p:spPr>
          <p:txBody>
            <a:bodyPr wrap="square" lIns="0" tIns="0" rIns="0" bIns="0" anchor="ctr" anchorCtr="0">
              <a:spAutoFit/>
            </a:bodyPr>
            <a:lstStyle/>
            <a:p>
              <a:pPr marL="0" lvl="1" algn="ctr">
                <a:spcBef>
                  <a:spcPct val="0"/>
                </a:spcBef>
              </a:pPr>
              <a:r>
                <a:rPr lang="ko-KR" altLang="en-US" sz="1300" spc="-100" dirty="0">
                  <a:solidFill>
                    <a:schemeClr val="bg1"/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  <a:cs typeface="+mj-cs"/>
                </a:rPr>
                <a:t>제품</a:t>
              </a:r>
            </a:p>
            <a:p>
              <a:pPr marL="0" lvl="1" algn="ctr">
                <a:spcBef>
                  <a:spcPct val="0"/>
                </a:spcBef>
              </a:pPr>
              <a:r>
                <a:rPr lang="ko-KR" altLang="en-US" sz="1300" spc="-100" dirty="0">
                  <a:solidFill>
                    <a:schemeClr val="bg1"/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  <a:cs typeface="+mj-cs"/>
                </a:rPr>
                <a:t>검증</a:t>
              </a:r>
            </a:p>
          </p:txBody>
        </p:sp>
        <p:sp>
          <p:nvSpPr>
            <p:cNvPr id="78" name="직사각형 77"/>
            <p:cNvSpPr/>
            <p:nvPr/>
          </p:nvSpPr>
          <p:spPr>
            <a:xfrm>
              <a:off x="6142937" y="2504321"/>
              <a:ext cx="1010102" cy="400110"/>
            </a:xfrm>
            <a:prstGeom prst="rect">
              <a:avLst/>
            </a:prstGeom>
          </p:spPr>
          <p:txBody>
            <a:bodyPr wrap="square" lIns="0" tIns="0" rIns="0" bIns="0" anchor="ctr" anchorCtr="0">
              <a:spAutoFit/>
            </a:bodyPr>
            <a:lstStyle/>
            <a:p>
              <a:pPr marL="0" lvl="1" algn="ctr">
                <a:spcBef>
                  <a:spcPct val="0"/>
                </a:spcBef>
              </a:pPr>
              <a:r>
                <a:rPr lang="ko-KR" altLang="en-US" sz="1300" spc="-100" dirty="0">
                  <a:solidFill>
                    <a:schemeClr val="bg1"/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  <a:cs typeface="+mj-cs"/>
                </a:rPr>
                <a:t>최적</a:t>
              </a:r>
            </a:p>
            <a:p>
              <a:pPr marL="0" lvl="1" algn="ctr">
                <a:spcBef>
                  <a:spcPct val="0"/>
                </a:spcBef>
              </a:pPr>
              <a:r>
                <a:rPr lang="ko-KR" altLang="en-US" sz="1300" spc="-100" dirty="0">
                  <a:solidFill>
                    <a:schemeClr val="bg1"/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  <a:cs typeface="+mj-cs"/>
                </a:rPr>
                <a:t>제품선정</a:t>
              </a:r>
            </a:p>
          </p:txBody>
        </p:sp>
      </p:grpSp>
      <p:grpSp>
        <p:nvGrpSpPr>
          <p:cNvPr id="79" name="그룹 78"/>
          <p:cNvGrpSpPr/>
          <p:nvPr/>
        </p:nvGrpSpPr>
        <p:grpSpPr>
          <a:xfrm>
            <a:off x="550379" y="2824425"/>
            <a:ext cx="1109951" cy="337178"/>
            <a:chOff x="588479" y="1963267"/>
            <a:chExt cx="1109951" cy="337178"/>
          </a:xfrm>
        </p:grpSpPr>
        <p:sp>
          <p:nvSpPr>
            <p:cNvPr id="80" name="직사각형 79"/>
            <p:cNvSpPr/>
            <p:nvPr/>
          </p:nvSpPr>
          <p:spPr>
            <a:xfrm>
              <a:off x="932195" y="1963267"/>
              <a:ext cx="766235" cy="3330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 anchor="t" anchorCtr="0">
              <a:spAutoFit/>
              <a:scene3d>
                <a:camera prst="orthographicFront"/>
                <a:lightRig rig="threePt" dir="t"/>
              </a:scene3d>
              <a:sp3d>
                <a:bevelT w="0"/>
              </a:sp3d>
            </a:bodyPr>
            <a:lstStyle/>
            <a:p>
              <a:pPr marL="0" lvl="1" indent="-297308" fontAlgn="base">
                <a:lnSpc>
                  <a:spcPct val="130000"/>
                </a:lnSpc>
                <a:spcBef>
                  <a:spcPct val="0"/>
                </a:spcBef>
                <a:spcAft>
                  <a:spcPct val="0"/>
                </a:spcAft>
                <a:buClr>
                  <a:prstClr val="white"/>
                </a:buClr>
                <a:buSzPct val="80000"/>
                <a:tabLst>
                  <a:tab pos="5424707" algn="l"/>
                </a:tabLst>
              </a:pPr>
              <a:r>
                <a:rPr lang="ko-KR" altLang="en-US" sz="1800" spc="-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  <a:cs typeface="+mj-cs"/>
                </a:rPr>
                <a:t>선정 기준</a:t>
              </a:r>
            </a:p>
          </p:txBody>
        </p:sp>
        <p:pic>
          <p:nvPicPr>
            <p:cNvPr id="81" name="Picture 3" descr="G:\work\아이티센시스템즈\경찰청공조조회유지보수\icon&amp;dia\제안서템플릿이미지-24.png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88479" y="1999024"/>
              <a:ext cx="302741" cy="30142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82" name="그룹 81"/>
          <p:cNvGrpSpPr/>
          <p:nvPr/>
        </p:nvGrpSpPr>
        <p:grpSpPr>
          <a:xfrm>
            <a:off x="514351" y="3256180"/>
            <a:ext cx="6829424" cy="417729"/>
            <a:chOff x="514351" y="3589078"/>
            <a:chExt cx="6829424" cy="417729"/>
          </a:xfrm>
        </p:grpSpPr>
        <p:sp>
          <p:nvSpPr>
            <p:cNvPr id="83" name="양쪽 모서리가 둥근 사각형 82"/>
            <p:cNvSpPr/>
            <p:nvPr/>
          </p:nvSpPr>
          <p:spPr>
            <a:xfrm rot="16200000">
              <a:off x="3557322" y="546107"/>
              <a:ext cx="417729" cy="6503672"/>
            </a:xfrm>
            <a:prstGeom prst="round2SameRect">
              <a:avLst>
                <a:gd name="adj1" fmla="val 26922"/>
                <a:gd name="adj2" fmla="val 0"/>
              </a:avLst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 smtClean="0"/>
            </a:p>
          </p:txBody>
        </p:sp>
        <p:sp>
          <p:nvSpPr>
            <p:cNvPr id="84" name="양쪽 모서리가 둥근 사각형 83"/>
            <p:cNvSpPr/>
            <p:nvPr/>
          </p:nvSpPr>
          <p:spPr>
            <a:xfrm rot="16200000">
              <a:off x="3655015" y="575080"/>
              <a:ext cx="297218" cy="6428798"/>
            </a:xfrm>
            <a:prstGeom prst="round2SameRect">
              <a:avLst>
                <a:gd name="adj1" fmla="val 32023"/>
                <a:gd name="adj2" fmla="val 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300" dirty="0" smtClean="0"/>
            </a:p>
          </p:txBody>
        </p:sp>
        <p:sp>
          <p:nvSpPr>
            <p:cNvPr id="85" name="직사각형 84"/>
            <p:cNvSpPr/>
            <p:nvPr/>
          </p:nvSpPr>
          <p:spPr>
            <a:xfrm>
              <a:off x="645382" y="3642711"/>
              <a:ext cx="6698393" cy="3231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lvl="1">
                <a:spcBef>
                  <a:spcPct val="0"/>
                </a:spcBef>
              </a:pPr>
              <a:r>
                <a:rPr lang="ko-KR" altLang="en-US" sz="1500" spc="-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  <a:cs typeface="+mj-cs"/>
                </a:rPr>
                <a:t>안정된 빠르고 </a:t>
              </a:r>
              <a:r>
                <a:rPr lang="ko-KR" altLang="en-US" sz="1500" spc="-1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  <a:cs typeface="+mj-cs"/>
                </a:rPr>
                <a:t>안전한 </a:t>
              </a:r>
              <a:r>
                <a:rPr lang="ko-KR" altLang="en-US" sz="1500" spc="-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  <a:cs typeface="+mj-cs"/>
                </a:rPr>
                <a:t>업무환경 조성을 위한 제품선정</a:t>
              </a:r>
            </a:p>
          </p:txBody>
        </p:sp>
      </p:grpSp>
      <p:pic>
        <p:nvPicPr>
          <p:cNvPr id="86" name="Picture 176" descr="20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423" t="70988"/>
          <a:stretch>
            <a:fillRect/>
          </a:stretch>
        </p:blipFill>
        <p:spPr bwMode="auto">
          <a:xfrm>
            <a:off x="6302719" y="2740518"/>
            <a:ext cx="1169194" cy="9945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87" name="Group 24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9917547"/>
              </p:ext>
            </p:extLst>
          </p:nvPr>
        </p:nvGraphicFramePr>
        <p:xfrm>
          <a:off x="5936196" y="4453607"/>
          <a:ext cx="4390367" cy="2048580"/>
        </p:xfrm>
        <a:graphic>
          <a:graphicData uri="http://schemas.openxmlformats.org/drawingml/2006/table">
            <a:tbl>
              <a:tblPr>
                <a:effectLst>
                  <a:outerShdw blurRad="63500" algn="ctr" rotWithShape="0">
                    <a:prstClr val="black">
                      <a:alpha val="40000"/>
                    </a:prstClr>
                  </a:outerShdw>
                </a:effectLst>
              </a:tblPr>
              <a:tblGrid>
                <a:gridCol w="2925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28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994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8702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8702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8702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8702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8702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83055">
                <a:tc>
                  <a:txBody>
                    <a:bodyPr/>
                    <a:lstStyle/>
                    <a:p>
                      <a:pPr marL="0" marR="0" lvl="0" indent="-134938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100" kern="1200" spc="-70" baseline="0" dirty="0" smtClean="0">
                          <a:solidFill>
                            <a:schemeClr val="bg1"/>
                          </a:solidFill>
                          <a:latin typeface="Rix모던고딕 M" pitchFamily="18" charset="-127"/>
                          <a:ea typeface="Rix모던고딕 M" pitchFamily="18" charset="-127"/>
                          <a:cs typeface="+mn-cs"/>
                        </a:rPr>
                        <a:t>구분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pattFill prst="ltUpDiag">
                      <a:fgClr>
                        <a:schemeClr val="accent1">
                          <a:lumMod val="75000"/>
                        </a:schemeClr>
                      </a:fgClr>
                      <a:bgClr>
                        <a:schemeClr val="accent5">
                          <a:lumMod val="75000"/>
                        </a:schemeClr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584325" rtl="0" eaLnBrk="1" fontAlgn="base" latinLnBrk="0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Clr>
                          <a:srgbClr val="808080"/>
                        </a:buClr>
                        <a:buSzPct val="9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lang="ko-KR" altLang="en-US" sz="1100" kern="1200" spc="-150" baseline="0" dirty="0" smtClean="0">
                          <a:ln>
                            <a:solidFill>
                              <a:prstClr val="white">
                                <a:alpha val="10000"/>
                              </a:prst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Rix모던고딕 M" pitchFamily="18" charset="-127"/>
                          <a:ea typeface="Rix모던고딕 M" pitchFamily="18" charset="-127"/>
                          <a:cs typeface="+mn-cs"/>
                        </a:rPr>
                        <a:t>대상</a:t>
                      </a: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pattFill prst="ltUpDiag">
                      <a:fgClr>
                        <a:schemeClr val="accent1">
                          <a:lumMod val="75000"/>
                        </a:schemeClr>
                      </a:fgClr>
                      <a:bgClr>
                        <a:schemeClr val="accent5">
                          <a:lumMod val="75000"/>
                        </a:schemeClr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584325" rtl="0" eaLnBrk="1" fontAlgn="base" latinLnBrk="0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Clr>
                          <a:srgbClr val="808080"/>
                        </a:buClr>
                        <a:buSzPct val="9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lang="ko-KR" altLang="en-US" sz="1100" kern="1200" spc="-150" baseline="0" dirty="0" smtClean="0">
                          <a:ln>
                            <a:solidFill>
                              <a:prstClr val="white">
                                <a:alpha val="10000"/>
                              </a:prst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Rix모던고딕 M" pitchFamily="18" charset="-127"/>
                          <a:ea typeface="Rix모던고딕 M" pitchFamily="18" charset="-127"/>
                          <a:cs typeface="+mn-cs"/>
                        </a:rPr>
                        <a:t>모델명</a:t>
                      </a: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pattFill prst="ltUpDiag">
                      <a:fgClr>
                        <a:schemeClr val="accent1">
                          <a:lumMod val="75000"/>
                        </a:schemeClr>
                      </a:fgClr>
                      <a:bgClr>
                        <a:schemeClr val="accent5">
                          <a:lumMod val="75000"/>
                        </a:schemeClr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584325" rtl="0" eaLnBrk="1" fontAlgn="base" latinLnBrk="0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Clr>
                          <a:srgbClr val="808080"/>
                        </a:buClr>
                        <a:buSzPct val="9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lang="ko-KR" altLang="en-US" sz="1100" kern="1200" spc="-150" baseline="0" dirty="0" smtClean="0">
                          <a:ln>
                            <a:solidFill>
                              <a:prstClr val="white">
                                <a:alpha val="10000"/>
                              </a:prst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Rix모던고딕 M" pitchFamily="18" charset="-127"/>
                          <a:ea typeface="Rix모던고딕 M" pitchFamily="18" charset="-127"/>
                          <a:cs typeface="+mn-cs"/>
                        </a:rPr>
                        <a:t>성능</a:t>
                      </a: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pattFill prst="ltUpDiag">
                      <a:fgClr>
                        <a:schemeClr val="accent1">
                          <a:lumMod val="75000"/>
                        </a:schemeClr>
                      </a:fgClr>
                      <a:bgClr>
                        <a:schemeClr val="accent5">
                          <a:lumMod val="75000"/>
                        </a:schemeClr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584325" rtl="0" eaLnBrk="1" fontAlgn="base" latinLnBrk="0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Clr>
                          <a:srgbClr val="808080"/>
                        </a:buClr>
                        <a:buSzPct val="9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lang="ko-KR" altLang="en-US" sz="1100" kern="1200" spc="-150" baseline="0" dirty="0" smtClean="0">
                          <a:ln>
                            <a:solidFill>
                              <a:prstClr val="white">
                                <a:alpha val="10000"/>
                              </a:prst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Rix모던고딕 M" pitchFamily="18" charset="-127"/>
                          <a:ea typeface="Rix모던고딕 M" pitchFamily="18" charset="-127"/>
                          <a:cs typeface="+mn-cs"/>
                        </a:rPr>
                        <a:t>요구 규격 만족</a:t>
                      </a: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pattFill prst="ltUpDiag">
                      <a:fgClr>
                        <a:schemeClr val="accent1">
                          <a:lumMod val="75000"/>
                        </a:schemeClr>
                      </a:fgClr>
                      <a:bgClr>
                        <a:schemeClr val="accent5">
                          <a:lumMod val="75000"/>
                        </a:schemeClr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584325" rtl="0" eaLnBrk="1" fontAlgn="base" latinLnBrk="0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Clr>
                          <a:srgbClr val="808080"/>
                        </a:buClr>
                        <a:buSzPct val="9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lang="ko-KR" altLang="en-US" sz="1100" kern="1200" spc="-150" baseline="0" dirty="0" smtClean="0">
                          <a:ln>
                            <a:solidFill>
                              <a:prstClr val="white">
                                <a:alpha val="10000"/>
                              </a:prst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Rix모던고딕 M" pitchFamily="18" charset="-127"/>
                          <a:ea typeface="Rix모던고딕 M" pitchFamily="18" charset="-127"/>
                          <a:cs typeface="+mn-cs"/>
                        </a:rPr>
                        <a:t>호환성</a:t>
                      </a: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pattFill prst="ltUpDiag">
                      <a:fgClr>
                        <a:schemeClr val="accent1">
                          <a:lumMod val="75000"/>
                        </a:schemeClr>
                      </a:fgClr>
                      <a:bgClr>
                        <a:schemeClr val="accent5">
                          <a:lumMod val="75000"/>
                        </a:schemeClr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584325" rtl="0" eaLnBrk="1" fontAlgn="base" latinLnBrk="0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Clr>
                          <a:srgbClr val="808080"/>
                        </a:buClr>
                        <a:buSzPct val="9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lang="ko-KR" altLang="en-US" sz="1100" kern="1200" spc="-150" baseline="0" dirty="0" smtClean="0">
                          <a:ln>
                            <a:solidFill>
                              <a:prstClr val="white">
                                <a:alpha val="10000"/>
                              </a:prst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Rix모던고딕 M" pitchFamily="18" charset="-127"/>
                          <a:ea typeface="Rix모던고딕 M" pitchFamily="18" charset="-127"/>
                          <a:cs typeface="+mn-cs"/>
                        </a:rPr>
                        <a:t>안정성</a:t>
                      </a: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pattFill prst="ltUpDiag">
                      <a:fgClr>
                        <a:schemeClr val="accent1">
                          <a:lumMod val="75000"/>
                        </a:schemeClr>
                      </a:fgClr>
                      <a:bgClr>
                        <a:schemeClr val="accent5">
                          <a:lumMod val="75000"/>
                        </a:schemeClr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584325" rtl="0" eaLnBrk="1" fontAlgn="base" latinLnBrk="0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Clr>
                          <a:srgbClr val="808080"/>
                        </a:buClr>
                        <a:buSzPct val="9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lang="ko-KR" altLang="en-US" sz="1100" kern="1200" spc="-150" baseline="0" dirty="0" smtClean="0">
                          <a:ln>
                            <a:solidFill>
                              <a:prstClr val="white">
                                <a:alpha val="10000"/>
                              </a:prst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Rix모던고딕 M" pitchFamily="18" charset="-127"/>
                          <a:ea typeface="Rix모던고딕 M" pitchFamily="18" charset="-127"/>
                          <a:cs typeface="+mn-cs"/>
                        </a:rPr>
                        <a:t>후보선정</a:t>
                      </a: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pattFill prst="ltUpDiag">
                      <a:fgClr>
                        <a:schemeClr val="accent1">
                          <a:lumMod val="75000"/>
                        </a:schemeClr>
                      </a:fgClr>
                      <a:bgClr>
                        <a:schemeClr val="accent5">
                          <a:lumMod val="75000"/>
                        </a:schemeClr>
                      </a:bgClr>
                    </a:patt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3550">
                <a:tc rowSpan="6">
                  <a:txBody>
                    <a:bodyPr/>
                    <a:lstStyle/>
                    <a:p>
                      <a:pPr marL="0" marR="0" lvl="0" indent="-134938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100" kern="1200" spc="-70" baseline="0" dirty="0" smtClean="0">
                          <a:solidFill>
                            <a:schemeClr val="tx1"/>
                          </a:solidFill>
                          <a:latin typeface="Rix모던고딕 M" pitchFamily="18" charset="-127"/>
                          <a:ea typeface="Rix모던고딕 M" pitchFamily="18" charset="-127"/>
                          <a:cs typeface="+mn-cs"/>
                        </a:rPr>
                        <a:t>네트워크 장비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pattFill prst="ltUpDiag">
                      <a:fgClr>
                        <a:schemeClr val="bg1">
                          <a:lumMod val="8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defTabSz="1584325" rtl="0" eaLnBrk="1" fontAlgn="base" latinLnBrk="0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Clr>
                          <a:srgbClr val="808080"/>
                        </a:buClr>
                        <a:buSzPct val="9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lang="ko-KR" altLang="en-US" sz="1100" kern="1200" spc="-70" dirty="0" smtClean="0">
                          <a:ln w="0"/>
                          <a:solidFill>
                            <a:schemeClr val="tx1"/>
                          </a:solidFill>
                          <a:effectLst/>
                          <a:latin typeface="Rix모던고딕 M" pitchFamily="18" charset="-127"/>
                          <a:ea typeface="Rix모던고딕 M" pitchFamily="18" charset="-127"/>
                          <a:cs typeface="+mn-cs"/>
                        </a:rPr>
                        <a:t>백본</a:t>
                      </a:r>
                      <a:endParaRPr lang="en-US" altLang="ko-KR" sz="1100" kern="1200" spc="-70" dirty="0" smtClean="0">
                        <a:ln w="0"/>
                        <a:solidFill>
                          <a:schemeClr val="tx1"/>
                        </a:solidFill>
                        <a:effectLst/>
                        <a:latin typeface="Rix모던고딕 M" pitchFamily="18" charset="-127"/>
                        <a:ea typeface="Rix모던고딕 M" pitchFamily="18" charset="-127"/>
                        <a:cs typeface="+mn-cs"/>
                      </a:endParaRPr>
                    </a:p>
                    <a:p>
                      <a:pPr marL="0" marR="0" lvl="0" indent="0" algn="ctr" defTabSz="1584325" rtl="0" eaLnBrk="1" fontAlgn="base" latinLnBrk="0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Clr>
                          <a:srgbClr val="808080"/>
                        </a:buClr>
                        <a:buSzPct val="9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lang="ko-KR" altLang="en-US" sz="1100" kern="1200" spc="-70" dirty="0" smtClean="0">
                          <a:ln w="0"/>
                          <a:solidFill>
                            <a:schemeClr val="tx1"/>
                          </a:solidFill>
                          <a:effectLst/>
                          <a:latin typeface="Rix모던고딕 M" pitchFamily="18" charset="-127"/>
                          <a:ea typeface="Rix모던고딕 M" pitchFamily="18" charset="-127"/>
                          <a:cs typeface="+mn-cs"/>
                        </a:rPr>
                        <a:t>스위치</a:t>
                      </a:r>
                      <a:endParaRPr lang="en-US" altLang="ko-KR" sz="1100" kern="1200" spc="-70" dirty="0" smtClean="0">
                        <a:ln w="0"/>
                        <a:solidFill>
                          <a:schemeClr val="tx1"/>
                        </a:solidFill>
                        <a:effectLst/>
                        <a:latin typeface="Rix모던고딕 M" pitchFamily="18" charset="-127"/>
                        <a:ea typeface="Rix모던고딕 M" pitchFamily="18" charset="-127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584325" rtl="0" eaLnBrk="1" fontAlgn="base" latinLnBrk="0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Clr>
                          <a:srgbClr val="808080"/>
                        </a:buClr>
                        <a:buSzPct val="9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lang="en-US" altLang="ko-KR" sz="1100" kern="1200" spc="-70" dirty="0" smtClean="0">
                          <a:ln w="0"/>
                          <a:solidFill>
                            <a:schemeClr val="tx1"/>
                          </a:solidFill>
                          <a:effectLst/>
                          <a:latin typeface="Rix모던고딕 M" pitchFamily="18" charset="-127"/>
                          <a:ea typeface="Rix모던고딕 M" pitchFamily="18" charset="-127"/>
                          <a:cs typeface="+mn-cs"/>
                        </a:rPr>
                        <a:t>C</a:t>
                      </a:r>
                      <a:r>
                        <a:rPr lang="ko-KR" altLang="en-US" sz="1100" kern="1200" spc="-70" dirty="0" smtClean="0">
                          <a:ln w="0"/>
                          <a:solidFill>
                            <a:schemeClr val="tx1"/>
                          </a:solidFill>
                          <a:effectLst/>
                          <a:latin typeface="Rix모던고딕 M" pitchFamily="18" charset="-127"/>
                          <a:ea typeface="Rix모던고딕 M" pitchFamily="18" charset="-127"/>
                          <a:cs typeface="+mn-cs"/>
                        </a:rPr>
                        <a:t>사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algn="just">
                        <a:lnSpc>
                          <a:spcPct val="110000"/>
                        </a:lnSpc>
                        <a:spcBef>
                          <a:spcPct val="25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KoPub바탕체 Light" pitchFamily="18" charset="-127"/>
                          <a:ea typeface="KoPub바탕체 Light" pitchFamily="18" charset="-127"/>
                          <a:cs typeface="굴림" pitchFamily="50" charset="-127"/>
                        </a:defRPr>
                      </a:lvl1pPr>
                      <a:lvl2pPr marL="88900" algn="just">
                        <a:lnSpc>
                          <a:spcPct val="110000"/>
                        </a:lnSpc>
                        <a:spcBef>
                          <a:spcPct val="25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KoPub바탕체 Light" pitchFamily="18" charset="-127"/>
                          <a:ea typeface="KoPub바탕체 Light" pitchFamily="18" charset="-127"/>
                          <a:cs typeface="굴림" pitchFamily="50" charset="-127"/>
                        </a:defRPr>
                      </a:lvl2pPr>
                      <a:lvl3pPr marL="273050" algn="just">
                        <a:lnSpc>
                          <a:spcPct val="110000"/>
                        </a:lnSpc>
                        <a:spcBef>
                          <a:spcPct val="25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KoPub바탕체 Light" pitchFamily="18" charset="-127"/>
                          <a:ea typeface="KoPub바탕체 Light" pitchFamily="18" charset="-127"/>
                          <a:cs typeface="굴림" pitchFamily="50" charset="-127"/>
                        </a:defRPr>
                      </a:lvl3pPr>
                      <a:lvl4pPr marL="450850" algn="just">
                        <a:lnSpc>
                          <a:spcPct val="110000"/>
                        </a:lnSpc>
                        <a:spcBef>
                          <a:spcPct val="25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KoPub바탕체 Light" pitchFamily="18" charset="-127"/>
                          <a:ea typeface="KoPub바탕체 Light" pitchFamily="18" charset="-127"/>
                          <a:cs typeface="굴림" pitchFamily="50" charset="-127"/>
                        </a:defRPr>
                      </a:lvl4pPr>
                      <a:lvl5pPr marL="635000" algn="just">
                        <a:lnSpc>
                          <a:spcPct val="110000"/>
                        </a:lnSpc>
                        <a:spcBef>
                          <a:spcPct val="25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KoPub바탕체 Light" pitchFamily="18" charset="-127"/>
                          <a:ea typeface="KoPub바탕체 Light" pitchFamily="18" charset="-127"/>
                          <a:cs typeface="굴림" pitchFamily="50" charset="-127"/>
                        </a:defRPr>
                      </a:lvl5pPr>
                      <a:lvl6pPr marL="1092200" algn="just" fontAlgn="base">
                        <a:lnSpc>
                          <a:spcPct val="110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KoPub바탕체 Light" pitchFamily="18" charset="-127"/>
                          <a:ea typeface="KoPub바탕체 Light" pitchFamily="18" charset="-127"/>
                          <a:cs typeface="굴림" pitchFamily="50" charset="-127"/>
                        </a:defRPr>
                      </a:lvl6pPr>
                      <a:lvl7pPr marL="1549400" algn="just" fontAlgn="base">
                        <a:lnSpc>
                          <a:spcPct val="110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KoPub바탕체 Light" pitchFamily="18" charset="-127"/>
                          <a:ea typeface="KoPub바탕체 Light" pitchFamily="18" charset="-127"/>
                          <a:cs typeface="굴림" pitchFamily="50" charset="-127"/>
                        </a:defRPr>
                      </a:lvl7pPr>
                      <a:lvl8pPr marL="2006600" algn="just" fontAlgn="base">
                        <a:lnSpc>
                          <a:spcPct val="110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KoPub바탕체 Light" pitchFamily="18" charset="-127"/>
                          <a:ea typeface="KoPub바탕체 Light" pitchFamily="18" charset="-127"/>
                          <a:cs typeface="굴림" pitchFamily="50" charset="-127"/>
                        </a:defRPr>
                      </a:lvl8pPr>
                      <a:lvl9pPr marL="2463800" algn="just" fontAlgn="base">
                        <a:lnSpc>
                          <a:spcPct val="110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KoPub바탕체 Light" pitchFamily="18" charset="-127"/>
                          <a:ea typeface="KoPub바탕체 Light" pitchFamily="18" charset="-127"/>
                          <a:cs typeface="굴림" pitchFamily="50" charset="-127"/>
                        </a:defRPr>
                      </a:lvl9pPr>
                    </a:lstStyle>
                    <a:p>
                      <a:pPr marL="0" marR="0" lvl="0" indent="0" algn="ctr" defTabSz="1584325" rtl="0" eaLnBrk="1" fontAlgn="base" latinLnBrk="0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Clr>
                          <a:srgbClr val="808080"/>
                        </a:buClr>
                        <a:buSzPct val="90000"/>
                        <a:buFont typeface="Wingdings" panose="05000000000000000000" pitchFamily="2" charset="2"/>
                        <a:buNone/>
                        <a:tabLst/>
                      </a:pPr>
                      <a:endParaRPr lang="ko-KR" altLang="en-US" sz="1100" kern="1200" spc="-70" dirty="0" smtClean="0">
                        <a:ln w="0"/>
                        <a:solidFill>
                          <a:schemeClr val="tx1"/>
                        </a:solidFill>
                        <a:effectLst/>
                        <a:latin typeface="Rix모던고딕 M" pitchFamily="18" charset="-127"/>
                        <a:ea typeface="Rix모던고딕 M" pitchFamily="18" charset="-127"/>
                        <a:cs typeface="+mn-cs"/>
                      </a:endParaRPr>
                    </a:p>
                  </a:txBody>
                  <a:tcPr marL="36000" marR="36000" marT="25198" marB="25198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algn="just">
                        <a:lnSpc>
                          <a:spcPct val="110000"/>
                        </a:lnSpc>
                        <a:spcBef>
                          <a:spcPct val="25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KoPub바탕체 Light" pitchFamily="18" charset="-127"/>
                          <a:ea typeface="KoPub바탕체 Light" pitchFamily="18" charset="-127"/>
                          <a:cs typeface="굴림" pitchFamily="50" charset="-127"/>
                        </a:defRPr>
                      </a:lvl1pPr>
                      <a:lvl2pPr marL="88900" algn="just">
                        <a:lnSpc>
                          <a:spcPct val="110000"/>
                        </a:lnSpc>
                        <a:spcBef>
                          <a:spcPct val="25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KoPub바탕체 Light" pitchFamily="18" charset="-127"/>
                          <a:ea typeface="KoPub바탕체 Light" pitchFamily="18" charset="-127"/>
                          <a:cs typeface="굴림" pitchFamily="50" charset="-127"/>
                        </a:defRPr>
                      </a:lvl2pPr>
                      <a:lvl3pPr marL="273050" algn="just">
                        <a:lnSpc>
                          <a:spcPct val="110000"/>
                        </a:lnSpc>
                        <a:spcBef>
                          <a:spcPct val="25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KoPub바탕체 Light" pitchFamily="18" charset="-127"/>
                          <a:ea typeface="KoPub바탕체 Light" pitchFamily="18" charset="-127"/>
                          <a:cs typeface="굴림" pitchFamily="50" charset="-127"/>
                        </a:defRPr>
                      </a:lvl3pPr>
                      <a:lvl4pPr marL="450850" algn="just">
                        <a:lnSpc>
                          <a:spcPct val="110000"/>
                        </a:lnSpc>
                        <a:spcBef>
                          <a:spcPct val="25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KoPub바탕체 Light" pitchFamily="18" charset="-127"/>
                          <a:ea typeface="KoPub바탕체 Light" pitchFamily="18" charset="-127"/>
                          <a:cs typeface="굴림" pitchFamily="50" charset="-127"/>
                        </a:defRPr>
                      </a:lvl4pPr>
                      <a:lvl5pPr marL="635000" algn="just">
                        <a:lnSpc>
                          <a:spcPct val="110000"/>
                        </a:lnSpc>
                        <a:spcBef>
                          <a:spcPct val="25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KoPub바탕체 Light" pitchFamily="18" charset="-127"/>
                          <a:ea typeface="KoPub바탕체 Light" pitchFamily="18" charset="-127"/>
                          <a:cs typeface="굴림" pitchFamily="50" charset="-127"/>
                        </a:defRPr>
                      </a:lvl5pPr>
                      <a:lvl6pPr marL="1092200" algn="just" fontAlgn="base">
                        <a:lnSpc>
                          <a:spcPct val="110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KoPub바탕체 Light" pitchFamily="18" charset="-127"/>
                          <a:ea typeface="KoPub바탕체 Light" pitchFamily="18" charset="-127"/>
                          <a:cs typeface="굴림" pitchFamily="50" charset="-127"/>
                        </a:defRPr>
                      </a:lvl6pPr>
                      <a:lvl7pPr marL="1549400" algn="just" fontAlgn="base">
                        <a:lnSpc>
                          <a:spcPct val="110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KoPub바탕체 Light" pitchFamily="18" charset="-127"/>
                          <a:ea typeface="KoPub바탕체 Light" pitchFamily="18" charset="-127"/>
                          <a:cs typeface="굴림" pitchFamily="50" charset="-127"/>
                        </a:defRPr>
                      </a:lvl7pPr>
                      <a:lvl8pPr marL="2006600" algn="just" fontAlgn="base">
                        <a:lnSpc>
                          <a:spcPct val="110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KoPub바탕체 Light" pitchFamily="18" charset="-127"/>
                          <a:ea typeface="KoPub바탕체 Light" pitchFamily="18" charset="-127"/>
                          <a:cs typeface="굴림" pitchFamily="50" charset="-127"/>
                        </a:defRPr>
                      </a:lvl8pPr>
                      <a:lvl9pPr marL="2463800" algn="just" fontAlgn="base">
                        <a:lnSpc>
                          <a:spcPct val="110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KoPub바탕체 Light" pitchFamily="18" charset="-127"/>
                          <a:ea typeface="KoPub바탕체 Light" pitchFamily="18" charset="-127"/>
                          <a:cs typeface="굴림" pitchFamily="50" charset="-127"/>
                        </a:defRPr>
                      </a:lvl9pPr>
                    </a:lstStyle>
                    <a:p>
                      <a:pPr marL="0" marR="0" lvl="0" indent="0" algn="ctr" defTabSz="1584325" rtl="0" eaLnBrk="1" fontAlgn="base" latinLnBrk="0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Clr>
                          <a:srgbClr val="808080"/>
                        </a:buClr>
                        <a:buSzPct val="90000"/>
                        <a:buFont typeface="Wingdings" panose="05000000000000000000" pitchFamily="2" charset="2"/>
                        <a:buNone/>
                        <a:tabLst/>
                      </a:pPr>
                      <a:endParaRPr lang="ko-KR" altLang="en-US" sz="1100" kern="1200" spc="-70" dirty="0" smtClean="0">
                        <a:ln w="0"/>
                        <a:solidFill>
                          <a:schemeClr val="tx1"/>
                        </a:solidFill>
                        <a:effectLst/>
                        <a:latin typeface="Rix모던고딕 M" pitchFamily="18" charset="-127"/>
                        <a:ea typeface="Rix모던고딕 M" pitchFamily="18" charset="-127"/>
                        <a:cs typeface="+mn-cs"/>
                      </a:endParaRPr>
                    </a:p>
                  </a:txBody>
                  <a:tcPr marL="36000" marR="36000" marT="25198" marB="25198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algn="just">
                        <a:lnSpc>
                          <a:spcPct val="110000"/>
                        </a:lnSpc>
                        <a:spcBef>
                          <a:spcPct val="25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KoPub바탕체 Light" pitchFamily="18" charset="-127"/>
                          <a:ea typeface="KoPub바탕체 Light" pitchFamily="18" charset="-127"/>
                          <a:cs typeface="굴림" pitchFamily="50" charset="-127"/>
                        </a:defRPr>
                      </a:lvl1pPr>
                      <a:lvl2pPr marL="88900" algn="just">
                        <a:lnSpc>
                          <a:spcPct val="110000"/>
                        </a:lnSpc>
                        <a:spcBef>
                          <a:spcPct val="25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KoPub바탕체 Light" pitchFamily="18" charset="-127"/>
                          <a:ea typeface="KoPub바탕체 Light" pitchFamily="18" charset="-127"/>
                          <a:cs typeface="굴림" pitchFamily="50" charset="-127"/>
                        </a:defRPr>
                      </a:lvl2pPr>
                      <a:lvl3pPr marL="273050" algn="just">
                        <a:lnSpc>
                          <a:spcPct val="110000"/>
                        </a:lnSpc>
                        <a:spcBef>
                          <a:spcPct val="25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KoPub바탕체 Light" pitchFamily="18" charset="-127"/>
                          <a:ea typeface="KoPub바탕체 Light" pitchFamily="18" charset="-127"/>
                          <a:cs typeface="굴림" pitchFamily="50" charset="-127"/>
                        </a:defRPr>
                      </a:lvl3pPr>
                      <a:lvl4pPr marL="450850" algn="just">
                        <a:lnSpc>
                          <a:spcPct val="110000"/>
                        </a:lnSpc>
                        <a:spcBef>
                          <a:spcPct val="25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KoPub바탕체 Light" pitchFamily="18" charset="-127"/>
                          <a:ea typeface="KoPub바탕체 Light" pitchFamily="18" charset="-127"/>
                          <a:cs typeface="굴림" pitchFamily="50" charset="-127"/>
                        </a:defRPr>
                      </a:lvl4pPr>
                      <a:lvl5pPr marL="635000" algn="just">
                        <a:lnSpc>
                          <a:spcPct val="110000"/>
                        </a:lnSpc>
                        <a:spcBef>
                          <a:spcPct val="25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KoPub바탕체 Light" pitchFamily="18" charset="-127"/>
                          <a:ea typeface="KoPub바탕체 Light" pitchFamily="18" charset="-127"/>
                          <a:cs typeface="굴림" pitchFamily="50" charset="-127"/>
                        </a:defRPr>
                      </a:lvl5pPr>
                      <a:lvl6pPr marL="1092200" algn="just" fontAlgn="base">
                        <a:lnSpc>
                          <a:spcPct val="110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KoPub바탕체 Light" pitchFamily="18" charset="-127"/>
                          <a:ea typeface="KoPub바탕체 Light" pitchFamily="18" charset="-127"/>
                          <a:cs typeface="굴림" pitchFamily="50" charset="-127"/>
                        </a:defRPr>
                      </a:lvl6pPr>
                      <a:lvl7pPr marL="1549400" algn="just" fontAlgn="base">
                        <a:lnSpc>
                          <a:spcPct val="110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KoPub바탕체 Light" pitchFamily="18" charset="-127"/>
                          <a:ea typeface="KoPub바탕체 Light" pitchFamily="18" charset="-127"/>
                          <a:cs typeface="굴림" pitchFamily="50" charset="-127"/>
                        </a:defRPr>
                      </a:lvl7pPr>
                      <a:lvl8pPr marL="2006600" algn="just" fontAlgn="base">
                        <a:lnSpc>
                          <a:spcPct val="110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KoPub바탕체 Light" pitchFamily="18" charset="-127"/>
                          <a:ea typeface="KoPub바탕체 Light" pitchFamily="18" charset="-127"/>
                          <a:cs typeface="굴림" pitchFamily="50" charset="-127"/>
                        </a:defRPr>
                      </a:lvl8pPr>
                      <a:lvl9pPr marL="2463800" algn="just" fontAlgn="base">
                        <a:lnSpc>
                          <a:spcPct val="110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KoPub바탕체 Light" pitchFamily="18" charset="-127"/>
                          <a:ea typeface="KoPub바탕체 Light" pitchFamily="18" charset="-127"/>
                          <a:cs typeface="굴림" pitchFamily="50" charset="-127"/>
                        </a:defRPr>
                      </a:lvl9pPr>
                    </a:lstStyle>
                    <a:p>
                      <a:pPr marL="0" marR="0" lvl="0" indent="0" algn="ctr" defTabSz="1584325" rtl="0" eaLnBrk="1" fontAlgn="base" latinLnBrk="0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Clr>
                          <a:srgbClr val="808080"/>
                        </a:buClr>
                        <a:buSzPct val="90000"/>
                        <a:buFont typeface="Wingdings" panose="05000000000000000000" pitchFamily="2" charset="2"/>
                        <a:buNone/>
                        <a:tabLst/>
                      </a:pPr>
                      <a:endParaRPr lang="ko-KR" altLang="en-US" sz="1100" kern="1200" spc="-70" dirty="0" smtClean="0">
                        <a:ln w="0"/>
                        <a:solidFill>
                          <a:schemeClr val="tx1"/>
                        </a:solidFill>
                        <a:effectLst/>
                        <a:latin typeface="Rix모던고딕 M" pitchFamily="18" charset="-127"/>
                        <a:ea typeface="Rix모던고딕 M" pitchFamily="18" charset="-127"/>
                        <a:cs typeface="+mn-cs"/>
                      </a:endParaRPr>
                    </a:p>
                  </a:txBody>
                  <a:tcPr marL="36000" marR="36000" marT="25198" marB="25198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algn="just">
                        <a:lnSpc>
                          <a:spcPct val="110000"/>
                        </a:lnSpc>
                        <a:spcBef>
                          <a:spcPct val="25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KoPub바탕체 Light" pitchFamily="18" charset="-127"/>
                          <a:ea typeface="KoPub바탕체 Light" pitchFamily="18" charset="-127"/>
                          <a:cs typeface="굴림" pitchFamily="50" charset="-127"/>
                        </a:defRPr>
                      </a:lvl1pPr>
                      <a:lvl2pPr marL="88900" algn="just">
                        <a:lnSpc>
                          <a:spcPct val="110000"/>
                        </a:lnSpc>
                        <a:spcBef>
                          <a:spcPct val="25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KoPub바탕체 Light" pitchFamily="18" charset="-127"/>
                          <a:ea typeface="KoPub바탕체 Light" pitchFamily="18" charset="-127"/>
                          <a:cs typeface="굴림" pitchFamily="50" charset="-127"/>
                        </a:defRPr>
                      </a:lvl2pPr>
                      <a:lvl3pPr marL="273050" algn="just">
                        <a:lnSpc>
                          <a:spcPct val="110000"/>
                        </a:lnSpc>
                        <a:spcBef>
                          <a:spcPct val="25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KoPub바탕체 Light" pitchFamily="18" charset="-127"/>
                          <a:ea typeface="KoPub바탕체 Light" pitchFamily="18" charset="-127"/>
                          <a:cs typeface="굴림" pitchFamily="50" charset="-127"/>
                        </a:defRPr>
                      </a:lvl3pPr>
                      <a:lvl4pPr marL="450850" algn="just">
                        <a:lnSpc>
                          <a:spcPct val="110000"/>
                        </a:lnSpc>
                        <a:spcBef>
                          <a:spcPct val="25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KoPub바탕체 Light" pitchFamily="18" charset="-127"/>
                          <a:ea typeface="KoPub바탕체 Light" pitchFamily="18" charset="-127"/>
                          <a:cs typeface="굴림" pitchFamily="50" charset="-127"/>
                        </a:defRPr>
                      </a:lvl4pPr>
                      <a:lvl5pPr marL="635000" algn="just">
                        <a:lnSpc>
                          <a:spcPct val="110000"/>
                        </a:lnSpc>
                        <a:spcBef>
                          <a:spcPct val="25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KoPub바탕체 Light" pitchFamily="18" charset="-127"/>
                          <a:ea typeface="KoPub바탕체 Light" pitchFamily="18" charset="-127"/>
                          <a:cs typeface="굴림" pitchFamily="50" charset="-127"/>
                        </a:defRPr>
                      </a:lvl5pPr>
                      <a:lvl6pPr marL="1092200" algn="just" fontAlgn="base">
                        <a:lnSpc>
                          <a:spcPct val="110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KoPub바탕체 Light" pitchFamily="18" charset="-127"/>
                          <a:ea typeface="KoPub바탕체 Light" pitchFamily="18" charset="-127"/>
                          <a:cs typeface="굴림" pitchFamily="50" charset="-127"/>
                        </a:defRPr>
                      </a:lvl6pPr>
                      <a:lvl7pPr marL="1549400" algn="just" fontAlgn="base">
                        <a:lnSpc>
                          <a:spcPct val="110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KoPub바탕체 Light" pitchFamily="18" charset="-127"/>
                          <a:ea typeface="KoPub바탕체 Light" pitchFamily="18" charset="-127"/>
                          <a:cs typeface="굴림" pitchFamily="50" charset="-127"/>
                        </a:defRPr>
                      </a:lvl7pPr>
                      <a:lvl8pPr marL="2006600" algn="just" fontAlgn="base">
                        <a:lnSpc>
                          <a:spcPct val="110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KoPub바탕체 Light" pitchFamily="18" charset="-127"/>
                          <a:ea typeface="KoPub바탕체 Light" pitchFamily="18" charset="-127"/>
                          <a:cs typeface="굴림" pitchFamily="50" charset="-127"/>
                        </a:defRPr>
                      </a:lvl8pPr>
                      <a:lvl9pPr marL="2463800" algn="just" fontAlgn="base">
                        <a:lnSpc>
                          <a:spcPct val="110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KoPub바탕체 Light" pitchFamily="18" charset="-127"/>
                          <a:ea typeface="KoPub바탕체 Light" pitchFamily="18" charset="-127"/>
                          <a:cs typeface="굴림" pitchFamily="50" charset="-127"/>
                        </a:defRPr>
                      </a:lvl9pPr>
                    </a:lstStyle>
                    <a:p>
                      <a:pPr marL="0" marR="0" lvl="0" indent="0" algn="ctr" defTabSz="1584325" rtl="0" eaLnBrk="1" fontAlgn="base" latinLnBrk="0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Clr>
                          <a:srgbClr val="808080"/>
                        </a:buClr>
                        <a:buSzPct val="90000"/>
                        <a:buFont typeface="Wingdings" panose="05000000000000000000" pitchFamily="2" charset="2"/>
                        <a:buNone/>
                        <a:tabLst/>
                      </a:pPr>
                      <a:endParaRPr lang="ko-KR" altLang="en-US" sz="1100" kern="1200" spc="-70" dirty="0" smtClean="0">
                        <a:ln w="0"/>
                        <a:solidFill>
                          <a:schemeClr val="tx1"/>
                        </a:solidFill>
                        <a:effectLst/>
                        <a:latin typeface="Rix모던고딕 M" pitchFamily="18" charset="-127"/>
                        <a:ea typeface="Rix모던고딕 M" pitchFamily="18" charset="-127"/>
                        <a:cs typeface="+mn-cs"/>
                      </a:endParaRPr>
                    </a:p>
                  </a:txBody>
                  <a:tcPr marL="36000" marR="36000" marT="25198" marB="25198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algn="just">
                        <a:lnSpc>
                          <a:spcPct val="110000"/>
                        </a:lnSpc>
                        <a:spcBef>
                          <a:spcPct val="25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KoPub바탕체 Light" pitchFamily="18" charset="-127"/>
                          <a:ea typeface="KoPub바탕체 Light" pitchFamily="18" charset="-127"/>
                          <a:cs typeface="굴림" pitchFamily="50" charset="-127"/>
                        </a:defRPr>
                      </a:lvl1pPr>
                      <a:lvl2pPr marL="88900" algn="just">
                        <a:lnSpc>
                          <a:spcPct val="110000"/>
                        </a:lnSpc>
                        <a:spcBef>
                          <a:spcPct val="25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KoPub바탕체 Light" pitchFamily="18" charset="-127"/>
                          <a:ea typeface="KoPub바탕체 Light" pitchFamily="18" charset="-127"/>
                          <a:cs typeface="굴림" pitchFamily="50" charset="-127"/>
                        </a:defRPr>
                      </a:lvl2pPr>
                      <a:lvl3pPr marL="273050" algn="just">
                        <a:lnSpc>
                          <a:spcPct val="110000"/>
                        </a:lnSpc>
                        <a:spcBef>
                          <a:spcPct val="25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KoPub바탕체 Light" pitchFamily="18" charset="-127"/>
                          <a:ea typeface="KoPub바탕체 Light" pitchFamily="18" charset="-127"/>
                          <a:cs typeface="굴림" pitchFamily="50" charset="-127"/>
                        </a:defRPr>
                      </a:lvl3pPr>
                      <a:lvl4pPr marL="450850" algn="just">
                        <a:lnSpc>
                          <a:spcPct val="110000"/>
                        </a:lnSpc>
                        <a:spcBef>
                          <a:spcPct val="25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KoPub바탕체 Light" pitchFamily="18" charset="-127"/>
                          <a:ea typeface="KoPub바탕체 Light" pitchFamily="18" charset="-127"/>
                          <a:cs typeface="굴림" pitchFamily="50" charset="-127"/>
                        </a:defRPr>
                      </a:lvl4pPr>
                      <a:lvl5pPr marL="635000" algn="just">
                        <a:lnSpc>
                          <a:spcPct val="110000"/>
                        </a:lnSpc>
                        <a:spcBef>
                          <a:spcPct val="25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KoPub바탕체 Light" pitchFamily="18" charset="-127"/>
                          <a:ea typeface="KoPub바탕체 Light" pitchFamily="18" charset="-127"/>
                          <a:cs typeface="굴림" pitchFamily="50" charset="-127"/>
                        </a:defRPr>
                      </a:lvl5pPr>
                      <a:lvl6pPr marL="1092200" algn="just" fontAlgn="base">
                        <a:lnSpc>
                          <a:spcPct val="110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KoPub바탕체 Light" pitchFamily="18" charset="-127"/>
                          <a:ea typeface="KoPub바탕체 Light" pitchFamily="18" charset="-127"/>
                          <a:cs typeface="굴림" pitchFamily="50" charset="-127"/>
                        </a:defRPr>
                      </a:lvl6pPr>
                      <a:lvl7pPr marL="1549400" algn="just" fontAlgn="base">
                        <a:lnSpc>
                          <a:spcPct val="110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KoPub바탕체 Light" pitchFamily="18" charset="-127"/>
                          <a:ea typeface="KoPub바탕체 Light" pitchFamily="18" charset="-127"/>
                          <a:cs typeface="굴림" pitchFamily="50" charset="-127"/>
                        </a:defRPr>
                      </a:lvl7pPr>
                      <a:lvl8pPr marL="2006600" algn="just" fontAlgn="base">
                        <a:lnSpc>
                          <a:spcPct val="110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KoPub바탕체 Light" pitchFamily="18" charset="-127"/>
                          <a:ea typeface="KoPub바탕체 Light" pitchFamily="18" charset="-127"/>
                          <a:cs typeface="굴림" pitchFamily="50" charset="-127"/>
                        </a:defRPr>
                      </a:lvl8pPr>
                      <a:lvl9pPr marL="2463800" algn="just" fontAlgn="base">
                        <a:lnSpc>
                          <a:spcPct val="110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KoPub바탕체 Light" pitchFamily="18" charset="-127"/>
                          <a:ea typeface="KoPub바탕체 Light" pitchFamily="18" charset="-127"/>
                          <a:cs typeface="굴림" pitchFamily="50" charset="-127"/>
                        </a:defRPr>
                      </a:lvl9pPr>
                    </a:lstStyle>
                    <a:p>
                      <a:pPr marL="0" marR="0" lvl="0" indent="0" algn="ctr" defTabSz="1584325" rtl="0" eaLnBrk="1" fontAlgn="base" latinLnBrk="0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Clr>
                          <a:srgbClr val="808080"/>
                        </a:buClr>
                        <a:buSzPct val="90000"/>
                        <a:buFont typeface="Wingdings" panose="05000000000000000000" pitchFamily="2" charset="2"/>
                        <a:buNone/>
                        <a:tabLst/>
                      </a:pPr>
                      <a:endParaRPr lang="ko-KR" altLang="en-US" sz="1100" kern="1200" spc="-70" dirty="0" smtClean="0">
                        <a:ln w="0"/>
                        <a:solidFill>
                          <a:schemeClr val="tx1"/>
                        </a:solidFill>
                        <a:effectLst/>
                        <a:latin typeface="Rix모던고딕 M" pitchFamily="18" charset="-127"/>
                        <a:ea typeface="Rix모던고딕 M" pitchFamily="18" charset="-127"/>
                        <a:cs typeface="+mn-cs"/>
                      </a:endParaRPr>
                    </a:p>
                  </a:txBody>
                  <a:tcPr marL="36000" marR="36000" marT="25198" marB="25198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3550">
                <a:tc vMerge="1">
                  <a:txBody>
                    <a:bodyPr/>
                    <a:lstStyle/>
                    <a:p>
                      <a:pPr marL="0" marR="0" lvl="0" indent="-134938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200" kern="1200" spc="-70" baseline="0" dirty="0" smtClean="0">
                        <a:solidFill>
                          <a:schemeClr val="bg1"/>
                        </a:solidFill>
                        <a:latin typeface="고도 B" panose="02000503000000020004" pitchFamily="2" charset="-127"/>
                        <a:ea typeface="고도 B" panose="02000503000000020004" pitchFamily="2" charset="-127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flip="none" rotWithShape="1">
                      <a:gsLst>
                        <a:gs pos="31000">
                          <a:schemeClr val="tx1">
                            <a:lumMod val="75000"/>
                            <a:lumOff val="25000"/>
                          </a:schemeClr>
                        </a:gs>
                        <a:gs pos="100000">
                          <a:schemeClr val="tx1">
                            <a:lumMod val="50000"/>
                            <a:lumOff val="50000"/>
                          </a:schemeClr>
                        </a:gs>
                      </a:gsLst>
                      <a:lin ang="0" scaled="1"/>
                      <a:tileRect/>
                    </a:gra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1584325" rtl="0" eaLnBrk="1" fontAlgn="base" latinLnBrk="0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Clr>
                          <a:srgbClr val="808080"/>
                        </a:buClr>
                        <a:buSzPct val="90000"/>
                        <a:buFont typeface="Wingdings" panose="05000000000000000000" pitchFamily="2" charset="2"/>
                        <a:buNone/>
                        <a:tabLst/>
                      </a:pPr>
                      <a:endParaRPr lang="ko-KR" altLang="en-US" sz="1200" kern="1200" spc="-70" dirty="0" smtClean="0">
                        <a:ln w="0"/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고도 M" panose="02000503000000020004" pitchFamily="2" charset="-127"/>
                        <a:ea typeface="고도 M" panose="02000503000000020004" pitchFamily="2" charset="-127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584325" rtl="0" eaLnBrk="1" fontAlgn="base" latinLnBrk="0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Clr>
                          <a:srgbClr val="808080"/>
                        </a:buClr>
                        <a:buSzPct val="9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lang="en-US" altLang="ko-KR" sz="1100" kern="1200" spc="-70" dirty="0" smtClean="0">
                          <a:ln w="0"/>
                          <a:solidFill>
                            <a:schemeClr val="tx1"/>
                          </a:solidFill>
                          <a:effectLst/>
                          <a:latin typeface="Rix모던고딕 M" pitchFamily="18" charset="-127"/>
                          <a:ea typeface="Rix모던고딕 M" pitchFamily="18" charset="-127"/>
                          <a:cs typeface="+mn-cs"/>
                        </a:rPr>
                        <a:t>H</a:t>
                      </a:r>
                      <a:r>
                        <a:rPr lang="ko-KR" altLang="en-US" sz="1100" kern="1200" spc="-70" dirty="0" smtClean="0">
                          <a:ln w="0"/>
                          <a:solidFill>
                            <a:schemeClr val="tx1"/>
                          </a:solidFill>
                          <a:effectLst/>
                          <a:latin typeface="Rix모던고딕 M" pitchFamily="18" charset="-127"/>
                          <a:ea typeface="Rix모던고딕 M" pitchFamily="18" charset="-127"/>
                          <a:cs typeface="+mn-cs"/>
                        </a:rPr>
                        <a:t>사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algn="just">
                        <a:lnSpc>
                          <a:spcPct val="110000"/>
                        </a:lnSpc>
                        <a:spcBef>
                          <a:spcPct val="25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KoPub바탕체 Light" pitchFamily="18" charset="-127"/>
                          <a:ea typeface="KoPub바탕체 Light" pitchFamily="18" charset="-127"/>
                          <a:cs typeface="굴림" pitchFamily="50" charset="-127"/>
                        </a:defRPr>
                      </a:lvl1pPr>
                      <a:lvl2pPr marL="88900" algn="just">
                        <a:lnSpc>
                          <a:spcPct val="110000"/>
                        </a:lnSpc>
                        <a:spcBef>
                          <a:spcPct val="25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KoPub바탕체 Light" pitchFamily="18" charset="-127"/>
                          <a:ea typeface="KoPub바탕체 Light" pitchFamily="18" charset="-127"/>
                          <a:cs typeface="굴림" pitchFamily="50" charset="-127"/>
                        </a:defRPr>
                      </a:lvl2pPr>
                      <a:lvl3pPr marL="273050" algn="just">
                        <a:lnSpc>
                          <a:spcPct val="110000"/>
                        </a:lnSpc>
                        <a:spcBef>
                          <a:spcPct val="25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KoPub바탕체 Light" pitchFamily="18" charset="-127"/>
                          <a:ea typeface="KoPub바탕체 Light" pitchFamily="18" charset="-127"/>
                          <a:cs typeface="굴림" pitchFamily="50" charset="-127"/>
                        </a:defRPr>
                      </a:lvl3pPr>
                      <a:lvl4pPr marL="450850" algn="just">
                        <a:lnSpc>
                          <a:spcPct val="110000"/>
                        </a:lnSpc>
                        <a:spcBef>
                          <a:spcPct val="25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KoPub바탕체 Light" pitchFamily="18" charset="-127"/>
                          <a:ea typeface="KoPub바탕체 Light" pitchFamily="18" charset="-127"/>
                          <a:cs typeface="굴림" pitchFamily="50" charset="-127"/>
                        </a:defRPr>
                      </a:lvl4pPr>
                      <a:lvl5pPr marL="635000" algn="just">
                        <a:lnSpc>
                          <a:spcPct val="110000"/>
                        </a:lnSpc>
                        <a:spcBef>
                          <a:spcPct val="25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KoPub바탕체 Light" pitchFamily="18" charset="-127"/>
                          <a:ea typeface="KoPub바탕체 Light" pitchFamily="18" charset="-127"/>
                          <a:cs typeface="굴림" pitchFamily="50" charset="-127"/>
                        </a:defRPr>
                      </a:lvl5pPr>
                      <a:lvl6pPr marL="1092200" algn="just" fontAlgn="base">
                        <a:lnSpc>
                          <a:spcPct val="110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KoPub바탕체 Light" pitchFamily="18" charset="-127"/>
                          <a:ea typeface="KoPub바탕체 Light" pitchFamily="18" charset="-127"/>
                          <a:cs typeface="굴림" pitchFamily="50" charset="-127"/>
                        </a:defRPr>
                      </a:lvl6pPr>
                      <a:lvl7pPr marL="1549400" algn="just" fontAlgn="base">
                        <a:lnSpc>
                          <a:spcPct val="110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KoPub바탕체 Light" pitchFamily="18" charset="-127"/>
                          <a:ea typeface="KoPub바탕체 Light" pitchFamily="18" charset="-127"/>
                          <a:cs typeface="굴림" pitchFamily="50" charset="-127"/>
                        </a:defRPr>
                      </a:lvl7pPr>
                      <a:lvl8pPr marL="2006600" algn="just" fontAlgn="base">
                        <a:lnSpc>
                          <a:spcPct val="110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KoPub바탕체 Light" pitchFamily="18" charset="-127"/>
                          <a:ea typeface="KoPub바탕체 Light" pitchFamily="18" charset="-127"/>
                          <a:cs typeface="굴림" pitchFamily="50" charset="-127"/>
                        </a:defRPr>
                      </a:lvl8pPr>
                      <a:lvl9pPr marL="2463800" algn="just" fontAlgn="base">
                        <a:lnSpc>
                          <a:spcPct val="110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KoPub바탕체 Light" pitchFamily="18" charset="-127"/>
                          <a:ea typeface="KoPub바탕체 Light" pitchFamily="18" charset="-127"/>
                          <a:cs typeface="굴림" pitchFamily="50" charset="-127"/>
                        </a:defRPr>
                      </a:lvl9pPr>
                    </a:lstStyle>
                    <a:p>
                      <a:pPr marL="0" marR="0" lvl="0" indent="0" algn="ctr" defTabSz="1584325" rtl="0" eaLnBrk="1" fontAlgn="base" latinLnBrk="0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Clr>
                          <a:srgbClr val="808080"/>
                        </a:buClr>
                        <a:buSzPct val="90000"/>
                        <a:buFont typeface="Wingdings" panose="05000000000000000000" pitchFamily="2" charset="2"/>
                        <a:buNone/>
                        <a:tabLst/>
                      </a:pPr>
                      <a:endParaRPr lang="en-US" altLang="ko-KR" sz="1100" kern="1200" spc="-70" dirty="0" smtClean="0">
                        <a:ln w="0"/>
                        <a:solidFill>
                          <a:schemeClr val="tx1"/>
                        </a:solidFill>
                        <a:effectLst/>
                        <a:latin typeface="Rix모던고딕 M" pitchFamily="18" charset="-127"/>
                        <a:ea typeface="Rix모던고딕 M" pitchFamily="18" charset="-127"/>
                        <a:cs typeface="+mn-cs"/>
                      </a:endParaRPr>
                    </a:p>
                  </a:txBody>
                  <a:tcPr marL="36000" marR="36000" marT="25198" marB="25198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algn="just">
                        <a:lnSpc>
                          <a:spcPct val="110000"/>
                        </a:lnSpc>
                        <a:spcBef>
                          <a:spcPct val="25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KoPub바탕체 Light" pitchFamily="18" charset="-127"/>
                          <a:ea typeface="KoPub바탕체 Light" pitchFamily="18" charset="-127"/>
                          <a:cs typeface="굴림" pitchFamily="50" charset="-127"/>
                        </a:defRPr>
                      </a:lvl1pPr>
                      <a:lvl2pPr marL="88900" algn="just">
                        <a:lnSpc>
                          <a:spcPct val="110000"/>
                        </a:lnSpc>
                        <a:spcBef>
                          <a:spcPct val="25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KoPub바탕체 Light" pitchFamily="18" charset="-127"/>
                          <a:ea typeface="KoPub바탕체 Light" pitchFamily="18" charset="-127"/>
                          <a:cs typeface="굴림" pitchFamily="50" charset="-127"/>
                        </a:defRPr>
                      </a:lvl2pPr>
                      <a:lvl3pPr marL="273050" algn="just">
                        <a:lnSpc>
                          <a:spcPct val="110000"/>
                        </a:lnSpc>
                        <a:spcBef>
                          <a:spcPct val="25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KoPub바탕체 Light" pitchFamily="18" charset="-127"/>
                          <a:ea typeface="KoPub바탕체 Light" pitchFamily="18" charset="-127"/>
                          <a:cs typeface="굴림" pitchFamily="50" charset="-127"/>
                        </a:defRPr>
                      </a:lvl3pPr>
                      <a:lvl4pPr marL="450850" algn="just">
                        <a:lnSpc>
                          <a:spcPct val="110000"/>
                        </a:lnSpc>
                        <a:spcBef>
                          <a:spcPct val="25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KoPub바탕체 Light" pitchFamily="18" charset="-127"/>
                          <a:ea typeface="KoPub바탕체 Light" pitchFamily="18" charset="-127"/>
                          <a:cs typeface="굴림" pitchFamily="50" charset="-127"/>
                        </a:defRPr>
                      </a:lvl4pPr>
                      <a:lvl5pPr marL="635000" algn="just">
                        <a:lnSpc>
                          <a:spcPct val="110000"/>
                        </a:lnSpc>
                        <a:spcBef>
                          <a:spcPct val="25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KoPub바탕체 Light" pitchFamily="18" charset="-127"/>
                          <a:ea typeface="KoPub바탕체 Light" pitchFamily="18" charset="-127"/>
                          <a:cs typeface="굴림" pitchFamily="50" charset="-127"/>
                        </a:defRPr>
                      </a:lvl5pPr>
                      <a:lvl6pPr marL="1092200" algn="just" fontAlgn="base">
                        <a:lnSpc>
                          <a:spcPct val="110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KoPub바탕체 Light" pitchFamily="18" charset="-127"/>
                          <a:ea typeface="KoPub바탕체 Light" pitchFamily="18" charset="-127"/>
                          <a:cs typeface="굴림" pitchFamily="50" charset="-127"/>
                        </a:defRPr>
                      </a:lvl6pPr>
                      <a:lvl7pPr marL="1549400" algn="just" fontAlgn="base">
                        <a:lnSpc>
                          <a:spcPct val="110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KoPub바탕체 Light" pitchFamily="18" charset="-127"/>
                          <a:ea typeface="KoPub바탕체 Light" pitchFamily="18" charset="-127"/>
                          <a:cs typeface="굴림" pitchFamily="50" charset="-127"/>
                        </a:defRPr>
                      </a:lvl7pPr>
                      <a:lvl8pPr marL="2006600" algn="just" fontAlgn="base">
                        <a:lnSpc>
                          <a:spcPct val="110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KoPub바탕체 Light" pitchFamily="18" charset="-127"/>
                          <a:ea typeface="KoPub바탕체 Light" pitchFamily="18" charset="-127"/>
                          <a:cs typeface="굴림" pitchFamily="50" charset="-127"/>
                        </a:defRPr>
                      </a:lvl8pPr>
                      <a:lvl9pPr marL="2463800" algn="just" fontAlgn="base">
                        <a:lnSpc>
                          <a:spcPct val="110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KoPub바탕체 Light" pitchFamily="18" charset="-127"/>
                          <a:ea typeface="KoPub바탕체 Light" pitchFamily="18" charset="-127"/>
                          <a:cs typeface="굴림" pitchFamily="50" charset="-127"/>
                        </a:defRPr>
                      </a:lvl9pPr>
                    </a:lstStyle>
                    <a:p>
                      <a:pPr marL="0" marR="0" lvl="0" indent="0" algn="ctr" defTabSz="1584325" rtl="0" eaLnBrk="1" fontAlgn="base" latinLnBrk="0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Clr>
                          <a:srgbClr val="808080"/>
                        </a:buClr>
                        <a:buSzPct val="90000"/>
                        <a:buFont typeface="Wingdings" panose="05000000000000000000" pitchFamily="2" charset="2"/>
                        <a:buNone/>
                        <a:tabLst/>
                      </a:pPr>
                      <a:endParaRPr lang="ko-KR" altLang="en-US" sz="1100" kern="1200" spc="-70" dirty="0" smtClean="0">
                        <a:ln w="0"/>
                        <a:solidFill>
                          <a:schemeClr val="tx1"/>
                        </a:solidFill>
                        <a:effectLst/>
                        <a:latin typeface="Rix모던고딕 M" pitchFamily="18" charset="-127"/>
                        <a:ea typeface="Rix모던고딕 M" pitchFamily="18" charset="-127"/>
                        <a:cs typeface="+mn-cs"/>
                      </a:endParaRPr>
                    </a:p>
                  </a:txBody>
                  <a:tcPr marL="36000" marR="36000" marT="25198" marB="25198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algn="just">
                        <a:lnSpc>
                          <a:spcPct val="110000"/>
                        </a:lnSpc>
                        <a:spcBef>
                          <a:spcPct val="25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KoPub바탕체 Light" pitchFamily="18" charset="-127"/>
                          <a:ea typeface="KoPub바탕체 Light" pitchFamily="18" charset="-127"/>
                          <a:cs typeface="굴림" pitchFamily="50" charset="-127"/>
                        </a:defRPr>
                      </a:lvl1pPr>
                      <a:lvl2pPr marL="88900" algn="just">
                        <a:lnSpc>
                          <a:spcPct val="110000"/>
                        </a:lnSpc>
                        <a:spcBef>
                          <a:spcPct val="25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KoPub바탕체 Light" pitchFamily="18" charset="-127"/>
                          <a:ea typeface="KoPub바탕체 Light" pitchFamily="18" charset="-127"/>
                          <a:cs typeface="굴림" pitchFamily="50" charset="-127"/>
                        </a:defRPr>
                      </a:lvl2pPr>
                      <a:lvl3pPr marL="273050" algn="just">
                        <a:lnSpc>
                          <a:spcPct val="110000"/>
                        </a:lnSpc>
                        <a:spcBef>
                          <a:spcPct val="25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KoPub바탕체 Light" pitchFamily="18" charset="-127"/>
                          <a:ea typeface="KoPub바탕체 Light" pitchFamily="18" charset="-127"/>
                          <a:cs typeface="굴림" pitchFamily="50" charset="-127"/>
                        </a:defRPr>
                      </a:lvl3pPr>
                      <a:lvl4pPr marL="450850" algn="just">
                        <a:lnSpc>
                          <a:spcPct val="110000"/>
                        </a:lnSpc>
                        <a:spcBef>
                          <a:spcPct val="25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KoPub바탕체 Light" pitchFamily="18" charset="-127"/>
                          <a:ea typeface="KoPub바탕체 Light" pitchFamily="18" charset="-127"/>
                          <a:cs typeface="굴림" pitchFamily="50" charset="-127"/>
                        </a:defRPr>
                      </a:lvl4pPr>
                      <a:lvl5pPr marL="635000" algn="just">
                        <a:lnSpc>
                          <a:spcPct val="110000"/>
                        </a:lnSpc>
                        <a:spcBef>
                          <a:spcPct val="25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KoPub바탕체 Light" pitchFamily="18" charset="-127"/>
                          <a:ea typeface="KoPub바탕체 Light" pitchFamily="18" charset="-127"/>
                          <a:cs typeface="굴림" pitchFamily="50" charset="-127"/>
                        </a:defRPr>
                      </a:lvl5pPr>
                      <a:lvl6pPr marL="1092200" algn="just" fontAlgn="base">
                        <a:lnSpc>
                          <a:spcPct val="110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KoPub바탕체 Light" pitchFamily="18" charset="-127"/>
                          <a:ea typeface="KoPub바탕체 Light" pitchFamily="18" charset="-127"/>
                          <a:cs typeface="굴림" pitchFamily="50" charset="-127"/>
                        </a:defRPr>
                      </a:lvl6pPr>
                      <a:lvl7pPr marL="1549400" algn="just" fontAlgn="base">
                        <a:lnSpc>
                          <a:spcPct val="110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KoPub바탕체 Light" pitchFamily="18" charset="-127"/>
                          <a:ea typeface="KoPub바탕체 Light" pitchFamily="18" charset="-127"/>
                          <a:cs typeface="굴림" pitchFamily="50" charset="-127"/>
                        </a:defRPr>
                      </a:lvl7pPr>
                      <a:lvl8pPr marL="2006600" algn="just" fontAlgn="base">
                        <a:lnSpc>
                          <a:spcPct val="110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KoPub바탕체 Light" pitchFamily="18" charset="-127"/>
                          <a:ea typeface="KoPub바탕체 Light" pitchFamily="18" charset="-127"/>
                          <a:cs typeface="굴림" pitchFamily="50" charset="-127"/>
                        </a:defRPr>
                      </a:lvl8pPr>
                      <a:lvl9pPr marL="2463800" algn="just" fontAlgn="base">
                        <a:lnSpc>
                          <a:spcPct val="110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KoPub바탕체 Light" pitchFamily="18" charset="-127"/>
                          <a:ea typeface="KoPub바탕체 Light" pitchFamily="18" charset="-127"/>
                          <a:cs typeface="굴림" pitchFamily="50" charset="-127"/>
                        </a:defRPr>
                      </a:lvl9pPr>
                    </a:lstStyle>
                    <a:p>
                      <a:pPr marL="0" marR="0" lvl="0" indent="0" algn="ctr" defTabSz="1584325" rtl="0" eaLnBrk="1" fontAlgn="base" latinLnBrk="0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Clr>
                          <a:srgbClr val="808080"/>
                        </a:buClr>
                        <a:buSzPct val="90000"/>
                        <a:buFont typeface="Wingdings" panose="05000000000000000000" pitchFamily="2" charset="2"/>
                        <a:buNone/>
                        <a:tabLst/>
                      </a:pPr>
                      <a:endParaRPr lang="en-US" altLang="ko-KR" sz="1100" kern="1200" spc="-70" dirty="0" smtClean="0">
                        <a:ln w="0"/>
                        <a:solidFill>
                          <a:schemeClr val="tx1"/>
                        </a:solidFill>
                        <a:effectLst/>
                        <a:latin typeface="Rix모던고딕 M" pitchFamily="18" charset="-127"/>
                        <a:ea typeface="Rix모던고딕 M" pitchFamily="18" charset="-127"/>
                        <a:cs typeface="+mn-cs"/>
                      </a:endParaRPr>
                    </a:p>
                  </a:txBody>
                  <a:tcPr marL="36000" marR="36000" marT="25198" marB="25198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algn="just">
                        <a:lnSpc>
                          <a:spcPct val="110000"/>
                        </a:lnSpc>
                        <a:spcBef>
                          <a:spcPct val="25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KoPub바탕체 Light" pitchFamily="18" charset="-127"/>
                          <a:ea typeface="KoPub바탕체 Light" pitchFamily="18" charset="-127"/>
                          <a:cs typeface="굴림" pitchFamily="50" charset="-127"/>
                        </a:defRPr>
                      </a:lvl1pPr>
                      <a:lvl2pPr marL="88900" algn="just">
                        <a:lnSpc>
                          <a:spcPct val="110000"/>
                        </a:lnSpc>
                        <a:spcBef>
                          <a:spcPct val="25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KoPub바탕체 Light" pitchFamily="18" charset="-127"/>
                          <a:ea typeface="KoPub바탕체 Light" pitchFamily="18" charset="-127"/>
                          <a:cs typeface="굴림" pitchFamily="50" charset="-127"/>
                        </a:defRPr>
                      </a:lvl2pPr>
                      <a:lvl3pPr marL="273050" algn="just">
                        <a:lnSpc>
                          <a:spcPct val="110000"/>
                        </a:lnSpc>
                        <a:spcBef>
                          <a:spcPct val="25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KoPub바탕체 Light" pitchFamily="18" charset="-127"/>
                          <a:ea typeface="KoPub바탕체 Light" pitchFamily="18" charset="-127"/>
                          <a:cs typeface="굴림" pitchFamily="50" charset="-127"/>
                        </a:defRPr>
                      </a:lvl3pPr>
                      <a:lvl4pPr marL="450850" algn="just">
                        <a:lnSpc>
                          <a:spcPct val="110000"/>
                        </a:lnSpc>
                        <a:spcBef>
                          <a:spcPct val="25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KoPub바탕체 Light" pitchFamily="18" charset="-127"/>
                          <a:ea typeface="KoPub바탕체 Light" pitchFamily="18" charset="-127"/>
                          <a:cs typeface="굴림" pitchFamily="50" charset="-127"/>
                        </a:defRPr>
                      </a:lvl4pPr>
                      <a:lvl5pPr marL="635000" algn="just">
                        <a:lnSpc>
                          <a:spcPct val="110000"/>
                        </a:lnSpc>
                        <a:spcBef>
                          <a:spcPct val="25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KoPub바탕체 Light" pitchFamily="18" charset="-127"/>
                          <a:ea typeface="KoPub바탕체 Light" pitchFamily="18" charset="-127"/>
                          <a:cs typeface="굴림" pitchFamily="50" charset="-127"/>
                        </a:defRPr>
                      </a:lvl5pPr>
                      <a:lvl6pPr marL="1092200" algn="just" fontAlgn="base">
                        <a:lnSpc>
                          <a:spcPct val="110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KoPub바탕체 Light" pitchFamily="18" charset="-127"/>
                          <a:ea typeface="KoPub바탕체 Light" pitchFamily="18" charset="-127"/>
                          <a:cs typeface="굴림" pitchFamily="50" charset="-127"/>
                        </a:defRPr>
                      </a:lvl6pPr>
                      <a:lvl7pPr marL="1549400" algn="just" fontAlgn="base">
                        <a:lnSpc>
                          <a:spcPct val="110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KoPub바탕체 Light" pitchFamily="18" charset="-127"/>
                          <a:ea typeface="KoPub바탕체 Light" pitchFamily="18" charset="-127"/>
                          <a:cs typeface="굴림" pitchFamily="50" charset="-127"/>
                        </a:defRPr>
                      </a:lvl7pPr>
                      <a:lvl8pPr marL="2006600" algn="just" fontAlgn="base">
                        <a:lnSpc>
                          <a:spcPct val="110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KoPub바탕체 Light" pitchFamily="18" charset="-127"/>
                          <a:ea typeface="KoPub바탕체 Light" pitchFamily="18" charset="-127"/>
                          <a:cs typeface="굴림" pitchFamily="50" charset="-127"/>
                        </a:defRPr>
                      </a:lvl8pPr>
                      <a:lvl9pPr marL="2463800" algn="just" fontAlgn="base">
                        <a:lnSpc>
                          <a:spcPct val="110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KoPub바탕체 Light" pitchFamily="18" charset="-127"/>
                          <a:ea typeface="KoPub바탕체 Light" pitchFamily="18" charset="-127"/>
                          <a:cs typeface="굴림" pitchFamily="50" charset="-127"/>
                        </a:defRPr>
                      </a:lvl9pPr>
                    </a:lstStyle>
                    <a:p>
                      <a:pPr marL="0" marR="0" lvl="0" indent="0" algn="ctr" defTabSz="1584325" rtl="0" eaLnBrk="1" fontAlgn="base" latinLnBrk="0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Clr>
                          <a:srgbClr val="808080"/>
                        </a:buClr>
                        <a:buSzPct val="90000"/>
                        <a:buFont typeface="Wingdings" panose="05000000000000000000" pitchFamily="2" charset="2"/>
                        <a:buNone/>
                        <a:tabLst/>
                      </a:pPr>
                      <a:endParaRPr lang="en-US" altLang="ko-KR" sz="1100" kern="1200" spc="-70" dirty="0" smtClean="0">
                        <a:ln w="0"/>
                        <a:solidFill>
                          <a:schemeClr val="tx1"/>
                        </a:solidFill>
                        <a:effectLst/>
                        <a:latin typeface="Rix모던고딕 M" pitchFamily="18" charset="-127"/>
                        <a:ea typeface="Rix모던고딕 M" pitchFamily="18" charset="-127"/>
                        <a:cs typeface="+mn-cs"/>
                      </a:endParaRPr>
                    </a:p>
                  </a:txBody>
                  <a:tcPr marL="36000" marR="36000" marT="25198" marB="25198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algn="just">
                        <a:lnSpc>
                          <a:spcPct val="110000"/>
                        </a:lnSpc>
                        <a:spcBef>
                          <a:spcPct val="25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KoPub바탕체 Light" pitchFamily="18" charset="-127"/>
                          <a:ea typeface="KoPub바탕체 Light" pitchFamily="18" charset="-127"/>
                          <a:cs typeface="굴림" pitchFamily="50" charset="-127"/>
                        </a:defRPr>
                      </a:lvl1pPr>
                      <a:lvl2pPr marL="88900" algn="just">
                        <a:lnSpc>
                          <a:spcPct val="110000"/>
                        </a:lnSpc>
                        <a:spcBef>
                          <a:spcPct val="25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KoPub바탕체 Light" pitchFamily="18" charset="-127"/>
                          <a:ea typeface="KoPub바탕체 Light" pitchFamily="18" charset="-127"/>
                          <a:cs typeface="굴림" pitchFamily="50" charset="-127"/>
                        </a:defRPr>
                      </a:lvl2pPr>
                      <a:lvl3pPr marL="273050" algn="just">
                        <a:lnSpc>
                          <a:spcPct val="110000"/>
                        </a:lnSpc>
                        <a:spcBef>
                          <a:spcPct val="25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KoPub바탕체 Light" pitchFamily="18" charset="-127"/>
                          <a:ea typeface="KoPub바탕체 Light" pitchFamily="18" charset="-127"/>
                          <a:cs typeface="굴림" pitchFamily="50" charset="-127"/>
                        </a:defRPr>
                      </a:lvl3pPr>
                      <a:lvl4pPr marL="450850" algn="just">
                        <a:lnSpc>
                          <a:spcPct val="110000"/>
                        </a:lnSpc>
                        <a:spcBef>
                          <a:spcPct val="25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KoPub바탕체 Light" pitchFamily="18" charset="-127"/>
                          <a:ea typeface="KoPub바탕체 Light" pitchFamily="18" charset="-127"/>
                          <a:cs typeface="굴림" pitchFamily="50" charset="-127"/>
                        </a:defRPr>
                      </a:lvl4pPr>
                      <a:lvl5pPr marL="635000" algn="just">
                        <a:lnSpc>
                          <a:spcPct val="110000"/>
                        </a:lnSpc>
                        <a:spcBef>
                          <a:spcPct val="25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KoPub바탕체 Light" pitchFamily="18" charset="-127"/>
                          <a:ea typeface="KoPub바탕체 Light" pitchFamily="18" charset="-127"/>
                          <a:cs typeface="굴림" pitchFamily="50" charset="-127"/>
                        </a:defRPr>
                      </a:lvl5pPr>
                      <a:lvl6pPr marL="1092200" algn="just" fontAlgn="base">
                        <a:lnSpc>
                          <a:spcPct val="110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KoPub바탕체 Light" pitchFamily="18" charset="-127"/>
                          <a:ea typeface="KoPub바탕체 Light" pitchFamily="18" charset="-127"/>
                          <a:cs typeface="굴림" pitchFamily="50" charset="-127"/>
                        </a:defRPr>
                      </a:lvl6pPr>
                      <a:lvl7pPr marL="1549400" algn="just" fontAlgn="base">
                        <a:lnSpc>
                          <a:spcPct val="110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KoPub바탕체 Light" pitchFamily="18" charset="-127"/>
                          <a:ea typeface="KoPub바탕체 Light" pitchFamily="18" charset="-127"/>
                          <a:cs typeface="굴림" pitchFamily="50" charset="-127"/>
                        </a:defRPr>
                      </a:lvl7pPr>
                      <a:lvl8pPr marL="2006600" algn="just" fontAlgn="base">
                        <a:lnSpc>
                          <a:spcPct val="110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KoPub바탕체 Light" pitchFamily="18" charset="-127"/>
                          <a:ea typeface="KoPub바탕체 Light" pitchFamily="18" charset="-127"/>
                          <a:cs typeface="굴림" pitchFamily="50" charset="-127"/>
                        </a:defRPr>
                      </a:lvl8pPr>
                      <a:lvl9pPr marL="2463800" algn="just" fontAlgn="base">
                        <a:lnSpc>
                          <a:spcPct val="110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KoPub바탕체 Light" pitchFamily="18" charset="-127"/>
                          <a:ea typeface="KoPub바탕체 Light" pitchFamily="18" charset="-127"/>
                          <a:cs typeface="굴림" pitchFamily="50" charset="-127"/>
                        </a:defRPr>
                      </a:lvl9pPr>
                    </a:lstStyle>
                    <a:p>
                      <a:pPr marL="0" marR="0" lvl="0" indent="0" algn="ctr" defTabSz="1584325" rtl="0" eaLnBrk="1" fontAlgn="base" latinLnBrk="0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Clr>
                          <a:srgbClr val="808080"/>
                        </a:buClr>
                        <a:buSzPct val="90000"/>
                        <a:buFont typeface="Wingdings" panose="05000000000000000000" pitchFamily="2" charset="2"/>
                        <a:buNone/>
                        <a:tabLst/>
                      </a:pPr>
                      <a:endParaRPr lang="ko-KR" altLang="en-US" sz="1100" kern="1200" spc="-70" dirty="0" smtClean="0">
                        <a:ln w="0"/>
                        <a:solidFill>
                          <a:schemeClr val="tx1"/>
                        </a:solidFill>
                        <a:effectLst/>
                        <a:latin typeface="Rix모던고딕 M" pitchFamily="18" charset="-127"/>
                        <a:ea typeface="Rix모던고딕 M" pitchFamily="18" charset="-127"/>
                        <a:cs typeface="+mn-cs"/>
                      </a:endParaRPr>
                    </a:p>
                  </a:txBody>
                  <a:tcPr marL="36000" marR="36000" marT="25198" marB="25198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3550">
                <a:tc vMerge="1">
                  <a:txBody>
                    <a:bodyPr/>
                    <a:lstStyle/>
                    <a:p>
                      <a:pPr marL="0" marR="0" lvl="0" indent="-134938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200" kern="1200" spc="-70" baseline="0" dirty="0" smtClean="0">
                        <a:solidFill>
                          <a:schemeClr val="bg1"/>
                        </a:solidFill>
                        <a:latin typeface="고도 B" panose="02000503000000020004" pitchFamily="2" charset="-127"/>
                        <a:ea typeface="고도 B" panose="02000503000000020004" pitchFamily="2" charset="-127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flip="none" rotWithShape="1">
                      <a:gsLst>
                        <a:gs pos="31000">
                          <a:schemeClr val="tx1">
                            <a:lumMod val="75000"/>
                            <a:lumOff val="25000"/>
                          </a:schemeClr>
                        </a:gs>
                        <a:gs pos="100000">
                          <a:schemeClr val="tx1">
                            <a:lumMod val="50000"/>
                            <a:lumOff val="50000"/>
                          </a:schemeClr>
                        </a:gs>
                      </a:gsLst>
                      <a:lin ang="0" scaled="1"/>
                      <a:tileRect/>
                    </a:gra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1584325" rtl="0" eaLnBrk="1" fontAlgn="base" latinLnBrk="0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Clr>
                          <a:srgbClr val="808080"/>
                        </a:buClr>
                        <a:buSzPct val="90000"/>
                        <a:buFont typeface="Wingdings" panose="05000000000000000000" pitchFamily="2" charset="2"/>
                        <a:buNone/>
                        <a:tabLst/>
                      </a:pPr>
                      <a:endParaRPr lang="ko-KR" altLang="en-US" sz="1200" kern="1200" spc="-70" dirty="0" smtClean="0">
                        <a:ln w="0"/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고도 M" panose="02000503000000020004" pitchFamily="2" charset="-127"/>
                        <a:ea typeface="고도 M" panose="02000503000000020004" pitchFamily="2" charset="-127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584325" rtl="0" eaLnBrk="1" fontAlgn="base" latinLnBrk="0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Clr>
                          <a:srgbClr val="808080"/>
                        </a:buClr>
                        <a:buSzPct val="9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lang="en-US" altLang="ko-KR" sz="1100" kern="1200" spc="-70" dirty="0" smtClean="0">
                          <a:ln w="0"/>
                          <a:solidFill>
                            <a:schemeClr val="tx1"/>
                          </a:solidFill>
                          <a:effectLst/>
                          <a:latin typeface="Rix모던고딕 M" pitchFamily="18" charset="-127"/>
                          <a:ea typeface="Rix모던고딕 M" pitchFamily="18" charset="-127"/>
                          <a:cs typeface="+mn-cs"/>
                        </a:rPr>
                        <a:t>J</a:t>
                      </a:r>
                      <a:r>
                        <a:rPr lang="ko-KR" altLang="en-US" sz="1100" kern="1200" spc="-70" dirty="0" smtClean="0">
                          <a:ln w="0"/>
                          <a:solidFill>
                            <a:schemeClr val="tx1"/>
                          </a:solidFill>
                          <a:effectLst/>
                          <a:latin typeface="Rix모던고딕 M" pitchFamily="18" charset="-127"/>
                          <a:ea typeface="Rix모던고딕 M" pitchFamily="18" charset="-127"/>
                          <a:cs typeface="+mn-cs"/>
                        </a:rPr>
                        <a:t>사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algn="just">
                        <a:lnSpc>
                          <a:spcPct val="110000"/>
                        </a:lnSpc>
                        <a:spcBef>
                          <a:spcPct val="25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KoPub바탕체 Light" pitchFamily="18" charset="-127"/>
                          <a:ea typeface="KoPub바탕체 Light" pitchFamily="18" charset="-127"/>
                          <a:cs typeface="굴림" pitchFamily="50" charset="-127"/>
                        </a:defRPr>
                      </a:lvl1pPr>
                      <a:lvl2pPr marL="88900" algn="just">
                        <a:lnSpc>
                          <a:spcPct val="110000"/>
                        </a:lnSpc>
                        <a:spcBef>
                          <a:spcPct val="25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KoPub바탕체 Light" pitchFamily="18" charset="-127"/>
                          <a:ea typeface="KoPub바탕체 Light" pitchFamily="18" charset="-127"/>
                          <a:cs typeface="굴림" pitchFamily="50" charset="-127"/>
                        </a:defRPr>
                      </a:lvl2pPr>
                      <a:lvl3pPr marL="273050" algn="just">
                        <a:lnSpc>
                          <a:spcPct val="110000"/>
                        </a:lnSpc>
                        <a:spcBef>
                          <a:spcPct val="25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KoPub바탕체 Light" pitchFamily="18" charset="-127"/>
                          <a:ea typeface="KoPub바탕체 Light" pitchFamily="18" charset="-127"/>
                          <a:cs typeface="굴림" pitchFamily="50" charset="-127"/>
                        </a:defRPr>
                      </a:lvl3pPr>
                      <a:lvl4pPr marL="450850" algn="just">
                        <a:lnSpc>
                          <a:spcPct val="110000"/>
                        </a:lnSpc>
                        <a:spcBef>
                          <a:spcPct val="25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KoPub바탕체 Light" pitchFamily="18" charset="-127"/>
                          <a:ea typeface="KoPub바탕체 Light" pitchFamily="18" charset="-127"/>
                          <a:cs typeface="굴림" pitchFamily="50" charset="-127"/>
                        </a:defRPr>
                      </a:lvl4pPr>
                      <a:lvl5pPr marL="635000" algn="just">
                        <a:lnSpc>
                          <a:spcPct val="110000"/>
                        </a:lnSpc>
                        <a:spcBef>
                          <a:spcPct val="25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KoPub바탕체 Light" pitchFamily="18" charset="-127"/>
                          <a:ea typeface="KoPub바탕체 Light" pitchFamily="18" charset="-127"/>
                          <a:cs typeface="굴림" pitchFamily="50" charset="-127"/>
                        </a:defRPr>
                      </a:lvl5pPr>
                      <a:lvl6pPr marL="1092200" algn="just" fontAlgn="base">
                        <a:lnSpc>
                          <a:spcPct val="110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KoPub바탕체 Light" pitchFamily="18" charset="-127"/>
                          <a:ea typeface="KoPub바탕체 Light" pitchFamily="18" charset="-127"/>
                          <a:cs typeface="굴림" pitchFamily="50" charset="-127"/>
                        </a:defRPr>
                      </a:lvl6pPr>
                      <a:lvl7pPr marL="1549400" algn="just" fontAlgn="base">
                        <a:lnSpc>
                          <a:spcPct val="110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KoPub바탕체 Light" pitchFamily="18" charset="-127"/>
                          <a:ea typeface="KoPub바탕체 Light" pitchFamily="18" charset="-127"/>
                          <a:cs typeface="굴림" pitchFamily="50" charset="-127"/>
                        </a:defRPr>
                      </a:lvl7pPr>
                      <a:lvl8pPr marL="2006600" algn="just" fontAlgn="base">
                        <a:lnSpc>
                          <a:spcPct val="110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KoPub바탕체 Light" pitchFamily="18" charset="-127"/>
                          <a:ea typeface="KoPub바탕체 Light" pitchFamily="18" charset="-127"/>
                          <a:cs typeface="굴림" pitchFamily="50" charset="-127"/>
                        </a:defRPr>
                      </a:lvl8pPr>
                      <a:lvl9pPr marL="2463800" algn="just" fontAlgn="base">
                        <a:lnSpc>
                          <a:spcPct val="110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KoPub바탕체 Light" pitchFamily="18" charset="-127"/>
                          <a:ea typeface="KoPub바탕체 Light" pitchFamily="18" charset="-127"/>
                          <a:cs typeface="굴림" pitchFamily="50" charset="-127"/>
                        </a:defRPr>
                      </a:lvl9pPr>
                    </a:lstStyle>
                    <a:p>
                      <a:pPr marL="0" marR="0" lvl="0" indent="0" algn="ctr" defTabSz="1584325" rtl="0" eaLnBrk="1" fontAlgn="base" latinLnBrk="0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Clr>
                          <a:srgbClr val="808080"/>
                        </a:buClr>
                        <a:buSzPct val="90000"/>
                        <a:buFont typeface="Wingdings" panose="05000000000000000000" pitchFamily="2" charset="2"/>
                        <a:buNone/>
                        <a:tabLst/>
                      </a:pPr>
                      <a:endParaRPr lang="en-US" altLang="ko-KR" sz="1100" kern="1200" spc="-70" dirty="0" smtClean="0">
                        <a:ln w="0"/>
                        <a:solidFill>
                          <a:schemeClr val="tx1"/>
                        </a:solidFill>
                        <a:effectLst/>
                        <a:latin typeface="Rix모던고딕 M" pitchFamily="18" charset="-127"/>
                        <a:ea typeface="Rix모던고딕 M" pitchFamily="18" charset="-127"/>
                        <a:cs typeface="+mn-cs"/>
                      </a:endParaRPr>
                    </a:p>
                  </a:txBody>
                  <a:tcPr marL="36000" marR="36000" marT="25198" marB="25198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algn="just">
                        <a:lnSpc>
                          <a:spcPct val="110000"/>
                        </a:lnSpc>
                        <a:spcBef>
                          <a:spcPct val="25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KoPub바탕체 Light" pitchFamily="18" charset="-127"/>
                          <a:ea typeface="KoPub바탕체 Light" pitchFamily="18" charset="-127"/>
                          <a:cs typeface="굴림" pitchFamily="50" charset="-127"/>
                        </a:defRPr>
                      </a:lvl1pPr>
                      <a:lvl2pPr marL="88900" algn="just">
                        <a:lnSpc>
                          <a:spcPct val="110000"/>
                        </a:lnSpc>
                        <a:spcBef>
                          <a:spcPct val="25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KoPub바탕체 Light" pitchFamily="18" charset="-127"/>
                          <a:ea typeface="KoPub바탕체 Light" pitchFamily="18" charset="-127"/>
                          <a:cs typeface="굴림" pitchFamily="50" charset="-127"/>
                        </a:defRPr>
                      </a:lvl2pPr>
                      <a:lvl3pPr marL="273050" algn="just">
                        <a:lnSpc>
                          <a:spcPct val="110000"/>
                        </a:lnSpc>
                        <a:spcBef>
                          <a:spcPct val="25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KoPub바탕체 Light" pitchFamily="18" charset="-127"/>
                          <a:ea typeface="KoPub바탕체 Light" pitchFamily="18" charset="-127"/>
                          <a:cs typeface="굴림" pitchFamily="50" charset="-127"/>
                        </a:defRPr>
                      </a:lvl3pPr>
                      <a:lvl4pPr marL="450850" algn="just">
                        <a:lnSpc>
                          <a:spcPct val="110000"/>
                        </a:lnSpc>
                        <a:spcBef>
                          <a:spcPct val="25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KoPub바탕체 Light" pitchFamily="18" charset="-127"/>
                          <a:ea typeface="KoPub바탕체 Light" pitchFamily="18" charset="-127"/>
                          <a:cs typeface="굴림" pitchFamily="50" charset="-127"/>
                        </a:defRPr>
                      </a:lvl4pPr>
                      <a:lvl5pPr marL="635000" algn="just">
                        <a:lnSpc>
                          <a:spcPct val="110000"/>
                        </a:lnSpc>
                        <a:spcBef>
                          <a:spcPct val="25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KoPub바탕체 Light" pitchFamily="18" charset="-127"/>
                          <a:ea typeface="KoPub바탕체 Light" pitchFamily="18" charset="-127"/>
                          <a:cs typeface="굴림" pitchFamily="50" charset="-127"/>
                        </a:defRPr>
                      </a:lvl5pPr>
                      <a:lvl6pPr marL="1092200" algn="just" fontAlgn="base">
                        <a:lnSpc>
                          <a:spcPct val="110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KoPub바탕체 Light" pitchFamily="18" charset="-127"/>
                          <a:ea typeface="KoPub바탕체 Light" pitchFamily="18" charset="-127"/>
                          <a:cs typeface="굴림" pitchFamily="50" charset="-127"/>
                        </a:defRPr>
                      </a:lvl6pPr>
                      <a:lvl7pPr marL="1549400" algn="just" fontAlgn="base">
                        <a:lnSpc>
                          <a:spcPct val="110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KoPub바탕체 Light" pitchFamily="18" charset="-127"/>
                          <a:ea typeface="KoPub바탕체 Light" pitchFamily="18" charset="-127"/>
                          <a:cs typeface="굴림" pitchFamily="50" charset="-127"/>
                        </a:defRPr>
                      </a:lvl7pPr>
                      <a:lvl8pPr marL="2006600" algn="just" fontAlgn="base">
                        <a:lnSpc>
                          <a:spcPct val="110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KoPub바탕체 Light" pitchFamily="18" charset="-127"/>
                          <a:ea typeface="KoPub바탕체 Light" pitchFamily="18" charset="-127"/>
                          <a:cs typeface="굴림" pitchFamily="50" charset="-127"/>
                        </a:defRPr>
                      </a:lvl8pPr>
                      <a:lvl9pPr marL="2463800" algn="just" fontAlgn="base">
                        <a:lnSpc>
                          <a:spcPct val="110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KoPub바탕체 Light" pitchFamily="18" charset="-127"/>
                          <a:ea typeface="KoPub바탕체 Light" pitchFamily="18" charset="-127"/>
                          <a:cs typeface="굴림" pitchFamily="50" charset="-127"/>
                        </a:defRPr>
                      </a:lvl9pPr>
                    </a:lstStyle>
                    <a:p>
                      <a:pPr marL="0" marR="0" lvl="0" indent="0" algn="ctr" defTabSz="1584325" rtl="0" eaLnBrk="1" fontAlgn="base" latinLnBrk="0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Clr>
                          <a:srgbClr val="808080"/>
                        </a:buClr>
                        <a:buSzPct val="90000"/>
                        <a:buFont typeface="Wingdings" panose="05000000000000000000" pitchFamily="2" charset="2"/>
                        <a:buNone/>
                        <a:tabLst/>
                      </a:pPr>
                      <a:endParaRPr lang="ko-KR" altLang="en-US" sz="1100" kern="1200" spc="-70" dirty="0" smtClean="0">
                        <a:ln w="0"/>
                        <a:solidFill>
                          <a:schemeClr val="tx1"/>
                        </a:solidFill>
                        <a:effectLst/>
                        <a:latin typeface="Rix모던고딕 M" pitchFamily="18" charset="-127"/>
                        <a:ea typeface="Rix모던고딕 M" pitchFamily="18" charset="-127"/>
                        <a:cs typeface="+mn-cs"/>
                      </a:endParaRPr>
                    </a:p>
                  </a:txBody>
                  <a:tcPr marL="36000" marR="36000" marT="25198" marB="25198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algn="just">
                        <a:lnSpc>
                          <a:spcPct val="110000"/>
                        </a:lnSpc>
                        <a:spcBef>
                          <a:spcPct val="25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KoPub바탕체 Light" pitchFamily="18" charset="-127"/>
                          <a:ea typeface="KoPub바탕체 Light" pitchFamily="18" charset="-127"/>
                          <a:cs typeface="굴림" pitchFamily="50" charset="-127"/>
                        </a:defRPr>
                      </a:lvl1pPr>
                      <a:lvl2pPr marL="88900" algn="just">
                        <a:lnSpc>
                          <a:spcPct val="110000"/>
                        </a:lnSpc>
                        <a:spcBef>
                          <a:spcPct val="25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KoPub바탕체 Light" pitchFamily="18" charset="-127"/>
                          <a:ea typeface="KoPub바탕체 Light" pitchFamily="18" charset="-127"/>
                          <a:cs typeface="굴림" pitchFamily="50" charset="-127"/>
                        </a:defRPr>
                      </a:lvl2pPr>
                      <a:lvl3pPr marL="273050" algn="just">
                        <a:lnSpc>
                          <a:spcPct val="110000"/>
                        </a:lnSpc>
                        <a:spcBef>
                          <a:spcPct val="25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KoPub바탕체 Light" pitchFamily="18" charset="-127"/>
                          <a:ea typeface="KoPub바탕체 Light" pitchFamily="18" charset="-127"/>
                          <a:cs typeface="굴림" pitchFamily="50" charset="-127"/>
                        </a:defRPr>
                      </a:lvl3pPr>
                      <a:lvl4pPr marL="450850" algn="just">
                        <a:lnSpc>
                          <a:spcPct val="110000"/>
                        </a:lnSpc>
                        <a:spcBef>
                          <a:spcPct val="25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KoPub바탕체 Light" pitchFamily="18" charset="-127"/>
                          <a:ea typeface="KoPub바탕체 Light" pitchFamily="18" charset="-127"/>
                          <a:cs typeface="굴림" pitchFamily="50" charset="-127"/>
                        </a:defRPr>
                      </a:lvl4pPr>
                      <a:lvl5pPr marL="635000" algn="just">
                        <a:lnSpc>
                          <a:spcPct val="110000"/>
                        </a:lnSpc>
                        <a:spcBef>
                          <a:spcPct val="25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KoPub바탕체 Light" pitchFamily="18" charset="-127"/>
                          <a:ea typeface="KoPub바탕체 Light" pitchFamily="18" charset="-127"/>
                          <a:cs typeface="굴림" pitchFamily="50" charset="-127"/>
                        </a:defRPr>
                      </a:lvl5pPr>
                      <a:lvl6pPr marL="1092200" algn="just" fontAlgn="base">
                        <a:lnSpc>
                          <a:spcPct val="110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KoPub바탕체 Light" pitchFamily="18" charset="-127"/>
                          <a:ea typeface="KoPub바탕체 Light" pitchFamily="18" charset="-127"/>
                          <a:cs typeface="굴림" pitchFamily="50" charset="-127"/>
                        </a:defRPr>
                      </a:lvl6pPr>
                      <a:lvl7pPr marL="1549400" algn="just" fontAlgn="base">
                        <a:lnSpc>
                          <a:spcPct val="110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KoPub바탕체 Light" pitchFamily="18" charset="-127"/>
                          <a:ea typeface="KoPub바탕체 Light" pitchFamily="18" charset="-127"/>
                          <a:cs typeface="굴림" pitchFamily="50" charset="-127"/>
                        </a:defRPr>
                      </a:lvl7pPr>
                      <a:lvl8pPr marL="2006600" algn="just" fontAlgn="base">
                        <a:lnSpc>
                          <a:spcPct val="110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KoPub바탕체 Light" pitchFamily="18" charset="-127"/>
                          <a:ea typeface="KoPub바탕체 Light" pitchFamily="18" charset="-127"/>
                          <a:cs typeface="굴림" pitchFamily="50" charset="-127"/>
                        </a:defRPr>
                      </a:lvl8pPr>
                      <a:lvl9pPr marL="2463800" algn="just" fontAlgn="base">
                        <a:lnSpc>
                          <a:spcPct val="110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KoPub바탕체 Light" pitchFamily="18" charset="-127"/>
                          <a:ea typeface="KoPub바탕체 Light" pitchFamily="18" charset="-127"/>
                          <a:cs typeface="굴림" pitchFamily="50" charset="-127"/>
                        </a:defRPr>
                      </a:lvl9pPr>
                    </a:lstStyle>
                    <a:p>
                      <a:pPr marL="0" marR="0" lvl="0" indent="0" algn="ctr" defTabSz="1584325" rtl="0" eaLnBrk="1" fontAlgn="base" latinLnBrk="0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Clr>
                          <a:srgbClr val="808080"/>
                        </a:buClr>
                        <a:buSzPct val="90000"/>
                        <a:buFont typeface="Wingdings" panose="05000000000000000000" pitchFamily="2" charset="2"/>
                        <a:buNone/>
                        <a:tabLst/>
                      </a:pPr>
                      <a:endParaRPr lang="en-US" altLang="ko-KR" sz="1100" kern="1200" spc="-70" dirty="0" smtClean="0">
                        <a:ln w="0"/>
                        <a:solidFill>
                          <a:schemeClr val="tx1"/>
                        </a:solidFill>
                        <a:effectLst/>
                        <a:latin typeface="Rix모던고딕 M" pitchFamily="18" charset="-127"/>
                        <a:ea typeface="Rix모던고딕 M" pitchFamily="18" charset="-127"/>
                        <a:cs typeface="+mn-cs"/>
                      </a:endParaRPr>
                    </a:p>
                  </a:txBody>
                  <a:tcPr marL="36000" marR="36000" marT="25198" marB="25198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algn="just">
                        <a:lnSpc>
                          <a:spcPct val="110000"/>
                        </a:lnSpc>
                        <a:spcBef>
                          <a:spcPct val="25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KoPub바탕체 Light" pitchFamily="18" charset="-127"/>
                          <a:ea typeface="KoPub바탕체 Light" pitchFamily="18" charset="-127"/>
                          <a:cs typeface="굴림" pitchFamily="50" charset="-127"/>
                        </a:defRPr>
                      </a:lvl1pPr>
                      <a:lvl2pPr marL="88900" algn="just">
                        <a:lnSpc>
                          <a:spcPct val="110000"/>
                        </a:lnSpc>
                        <a:spcBef>
                          <a:spcPct val="25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KoPub바탕체 Light" pitchFamily="18" charset="-127"/>
                          <a:ea typeface="KoPub바탕체 Light" pitchFamily="18" charset="-127"/>
                          <a:cs typeface="굴림" pitchFamily="50" charset="-127"/>
                        </a:defRPr>
                      </a:lvl2pPr>
                      <a:lvl3pPr marL="273050" algn="just">
                        <a:lnSpc>
                          <a:spcPct val="110000"/>
                        </a:lnSpc>
                        <a:spcBef>
                          <a:spcPct val="25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KoPub바탕체 Light" pitchFamily="18" charset="-127"/>
                          <a:ea typeface="KoPub바탕체 Light" pitchFamily="18" charset="-127"/>
                          <a:cs typeface="굴림" pitchFamily="50" charset="-127"/>
                        </a:defRPr>
                      </a:lvl3pPr>
                      <a:lvl4pPr marL="450850" algn="just">
                        <a:lnSpc>
                          <a:spcPct val="110000"/>
                        </a:lnSpc>
                        <a:spcBef>
                          <a:spcPct val="25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KoPub바탕체 Light" pitchFamily="18" charset="-127"/>
                          <a:ea typeface="KoPub바탕체 Light" pitchFamily="18" charset="-127"/>
                          <a:cs typeface="굴림" pitchFamily="50" charset="-127"/>
                        </a:defRPr>
                      </a:lvl4pPr>
                      <a:lvl5pPr marL="635000" algn="just">
                        <a:lnSpc>
                          <a:spcPct val="110000"/>
                        </a:lnSpc>
                        <a:spcBef>
                          <a:spcPct val="25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KoPub바탕체 Light" pitchFamily="18" charset="-127"/>
                          <a:ea typeface="KoPub바탕체 Light" pitchFamily="18" charset="-127"/>
                          <a:cs typeface="굴림" pitchFamily="50" charset="-127"/>
                        </a:defRPr>
                      </a:lvl5pPr>
                      <a:lvl6pPr marL="1092200" algn="just" fontAlgn="base">
                        <a:lnSpc>
                          <a:spcPct val="110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KoPub바탕체 Light" pitchFamily="18" charset="-127"/>
                          <a:ea typeface="KoPub바탕체 Light" pitchFamily="18" charset="-127"/>
                          <a:cs typeface="굴림" pitchFamily="50" charset="-127"/>
                        </a:defRPr>
                      </a:lvl6pPr>
                      <a:lvl7pPr marL="1549400" algn="just" fontAlgn="base">
                        <a:lnSpc>
                          <a:spcPct val="110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KoPub바탕체 Light" pitchFamily="18" charset="-127"/>
                          <a:ea typeface="KoPub바탕체 Light" pitchFamily="18" charset="-127"/>
                          <a:cs typeface="굴림" pitchFamily="50" charset="-127"/>
                        </a:defRPr>
                      </a:lvl7pPr>
                      <a:lvl8pPr marL="2006600" algn="just" fontAlgn="base">
                        <a:lnSpc>
                          <a:spcPct val="110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KoPub바탕체 Light" pitchFamily="18" charset="-127"/>
                          <a:ea typeface="KoPub바탕체 Light" pitchFamily="18" charset="-127"/>
                          <a:cs typeface="굴림" pitchFamily="50" charset="-127"/>
                        </a:defRPr>
                      </a:lvl8pPr>
                      <a:lvl9pPr marL="2463800" algn="just" fontAlgn="base">
                        <a:lnSpc>
                          <a:spcPct val="110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KoPub바탕체 Light" pitchFamily="18" charset="-127"/>
                          <a:ea typeface="KoPub바탕체 Light" pitchFamily="18" charset="-127"/>
                          <a:cs typeface="굴림" pitchFamily="50" charset="-127"/>
                        </a:defRPr>
                      </a:lvl9pPr>
                    </a:lstStyle>
                    <a:p>
                      <a:pPr marL="0" marR="0" lvl="0" indent="0" algn="ctr" defTabSz="1584325" rtl="0" eaLnBrk="1" fontAlgn="base" latinLnBrk="0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Clr>
                          <a:srgbClr val="808080"/>
                        </a:buClr>
                        <a:buSzPct val="90000"/>
                        <a:buFont typeface="Wingdings" panose="05000000000000000000" pitchFamily="2" charset="2"/>
                        <a:buNone/>
                        <a:tabLst/>
                      </a:pPr>
                      <a:endParaRPr lang="en-US" altLang="ko-KR" sz="1100" kern="1200" spc="-70" dirty="0" smtClean="0">
                        <a:ln w="0"/>
                        <a:solidFill>
                          <a:schemeClr val="tx1"/>
                        </a:solidFill>
                        <a:effectLst/>
                        <a:latin typeface="Rix모던고딕 M" pitchFamily="18" charset="-127"/>
                        <a:ea typeface="Rix모던고딕 M" pitchFamily="18" charset="-127"/>
                        <a:cs typeface="+mn-cs"/>
                      </a:endParaRPr>
                    </a:p>
                  </a:txBody>
                  <a:tcPr marL="36000" marR="36000" marT="25198" marB="25198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algn="just">
                        <a:lnSpc>
                          <a:spcPct val="110000"/>
                        </a:lnSpc>
                        <a:spcBef>
                          <a:spcPct val="25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KoPub바탕체 Light" pitchFamily="18" charset="-127"/>
                          <a:ea typeface="KoPub바탕체 Light" pitchFamily="18" charset="-127"/>
                          <a:cs typeface="굴림" pitchFamily="50" charset="-127"/>
                        </a:defRPr>
                      </a:lvl1pPr>
                      <a:lvl2pPr marL="88900" algn="just">
                        <a:lnSpc>
                          <a:spcPct val="110000"/>
                        </a:lnSpc>
                        <a:spcBef>
                          <a:spcPct val="25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KoPub바탕체 Light" pitchFamily="18" charset="-127"/>
                          <a:ea typeface="KoPub바탕체 Light" pitchFamily="18" charset="-127"/>
                          <a:cs typeface="굴림" pitchFamily="50" charset="-127"/>
                        </a:defRPr>
                      </a:lvl2pPr>
                      <a:lvl3pPr marL="273050" algn="just">
                        <a:lnSpc>
                          <a:spcPct val="110000"/>
                        </a:lnSpc>
                        <a:spcBef>
                          <a:spcPct val="25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KoPub바탕체 Light" pitchFamily="18" charset="-127"/>
                          <a:ea typeface="KoPub바탕체 Light" pitchFamily="18" charset="-127"/>
                          <a:cs typeface="굴림" pitchFamily="50" charset="-127"/>
                        </a:defRPr>
                      </a:lvl3pPr>
                      <a:lvl4pPr marL="450850" algn="just">
                        <a:lnSpc>
                          <a:spcPct val="110000"/>
                        </a:lnSpc>
                        <a:spcBef>
                          <a:spcPct val="25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KoPub바탕체 Light" pitchFamily="18" charset="-127"/>
                          <a:ea typeface="KoPub바탕체 Light" pitchFamily="18" charset="-127"/>
                          <a:cs typeface="굴림" pitchFamily="50" charset="-127"/>
                        </a:defRPr>
                      </a:lvl4pPr>
                      <a:lvl5pPr marL="635000" algn="just">
                        <a:lnSpc>
                          <a:spcPct val="110000"/>
                        </a:lnSpc>
                        <a:spcBef>
                          <a:spcPct val="25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KoPub바탕체 Light" pitchFamily="18" charset="-127"/>
                          <a:ea typeface="KoPub바탕체 Light" pitchFamily="18" charset="-127"/>
                          <a:cs typeface="굴림" pitchFamily="50" charset="-127"/>
                        </a:defRPr>
                      </a:lvl5pPr>
                      <a:lvl6pPr marL="1092200" algn="just" fontAlgn="base">
                        <a:lnSpc>
                          <a:spcPct val="110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KoPub바탕체 Light" pitchFamily="18" charset="-127"/>
                          <a:ea typeface="KoPub바탕체 Light" pitchFamily="18" charset="-127"/>
                          <a:cs typeface="굴림" pitchFamily="50" charset="-127"/>
                        </a:defRPr>
                      </a:lvl6pPr>
                      <a:lvl7pPr marL="1549400" algn="just" fontAlgn="base">
                        <a:lnSpc>
                          <a:spcPct val="110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KoPub바탕체 Light" pitchFamily="18" charset="-127"/>
                          <a:ea typeface="KoPub바탕체 Light" pitchFamily="18" charset="-127"/>
                          <a:cs typeface="굴림" pitchFamily="50" charset="-127"/>
                        </a:defRPr>
                      </a:lvl7pPr>
                      <a:lvl8pPr marL="2006600" algn="just" fontAlgn="base">
                        <a:lnSpc>
                          <a:spcPct val="110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KoPub바탕체 Light" pitchFamily="18" charset="-127"/>
                          <a:ea typeface="KoPub바탕체 Light" pitchFamily="18" charset="-127"/>
                          <a:cs typeface="굴림" pitchFamily="50" charset="-127"/>
                        </a:defRPr>
                      </a:lvl8pPr>
                      <a:lvl9pPr marL="2463800" algn="just" fontAlgn="base">
                        <a:lnSpc>
                          <a:spcPct val="110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KoPub바탕체 Light" pitchFamily="18" charset="-127"/>
                          <a:ea typeface="KoPub바탕체 Light" pitchFamily="18" charset="-127"/>
                          <a:cs typeface="굴림" pitchFamily="50" charset="-127"/>
                        </a:defRPr>
                      </a:lvl9pPr>
                    </a:lstStyle>
                    <a:p>
                      <a:pPr marL="0" marR="0" lvl="0" indent="0" algn="ctr" defTabSz="1584325" rtl="0" eaLnBrk="1" fontAlgn="base" latinLnBrk="0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Clr>
                          <a:srgbClr val="808080"/>
                        </a:buClr>
                        <a:buSzPct val="90000"/>
                        <a:buFont typeface="Wingdings" panose="05000000000000000000" pitchFamily="2" charset="2"/>
                        <a:buNone/>
                        <a:tabLst/>
                      </a:pPr>
                      <a:endParaRPr lang="ko-KR" altLang="en-US" sz="1100" kern="1200" spc="-70" dirty="0" smtClean="0">
                        <a:ln w="0"/>
                        <a:solidFill>
                          <a:schemeClr val="tx1"/>
                        </a:solidFill>
                        <a:effectLst/>
                        <a:latin typeface="Rix모던고딕 M" pitchFamily="18" charset="-127"/>
                        <a:ea typeface="Rix모던고딕 M" pitchFamily="18" charset="-127"/>
                        <a:cs typeface="+mn-cs"/>
                      </a:endParaRPr>
                    </a:p>
                  </a:txBody>
                  <a:tcPr marL="36000" marR="36000" marT="25198" marB="25198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3550">
                <a:tc vMerge="1">
                  <a:txBody>
                    <a:bodyPr/>
                    <a:lstStyle/>
                    <a:p>
                      <a:pPr marL="0" marR="0" lvl="0" indent="-134938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200" kern="1200" spc="-70" baseline="0" dirty="0" smtClean="0">
                        <a:solidFill>
                          <a:schemeClr val="bg1"/>
                        </a:solidFill>
                        <a:latin typeface="고도 B" panose="02000503000000020004" pitchFamily="2" charset="-127"/>
                        <a:ea typeface="고도 B" panose="02000503000000020004" pitchFamily="2" charset="-127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flip="none" rotWithShape="1">
                      <a:gsLst>
                        <a:gs pos="31000">
                          <a:schemeClr val="tx1">
                            <a:lumMod val="75000"/>
                            <a:lumOff val="25000"/>
                          </a:schemeClr>
                        </a:gs>
                        <a:gs pos="100000">
                          <a:schemeClr val="tx1">
                            <a:lumMod val="50000"/>
                            <a:lumOff val="50000"/>
                          </a:schemeClr>
                        </a:gs>
                      </a:gsLst>
                      <a:lin ang="0" scaled="1"/>
                      <a:tileRect/>
                    </a:gradFill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defTabSz="1584325" rtl="0" eaLnBrk="1" fontAlgn="base" latinLnBrk="0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Clr>
                          <a:srgbClr val="808080"/>
                        </a:buClr>
                        <a:buSzPct val="9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lang="en-US" altLang="ko-KR" sz="1100" kern="1200" spc="-70" dirty="0" smtClean="0">
                          <a:ln w="0"/>
                          <a:solidFill>
                            <a:schemeClr val="tx1"/>
                          </a:solidFill>
                          <a:effectLst/>
                          <a:latin typeface="Rix모던고딕 M" pitchFamily="18" charset="-127"/>
                          <a:ea typeface="Rix모던고딕 M" pitchFamily="18" charset="-127"/>
                          <a:cs typeface="+mn-cs"/>
                        </a:rPr>
                        <a:t>L2</a:t>
                      </a:r>
                    </a:p>
                    <a:p>
                      <a:pPr marL="0" marR="0" lvl="0" indent="0" algn="ctr" defTabSz="1584325" rtl="0" eaLnBrk="1" fontAlgn="base" latinLnBrk="0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Clr>
                          <a:srgbClr val="808080"/>
                        </a:buClr>
                        <a:buSzPct val="9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lang="ko-KR" altLang="en-US" sz="1100" kern="1200" spc="-70" dirty="0" smtClean="0">
                          <a:ln w="0"/>
                          <a:solidFill>
                            <a:schemeClr val="tx1"/>
                          </a:solidFill>
                          <a:effectLst/>
                          <a:latin typeface="Rix모던고딕 M" pitchFamily="18" charset="-127"/>
                          <a:ea typeface="Rix모던고딕 M" pitchFamily="18" charset="-127"/>
                          <a:cs typeface="+mn-cs"/>
                        </a:rPr>
                        <a:t>스위치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584325" rtl="0" eaLnBrk="1" fontAlgn="base" latinLnBrk="0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Clr>
                          <a:srgbClr val="808080"/>
                        </a:buClr>
                        <a:buSzPct val="9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lang="en-US" altLang="ko-KR" sz="1100" kern="1200" spc="-70" dirty="0" smtClean="0">
                          <a:ln w="0"/>
                          <a:solidFill>
                            <a:schemeClr val="tx1"/>
                          </a:solidFill>
                          <a:effectLst/>
                          <a:latin typeface="Rix모던고딕 M" pitchFamily="18" charset="-127"/>
                          <a:ea typeface="Rix모던고딕 M" pitchFamily="18" charset="-127"/>
                          <a:cs typeface="+mn-cs"/>
                        </a:rPr>
                        <a:t>C</a:t>
                      </a:r>
                      <a:r>
                        <a:rPr lang="ko-KR" altLang="en-US" sz="1100" kern="1200" spc="-70" dirty="0" smtClean="0">
                          <a:ln w="0"/>
                          <a:solidFill>
                            <a:schemeClr val="tx1"/>
                          </a:solidFill>
                          <a:effectLst/>
                          <a:latin typeface="Rix모던고딕 M" pitchFamily="18" charset="-127"/>
                          <a:ea typeface="Rix모던고딕 M" pitchFamily="18" charset="-127"/>
                          <a:cs typeface="+mn-cs"/>
                        </a:rPr>
                        <a:t>사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algn="just">
                        <a:lnSpc>
                          <a:spcPct val="110000"/>
                        </a:lnSpc>
                        <a:spcBef>
                          <a:spcPct val="25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KoPub바탕체 Light" pitchFamily="18" charset="-127"/>
                          <a:ea typeface="KoPub바탕체 Light" pitchFamily="18" charset="-127"/>
                          <a:cs typeface="굴림" pitchFamily="50" charset="-127"/>
                        </a:defRPr>
                      </a:lvl1pPr>
                      <a:lvl2pPr marL="88900" algn="just">
                        <a:lnSpc>
                          <a:spcPct val="110000"/>
                        </a:lnSpc>
                        <a:spcBef>
                          <a:spcPct val="25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KoPub바탕체 Light" pitchFamily="18" charset="-127"/>
                          <a:ea typeface="KoPub바탕체 Light" pitchFamily="18" charset="-127"/>
                          <a:cs typeface="굴림" pitchFamily="50" charset="-127"/>
                        </a:defRPr>
                      </a:lvl2pPr>
                      <a:lvl3pPr marL="273050" algn="just">
                        <a:lnSpc>
                          <a:spcPct val="110000"/>
                        </a:lnSpc>
                        <a:spcBef>
                          <a:spcPct val="25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KoPub바탕체 Light" pitchFamily="18" charset="-127"/>
                          <a:ea typeface="KoPub바탕체 Light" pitchFamily="18" charset="-127"/>
                          <a:cs typeface="굴림" pitchFamily="50" charset="-127"/>
                        </a:defRPr>
                      </a:lvl3pPr>
                      <a:lvl4pPr marL="450850" algn="just">
                        <a:lnSpc>
                          <a:spcPct val="110000"/>
                        </a:lnSpc>
                        <a:spcBef>
                          <a:spcPct val="25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KoPub바탕체 Light" pitchFamily="18" charset="-127"/>
                          <a:ea typeface="KoPub바탕체 Light" pitchFamily="18" charset="-127"/>
                          <a:cs typeface="굴림" pitchFamily="50" charset="-127"/>
                        </a:defRPr>
                      </a:lvl4pPr>
                      <a:lvl5pPr marL="635000" algn="just">
                        <a:lnSpc>
                          <a:spcPct val="110000"/>
                        </a:lnSpc>
                        <a:spcBef>
                          <a:spcPct val="25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KoPub바탕체 Light" pitchFamily="18" charset="-127"/>
                          <a:ea typeface="KoPub바탕체 Light" pitchFamily="18" charset="-127"/>
                          <a:cs typeface="굴림" pitchFamily="50" charset="-127"/>
                        </a:defRPr>
                      </a:lvl5pPr>
                      <a:lvl6pPr marL="1092200" algn="just" fontAlgn="base">
                        <a:lnSpc>
                          <a:spcPct val="110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KoPub바탕체 Light" pitchFamily="18" charset="-127"/>
                          <a:ea typeface="KoPub바탕체 Light" pitchFamily="18" charset="-127"/>
                          <a:cs typeface="굴림" pitchFamily="50" charset="-127"/>
                        </a:defRPr>
                      </a:lvl6pPr>
                      <a:lvl7pPr marL="1549400" algn="just" fontAlgn="base">
                        <a:lnSpc>
                          <a:spcPct val="110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KoPub바탕체 Light" pitchFamily="18" charset="-127"/>
                          <a:ea typeface="KoPub바탕체 Light" pitchFamily="18" charset="-127"/>
                          <a:cs typeface="굴림" pitchFamily="50" charset="-127"/>
                        </a:defRPr>
                      </a:lvl7pPr>
                      <a:lvl8pPr marL="2006600" algn="just" fontAlgn="base">
                        <a:lnSpc>
                          <a:spcPct val="110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KoPub바탕체 Light" pitchFamily="18" charset="-127"/>
                          <a:ea typeface="KoPub바탕체 Light" pitchFamily="18" charset="-127"/>
                          <a:cs typeface="굴림" pitchFamily="50" charset="-127"/>
                        </a:defRPr>
                      </a:lvl8pPr>
                      <a:lvl9pPr marL="2463800" algn="just" fontAlgn="base">
                        <a:lnSpc>
                          <a:spcPct val="110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KoPub바탕체 Light" pitchFamily="18" charset="-127"/>
                          <a:ea typeface="KoPub바탕체 Light" pitchFamily="18" charset="-127"/>
                          <a:cs typeface="굴림" pitchFamily="50" charset="-127"/>
                        </a:defRPr>
                      </a:lvl9pPr>
                    </a:lstStyle>
                    <a:p>
                      <a:pPr marL="0" marR="0" lvl="0" indent="0" algn="ctr" defTabSz="1584325" rtl="0" eaLnBrk="1" fontAlgn="base" latinLnBrk="0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Clr>
                          <a:srgbClr val="808080"/>
                        </a:buClr>
                        <a:buSzPct val="90000"/>
                        <a:buFont typeface="Wingdings" panose="05000000000000000000" pitchFamily="2" charset="2"/>
                        <a:buNone/>
                        <a:tabLst/>
                      </a:pPr>
                      <a:endParaRPr lang="en-US" altLang="ko-KR" sz="1100" kern="1200" spc="-70" dirty="0" smtClean="0">
                        <a:ln w="0"/>
                        <a:solidFill>
                          <a:schemeClr val="tx1"/>
                        </a:solidFill>
                        <a:effectLst/>
                        <a:latin typeface="Rix모던고딕 M" pitchFamily="18" charset="-127"/>
                        <a:ea typeface="Rix모던고딕 M" pitchFamily="18" charset="-127"/>
                        <a:cs typeface="+mn-cs"/>
                      </a:endParaRPr>
                    </a:p>
                  </a:txBody>
                  <a:tcPr marL="36000" marR="36000" marT="25198" marB="25198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algn="just">
                        <a:lnSpc>
                          <a:spcPct val="110000"/>
                        </a:lnSpc>
                        <a:spcBef>
                          <a:spcPct val="25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KoPub바탕체 Light" pitchFamily="18" charset="-127"/>
                          <a:ea typeface="KoPub바탕체 Light" pitchFamily="18" charset="-127"/>
                          <a:cs typeface="굴림" pitchFamily="50" charset="-127"/>
                        </a:defRPr>
                      </a:lvl1pPr>
                      <a:lvl2pPr marL="88900" algn="just">
                        <a:lnSpc>
                          <a:spcPct val="110000"/>
                        </a:lnSpc>
                        <a:spcBef>
                          <a:spcPct val="25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KoPub바탕체 Light" pitchFamily="18" charset="-127"/>
                          <a:ea typeface="KoPub바탕체 Light" pitchFamily="18" charset="-127"/>
                          <a:cs typeface="굴림" pitchFamily="50" charset="-127"/>
                        </a:defRPr>
                      </a:lvl2pPr>
                      <a:lvl3pPr marL="273050" algn="just">
                        <a:lnSpc>
                          <a:spcPct val="110000"/>
                        </a:lnSpc>
                        <a:spcBef>
                          <a:spcPct val="25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KoPub바탕체 Light" pitchFamily="18" charset="-127"/>
                          <a:ea typeface="KoPub바탕체 Light" pitchFamily="18" charset="-127"/>
                          <a:cs typeface="굴림" pitchFamily="50" charset="-127"/>
                        </a:defRPr>
                      </a:lvl3pPr>
                      <a:lvl4pPr marL="450850" algn="just">
                        <a:lnSpc>
                          <a:spcPct val="110000"/>
                        </a:lnSpc>
                        <a:spcBef>
                          <a:spcPct val="25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KoPub바탕체 Light" pitchFamily="18" charset="-127"/>
                          <a:ea typeface="KoPub바탕체 Light" pitchFamily="18" charset="-127"/>
                          <a:cs typeface="굴림" pitchFamily="50" charset="-127"/>
                        </a:defRPr>
                      </a:lvl4pPr>
                      <a:lvl5pPr marL="635000" algn="just">
                        <a:lnSpc>
                          <a:spcPct val="110000"/>
                        </a:lnSpc>
                        <a:spcBef>
                          <a:spcPct val="25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KoPub바탕체 Light" pitchFamily="18" charset="-127"/>
                          <a:ea typeface="KoPub바탕체 Light" pitchFamily="18" charset="-127"/>
                          <a:cs typeface="굴림" pitchFamily="50" charset="-127"/>
                        </a:defRPr>
                      </a:lvl5pPr>
                      <a:lvl6pPr marL="1092200" algn="just" fontAlgn="base">
                        <a:lnSpc>
                          <a:spcPct val="110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KoPub바탕체 Light" pitchFamily="18" charset="-127"/>
                          <a:ea typeface="KoPub바탕체 Light" pitchFamily="18" charset="-127"/>
                          <a:cs typeface="굴림" pitchFamily="50" charset="-127"/>
                        </a:defRPr>
                      </a:lvl6pPr>
                      <a:lvl7pPr marL="1549400" algn="just" fontAlgn="base">
                        <a:lnSpc>
                          <a:spcPct val="110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KoPub바탕체 Light" pitchFamily="18" charset="-127"/>
                          <a:ea typeface="KoPub바탕체 Light" pitchFamily="18" charset="-127"/>
                          <a:cs typeface="굴림" pitchFamily="50" charset="-127"/>
                        </a:defRPr>
                      </a:lvl7pPr>
                      <a:lvl8pPr marL="2006600" algn="just" fontAlgn="base">
                        <a:lnSpc>
                          <a:spcPct val="110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KoPub바탕체 Light" pitchFamily="18" charset="-127"/>
                          <a:ea typeface="KoPub바탕체 Light" pitchFamily="18" charset="-127"/>
                          <a:cs typeface="굴림" pitchFamily="50" charset="-127"/>
                        </a:defRPr>
                      </a:lvl8pPr>
                      <a:lvl9pPr marL="2463800" algn="just" fontAlgn="base">
                        <a:lnSpc>
                          <a:spcPct val="110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KoPub바탕체 Light" pitchFamily="18" charset="-127"/>
                          <a:ea typeface="KoPub바탕체 Light" pitchFamily="18" charset="-127"/>
                          <a:cs typeface="굴림" pitchFamily="50" charset="-127"/>
                        </a:defRPr>
                      </a:lvl9pPr>
                    </a:lstStyle>
                    <a:p>
                      <a:pPr marL="0" marR="0" lvl="0" indent="0" algn="ctr" defTabSz="1584325" rtl="0" eaLnBrk="1" fontAlgn="base" latinLnBrk="0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Clr>
                          <a:srgbClr val="808080"/>
                        </a:buClr>
                        <a:buSzPct val="90000"/>
                        <a:buFont typeface="Wingdings" panose="05000000000000000000" pitchFamily="2" charset="2"/>
                        <a:buNone/>
                        <a:tabLst/>
                      </a:pPr>
                      <a:endParaRPr lang="ko-KR" altLang="en-US" sz="1100" kern="1200" spc="-70" dirty="0" smtClean="0">
                        <a:ln w="0"/>
                        <a:solidFill>
                          <a:schemeClr val="tx1"/>
                        </a:solidFill>
                        <a:effectLst/>
                        <a:latin typeface="Rix모던고딕 M" pitchFamily="18" charset="-127"/>
                        <a:ea typeface="Rix모던고딕 M" pitchFamily="18" charset="-127"/>
                        <a:cs typeface="+mn-cs"/>
                      </a:endParaRPr>
                    </a:p>
                  </a:txBody>
                  <a:tcPr marL="36000" marR="36000" marT="25198" marB="25198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algn="just">
                        <a:lnSpc>
                          <a:spcPct val="110000"/>
                        </a:lnSpc>
                        <a:spcBef>
                          <a:spcPct val="25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KoPub바탕체 Light" pitchFamily="18" charset="-127"/>
                          <a:ea typeface="KoPub바탕체 Light" pitchFamily="18" charset="-127"/>
                          <a:cs typeface="굴림" pitchFamily="50" charset="-127"/>
                        </a:defRPr>
                      </a:lvl1pPr>
                      <a:lvl2pPr marL="88900" algn="just">
                        <a:lnSpc>
                          <a:spcPct val="110000"/>
                        </a:lnSpc>
                        <a:spcBef>
                          <a:spcPct val="25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KoPub바탕체 Light" pitchFamily="18" charset="-127"/>
                          <a:ea typeface="KoPub바탕체 Light" pitchFamily="18" charset="-127"/>
                          <a:cs typeface="굴림" pitchFamily="50" charset="-127"/>
                        </a:defRPr>
                      </a:lvl2pPr>
                      <a:lvl3pPr marL="273050" algn="just">
                        <a:lnSpc>
                          <a:spcPct val="110000"/>
                        </a:lnSpc>
                        <a:spcBef>
                          <a:spcPct val="25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KoPub바탕체 Light" pitchFamily="18" charset="-127"/>
                          <a:ea typeface="KoPub바탕체 Light" pitchFamily="18" charset="-127"/>
                          <a:cs typeface="굴림" pitchFamily="50" charset="-127"/>
                        </a:defRPr>
                      </a:lvl3pPr>
                      <a:lvl4pPr marL="450850" algn="just">
                        <a:lnSpc>
                          <a:spcPct val="110000"/>
                        </a:lnSpc>
                        <a:spcBef>
                          <a:spcPct val="25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KoPub바탕체 Light" pitchFamily="18" charset="-127"/>
                          <a:ea typeface="KoPub바탕체 Light" pitchFamily="18" charset="-127"/>
                          <a:cs typeface="굴림" pitchFamily="50" charset="-127"/>
                        </a:defRPr>
                      </a:lvl4pPr>
                      <a:lvl5pPr marL="635000" algn="just">
                        <a:lnSpc>
                          <a:spcPct val="110000"/>
                        </a:lnSpc>
                        <a:spcBef>
                          <a:spcPct val="25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KoPub바탕체 Light" pitchFamily="18" charset="-127"/>
                          <a:ea typeface="KoPub바탕체 Light" pitchFamily="18" charset="-127"/>
                          <a:cs typeface="굴림" pitchFamily="50" charset="-127"/>
                        </a:defRPr>
                      </a:lvl5pPr>
                      <a:lvl6pPr marL="1092200" algn="just" fontAlgn="base">
                        <a:lnSpc>
                          <a:spcPct val="110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KoPub바탕체 Light" pitchFamily="18" charset="-127"/>
                          <a:ea typeface="KoPub바탕체 Light" pitchFamily="18" charset="-127"/>
                          <a:cs typeface="굴림" pitchFamily="50" charset="-127"/>
                        </a:defRPr>
                      </a:lvl6pPr>
                      <a:lvl7pPr marL="1549400" algn="just" fontAlgn="base">
                        <a:lnSpc>
                          <a:spcPct val="110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KoPub바탕체 Light" pitchFamily="18" charset="-127"/>
                          <a:ea typeface="KoPub바탕체 Light" pitchFamily="18" charset="-127"/>
                          <a:cs typeface="굴림" pitchFamily="50" charset="-127"/>
                        </a:defRPr>
                      </a:lvl7pPr>
                      <a:lvl8pPr marL="2006600" algn="just" fontAlgn="base">
                        <a:lnSpc>
                          <a:spcPct val="110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KoPub바탕체 Light" pitchFamily="18" charset="-127"/>
                          <a:ea typeface="KoPub바탕체 Light" pitchFamily="18" charset="-127"/>
                          <a:cs typeface="굴림" pitchFamily="50" charset="-127"/>
                        </a:defRPr>
                      </a:lvl8pPr>
                      <a:lvl9pPr marL="2463800" algn="just" fontAlgn="base">
                        <a:lnSpc>
                          <a:spcPct val="110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KoPub바탕체 Light" pitchFamily="18" charset="-127"/>
                          <a:ea typeface="KoPub바탕체 Light" pitchFamily="18" charset="-127"/>
                          <a:cs typeface="굴림" pitchFamily="50" charset="-127"/>
                        </a:defRPr>
                      </a:lvl9pPr>
                    </a:lstStyle>
                    <a:p>
                      <a:pPr marL="0" marR="0" lvl="0" indent="0" algn="ctr" defTabSz="1584325" rtl="0" eaLnBrk="1" fontAlgn="base" latinLnBrk="0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Clr>
                          <a:srgbClr val="808080"/>
                        </a:buClr>
                        <a:buSzPct val="90000"/>
                        <a:buFont typeface="Wingdings" panose="05000000000000000000" pitchFamily="2" charset="2"/>
                        <a:buNone/>
                        <a:tabLst/>
                      </a:pPr>
                      <a:endParaRPr lang="en-US" altLang="ko-KR" sz="1100" kern="1200" spc="-70" dirty="0" smtClean="0">
                        <a:ln w="0"/>
                        <a:solidFill>
                          <a:schemeClr val="tx1"/>
                        </a:solidFill>
                        <a:effectLst/>
                        <a:latin typeface="Rix모던고딕 M" pitchFamily="18" charset="-127"/>
                        <a:ea typeface="Rix모던고딕 M" pitchFamily="18" charset="-127"/>
                        <a:cs typeface="+mn-cs"/>
                      </a:endParaRPr>
                    </a:p>
                  </a:txBody>
                  <a:tcPr marL="36000" marR="36000" marT="25198" marB="25198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algn="just">
                        <a:lnSpc>
                          <a:spcPct val="110000"/>
                        </a:lnSpc>
                        <a:spcBef>
                          <a:spcPct val="25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KoPub바탕체 Light" pitchFamily="18" charset="-127"/>
                          <a:ea typeface="KoPub바탕체 Light" pitchFamily="18" charset="-127"/>
                          <a:cs typeface="굴림" pitchFamily="50" charset="-127"/>
                        </a:defRPr>
                      </a:lvl1pPr>
                      <a:lvl2pPr marL="88900" algn="just">
                        <a:lnSpc>
                          <a:spcPct val="110000"/>
                        </a:lnSpc>
                        <a:spcBef>
                          <a:spcPct val="25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KoPub바탕체 Light" pitchFamily="18" charset="-127"/>
                          <a:ea typeface="KoPub바탕체 Light" pitchFamily="18" charset="-127"/>
                          <a:cs typeface="굴림" pitchFamily="50" charset="-127"/>
                        </a:defRPr>
                      </a:lvl2pPr>
                      <a:lvl3pPr marL="273050" algn="just">
                        <a:lnSpc>
                          <a:spcPct val="110000"/>
                        </a:lnSpc>
                        <a:spcBef>
                          <a:spcPct val="25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KoPub바탕체 Light" pitchFamily="18" charset="-127"/>
                          <a:ea typeface="KoPub바탕체 Light" pitchFamily="18" charset="-127"/>
                          <a:cs typeface="굴림" pitchFamily="50" charset="-127"/>
                        </a:defRPr>
                      </a:lvl3pPr>
                      <a:lvl4pPr marL="450850" algn="just">
                        <a:lnSpc>
                          <a:spcPct val="110000"/>
                        </a:lnSpc>
                        <a:spcBef>
                          <a:spcPct val="25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KoPub바탕체 Light" pitchFamily="18" charset="-127"/>
                          <a:ea typeface="KoPub바탕체 Light" pitchFamily="18" charset="-127"/>
                          <a:cs typeface="굴림" pitchFamily="50" charset="-127"/>
                        </a:defRPr>
                      </a:lvl4pPr>
                      <a:lvl5pPr marL="635000" algn="just">
                        <a:lnSpc>
                          <a:spcPct val="110000"/>
                        </a:lnSpc>
                        <a:spcBef>
                          <a:spcPct val="25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KoPub바탕체 Light" pitchFamily="18" charset="-127"/>
                          <a:ea typeface="KoPub바탕체 Light" pitchFamily="18" charset="-127"/>
                          <a:cs typeface="굴림" pitchFamily="50" charset="-127"/>
                        </a:defRPr>
                      </a:lvl5pPr>
                      <a:lvl6pPr marL="1092200" algn="just" fontAlgn="base">
                        <a:lnSpc>
                          <a:spcPct val="110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KoPub바탕체 Light" pitchFamily="18" charset="-127"/>
                          <a:ea typeface="KoPub바탕체 Light" pitchFamily="18" charset="-127"/>
                          <a:cs typeface="굴림" pitchFamily="50" charset="-127"/>
                        </a:defRPr>
                      </a:lvl6pPr>
                      <a:lvl7pPr marL="1549400" algn="just" fontAlgn="base">
                        <a:lnSpc>
                          <a:spcPct val="110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KoPub바탕체 Light" pitchFamily="18" charset="-127"/>
                          <a:ea typeface="KoPub바탕체 Light" pitchFamily="18" charset="-127"/>
                          <a:cs typeface="굴림" pitchFamily="50" charset="-127"/>
                        </a:defRPr>
                      </a:lvl7pPr>
                      <a:lvl8pPr marL="2006600" algn="just" fontAlgn="base">
                        <a:lnSpc>
                          <a:spcPct val="110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KoPub바탕체 Light" pitchFamily="18" charset="-127"/>
                          <a:ea typeface="KoPub바탕체 Light" pitchFamily="18" charset="-127"/>
                          <a:cs typeface="굴림" pitchFamily="50" charset="-127"/>
                        </a:defRPr>
                      </a:lvl8pPr>
                      <a:lvl9pPr marL="2463800" algn="just" fontAlgn="base">
                        <a:lnSpc>
                          <a:spcPct val="110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KoPub바탕체 Light" pitchFamily="18" charset="-127"/>
                          <a:ea typeface="KoPub바탕체 Light" pitchFamily="18" charset="-127"/>
                          <a:cs typeface="굴림" pitchFamily="50" charset="-127"/>
                        </a:defRPr>
                      </a:lvl9pPr>
                    </a:lstStyle>
                    <a:p>
                      <a:pPr marL="0" marR="0" lvl="0" indent="0" algn="ctr" defTabSz="1584325" rtl="0" eaLnBrk="1" fontAlgn="base" latinLnBrk="0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Clr>
                          <a:srgbClr val="808080"/>
                        </a:buClr>
                        <a:buSzPct val="90000"/>
                        <a:buFont typeface="Wingdings" panose="05000000000000000000" pitchFamily="2" charset="2"/>
                        <a:buNone/>
                        <a:tabLst/>
                      </a:pPr>
                      <a:endParaRPr lang="en-US" altLang="ko-KR" sz="1100" kern="1200" spc="-70" dirty="0" smtClean="0">
                        <a:ln w="0"/>
                        <a:solidFill>
                          <a:schemeClr val="tx1"/>
                        </a:solidFill>
                        <a:effectLst/>
                        <a:latin typeface="Rix모던고딕 M" pitchFamily="18" charset="-127"/>
                        <a:ea typeface="Rix모던고딕 M" pitchFamily="18" charset="-127"/>
                        <a:cs typeface="+mn-cs"/>
                      </a:endParaRPr>
                    </a:p>
                  </a:txBody>
                  <a:tcPr marL="36000" marR="36000" marT="25198" marB="25198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algn="just">
                        <a:lnSpc>
                          <a:spcPct val="110000"/>
                        </a:lnSpc>
                        <a:spcBef>
                          <a:spcPct val="25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KoPub바탕체 Light" pitchFamily="18" charset="-127"/>
                          <a:ea typeface="KoPub바탕체 Light" pitchFamily="18" charset="-127"/>
                          <a:cs typeface="굴림" pitchFamily="50" charset="-127"/>
                        </a:defRPr>
                      </a:lvl1pPr>
                      <a:lvl2pPr marL="88900" algn="just">
                        <a:lnSpc>
                          <a:spcPct val="110000"/>
                        </a:lnSpc>
                        <a:spcBef>
                          <a:spcPct val="25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KoPub바탕체 Light" pitchFamily="18" charset="-127"/>
                          <a:ea typeface="KoPub바탕체 Light" pitchFamily="18" charset="-127"/>
                          <a:cs typeface="굴림" pitchFamily="50" charset="-127"/>
                        </a:defRPr>
                      </a:lvl2pPr>
                      <a:lvl3pPr marL="273050" algn="just">
                        <a:lnSpc>
                          <a:spcPct val="110000"/>
                        </a:lnSpc>
                        <a:spcBef>
                          <a:spcPct val="25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KoPub바탕체 Light" pitchFamily="18" charset="-127"/>
                          <a:ea typeface="KoPub바탕체 Light" pitchFamily="18" charset="-127"/>
                          <a:cs typeface="굴림" pitchFamily="50" charset="-127"/>
                        </a:defRPr>
                      </a:lvl3pPr>
                      <a:lvl4pPr marL="450850" algn="just">
                        <a:lnSpc>
                          <a:spcPct val="110000"/>
                        </a:lnSpc>
                        <a:spcBef>
                          <a:spcPct val="25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KoPub바탕체 Light" pitchFamily="18" charset="-127"/>
                          <a:ea typeface="KoPub바탕체 Light" pitchFamily="18" charset="-127"/>
                          <a:cs typeface="굴림" pitchFamily="50" charset="-127"/>
                        </a:defRPr>
                      </a:lvl4pPr>
                      <a:lvl5pPr marL="635000" algn="just">
                        <a:lnSpc>
                          <a:spcPct val="110000"/>
                        </a:lnSpc>
                        <a:spcBef>
                          <a:spcPct val="25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KoPub바탕체 Light" pitchFamily="18" charset="-127"/>
                          <a:ea typeface="KoPub바탕체 Light" pitchFamily="18" charset="-127"/>
                          <a:cs typeface="굴림" pitchFamily="50" charset="-127"/>
                        </a:defRPr>
                      </a:lvl5pPr>
                      <a:lvl6pPr marL="1092200" algn="just" fontAlgn="base">
                        <a:lnSpc>
                          <a:spcPct val="110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KoPub바탕체 Light" pitchFamily="18" charset="-127"/>
                          <a:ea typeface="KoPub바탕체 Light" pitchFamily="18" charset="-127"/>
                          <a:cs typeface="굴림" pitchFamily="50" charset="-127"/>
                        </a:defRPr>
                      </a:lvl6pPr>
                      <a:lvl7pPr marL="1549400" algn="just" fontAlgn="base">
                        <a:lnSpc>
                          <a:spcPct val="110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KoPub바탕체 Light" pitchFamily="18" charset="-127"/>
                          <a:ea typeface="KoPub바탕체 Light" pitchFamily="18" charset="-127"/>
                          <a:cs typeface="굴림" pitchFamily="50" charset="-127"/>
                        </a:defRPr>
                      </a:lvl7pPr>
                      <a:lvl8pPr marL="2006600" algn="just" fontAlgn="base">
                        <a:lnSpc>
                          <a:spcPct val="110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KoPub바탕체 Light" pitchFamily="18" charset="-127"/>
                          <a:ea typeface="KoPub바탕체 Light" pitchFamily="18" charset="-127"/>
                          <a:cs typeface="굴림" pitchFamily="50" charset="-127"/>
                        </a:defRPr>
                      </a:lvl8pPr>
                      <a:lvl9pPr marL="2463800" algn="just" fontAlgn="base">
                        <a:lnSpc>
                          <a:spcPct val="110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KoPub바탕체 Light" pitchFamily="18" charset="-127"/>
                          <a:ea typeface="KoPub바탕체 Light" pitchFamily="18" charset="-127"/>
                          <a:cs typeface="굴림" pitchFamily="50" charset="-127"/>
                        </a:defRPr>
                      </a:lvl9pPr>
                    </a:lstStyle>
                    <a:p>
                      <a:pPr marL="0" marR="0" lvl="0" indent="0" algn="ctr" defTabSz="1584325" rtl="0" eaLnBrk="1" fontAlgn="base" latinLnBrk="0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Clr>
                          <a:srgbClr val="808080"/>
                        </a:buClr>
                        <a:buSzPct val="90000"/>
                        <a:buFont typeface="Wingdings" panose="05000000000000000000" pitchFamily="2" charset="2"/>
                        <a:buNone/>
                        <a:tabLst/>
                      </a:pPr>
                      <a:endParaRPr lang="ko-KR" altLang="en-US" sz="1100" kern="1200" spc="-70" dirty="0" smtClean="0">
                        <a:ln w="0"/>
                        <a:solidFill>
                          <a:schemeClr val="tx1"/>
                        </a:solidFill>
                        <a:effectLst/>
                        <a:latin typeface="Rix모던고딕 M" pitchFamily="18" charset="-127"/>
                        <a:ea typeface="Rix모던고딕 M" pitchFamily="18" charset="-127"/>
                        <a:cs typeface="+mn-cs"/>
                      </a:endParaRPr>
                    </a:p>
                  </a:txBody>
                  <a:tcPr marL="36000" marR="36000" marT="25198" marB="25198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3550">
                <a:tc vMerge="1">
                  <a:txBody>
                    <a:bodyPr/>
                    <a:lstStyle/>
                    <a:p>
                      <a:pPr marL="0" marR="0" lvl="0" indent="-134938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200" kern="1200" spc="-70" baseline="0" dirty="0" smtClean="0">
                        <a:solidFill>
                          <a:schemeClr val="bg1"/>
                        </a:solidFill>
                        <a:latin typeface="고도 B" panose="02000503000000020004" pitchFamily="2" charset="-127"/>
                        <a:ea typeface="고도 B" panose="02000503000000020004" pitchFamily="2" charset="-127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flip="none" rotWithShape="1">
                      <a:gsLst>
                        <a:gs pos="31000">
                          <a:schemeClr val="tx1">
                            <a:lumMod val="75000"/>
                            <a:lumOff val="25000"/>
                          </a:schemeClr>
                        </a:gs>
                        <a:gs pos="100000">
                          <a:schemeClr val="tx1">
                            <a:lumMod val="50000"/>
                            <a:lumOff val="50000"/>
                          </a:schemeClr>
                        </a:gs>
                      </a:gsLst>
                      <a:lin ang="0" scaled="1"/>
                      <a:tileRect/>
                    </a:gra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1584325" rtl="0" eaLnBrk="1" fontAlgn="base" latinLnBrk="0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Clr>
                          <a:srgbClr val="808080"/>
                        </a:buClr>
                        <a:buSzPct val="90000"/>
                        <a:buFont typeface="Wingdings" panose="05000000000000000000" pitchFamily="2" charset="2"/>
                        <a:buNone/>
                        <a:tabLst/>
                      </a:pPr>
                      <a:endParaRPr lang="ko-KR" altLang="en-US" sz="1200" kern="1200" spc="-70" dirty="0" smtClean="0">
                        <a:ln w="0"/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고도 M" panose="02000503000000020004" pitchFamily="2" charset="-127"/>
                        <a:ea typeface="고도 M" panose="02000503000000020004" pitchFamily="2" charset="-127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584325" rtl="0" eaLnBrk="1" fontAlgn="base" latinLnBrk="0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Clr>
                          <a:srgbClr val="808080"/>
                        </a:buClr>
                        <a:buSzPct val="9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lang="en-US" altLang="ko-KR" sz="1100" kern="1200" spc="-70" dirty="0" smtClean="0">
                          <a:ln w="0"/>
                          <a:solidFill>
                            <a:schemeClr val="tx1"/>
                          </a:solidFill>
                          <a:effectLst/>
                          <a:latin typeface="Rix모던고딕 M" pitchFamily="18" charset="-127"/>
                          <a:ea typeface="Rix모던고딕 M" pitchFamily="18" charset="-127"/>
                          <a:cs typeface="+mn-cs"/>
                        </a:rPr>
                        <a:t>H</a:t>
                      </a:r>
                      <a:r>
                        <a:rPr lang="ko-KR" altLang="en-US" sz="1100" kern="1200" spc="-70" dirty="0" smtClean="0">
                          <a:ln w="0"/>
                          <a:solidFill>
                            <a:schemeClr val="tx1"/>
                          </a:solidFill>
                          <a:effectLst/>
                          <a:latin typeface="Rix모던고딕 M" pitchFamily="18" charset="-127"/>
                          <a:ea typeface="Rix모던고딕 M" pitchFamily="18" charset="-127"/>
                          <a:cs typeface="+mn-cs"/>
                        </a:rPr>
                        <a:t>사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algn="just">
                        <a:lnSpc>
                          <a:spcPct val="110000"/>
                        </a:lnSpc>
                        <a:spcBef>
                          <a:spcPct val="25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KoPub바탕체 Light" pitchFamily="18" charset="-127"/>
                          <a:ea typeface="KoPub바탕체 Light" pitchFamily="18" charset="-127"/>
                          <a:cs typeface="굴림" pitchFamily="50" charset="-127"/>
                        </a:defRPr>
                      </a:lvl1pPr>
                      <a:lvl2pPr marL="88900" algn="just">
                        <a:lnSpc>
                          <a:spcPct val="110000"/>
                        </a:lnSpc>
                        <a:spcBef>
                          <a:spcPct val="25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KoPub바탕체 Light" pitchFamily="18" charset="-127"/>
                          <a:ea typeface="KoPub바탕체 Light" pitchFamily="18" charset="-127"/>
                          <a:cs typeface="굴림" pitchFamily="50" charset="-127"/>
                        </a:defRPr>
                      </a:lvl2pPr>
                      <a:lvl3pPr marL="273050" algn="just">
                        <a:lnSpc>
                          <a:spcPct val="110000"/>
                        </a:lnSpc>
                        <a:spcBef>
                          <a:spcPct val="25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KoPub바탕체 Light" pitchFamily="18" charset="-127"/>
                          <a:ea typeface="KoPub바탕체 Light" pitchFamily="18" charset="-127"/>
                          <a:cs typeface="굴림" pitchFamily="50" charset="-127"/>
                        </a:defRPr>
                      </a:lvl3pPr>
                      <a:lvl4pPr marL="450850" algn="just">
                        <a:lnSpc>
                          <a:spcPct val="110000"/>
                        </a:lnSpc>
                        <a:spcBef>
                          <a:spcPct val="25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KoPub바탕체 Light" pitchFamily="18" charset="-127"/>
                          <a:ea typeface="KoPub바탕체 Light" pitchFamily="18" charset="-127"/>
                          <a:cs typeface="굴림" pitchFamily="50" charset="-127"/>
                        </a:defRPr>
                      </a:lvl4pPr>
                      <a:lvl5pPr marL="635000" algn="just">
                        <a:lnSpc>
                          <a:spcPct val="110000"/>
                        </a:lnSpc>
                        <a:spcBef>
                          <a:spcPct val="25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KoPub바탕체 Light" pitchFamily="18" charset="-127"/>
                          <a:ea typeface="KoPub바탕체 Light" pitchFamily="18" charset="-127"/>
                          <a:cs typeface="굴림" pitchFamily="50" charset="-127"/>
                        </a:defRPr>
                      </a:lvl5pPr>
                      <a:lvl6pPr marL="1092200" algn="just" fontAlgn="base">
                        <a:lnSpc>
                          <a:spcPct val="110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KoPub바탕체 Light" pitchFamily="18" charset="-127"/>
                          <a:ea typeface="KoPub바탕체 Light" pitchFamily="18" charset="-127"/>
                          <a:cs typeface="굴림" pitchFamily="50" charset="-127"/>
                        </a:defRPr>
                      </a:lvl6pPr>
                      <a:lvl7pPr marL="1549400" algn="just" fontAlgn="base">
                        <a:lnSpc>
                          <a:spcPct val="110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KoPub바탕체 Light" pitchFamily="18" charset="-127"/>
                          <a:ea typeface="KoPub바탕체 Light" pitchFamily="18" charset="-127"/>
                          <a:cs typeface="굴림" pitchFamily="50" charset="-127"/>
                        </a:defRPr>
                      </a:lvl7pPr>
                      <a:lvl8pPr marL="2006600" algn="just" fontAlgn="base">
                        <a:lnSpc>
                          <a:spcPct val="110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KoPub바탕체 Light" pitchFamily="18" charset="-127"/>
                          <a:ea typeface="KoPub바탕체 Light" pitchFamily="18" charset="-127"/>
                          <a:cs typeface="굴림" pitchFamily="50" charset="-127"/>
                        </a:defRPr>
                      </a:lvl8pPr>
                      <a:lvl9pPr marL="2463800" algn="just" fontAlgn="base">
                        <a:lnSpc>
                          <a:spcPct val="110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KoPub바탕체 Light" pitchFamily="18" charset="-127"/>
                          <a:ea typeface="KoPub바탕체 Light" pitchFamily="18" charset="-127"/>
                          <a:cs typeface="굴림" pitchFamily="50" charset="-127"/>
                        </a:defRPr>
                      </a:lvl9pPr>
                    </a:lstStyle>
                    <a:p>
                      <a:pPr marL="0" marR="0" lvl="0" indent="0" algn="ctr" defTabSz="1584325" rtl="0" eaLnBrk="1" fontAlgn="base" latinLnBrk="0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Clr>
                          <a:srgbClr val="808080"/>
                        </a:buClr>
                        <a:buSzPct val="90000"/>
                        <a:buFont typeface="Wingdings" panose="05000000000000000000" pitchFamily="2" charset="2"/>
                        <a:buNone/>
                        <a:tabLst/>
                      </a:pPr>
                      <a:endParaRPr lang="en-US" altLang="ko-KR" sz="1100" kern="1200" spc="-70" dirty="0" smtClean="0">
                        <a:ln w="0"/>
                        <a:solidFill>
                          <a:schemeClr val="tx1"/>
                        </a:solidFill>
                        <a:effectLst/>
                        <a:latin typeface="Rix모던고딕 M" pitchFamily="18" charset="-127"/>
                        <a:ea typeface="Rix모던고딕 M" pitchFamily="18" charset="-127"/>
                        <a:cs typeface="+mn-cs"/>
                      </a:endParaRPr>
                    </a:p>
                  </a:txBody>
                  <a:tcPr marL="36000" marR="36000" marT="25198" marB="25198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algn="just">
                        <a:lnSpc>
                          <a:spcPct val="110000"/>
                        </a:lnSpc>
                        <a:spcBef>
                          <a:spcPct val="25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KoPub바탕체 Light" pitchFamily="18" charset="-127"/>
                          <a:ea typeface="KoPub바탕체 Light" pitchFamily="18" charset="-127"/>
                          <a:cs typeface="굴림" pitchFamily="50" charset="-127"/>
                        </a:defRPr>
                      </a:lvl1pPr>
                      <a:lvl2pPr marL="88900" algn="just">
                        <a:lnSpc>
                          <a:spcPct val="110000"/>
                        </a:lnSpc>
                        <a:spcBef>
                          <a:spcPct val="25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KoPub바탕체 Light" pitchFamily="18" charset="-127"/>
                          <a:ea typeface="KoPub바탕체 Light" pitchFamily="18" charset="-127"/>
                          <a:cs typeface="굴림" pitchFamily="50" charset="-127"/>
                        </a:defRPr>
                      </a:lvl2pPr>
                      <a:lvl3pPr marL="273050" algn="just">
                        <a:lnSpc>
                          <a:spcPct val="110000"/>
                        </a:lnSpc>
                        <a:spcBef>
                          <a:spcPct val="25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KoPub바탕체 Light" pitchFamily="18" charset="-127"/>
                          <a:ea typeface="KoPub바탕체 Light" pitchFamily="18" charset="-127"/>
                          <a:cs typeface="굴림" pitchFamily="50" charset="-127"/>
                        </a:defRPr>
                      </a:lvl3pPr>
                      <a:lvl4pPr marL="450850" algn="just">
                        <a:lnSpc>
                          <a:spcPct val="110000"/>
                        </a:lnSpc>
                        <a:spcBef>
                          <a:spcPct val="25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KoPub바탕체 Light" pitchFamily="18" charset="-127"/>
                          <a:ea typeface="KoPub바탕체 Light" pitchFamily="18" charset="-127"/>
                          <a:cs typeface="굴림" pitchFamily="50" charset="-127"/>
                        </a:defRPr>
                      </a:lvl4pPr>
                      <a:lvl5pPr marL="635000" algn="just">
                        <a:lnSpc>
                          <a:spcPct val="110000"/>
                        </a:lnSpc>
                        <a:spcBef>
                          <a:spcPct val="25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KoPub바탕체 Light" pitchFamily="18" charset="-127"/>
                          <a:ea typeface="KoPub바탕체 Light" pitchFamily="18" charset="-127"/>
                          <a:cs typeface="굴림" pitchFamily="50" charset="-127"/>
                        </a:defRPr>
                      </a:lvl5pPr>
                      <a:lvl6pPr marL="1092200" algn="just" fontAlgn="base">
                        <a:lnSpc>
                          <a:spcPct val="110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KoPub바탕체 Light" pitchFamily="18" charset="-127"/>
                          <a:ea typeface="KoPub바탕체 Light" pitchFamily="18" charset="-127"/>
                          <a:cs typeface="굴림" pitchFamily="50" charset="-127"/>
                        </a:defRPr>
                      </a:lvl6pPr>
                      <a:lvl7pPr marL="1549400" algn="just" fontAlgn="base">
                        <a:lnSpc>
                          <a:spcPct val="110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KoPub바탕체 Light" pitchFamily="18" charset="-127"/>
                          <a:ea typeface="KoPub바탕체 Light" pitchFamily="18" charset="-127"/>
                          <a:cs typeface="굴림" pitchFamily="50" charset="-127"/>
                        </a:defRPr>
                      </a:lvl7pPr>
                      <a:lvl8pPr marL="2006600" algn="just" fontAlgn="base">
                        <a:lnSpc>
                          <a:spcPct val="110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KoPub바탕체 Light" pitchFamily="18" charset="-127"/>
                          <a:ea typeface="KoPub바탕체 Light" pitchFamily="18" charset="-127"/>
                          <a:cs typeface="굴림" pitchFamily="50" charset="-127"/>
                        </a:defRPr>
                      </a:lvl8pPr>
                      <a:lvl9pPr marL="2463800" algn="just" fontAlgn="base">
                        <a:lnSpc>
                          <a:spcPct val="110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KoPub바탕체 Light" pitchFamily="18" charset="-127"/>
                          <a:ea typeface="KoPub바탕체 Light" pitchFamily="18" charset="-127"/>
                          <a:cs typeface="굴림" pitchFamily="50" charset="-127"/>
                        </a:defRPr>
                      </a:lvl9pPr>
                    </a:lstStyle>
                    <a:p>
                      <a:pPr marL="0" marR="0" lvl="0" indent="0" algn="ctr" defTabSz="1584325" rtl="0" eaLnBrk="1" fontAlgn="base" latinLnBrk="0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Clr>
                          <a:srgbClr val="808080"/>
                        </a:buClr>
                        <a:buSzPct val="90000"/>
                        <a:buFont typeface="Wingdings" panose="05000000000000000000" pitchFamily="2" charset="2"/>
                        <a:buNone/>
                        <a:tabLst/>
                      </a:pPr>
                      <a:endParaRPr lang="ko-KR" altLang="en-US" sz="1100" kern="1200" spc="-70" dirty="0" smtClean="0">
                        <a:ln w="0"/>
                        <a:solidFill>
                          <a:schemeClr val="tx1"/>
                        </a:solidFill>
                        <a:effectLst/>
                        <a:latin typeface="Rix모던고딕 M" pitchFamily="18" charset="-127"/>
                        <a:ea typeface="Rix모던고딕 M" pitchFamily="18" charset="-127"/>
                        <a:cs typeface="+mn-cs"/>
                      </a:endParaRPr>
                    </a:p>
                  </a:txBody>
                  <a:tcPr marL="36000" marR="36000" marT="25198" marB="25198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algn="just">
                        <a:lnSpc>
                          <a:spcPct val="110000"/>
                        </a:lnSpc>
                        <a:spcBef>
                          <a:spcPct val="25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KoPub바탕체 Light" pitchFamily="18" charset="-127"/>
                          <a:ea typeface="KoPub바탕체 Light" pitchFamily="18" charset="-127"/>
                          <a:cs typeface="굴림" pitchFamily="50" charset="-127"/>
                        </a:defRPr>
                      </a:lvl1pPr>
                      <a:lvl2pPr marL="88900" algn="just">
                        <a:lnSpc>
                          <a:spcPct val="110000"/>
                        </a:lnSpc>
                        <a:spcBef>
                          <a:spcPct val="25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KoPub바탕체 Light" pitchFamily="18" charset="-127"/>
                          <a:ea typeface="KoPub바탕체 Light" pitchFamily="18" charset="-127"/>
                          <a:cs typeface="굴림" pitchFamily="50" charset="-127"/>
                        </a:defRPr>
                      </a:lvl2pPr>
                      <a:lvl3pPr marL="273050" algn="just">
                        <a:lnSpc>
                          <a:spcPct val="110000"/>
                        </a:lnSpc>
                        <a:spcBef>
                          <a:spcPct val="25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KoPub바탕체 Light" pitchFamily="18" charset="-127"/>
                          <a:ea typeface="KoPub바탕체 Light" pitchFamily="18" charset="-127"/>
                          <a:cs typeface="굴림" pitchFamily="50" charset="-127"/>
                        </a:defRPr>
                      </a:lvl3pPr>
                      <a:lvl4pPr marL="450850" algn="just">
                        <a:lnSpc>
                          <a:spcPct val="110000"/>
                        </a:lnSpc>
                        <a:spcBef>
                          <a:spcPct val="25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KoPub바탕체 Light" pitchFamily="18" charset="-127"/>
                          <a:ea typeface="KoPub바탕체 Light" pitchFamily="18" charset="-127"/>
                          <a:cs typeface="굴림" pitchFamily="50" charset="-127"/>
                        </a:defRPr>
                      </a:lvl4pPr>
                      <a:lvl5pPr marL="635000" algn="just">
                        <a:lnSpc>
                          <a:spcPct val="110000"/>
                        </a:lnSpc>
                        <a:spcBef>
                          <a:spcPct val="25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KoPub바탕체 Light" pitchFamily="18" charset="-127"/>
                          <a:ea typeface="KoPub바탕체 Light" pitchFamily="18" charset="-127"/>
                          <a:cs typeface="굴림" pitchFamily="50" charset="-127"/>
                        </a:defRPr>
                      </a:lvl5pPr>
                      <a:lvl6pPr marL="1092200" algn="just" fontAlgn="base">
                        <a:lnSpc>
                          <a:spcPct val="110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KoPub바탕체 Light" pitchFamily="18" charset="-127"/>
                          <a:ea typeface="KoPub바탕체 Light" pitchFamily="18" charset="-127"/>
                          <a:cs typeface="굴림" pitchFamily="50" charset="-127"/>
                        </a:defRPr>
                      </a:lvl6pPr>
                      <a:lvl7pPr marL="1549400" algn="just" fontAlgn="base">
                        <a:lnSpc>
                          <a:spcPct val="110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KoPub바탕체 Light" pitchFamily="18" charset="-127"/>
                          <a:ea typeface="KoPub바탕체 Light" pitchFamily="18" charset="-127"/>
                          <a:cs typeface="굴림" pitchFamily="50" charset="-127"/>
                        </a:defRPr>
                      </a:lvl7pPr>
                      <a:lvl8pPr marL="2006600" algn="just" fontAlgn="base">
                        <a:lnSpc>
                          <a:spcPct val="110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KoPub바탕체 Light" pitchFamily="18" charset="-127"/>
                          <a:ea typeface="KoPub바탕체 Light" pitchFamily="18" charset="-127"/>
                          <a:cs typeface="굴림" pitchFamily="50" charset="-127"/>
                        </a:defRPr>
                      </a:lvl8pPr>
                      <a:lvl9pPr marL="2463800" algn="just" fontAlgn="base">
                        <a:lnSpc>
                          <a:spcPct val="110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KoPub바탕체 Light" pitchFamily="18" charset="-127"/>
                          <a:ea typeface="KoPub바탕체 Light" pitchFamily="18" charset="-127"/>
                          <a:cs typeface="굴림" pitchFamily="50" charset="-127"/>
                        </a:defRPr>
                      </a:lvl9pPr>
                    </a:lstStyle>
                    <a:p>
                      <a:pPr marL="0" marR="0" lvl="0" indent="0" algn="ctr" defTabSz="1584325" rtl="0" eaLnBrk="1" fontAlgn="base" latinLnBrk="0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Clr>
                          <a:srgbClr val="808080"/>
                        </a:buClr>
                        <a:buSzPct val="90000"/>
                        <a:buFont typeface="Wingdings" panose="05000000000000000000" pitchFamily="2" charset="2"/>
                        <a:buNone/>
                        <a:tabLst/>
                      </a:pPr>
                      <a:endParaRPr lang="en-US" altLang="ko-KR" sz="1100" kern="1200" spc="-70" dirty="0" smtClean="0">
                        <a:ln w="0"/>
                        <a:solidFill>
                          <a:schemeClr val="tx1"/>
                        </a:solidFill>
                        <a:effectLst/>
                        <a:latin typeface="Rix모던고딕 M" pitchFamily="18" charset="-127"/>
                        <a:ea typeface="Rix모던고딕 M" pitchFamily="18" charset="-127"/>
                        <a:cs typeface="+mn-cs"/>
                      </a:endParaRPr>
                    </a:p>
                  </a:txBody>
                  <a:tcPr marL="36000" marR="36000" marT="25198" marB="25198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algn="just">
                        <a:lnSpc>
                          <a:spcPct val="110000"/>
                        </a:lnSpc>
                        <a:spcBef>
                          <a:spcPct val="25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KoPub바탕체 Light" pitchFamily="18" charset="-127"/>
                          <a:ea typeface="KoPub바탕체 Light" pitchFamily="18" charset="-127"/>
                          <a:cs typeface="굴림" pitchFamily="50" charset="-127"/>
                        </a:defRPr>
                      </a:lvl1pPr>
                      <a:lvl2pPr marL="88900" algn="just">
                        <a:lnSpc>
                          <a:spcPct val="110000"/>
                        </a:lnSpc>
                        <a:spcBef>
                          <a:spcPct val="25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KoPub바탕체 Light" pitchFamily="18" charset="-127"/>
                          <a:ea typeface="KoPub바탕체 Light" pitchFamily="18" charset="-127"/>
                          <a:cs typeface="굴림" pitchFamily="50" charset="-127"/>
                        </a:defRPr>
                      </a:lvl2pPr>
                      <a:lvl3pPr marL="273050" algn="just">
                        <a:lnSpc>
                          <a:spcPct val="110000"/>
                        </a:lnSpc>
                        <a:spcBef>
                          <a:spcPct val="25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KoPub바탕체 Light" pitchFamily="18" charset="-127"/>
                          <a:ea typeface="KoPub바탕체 Light" pitchFamily="18" charset="-127"/>
                          <a:cs typeface="굴림" pitchFamily="50" charset="-127"/>
                        </a:defRPr>
                      </a:lvl3pPr>
                      <a:lvl4pPr marL="450850" algn="just">
                        <a:lnSpc>
                          <a:spcPct val="110000"/>
                        </a:lnSpc>
                        <a:spcBef>
                          <a:spcPct val="25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KoPub바탕체 Light" pitchFamily="18" charset="-127"/>
                          <a:ea typeface="KoPub바탕체 Light" pitchFamily="18" charset="-127"/>
                          <a:cs typeface="굴림" pitchFamily="50" charset="-127"/>
                        </a:defRPr>
                      </a:lvl4pPr>
                      <a:lvl5pPr marL="635000" algn="just">
                        <a:lnSpc>
                          <a:spcPct val="110000"/>
                        </a:lnSpc>
                        <a:spcBef>
                          <a:spcPct val="25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KoPub바탕체 Light" pitchFamily="18" charset="-127"/>
                          <a:ea typeface="KoPub바탕체 Light" pitchFamily="18" charset="-127"/>
                          <a:cs typeface="굴림" pitchFamily="50" charset="-127"/>
                        </a:defRPr>
                      </a:lvl5pPr>
                      <a:lvl6pPr marL="1092200" algn="just" fontAlgn="base">
                        <a:lnSpc>
                          <a:spcPct val="110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KoPub바탕체 Light" pitchFamily="18" charset="-127"/>
                          <a:ea typeface="KoPub바탕체 Light" pitchFamily="18" charset="-127"/>
                          <a:cs typeface="굴림" pitchFamily="50" charset="-127"/>
                        </a:defRPr>
                      </a:lvl6pPr>
                      <a:lvl7pPr marL="1549400" algn="just" fontAlgn="base">
                        <a:lnSpc>
                          <a:spcPct val="110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KoPub바탕체 Light" pitchFamily="18" charset="-127"/>
                          <a:ea typeface="KoPub바탕체 Light" pitchFamily="18" charset="-127"/>
                          <a:cs typeface="굴림" pitchFamily="50" charset="-127"/>
                        </a:defRPr>
                      </a:lvl7pPr>
                      <a:lvl8pPr marL="2006600" algn="just" fontAlgn="base">
                        <a:lnSpc>
                          <a:spcPct val="110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KoPub바탕체 Light" pitchFamily="18" charset="-127"/>
                          <a:ea typeface="KoPub바탕체 Light" pitchFamily="18" charset="-127"/>
                          <a:cs typeface="굴림" pitchFamily="50" charset="-127"/>
                        </a:defRPr>
                      </a:lvl8pPr>
                      <a:lvl9pPr marL="2463800" algn="just" fontAlgn="base">
                        <a:lnSpc>
                          <a:spcPct val="110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KoPub바탕체 Light" pitchFamily="18" charset="-127"/>
                          <a:ea typeface="KoPub바탕체 Light" pitchFamily="18" charset="-127"/>
                          <a:cs typeface="굴림" pitchFamily="50" charset="-127"/>
                        </a:defRPr>
                      </a:lvl9pPr>
                    </a:lstStyle>
                    <a:p>
                      <a:pPr marL="0" marR="0" lvl="0" indent="0" algn="ctr" defTabSz="1584325" rtl="0" eaLnBrk="1" fontAlgn="base" latinLnBrk="0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Clr>
                          <a:srgbClr val="808080"/>
                        </a:buClr>
                        <a:buSzPct val="90000"/>
                        <a:buFont typeface="Wingdings" panose="05000000000000000000" pitchFamily="2" charset="2"/>
                        <a:buNone/>
                        <a:tabLst/>
                      </a:pPr>
                      <a:endParaRPr lang="en-US" altLang="ko-KR" sz="1100" kern="1200" spc="-70" dirty="0" smtClean="0">
                        <a:ln w="0"/>
                        <a:solidFill>
                          <a:schemeClr val="tx1"/>
                        </a:solidFill>
                        <a:effectLst/>
                        <a:latin typeface="Rix모던고딕 M" pitchFamily="18" charset="-127"/>
                        <a:ea typeface="Rix모던고딕 M" pitchFamily="18" charset="-127"/>
                        <a:cs typeface="+mn-cs"/>
                      </a:endParaRPr>
                    </a:p>
                  </a:txBody>
                  <a:tcPr marL="36000" marR="36000" marT="25198" marB="25198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algn="just">
                        <a:lnSpc>
                          <a:spcPct val="110000"/>
                        </a:lnSpc>
                        <a:spcBef>
                          <a:spcPct val="25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KoPub바탕체 Light" pitchFamily="18" charset="-127"/>
                          <a:ea typeface="KoPub바탕체 Light" pitchFamily="18" charset="-127"/>
                          <a:cs typeface="굴림" pitchFamily="50" charset="-127"/>
                        </a:defRPr>
                      </a:lvl1pPr>
                      <a:lvl2pPr marL="88900" algn="just">
                        <a:lnSpc>
                          <a:spcPct val="110000"/>
                        </a:lnSpc>
                        <a:spcBef>
                          <a:spcPct val="25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KoPub바탕체 Light" pitchFamily="18" charset="-127"/>
                          <a:ea typeface="KoPub바탕체 Light" pitchFamily="18" charset="-127"/>
                          <a:cs typeface="굴림" pitchFamily="50" charset="-127"/>
                        </a:defRPr>
                      </a:lvl2pPr>
                      <a:lvl3pPr marL="273050" algn="just">
                        <a:lnSpc>
                          <a:spcPct val="110000"/>
                        </a:lnSpc>
                        <a:spcBef>
                          <a:spcPct val="25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KoPub바탕체 Light" pitchFamily="18" charset="-127"/>
                          <a:ea typeface="KoPub바탕체 Light" pitchFamily="18" charset="-127"/>
                          <a:cs typeface="굴림" pitchFamily="50" charset="-127"/>
                        </a:defRPr>
                      </a:lvl3pPr>
                      <a:lvl4pPr marL="450850" algn="just">
                        <a:lnSpc>
                          <a:spcPct val="110000"/>
                        </a:lnSpc>
                        <a:spcBef>
                          <a:spcPct val="25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KoPub바탕체 Light" pitchFamily="18" charset="-127"/>
                          <a:ea typeface="KoPub바탕체 Light" pitchFamily="18" charset="-127"/>
                          <a:cs typeface="굴림" pitchFamily="50" charset="-127"/>
                        </a:defRPr>
                      </a:lvl4pPr>
                      <a:lvl5pPr marL="635000" algn="just">
                        <a:lnSpc>
                          <a:spcPct val="110000"/>
                        </a:lnSpc>
                        <a:spcBef>
                          <a:spcPct val="25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KoPub바탕체 Light" pitchFamily="18" charset="-127"/>
                          <a:ea typeface="KoPub바탕체 Light" pitchFamily="18" charset="-127"/>
                          <a:cs typeface="굴림" pitchFamily="50" charset="-127"/>
                        </a:defRPr>
                      </a:lvl5pPr>
                      <a:lvl6pPr marL="1092200" algn="just" fontAlgn="base">
                        <a:lnSpc>
                          <a:spcPct val="110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KoPub바탕체 Light" pitchFamily="18" charset="-127"/>
                          <a:ea typeface="KoPub바탕체 Light" pitchFamily="18" charset="-127"/>
                          <a:cs typeface="굴림" pitchFamily="50" charset="-127"/>
                        </a:defRPr>
                      </a:lvl6pPr>
                      <a:lvl7pPr marL="1549400" algn="just" fontAlgn="base">
                        <a:lnSpc>
                          <a:spcPct val="110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KoPub바탕체 Light" pitchFamily="18" charset="-127"/>
                          <a:ea typeface="KoPub바탕체 Light" pitchFamily="18" charset="-127"/>
                          <a:cs typeface="굴림" pitchFamily="50" charset="-127"/>
                        </a:defRPr>
                      </a:lvl7pPr>
                      <a:lvl8pPr marL="2006600" algn="just" fontAlgn="base">
                        <a:lnSpc>
                          <a:spcPct val="110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KoPub바탕체 Light" pitchFamily="18" charset="-127"/>
                          <a:ea typeface="KoPub바탕체 Light" pitchFamily="18" charset="-127"/>
                          <a:cs typeface="굴림" pitchFamily="50" charset="-127"/>
                        </a:defRPr>
                      </a:lvl8pPr>
                      <a:lvl9pPr marL="2463800" algn="just" fontAlgn="base">
                        <a:lnSpc>
                          <a:spcPct val="110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KoPub바탕체 Light" pitchFamily="18" charset="-127"/>
                          <a:ea typeface="KoPub바탕체 Light" pitchFamily="18" charset="-127"/>
                          <a:cs typeface="굴림" pitchFamily="50" charset="-127"/>
                        </a:defRPr>
                      </a:lvl9pPr>
                    </a:lstStyle>
                    <a:p>
                      <a:pPr marL="0" marR="0" lvl="0" indent="0" algn="ctr" defTabSz="1584325" rtl="0" eaLnBrk="1" fontAlgn="base" latinLnBrk="0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Clr>
                          <a:srgbClr val="808080"/>
                        </a:buClr>
                        <a:buSzPct val="90000"/>
                        <a:buFont typeface="Wingdings" panose="05000000000000000000" pitchFamily="2" charset="2"/>
                        <a:buNone/>
                        <a:tabLst/>
                      </a:pPr>
                      <a:endParaRPr lang="ko-KR" altLang="en-US" sz="1100" kern="1200" spc="-70" dirty="0" smtClean="0">
                        <a:ln w="0"/>
                        <a:solidFill>
                          <a:schemeClr val="tx1"/>
                        </a:solidFill>
                        <a:effectLst/>
                        <a:latin typeface="Rix모던고딕 M" pitchFamily="18" charset="-127"/>
                        <a:ea typeface="Rix모던고딕 M" pitchFamily="18" charset="-127"/>
                        <a:cs typeface="+mn-cs"/>
                      </a:endParaRPr>
                    </a:p>
                  </a:txBody>
                  <a:tcPr marL="36000" marR="36000" marT="25198" marB="25198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3550">
                <a:tc vMerge="1">
                  <a:txBody>
                    <a:bodyPr/>
                    <a:lstStyle/>
                    <a:p>
                      <a:pPr marL="0" marR="0" lvl="0" indent="-134938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200" kern="1200" spc="-70" baseline="0" dirty="0" smtClean="0">
                        <a:solidFill>
                          <a:schemeClr val="bg1"/>
                        </a:solidFill>
                        <a:latin typeface="고도 B" panose="02000503000000020004" pitchFamily="2" charset="-127"/>
                        <a:ea typeface="고도 B" panose="02000503000000020004" pitchFamily="2" charset="-127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flip="none" rotWithShape="1">
                      <a:gsLst>
                        <a:gs pos="31000">
                          <a:schemeClr val="tx1">
                            <a:lumMod val="75000"/>
                            <a:lumOff val="25000"/>
                          </a:schemeClr>
                        </a:gs>
                        <a:gs pos="100000">
                          <a:schemeClr val="tx1">
                            <a:lumMod val="50000"/>
                            <a:lumOff val="50000"/>
                          </a:schemeClr>
                        </a:gs>
                      </a:gsLst>
                      <a:lin ang="0" scaled="1"/>
                      <a:tileRect/>
                    </a:gra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1584325" rtl="0" eaLnBrk="1" fontAlgn="base" latinLnBrk="0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Clr>
                          <a:srgbClr val="808080"/>
                        </a:buClr>
                        <a:buSzPct val="90000"/>
                        <a:buFont typeface="Wingdings" panose="05000000000000000000" pitchFamily="2" charset="2"/>
                        <a:buNone/>
                        <a:tabLst/>
                      </a:pPr>
                      <a:endParaRPr lang="ko-KR" altLang="en-US" sz="1200" kern="1200" spc="-70" dirty="0" smtClean="0">
                        <a:ln w="0"/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고도 M" panose="02000503000000020004" pitchFamily="2" charset="-127"/>
                        <a:ea typeface="고도 M" panose="02000503000000020004" pitchFamily="2" charset="-127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584325" rtl="0" eaLnBrk="1" fontAlgn="base" latinLnBrk="0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Clr>
                          <a:srgbClr val="808080"/>
                        </a:buClr>
                        <a:buSzPct val="9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lang="en-US" altLang="ko-KR" sz="1100" kern="1200" spc="-70" dirty="0" smtClean="0">
                          <a:ln w="0"/>
                          <a:solidFill>
                            <a:schemeClr val="tx1"/>
                          </a:solidFill>
                          <a:effectLst/>
                          <a:latin typeface="Rix모던고딕 M" pitchFamily="18" charset="-127"/>
                          <a:ea typeface="Rix모던고딕 M" pitchFamily="18" charset="-127"/>
                          <a:cs typeface="+mn-cs"/>
                        </a:rPr>
                        <a:t>J</a:t>
                      </a:r>
                      <a:r>
                        <a:rPr lang="ko-KR" altLang="en-US" sz="1100" kern="1200" spc="-70" dirty="0" smtClean="0">
                          <a:ln w="0"/>
                          <a:solidFill>
                            <a:schemeClr val="tx1"/>
                          </a:solidFill>
                          <a:effectLst/>
                          <a:latin typeface="Rix모던고딕 M" pitchFamily="18" charset="-127"/>
                          <a:ea typeface="Rix모던고딕 M" pitchFamily="18" charset="-127"/>
                          <a:cs typeface="+mn-cs"/>
                        </a:rPr>
                        <a:t>사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algn="just">
                        <a:lnSpc>
                          <a:spcPct val="110000"/>
                        </a:lnSpc>
                        <a:spcBef>
                          <a:spcPct val="25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KoPub바탕체 Light" pitchFamily="18" charset="-127"/>
                          <a:ea typeface="KoPub바탕체 Light" pitchFamily="18" charset="-127"/>
                          <a:cs typeface="굴림" pitchFamily="50" charset="-127"/>
                        </a:defRPr>
                      </a:lvl1pPr>
                      <a:lvl2pPr marL="88900" algn="just">
                        <a:lnSpc>
                          <a:spcPct val="110000"/>
                        </a:lnSpc>
                        <a:spcBef>
                          <a:spcPct val="25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KoPub바탕체 Light" pitchFamily="18" charset="-127"/>
                          <a:ea typeface="KoPub바탕체 Light" pitchFamily="18" charset="-127"/>
                          <a:cs typeface="굴림" pitchFamily="50" charset="-127"/>
                        </a:defRPr>
                      </a:lvl2pPr>
                      <a:lvl3pPr marL="273050" algn="just">
                        <a:lnSpc>
                          <a:spcPct val="110000"/>
                        </a:lnSpc>
                        <a:spcBef>
                          <a:spcPct val="25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KoPub바탕체 Light" pitchFamily="18" charset="-127"/>
                          <a:ea typeface="KoPub바탕체 Light" pitchFamily="18" charset="-127"/>
                          <a:cs typeface="굴림" pitchFamily="50" charset="-127"/>
                        </a:defRPr>
                      </a:lvl3pPr>
                      <a:lvl4pPr marL="450850" algn="just">
                        <a:lnSpc>
                          <a:spcPct val="110000"/>
                        </a:lnSpc>
                        <a:spcBef>
                          <a:spcPct val="25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KoPub바탕체 Light" pitchFamily="18" charset="-127"/>
                          <a:ea typeface="KoPub바탕체 Light" pitchFamily="18" charset="-127"/>
                          <a:cs typeface="굴림" pitchFamily="50" charset="-127"/>
                        </a:defRPr>
                      </a:lvl4pPr>
                      <a:lvl5pPr marL="635000" algn="just">
                        <a:lnSpc>
                          <a:spcPct val="110000"/>
                        </a:lnSpc>
                        <a:spcBef>
                          <a:spcPct val="25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KoPub바탕체 Light" pitchFamily="18" charset="-127"/>
                          <a:ea typeface="KoPub바탕체 Light" pitchFamily="18" charset="-127"/>
                          <a:cs typeface="굴림" pitchFamily="50" charset="-127"/>
                        </a:defRPr>
                      </a:lvl5pPr>
                      <a:lvl6pPr marL="1092200" algn="just" fontAlgn="base">
                        <a:lnSpc>
                          <a:spcPct val="110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KoPub바탕체 Light" pitchFamily="18" charset="-127"/>
                          <a:ea typeface="KoPub바탕체 Light" pitchFamily="18" charset="-127"/>
                          <a:cs typeface="굴림" pitchFamily="50" charset="-127"/>
                        </a:defRPr>
                      </a:lvl6pPr>
                      <a:lvl7pPr marL="1549400" algn="just" fontAlgn="base">
                        <a:lnSpc>
                          <a:spcPct val="110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KoPub바탕체 Light" pitchFamily="18" charset="-127"/>
                          <a:ea typeface="KoPub바탕체 Light" pitchFamily="18" charset="-127"/>
                          <a:cs typeface="굴림" pitchFamily="50" charset="-127"/>
                        </a:defRPr>
                      </a:lvl7pPr>
                      <a:lvl8pPr marL="2006600" algn="just" fontAlgn="base">
                        <a:lnSpc>
                          <a:spcPct val="110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KoPub바탕체 Light" pitchFamily="18" charset="-127"/>
                          <a:ea typeface="KoPub바탕체 Light" pitchFamily="18" charset="-127"/>
                          <a:cs typeface="굴림" pitchFamily="50" charset="-127"/>
                        </a:defRPr>
                      </a:lvl8pPr>
                      <a:lvl9pPr marL="2463800" algn="just" fontAlgn="base">
                        <a:lnSpc>
                          <a:spcPct val="110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KoPub바탕체 Light" pitchFamily="18" charset="-127"/>
                          <a:ea typeface="KoPub바탕체 Light" pitchFamily="18" charset="-127"/>
                          <a:cs typeface="굴림" pitchFamily="50" charset="-127"/>
                        </a:defRPr>
                      </a:lvl9pPr>
                    </a:lstStyle>
                    <a:p>
                      <a:pPr marL="0" marR="0" lvl="0" indent="0" algn="ctr" defTabSz="1584325" rtl="0" eaLnBrk="1" fontAlgn="base" latinLnBrk="0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Clr>
                          <a:srgbClr val="808080"/>
                        </a:buClr>
                        <a:buSzPct val="90000"/>
                        <a:buFont typeface="Wingdings" panose="05000000000000000000" pitchFamily="2" charset="2"/>
                        <a:buNone/>
                        <a:tabLst/>
                      </a:pPr>
                      <a:endParaRPr lang="en-US" altLang="ko-KR" sz="1100" kern="1200" spc="-70" dirty="0" smtClean="0">
                        <a:ln w="0"/>
                        <a:solidFill>
                          <a:schemeClr val="tx1"/>
                        </a:solidFill>
                        <a:effectLst/>
                        <a:latin typeface="Rix모던고딕 M" pitchFamily="18" charset="-127"/>
                        <a:ea typeface="Rix모던고딕 M" pitchFamily="18" charset="-127"/>
                        <a:cs typeface="+mn-cs"/>
                      </a:endParaRPr>
                    </a:p>
                  </a:txBody>
                  <a:tcPr marL="36000" marR="36000" marT="25198" marB="25198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algn="just">
                        <a:lnSpc>
                          <a:spcPct val="110000"/>
                        </a:lnSpc>
                        <a:spcBef>
                          <a:spcPct val="25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KoPub바탕체 Light" pitchFamily="18" charset="-127"/>
                          <a:ea typeface="KoPub바탕체 Light" pitchFamily="18" charset="-127"/>
                          <a:cs typeface="굴림" pitchFamily="50" charset="-127"/>
                        </a:defRPr>
                      </a:lvl1pPr>
                      <a:lvl2pPr marL="88900" algn="just">
                        <a:lnSpc>
                          <a:spcPct val="110000"/>
                        </a:lnSpc>
                        <a:spcBef>
                          <a:spcPct val="25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KoPub바탕체 Light" pitchFamily="18" charset="-127"/>
                          <a:ea typeface="KoPub바탕체 Light" pitchFamily="18" charset="-127"/>
                          <a:cs typeface="굴림" pitchFamily="50" charset="-127"/>
                        </a:defRPr>
                      </a:lvl2pPr>
                      <a:lvl3pPr marL="273050" algn="just">
                        <a:lnSpc>
                          <a:spcPct val="110000"/>
                        </a:lnSpc>
                        <a:spcBef>
                          <a:spcPct val="25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KoPub바탕체 Light" pitchFamily="18" charset="-127"/>
                          <a:ea typeface="KoPub바탕체 Light" pitchFamily="18" charset="-127"/>
                          <a:cs typeface="굴림" pitchFamily="50" charset="-127"/>
                        </a:defRPr>
                      </a:lvl3pPr>
                      <a:lvl4pPr marL="450850" algn="just">
                        <a:lnSpc>
                          <a:spcPct val="110000"/>
                        </a:lnSpc>
                        <a:spcBef>
                          <a:spcPct val="25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KoPub바탕체 Light" pitchFamily="18" charset="-127"/>
                          <a:ea typeface="KoPub바탕체 Light" pitchFamily="18" charset="-127"/>
                          <a:cs typeface="굴림" pitchFamily="50" charset="-127"/>
                        </a:defRPr>
                      </a:lvl4pPr>
                      <a:lvl5pPr marL="635000" algn="just">
                        <a:lnSpc>
                          <a:spcPct val="110000"/>
                        </a:lnSpc>
                        <a:spcBef>
                          <a:spcPct val="25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KoPub바탕체 Light" pitchFamily="18" charset="-127"/>
                          <a:ea typeface="KoPub바탕체 Light" pitchFamily="18" charset="-127"/>
                          <a:cs typeface="굴림" pitchFamily="50" charset="-127"/>
                        </a:defRPr>
                      </a:lvl5pPr>
                      <a:lvl6pPr marL="1092200" algn="just" fontAlgn="base">
                        <a:lnSpc>
                          <a:spcPct val="110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KoPub바탕체 Light" pitchFamily="18" charset="-127"/>
                          <a:ea typeface="KoPub바탕체 Light" pitchFamily="18" charset="-127"/>
                          <a:cs typeface="굴림" pitchFamily="50" charset="-127"/>
                        </a:defRPr>
                      </a:lvl6pPr>
                      <a:lvl7pPr marL="1549400" algn="just" fontAlgn="base">
                        <a:lnSpc>
                          <a:spcPct val="110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KoPub바탕체 Light" pitchFamily="18" charset="-127"/>
                          <a:ea typeface="KoPub바탕체 Light" pitchFamily="18" charset="-127"/>
                          <a:cs typeface="굴림" pitchFamily="50" charset="-127"/>
                        </a:defRPr>
                      </a:lvl7pPr>
                      <a:lvl8pPr marL="2006600" algn="just" fontAlgn="base">
                        <a:lnSpc>
                          <a:spcPct val="110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KoPub바탕체 Light" pitchFamily="18" charset="-127"/>
                          <a:ea typeface="KoPub바탕체 Light" pitchFamily="18" charset="-127"/>
                          <a:cs typeface="굴림" pitchFamily="50" charset="-127"/>
                        </a:defRPr>
                      </a:lvl8pPr>
                      <a:lvl9pPr marL="2463800" algn="just" fontAlgn="base">
                        <a:lnSpc>
                          <a:spcPct val="110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KoPub바탕체 Light" pitchFamily="18" charset="-127"/>
                          <a:ea typeface="KoPub바탕체 Light" pitchFamily="18" charset="-127"/>
                          <a:cs typeface="굴림" pitchFamily="50" charset="-127"/>
                        </a:defRPr>
                      </a:lvl9pPr>
                    </a:lstStyle>
                    <a:p>
                      <a:pPr marL="0" marR="0" lvl="0" indent="0" algn="ctr" defTabSz="1584325" rtl="0" eaLnBrk="1" fontAlgn="base" latinLnBrk="0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Clr>
                          <a:srgbClr val="808080"/>
                        </a:buClr>
                        <a:buSzPct val="90000"/>
                        <a:buFont typeface="Wingdings" panose="05000000000000000000" pitchFamily="2" charset="2"/>
                        <a:buNone/>
                        <a:tabLst/>
                      </a:pPr>
                      <a:endParaRPr lang="ko-KR" altLang="en-US" sz="1100" kern="1200" spc="-70" dirty="0" smtClean="0">
                        <a:ln w="0"/>
                        <a:solidFill>
                          <a:schemeClr val="tx1"/>
                        </a:solidFill>
                        <a:effectLst/>
                        <a:latin typeface="Rix모던고딕 M" pitchFamily="18" charset="-127"/>
                        <a:ea typeface="Rix모던고딕 M" pitchFamily="18" charset="-127"/>
                        <a:cs typeface="+mn-cs"/>
                      </a:endParaRPr>
                    </a:p>
                  </a:txBody>
                  <a:tcPr marL="36000" marR="36000" marT="25198" marB="25198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algn="just">
                        <a:lnSpc>
                          <a:spcPct val="110000"/>
                        </a:lnSpc>
                        <a:spcBef>
                          <a:spcPct val="25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KoPub바탕체 Light" pitchFamily="18" charset="-127"/>
                          <a:ea typeface="KoPub바탕체 Light" pitchFamily="18" charset="-127"/>
                          <a:cs typeface="굴림" pitchFamily="50" charset="-127"/>
                        </a:defRPr>
                      </a:lvl1pPr>
                      <a:lvl2pPr marL="88900" algn="just">
                        <a:lnSpc>
                          <a:spcPct val="110000"/>
                        </a:lnSpc>
                        <a:spcBef>
                          <a:spcPct val="25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KoPub바탕체 Light" pitchFamily="18" charset="-127"/>
                          <a:ea typeface="KoPub바탕체 Light" pitchFamily="18" charset="-127"/>
                          <a:cs typeface="굴림" pitchFamily="50" charset="-127"/>
                        </a:defRPr>
                      </a:lvl2pPr>
                      <a:lvl3pPr marL="273050" algn="just">
                        <a:lnSpc>
                          <a:spcPct val="110000"/>
                        </a:lnSpc>
                        <a:spcBef>
                          <a:spcPct val="25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KoPub바탕체 Light" pitchFamily="18" charset="-127"/>
                          <a:ea typeface="KoPub바탕체 Light" pitchFamily="18" charset="-127"/>
                          <a:cs typeface="굴림" pitchFamily="50" charset="-127"/>
                        </a:defRPr>
                      </a:lvl3pPr>
                      <a:lvl4pPr marL="450850" algn="just">
                        <a:lnSpc>
                          <a:spcPct val="110000"/>
                        </a:lnSpc>
                        <a:spcBef>
                          <a:spcPct val="25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KoPub바탕체 Light" pitchFamily="18" charset="-127"/>
                          <a:ea typeface="KoPub바탕체 Light" pitchFamily="18" charset="-127"/>
                          <a:cs typeface="굴림" pitchFamily="50" charset="-127"/>
                        </a:defRPr>
                      </a:lvl4pPr>
                      <a:lvl5pPr marL="635000" algn="just">
                        <a:lnSpc>
                          <a:spcPct val="110000"/>
                        </a:lnSpc>
                        <a:spcBef>
                          <a:spcPct val="25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KoPub바탕체 Light" pitchFamily="18" charset="-127"/>
                          <a:ea typeface="KoPub바탕체 Light" pitchFamily="18" charset="-127"/>
                          <a:cs typeface="굴림" pitchFamily="50" charset="-127"/>
                        </a:defRPr>
                      </a:lvl5pPr>
                      <a:lvl6pPr marL="1092200" algn="just" fontAlgn="base">
                        <a:lnSpc>
                          <a:spcPct val="110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KoPub바탕체 Light" pitchFamily="18" charset="-127"/>
                          <a:ea typeface="KoPub바탕체 Light" pitchFamily="18" charset="-127"/>
                          <a:cs typeface="굴림" pitchFamily="50" charset="-127"/>
                        </a:defRPr>
                      </a:lvl6pPr>
                      <a:lvl7pPr marL="1549400" algn="just" fontAlgn="base">
                        <a:lnSpc>
                          <a:spcPct val="110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KoPub바탕체 Light" pitchFamily="18" charset="-127"/>
                          <a:ea typeface="KoPub바탕체 Light" pitchFamily="18" charset="-127"/>
                          <a:cs typeface="굴림" pitchFamily="50" charset="-127"/>
                        </a:defRPr>
                      </a:lvl7pPr>
                      <a:lvl8pPr marL="2006600" algn="just" fontAlgn="base">
                        <a:lnSpc>
                          <a:spcPct val="110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KoPub바탕체 Light" pitchFamily="18" charset="-127"/>
                          <a:ea typeface="KoPub바탕체 Light" pitchFamily="18" charset="-127"/>
                          <a:cs typeface="굴림" pitchFamily="50" charset="-127"/>
                        </a:defRPr>
                      </a:lvl8pPr>
                      <a:lvl9pPr marL="2463800" algn="just" fontAlgn="base">
                        <a:lnSpc>
                          <a:spcPct val="110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KoPub바탕체 Light" pitchFamily="18" charset="-127"/>
                          <a:ea typeface="KoPub바탕체 Light" pitchFamily="18" charset="-127"/>
                          <a:cs typeface="굴림" pitchFamily="50" charset="-127"/>
                        </a:defRPr>
                      </a:lvl9pPr>
                    </a:lstStyle>
                    <a:p>
                      <a:pPr marL="0" marR="0" lvl="0" indent="0" algn="ctr" defTabSz="1584325" rtl="0" eaLnBrk="1" fontAlgn="base" latinLnBrk="0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Clr>
                          <a:srgbClr val="808080"/>
                        </a:buClr>
                        <a:buSzPct val="90000"/>
                        <a:buFont typeface="Wingdings" panose="05000000000000000000" pitchFamily="2" charset="2"/>
                        <a:buNone/>
                        <a:tabLst/>
                      </a:pPr>
                      <a:endParaRPr lang="en-US" altLang="ko-KR" sz="1100" kern="1200" spc="-70" dirty="0" smtClean="0">
                        <a:ln w="0"/>
                        <a:solidFill>
                          <a:schemeClr val="tx1"/>
                        </a:solidFill>
                        <a:effectLst/>
                        <a:latin typeface="Rix모던고딕 M" pitchFamily="18" charset="-127"/>
                        <a:ea typeface="Rix모던고딕 M" pitchFamily="18" charset="-127"/>
                        <a:cs typeface="+mn-cs"/>
                      </a:endParaRPr>
                    </a:p>
                  </a:txBody>
                  <a:tcPr marL="36000" marR="36000" marT="25198" marB="25198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algn="just">
                        <a:lnSpc>
                          <a:spcPct val="110000"/>
                        </a:lnSpc>
                        <a:spcBef>
                          <a:spcPct val="25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KoPub바탕체 Light" pitchFamily="18" charset="-127"/>
                          <a:ea typeface="KoPub바탕체 Light" pitchFamily="18" charset="-127"/>
                          <a:cs typeface="굴림" pitchFamily="50" charset="-127"/>
                        </a:defRPr>
                      </a:lvl1pPr>
                      <a:lvl2pPr marL="88900" algn="just">
                        <a:lnSpc>
                          <a:spcPct val="110000"/>
                        </a:lnSpc>
                        <a:spcBef>
                          <a:spcPct val="25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KoPub바탕체 Light" pitchFamily="18" charset="-127"/>
                          <a:ea typeface="KoPub바탕체 Light" pitchFamily="18" charset="-127"/>
                          <a:cs typeface="굴림" pitchFamily="50" charset="-127"/>
                        </a:defRPr>
                      </a:lvl2pPr>
                      <a:lvl3pPr marL="273050" algn="just">
                        <a:lnSpc>
                          <a:spcPct val="110000"/>
                        </a:lnSpc>
                        <a:spcBef>
                          <a:spcPct val="25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KoPub바탕체 Light" pitchFamily="18" charset="-127"/>
                          <a:ea typeface="KoPub바탕체 Light" pitchFamily="18" charset="-127"/>
                          <a:cs typeface="굴림" pitchFamily="50" charset="-127"/>
                        </a:defRPr>
                      </a:lvl3pPr>
                      <a:lvl4pPr marL="450850" algn="just">
                        <a:lnSpc>
                          <a:spcPct val="110000"/>
                        </a:lnSpc>
                        <a:spcBef>
                          <a:spcPct val="25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KoPub바탕체 Light" pitchFamily="18" charset="-127"/>
                          <a:ea typeface="KoPub바탕체 Light" pitchFamily="18" charset="-127"/>
                          <a:cs typeface="굴림" pitchFamily="50" charset="-127"/>
                        </a:defRPr>
                      </a:lvl4pPr>
                      <a:lvl5pPr marL="635000" algn="just">
                        <a:lnSpc>
                          <a:spcPct val="110000"/>
                        </a:lnSpc>
                        <a:spcBef>
                          <a:spcPct val="25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KoPub바탕체 Light" pitchFamily="18" charset="-127"/>
                          <a:ea typeface="KoPub바탕체 Light" pitchFamily="18" charset="-127"/>
                          <a:cs typeface="굴림" pitchFamily="50" charset="-127"/>
                        </a:defRPr>
                      </a:lvl5pPr>
                      <a:lvl6pPr marL="1092200" algn="just" fontAlgn="base">
                        <a:lnSpc>
                          <a:spcPct val="110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KoPub바탕체 Light" pitchFamily="18" charset="-127"/>
                          <a:ea typeface="KoPub바탕체 Light" pitchFamily="18" charset="-127"/>
                          <a:cs typeface="굴림" pitchFamily="50" charset="-127"/>
                        </a:defRPr>
                      </a:lvl6pPr>
                      <a:lvl7pPr marL="1549400" algn="just" fontAlgn="base">
                        <a:lnSpc>
                          <a:spcPct val="110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KoPub바탕체 Light" pitchFamily="18" charset="-127"/>
                          <a:ea typeface="KoPub바탕체 Light" pitchFamily="18" charset="-127"/>
                          <a:cs typeface="굴림" pitchFamily="50" charset="-127"/>
                        </a:defRPr>
                      </a:lvl7pPr>
                      <a:lvl8pPr marL="2006600" algn="just" fontAlgn="base">
                        <a:lnSpc>
                          <a:spcPct val="110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KoPub바탕체 Light" pitchFamily="18" charset="-127"/>
                          <a:ea typeface="KoPub바탕체 Light" pitchFamily="18" charset="-127"/>
                          <a:cs typeface="굴림" pitchFamily="50" charset="-127"/>
                        </a:defRPr>
                      </a:lvl8pPr>
                      <a:lvl9pPr marL="2463800" algn="just" fontAlgn="base">
                        <a:lnSpc>
                          <a:spcPct val="110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KoPub바탕체 Light" pitchFamily="18" charset="-127"/>
                          <a:ea typeface="KoPub바탕체 Light" pitchFamily="18" charset="-127"/>
                          <a:cs typeface="굴림" pitchFamily="50" charset="-127"/>
                        </a:defRPr>
                      </a:lvl9pPr>
                    </a:lstStyle>
                    <a:p>
                      <a:pPr marL="0" marR="0" lvl="0" indent="0" algn="ctr" defTabSz="1584325" rtl="0" eaLnBrk="1" fontAlgn="base" latinLnBrk="0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Clr>
                          <a:srgbClr val="808080"/>
                        </a:buClr>
                        <a:buSzPct val="90000"/>
                        <a:buFont typeface="Wingdings" panose="05000000000000000000" pitchFamily="2" charset="2"/>
                        <a:buNone/>
                        <a:tabLst/>
                      </a:pPr>
                      <a:endParaRPr lang="en-US" altLang="ko-KR" sz="1100" kern="1200" spc="-70" dirty="0" smtClean="0">
                        <a:ln w="0"/>
                        <a:solidFill>
                          <a:schemeClr val="tx1"/>
                        </a:solidFill>
                        <a:effectLst/>
                        <a:latin typeface="Rix모던고딕 M" pitchFamily="18" charset="-127"/>
                        <a:ea typeface="Rix모던고딕 M" pitchFamily="18" charset="-127"/>
                        <a:cs typeface="+mn-cs"/>
                      </a:endParaRPr>
                    </a:p>
                  </a:txBody>
                  <a:tcPr marL="36000" marR="36000" marT="25198" marB="25198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algn="just">
                        <a:lnSpc>
                          <a:spcPct val="110000"/>
                        </a:lnSpc>
                        <a:spcBef>
                          <a:spcPct val="25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KoPub바탕체 Light" pitchFamily="18" charset="-127"/>
                          <a:ea typeface="KoPub바탕체 Light" pitchFamily="18" charset="-127"/>
                          <a:cs typeface="굴림" pitchFamily="50" charset="-127"/>
                        </a:defRPr>
                      </a:lvl1pPr>
                      <a:lvl2pPr marL="88900" algn="just">
                        <a:lnSpc>
                          <a:spcPct val="110000"/>
                        </a:lnSpc>
                        <a:spcBef>
                          <a:spcPct val="25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KoPub바탕체 Light" pitchFamily="18" charset="-127"/>
                          <a:ea typeface="KoPub바탕체 Light" pitchFamily="18" charset="-127"/>
                          <a:cs typeface="굴림" pitchFamily="50" charset="-127"/>
                        </a:defRPr>
                      </a:lvl2pPr>
                      <a:lvl3pPr marL="273050" algn="just">
                        <a:lnSpc>
                          <a:spcPct val="110000"/>
                        </a:lnSpc>
                        <a:spcBef>
                          <a:spcPct val="25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KoPub바탕체 Light" pitchFamily="18" charset="-127"/>
                          <a:ea typeface="KoPub바탕체 Light" pitchFamily="18" charset="-127"/>
                          <a:cs typeface="굴림" pitchFamily="50" charset="-127"/>
                        </a:defRPr>
                      </a:lvl3pPr>
                      <a:lvl4pPr marL="450850" algn="just">
                        <a:lnSpc>
                          <a:spcPct val="110000"/>
                        </a:lnSpc>
                        <a:spcBef>
                          <a:spcPct val="25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KoPub바탕체 Light" pitchFamily="18" charset="-127"/>
                          <a:ea typeface="KoPub바탕체 Light" pitchFamily="18" charset="-127"/>
                          <a:cs typeface="굴림" pitchFamily="50" charset="-127"/>
                        </a:defRPr>
                      </a:lvl4pPr>
                      <a:lvl5pPr marL="635000" algn="just">
                        <a:lnSpc>
                          <a:spcPct val="110000"/>
                        </a:lnSpc>
                        <a:spcBef>
                          <a:spcPct val="25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KoPub바탕체 Light" pitchFamily="18" charset="-127"/>
                          <a:ea typeface="KoPub바탕체 Light" pitchFamily="18" charset="-127"/>
                          <a:cs typeface="굴림" pitchFamily="50" charset="-127"/>
                        </a:defRPr>
                      </a:lvl5pPr>
                      <a:lvl6pPr marL="1092200" algn="just" fontAlgn="base">
                        <a:lnSpc>
                          <a:spcPct val="110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KoPub바탕체 Light" pitchFamily="18" charset="-127"/>
                          <a:ea typeface="KoPub바탕체 Light" pitchFamily="18" charset="-127"/>
                          <a:cs typeface="굴림" pitchFamily="50" charset="-127"/>
                        </a:defRPr>
                      </a:lvl6pPr>
                      <a:lvl7pPr marL="1549400" algn="just" fontAlgn="base">
                        <a:lnSpc>
                          <a:spcPct val="110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KoPub바탕체 Light" pitchFamily="18" charset="-127"/>
                          <a:ea typeface="KoPub바탕체 Light" pitchFamily="18" charset="-127"/>
                          <a:cs typeface="굴림" pitchFamily="50" charset="-127"/>
                        </a:defRPr>
                      </a:lvl7pPr>
                      <a:lvl8pPr marL="2006600" algn="just" fontAlgn="base">
                        <a:lnSpc>
                          <a:spcPct val="110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KoPub바탕체 Light" pitchFamily="18" charset="-127"/>
                          <a:ea typeface="KoPub바탕체 Light" pitchFamily="18" charset="-127"/>
                          <a:cs typeface="굴림" pitchFamily="50" charset="-127"/>
                        </a:defRPr>
                      </a:lvl8pPr>
                      <a:lvl9pPr marL="2463800" algn="just" fontAlgn="base">
                        <a:lnSpc>
                          <a:spcPct val="110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KoPub바탕체 Light" pitchFamily="18" charset="-127"/>
                          <a:ea typeface="KoPub바탕체 Light" pitchFamily="18" charset="-127"/>
                          <a:cs typeface="굴림" pitchFamily="50" charset="-127"/>
                        </a:defRPr>
                      </a:lvl9pPr>
                    </a:lstStyle>
                    <a:p>
                      <a:pPr marL="0" marR="0" lvl="0" indent="0" algn="ctr" defTabSz="1584325" rtl="0" eaLnBrk="1" fontAlgn="base" latinLnBrk="0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Clr>
                          <a:srgbClr val="808080"/>
                        </a:buClr>
                        <a:buSzPct val="90000"/>
                        <a:buFont typeface="Wingdings" panose="05000000000000000000" pitchFamily="2" charset="2"/>
                        <a:buNone/>
                        <a:tabLst/>
                      </a:pPr>
                      <a:endParaRPr lang="ko-KR" altLang="en-US" sz="1100" kern="1200" spc="-70" dirty="0" smtClean="0">
                        <a:ln w="0"/>
                        <a:solidFill>
                          <a:schemeClr val="tx1"/>
                        </a:solidFill>
                        <a:effectLst/>
                        <a:latin typeface="Rix모던고딕 M" pitchFamily="18" charset="-127"/>
                        <a:ea typeface="Rix모던고딕 M" pitchFamily="18" charset="-127"/>
                        <a:cs typeface="+mn-cs"/>
                      </a:endParaRPr>
                    </a:p>
                  </a:txBody>
                  <a:tcPr marL="36000" marR="36000" marT="25198" marB="25198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pSp>
        <p:nvGrpSpPr>
          <p:cNvPr id="88" name="그룹 87"/>
          <p:cNvGrpSpPr/>
          <p:nvPr/>
        </p:nvGrpSpPr>
        <p:grpSpPr>
          <a:xfrm>
            <a:off x="7642890" y="4953351"/>
            <a:ext cx="2400119" cy="1473552"/>
            <a:chOff x="7642890" y="4517030"/>
            <a:chExt cx="2400119" cy="1473552"/>
          </a:xfrm>
        </p:grpSpPr>
        <p:grpSp>
          <p:nvGrpSpPr>
            <p:cNvPr id="89" name="그룹 88"/>
            <p:cNvGrpSpPr/>
            <p:nvPr/>
          </p:nvGrpSpPr>
          <p:grpSpPr>
            <a:xfrm>
              <a:off x="7651796" y="4517030"/>
              <a:ext cx="2391213" cy="108012"/>
              <a:chOff x="7651020" y="4750119"/>
              <a:chExt cx="2583593" cy="108012"/>
            </a:xfrm>
          </p:grpSpPr>
          <p:sp>
            <p:nvSpPr>
              <p:cNvPr id="136" name="타원 135"/>
              <p:cNvSpPr/>
              <p:nvPr/>
            </p:nvSpPr>
            <p:spPr>
              <a:xfrm>
                <a:off x="7651020" y="4750119"/>
                <a:ext cx="108012" cy="108012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37" name="타원 136"/>
              <p:cNvSpPr/>
              <p:nvPr/>
            </p:nvSpPr>
            <p:spPr>
              <a:xfrm>
                <a:off x="8273988" y="4750119"/>
                <a:ext cx="108012" cy="108012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38" name="타원 137"/>
              <p:cNvSpPr/>
              <p:nvPr/>
            </p:nvSpPr>
            <p:spPr>
              <a:xfrm>
                <a:off x="8897876" y="4750119"/>
                <a:ext cx="108012" cy="108012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39" name="타원 138"/>
              <p:cNvSpPr/>
              <p:nvPr/>
            </p:nvSpPr>
            <p:spPr>
              <a:xfrm>
                <a:off x="9503633" y="4750119"/>
                <a:ext cx="108012" cy="108012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40" name="타원 139"/>
              <p:cNvSpPr/>
              <p:nvPr/>
            </p:nvSpPr>
            <p:spPr>
              <a:xfrm>
                <a:off x="10126601" y="4750119"/>
                <a:ext cx="108012" cy="108012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</p:grpSp>
        <p:grpSp>
          <p:nvGrpSpPr>
            <p:cNvPr id="90" name="그룹 89"/>
            <p:cNvGrpSpPr/>
            <p:nvPr/>
          </p:nvGrpSpPr>
          <p:grpSpPr>
            <a:xfrm>
              <a:off x="7642890" y="4778572"/>
              <a:ext cx="2400118" cy="944409"/>
              <a:chOff x="7641398" y="5011661"/>
              <a:chExt cx="2593215" cy="944409"/>
            </a:xfrm>
          </p:grpSpPr>
          <p:grpSp>
            <p:nvGrpSpPr>
              <p:cNvPr id="123" name="그룹 122"/>
              <p:cNvGrpSpPr/>
              <p:nvPr/>
            </p:nvGrpSpPr>
            <p:grpSpPr>
              <a:xfrm flipH="1">
                <a:off x="8884054" y="5011661"/>
                <a:ext cx="121834" cy="944409"/>
                <a:chOff x="9391576" y="4586240"/>
                <a:chExt cx="121834" cy="944409"/>
              </a:xfrm>
            </p:grpSpPr>
            <p:sp>
              <p:nvSpPr>
                <p:cNvPr id="130" name="타원 129"/>
                <p:cNvSpPr/>
                <p:nvPr/>
              </p:nvSpPr>
              <p:spPr>
                <a:xfrm>
                  <a:off x="9408787" y="4870902"/>
                  <a:ext cx="104623" cy="108012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/>
                </a:p>
              </p:txBody>
            </p:sp>
            <p:sp>
              <p:nvSpPr>
                <p:cNvPr id="131" name="원호 130"/>
                <p:cNvSpPr/>
                <p:nvPr/>
              </p:nvSpPr>
              <p:spPr>
                <a:xfrm>
                  <a:off x="9400310" y="4873472"/>
                  <a:ext cx="108000" cy="108000"/>
                </a:xfrm>
                <a:prstGeom prst="arc">
                  <a:avLst>
                    <a:gd name="adj1" fmla="val 16200000"/>
                    <a:gd name="adj2" fmla="val 5443167"/>
                  </a:avLst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>
                    <a:solidFill>
                      <a:schemeClr val="lt1"/>
                    </a:solidFill>
                  </a:endParaRPr>
                </a:p>
              </p:txBody>
            </p:sp>
            <p:sp>
              <p:nvSpPr>
                <p:cNvPr id="132" name="타원 131"/>
                <p:cNvSpPr/>
                <p:nvPr/>
              </p:nvSpPr>
              <p:spPr>
                <a:xfrm>
                  <a:off x="9408787" y="4586240"/>
                  <a:ext cx="104623" cy="108012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/>
                </a:p>
              </p:txBody>
            </p:sp>
            <p:sp>
              <p:nvSpPr>
                <p:cNvPr id="133" name="원호 132"/>
                <p:cNvSpPr/>
                <p:nvPr/>
              </p:nvSpPr>
              <p:spPr>
                <a:xfrm>
                  <a:off x="9400310" y="4588810"/>
                  <a:ext cx="108000" cy="108000"/>
                </a:xfrm>
                <a:prstGeom prst="arc">
                  <a:avLst>
                    <a:gd name="adj1" fmla="val 16200000"/>
                    <a:gd name="adj2" fmla="val 5443167"/>
                  </a:avLst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>
                    <a:solidFill>
                      <a:schemeClr val="lt1"/>
                    </a:solidFill>
                  </a:endParaRPr>
                </a:p>
              </p:txBody>
            </p:sp>
            <p:sp>
              <p:nvSpPr>
                <p:cNvPr id="134" name="타원 133"/>
                <p:cNvSpPr/>
                <p:nvPr/>
              </p:nvSpPr>
              <p:spPr>
                <a:xfrm>
                  <a:off x="9395885" y="5419862"/>
                  <a:ext cx="104624" cy="108012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/>
                </a:p>
              </p:txBody>
            </p:sp>
            <p:sp>
              <p:nvSpPr>
                <p:cNvPr id="135" name="원호 134"/>
                <p:cNvSpPr/>
                <p:nvPr/>
              </p:nvSpPr>
              <p:spPr>
                <a:xfrm>
                  <a:off x="9391576" y="5422649"/>
                  <a:ext cx="108000" cy="108000"/>
                </a:xfrm>
                <a:prstGeom prst="arc">
                  <a:avLst>
                    <a:gd name="adj1" fmla="val 16200000"/>
                    <a:gd name="adj2" fmla="val 5443167"/>
                  </a:avLst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>
                    <a:solidFill>
                      <a:schemeClr val="lt1"/>
                    </a:solidFill>
                  </a:endParaRPr>
                </a:p>
              </p:txBody>
            </p:sp>
          </p:grpSp>
          <p:sp>
            <p:nvSpPr>
              <p:cNvPr id="124" name="타원 123"/>
              <p:cNvSpPr/>
              <p:nvPr/>
            </p:nvSpPr>
            <p:spPr>
              <a:xfrm>
                <a:off x="8273988" y="5023227"/>
                <a:ext cx="108012" cy="108012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25" name="타원 124"/>
              <p:cNvSpPr/>
              <p:nvPr/>
            </p:nvSpPr>
            <p:spPr>
              <a:xfrm>
                <a:off x="7641398" y="5036509"/>
                <a:ext cx="108012" cy="108012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grpSp>
            <p:nvGrpSpPr>
              <p:cNvPr id="126" name="그룹 125"/>
              <p:cNvGrpSpPr/>
              <p:nvPr/>
            </p:nvGrpSpPr>
            <p:grpSpPr>
              <a:xfrm flipH="1">
                <a:off x="9503633" y="5023227"/>
                <a:ext cx="108012" cy="108012"/>
                <a:chOff x="10638432" y="4597806"/>
                <a:chExt cx="108012" cy="108012"/>
              </a:xfrm>
            </p:grpSpPr>
            <p:sp>
              <p:nvSpPr>
                <p:cNvPr id="128" name="타원 127"/>
                <p:cNvSpPr/>
                <p:nvPr/>
              </p:nvSpPr>
              <p:spPr>
                <a:xfrm>
                  <a:off x="10638432" y="4597806"/>
                  <a:ext cx="108012" cy="108012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/>
                </a:p>
              </p:txBody>
            </p:sp>
            <p:sp>
              <p:nvSpPr>
                <p:cNvPr id="129" name="원호 128"/>
                <p:cNvSpPr/>
                <p:nvPr/>
              </p:nvSpPr>
              <p:spPr>
                <a:xfrm>
                  <a:off x="10638432" y="4597806"/>
                  <a:ext cx="108000" cy="108000"/>
                </a:xfrm>
                <a:prstGeom prst="arc">
                  <a:avLst>
                    <a:gd name="adj1" fmla="val 16200000"/>
                    <a:gd name="adj2" fmla="val 10610198"/>
                  </a:avLst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>
                    <a:solidFill>
                      <a:schemeClr val="lt1"/>
                    </a:solidFill>
                  </a:endParaRPr>
                </a:p>
              </p:txBody>
            </p:sp>
          </p:grpSp>
          <p:sp>
            <p:nvSpPr>
              <p:cNvPr id="127" name="타원 126"/>
              <p:cNvSpPr/>
              <p:nvPr/>
            </p:nvSpPr>
            <p:spPr>
              <a:xfrm>
                <a:off x="10126601" y="5023227"/>
                <a:ext cx="108012" cy="108012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</p:grpSp>
        <p:grpSp>
          <p:nvGrpSpPr>
            <p:cNvPr id="91" name="그룹 90"/>
            <p:cNvGrpSpPr/>
            <p:nvPr/>
          </p:nvGrpSpPr>
          <p:grpSpPr>
            <a:xfrm>
              <a:off x="7651796" y="5063246"/>
              <a:ext cx="2391213" cy="108012"/>
              <a:chOff x="7651020" y="5296335"/>
              <a:chExt cx="2583593" cy="108012"/>
            </a:xfrm>
          </p:grpSpPr>
          <p:grpSp>
            <p:nvGrpSpPr>
              <p:cNvPr id="115" name="그룹 114"/>
              <p:cNvGrpSpPr/>
              <p:nvPr/>
            </p:nvGrpSpPr>
            <p:grpSpPr>
              <a:xfrm flipH="1">
                <a:off x="7651020" y="5296335"/>
                <a:ext cx="108012" cy="108012"/>
                <a:chOff x="10638432" y="4597806"/>
                <a:chExt cx="108012" cy="108012"/>
              </a:xfrm>
            </p:grpSpPr>
            <p:sp>
              <p:nvSpPr>
                <p:cNvPr id="121" name="타원 120"/>
                <p:cNvSpPr/>
                <p:nvPr/>
              </p:nvSpPr>
              <p:spPr>
                <a:xfrm>
                  <a:off x="10638432" y="4597806"/>
                  <a:ext cx="108012" cy="108012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/>
                </a:p>
              </p:txBody>
            </p:sp>
            <p:sp>
              <p:nvSpPr>
                <p:cNvPr id="122" name="원호 121"/>
                <p:cNvSpPr/>
                <p:nvPr/>
              </p:nvSpPr>
              <p:spPr>
                <a:xfrm>
                  <a:off x="10638432" y="4597806"/>
                  <a:ext cx="108000" cy="108000"/>
                </a:xfrm>
                <a:prstGeom prst="arc">
                  <a:avLst>
                    <a:gd name="adj1" fmla="val 16200000"/>
                    <a:gd name="adj2" fmla="val 10610198"/>
                  </a:avLst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>
                    <a:solidFill>
                      <a:schemeClr val="lt1"/>
                    </a:solidFill>
                  </a:endParaRPr>
                </a:p>
              </p:txBody>
            </p:sp>
          </p:grpSp>
          <p:sp>
            <p:nvSpPr>
              <p:cNvPr id="116" name="타원 115"/>
              <p:cNvSpPr/>
              <p:nvPr/>
            </p:nvSpPr>
            <p:spPr>
              <a:xfrm>
                <a:off x="8273988" y="5296335"/>
                <a:ext cx="108012" cy="108012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grpSp>
            <p:nvGrpSpPr>
              <p:cNvPr id="117" name="그룹 116"/>
              <p:cNvGrpSpPr/>
              <p:nvPr/>
            </p:nvGrpSpPr>
            <p:grpSpPr>
              <a:xfrm flipH="1">
                <a:off x="9503633" y="5296335"/>
                <a:ext cx="108012" cy="108012"/>
                <a:chOff x="10638432" y="4597806"/>
                <a:chExt cx="108012" cy="108012"/>
              </a:xfrm>
            </p:grpSpPr>
            <p:sp>
              <p:nvSpPr>
                <p:cNvPr id="119" name="타원 118"/>
                <p:cNvSpPr/>
                <p:nvPr/>
              </p:nvSpPr>
              <p:spPr>
                <a:xfrm>
                  <a:off x="10638432" y="4597806"/>
                  <a:ext cx="108012" cy="108012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/>
                </a:p>
              </p:txBody>
            </p:sp>
            <p:sp>
              <p:nvSpPr>
                <p:cNvPr id="120" name="원호 119"/>
                <p:cNvSpPr/>
                <p:nvPr/>
              </p:nvSpPr>
              <p:spPr>
                <a:xfrm>
                  <a:off x="10638432" y="4597806"/>
                  <a:ext cx="108000" cy="108000"/>
                </a:xfrm>
                <a:prstGeom prst="arc">
                  <a:avLst>
                    <a:gd name="adj1" fmla="val 16200000"/>
                    <a:gd name="adj2" fmla="val 10610198"/>
                  </a:avLst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>
                    <a:solidFill>
                      <a:schemeClr val="lt1"/>
                    </a:solidFill>
                  </a:endParaRPr>
                </a:p>
              </p:txBody>
            </p:sp>
          </p:grpSp>
          <p:sp>
            <p:nvSpPr>
              <p:cNvPr id="118" name="타원 117"/>
              <p:cNvSpPr/>
              <p:nvPr/>
            </p:nvSpPr>
            <p:spPr>
              <a:xfrm>
                <a:off x="10126601" y="5296335"/>
                <a:ext cx="108012" cy="108012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</p:grpSp>
        <p:grpSp>
          <p:nvGrpSpPr>
            <p:cNvPr id="92" name="그룹 91"/>
            <p:cNvGrpSpPr/>
            <p:nvPr/>
          </p:nvGrpSpPr>
          <p:grpSpPr>
            <a:xfrm>
              <a:off x="7651796" y="5336354"/>
              <a:ext cx="2391213" cy="108012"/>
              <a:chOff x="7651020" y="5587595"/>
              <a:chExt cx="2583593" cy="108012"/>
            </a:xfrm>
          </p:grpSpPr>
          <p:sp>
            <p:nvSpPr>
              <p:cNvPr id="110" name="타원 109"/>
              <p:cNvSpPr/>
              <p:nvPr/>
            </p:nvSpPr>
            <p:spPr>
              <a:xfrm>
                <a:off x="7651020" y="5587595"/>
                <a:ext cx="108012" cy="108012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11" name="타원 110"/>
              <p:cNvSpPr/>
              <p:nvPr/>
            </p:nvSpPr>
            <p:spPr>
              <a:xfrm>
                <a:off x="8273988" y="5587595"/>
                <a:ext cx="108012" cy="108012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12" name="타원 111"/>
              <p:cNvSpPr/>
              <p:nvPr/>
            </p:nvSpPr>
            <p:spPr>
              <a:xfrm>
                <a:off x="8897876" y="5587595"/>
                <a:ext cx="108012" cy="108012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13" name="타원 112"/>
              <p:cNvSpPr/>
              <p:nvPr/>
            </p:nvSpPr>
            <p:spPr>
              <a:xfrm>
                <a:off x="9503633" y="5587595"/>
                <a:ext cx="108012" cy="108012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14" name="타원 113"/>
              <p:cNvSpPr/>
              <p:nvPr/>
            </p:nvSpPr>
            <p:spPr>
              <a:xfrm>
                <a:off x="10126601" y="5587595"/>
                <a:ext cx="108012" cy="108012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</p:grpSp>
        <p:grpSp>
          <p:nvGrpSpPr>
            <p:cNvPr id="93" name="그룹 92"/>
            <p:cNvGrpSpPr/>
            <p:nvPr/>
          </p:nvGrpSpPr>
          <p:grpSpPr>
            <a:xfrm>
              <a:off x="7651796" y="5609462"/>
              <a:ext cx="2391213" cy="108012"/>
              <a:chOff x="7651020" y="5842551"/>
              <a:chExt cx="2583593" cy="108012"/>
            </a:xfrm>
          </p:grpSpPr>
          <p:sp>
            <p:nvSpPr>
              <p:cNvPr id="104" name="타원 103"/>
              <p:cNvSpPr/>
              <p:nvPr/>
            </p:nvSpPr>
            <p:spPr>
              <a:xfrm>
                <a:off x="8273988" y="5842551"/>
                <a:ext cx="108012" cy="108012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grpSp>
            <p:nvGrpSpPr>
              <p:cNvPr id="105" name="그룹 104"/>
              <p:cNvGrpSpPr/>
              <p:nvPr/>
            </p:nvGrpSpPr>
            <p:grpSpPr>
              <a:xfrm flipH="1">
                <a:off x="9503633" y="5842551"/>
                <a:ext cx="108012" cy="108012"/>
                <a:chOff x="10638432" y="4597806"/>
                <a:chExt cx="108012" cy="108012"/>
              </a:xfrm>
            </p:grpSpPr>
            <p:sp>
              <p:nvSpPr>
                <p:cNvPr id="108" name="타원 107"/>
                <p:cNvSpPr/>
                <p:nvPr/>
              </p:nvSpPr>
              <p:spPr>
                <a:xfrm>
                  <a:off x="10638432" y="4597806"/>
                  <a:ext cx="108012" cy="108012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/>
                </a:p>
              </p:txBody>
            </p:sp>
            <p:sp>
              <p:nvSpPr>
                <p:cNvPr id="109" name="원호 108"/>
                <p:cNvSpPr/>
                <p:nvPr/>
              </p:nvSpPr>
              <p:spPr>
                <a:xfrm>
                  <a:off x="10638432" y="4597806"/>
                  <a:ext cx="108000" cy="108000"/>
                </a:xfrm>
                <a:prstGeom prst="arc">
                  <a:avLst>
                    <a:gd name="adj1" fmla="val 16200000"/>
                    <a:gd name="adj2" fmla="val 10610198"/>
                  </a:avLst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>
                    <a:solidFill>
                      <a:schemeClr val="lt1"/>
                    </a:solidFill>
                  </a:endParaRPr>
                </a:p>
              </p:txBody>
            </p:sp>
          </p:grpSp>
          <p:sp>
            <p:nvSpPr>
              <p:cNvPr id="106" name="타원 105"/>
              <p:cNvSpPr/>
              <p:nvPr/>
            </p:nvSpPr>
            <p:spPr>
              <a:xfrm>
                <a:off x="10126601" y="5842551"/>
                <a:ext cx="108012" cy="108012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07" name="타원 106"/>
              <p:cNvSpPr/>
              <p:nvPr/>
            </p:nvSpPr>
            <p:spPr>
              <a:xfrm>
                <a:off x="7651020" y="5842551"/>
                <a:ext cx="108012" cy="108012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</p:grpSp>
        <p:grpSp>
          <p:nvGrpSpPr>
            <p:cNvPr id="94" name="그룹 93"/>
            <p:cNvGrpSpPr/>
            <p:nvPr/>
          </p:nvGrpSpPr>
          <p:grpSpPr>
            <a:xfrm>
              <a:off x="7651796" y="5882570"/>
              <a:ext cx="2391213" cy="108012"/>
              <a:chOff x="7651020" y="6115659"/>
              <a:chExt cx="2583593" cy="108012"/>
            </a:xfrm>
          </p:grpSpPr>
          <p:grpSp>
            <p:nvGrpSpPr>
              <p:cNvPr id="95" name="그룹 94"/>
              <p:cNvGrpSpPr/>
              <p:nvPr/>
            </p:nvGrpSpPr>
            <p:grpSpPr>
              <a:xfrm flipH="1">
                <a:off x="7651020" y="6115659"/>
                <a:ext cx="108012" cy="108012"/>
                <a:chOff x="10638432" y="4597806"/>
                <a:chExt cx="108012" cy="108012"/>
              </a:xfrm>
            </p:grpSpPr>
            <p:sp>
              <p:nvSpPr>
                <p:cNvPr id="102" name="타원 101"/>
                <p:cNvSpPr/>
                <p:nvPr/>
              </p:nvSpPr>
              <p:spPr>
                <a:xfrm>
                  <a:off x="10638432" y="4597806"/>
                  <a:ext cx="108012" cy="108012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/>
                </a:p>
              </p:txBody>
            </p:sp>
            <p:sp>
              <p:nvSpPr>
                <p:cNvPr id="103" name="원호 102"/>
                <p:cNvSpPr/>
                <p:nvPr/>
              </p:nvSpPr>
              <p:spPr>
                <a:xfrm>
                  <a:off x="10638432" y="4597806"/>
                  <a:ext cx="108000" cy="108000"/>
                </a:xfrm>
                <a:prstGeom prst="arc">
                  <a:avLst>
                    <a:gd name="adj1" fmla="val 16200000"/>
                    <a:gd name="adj2" fmla="val 10610198"/>
                  </a:avLst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>
                    <a:solidFill>
                      <a:schemeClr val="lt1"/>
                    </a:solidFill>
                  </a:endParaRPr>
                </a:p>
              </p:txBody>
            </p:sp>
          </p:grpSp>
          <p:sp>
            <p:nvSpPr>
              <p:cNvPr id="96" name="타원 95"/>
              <p:cNvSpPr/>
              <p:nvPr/>
            </p:nvSpPr>
            <p:spPr>
              <a:xfrm>
                <a:off x="8273988" y="6115659"/>
                <a:ext cx="108012" cy="108012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97" name="타원 96"/>
              <p:cNvSpPr/>
              <p:nvPr/>
            </p:nvSpPr>
            <p:spPr>
              <a:xfrm>
                <a:off x="8897876" y="6115659"/>
                <a:ext cx="108012" cy="108012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grpSp>
            <p:nvGrpSpPr>
              <p:cNvPr id="98" name="그룹 97"/>
              <p:cNvGrpSpPr/>
              <p:nvPr/>
            </p:nvGrpSpPr>
            <p:grpSpPr>
              <a:xfrm flipH="1">
                <a:off x="9503633" y="6115659"/>
                <a:ext cx="108012" cy="108012"/>
                <a:chOff x="10638432" y="4597806"/>
                <a:chExt cx="108012" cy="108012"/>
              </a:xfrm>
            </p:grpSpPr>
            <p:sp>
              <p:nvSpPr>
                <p:cNvPr id="100" name="타원 99"/>
                <p:cNvSpPr/>
                <p:nvPr/>
              </p:nvSpPr>
              <p:spPr>
                <a:xfrm>
                  <a:off x="10638432" y="4597806"/>
                  <a:ext cx="108012" cy="108012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/>
                </a:p>
              </p:txBody>
            </p:sp>
            <p:sp>
              <p:nvSpPr>
                <p:cNvPr id="101" name="원호 100"/>
                <p:cNvSpPr/>
                <p:nvPr/>
              </p:nvSpPr>
              <p:spPr>
                <a:xfrm>
                  <a:off x="10638432" y="4597806"/>
                  <a:ext cx="108000" cy="108000"/>
                </a:xfrm>
                <a:prstGeom prst="arc">
                  <a:avLst>
                    <a:gd name="adj1" fmla="val 16200000"/>
                    <a:gd name="adj2" fmla="val 10610198"/>
                  </a:avLst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>
                    <a:solidFill>
                      <a:schemeClr val="lt1"/>
                    </a:solidFill>
                  </a:endParaRPr>
                </a:p>
              </p:txBody>
            </p:sp>
          </p:grpSp>
          <p:sp>
            <p:nvSpPr>
              <p:cNvPr id="99" name="타원 98"/>
              <p:cNvSpPr/>
              <p:nvPr/>
            </p:nvSpPr>
            <p:spPr>
              <a:xfrm>
                <a:off x="10126601" y="6115659"/>
                <a:ext cx="108012" cy="108012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</p:grpSp>
      </p:grpSp>
      <p:sp>
        <p:nvSpPr>
          <p:cNvPr id="141" name="직사각형 140"/>
          <p:cNvSpPr/>
          <p:nvPr/>
        </p:nvSpPr>
        <p:spPr>
          <a:xfrm>
            <a:off x="6845593" y="4864027"/>
            <a:ext cx="3480970" cy="270195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 smtClean="0">
              <a:solidFill>
                <a:schemeClr val="tx1"/>
              </a:solidFill>
            </a:endParaRPr>
          </a:p>
        </p:txBody>
      </p:sp>
      <p:sp>
        <p:nvSpPr>
          <p:cNvPr id="142" name="직사각형 141"/>
          <p:cNvSpPr/>
          <p:nvPr/>
        </p:nvSpPr>
        <p:spPr>
          <a:xfrm>
            <a:off x="6845593" y="5691583"/>
            <a:ext cx="3480970" cy="270195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 smtClean="0">
              <a:solidFill>
                <a:schemeClr val="tx1"/>
              </a:solidFill>
            </a:endParaRPr>
          </a:p>
        </p:txBody>
      </p:sp>
      <p:grpSp>
        <p:nvGrpSpPr>
          <p:cNvPr id="143" name="그룹 142"/>
          <p:cNvGrpSpPr/>
          <p:nvPr/>
        </p:nvGrpSpPr>
        <p:grpSpPr>
          <a:xfrm>
            <a:off x="606166" y="4315163"/>
            <a:ext cx="971627" cy="914970"/>
            <a:chOff x="1548013" y="2192150"/>
            <a:chExt cx="1772315" cy="1668969"/>
          </a:xfrm>
          <a:effectLst>
            <a:reflection blurRad="6350" stA="43000" endPos="16000" dir="5400000" sy="-100000" algn="bl" rotWithShape="0"/>
          </a:effectLst>
        </p:grpSpPr>
        <p:sp>
          <p:nvSpPr>
            <p:cNvPr id="144" name="타원 143"/>
            <p:cNvSpPr/>
            <p:nvPr/>
          </p:nvSpPr>
          <p:spPr>
            <a:xfrm>
              <a:off x="1600912" y="2192150"/>
              <a:ext cx="1666518" cy="1668969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82550">
              <a:solidFill>
                <a:srgbClr val="1B91C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ko-KR" altLang="en-US" dirty="0">
                <a:latin typeface="나눔고딕" pitchFamily="50" charset="-127"/>
                <a:ea typeface="나눔고딕" pitchFamily="50" charset="-127"/>
              </a:endParaRPr>
            </a:p>
          </p:txBody>
        </p:sp>
        <p:sp>
          <p:nvSpPr>
            <p:cNvPr id="145" name="제목 1"/>
            <p:cNvSpPr txBox="1">
              <a:spLocks/>
            </p:cNvSpPr>
            <p:nvPr/>
          </p:nvSpPr>
          <p:spPr>
            <a:xfrm>
              <a:off x="1548013" y="2607294"/>
              <a:ext cx="1772315" cy="614567"/>
            </a:xfrm>
            <a:prstGeom prst="rect">
              <a:avLst/>
            </a:prstGeom>
          </p:spPr>
          <p:txBody>
            <a:bodyPr/>
            <a:lstStyle>
              <a:lvl1pPr algn="l" defTabSz="995690" rtl="0" eaLnBrk="1" latinLnBrk="1" hangingPunct="1">
                <a:spcBef>
                  <a:spcPct val="0"/>
                </a:spcBef>
                <a:buNone/>
                <a:defRPr sz="3500" kern="1200">
                  <a:solidFill>
                    <a:schemeClr val="tx1"/>
                  </a:solidFill>
                  <a:latin typeface="나눔고딕 ExtraBold" panose="020D0904000000000000" pitchFamily="50" charset="-127"/>
                  <a:ea typeface="나눔고딕 ExtraBold" panose="020D0904000000000000" pitchFamily="50" charset="-127"/>
                  <a:cs typeface="+mj-cs"/>
                </a:defRPr>
              </a:lvl1pPr>
            </a:lstStyle>
            <a:p>
              <a:pPr algn="ctr"/>
              <a:r>
                <a:rPr lang="ko-KR" altLang="en-US" sz="1400" spc="-100" dirty="0">
                  <a:latin typeface="Rix모던고딕 B" panose="02020603020101020101" pitchFamily="18" charset="-127"/>
                  <a:ea typeface="Rix모던고딕 B" panose="02020603020101020101" pitchFamily="18" charset="-127"/>
                </a:rPr>
                <a:t>고성능 및</a:t>
              </a:r>
            </a:p>
            <a:p>
              <a:pPr algn="ctr"/>
              <a:r>
                <a:rPr lang="ko-KR" altLang="en-US" sz="1400" spc="-100" dirty="0">
                  <a:latin typeface="Rix모던고딕 B" panose="02020603020101020101" pitchFamily="18" charset="-127"/>
                  <a:ea typeface="Rix모던고딕 B" panose="02020603020101020101" pitchFamily="18" charset="-127"/>
                </a:rPr>
                <a:t>효율성</a:t>
              </a:r>
            </a:p>
          </p:txBody>
        </p:sp>
      </p:grpSp>
      <p:grpSp>
        <p:nvGrpSpPr>
          <p:cNvPr id="146" name="그룹 145"/>
          <p:cNvGrpSpPr/>
          <p:nvPr/>
        </p:nvGrpSpPr>
        <p:grpSpPr>
          <a:xfrm>
            <a:off x="2505958" y="4315163"/>
            <a:ext cx="971627" cy="914970"/>
            <a:chOff x="1548013" y="2192150"/>
            <a:chExt cx="1772315" cy="1668969"/>
          </a:xfrm>
          <a:effectLst>
            <a:reflection blurRad="6350" stA="43000" endPos="16000" dir="5400000" sy="-100000" algn="bl" rotWithShape="0"/>
          </a:effectLst>
        </p:grpSpPr>
        <p:sp>
          <p:nvSpPr>
            <p:cNvPr id="147" name="타원 146"/>
            <p:cNvSpPr/>
            <p:nvPr/>
          </p:nvSpPr>
          <p:spPr>
            <a:xfrm>
              <a:off x="1600912" y="2192150"/>
              <a:ext cx="1666518" cy="1668969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82550">
              <a:solidFill>
                <a:srgbClr val="1B91C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ko-KR" altLang="en-US" dirty="0">
                <a:latin typeface="나눔고딕" pitchFamily="50" charset="-127"/>
                <a:ea typeface="나눔고딕" pitchFamily="50" charset="-127"/>
              </a:endParaRPr>
            </a:p>
          </p:txBody>
        </p:sp>
        <p:sp>
          <p:nvSpPr>
            <p:cNvPr id="148" name="제목 1"/>
            <p:cNvSpPr txBox="1">
              <a:spLocks/>
            </p:cNvSpPr>
            <p:nvPr/>
          </p:nvSpPr>
          <p:spPr>
            <a:xfrm>
              <a:off x="1548013" y="2607294"/>
              <a:ext cx="1772315" cy="614567"/>
            </a:xfrm>
            <a:prstGeom prst="rect">
              <a:avLst/>
            </a:prstGeom>
          </p:spPr>
          <p:txBody>
            <a:bodyPr/>
            <a:lstStyle>
              <a:lvl1pPr algn="l" defTabSz="995690" rtl="0" eaLnBrk="1" latinLnBrk="1" hangingPunct="1">
                <a:spcBef>
                  <a:spcPct val="0"/>
                </a:spcBef>
                <a:buNone/>
                <a:defRPr sz="3500" kern="1200">
                  <a:solidFill>
                    <a:schemeClr val="tx1"/>
                  </a:solidFill>
                  <a:latin typeface="나눔고딕 ExtraBold" panose="020D0904000000000000" pitchFamily="50" charset="-127"/>
                  <a:ea typeface="나눔고딕 ExtraBold" panose="020D0904000000000000" pitchFamily="50" charset="-127"/>
                  <a:cs typeface="+mj-cs"/>
                </a:defRPr>
              </a:lvl1pPr>
            </a:lstStyle>
            <a:p>
              <a:pPr algn="ctr"/>
              <a:r>
                <a:rPr lang="ko-KR" altLang="en-US" sz="1400" spc="-100" dirty="0">
                  <a:latin typeface="Rix모던고딕 B" panose="02020603020101020101" pitchFamily="18" charset="-127"/>
                  <a:ea typeface="Rix모던고딕 B" panose="02020603020101020101" pitchFamily="18" charset="-127"/>
                </a:rPr>
                <a:t>안정성 및</a:t>
              </a:r>
            </a:p>
            <a:p>
              <a:pPr algn="ctr"/>
              <a:r>
                <a:rPr lang="ko-KR" altLang="en-US" sz="1400" spc="-100" dirty="0">
                  <a:latin typeface="Rix모던고딕 B" panose="02020603020101020101" pitchFamily="18" charset="-127"/>
                  <a:ea typeface="Rix모던고딕 B" panose="02020603020101020101" pitchFamily="18" charset="-127"/>
                </a:rPr>
                <a:t>확장성</a:t>
              </a:r>
            </a:p>
          </p:txBody>
        </p:sp>
      </p:grpSp>
      <p:grpSp>
        <p:nvGrpSpPr>
          <p:cNvPr id="149" name="그룹 148"/>
          <p:cNvGrpSpPr/>
          <p:nvPr/>
        </p:nvGrpSpPr>
        <p:grpSpPr>
          <a:xfrm>
            <a:off x="4405749" y="4315163"/>
            <a:ext cx="971627" cy="914970"/>
            <a:chOff x="1548013" y="2192150"/>
            <a:chExt cx="1772315" cy="1668969"/>
          </a:xfrm>
          <a:effectLst>
            <a:reflection blurRad="6350" stA="43000" endPos="16000" dir="5400000" sy="-100000" algn="bl" rotWithShape="0"/>
          </a:effectLst>
        </p:grpSpPr>
        <p:sp>
          <p:nvSpPr>
            <p:cNvPr id="150" name="타원 149"/>
            <p:cNvSpPr/>
            <p:nvPr/>
          </p:nvSpPr>
          <p:spPr>
            <a:xfrm>
              <a:off x="1600912" y="2192150"/>
              <a:ext cx="1666518" cy="1668969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82550">
              <a:solidFill>
                <a:srgbClr val="1B91C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ko-KR" altLang="en-US" dirty="0">
                <a:latin typeface="나눔고딕" pitchFamily="50" charset="-127"/>
                <a:ea typeface="나눔고딕" pitchFamily="50" charset="-127"/>
              </a:endParaRPr>
            </a:p>
          </p:txBody>
        </p:sp>
        <p:sp>
          <p:nvSpPr>
            <p:cNvPr id="151" name="제목 1"/>
            <p:cNvSpPr txBox="1">
              <a:spLocks/>
            </p:cNvSpPr>
            <p:nvPr/>
          </p:nvSpPr>
          <p:spPr>
            <a:xfrm>
              <a:off x="1548013" y="2720238"/>
              <a:ext cx="1772315" cy="614567"/>
            </a:xfrm>
            <a:prstGeom prst="rect">
              <a:avLst/>
            </a:prstGeom>
          </p:spPr>
          <p:txBody>
            <a:bodyPr/>
            <a:lstStyle>
              <a:lvl1pPr algn="l" defTabSz="995690" rtl="0" eaLnBrk="1" latinLnBrk="1" hangingPunct="1">
                <a:spcBef>
                  <a:spcPct val="0"/>
                </a:spcBef>
                <a:buNone/>
                <a:defRPr sz="3500" kern="1200">
                  <a:solidFill>
                    <a:schemeClr val="tx1"/>
                  </a:solidFill>
                  <a:latin typeface="나눔고딕 ExtraBold" panose="020D0904000000000000" pitchFamily="50" charset="-127"/>
                  <a:ea typeface="나눔고딕 ExtraBold" panose="020D0904000000000000" pitchFamily="50" charset="-127"/>
                  <a:cs typeface="+mj-cs"/>
                </a:defRPr>
              </a:lvl1pPr>
            </a:lstStyle>
            <a:p>
              <a:pPr algn="ctr"/>
              <a:r>
                <a:rPr lang="ko-KR" altLang="en-US" sz="1400" spc="-100" dirty="0">
                  <a:latin typeface="Rix모던고딕 B" panose="02020603020101020101" pitchFamily="18" charset="-127"/>
                  <a:ea typeface="Rix모던고딕 B" panose="02020603020101020101" pitchFamily="18" charset="-127"/>
                </a:rPr>
                <a:t>호환성</a:t>
              </a:r>
            </a:p>
          </p:txBody>
        </p:sp>
      </p:grpSp>
      <p:sp>
        <p:nvSpPr>
          <p:cNvPr id="152" name="직사각형 151"/>
          <p:cNvSpPr/>
          <p:nvPr/>
        </p:nvSpPr>
        <p:spPr>
          <a:xfrm>
            <a:off x="283935" y="5501098"/>
            <a:ext cx="1755507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t" anchorCtr="0">
            <a:spAutoFit/>
            <a:scene3d>
              <a:camera prst="orthographicFront"/>
              <a:lightRig rig="threePt" dir="t"/>
            </a:scene3d>
            <a:sp3d>
              <a:bevelT w="0"/>
            </a:sp3d>
          </a:bodyPr>
          <a:lstStyle/>
          <a:p>
            <a:pPr marL="108000" lvl="1" indent="-108000" defTabSz="1078664" fontAlgn="base" latinLnBrk="0">
              <a:spcBef>
                <a:spcPct val="0"/>
              </a:spcBef>
              <a:spcAft>
                <a:spcPct val="0"/>
              </a:spcAft>
              <a:buClr>
                <a:schemeClr val="tx1">
                  <a:lumMod val="75000"/>
                  <a:lumOff val="25000"/>
                </a:schemeClr>
              </a:buClr>
              <a:buSzPct val="80000"/>
              <a:buFont typeface="Arial" panose="020B0604020202020204" pitchFamily="34" charset="0"/>
              <a:buChar char="•"/>
              <a:tabLst>
                <a:tab pos="6150461" algn="l"/>
              </a:tabLst>
              <a:defRPr/>
            </a:pPr>
            <a:r>
              <a:rPr lang="ko-KR" altLang="en-US" sz="1100" spc="-130" dirty="0">
                <a:latin typeface="Rix모던고딕 M" pitchFamily="18" charset="-127"/>
                <a:ea typeface="Rix모던고딕 M" pitchFamily="18" charset="-127"/>
              </a:rPr>
              <a:t>실기간 업무 환경을 고려한 고성능의 </a:t>
            </a:r>
            <a:r>
              <a:rPr lang="en-US" altLang="ko-KR" sz="1100" spc="-130" dirty="0">
                <a:latin typeface="Rix모던고딕 M" pitchFamily="18" charset="-127"/>
                <a:ea typeface="Rix모던고딕 M" pitchFamily="18" charset="-127"/>
              </a:rPr>
              <a:t>Low-Latency </a:t>
            </a:r>
            <a:r>
              <a:rPr lang="ko-KR" altLang="en-US" sz="1100" spc="-130" dirty="0">
                <a:latin typeface="Rix모던고딕 M" pitchFamily="18" charset="-127"/>
                <a:ea typeface="Rix모던고딕 M" pitchFamily="18" charset="-127"/>
              </a:rPr>
              <a:t>성능 확보</a:t>
            </a:r>
          </a:p>
          <a:p>
            <a:pPr marL="108000" lvl="1" indent="-108000" defTabSz="1078664" fontAlgn="base" latinLnBrk="0">
              <a:spcBef>
                <a:spcPct val="0"/>
              </a:spcBef>
              <a:spcAft>
                <a:spcPct val="0"/>
              </a:spcAft>
              <a:buClr>
                <a:schemeClr val="tx1">
                  <a:lumMod val="75000"/>
                  <a:lumOff val="25000"/>
                </a:schemeClr>
              </a:buClr>
              <a:buSzPct val="80000"/>
              <a:buFont typeface="Arial" panose="020B0604020202020204" pitchFamily="34" charset="0"/>
              <a:buChar char="•"/>
              <a:tabLst>
                <a:tab pos="6150461" algn="l"/>
              </a:tabLst>
              <a:defRPr/>
            </a:pPr>
            <a:r>
              <a:rPr lang="ko-KR" altLang="en-US" sz="1100" spc="-130" dirty="0">
                <a:latin typeface="Rix모던고딕 M" pitchFamily="18" charset="-127"/>
                <a:ea typeface="Rix모던고딕 M" pitchFamily="18" charset="-127"/>
              </a:rPr>
              <a:t>효율적인 </a:t>
            </a:r>
            <a:r>
              <a:rPr lang="en-US" altLang="ko-KR" sz="1100" spc="-130" dirty="0">
                <a:latin typeface="Rix모던고딕 M" pitchFamily="18" charset="-127"/>
                <a:ea typeface="Rix모던고딕 M" pitchFamily="18" charset="-127"/>
              </a:rPr>
              <a:t>TCO </a:t>
            </a:r>
            <a:r>
              <a:rPr lang="ko-KR" altLang="en-US" sz="1100" spc="-130" dirty="0">
                <a:latin typeface="Rix모던고딕 M" pitchFamily="18" charset="-127"/>
                <a:ea typeface="Rix모던고딕 M" pitchFamily="18" charset="-127"/>
              </a:rPr>
              <a:t>절감이 가능한 가상화</a:t>
            </a:r>
            <a:r>
              <a:rPr lang="en-US" altLang="ko-KR" sz="1100" spc="-130" dirty="0">
                <a:latin typeface="Rix모던고딕 M" pitchFamily="18" charset="-127"/>
                <a:ea typeface="Rix모던고딕 M" pitchFamily="18" charset="-127"/>
              </a:rPr>
              <a:t>(1:N or N:1) </a:t>
            </a:r>
            <a:r>
              <a:rPr lang="ko-KR" altLang="en-US" sz="1100" spc="-130" dirty="0">
                <a:latin typeface="Rix모던고딕 M" pitchFamily="18" charset="-127"/>
                <a:ea typeface="Rix모던고딕 M" pitchFamily="18" charset="-127"/>
              </a:rPr>
              <a:t>적용 기능 확보</a:t>
            </a:r>
          </a:p>
          <a:p>
            <a:pPr marL="108000" lvl="1" indent="-108000" defTabSz="1078664" fontAlgn="base" latinLnBrk="0">
              <a:spcBef>
                <a:spcPct val="0"/>
              </a:spcBef>
              <a:spcAft>
                <a:spcPct val="0"/>
              </a:spcAft>
              <a:buClr>
                <a:schemeClr val="tx1">
                  <a:lumMod val="75000"/>
                  <a:lumOff val="25000"/>
                </a:schemeClr>
              </a:buClr>
              <a:buSzPct val="80000"/>
              <a:buFont typeface="Arial" panose="020B0604020202020204" pitchFamily="34" charset="0"/>
              <a:buChar char="•"/>
              <a:tabLst>
                <a:tab pos="6150461" algn="l"/>
              </a:tabLst>
              <a:defRPr/>
            </a:pPr>
            <a:r>
              <a:rPr lang="ko-KR" altLang="en-US" sz="1100" spc="-130" dirty="0">
                <a:latin typeface="Rix모던고딕 M" pitchFamily="18" charset="-127"/>
                <a:ea typeface="Rix모던고딕 M" pitchFamily="18" charset="-127"/>
              </a:rPr>
              <a:t>동일 기능 제품의 통일을 통한 운영의 효율성 확보</a:t>
            </a:r>
          </a:p>
        </p:txBody>
      </p:sp>
      <p:grpSp>
        <p:nvGrpSpPr>
          <p:cNvPr id="153" name="그룹 152"/>
          <p:cNvGrpSpPr/>
          <p:nvPr/>
        </p:nvGrpSpPr>
        <p:grpSpPr>
          <a:xfrm>
            <a:off x="1899821" y="4621442"/>
            <a:ext cx="317345" cy="1934085"/>
            <a:chOff x="1983123" y="4131781"/>
            <a:chExt cx="317345" cy="1934085"/>
          </a:xfrm>
        </p:grpSpPr>
        <p:grpSp>
          <p:nvGrpSpPr>
            <p:cNvPr id="154" name="그룹 153"/>
            <p:cNvGrpSpPr/>
            <p:nvPr/>
          </p:nvGrpSpPr>
          <p:grpSpPr>
            <a:xfrm>
              <a:off x="1983123" y="4131781"/>
              <a:ext cx="317345" cy="323754"/>
              <a:chOff x="6628604" y="3385152"/>
              <a:chExt cx="429206" cy="429206"/>
            </a:xfrm>
          </p:grpSpPr>
          <p:sp>
            <p:nvSpPr>
              <p:cNvPr id="156" name="타원 155"/>
              <p:cNvSpPr/>
              <p:nvPr/>
            </p:nvSpPr>
            <p:spPr>
              <a:xfrm>
                <a:off x="6628604" y="3385152"/>
                <a:ext cx="429206" cy="429206"/>
              </a:xfrm>
              <a:prstGeom prst="ellipse">
                <a:avLst/>
              </a:prstGeom>
              <a:solidFill>
                <a:srgbClr val="1B91C1"/>
              </a:solidFill>
              <a:ln>
                <a:noFill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  <a:reflection blurRad="6350" stA="50000" endA="300" endPos="8000" dist="50800" dir="5400000" sy="-100000" algn="bl" rotWithShape="0"/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0" h="0"/>
              </a:sp3d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latinLnBrk="0"/>
                <a:endParaRPr lang="ko-KR" altLang="en-US" sz="1600" dirty="0">
                  <a:ln w="0"/>
                  <a:gradFill>
                    <a:gsLst>
                      <a:gs pos="21000">
                        <a:srgbClr val="53575C"/>
                      </a:gs>
                      <a:gs pos="88000">
                        <a:srgbClr val="C5C7CA"/>
                      </a:gs>
                    </a:gsLst>
                    <a:lin ang="5400000"/>
                  </a:gradFill>
                </a:endParaRPr>
              </a:p>
            </p:txBody>
          </p:sp>
          <p:pic>
            <p:nvPicPr>
              <p:cNvPr id="157" name="그림 156"/>
              <p:cNvPicPr>
                <a:picLocks noChangeAspect="1"/>
              </p:cNvPicPr>
              <p:nvPr/>
            </p:nvPicPr>
            <p:blipFill>
              <a:blip r:embed="rId5" cstate="print">
                <a:duotone>
                  <a:prstClr val="black"/>
                  <a:schemeClr val="accent1">
                    <a:tint val="45000"/>
                    <a:satMod val="400000"/>
                  </a:scheme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689872" y="3446421"/>
                <a:ext cx="306670" cy="306668"/>
              </a:xfrm>
              <a:prstGeom prst="rect">
                <a:avLst/>
              </a:prstGeom>
            </p:spPr>
          </p:pic>
        </p:grpSp>
        <p:cxnSp>
          <p:nvCxnSpPr>
            <p:cNvPr id="155" name="직선 연결선 154"/>
            <p:cNvCxnSpPr/>
            <p:nvPr/>
          </p:nvCxnSpPr>
          <p:spPr>
            <a:xfrm>
              <a:off x="2141795" y="4478103"/>
              <a:ext cx="0" cy="1587763"/>
            </a:xfrm>
            <a:prstGeom prst="line">
              <a:avLst/>
            </a:prstGeom>
            <a:ln w="12700">
              <a:solidFill>
                <a:srgbClr val="0DB7C7"/>
              </a:solidFill>
              <a:prstDash val="sysDot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8" name="그룹 157"/>
          <p:cNvGrpSpPr/>
          <p:nvPr/>
        </p:nvGrpSpPr>
        <p:grpSpPr>
          <a:xfrm>
            <a:off x="3796458" y="4621442"/>
            <a:ext cx="317345" cy="1934085"/>
            <a:chOff x="1983123" y="4131781"/>
            <a:chExt cx="317345" cy="1934085"/>
          </a:xfrm>
        </p:grpSpPr>
        <p:grpSp>
          <p:nvGrpSpPr>
            <p:cNvPr id="159" name="그룹 158"/>
            <p:cNvGrpSpPr/>
            <p:nvPr/>
          </p:nvGrpSpPr>
          <p:grpSpPr>
            <a:xfrm>
              <a:off x="1983123" y="4131781"/>
              <a:ext cx="317345" cy="323754"/>
              <a:chOff x="6628604" y="3385152"/>
              <a:chExt cx="429206" cy="429206"/>
            </a:xfrm>
          </p:grpSpPr>
          <p:sp>
            <p:nvSpPr>
              <p:cNvPr id="161" name="타원 160"/>
              <p:cNvSpPr/>
              <p:nvPr/>
            </p:nvSpPr>
            <p:spPr>
              <a:xfrm>
                <a:off x="6628604" y="3385152"/>
                <a:ext cx="429206" cy="429206"/>
              </a:xfrm>
              <a:prstGeom prst="ellipse">
                <a:avLst/>
              </a:prstGeom>
              <a:solidFill>
                <a:srgbClr val="1B91C1"/>
              </a:solidFill>
              <a:ln>
                <a:noFill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  <a:reflection blurRad="6350" stA="50000" endA="300" endPos="8000" dist="50800" dir="5400000" sy="-100000" algn="bl" rotWithShape="0"/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0" h="0"/>
              </a:sp3d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latinLnBrk="0"/>
                <a:endParaRPr lang="ko-KR" altLang="en-US" sz="1600" dirty="0">
                  <a:ln w="0"/>
                  <a:gradFill>
                    <a:gsLst>
                      <a:gs pos="21000">
                        <a:srgbClr val="53575C"/>
                      </a:gs>
                      <a:gs pos="88000">
                        <a:srgbClr val="C5C7CA"/>
                      </a:gs>
                    </a:gsLst>
                    <a:lin ang="5400000"/>
                  </a:gradFill>
                </a:endParaRPr>
              </a:p>
            </p:txBody>
          </p:sp>
          <p:pic>
            <p:nvPicPr>
              <p:cNvPr id="162" name="그림 161"/>
              <p:cNvPicPr>
                <a:picLocks noChangeAspect="1"/>
              </p:cNvPicPr>
              <p:nvPr/>
            </p:nvPicPr>
            <p:blipFill>
              <a:blip r:embed="rId5" cstate="print">
                <a:duotone>
                  <a:prstClr val="black"/>
                  <a:schemeClr val="accent1">
                    <a:tint val="45000"/>
                    <a:satMod val="400000"/>
                  </a:scheme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689872" y="3446421"/>
                <a:ext cx="306670" cy="306668"/>
              </a:xfrm>
              <a:prstGeom prst="rect">
                <a:avLst/>
              </a:prstGeom>
            </p:spPr>
          </p:pic>
        </p:grpSp>
        <p:cxnSp>
          <p:nvCxnSpPr>
            <p:cNvPr id="160" name="직선 연결선 159"/>
            <p:cNvCxnSpPr/>
            <p:nvPr/>
          </p:nvCxnSpPr>
          <p:spPr>
            <a:xfrm>
              <a:off x="2141795" y="4478103"/>
              <a:ext cx="0" cy="1587763"/>
            </a:xfrm>
            <a:prstGeom prst="line">
              <a:avLst/>
            </a:prstGeom>
            <a:ln w="12700">
              <a:solidFill>
                <a:srgbClr val="0DB7C7"/>
              </a:solidFill>
              <a:prstDash val="sysDot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3" name="직사각형 162"/>
          <p:cNvSpPr/>
          <p:nvPr/>
        </p:nvSpPr>
        <p:spPr>
          <a:xfrm>
            <a:off x="2126557" y="5501098"/>
            <a:ext cx="1755507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t" anchorCtr="0">
            <a:spAutoFit/>
            <a:scene3d>
              <a:camera prst="orthographicFront"/>
              <a:lightRig rig="threePt" dir="t"/>
            </a:scene3d>
            <a:sp3d>
              <a:bevelT w="0"/>
            </a:sp3d>
          </a:bodyPr>
          <a:lstStyle/>
          <a:p>
            <a:pPr marL="108000" lvl="1" indent="-108000" defTabSz="1078664" fontAlgn="base" latinLnBrk="0">
              <a:spcBef>
                <a:spcPct val="0"/>
              </a:spcBef>
              <a:spcAft>
                <a:spcPct val="0"/>
              </a:spcAft>
              <a:buClr>
                <a:schemeClr val="tx1">
                  <a:lumMod val="75000"/>
                  <a:lumOff val="25000"/>
                </a:schemeClr>
              </a:buClr>
              <a:buSzPct val="80000"/>
              <a:buFont typeface="Arial" panose="020B0604020202020204" pitchFamily="34" charset="0"/>
              <a:buChar char="•"/>
              <a:tabLst>
                <a:tab pos="6150461" algn="l"/>
              </a:tabLst>
              <a:defRPr/>
            </a:pPr>
            <a:r>
              <a:rPr lang="ko-KR" altLang="en-US" sz="1100" spc="-130" dirty="0">
                <a:latin typeface="Rix모던고딕 M" pitchFamily="18" charset="-127"/>
                <a:ea typeface="Rix모던고딕 M" pitchFamily="18" charset="-127"/>
              </a:rPr>
              <a:t>장애발생 시 신속한 서비스 재개가 가능한 안정적인 이중화 구조</a:t>
            </a:r>
          </a:p>
          <a:p>
            <a:pPr marL="108000" lvl="1" indent="-108000" defTabSz="1078664" fontAlgn="base" latinLnBrk="0">
              <a:spcBef>
                <a:spcPct val="0"/>
              </a:spcBef>
              <a:spcAft>
                <a:spcPct val="0"/>
              </a:spcAft>
              <a:buClr>
                <a:schemeClr val="tx1">
                  <a:lumMod val="75000"/>
                  <a:lumOff val="25000"/>
                </a:schemeClr>
              </a:buClr>
              <a:buSzPct val="80000"/>
              <a:buFont typeface="Arial" panose="020B0604020202020204" pitchFamily="34" charset="0"/>
              <a:buChar char="•"/>
              <a:tabLst>
                <a:tab pos="6150461" algn="l"/>
              </a:tabLst>
              <a:defRPr/>
            </a:pPr>
            <a:r>
              <a:rPr lang="ko-KR" altLang="en-US" sz="1100" spc="-130" dirty="0">
                <a:latin typeface="Rix모던고딕 M" pitchFamily="18" charset="-127"/>
                <a:ea typeface="Rix모던고딕 M" pitchFamily="18" charset="-127"/>
              </a:rPr>
              <a:t>리소스 부족 시 안정적으로 예비자원 확보</a:t>
            </a:r>
          </a:p>
          <a:p>
            <a:pPr marL="108000" lvl="1" indent="-108000" defTabSz="1078664" fontAlgn="base" latinLnBrk="0">
              <a:spcBef>
                <a:spcPct val="0"/>
              </a:spcBef>
              <a:spcAft>
                <a:spcPct val="0"/>
              </a:spcAft>
              <a:buClr>
                <a:schemeClr val="tx1">
                  <a:lumMod val="75000"/>
                  <a:lumOff val="25000"/>
                </a:schemeClr>
              </a:buClr>
              <a:buSzPct val="80000"/>
              <a:buFont typeface="Arial" panose="020B0604020202020204" pitchFamily="34" charset="0"/>
              <a:buChar char="•"/>
              <a:tabLst>
                <a:tab pos="6150461" algn="l"/>
              </a:tabLst>
              <a:defRPr/>
            </a:pPr>
            <a:r>
              <a:rPr lang="ko-KR" altLang="en-US" sz="1100" spc="-130" dirty="0">
                <a:latin typeface="Rix모던고딕 M" pitchFamily="18" charset="-127"/>
                <a:ea typeface="Rix모던고딕 M" pitchFamily="18" charset="-127"/>
              </a:rPr>
              <a:t>대역폭 확장</a:t>
            </a:r>
            <a:r>
              <a:rPr lang="en-US" altLang="ko-KR" sz="1100" spc="-130" dirty="0">
                <a:latin typeface="Rix모던고딕 M" pitchFamily="18" charset="-127"/>
                <a:ea typeface="Rix모던고딕 M" pitchFamily="18" charset="-127"/>
              </a:rPr>
              <a:t>(100G Ready)</a:t>
            </a:r>
            <a:r>
              <a:rPr lang="ko-KR" altLang="en-US" sz="1100" spc="-130" dirty="0">
                <a:latin typeface="Rix모던고딕 M" pitchFamily="18" charset="-127"/>
                <a:ea typeface="Rix모던고딕 M" pitchFamily="18" charset="-127"/>
              </a:rPr>
              <a:t>가능한 제품 선정</a:t>
            </a:r>
          </a:p>
        </p:txBody>
      </p:sp>
      <p:sp>
        <p:nvSpPr>
          <p:cNvPr id="164" name="직사각형 163"/>
          <p:cNvSpPr/>
          <p:nvPr/>
        </p:nvSpPr>
        <p:spPr>
          <a:xfrm>
            <a:off x="3982569" y="5501098"/>
            <a:ext cx="1755507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t" anchorCtr="0">
            <a:spAutoFit/>
            <a:scene3d>
              <a:camera prst="orthographicFront"/>
              <a:lightRig rig="threePt" dir="t"/>
            </a:scene3d>
            <a:sp3d>
              <a:bevelT w="0"/>
            </a:sp3d>
          </a:bodyPr>
          <a:lstStyle/>
          <a:p>
            <a:pPr marL="108000" lvl="1" indent="-108000" defTabSz="1078664" fontAlgn="base" latinLnBrk="0">
              <a:spcBef>
                <a:spcPct val="0"/>
              </a:spcBef>
              <a:spcAft>
                <a:spcPct val="0"/>
              </a:spcAft>
              <a:buClr>
                <a:schemeClr val="tx1">
                  <a:lumMod val="75000"/>
                  <a:lumOff val="25000"/>
                </a:schemeClr>
              </a:buClr>
              <a:buSzPct val="80000"/>
              <a:buFont typeface="Arial" panose="020B0604020202020204" pitchFamily="34" charset="0"/>
              <a:buChar char="•"/>
              <a:tabLst>
                <a:tab pos="6150461" algn="l"/>
              </a:tabLst>
              <a:defRPr/>
            </a:pPr>
            <a:r>
              <a:rPr lang="ko-KR" altLang="en-US" sz="1100" spc="-130" dirty="0">
                <a:latin typeface="Rix모던고딕 M" pitchFamily="18" charset="-127"/>
                <a:ea typeface="Rix모던고딕 M" pitchFamily="18" charset="-127"/>
              </a:rPr>
              <a:t>현재 운영중인 타 장비와의 연동을 위한 호환성 고려</a:t>
            </a:r>
          </a:p>
          <a:p>
            <a:pPr marL="108000" lvl="1" indent="-108000" defTabSz="1078664" fontAlgn="base" latinLnBrk="0">
              <a:spcBef>
                <a:spcPct val="0"/>
              </a:spcBef>
              <a:spcAft>
                <a:spcPct val="0"/>
              </a:spcAft>
              <a:buClr>
                <a:schemeClr val="tx1">
                  <a:lumMod val="75000"/>
                  <a:lumOff val="25000"/>
                </a:schemeClr>
              </a:buClr>
              <a:buSzPct val="80000"/>
              <a:buFont typeface="Arial" panose="020B0604020202020204" pitchFamily="34" charset="0"/>
              <a:buChar char="•"/>
              <a:tabLst>
                <a:tab pos="6150461" algn="l"/>
              </a:tabLst>
              <a:defRPr/>
            </a:pPr>
            <a:r>
              <a:rPr lang="ko-KR" altLang="en-US" sz="1100" spc="-130" dirty="0">
                <a:latin typeface="Rix모던고딕 M" pitchFamily="18" charset="-127"/>
                <a:ea typeface="Rix모던고딕 M" pitchFamily="18" charset="-127"/>
              </a:rPr>
              <a:t>여러 시스템간 원활한 연동을 위한 환경 고려</a:t>
            </a:r>
          </a:p>
          <a:p>
            <a:pPr marL="108000" lvl="1" indent="-108000" defTabSz="1078664" fontAlgn="base" latinLnBrk="0">
              <a:spcBef>
                <a:spcPct val="0"/>
              </a:spcBef>
              <a:spcAft>
                <a:spcPct val="0"/>
              </a:spcAft>
              <a:buClr>
                <a:schemeClr val="tx1">
                  <a:lumMod val="75000"/>
                  <a:lumOff val="25000"/>
                </a:schemeClr>
              </a:buClr>
              <a:buSzPct val="80000"/>
              <a:buFont typeface="Arial" panose="020B0604020202020204" pitchFamily="34" charset="0"/>
              <a:buChar char="•"/>
              <a:tabLst>
                <a:tab pos="6150461" algn="l"/>
              </a:tabLst>
              <a:defRPr/>
            </a:pPr>
            <a:r>
              <a:rPr lang="en-US" altLang="ko-KR" sz="1100" spc="-130" dirty="0">
                <a:latin typeface="Rix모던고딕 M" pitchFamily="18" charset="-127"/>
                <a:ea typeface="Rix모던고딕 M" pitchFamily="18" charset="-127"/>
              </a:rPr>
              <a:t>IEEE Standard </a:t>
            </a:r>
            <a:r>
              <a:rPr lang="ko-KR" altLang="en-US" sz="1100" spc="-130" dirty="0">
                <a:latin typeface="Rix모던고딕 M" pitchFamily="18" charset="-127"/>
                <a:ea typeface="Rix모던고딕 M" pitchFamily="18" charset="-127"/>
              </a:rPr>
              <a:t>기능을 만족하는 표준 기능 제공</a:t>
            </a:r>
          </a:p>
        </p:txBody>
      </p:sp>
    </p:spTree>
    <p:extLst>
      <p:ext uri="{BB962C8B-B14F-4D97-AF65-F5344CB8AC3E}">
        <p14:creationId xmlns:p14="http://schemas.microsoft.com/office/powerpoint/2010/main" val="15005176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/>
        </p:nvSpPr>
        <p:spPr>
          <a:xfrm>
            <a:off x="0" y="307090"/>
            <a:ext cx="10693400" cy="46218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 cap="rnd" cmpd="sng">
            <a:noFill/>
            <a:prstDash val="solid"/>
            <a:headEnd type="none" w="lg" len="med"/>
            <a:tailEnd type="none" w="lg" len="med"/>
          </a:ln>
          <a:effectLst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none" lIns="99569" tIns="172873" rIns="99569" bIns="49785"/>
          <a:lstStyle/>
          <a:p>
            <a:pPr algn="ctr" latinLnBrk="0"/>
            <a:endParaRPr lang="ko-KR" altLang="en-US" sz="1700" b="1" dirty="0">
              <a:gradFill>
                <a:gsLst>
                  <a:gs pos="0">
                    <a:prstClr val="white"/>
                  </a:gs>
                  <a:gs pos="100000">
                    <a:prstClr val="white"/>
                  </a:gs>
                </a:gsLst>
                <a:lin ang="5400000" scaled="0"/>
              </a:gra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고도 B" panose="02000503000000020004" pitchFamily="2" charset="-127"/>
              <a:ea typeface="고도 B" panose="02000503000000020004" pitchFamily="2" charset="-127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47918" y="357032"/>
            <a:ext cx="8148382" cy="369332"/>
          </a:xfrm>
          <a:prstGeom prst="rect">
            <a:avLst/>
          </a:prstGeom>
          <a:noFill/>
          <a:ln w="6350">
            <a:noFill/>
          </a:ln>
          <a:effectLst/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 anchorCtr="0">
            <a:spAutoFit/>
            <a:sp3d>
              <a:bevelT w="0" h="0"/>
              <a:contourClr>
                <a:schemeClr val="bg1"/>
              </a:contourClr>
            </a:sp3d>
          </a:bodyPr>
          <a:lstStyle>
            <a:defPPr>
              <a:defRPr lang="ko-KR"/>
            </a:defPPr>
            <a:lvl1pPr lvl="0" indent="0" defTabSz="801639" latinLnBrk="0">
              <a:lnSpc>
                <a:spcPct val="100000"/>
              </a:lnSpc>
              <a:spcBef>
                <a:spcPts val="88"/>
              </a:spcBef>
              <a:spcAft>
                <a:spcPts val="88"/>
              </a:spcAft>
              <a:defRPr sz="2400" spc="0">
                <a:ln>
                  <a:solidFill>
                    <a:prstClr val="white">
                      <a:alpha val="10000"/>
                    </a:prstClr>
                  </a:solidFill>
                </a:ln>
                <a:solidFill>
                  <a:prstClr val="white"/>
                </a:solidFill>
                <a:effectLst/>
                <a:latin typeface="나눔고딕 ExtraBold" panose="020D0904000000000000" pitchFamily="50" charset="-127"/>
                <a:ea typeface="나눔고딕 ExtraBold" panose="020D0904000000000000" pitchFamily="50" charset="-127"/>
              </a:defRPr>
            </a:lvl1pPr>
          </a:lstStyle>
          <a:p>
            <a:r>
              <a:rPr lang="en-US" altLang="ko-KR" spc="-150" dirty="0" smtClean="0">
                <a:solidFill>
                  <a:schemeClr val="tx1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Q20. </a:t>
            </a:r>
            <a:r>
              <a:rPr lang="ko-KR" altLang="en-US" spc="-150" dirty="0" smtClean="0">
                <a:solidFill>
                  <a:schemeClr val="tx1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무상하자보수 방안</a:t>
            </a:r>
            <a:endParaRPr lang="ko-KR" altLang="en-US" spc="-150" dirty="0">
              <a:solidFill>
                <a:schemeClr val="tx1"/>
              </a:solidFill>
              <a:latin typeface="Rix모던고딕 B" panose="02020603020101020101" pitchFamily="18" charset="-127"/>
              <a:ea typeface="Rix모던고딕 B" panose="02020603020101020101" pitchFamily="18" charset="-127"/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0" y="776868"/>
            <a:ext cx="10693400" cy="726557"/>
          </a:xfrm>
          <a:prstGeom prst="rect">
            <a:avLst/>
          </a:prstGeom>
          <a:solidFill>
            <a:srgbClr val="2F6495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 lang="ko-KR" alt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150411" y="834545"/>
            <a:ext cx="10363602" cy="609398"/>
          </a:xfrm>
          <a:prstGeom prst="rect">
            <a:avLst/>
          </a:prstGeom>
          <a:noFill/>
          <a:ln w="6350">
            <a:noFill/>
          </a:ln>
          <a:effectLst/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 anchorCtr="0">
            <a:spAutoFit/>
            <a:sp3d>
              <a:bevelT w="0" h="0"/>
              <a:contourClr>
                <a:schemeClr val="bg1"/>
              </a:contourClr>
            </a:sp3d>
          </a:bodyPr>
          <a:lstStyle>
            <a:defPPr>
              <a:defRPr lang="ko-KR"/>
            </a:defPPr>
            <a:lvl1pPr lvl="0" indent="0" defTabSz="801639" latinLnBrk="0">
              <a:lnSpc>
                <a:spcPct val="100000"/>
              </a:lnSpc>
              <a:spcBef>
                <a:spcPts val="88"/>
              </a:spcBef>
              <a:spcAft>
                <a:spcPts val="88"/>
              </a:spcAft>
              <a:defRPr sz="2400" spc="0">
                <a:ln>
                  <a:solidFill>
                    <a:prstClr val="white">
                      <a:alpha val="10000"/>
                    </a:prstClr>
                  </a:solidFill>
                </a:ln>
                <a:solidFill>
                  <a:prstClr val="white"/>
                </a:solidFill>
                <a:effectLst/>
                <a:latin typeface="나눔고딕 ExtraBold" panose="020D0904000000000000" pitchFamily="50" charset="-127"/>
                <a:ea typeface="나눔고딕 ExtraBold" panose="020D0904000000000000" pitchFamily="50" charset="-127"/>
              </a:defRPr>
            </a:lvl1pPr>
          </a:lstStyle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800" spc="-100" dirty="0" smtClean="0">
                <a:solidFill>
                  <a:schemeClr val="bg1"/>
                </a:solidFill>
                <a:latin typeface="Rix고딕 M" pitchFamily="18" charset="-127"/>
                <a:ea typeface="Rix고딕 M" pitchFamily="18" charset="-127"/>
              </a:rPr>
              <a:t>제안사는 무상하자보수 기간 중 뿐만 아니라 제품 유지보수 기간 중에 예비 장비를 </a:t>
            </a:r>
            <a:r>
              <a:rPr lang="ko-KR" altLang="en-US" sz="1800" spc="-100" dirty="0" err="1" smtClean="0">
                <a:solidFill>
                  <a:schemeClr val="bg1"/>
                </a:solidFill>
                <a:latin typeface="Rix고딕 M" pitchFamily="18" charset="-127"/>
                <a:ea typeface="Rix고딕 M" pitchFamily="18" charset="-127"/>
              </a:rPr>
              <a:t>지근</a:t>
            </a:r>
            <a:r>
              <a:rPr lang="ko-KR" altLang="en-US" sz="1800" spc="-100" dirty="0" smtClean="0">
                <a:solidFill>
                  <a:schemeClr val="bg1"/>
                </a:solidFill>
                <a:latin typeface="Rix고딕 M" pitchFamily="18" charset="-127"/>
                <a:ea typeface="Rix고딕 M" pitchFamily="18" charset="-127"/>
              </a:rPr>
              <a:t> 거리에 확보하여 신속한 </a:t>
            </a:r>
            <a:r>
              <a:rPr lang="ko-KR" altLang="en-US" sz="1800" spc="-100" dirty="0">
                <a:solidFill>
                  <a:schemeClr val="bg1"/>
                </a:solidFill>
                <a:latin typeface="Rix고딕 M" pitchFamily="18" charset="-127"/>
                <a:ea typeface="Rix고딕 M" pitchFamily="18" charset="-127"/>
              </a:rPr>
              <a:t>장애처리를 지원하겠습니다</a:t>
            </a:r>
            <a:r>
              <a:rPr lang="en-US" altLang="ko-KR" sz="1800" spc="-100" dirty="0">
                <a:solidFill>
                  <a:schemeClr val="bg1"/>
                </a:solidFill>
                <a:latin typeface="Rix고딕 M" pitchFamily="18" charset="-127"/>
                <a:ea typeface="Rix고딕 M" pitchFamily="18" charset="-127"/>
              </a:rPr>
              <a:t>.</a:t>
            </a:r>
          </a:p>
        </p:txBody>
      </p:sp>
      <p:sp>
        <p:nvSpPr>
          <p:cNvPr id="165" name="직사각형 164"/>
          <p:cNvSpPr/>
          <p:nvPr/>
        </p:nvSpPr>
        <p:spPr>
          <a:xfrm>
            <a:off x="476250" y="2199511"/>
            <a:ext cx="9791700" cy="1179389"/>
          </a:xfrm>
          <a:prstGeom prst="rect">
            <a:avLst/>
          </a:prstGeom>
          <a:pattFill prst="ltUpDiag">
            <a:fgClr>
              <a:schemeClr val="bg1">
                <a:lumMod val="85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defRPr/>
            </a:pPr>
            <a:endParaRPr lang="en-US" altLang="ko-KR" sz="1600" spc="-150" dirty="0">
              <a:solidFill>
                <a:schemeClr val="bg1"/>
              </a:solidFill>
              <a:latin typeface="Rix모던고딕 B" panose="02020603020101020101" pitchFamily="18" charset="-127"/>
              <a:ea typeface="Rix모던고딕 B" panose="02020603020101020101" pitchFamily="18" charset="-127"/>
            </a:endParaRPr>
          </a:p>
        </p:txBody>
      </p:sp>
      <p:sp>
        <p:nvSpPr>
          <p:cNvPr id="166" name="사다리꼴 165"/>
          <p:cNvSpPr/>
          <p:nvPr/>
        </p:nvSpPr>
        <p:spPr>
          <a:xfrm flipV="1">
            <a:off x="476250" y="3378902"/>
            <a:ext cx="9791700" cy="464818"/>
          </a:xfrm>
          <a:prstGeom prst="trapezoid">
            <a:avLst>
              <a:gd name="adj" fmla="val 298788"/>
            </a:avLst>
          </a:prstGeom>
          <a:gradFill>
            <a:gsLst>
              <a:gs pos="0">
                <a:schemeClr val="bg1"/>
              </a:gs>
              <a:gs pos="100000">
                <a:schemeClr val="bg1">
                  <a:lumMod val="75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 smtClean="0"/>
          </a:p>
        </p:txBody>
      </p:sp>
      <p:sp>
        <p:nvSpPr>
          <p:cNvPr id="167" name="직사각형 166"/>
          <p:cNvSpPr/>
          <p:nvPr/>
        </p:nvSpPr>
        <p:spPr>
          <a:xfrm>
            <a:off x="0" y="1643656"/>
            <a:ext cx="10693400" cy="555854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400" spc="-150" dirty="0">
              <a:solidFill>
                <a:schemeClr val="bg1"/>
              </a:solidFill>
              <a:latin typeface="Rix모던고딕 B" panose="02020603020101020101" pitchFamily="18" charset="-127"/>
              <a:ea typeface="Rix모던고딕 B" panose="02020603020101020101" pitchFamily="18" charset="-127"/>
            </a:endParaRPr>
          </a:p>
        </p:txBody>
      </p:sp>
      <p:sp>
        <p:nvSpPr>
          <p:cNvPr id="168" name="이등변 삼각형 9"/>
          <p:cNvSpPr/>
          <p:nvPr/>
        </p:nvSpPr>
        <p:spPr>
          <a:xfrm rot="10800000" flipV="1">
            <a:off x="222845" y="1738370"/>
            <a:ext cx="10269074" cy="369332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ctr" defTabSz="801639" fontAlgn="base" latinLnBrk="0">
              <a:spcBef>
                <a:spcPts val="88"/>
              </a:spcBef>
              <a:spcAft>
                <a:spcPts val="88"/>
              </a:spcAft>
            </a:pPr>
            <a:r>
              <a:rPr lang="ko-KR" altLang="en-US" sz="2400" spc="-150" dirty="0">
                <a:ln>
                  <a:solidFill>
                    <a:prstClr val="white">
                      <a:alpha val="10000"/>
                    </a:prstClr>
                  </a:solidFill>
                </a:ln>
                <a:solidFill>
                  <a:schemeClr val="bg1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장애의 즉각적인 해결로 안정화된 체계 유지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972505" y="2281949"/>
            <a:ext cx="1197763" cy="1024108"/>
          </a:xfrm>
          <a:prstGeom prst="rect">
            <a:avLst/>
          </a:prstGeom>
          <a:noFill/>
        </p:spPr>
        <p:txBody>
          <a:bodyPr wrap="square" lIns="98336" tIns="49169" rIns="98336" bIns="49169" rtlCol="0">
            <a:spAutoFit/>
          </a:bodyPr>
          <a:lstStyle/>
          <a:p>
            <a:pPr algn="ctr"/>
            <a:r>
              <a:rPr lang="ko-KR" altLang="en-US" sz="1500" kern="0" spc="-128" dirty="0">
                <a:ln>
                  <a:prstDash val="solid"/>
                </a:ln>
                <a:solidFill>
                  <a:srgbClr val="166CA5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체계 장애  </a:t>
            </a:r>
          </a:p>
          <a:p>
            <a:pPr algn="ctr"/>
            <a:r>
              <a:rPr lang="ko-KR" altLang="en-US" sz="1500" kern="0" spc="-128" dirty="0">
                <a:ln>
                  <a:prstDash val="solid"/>
                </a:ln>
                <a:solidFill>
                  <a:srgbClr val="166CA5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발생시 </a:t>
            </a:r>
          </a:p>
          <a:p>
            <a:pPr algn="ctr"/>
            <a:r>
              <a:rPr lang="en-US" altLang="ko-KR" sz="1500" kern="0" spc="-128" dirty="0">
                <a:ln>
                  <a:prstDash val="solid"/>
                </a:ln>
                <a:solidFill>
                  <a:srgbClr val="166CA5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6</a:t>
            </a:r>
            <a:r>
              <a:rPr lang="ko-KR" altLang="en-US" sz="1500" kern="0" spc="-128" dirty="0">
                <a:ln>
                  <a:prstDash val="solid"/>
                </a:ln>
                <a:solidFill>
                  <a:srgbClr val="166CA5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시간 </a:t>
            </a:r>
          </a:p>
          <a:p>
            <a:pPr algn="ctr"/>
            <a:r>
              <a:rPr lang="ko-KR" altLang="en-US" sz="1500" kern="0" spc="-128" dirty="0">
                <a:ln>
                  <a:prstDash val="solid"/>
                </a:ln>
                <a:solidFill>
                  <a:srgbClr val="166CA5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이내 복구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2863927" y="2281949"/>
            <a:ext cx="1197763" cy="1024108"/>
          </a:xfrm>
          <a:prstGeom prst="rect">
            <a:avLst/>
          </a:prstGeom>
          <a:noFill/>
        </p:spPr>
        <p:txBody>
          <a:bodyPr wrap="square" lIns="98336" tIns="49169" rIns="98336" bIns="49169" rtlCol="0">
            <a:spAutoFit/>
          </a:bodyPr>
          <a:lstStyle/>
          <a:p>
            <a:pPr algn="ctr"/>
            <a:r>
              <a:rPr lang="ko-KR" altLang="en-US" sz="1500" kern="0" spc="-128" dirty="0">
                <a:ln>
                  <a:prstDash val="solid"/>
                </a:ln>
                <a:solidFill>
                  <a:srgbClr val="166CA5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장애 </a:t>
            </a:r>
          </a:p>
          <a:p>
            <a:pPr algn="ctr"/>
            <a:r>
              <a:rPr lang="ko-KR" altLang="en-US" sz="1500" kern="0" spc="-128" dirty="0">
                <a:ln>
                  <a:prstDash val="solid"/>
                </a:ln>
                <a:solidFill>
                  <a:srgbClr val="166CA5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이력관리로</a:t>
            </a:r>
            <a:endParaRPr lang="en-US" altLang="ko-KR" sz="1500" kern="0" spc="-128" dirty="0">
              <a:ln>
                <a:prstDash val="solid"/>
              </a:ln>
              <a:solidFill>
                <a:srgbClr val="166CA5"/>
              </a:solidFill>
              <a:latin typeface="Rix모던고딕 EB" panose="02020603020101020101" pitchFamily="18" charset="-127"/>
              <a:ea typeface="Rix모던고딕 EB" panose="02020603020101020101" pitchFamily="18" charset="-127"/>
            </a:endParaRPr>
          </a:p>
          <a:p>
            <a:pPr algn="ctr"/>
            <a:r>
              <a:rPr lang="ko-KR" altLang="en-US" sz="1500" kern="0" spc="-128" dirty="0">
                <a:ln>
                  <a:prstDash val="solid"/>
                </a:ln>
                <a:solidFill>
                  <a:srgbClr val="166CA5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대응능력</a:t>
            </a:r>
          </a:p>
          <a:p>
            <a:pPr algn="ctr"/>
            <a:r>
              <a:rPr lang="ko-KR" altLang="en-US" sz="1500" kern="0" spc="-128" dirty="0">
                <a:ln>
                  <a:prstDash val="solid"/>
                </a:ln>
                <a:solidFill>
                  <a:srgbClr val="166CA5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향상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4789002" y="2281949"/>
            <a:ext cx="1197763" cy="1024108"/>
          </a:xfrm>
          <a:prstGeom prst="rect">
            <a:avLst/>
          </a:prstGeom>
          <a:noFill/>
        </p:spPr>
        <p:txBody>
          <a:bodyPr wrap="square" lIns="98336" tIns="49169" rIns="98336" bIns="49169" rtlCol="0">
            <a:spAutoFit/>
          </a:bodyPr>
          <a:lstStyle/>
          <a:p>
            <a:pPr algn="ctr"/>
            <a:r>
              <a:rPr lang="ko-KR" altLang="en-US" sz="1500" kern="0" spc="-128" dirty="0">
                <a:ln>
                  <a:prstDash val="solid"/>
                </a:ln>
                <a:solidFill>
                  <a:srgbClr val="166CA5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연속 장애  </a:t>
            </a:r>
          </a:p>
          <a:p>
            <a:pPr algn="ctr"/>
            <a:r>
              <a:rPr lang="ko-KR" altLang="en-US" sz="1500" kern="0" spc="-128" dirty="0">
                <a:ln>
                  <a:prstDash val="solid"/>
                </a:ln>
                <a:solidFill>
                  <a:srgbClr val="166CA5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발생시 </a:t>
            </a:r>
          </a:p>
          <a:p>
            <a:pPr algn="ctr"/>
            <a:r>
              <a:rPr lang="ko-KR" altLang="en-US" sz="1500" kern="0" spc="-128" dirty="0">
                <a:ln>
                  <a:prstDash val="solid"/>
                </a:ln>
                <a:solidFill>
                  <a:srgbClr val="166CA5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장비 교체 </a:t>
            </a:r>
          </a:p>
          <a:p>
            <a:pPr algn="ctr"/>
            <a:r>
              <a:rPr lang="en-US" altLang="ko-KR" sz="1500" kern="0" spc="-128" dirty="0">
                <a:ln>
                  <a:prstDash val="solid"/>
                </a:ln>
                <a:solidFill>
                  <a:srgbClr val="166CA5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(</a:t>
            </a:r>
            <a:r>
              <a:rPr lang="ko-KR" altLang="en-US" sz="1500" kern="0" spc="-128" dirty="0">
                <a:ln>
                  <a:prstDash val="solid"/>
                </a:ln>
                <a:solidFill>
                  <a:srgbClr val="166CA5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예비장비</a:t>
            </a:r>
            <a:r>
              <a:rPr lang="en-US" altLang="ko-KR" sz="1500" kern="0" spc="-128" dirty="0">
                <a:ln>
                  <a:prstDash val="solid"/>
                </a:ln>
                <a:solidFill>
                  <a:srgbClr val="166CA5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)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6681886" y="2281949"/>
            <a:ext cx="1197763" cy="1024108"/>
          </a:xfrm>
          <a:prstGeom prst="rect">
            <a:avLst/>
          </a:prstGeom>
          <a:noFill/>
        </p:spPr>
        <p:txBody>
          <a:bodyPr wrap="square" lIns="98336" tIns="49169" rIns="98336" bIns="49169" rtlCol="0">
            <a:spAutoFit/>
          </a:bodyPr>
          <a:lstStyle/>
          <a:p>
            <a:pPr algn="ctr"/>
            <a:r>
              <a:rPr lang="ko-KR" altLang="en-US" sz="1500" kern="0" spc="-128" dirty="0">
                <a:ln>
                  <a:prstDash val="solid"/>
                </a:ln>
                <a:solidFill>
                  <a:srgbClr val="166CA5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정밀분석으로</a:t>
            </a:r>
            <a:endParaRPr lang="en-US" altLang="ko-KR" sz="1500" kern="0" spc="-128" dirty="0">
              <a:ln>
                <a:prstDash val="solid"/>
              </a:ln>
              <a:solidFill>
                <a:srgbClr val="166CA5"/>
              </a:solidFill>
              <a:latin typeface="Rix모던고딕 EB" panose="02020603020101020101" pitchFamily="18" charset="-127"/>
              <a:ea typeface="Rix모던고딕 EB" panose="02020603020101020101" pitchFamily="18" charset="-127"/>
            </a:endParaRPr>
          </a:p>
          <a:p>
            <a:pPr algn="ctr"/>
            <a:r>
              <a:rPr lang="ko-KR" altLang="en-US" sz="1500" kern="0" spc="-128" dirty="0">
                <a:ln>
                  <a:prstDash val="solid"/>
                </a:ln>
                <a:solidFill>
                  <a:srgbClr val="166CA5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장애 발생</a:t>
            </a:r>
          </a:p>
          <a:p>
            <a:pPr algn="ctr"/>
            <a:r>
              <a:rPr lang="ko-KR" altLang="en-US" sz="1500" kern="0" spc="-128" dirty="0">
                <a:ln>
                  <a:prstDash val="solid"/>
                </a:ln>
                <a:solidFill>
                  <a:srgbClr val="166CA5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원인</a:t>
            </a:r>
            <a:r>
              <a:rPr lang="en-US" altLang="ko-KR" sz="1500" kern="0" spc="-128" dirty="0">
                <a:ln>
                  <a:prstDash val="solid"/>
                </a:ln>
                <a:solidFill>
                  <a:srgbClr val="166CA5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/</a:t>
            </a:r>
            <a:r>
              <a:rPr lang="ko-KR" altLang="en-US" sz="1500" kern="0" spc="-128" dirty="0">
                <a:ln>
                  <a:prstDash val="solid"/>
                </a:ln>
                <a:solidFill>
                  <a:srgbClr val="166CA5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요소         사전차단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8609086" y="2281949"/>
            <a:ext cx="1197763" cy="1024108"/>
          </a:xfrm>
          <a:prstGeom prst="rect">
            <a:avLst/>
          </a:prstGeom>
          <a:noFill/>
        </p:spPr>
        <p:txBody>
          <a:bodyPr wrap="square" lIns="98336" tIns="49169" rIns="98336" bIns="49169" rtlCol="0">
            <a:spAutoFit/>
          </a:bodyPr>
          <a:lstStyle/>
          <a:p>
            <a:pPr algn="ctr"/>
            <a:r>
              <a:rPr lang="ko-KR" altLang="en-US" sz="1500" kern="0" spc="-128" dirty="0">
                <a:ln>
                  <a:prstDash val="solid"/>
                </a:ln>
                <a:solidFill>
                  <a:srgbClr val="166CA5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신속한 </a:t>
            </a:r>
            <a:br>
              <a:rPr lang="ko-KR" altLang="en-US" sz="1500" kern="0" spc="-128" dirty="0">
                <a:ln>
                  <a:prstDash val="solid"/>
                </a:ln>
                <a:solidFill>
                  <a:srgbClr val="166CA5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</a:br>
            <a:r>
              <a:rPr lang="ko-KR" altLang="en-US" sz="1500" kern="0" spc="-128" dirty="0">
                <a:ln>
                  <a:prstDash val="solid"/>
                </a:ln>
                <a:solidFill>
                  <a:srgbClr val="166CA5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통신체계로</a:t>
            </a:r>
            <a:br>
              <a:rPr lang="ko-KR" altLang="en-US" sz="1500" kern="0" spc="-128" dirty="0">
                <a:ln>
                  <a:prstDash val="solid"/>
                </a:ln>
                <a:solidFill>
                  <a:srgbClr val="166CA5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</a:br>
            <a:r>
              <a:rPr lang="ko-KR" altLang="en-US" sz="1500" kern="0" spc="-128" dirty="0">
                <a:ln>
                  <a:prstDash val="solid"/>
                </a:ln>
                <a:solidFill>
                  <a:srgbClr val="166CA5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긴급 정비</a:t>
            </a:r>
            <a:br>
              <a:rPr lang="ko-KR" altLang="en-US" sz="1500" kern="0" spc="-128" dirty="0">
                <a:ln>
                  <a:prstDash val="solid"/>
                </a:ln>
                <a:solidFill>
                  <a:srgbClr val="166CA5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</a:br>
            <a:r>
              <a:rPr lang="ko-KR" altLang="en-US" sz="1500" kern="0" spc="-128" dirty="0">
                <a:ln>
                  <a:prstDash val="solid"/>
                </a:ln>
                <a:solidFill>
                  <a:srgbClr val="166CA5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지원태세 구축</a:t>
            </a:r>
          </a:p>
        </p:txBody>
      </p:sp>
      <p:cxnSp>
        <p:nvCxnSpPr>
          <p:cNvPr id="174" name="직선 연결선 173"/>
          <p:cNvCxnSpPr/>
          <p:nvPr/>
        </p:nvCxnSpPr>
        <p:spPr>
          <a:xfrm>
            <a:off x="2481739" y="2199511"/>
            <a:ext cx="0" cy="1179391"/>
          </a:xfrm>
          <a:prstGeom prst="line">
            <a:avLst/>
          </a:prstGeom>
          <a:ln w="15875">
            <a:solidFill>
              <a:schemeClr val="bg1">
                <a:lumMod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직선 연결선 174"/>
          <p:cNvCxnSpPr/>
          <p:nvPr/>
        </p:nvCxnSpPr>
        <p:spPr>
          <a:xfrm>
            <a:off x="4393089" y="2199511"/>
            <a:ext cx="0" cy="1179391"/>
          </a:xfrm>
          <a:prstGeom prst="line">
            <a:avLst/>
          </a:prstGeom>
          <a:ln w="15875">
            <a:solidFill>
              <a:schemeClr val="bg1">
                <a:lumMod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직선 연결선 175"/>
          <p:cNvCxnSpPr/>
          <p:nvPr/>
        </p:nvCxnSpPr>
        <p:spPr>
          <a:xfrm>
            <a:off x="6285389" y="2199511"/>
            <a:ext cx="0" cy="1179391"/>
          </a:xfrm>
          <a:prstGeom prst="line">
            <a:avLst/>
          </a:prstGeom>
          <a:ln w="15875">
            <a:solidFill>
              <a:schemeClr val="bg1">
                <a:lumMod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7" name="직선 연결선 176"/>
          <p:cNvCxnSpPr/>
          <p:nvPr/>
        </p:nvCxnSpPr>
        <p:spPr>
          <a:xfrm>
            <a:off x="8266589" y="2199511"/>
            <a:ext cx="0" cy="1179391"/>
          </a:xfrm>
          <a:prstGeom prst="line">
            <a:avLst/>
          </a:prstGeom>
          <a:ln w="15875">
            <a:solidFill>
              <a:schemeClr val="bg1">
                <a:lumMod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8" name="Picture 2" descr="G:\work\아이크래프트\그랜드코리아레져\발표자료\작업방\완료\GKL-02-20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1779" y="2558519"/>
            <a:ext cx="440247" cy="448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9" name="Picture 2" descr="G:\work\아이크래프트\그랜드코리아레져\발표자료\작업방\완료\GKL-02-20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72965" y="2558519"/>
            <a:ext cx="440247" cy="448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0" name="Picture 2" descr="G:\work\아이크래프트\그랜드코리아레져\발표자료\작업방\완료\GKL-02-20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77965" y="2558519"/>
            <a:ext cx="440247" cy="448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1" name="Picture 2" descr="G:\work\아이크래프트\그랜드코리아레져\발표자료\작업방\완료\GKL-02-20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52815" y="2558519"/>
            <a:ext cx="440247" cy="448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2" name="직사각형 181"/>
          <p:cNvSpPr/>
          <p:nvPr/>
        </p:nvSpPr>
        <p:spPr>
          <a:xfrm>
            <a:off x="1704404" y="3817244"/>
            <a:ext cx="8479679" cy="340006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1" algn="ctr">
              <a:spcBef>
                <a:spcPct val="0"/>
              </a:spcBef>
            </a:pPr>
            <a:endParaRPr lang="ko-KR" altLang="en-US" spc="-100" dirty="0">
              <a:solidFill>
                <a:schemeClr val="bg1"/>
              </a:solidFill>
              <a:latin typeface="Rix모던고딕 B" panose="02020603020101020101" pitchFamily="18" charset="-127"/>
              <a:ea typeface="Rix모던고딕 B" panose="02020603020101020101" pitchFamily="18" charset="-127"/>
              <a:cs typeface="+mj-cs"/>
              <a:sym typeface="Monotype Sorts" pitchFamily="2" charset="2"/>
            </a:endParaRPr>
          </a:p>
        </p:txBody>
      </p:sp>
      <p:sp>
        <p:nvSpPr>
          <p:cNvPr id="183" name="직사각형 182"/>
          <p:cNvSpPr/>
          <p:nvPr/>
        </p:nvSpPr>
        <p:spPr>
          <a:xfrm>
            <a:off x="543329" y="3824363"/>
            <a:ext cx="1101487" cy="3378836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1600" spc="-150" dirty="0">
                <a:solidFill>
                  <a:schemeClr val="bg1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무상</a:t>
            </a:r>
            <a:endParaRPr lang="en-US" altLang="ko-KR" sz="1600" spc="-150" dirty="0">
              <a:solidFill>
                <a:schemeClr val="bg1"/>
              </a:solidFill>
              <a:latin typeface="Rix모던고딕 B" panose="02020603020101020101" pitchFamily="18" charset="-127"/>
              <a:ea typeface="Rix모던고딕 B" panose="02020603020101020101" pitchFamily="18" charset="-127"/>
            </a:endParaRPr>
          </a:p>
          <a:p>
            <a:pPr algn="ctr"/>
            <a:r>
              <a:rPr lang="ko-KR" altLang="en-US" sz="1600" spc="-150" dirty="0">
                <a:solidFill>
                  <a:schemeClr val="bg1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하자보수</a:t>
            </a:r>
            <a:endParaRPr lang="en-US" altLang="ko-KR" sz="1600" spc="-150" dirty="0">
              <a:solidFill>
                <a:schemeClr val="bg1"/>
              </a:solidFill>
              <a:latin typeface="Rix모던고딕 B" panose="02020603020101020101" pitchFamily="18" charset="-127"/>
              <a:ea typeface="Rix모던고딕 B" panose="02020603020101020101" pitchFamily="18" charset="-127"/>
            </a:endParaRPr>
          </a:p>
          <a:p>
            <a:pPr algn="ctr"/>
            <a:r>
              <a:rPr lang="en-US" altLang="ko-KR" sz="1600" spc="-150" dirty="0">
                <a:solidFill>
                  <a:schemeClr val="bg1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(</a:t>
            </a:r>
            <a:r>
              <a:rPr lang="ko-KR" altLang="en-US" sz="1600" spc="-150" dirty="0">
                <a:solidFill>
                  <a:schemeClr val="bg1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검수 후 </a:t>
            </a:r>
            <a:r>
              <a:rPr lang="en-US" altLang="ko-KR" sz="1600" spc="-150" dirty="0">
                <a:solidFill>
                  <a:schemeClr val="bg1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1</a:t>
            </a:r>
            <a:r>
              <a:rPr lang="ko-KR" altLang="en-US" sz="1600" spc="-150" dirty="0">
                <a:solidFill>
                  <a:schemeClr val="bg1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년</a:t>
            </a:r>
            <a:r>
              <a:rPr lang="en-US" altLang="ko-KR" sz="1600" spc="-150" dirty="0">
                <a:solidFill>
                  <a:schemeClr val="bg1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)</a:t>
            </a:r>
          </a:p>
        </p:txBody>
      </p:sp>
      <p:sp>
        <p:nvSpPr>
          <p:cNvPr id="184" name="TextBox 183"/>
          <p:cNvSpPr txBox="1"/>
          <p:nvPr/>
        </p:nvSpPr>
        <p:spPr>
          <a:xfrm flipV="1">
            <a:off x="543330" y="6798432"/>
            <a:ext cx="1101485" cy="390432"/>
          </a:xfrm>
          <a:prstGeom prst="rect">
            <a:avLst/>
          </a:prstGeom>
          <a:gradFill>
            <a:gsLst>
              <a:gs pos="0">
                <a:schemeClr val="tx1">
                  <a:alpha val="31000"/>
                </a:schemeClr>
              </a:gs>
              <a:gs pos="100000">
                <a:srgbClr val="020824">
                  <a:alpha val="0"/>
                </a:srgbClr>
              </a:gs>
            </a:gsLst>
            <a:lin ang="5400000" scaled="0"/>
          </a:gradFill>
          <a:effectLst/>
        </p:spPr>
        <p:txBody>
          <a:bodyPr wrap="square" lIns="0" tIns="0" rIns="0" bIns="0" anchor="ctr" anchorCtr="0">
            <a:noAutofit/>
          </a:bodyPr>
          <a:lstStyle/>
          <a:p>
            <a:pPr lvl="0" algn="ctr" latinLnBrk="0">
              <a:buSzPct val="135000"/>
              <a:defRPr/>
            </a:pPr>
            <a:endParaRPr lang="ko-KR" altLang="en-US" sz="1500" kern="0" spc="-197" dirty="0">
              <a:solidFill>
                <a:schemeClr val="bg1"/>
              </a:solidFill>
              <a:latin typeface="Rix고딕 M" panose="02020603020101020101" pitchFamily="18" charset="-127"/>
              <a:ea typeface="Rix고딕 M" panose="02020603020101020101" pitchFamily="18" charset="-127"/>
            </a:endParaRPr>
          </a:p>
        </p:txBody>
      </p:sp>
      <p:sp>
        <p:nvSpPr>
          <p:cNvPr id="185" name="모서리가 둥근 직사각형 184"/>
          <p:cNvSpPr/>
          <p:nvPr/>
        </p:nvSpPr>
        <p:spPr>
          <a:xfrm>
            <a:off x="1550528" y="4223374"/>
            <a:ext cx="307751" cy="135077"/>
          </a:xfrm>
          <a:prstGeom prst="roundRect">
            <a:avLst/>
          </a:prstGeom>
          <a:gradFill>
            <a:gsLst>
              <a:gs pos="50000">
                <a:schemeClr val="bg1"/>
              </a:gs>
              <a:gs pos="0">
                <a:schemeClr val="tx1">
                  <a:lumMod val="50000"/>
                  <a:lumOff val="50000"/>
                </a:schemeClr>
              </a:gs>
              <a:gs pos="100000">
                <a:schemeClr val="bg1">
                  <a:lumMod val="5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 dirty="0"/>
          </a:p>
        </p:txBody>
      </p:sp>
      <p:sp>
        <p:nvSpPr>
          <p:cNvPr id="186" name="모서리가 둥근 직사각형 185"/>
          <p:cNvSpPr/>
          <p:nvPr/>
        </p:nvSpPr>
        <p:spPr>
          <a:xfrm>
            <a:off x="1550528" y="6703326"/>
            <a:ext cx="307751" cy="135077"/>
          </a:xfrm>
          <a:prstGeom prst="roundRect">
            <a:avLst/>
          </a:prstGeom>
          <a:gradFill>
            <a:gsLst>
              <a:gs pos="50000">
                <a:schemeClr val="bg1"/>
              </a:gs>
              <a:gs pos="0">
                <a:schemeClr val="tx1">
                  <a:lumMod val="50000"/>
                  <a:lumOff val="50000"/>
                </a:schemeClr>
              </a:gs>
              <a:gs pos="100000">
                <a:schemeClr val="bg1">
                  <a:lumMod val="5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 dirty="0"/>
          </a:p>
        </p:txBody>
      </p:sp>
      <p:pic>
        <p:nvPicPr>
          <p:cNvPr id="187" name="Picture 4" descr="H:\이미지소스\png\1312362407_MyComputer.pn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025223" y="4028858"/>
            <a:ext cx="892239" cy="911296"/>
          </a:xfrm>
          <a:prstGeom prst="rect">
            <a:avLst/>
          </a:prstGeom>
          <a:noFill/>
        </p:spPr>
      </p:pic>
      <p:sp>
        <p:nvSpPr>
          <p:cNvPr id="188" name="Rectangle 67"/>
          <p:cNvSpPr>
            <a:spLocks noChangeArrowheads="1"/>
          </p:cNvSpPr>
          <p:nvPr/>
        </p:nvSpPr>
        <p:spPr bwMode="auto">
          <a:xfrm>
            <a:off x="2948138" y="4223320"/>
            <a:ext cx="3119639" cy="3467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A3BFE1"/>
                </a:solidFill>
              </a14:hiddenFill>
            </a:ext>
            <a:ext uri="{91240B29-F687-4F45-9708-019B960494DF}">
              <a14:hiddenLine xmlns:a14="http://schemas.microsoft.com/office/drawing/2010/main" w="3175" algn="ctr">
                <a:solidFill>
                  <a:srgbClr val="C7DDF5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9569" tIns="49785" rIns="99569" bIns="49785" anchor="ctr">
            <a:spAutoFit/>
          </a:bodyPr>
          <a:lstStyle/>
          <a:p>
            <a:pPr>
              <a:spcBef>
                <a:spcPct val="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None/>
            </a:pPr>
            <a:r>
              <a:rPr kumimoji="1" lang="en-US" altLang="ko-KR" sz="1600" spc="-99" dirty="0">
                <a:solidFill>
                  <a:srgbClr val="C00000"/>
                </a:solidFill>
                <a:latin typeface="Rix고딕 EB" panose="02020603020101020101" pitchFamily="18" charset="-127"/>
                <a:ea typeface="Rix고딕 EB" panose="02020603020101020101" pitchFamily="18" charset="-127"/>
                <a:sym typeface="Wingdings" pitchFamily="2" charset="2"/>
              </a:rPr>
              <a:t>24</a:t>
            </a:r>
            <a:r>
              <a:rPr kumimoji="1" lang="ko-KR" altLang="en-US" sz="1600" spc="-99" dirty="0">
                <a:solidFill>
                  <a:srgbClr val="C00000"/>
                </a:solidFill>
                <a:latin typeface="Rix고딕 EB" panose="02020603020101020101" pitchFamily="18" charset="-127"/>
                <a:ea typeface="Rix고딕 EB" panose="02020603020101020101" pitchFamily="18" charset="-127"/>
                <a:sym typeface="Wingdings" pitchFamily="2" charset="2"/>
              </a:rPr>
              <a:t>시간 </a:t>
            </a:r>
            <a:r>
              <a:rPr kumimoji="1" lang="en-US" altLang="ko-KR" sz="1600" spc="-99" dirty="0">
                <a:solidFill>
                  <a:srgbClr val="C00000"/>
                </a:solidFill>
                <a:latin typeface="Rix고딕 EB" panose="02020603020101020101" pitchFamily="18" charset="-127"/>
                <a:ea typeface="Rix고딕 EB" panose="02020603020101020101" pitchFamily="18" charset="-127"/>
                <a:sym typeface="Wingdings" pitchFamily="2" charset="2"/>
              </a:rPr>
              <a:t>365</a:t>
            </a:r>
            <a:r>
              <a:rPr kumimoji="1" lang="ko-KR" altLang="en-US" sz="1600" spc="-99" dirty="0">
                <a:solidFill>
                  <a:srgbClr val="C00000"/>
                </a:solidFill>
                <a:latin typeface="Rix고딕 EB" panose="02020603020101020101" pitchFamily="18" charset="-127"/>
                <a:ea typeface="Rix고딕 EB" panose="02020603020101020101" pitchFamily="18" charset="-127"/>
                <a:sym typeface="Wingdings" pitchFamily="2" charset="2"/>
              </a:rPr>
              <a:t>일 비상대응체계 운영유지</a:t>
            </a:r>
          </a:p>
        </p:txBody>
      </p:sp>
      <p:sp>
        <p:nvSpPr>
          <p:cNvPr id="189" name="Rectangle 67"/>
          <p:cNvSpPr>
            <a:spLocks noChangeArrowheads="1"/>
          </p:cNvSpPr>
          <p:nvPr/>
        </p:nvSpPr>
        <p:spPr bwMode="auto">
          <a:xfrm>
            <a:off x="2922618" y="4562964"/>
            <a:ext cx="2468948" cy="2852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A3BFE1"/>
                </a:solidFill>
              </a14:hiddenFill>
            </a:ext>
            <a:ext uri="{91240B29-F687-4F45-9708-019B960494DF}">
              <a14:hiddenLine xmlns:a14="http://schemas.microsoft.com/office/drawing/2010/main" w="3175" algn="ctr">
                <a:solidFill>
                  <a:srgbClr val="C7DDF5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9569" tIns="49785" rIns="99569" bIns="49785" anchor="ctr">
            <a:spAutoFit/>
          </a:bodyPr>
          <a:lstStyle/>
          <a:p>
            <a:pPr>
              <a:spcBef>
                <a:spcPct val="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None/>
            </a:pPr>
            <a:r>
              <a:rPr lang="ko-KR" altLang="en-US" sz="1200" spc="-99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sym typeface="Wingdings" pitchFamily="2" charset="2"/>
              </a:rPr>
              <a:t> </a:t>
            </a:r>
            <a:r>
              <a:rPr lang="ko-KR" altLang="en-US" sz="1200" spc="-99" dirty="0">
                <a:solidFill>
                  <a:schemeClr val="tx1">
                    <a:lumMod val="75000"/>
                    <a:lumOff val="25000"/>
                  </a:schemeClr>
                </a:solidFill>
                <a:latin typeface="Rix고딕 M" panose="02020603020101020101" pitchFamily="18" charset="-127"/>
                <a:ea typeface="Rix고딕 M" panose="02020603020101020101" pitchFamily="18" charset="-127"/>
                <a:sym typeface="Wingdings" pitchFamily="2" charset="2"/>
              </a:rPr>
              <a:t>모든 도입장비에 대한 비상대응체계 운영</a:t>
            </a:r>
          </a:p>
        </p:txBody>
      </p:sp>
      <p:cxnSp>
        <p:nvCxnSpPr>
          <p:cNvPr id="190" name="직선 연결선 189"/>
          <p:cNvCxnSpPr/>
          <p:nvPr/>
        </p:nvCxnSpPr>
        <p:spPr>
          <a:xfrm>
            <a:off x="2949929" y="4565979"/>
            <a:ext cx="2977824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1" name="Rt70" descr="사각유형1-2"/>
          <p:cNvSpPr>
            <a:spLocks noChangeArrowheads="1"/>
          </p:cNvSpPr>
          <p:nvPr/>
        </p:nvSpPr>
        <p:spPr bwMode="auto">
          <a:xfrm>
            <a:off x="2055703" y="5266169"/>
            <a:ext cx="1231383" cy="1770331"/>
          </a:xfrm>
          <a:prstGeom prst="roundRect">
            <a:avLst>
              <a:gd name="adj" fmla="val 1693"/>
            </a:avLst>
          </a:prstGeom>
          <a:solidFill>
            <a:schemeClr val="bg1">
              <a:lumMod val="95000"/>
            </a:schemeClr>
          </a:solidFill>
          <a:ln w="6350" cap="flat" cmpd="sng" algn="ctr">
            <a:solidFill>
              <a:schemeClr val="tx1">
                <a:lumMod val="50000"/>
                <a:lumOff val="50000"/>
                <a:alpha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  <a:scene3d>
              <a:camera prst="orthographicFront"/>
              <a:lightRig rig="threePt" dir="t"/>
            </a:scene3d>
            <a:sp3d>
              <a:bevelT w="0" h="0"/>
            </a:sp3d>
          </a:bodyPr>
          <a:lstStyle/>
          <a:p>
            <a:pPr algn="ctr" defTabSz="1006570" latinLnBrk="0">
              <a:buClr>
                <a:srgbClr val="000000"/>
              </a:buClr>
              <a:tabLst>
                <a:tab pos="3722115" algn="l"/>
              </a:tabLst>
            </a:pPr>
            <a:endParaRPr lang="ko-KR" altLang="en-US" sz="1200" spc="-99" dirty="0">
              <a:ln w="0"/>
              <a:solidFill>
                <a:schemeClr val="bg1"/>
              </a:solidFill>
              <a:latin typeface="Rix고딕 M" pitchFamily="18" charset="-127"/>
              <a:ea typeface="Rix고딕 M" pitchFamily="18" charset="-127"/>
            </a:endParaRPr>
          </a:p>
        </p:txBody>
      </p:sp>
      <p:sp>
        <p:nvSpPr>
          <p:cNvPr id="192" name="Rt70" descr="사각유형1-2"/>
          <p:cNvSpPr>
            <a:spLocks noChangeArrowheads="1"/>
          </p:cNvSpPr>
          <p:nvPr/>
        </p:nvSpPr>
        <p:spPr bwMode="auto">
          <a:xfrm>
            <a:off x="2055703" y="5220083"/>
            <a:ext cx="1231383" cy="447038"/>
          </a:xfrm>
          <a:prstGeom prst="roundRect">
            <a:avLst>
              <a:gd name="adj" fmla="val 5000"/>
            </a:avLst>
          </a:prstGeom>
          <a:pattFill prst="ltUpDiag">
            <a:fgClr>
              <a:schemeClr val="tx1">
                <a:lumMod val="50000"/>
                <a:lumOff val="50000"/>
              </a:schemeClr>
            </a:fgClr>
            <a:bgClr>
              <a:schemeClr val="tx1">
                <a:lumMod val="65000"/>
                <a:lumOff val="3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 defTabSz="901910"/>
            <a:endParaRPr lang="ko-KR" altLang="en-US" sz="1800" dirty="0"/>
          </a:p>
        </p:txBody>
      </p:sp>
      <p:sp>
        <p:nvSpPr>
          <p:cNvPr id="193" name="TextBox 192"/>
          <p:cNvSpPr txBox="1"/>
          <p:nvPr/>
        </p:nvSpPr>
        <p:spPr>
          <a:xfrm>
            <a:off x="2433640" y="5252638"/>
            <a:ext cx="475515" cy="369332"/>
          </a:xfrm>
          <a:prstGeom prst="rect">
            <a:avLst/>
          </a:prstGeom>
          <a:noFill/>
          <a:ln w="6350">
            <a:noFill/>
          </a:ln>
          <a:effectLst/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 anchorCtr="0">
            <a:spAutoFit/>
            <a:sp3d>
              <a:bevelT w="0" h="38100"/>
              <a:contourClr>
                <a:srgbClr val="213165"/>
              </a:contourClr>
            </a:sp3d>
          </a:bodyPr>
          <a:lstStyle>
            <a:defPPr>
              <a:defRPr lang="ko-KR"/>
            </a:defPPr>
            <a:lvl1pPr lvl="0" indent="0" algn="ctr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600"/>
              </a:spcAft>
              <a:defRPr sz="1800" spc="0">
                <a:ln w="0"/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뫼비우스 Bold" panose="02000500000000000000" pitchFamily="2" charset="-127"/>
                <a:ea typeface="뫼비우스 Bold" panose="02000500000000000000" pitchFamily="2" charset="-127"/>
              </a:defRPr>
            </a:lvl1pPr>
          </a:lstStyle>
          <a:p>
            <a:pPr defTabSz="100657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tabLst>
                <a:tab pos="3722115" algn="l"/>
              </a:tabLst>
            </a:pPr>
            <a:r>
              <a:rPr lang="ko-KR" altLang="en-US" sz="1200" spc="-148" dirty="0" smtClean="0">
                <a:solidFill>
                  <a:schemeClr val="bg1"/>
                </a:solidFill>
                <a:effectLst/>
                <a:latin typeface="Rix고딕 M" pitchFamily="18" charset="-127"/>
                <a:ea typeface="Rix고딕 M" pitchFamily="18" charset="-127"/>
              </a:rPr>
              <a:t>하자보수</a:t>
            </a:r>
            <a:endParaRPr lang="en-US" altLang="ko-KR" sz="1200" spc="-148" dirty="0" smtClean="0">
              <a:solidFill>
                <a:schemeClr val="bg1"/>
              </a:solidFill>
              <a:effectLst/>
              <a:latin typeface="Rix고딕 M" pitchFamily="18" charset="-127"/>
              <a:ea typeface="Rix고딕 M" pitchFamily="18" charset="-127"/>
            </a:endParaRPr>
          </a:p>
          <a:p>
            <a:pPr defTabSz="100657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tabLst>
                <a:tab pos="3722115" algn="l"/>
              </a:tabLst>
            </a:pPr>
            <a:r>
              <a:rPr lang="ko-KR" altLang="en-US" sz="1200" spc="-148" dirty="0" smtClean="0">
                <a:solidFill>
                  <a:schemeClr val="bg1"/>
                </a:solidFill>
                <a:effectLst/>
                <a:latin typeface="Rix고딕 M" pitchFamily="18" charset="-127"/>
                <a:ea typeface="Rix고딕 M" pitchFamily="18" charset="-127"/>
              </a:rPr>
              <a:t>담당</a:t>
            </a:r>
            <a:endParaRPr lang="ko-KR" altLang="en-US" sz="1200" spc="-148" dirty="0">
              <a:solidFill>
                <a:schemeClr val="bg1"/>
              </a:solidFill>
              <a:effectLst/>
              <a:latin typeface="Rix고딕 M" pitchFamily="18" charset="-127"/>
              <a:ea typeface="Rix고딕 M" pitchFamily="18" charset="-127"/>
            </a:endParaRPr>
          </a:p>
        </p:txBody>
      </p:sp>
      <p:sp>
        <p:nvSpPr>
          <p:cNvPr id="194" name="Rt70" descr="사각유형1-2"/>
          <p:cNvSpPr>
            <a:spLocks noChangeArrowheads="1"/>
          </p:cNvSpPr>
          <p:nvPr/>
        </p:nvSpPr>
        <p:spPr bwMode="auto">
          <a:xfrm>
            <a:off x="4018220" y="5266169"/>
            <a:ext cx="1231383" cy="1770331"/>
          </a:xfrm>
          <a:prstGeom prst="roundRect">
            <a:avLst>
              <a:gd name="adj" fmla="val 1693"/>
            </a:avLst>
          </a:prstGeom>
          <a:solidFill>
            <a:schemeClr val="bg1">
              <a:lumMod val="95000"/>
            </a:schemeClr>
          </a:solidFill>
          <a:ln w="6350" cap="flat" cmpd="sng" algn="ctr">
            <a:solidFill>
              <a:schemeClr val="tx1">
                <a:lumMod val="50000"/>
                <a:lumOff val="50000"/>
                <a:alpha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  <a:scene3d>
              <a:camera prst="orthographicFront"/>
              <a:lightRig rig="threePt" dir="t"/>
            </a:scene3d>
            <a:sp3d>
              <a:bevelT w="0" h="0"/>
            </a:sp3d>
          </a:bodyPr>
          <a:lstStyle/>
          <a:p>
            <a:pPr algn="ctr" defTabSz="1006570" latinLnBrk="0">
              <a:buClr>
                <a:srgbClr val="000000"/>
              </a:buClr>
              <a:tabLst>
                <a:tab pos="3722115" algn="l"/>
              </a:tabLst>
            </a:pPr>
            <a:endParaRPr lang="ko-KR" altLang="en-US" sz="1200" spc="-99" dirty="0">
              <a:ln w="0"/>
              <a:solidFill>
                <a:schemeClr val="bg1"/>
              </a:solidFill>
              <a:latin typeface="Rix고딕 M" pitchFamily="18" charset="-127"/>
              <a:ea typeface="Rix고딕 M" pitchFamily="18" charset="-127"/>
            </a:endParaRPr>
          </a:p>
        </p:txBody>
      </p:sp>
      <p:sp>
        <p:nvSpPr>
          <p:cNvPr id="195" name="Rt70" descr="사각유형1-2"/>
          <p:cNvSpPr>
            <a:spLocks noChangeArrowheads="1"/>
          </p:cNvSpPr>
          <p:nvPr/>
        </p:nvSpPr>
        <p:spPr bwMode="auto">
          <a:xfrm>
            <a:off x="4018220" y="5220083"/>
            <a:ext cx="1231383" cy="447038"/>
          </a:xfrm>
          <a:prstGeom prst="roundRect">
            <a:avLst>
              <a:gd name="adj" fmla="val 5000"/>
            </a:avLst>
          </a:prstGeom>
          <a:pattFill prst="ltUpDiag">
            <a:fgClr>
              <a:schemeClr val="tx1">
                <a:lumMod val="50000"/>
                <a:lumOff val="50000"/>
              </a:schemeClr>
            </a:fgClr>
            <a:bgClr>
              <a:schemeClr val="tx1">
                <a:lumMod val="65000"/>
                <a:lumOff val="3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 defTabSz="901910"/>
            <a:endParaRPr lang="ko-KR" altLang="en-US" sz="1800" dirty="0"/>
          </a:p>
        </p:txBody>
      </p:sp>
      <p:sp>
        <p:nvSpPr>
          <p:cNvPr id="196" name="TextBox 195"/>
          <p:cNvSpPr txBox="1"/>
          <p:nvPr/>
        </p:nvSpPr>
        <p:spPr>
          <a:xfrm>
            <a:off x="4336718" y="5252638"/>
            <a:ext cx="594393" cy="369332"/>
          </a:xfrm>
          <a:prstGeom prst="rect">
            <a:avLst/>
          </a:prstGeom>
          <a:noFill/>
          <a:ln w="6350">
            <a:noFill/>
          </a:ln>
          <a:effectLst/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 anchorCtr="0">
            <a:spAutoFit/>
            <a:sp3d>
              <a:bevelT w="0" h="38100"/>
              <a:contourClr>
                <a:srgbClr val="213165"/>
              </a:contourClr>
            </a:sp3d>
          </a:bodyPr>
          <a:lstStyle>
            <a:defPPr>
              <a:defRPr lang="ko-KR"/>
            </a:defPPr>
            <a:lvl1pPr lvl="0" indent="0" algn="ctr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600"/>
              </a:spcAft>
              <a:defRPr sz="1800" spc="0">
                <a:ln w="0"/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뫼비우스 Bold" panose="02000500000000000000" pitchFamily="2" charset="-127"/>
                <a:ea typeface="뫼비우스 Bold" panose="02000500000000000000" pitchFamily="2" charset="-127"/>
              </a:defRPr>
            </a:lvl1pPr>
          </a:lstStyle>
          <a:p>
            <a:pPr defTabSz="100657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tabLst>
                <a:tab pos="3722115" algn="l"/>
              </a:tabLst>
            </a:pPr>
            <a:r>
              <a:rPr lang="ko-KR" altLang="en-US" sz="1200" spc="-148" dirty="0" smtClean="0">
                <a:solidFill>
                  <a:schemeClr val="bg1"/>
                </a:solidFill>
                <a:effectLst/>
                <a:latin typeface="Rix고딕 M" pitchFamily="18" charset="-127"/>
                <a:ea typeface="Rix고딕 M" pitchFamily="18" charset="-127"/>
              </a:rPr>
              <a:t>하자보수</a:t>
            </a:r>
            <a:endParaRPr lang="en-US" altLang="ko-KR" sz="1200" spc="-148" dirty="0" smtClean="0">
              <a:solidFill>
                <a:schemeClr val="bg1"/>
              </a:solidFill>
              <a:effectLst/>
              <a:latin typeface="Rix고딕 M" pitchFamily="18" charset="-127"/>
              <a:ea typeface="Rix고딕 M" pitchFamily="18" charset="-127"/>
            </a:endParaRPr>
          </a:p>
          <a:p>
            <a:pPr defTabSz="100657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tabLst>
                <a:tab pos="3722115" algn="l"/>
              </a:tabLst>
            </a:pPr>
            <a:r>
              <a:rPr lang="ko-KR" altLang="en-US" sz="1200" spc="-148" dirty="0" smtClean="0">
                <a:solidFill>
                  <a:schemeClr val="bg1"/>
                </a:solidFill>
                <a:effectLst/>
                <a:latin typeface="Rix고딕 M" pitchFamily="18" charset="-127"/>
                <a:ea typeface="Rix고딕 M" pitchFamily="18" charset="-127"/>
              </a:rPr>
              <a:t>관리시스템</a:t>
            </a:r>
            <a:endParaRPr lang="en-US" altLang="ko-KR" sz="1200" spc="-148" dirty="0">
              <a:solidFill>
                <a:schemeClr val="bg1"/>
              </a:solidFill>
              <a:effectLst/>
              <a:latin typeface="Rix고딕 M" pitchFamily="18" charset="-127"/>
              <a:ea typeface="Rix고딕 M" pitchFamily="18" charset="-127"/>
            </a:endParaRPr>
          </a:p>
        </p:txBody>
      </p:sp>
      <p:sp>
        <p:nvSpPr>
          <p:cNvPr id="197" name="Rt70" descr="사각유형1-2"/>
          <p:cNvSpPr>
            <a:spLocks noChangeArrowheads="1"/>
          </p:cNvSpPr>
          <p:nvPr/>
        </p:nvSpPr>
        <p:spPr bwMode="auto">
          <a:xfrm>
            <a:off x="5653651" y="5266169"/>
            <a:ext cx="1231383" cy="1770331"/>
          </a:xfrm>
          <a:prstGeom prst="roundRect">
            <a:avLst>
              <a:gd name="adj" fmla="val 1693"/>
            </a:avLst>
          </a:prstGeom>
          <a:solidFill>
            <a:schemeClr val="bg1">
              <a:lumMod val="95000"/>
            </a:schemeClr>
          </a:solidFill>
          <a:ln w="6350" cap="flat" cmpd="sng" algn="ctr">
            <a:solidFill>
              <a:schemeClr val="tx1">
                <a:lumMod val="50000"/>
                <a:lumOff val="50000"/>
                <a:alpha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  <a:scene3d>
              <a:camera prst="orthographicFront"/>
              <a:lightRig rig="threePt" dir="t"/>
            </a:scene3d>
            <a:sp3d>
              <a:bevelT w="0" h="0"/>
            </a:sp3d>
          </a:bodyPr>
          <a:lstStyle/>
          <a:p>
            <a:pPr algn="ctr" defTabSz="1006570" latinLnBrk="0">
              <a:buClr>
                <a:srgbClr val="000000"/>
              </a:buClr>
              <a:tabLst>
                <a:tab pos="3722115" algn="l"/>
              </a:tabLst>
            </a:pPr>
            <a:endParaRPr lang="ko-KR" altLang="en-US" sz="1200" spc="-99" dirty="0">
              <a:ln w="0"/>
              <a:solidFill>
                <a:schemeClr val="bg1"/>
              </a:solidFill>
              <a:latin typeface="Rix고딕 M" pitchFamily="18" charset="-127"/>
              <a:ea typeface="Rix고딕 M" pitchFamily="18" charset="-127"/>
            </a:endParaRPr>
          </a:p>
        </p:txBody>
      </p:sp>
      <p:sp>
        <p:nvSpPr>
          <p:cNvPr id="198" name="Rt70" descr="사각유형1-2"/>
          <p:cNvSpPr>
            <a:spLocks noChangeArrowheads="1"/>
          </p:cNvSpPr>
          <p:nvPr/>
        </p:nvSpPr>
        <p:spPr bwMode="auto">
          <a:xfrm>
            <a:off x="5653651" y="5220083"/>
            <a:ext cx="1231383" cy="447038"/>
          </a:xfrm>
          <a:prstGeom prst="roundRect">
            <a:avLst>
              <a:gd name="adj" fmla="val 5000"/>
            </a:avLst>
          </a:prstGeom>
          <a:pattFill prst="ltUpDiag">
            <a:fgClr>
              <a:schemeClr val="tx1">
                <a:lumMod val="50000"/>
                <a:lumOff val="50000"/>
              </a:schemeClr>
            </a:fgClr>
            <a:bgClr>
              <a:schemeClr val="tx1">
                <a:lumMod val="65000"/>
                <a:lumOff val="3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 defTabSz="901910"/>
            <a:endParaRPr lang="ko-KR" altLang="en-US" sz="1800" dirty="0"/>
          </a:p>
        </p:txBody>
      </p:sp>
      <p:sp>
        <p:nvSpPr>
          <p:cNvPr id="199" name="TextBox 198"/>
          <p:cNvSpPr txBox="1"/>
          <p:nvPr/>
        </p:nvSpPr>
        <p:spPr>
          <a:xfrm>
            <a:off x="6031587" y="5252638"/>
            <a:ext cx="475515" cy="369332"/>
          </a:xfrm>
          <a:prstGeom prst="rect">
            <a:avLst/>
          </a:prstGeom>
          <a:noFill/>
          <a:ln w="6350">
            <a:noFill/>
          </a:ln>
          <a:effectLst/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 anchorCtr="0">
            <a:spAutoFit/>
            <a:sp3d>
              <a:bevelT w="0" h="38100"/>
              <a:contourClr>
                <a:srgbClr val="213165"/>
              </a:contourClr>
            </a:sp3d>
          </a:bodyPr>
          <a:lstStyle>
            <a:defPPr>
              <a:defRPr lang="ko-KR"/>
            </a:defPPr>
            <a:lvl1pPr lvl="0" indent="0" algn="ctr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600"/>
              </a:spcAft>
              <a:defRPr sz="1800" spc="0">
                <a:ln w="0"/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뫼비우스 Bold" panose="02000500000000000000" pitchFamily="2" charset="-127"/>
                <a:ea typeface="뫼비우스 Bold" panose="02000500000000000000" pitchFamily="2" charset="-127"/>
              </a:defRPr>
            </a:lvl1pPr>
          </a:lstStyle>
          <a:p>
            <a:pPr defTabSz="100657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tabLst>
                <a:tab pos="3722115" algn="l"/>
              </a:tabLst>
            </a:pPr>
            <a:r>
              <a:rPr lang="ko-KR" altLang="en-US" sz="1200" spc="-148" dirty="0" smtClean="0">
                <a:solidFill>
                  <a:schemeClr val="bg1"/>
                </a:solidFill>
                <a:effectLst/>
                <a:latin typeface="Rix고딕 M" pitchFamily="18" charset="-127"/>
                <a:ea typeface="Rix고딕 M" pitchFamily="18" charset="-127"/>
              </a:rPr>
              <a:t>하자보수</a:t>
            </a:r>
            <a:endParaRPr lang="en-US" altLang="ko-KR" sz="1200" spc="-148" dirty="0" smtClean="0">
              <a:solidFill>
                <a:schemeClr val="bg1"/>
              </a:solidFill>
              <a:effectLst/>
              <a:latin typeface="Rix고딕 M" pitchFamily="18" charset="-127"/>
              <a:ea typeface="Rix고딕 M" pitchFamily="18" charset="-127"/>
            </a:endParaRPr>
          </a:p>
          <a:p>
            <a:pPr defTabSz="100657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tabLst>
                <a:tab pos="3722115" algn="l"/>
              </a:tabLst>
            </a:pPr>
            <a:r>
              <a:rPr lang="ko-KR" altLang="en-US" sz="1200" spc="-148" dirty="0" smtClean="0">
                <a:solidFill>
                  <a:schemeClr val="bg1"/>
                </a:solidFill>
                <a:effectLst/>
                <a:latin typeface="Rix고딕 M" pitchFamily="18" charset="-127"/>
                <a:ea typeface="Rix고딕 M" pitchFamily="18" charset="-127"/>
              </a:rPr>
              <a:t>조직</a:t>
            </a:r>
            <a:endParaRPr lang="ko-KR" altLang="en-US" sz="1200" spc="-148" dirty="0">
              <a:solidFill>
                <a:schemeClr val="bg1"/>
              </a:solidFill>
              <a:effectLst/>
              <a:latin typeface="Rix고딕 M" pitchFamily="18" charset="-127"/>
              <a:ea typeface="Rix고딕 M" pitchFamily="18" charset="-127"/>
            </a:endParaRPr>
          </a:p>
        </p:txBody>
      </p:sp>
      <p:sp>
        <p:nvSpPr>
          <p:cNvPr id="200" name="Rt70" descr="사각유형1-2"/>
          <p:cNvSpPr>
            <a:spLocks noChangeArrowheads="1"/>
          </p:cNvSpPr>
          <p:nvPr/>
        </p:nvSpPr>
        <p:spPr bwMode="auto">
          <a:xfrm>
            <a:off x="7289082" y="5266169"/>
            <a:ext cx="1231383" cy="1770331"/>
          </a:xfrm>
          <a:prstGeom prst="roundRect">
            <a:avLst>
              <a:gd name="adj" fmla="val 1693"/>
            </a:avLst>
          </a:prstGeom>
          <a:solidFill>
            <a:schemeClr val="bg1">
              <a:lumMod val="95000"/>
            </a:schemeClr>
          </a:solidFill>
          <a:ln w="6350" cap="flat" cmpd="sng" algn="ctr">
            <a:solidFill>
              <a:schemeClr val="tx1">
                <a:lumMod val="50000"/>
                <a:lumOff val="50000"/>
                <a:alpha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  <a:scene3d>
              <a:camera prst="orthographicFront"/>
              <a:lightRig rig="threePt" dir="t"/>
            </a:scene3d>
            <a:sp3d>
              <a:bevelT w="0" h="0"/>
            </a:sp3d>
          </a:bodyPr>
          <a:lstStyle/>
          <a:p>
            <a:pPr algn="ctr" defTabSz="1006570" latinLnBrk="0">
              <a:buClr>
                <a:srgbClr val="000000"/>
              </a:buClr>
              <a:tabLst>
                <a:tab pos="3722115" algn="l"/>
              </a:tabLst>
            </a:pPr>
            <a:endParaRPr lang="ko-KR" altLang="en-US" sz="1200" spc="-99" dirty="0">
              <a:ln w="0"/>
              <a:solidFill>
                <a:schemeClr val="bg1"/>
              </a:solidFill>
              <a:latin typeface="Rix고딕 M" pitchFamily="18" charset="-127"/>
              <a:ea typeface="Rix고딕 M" pitchFamily="18" charset="-127"/>
            </a:endParaRPr>
          </a:p>
        </p:txBody>
      </p:sp>
      <p:sp>
        <p:nvSpPr>
          <p:cNvPr id="201" name="Rt70" descr="사각유형1-2"/>
          <p:cNvSpPr>
            <a:spLocks noChangeArrowheads="1"/>
          </p:cNvSpPr>
          <p:nvPr/>
        </p:nvSpPr>
        <p:spPr bwMode="auto">
          <a:xfrm>
            <a:off x="7289082" y="5220083"/>
            <a:ext cx="1231383" cy="447038"/>
          </a:xfrm>
          <a:prstGeom prst="roundRect">
            <a:avLst>
              <a:gd name="adj" fmla="val 5000"/>
            </a:avLst>
          </a:prstGeom>
          <a:pattFill prst="ltUpDiag">
            <a:fgClr>
              <a:schemeClr val="tx1">
                <a:lumMod val="50000"/>
                <a:lumOff val="50000"/>
              </a:schemeClr>
            </a:fgClr>
            <a:bgClr>
              <a:schemeClr val="tx1">
                <a:lumMod val="65000"/>
                <a:lumOff val="3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 defTabSz="901910"/>
            <a:endParaRPr lang="ko-KR" altLang="en-US" sz="1800" dirty="0"/>
          </a:p>
        </p:txBody>
      </p:sp>
      <p:sp>
        <p:nvSpPr>
          <p:cNvPr id="202" name="TextBox 201"/>
          <p:cNvSpPr txBox="1"/>
          <p:nvPr/>
        </p:nvSpPr>
        <p:spPr>
          <a:xfrm>
            <a:off x="7656470" y="5252638"/>
            <a:ext cx="496610" cy="369332"/>
          </a:xfrm>
          <a:prstGeom prst="rect">
            <a:avLst/>
          </a:prstGeom>
          <a:noFill/>
          <a:ln w="6350">
            <a:noFill/>
          </a:ln>
          <a:effectLst/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 anchorCtr="0">
            <a:spAutoFit/>
            <a:sp3d>
              <a:bevelT w="0" h="38100"/>
              <a:contourClr>
                <a:srgbClr val="213165"/>
              </a:contourClr>
            </a:sp3d>
          </a:bodyPr>
          <a:lstStyle>
            <a:defPPr>
              <a:defRPr lang="ko-KR"/>
            </a:defPPr>
            <a:lvl1pPr lvl="0" indent="0" algn="ctr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600"/>
              </a:spcAft>
              <a:defRPr sz="1800" spc="0">
                <a:ln w="0"/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뫼비우스 Bold" panose="02000500000000000000" pitchFamily="2" charset="-127"/>
                <a:ea typeface="뫼비우스 Bold" panose="02000500000000000000" pitchFamily="2" charset="-127"/>
              </a:defRPr>
            </a:lvl1pPr>
          </a:lstStyle>
          <a:p>
            <a:pPr defTabSz="100657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tabLst>
                <a:tab pos="3722115" algn="l"/>
              </a:tabLst>
            </a:pPr>
            <a:r>
              <a:rPr lang="ko-KR" altLang="en-US" sz="1200" spc="-148" dirty="0">
                <a:solidFill>
                  <a:schemeClr val="bg1"/>
                </a:solidFill>
                <a:effectLst/>
                <a:latin typeface="Rix고딕 M" pitchFamily="18" charset="-127"/>
                <a:ea typeface="Rix고딕 M" pitchFamily="18" charset="-127"/>
              </a:rPr>
              <a:t>전담 </a:t>
            </a:r>
            <a:r>
              <a:rPr lang="ko-KR" altLang="en-US" sz="1200" spc="-148" dirty="0" smtClean="0">
                <a:solidFill>
                  <a:schemeClr val="bg1"/>
                </a:solidFill>
                <a:effectLst/>
                <a:latin typeface="Rix고딕 M" pitchFamily="18" charset="-127"/>
                <a:ea typeface="Rix고딕 M" pitchFamily="18" charset="-127"/>
              </a:rPr>
              <a:t>지원</a:t>
            </a:r>
            <a:endParaRPr lang="en-US" altLang="ko-KR" sz="1200" spc="-148" dirty="0" smtClean="0">
              <a:solidFill>
                <a:schemeClr val="bg1"/>
              </a:solidFill>
              <a:effectLst/>
              <a:latin typeface="Rix고딕 M" pitchFamily="18" charset="-127"/>
              <a:ea typeface="Rix고딕 M" pitchFamily="18" charset="-127"/>
            </a:endParaRPr>
          </a:p>
          <a:p>
            <a:pPr defTabSz="100657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tabLst>
                <a:tab pos="3722115" algn="l"/>
              </a:tabLst>
            </a:pPr>
            <a:r>
              <a:rPr lang="ko-KR" altLang="en-US" sz="1200" spc="-148" dirty="0" smtClean="0">
                <a:solidFill>
                  <a:schemeClr val="bg1"/>
                </a:solidFill>
                <a:effectLst/>
                <a:latin typeface="Rix고딕 M" pitchFamily="18" charset="-127"/>
                <a:ea typeface="Rix고딕 M" pitchFamily="18" charset="-127"/>
              </a:rPr>
              <a:t>조직</a:t>
            </a:r>
            <a:endParaRPr lang="ko-KR" altLang="en-US" sz="1200" spc="-148" dirty="0">
              <a:solidFill>
                <a:schemeClr val="bg1"/>
              </a:solidFill>
              <a:effectLst/>
              <a:latin typeface="Rix고딕 M" pitchFamily="18" charset="-127"/>
              <a:ea typeface="Rix고딕 M" pitchFamily="18" charset="-127"/>
            </a:endParaRPr>
          </a:p>
        </p:txBody>
      </p:sp>
      <p:grpSp>
        <p:nvGrpSpPr>
          <p:cNvPr id="203" name="그룹 202"/>
          <p:cNvGrpSpPr/>
          <p:nvPr/>
        </p:nvGrpSpPr>
        <p:grpSpPr>
          <a:xfrm>
            <a:off x="3287085" y="6219222"/>
            <a:ext cx="731135" cy="178614"/>
            <a:chOff x="2897572" y="4391843"/>
            <a:chExt cx="468052" cy="108012"/>
          </a:xfrm>
        </p:grpSpPr>
        <p:cxnSp>
          <p:nvCxnSpPr>
            <p:cNvPr id="204" name="Rt26"/>
            <p:cNvCxnSpPr/>
            <p:nvPr/>
          </p:nvCxnSpPr>
          <p:spPr>
            <a:xfrm>
              <a:off x="2897572" y="4391843"/>
              <a:ext cx="468052" cy="0"/>
            </a:xfrm>
            <a:prstGeom prst="straightConnector1">
              <a:avLst/>
            </a:prstGeom>
            <a:ln w="19050">
              <a:gradFill flip="none" rotWithShape="1">
                <a:gsLst>
                  <a:gs pos="100000">
                    <a:schemeClr val="tx1">
                      <a:lumMod val="95000"/>
                      <a:lumOff val="5000"/>
                    </a:schemeClr>
                  </a:gs>
                  <a:gs pos="50000">
                    <a:srgbClr val="707070"/>
                  </a:gs>
                  <a:gs pos="0">
                    <a:schemeClr val="tx1">
                      <a:lumMod val="95000"/>
                      <a:lumOff val="5000"/>
                    </a:schemeClr>
                  </a:gs>
                </a:gsLst>
                <a:lin ang="0" scaled="1"/>
                <a:tileRect/>
              </a:gra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Rt26"/>
            <p:cNvCxnSpPr/>
            <p:nvPr/>
          </p:nvCxnSpPr>
          <p:spPr>
            <a:xfrm flipH="1">
              <a:off x="2897572" y="4499855"/>
              <a:ext cx="468052" cy="0"/>
            </a:xfrm>
            <a:prstGeom prst="straightConnector1">
              <a:avLst/>
            </a:prstGeom>
            <a:ln w="19050">
              <a:gradFill flip="none" rotWithShape="1">
                <a:gsLst>
                  <a:gs pos="100000">
                    <a:schemeClr val="tx1">
                      <a:lumMod val="95000"/>
                      <a:lumOff val="5000"/>
                    </a:schemeClr>
                  </a:gs>
                  <a:gs pos="50000">
                    <a:srgbClr val="707070"/>
                  </a:gs>
                  <a:gs pos="0">
                    <a:schemeClr val="tx1">
                      <a:lumMod val="95000"/>
                      <a:lumOff val="5000"/>
                    </a:schemeClr>
                  </a:gs>
                </a:gsLst>
                <a:lin ang="0" scaled="1"/>
                <a:tileRect/>
              </a:gra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06" name="TextBox 205"/>
          <p:cNvSpPr txBox="1"/>
          <p:nvPr/>
        </p:nvSpPr>
        <p:spPr>
          <a:xfrm>
            <a:off x="3439518" y="5799112"/>
            <a:ext cx="426271" cy="307777"/>
          </a:xfrm>
          <a:prstGeom prst="rect">
            <a:avLst/>
          </a:prstGeom>
          <a:noFill/>
          <a:ln w="6350">
            <a:noFill/>
          </a:ln>
          <a:effectLst/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 anchorCtr="0">
            <a:spAutoFit/>
            <a:sp3d>
              <a:bevelT w="0" h="38100"/>
              <a:contourClr>
                <a:srgbClr val="213165"/>
              </a:contourClr>
            </a:sp3d>
          </a:bodyPr>
          <a:lstStyle>
            <a:defPPr>
              <a:defRPr lang="ko-KR"/>
            </a:defPPr>
            <a:lvl1pPr lvl="0" indent="0" algn="ctr" defTabSz="1019175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tabLst>
                <a:tab pos="3768725" algn="l"/>
              </a:tabLst>
              <a:defRPr sz="1200" spc="0">
                <a:ln w="0"/>
                <a:solidFill>
                  <a:srgbClr val="292929"/>
                </a:solidFill>
                <a:effectLst/>
                <a:latin typeface="고도 M" panose="02000503000000020004" pitchFamily="2" charset="-127"/>
                <a:ea typeface="고도 M" panose="02000503000000020004" pitchFamily="2" charset="-127"/>
              </a:defRPr>
            </a:lvl1pPr>
          </a:lstStyle>
          <a:p>
            <a:r>
              <a:rPr lang="ko-KR" altLang="en-US" sz="1000" spc="-69" dirty="0">
                <a:solidFill>
                  <a:schemeClr val="tx1"/>
                </a:solidFill>
                <a:latin typeface="Rix고딕 M" pitchFamily="18" charset="-127"/>
                <a:ea typeface="Rix고딕 M" pitchFamily="18" charset="-127"/>
              </a:rPr>
              <a:t>장애자료</a:t>
            </a:r>
            <a:r>
              <a:rPr lang="en-US" altLang="ko-KR" sz="1000" spc="-69" dirty="0">
                <a:solidFill>
                  <a:schemeClr val="tx1"/>
                </a:solidFill>
                <a:latin typeface="Rix고딕 M" pitchFamily="18" charset="-127"/>
                <a:ea typeface="Rix고딕 M" pitchFamily="18" charset="-127"/>
              </a:rPr>
              <a:t/>
            </a:r>
            <a:br>
              <a:rPr lang="en-US" altLang="ko-KR" sz="1000" spc="-69" dirty="0">
                <a:solidFill>
                  <a:schemeClr val="tx1"/>
                </a:solidFill>
                <a:latin typeface="Rix고딕 M" pitchFamily="18" charset="-127"/>
                <a:ea typeface="Rix고딕 M" pitchFamily="18" charset="-127"/>
              </a:rPr>
            </a:br>
            <a:r>
              <a:rPr lang="ko-KR" altLang="en-US" sz="1000" spc="-69" dirty="0">
                <a:solidFill>
                  <a:schemeClr val="tx1"/>
                </a:solidFill>
                <a:latin typeface="Rix고딕 M" pitchFamily="18" charset="-127"/>
                <a:ea typeface="Rix고딕 M" pitchFamily="18" charset="-127"/>
              </a:rPr>
              <a:t>검색</a:t>
            </a:r>
          </a:p>
        </p:txBody>
      </p:sp>
      <p:sp>
        <p:nvSpPr>
          <p:cNvPr id="207" name="TextBox 206"/>
          <p:cNvSpPr txBox="1"/>
          <p:nvPr/>
        </p:nvSpPr>
        <p:spPr>
          <a:xfrm>
            <a:off x="3360620" y="6527746"/>
            <a:ext cx="584070" cy="307777"/>
          </a:xfrm>
          <a:prstGeom prst="rect">
            <a:avLst/>
          </a:prstGeom>
          <a:noFill/>
          <a:ln w="6350">
            <a:noFill/>
          </a:ln>
          <a:effectLst/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 anchorCtr="0">
            <a:spAutoFit/>
            <a:sp3d>
              <a:bevelT w="0" h="38100"/>
              <a:contourClr>
                <a:srgbClr val="213165"/>
              </a:contourClr>
            </a:sp3d>
          </a:bodyPr>
          <a:lstStyle>
            <a:defPPr>
              <a:defRPr lang="ko-KR"/>
            </a:defPPr>
            <a:lvl1pPr lvl="0" indent="0" algn="ctr" defTabSz="1019175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tabLst>
                <a:tab pos="3768725" algn="l"/>
              </a:tabLst>
              <a:defRPr sz="1200" spc="0">
                <a:ln w="0"/>
                <a:solidFill>
                  <a:srgbClr val="292929"/>
                </a:solidFill>
                <a:effectLst/>
                <a:latin typeface="고도 M" panose="02000503000000020004" pitchFamily="2" charset="-127"/>
                <a:ea typeface="고도 M" panose="02000503000000020004" pitchFamily="2" charset="-127"/>
              </a:defRPr>
            </a:lvl1pPr>
          </a:lstStyle>
          <a:p>
            <a:r>
              <a:rPr lang="ko-KR" altLang="en-US" sz="1000" spc="-69" dirty="0">
                <a:solidFill>
                  <a:schemeClr val="tx1"/>
                </a:solidFill>
                <a:latin typeface="Rix고딕 M" pitchFamily="18" charset="-127"/>
                <a:ea typeface="Rix고딕 M" pitchFamily="18" charset="-127"/>
              </a:rPr>
              <a:t>매뉴얼</a:t>
            </a:r>
            <a:r>
              <a:rPr lang="en-US" altLang="ko-KR" sz="1000" spc="-69" dirty="0">
                <a:solidFill>
                  <a:schemeClr val="tx1"/>
                </a:solidFill>
                <a:latin typeface="Rix고딕 M" pitchFamily="18" charset="-127"/>
                <a:ea typeface="Rix고딕 M" pitchFamily="18" charset="-127"/>
              </a:rPr>
              <a:t>, </a:t>
            </a:r>
            <a:r>
              <a:rPr lang="ko-KR" altLang="en-US" sz="1000" spc="-69" dirty="0">
                <a:solidFill>
                  <a:schemeClr val="tx1"/>
                </a:solidFill>
                <a:latin typeface="Rix고딕 M" pitchFamily="18" charset="-127"/>
                <a:ea typeface="Rix고딕 M" pitchFamily="18" charset="-127"/>
              </a:rPr>
              <a:t>장애</a:t>
            </a:r>
            <a:r>
              <a:rPr lang="en-US" altLang="ko-KR" sz="1000" spc="-69" dirty="0">
                <a:solidFill>
                  <a:schemeClr val="tx1"/>
                </a:solidFill>
                <a:latin typeface="Rix고딕 M" pitchFamily="18" charset="-127"/>
                <a:ea typeface="Rix고딕 M" pitchFamily="18" charset="-127"/>
              </a:rPr>
              <a:t/>
            </a:r>
            <a:br>
              <a:rPr lang="en-US" altLang="ko-KR" sz="1000" spc="-69" dirty="0">
                <a:solidFill>
                  <a:schemeClr val="tx1"/>
                </a:solidFill>
                <a:latin typeface="Rix고딕 M" pitchFamily="18" charset="-127"/>
                <a:ea typeface="Rix고딕 M" pitchFamily="18" charset="-127"/>
              </a:rPr>
            </a:br>
            <a:r>
              <a:rPr lang="ko-KR" altLang="en-US" sz="1000" spc="-69" dirty="0">
                <a:solidFill>
                  <a:schemeClr val="tx1"/>
                </a:solidFill>
                <a:latin typeface="Rix고딕 M" pitchFamily="18" charset="-127"/>
                <a:ea typeface="Rix고딕 M" pitchFamily="18" charset="-127"/>
              </a:rPr>
              <a:t>이력 등</a:t>
            </a:r>
          </a:p>
        </p:txBody>
      </p:sp>
      <p:grpSp>
        <p:nvGrpSpPr>
          <p:cNvPr id="208" name="그룹 207"/>
          <p:cNvGrpSpPr/>
          <p:nvPr/>
        </p:nvGrpSpPr>
        <p:grpSpPr>
          <a:xfrm>
            <a:off x="5249604" y="6219222"/>
            <a:ext cx="407673" cy="178614"/>
            <a:chOff x="2897572" y="4391843"/>
            <a:chExt cx="468052" cy="108012"/>
          </a:xfrm>
        </p:grpSpPr>
        <p:cxnSp>
          <p:nvCxnSpPr>
            <p:cNvPr id="209" name="Rt26"/>
            <p:cNvCxnSpPr/>
            <p:nvPr/>
          </p:nvCxnSpPr>
          <p:spPr>
            <a:xfrm>
              <a:off x="2897572" y="4391843"/>
              <a:ext cx="468052" cy="0"/>
            </a:xfrm>
            <a:prstGeom prst="straightConnector1">
              <a:avLst/>
            </a:prstGeom>
            <a:ln w="19050">
              <a:gradFill flip="none" rotWithShape="1">
                <a:gsLst>
                  <a:gs pos="100000">
                    <a:schemeClr val="tx1">
                      <a:lumMod val="95000"/>
                      <a:lumOff val="5000"/>
                    </a:schemeClr>
                  </a:gs>
                  <a:gs pos="50000">
                    <a:srgbClr val="707070"/>
                  </a:gs>
                  <a:gs pos="0">
                    <a:schemeClr val="tx1">
                      <a:lumMod val="95000"/>
                      <a:lumOff val="5000"/>
                    </a:schemeClr>
                  </a:gs>
                </a:gsLst>
                <a:lin ang="0" scaled="1"/>
                <a:tileRect/>
              </a:gra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" name="Rt26"/>
            <p:cNvCxnSpPr/>
            <p:nvPr/>
          </p:nvCxnSpPr>
          <p:spPr>
            <a:xfrm flipH="1">
              <a:off x="2897572" y="4499855"/>
              <a:ext cx="468052" cy="0"/>
            </a:xfrm>
            <a:prstGeom prst="straightConnector1">
              <a:avLst/>
            </a:prstGeom>
            <a:ln w="19050">
              <a:gradFill flip="none" rotWithShape="1">
                <a:gsLst>
                  <a:gs pos="100000">
                    <a:schemeClr val="tx1">
                      <a:lumMod val="95000"/>
                      <a:lumOff val="5000"/>
                    </a:schemeClr>
                  </a:gs>
                  <a:gs pos="50000">
                    <a:srgbClr val="707070"/>
                  </a:gs>
                  <a:gs pos="0">
                    <a:schemeClr val="tx1">
                      <a:lumMod val="95000"/>
                      <a:lumOff val="5000"/>
                    </a:schemeClr>
                  </a:gs>
                </a:gsLst>
                <a:lin ang="0" scaled="1"/>
                <a:tileRect/>
              </a:gra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1" name="그룹 210"/>
          <p:cNvGrpSpPr/>
          <p:nvPr/>
        </p:nvGrpSpPr>
        <p:grpSpPr>
          <a:xfrm>
            <a:off x="6883221" y="6219222"/>
            <a:ext cx="407673" cy="178614"/>
            <a:chOff x="2897572" y="4391843"/>
            <a:chExt cx="468052" cy="108012"/>
          </a:xfrm>
        </p:grpSpPr>
        <p:cxnSp>
          <p:nvCxnSpPr>
            <p:cNvPr id="212" name="Rt26"/>
            <p:cNvCxnSpPr/>
            <p:nvPr/>
          </p:nvCxnSpPr>
          <p:spPr>
            <a:xfrm>
              <a:off x="2897572" y="4391843"/>
              <a:ext cx="468052" cy="0"/>
            </a:xfrm>
            <a:prstGeom prst="straightConnector1">
              <a:avLst/>
            </a:prstGeom>
            <a:ln w="19050">
              <a:gradFill flip="none" rotWithShape="1">
                <a:gsLst>
                  <a:gs pos="100000">
                    <a:schemeClr val="tx1">
                      <a:lumMod val="95000"/>
                      <a:lumOff val="5000"/>
                    </a:schemeClr>
                  </a:gs>
                  <a:gs pos="50000">
                    <a:srgbClr val="707070"/>
                  </a:gs>
                  <a:gs pos="0">
                    <a:schemeClr val="tx1">
                      <a:lumMod val="95000"/>
                      <a:lumOff val="5000"/>
                    </a:schemeClr>
                  </a:gs>
                </a:gsLst>
                <a:lin ang="0" scaled="1"/>
                <a:tileRect/>
              </a:gra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" name="Rt26"/>
            <p:cNvCxnSpPr/>
            <p:nvPr/>
          </p:nvCxnSpPr>
          <p:spPr>
            <a:xfrm flipH="1">
              <a:off x="2897572" y="4499855"/>
              <a:ext cx="468052" cy="0"/>
            </a:xfrm>
            <a:prstGeom prst="straightConnector1">
              <a:avLst/>
            </a:prstGeom>
            <a:ln w="19050">
              <a:gradFill flip="none" rotWithShape="1">
                <a:gsLst>
                  <a:gs pos="100000">
                    <a:schemeClr val="tx1">
                      <a:lumMod val="95000"/>
                      <a:lumOff val="5000"/>
                    </a:schemeClr>
                  </a:gs>
                  <a:gs pos="50000">
                    <a:srgbClr val="707070"/>
                  </a:gs>
                  <a:gs pos="0">
                    <a:schemeClr val="tx1">
                      <a:lumMod val="95000"/>
                      <a:lumOff val="5000"/>
                    </a:schemeClr>
                  </a:gs>
                </a:gsLst>
                <a:lin ang="0" scaled="1"/>
                <a:tileRect/>
              </a:gra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14" name="Picture 4" descr="H:\이미지소스\png\1312362407_MyComputer.pn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260901" y="5952819"/>
            <a:ext cx="704622" cy="756678"/>
          </a:xfrm>
          <a:prstGeom prst="rect">
            <a:avLst/>
          </a:prstGeom>
          <a:noFill/>
        </p:spPr>
      </p:pic>
      <p:grpSp>
        <p:nvGrpSpPr>
          <p:cNvPr id="215" name="Group 182"/>
          <p:cNvGrpSpPr>
            <a:grpSpLocks/>
          </p:cNvGrpSpPr>
          <p:nvPr/>
        </p:nvGrpSpPr>
        <p:grpSpPr bwMode="auto">
          <a:xfrm>
            <a:off x="2271779" y="6037671"/>
            <a:ext cx="768608" cy="650475"/>
            <a:chOff x="544" y="1897"/>
            <a:chExt cx="453" cy="357"/>
          </a:xfrm>
        </p:grpSpPr>
        <p:pic>
          <p:nvPicPr>
            <p:cNvPr id="216" name="Picture 120" descr="'PL' 캐릭터  [v2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44" y="1897"/>
              <a:ext cx="265" cy="33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17" name="Picture 121" descr="017 [Converted]-04-01"/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03" y="2026"/>
              <a:ext cx="294" cy="22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218" name="Group 65"/>
          <p:cNvGrpSpPr>
            <a:grpSpLocks/>
          </p:cNvGrpSpPr>
          <p:nvPr/>
        </p:nvGrpSpPr>
        <p:grpSpPr bwMode="auto">
          <a:xfrm>
            <a:off x="5875706" y="6046807"/>
            <a:ext cx="787271" cy="619501"/>
            <a:chOff x="772" y="5455"/>
            <a:chExt cx="464" cy="340"/>
          </a:xfrm>
        </p:grpSpPr>
        <p:pic>
          <p:nvPicPr>
            <p:cNvPr id="219" name="Picture 66" descr="'PL' 캐릭터  [v2"/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98" y="5455"/>
              <a:ext cx="238" cy="3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20" name="Picture 67" descr="'PL' 캐릭터  [v2"/>
            <p:cNvPicPr>
              <a:picLocks noChangeAspect="1" noChangeArrowheads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72" y="5455"/>
              <a:ext cx="238" cy="3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221" name="Group 186"/>
          <p:cNvGrpSpPr>
            <a:grpSpLocks/>
          </p:cNvGrpSpPr>
          <p:nvPr/>
        </p:nvGrpSpPr>
        <p:grpSpPr bwMode="auto">
          <a:xfrm>
            <a:off x="7596803" y="6023094"/>
            <a:ext cx="653230" cy="632255"/>
            <a:chOff x="3675" y="3265"/>
            <a:chExt cx="385" cy="347"/>
          </a:xfrm>
        </p:grpSpPr>
        <p:pic>
          <p:nvPicPr>
            <p:cNvPr id="222" name="Picture 145" descr="'PL' 캐릭터  [v2"/>
            <p:cNvPicPr>
              <a:picLocks noChangeAspect="1" noChangeArrowheads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675" y="3265"/>
              <a:ext cx="265" cy="33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23" name="Picture 146" descr="'PL' 캐릭터  [v2"/>
            <p:cNvPicPr>
              <a:picLocks noChangeAspect="1" noChangeArrowheads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54" y="3400"/>
              <a:ext cx="206" cy="21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224" name="그룹 223"/>
          <p:cNvGrpSpPr/>
          <p:nvPr/>
        </p:nvGrpSpPr>
        <p:grpSpPr>
          <a:xfrm>
            <a:off x="8249142" y="5520430"/>
            <a:ext cx="1934941" cy="1473218"/>
            <a:chOff x="8327514" y="5449200"/>
            <a:chExt cx="1976273" cy="1473218"/>
          </a:xfrm>
        </p:grpSpPr>
        <p:sp>
          <p:nvSpPr>
            <p:cNvPr id="225" name="TextBox 232"/>
            <p:cNvSpPr txBox="1">
              <a:spLocks noChangeArrowheads="1"/>
            </p:cNvSpPr>
            <p:nvPr/>
          </p:nvSpPr>
          <p:spPr bwMode="auto">
            <a:xfrm>
              <a:off x="8785881" y="6583864"/>
              <a:ext cx="1443461" cy="3385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  <a:scene3d>
                <a:camera prst="orthographicFront"/>
                <a:lightRig rig="threePt" dir="t"/>
              </a:scene3d>
              <a:sp3d>
                <a:bevelT w="1270" h="1270"/>
                <a:bevelB w="1270" h="1270"/>
              </a:sp3d>
            </a:bodyPr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200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200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200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200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200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</a:defRPr>
              </a:lvl5pPr>
              <a:lvl6pPr marL="2286000" algn="l" defTabSz="914400" rtl="0" eaLnBrk="1" latinLnBrk="1" hangingPunct="1">
                <a:defRPr kumimoji="1" sz="1200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</a:defRPr>
              </a:lvl6pPr>
              <a:lvl7pPr marL="2743200" algn="l" defTabSz="914400" rtl="0" eaLnBrk="1" latinLnBrk="1" hangingPunct="1">
                <a:defRPr kumimoji="1" sz="1200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</a:defRPr>
              </a:lvl7pPr>
              <a:lvl8pPr marL="3200400" algn="l" defTabSz="914400" rtl="0" eaLnBrk="1" latinLnBrk="1" hangingPunct="1">
                <a:defRPr kumimoji="1" sz="1200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</a:defRPr>
              </a:lvl8pPr>
              <a:lvl9pPr marL="3657600" algn="l" defTabSz="914400" rtl="0" eaLnBrk="1" latinLnBrk="1" hangingPunct="1">
                <a:defRPr kumimoji="1" sz="1200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</a:defRPr>
              </a:lvl9pPr>
            </a:lstStyle>
            <a:p>
              <a:pPr marL="0" lvl="1" defTabSz="897493" latinLnBrk="0">
                <a:spcAft>
                  <a:spcPts val="296"/>
                </a:spcAft>
                <a:buClr>
                  <a:srgbClr val="7F7F7F"/>
                </a:buClr>
                <a:buSzPct val="140000"/>
                <a:tabLst>
                  <a:tab pos="6363358" algn="l"/>
                </a:tabLst>
                <a:defRPr/>
              </a:pPr>
              <a:r>
                <a:rPr lang="ko-KR" altLang="en-US" sz="1600" spc="-148" dirty="0">
                  <a:ln w="11430">
                    <a:noFill/>
                  </a:ln>
                  <a:solidFill>
                    <a:srgbClr val="C00000"/>
                  </a:solidFill>
                  <a:latin typeface="Rix고딕 B" pitchFamily="18" charset="-127"/>
                  <a:ea typeface="Rix고딕 B" pitchFamily="18" charset="-127"/>
                  <a:cs typeface="Arial" pitchFamily="34" charset="0"/>
                </a:rPr>
                <a:t>중단 시간 최소화</a:t>
              </a:r>
              <a:endParaRPr lang="ko-KR" altLang="en-US" sz="1400" spc="-148" dirty="0">
                <a:ln w="11430">
                  <a:noFill/>
                </a:ln>
                <a:solidFill>
                  <a:srgbClr val="C00000"/>
                </a:solidFill>
                <a:latin typeface="Rix고딕 B" pitchFamily="18" charset="-127"/>
                <a:ea typeface="Rix고딕 B" pitchFamily="18" charset="-127"/>
                <a:cs typeface="Arial" pitchFamily="34" charset="0"/>
              </a:endParaRPr>
            </a:p>
          </p:txBody>
        </p:sp>
        <p:pic>
          <p:nvPicPr>
            <p:cNvPr id="226" name="그림 225"/>
            <p:cNvPicPr>
              <a:picLocks noChangeAspect="1"/>
            </p:cNvPicPr>
            <p:nvPr/>
          </p:nvPicPr>
          <p:blipFill>
            <a:blip r:embed="rId11" cstate="print">
              <a:extLst>
                <a:ext uri="{BEBA8EAE-BF5A-486C-A8C5-ECC9F3942E4B}">
                  <a14:imgProps xmlns:a14="http://schemas.microsoft.com/office/drawing/2010/main">
                    <a14:imgLayer r:embed="rId12">
                      <a14:imgEffect>
                        <a14:brightnessContrast contrast="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972797" y="5449200"/>
              <a:ext cx="1330990" cy="567527"/>
            </a:xfrm>
            <a:prstGeom prst="rect">
              <a:avLst/>
            </a:prstGeom>
          </p:spPr>
        </p:pic>
        <p:pic>
          <p:nvPicPr>
            <p:cNvPr id="227" name="Picture 3" descr="G:\work\아이크래프트\그랜드코리아레져\발표자료\작업방\GKL-02-21.png"/>
            <p:cNvPicPr>
              <a:picLocks noChangeAspect="1" noChangeArrowheads="1"/>
            </p:cNvPicPr>
            <p:nvPr/>
          </p:nvPicPr>
          <p:blipFill>
            <a:blip r:embed="rId1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8327514" y="5602816"/>
              <a:ext cx="945236" cy="124551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28" name="TextBox 227"/>
            <p:cNvSpPr txBox="1"/>
            <p:nvPr/>
          </p:nvSpPr>
          <p:spPr>
            <a:xfrm>
              <a:off x="9310328" y="5671545"/>
              <a:ext cx="799434" cy="138499"/>
            </a:xfrm>
            <a:prstGeom prst="rect">
              <a:avLst/>
            </a:prstGeom>
            <a:noFill/>
            <a:ln w="6350">
              <a:noFill/>
            </a:ln>
            <a:effectLst/>
            <a:scene3d>
              <a:camera prst="orthographicFront"/>
              <a:lightRig rig="threePt" dir="t"/>
            </a:scene3d>
            <a:sp3d>
              <a:bevelT w="0" h="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 anchorCtr="0">
              <a:spAutoFit/>
              <a:sp3d>
                <a:bevelT w="0" h="38100"/>
                <a:contourClr>
                  <a:srgbClr val="213165"/>
                </a:contourClr>
              </a:sp3d>
            </a:bodyPr>
            <a:lstStyle>
              <a:defPPr>
                <a:defRPr lang="ko-KR"/>
              </a:defPPr>
              <a:lvl1pPr lvl="0" indent="0" algn="ctr" defTabSz="1019175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tabLst>
                  <a:tab pos="3768725" algn="l"/>
                </a:tabLst>
                <a:defRPr sz="1200" spc="0">
                  <a:ln w="0"/>
                  <a:solidFill>
                    <a:srgbClr val="292929"/>
                  </a:solidFill>
                  <a:effectLst/>
                  <a:latin typeface="고도 M" panose="02000503000000020004" pitchFamily="2" charset="-127"/>
                  <a:ea typeface="고도 M" panose="02000503000000020004" pitchFamily="2" charset="-127"/>
                </a:defRPr>
              </a:lvl1pPr>
            </a:lstStyle>
            <a:p>
              <a:r>
                <a:rPr lang="en-US" altLang="ko-KR" sz="900" b="1" spc="-119" dirty="0">
                  <a:solidFill>
                    <a:schemeClr val="bg1"/>
                  </a:solidFill>
                  <a:latin typeface="Rix고딕 M" pitchFamily="18" charset="-127"/>
                  <a:ea typeface="Rix고딕 M" pitchFamily="18" charset="-127"/>
                </a:rPr>
                <a:t>6</a:t>
              </a:r>
              <a:r>
                <a:rPr lang="ko-KR" altLang="en-US" sz="900" b="1" spc="-119" dirty="0">
                  <a:solidFill>
                    <a:schemeClr val="bg1"/>
                  </a:solidFill>
                  <a:latin typeface="Rix고딕 M" pitchFamily="18" charset="-127"/>
                  <a:ea typeface="Rix고딕 M" pitchFamily="18" charset="-127"/>
                </a:rPr>
                <a:t>시간 이내 현장복구</a:t>
              </a:r>
            </a:p>
          </p:txBody>
        </p:sp>
      </p:grpSp>
      <p:sp>
        <p:nvSpPr>
          <p:cNvPr id="229" name="직사각형 228"/>
          <p:cNvSpPr/>
          <p:nvPr/>
        </p:nvSpPr>
        <p:spPr>
          <a:xfrm>
            <a:off x="6125880" y="3908834"/>
            <a:ext cx="4051989" cy="1152181"/>
          </a:xfrm>
          <a:prstGeom prst="rect">
            <a:avLst/>
          </a:prstGeom>
          <a:solidFill>
            <a:srgbClr val="335A75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anchor="ctr"/>
          <a:lstStyle/>
          <a:p>
            <a:pPr algn="ctr">
              <a:defRPr/>
            </a:pPr>
            <a:endParaRPr lang="en-US" altLang="ko-KR" sz="1600" spc="-150" dirty="0">
              <a:solidFill>
                <a:schemeClr val="bg1"/>
              </a:solidFill>
              <a:latin typeface="Rix모던고딕 B" panose="02020603020101020101" pitchFamily="18" charset="-127"/>
              <a:ea typeface="Rix모던고딕 B" panose="02020603020101020101" pitchFamily="18" charset="-127"/>
            </a:endParaRPr>
          </a:p>
        </p:txBody>
      </p:sp>
      <p:grpSp>
        <p:nvGrpSpPr>
          <p:cNvPr id="230" name="Group 186"/>
          <p:cNvGrpSpPr>
            <a:grpSpLocks/>
          </p:cNvGrpSpPr>
          <p:nvPr/>
        </p:nvGrpSpPr>
        <p:grpSpPr bwMode="auto">
          <a:xfrm>
            <a:off x="6362801" y="4198141"/>
            <a:ext cx="638170" cy="617679"/>
            <a:chOff x="3675" y="3265"/>
            <a:chExt cx="385" cy="347"/>
          </a:xfrm>
        </p:grpSpPr>
        <p:pic>
          <p:nvPicPr>
            <p:cNvPr id="231" name="Picture 145" descr="'PL' 캐릭터  [v2"/>
            <p:cNvPicPr>
              <a:picLocks noChangeAspect="1" noChangeArrowheads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675" y="3265"/>
              <a:ext cx="265" cy="33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32" name="Picture 146" descr="'PL' 캐릭터  [v2"/>
            <p:cNvPicPr>
              <a:picLocks noChangeAspect="1" noChangeArrowheads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54" y="3400"/>
              <a:ext cx="206" cy="21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33" name="Rectangle 67"/>
          <p:cNvSpPr>
            <a:spLocks noChangeArrowheads="1"/>
          </p:cNvSpPr>
          <p:nvPr/>
        </p:nvSpPr>
        <p:spPr bwMode="auto">
          <a:xfrm>
            <a:off x="7060124" y="4024759"/>
            <a:ext cx="2042997" cy="3467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A3BFE1"/>
                </a:solidFill>
              </a14:hiddenFill>
            </a:ext>
            <a:ext uri="{91240B29-F687-4F45-9708-019B960494DF}">
              <a14:hiddenLine xmlns:a14="http://schemas.microsoft.com/office/drawing/2010/main" w="3175" algn="ctr">
                <a:solidFill>
                  <a:srgbClr val="C7DDF5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9569" tIns="49785" rIns="99569" bIns="49785" anchor="ctr">
            <a:spAutoFit/>
          </a:bodyPr>
          <a:lstStyle/>
          <a:p>
            <a:pPr>
              <a:spcBef>
                <a:spcPct val="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None/>
            </a:pPr>
            <a:r>
              <a:rPr kumimoji="1" lang="ko-KR" altLang="en-US" sz="1600" spc="-99" dirty="0" smtClean="0">
                <a:solidFill>
                  <a:srgbClr val="FFFF00"/>
                </a:solidFill>
                <a:latin typeface="Rix고딕 EB" panose="02020603020101020101" pitchFamily="18" charset="-127"/>
                <a:ea typeface="Rix고딕 EB" panose="02020603020101020101" pitchFamily="18" charset="-127"/>
                <a:sym typeface="Wingdings" pitchFamily="2" charset="2"/>
              </a:rPr>
              <a:t>국방부 전담 지원팀 운영</a:t>
            </a:r>
            <a:endParaRPr kumimoji="1" lang="ko-KR" altLang="en-US" sz="1600" spc="-99" dirty="0">
              <a:solidFill>
                <a:srgbClr val="FFFF00"/>
              </a:solidFill>
              <a:latin typeface="Rix고딕 EB" panose="02020603020101020101" pitchFamily="18" charset="-127"/>
              <a:ea typeface="Rix고딕 EB" panose="02020603020101020101" pitchFamily="18" charset="-127"/>
              <a:sym typeface="Wingdings" pitchFamily="2" charset="2"/>
            </a:endParaRPr>
          </a:p>
        </p:txBody>
      </p:sp>
      <p:sp>
        <p:nvSpPr>
          <p:cNvPr id="234" name="Rectangle 67"/>
          <p:cNvSpPr>
            <a:spLocks noChangeArrowheads="1"/>
          </p:cNvSpPr>
          <p:nvPr/>
        </p:nvSpPr>
        <p:spPr bwMode="auto">
          <a:xfrm>
            <a:off x="7165227" y="4530636"/>
            <a:ext cx="2778873" cy="4257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A3BFE1"/>
                </a:solidFill>
              </a14:hiddenFill>
            </a:ext>
            <a:ext uri="{91240B29-F687-4F45-9708-019B960494DF}">
              <a14:hiddenLine xmlns:a14="http://schemas.microsoft.com/office/drawing/2010/main" w="3175" algn="ctr">
                <a:solidFill>
                  <a:srgbClr val="C7DDF5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 anchor="t" anchorCtr="0">
            <a:spAutoFit/>
          </a:bodyPr>
          <a:lstStyle/>
          <a:p>
            <a:pPr>
              <a:spcBef>
                <a:spcPts val="2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None/>
            </a:pPr>
            <a:r>
              <a:rPr lang="ko-KR" altLang="en-US" sz="1300" spc="-99" dirty="0" smtClean="0">
                <a:solidFill>
                  <a:schemeClr val="bg1"/>
                </a:solidFill>
                <a:latin typeface="Rix고딕 M" panose="02020603020101020101" pitchFamily="18" charset="-127"/>
                <a:ea typeface="Rix고딕 M" panose="02020603020101020101" pitchFamily="18" charset="-127"/>
                <a:sym typeface="Wingdings" pitchFamily="2" charset="2"/>
              </a:rPr>
              <a:t>사업에 참여한 인력으로 구성된</a:t>
            </a:r>
            <a:endParaRPr lang="en-US" altLang="ko-KR" sz="1300" spc="-99" dirty="0" smtClean="0">
              <a:solidFill>
                <a:schemeClr val="bg1"/>
              </a:solidFill>
              <a:latin typeface="Rix고딕 M" panose="02020603020101020101" pitchFamily="18" charset="-127"/>
              <a:ea typeface="Rix고딕 M" panose="02020603020101020101" pitchFamily="18" charset="-127"/>
              <a:sym typeface="Wingdings" pitchFamily="2" charset="2"/>
            </a:endParaRPr>
          </a:p>
          <a:p>
            <a:pPr>
              <a:spcBef>
                <a:spcPts val="2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None/>
            </a:pPr>
            <a:r>
              <a:rPr lang="ko-KR" altLang="en-US" sz="1300" spc="-99" dirty="0" smtClean="0">
                <a:solidFill>
                  <a:schemeClr val="bg1"/>
                </a:solidFill>
                <a:latin typeface="Rix고딕 M" panose="02020603020101020101" pitchFamily="18" charset="-127"/>
                <a:ea typeface="Rix고딕 M" panose="02020603020101020101" pitchFamily="18" charset="-127"/>
                <a:sym typeface="Wingdings" pitchFamily="2" charset="2"/>
              </a:rPr>
              <a:t>권역</a:t>
            </a:r>
            <a:r>
              <a:rPr lang="ko-KR" altLang="en-US" sz="1300" spc="-99" dirty="0">
                <a:solidFill>
                  <a:schemeClr val="bg1"/>
                </a:solidFill>
                <a:latin typeface="Rix고딕 M" panose="02020603020101020101" pitchFamily="18" charset="-127"/>
                <a:ea typeface="Rix고딕 M" panose="02020603020101020101" pitchFamily="18" charset="-127"/>
                <a:sym typeface="Wingdings" pitchFamily="2" charset="2"/>
              </a:rPr>
              <a:t>별 </a:t>
            </a:r>
            <a:r>
              <a:rPr lang="ko-KR" altLang="en-US" sz="1300" spc="-99" dirty="0" smtClean="0">
                <a:solidFill>
                  <a:schemeClr val="bg1"/>
                </a:solidFill>
                <a:latin typeface="Rix고딕 M" panose="02020603020101020101" pitchFamily="18" charset="-127"/>
                <a:ea typeface="Rix고딕 M" panose="02020603020101020101" pitchFamily="18" charset="-127"/>
                <a:sym typeface="Wingdings" pitchFamily="2" charset="2"/>
              </a:rPr>
              <a:t>하자보수업체의 신속한 지원</a:t>
            </a:r>
            <a:endParaRPr lang="ko-KR" altLang="en-US" sz="1300" spc="-99" dirty="0">
              <a:solidFill>
                <a:schemeClr val="bg1"/>
              </a:solidFill>
              <a:latin typeface="Rix고딕 M" panose="02020603020101020101" pitchFamily="18" charset="-127"/>
              <a:ea typeface="Rix고딕 M" panose="02020603020101020101" pitchFamily="18" charset="-127"/>
              <a:sym typeface="Wingdings" pitchFamily="2" charset="2"/>
            </a:endParaRPr>
          </a:p>
        </p:txBody>
      </p:sp>
      <p:cxnSp>
        <p:nvCxnSpPr>
          <p:cNvPr id="235" name="직선 연결선 234"/>
          <p:cNvCxnSpPr/>
          <p:nvPr/>
        </p:nvCxnSpPr>
        <p:spPr>
          <a:xfrm>
            <a:off x="7165227" y="4414332"/>
            <a:ext cx="3001824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256505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추억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추억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>
    <a:spDef>
      <a:spPr>
        <a:solidFill>
          <a:schemeClr val="bg1"/>
        </a:solidFill>
        <a:ln>
          <a:solidFill>
            <a:schemeClr val="tx1">
              <a:lumMod val="65000"/>
              <a:lumOff val="35000"/>
            </a:schemeClr>
          </a:solidFill>
        </a:ln>
      </a:spPr>
      <a:bodyPr rtlCol="0" anchor="ctr"/>
      <a:lstStyle>
        <a:defPPr algn="ctr">
          <a:defRPr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53975">
          <a:solidFill>
            <a:srgbClr val="C00000">
              <a:alpha val="48000"/>
            </a:srgbClr>
          </a:solidFill>
          <a:prstDash val="solid"/>
          <a:headEnd type="none" w="sm" len="med"/>
          <a:tailEnd type="stealth" w="sm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15065</TotalTime>
  <Words>11289</Words>
  <Application>Microsoft Office PowerPoint</Application>
  <PresentationFormat>사용자 지정</PresentationFormat>
  <Paragraphs>3179</Paragraphs>
  <Slides>67</Slides>
  <Notes>60</Notes>
  <HiddenSlides>0</HiddenSlides>
  <MMClips>0</MMClips>
  <ScaleCrop>false</ScaleCrop>
  <HeadingPairs>
    <vt:vector size="6" baseType="variant">
      <vt:variant>
        <vt:lpstr>사용한 글꼴</vt:lpstr>
      </vt:variant>
      <vt:variant>
        <vt:i4>43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67</vt:i4>
      </vt:variant>
    </vt:vector>
  </HeadingPairs>
  <TitlesOfParts>
    <vt:vector size="111" baseType="lpstr">
      <vt:lpstr>HY견고딕</vt:lpstr>
      <vt:lpstr>KoPub돋움체 Bold</vt:lpstr>
      <vt:lpstr>KoPub돋움체 Light</vt:lpstr>
      <vt:lpstr>KoPub돋움체 Medium</vt:lpstr>
      <vt:lpstr>Monotype Sorts</vt:lpstr>
      <vt:lpstr>Rix고딕 B</vt:lpstr>
      <vt:lpstr>Rix고딕 EB</vt:lpstr>
      <vt:lpstr>Rix고딕 L</vt:lpstr>
      <vt:lpstr>Rix고딕 M</vt:lpstr>
      <vt:lpstr>Rix모던고딕 B</vt:lpstr>
      <vt:lpstr>Rix모던고딕 EB</vt:lpstr>
      <vt:lpstr>Rix모던고딕 L</vt:lpstr>
      <vt:lpstr>Rix모던고딕 M</vt:lpstr>
      <vt:lpstr>Rix비타민 M</vt:lpstr>
      <vt:lpstr>Rix정고딕 M</vt:lpstr>
      <vt:lpstr>Rix헤드 B</vt:lpstr>
      <vt:lpstr>Yoon 윤고딕 530_TT</vt:lpstr>
      <vt:lpstr>Yoon 윤고딕 550_TT</vt:lpstr>
      <vt:lpstr>고도 B</vt:lpstr>
      <vt:lpstr>굴림</vt:lpstr>
      <vt:lpstr>나눔고딕</vt:lpstr>
      <vt:lpstr>나눔고딕 Bold</vt:lpstr>
      <vt:lpstr>나눔고딕 ExtraBold</vt:lpstr>
      <vt:lpstr>나눔명조 ExtraBold</vt:lpstr>
      <vt:lpstr>맑은 고딕</vt:lpstr>
      <vt:lpstr>뫼비우스 Bold</vt:lpstr>
      <vt:lpstr>산돌고딕 L</vt:lpstr>
      <vt:lpstr>산돌고딕B</vt:lpstr>
      <vt:lpstr>옥션고딕 M</vt:lpstr>
      <vt:lpstr>-윤고딕140</vt:lpstr>
      <vt:lpstr>-윤고딕320</vt:lpstr>
      <vt:lpstr>-윤고딕340</vt:lpstr>
      <vt:lpstr>-윤명조330</vt:lpstr>
      <vt:lpstr>함초롬돋움</vt:lpstr>
      <vt:lpstr>해수부체B</vt:lpstr>
      <vt:lpstr>Arial</vt:lpstr>
      <vt:lpstr>Calibri</vt:lpstr>
      <vt:lpstr>Calibri Light</vt:lpstr>
      <vt:lpstr>Symbol</vt:lpstr>
      <vt:lpstr>Tahoma</vt:lpstr>
      <vt:lpstr>Wingdings</vt:lpstr>
      <vt:lpstr>Wingdings 2</vt:lpstr>
      <vt:lpstr>한컴돋움</vt:lpstr>
      <vt:lpstr>추억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Microsoft Corporation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관용</dc:creator>
  <cp:lastModifiedBy>다원아이씨티</cp:lastModifiedBy>
  <cp:revision>1398</cp:revision>
  <cp:lastPrinted>2016-01-11T00:49:39Z</cp:lastPrinted>
  <dcterms:created xsi:type="dcterms:W3CDTF">2015-05-28T06:56:14Z</dcterms:created>
  <dcterms:modified xsi:type="dcterms:W3CDTF">2016-01-12T02:05:39Z</dcterms:modified>
</cp:coreProperties>
</file>
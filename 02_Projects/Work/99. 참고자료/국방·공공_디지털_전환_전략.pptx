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23E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04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5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D636B2-0A6B-DB29-DF8B-4E1DC9F9AE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6B8E86C-0449-6B4F-E9B5-105A9D2A91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572109-B66F-C282-103C-227565993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1A53E-2EB8-4BFF-BAAA-AE2F62BC63DC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DF4FE2-0BAB-4B94-00E6-8BED3F8AD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D6204D-3433-506D-0840-3B4E3DA48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BC6F8-C2E3-4492-9CEF-28A2B307B7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1032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DF61D4-3EA5-52F1-F322-541C04090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4EA910-5806-7B53-1364-EACDC20F9C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A9C0788-09F7-D7DA-4AE3-BC5A1530B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1A53E-2EB8-4BFF-BAAA-AE2F62BC63DC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BD422E-4E8D-D139-64C0-24D8D7747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0D311C-8523-BE15-9714-0AB64DD70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BC6F8-C2E3-4492-9CEF-28A2B307B7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6658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5E35DD-0F54-4039-21C6-4185DC15D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7253D6A-D0F8-77E3-8436-BAC0F1C177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AF8943-1953-3A59-3562-7B0A225BA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1A53E-2EB8-4BFF-BAAA-AE2F62BC63DC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312B35-1D99-DDE3-A062-3BAD6D314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9905DD-95F7-C9B8-4140-491837FBE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BC6F8-C2E3-4492-9CEF-28A2B307B7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95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013EDE-8E77-4BBF-07E6-DA6EFAF2E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188F8C-4117-B1E0-2DA5-B779F7E9B1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9AF8548-776B-6216-2AAE-26F96C8937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3743F8F-326B-2399-1D64-2970CAF2E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1A53E-2EB8-4BFF-BAAA-AE2F62BC63DC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88E52C-7D58-8FBC-1422-D5D038DCA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C3500FF-1C3F-F4F1-5240-A54453944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BC6F8-C2E3-4492-9CEF-28A2B307B7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5113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E7700E-3D84-1583-59F8-D5AC8BEFE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D152F6-9733-B6AD-A8B8-C97253A39A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6E86017-D34D-AA86-ECD7-3A628F8A8E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71892E0-45C2-DBE0-7486-04E458AD7A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1D8FB80-77BD-1EA4-6222-3E1BC1B391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D9BDCC5-F182-141C-0CCE-6FE0E2FDD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1A53E-2EB8-4BFF-BAAA-AE2F62BC63DC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EDC2D26-8816-D124-8616-3BF571471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1947BFA-0EAF-CEEA-EC42-E1A9B103A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BC6F8-C2E3-4492-9CEF-28A2B307B7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689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4E6E8A-4817-8D7F-D5E0-D45D14482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EF5332C-638F-1279-26FA-50B89253F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1A53E-2EB8-4BFF-BAAA-AE2F62BC63DC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F57C34F-CC7F-C45D-C820-5D5EFE247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3D87881-3235-AEEA-5CB1-11E9DF6C0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BC6F8-C2E3-4492-9CEF-28A2B307B7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1938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924D1FF-77CE-E9DF-EE1E-9D4CB64E3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1A53E-2EB8-4BFF-BAAA-AE2F62BC63DC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AD96B45-5357-C3B1-3800-4FB8BD1C5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529940-AB56-F615-BCB5-63F13CC09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BC6F8-C2E3-4492-9CEF-28A2B307B7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4114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5145A3-CF4F-039F-2755-5999FB985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096580-06EA-DB72-7761-01BF59306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CBA5A79-3441-6C2E-5BB4-C1F348EE67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95E2B7D-8591-4A64-9509-31CFBF077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1A53E-2EB8-4BFF-BAAA-AE2F62BC63DC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BF905CB-C4E0-BCDE-7839-E40488ECE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FD623D3-2DEA-3DCF-B815-A0EA31C70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BC6F8-C2E3-4492-9CEF-28A2B307B7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9982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9FED3C-4DB2-1F2C-19A5-0D90ABCA1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E9F3EFC-DD37-B1B4-073E-F03AC23973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3113271-A935-96CB-A3CE-91DE575978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76DD3ED-DBBC-61FE-7DC5-BB93511FF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1A53E-2EB8-4BFF-BAAA-AE2F62BC63DC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16014E4-4016-DDAA-FA9E-4DF33A695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F80820C-E16F-9622-D7E4-FB4945566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BC6F8-C2E3-4492-9CEF-28A2B307B7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351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277E8D-6C8A-1B61-FBE3-6598C0A98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9645A51-23A0-71C7-8C98-FFDB2A549C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2F98C5-3189-A656-8B56-6734AC0AA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1A53E-2EB8-4BFF-BAAA-AE2F62BC63DC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8A782E-CA1C-E3AB-5A81-3EB45752F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C75C9F-B811-29AF-BBDA-FBD7A776E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BC6F8-C2E3-4492-9CEF-28A2B307B7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7184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87756F-AB5A-6F78-9651-F0A2287DF6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D13DF2B-795B-513D-D0D3-15C72EDA81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B4748B-4804-642D-861F-74ACEA908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1A53E-2EB8-4BFF-BAAA-AE2F62BC63DC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1E0309-A9F7-5784-B7CB-CB7FFD9D2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60C793-A445-80B3-5917-C4DADA578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BC6F8-C2E3-4492-9CEF-28A2B307B7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6147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2809ED6-D294-DDD7-3507-B2E1E73B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80E541-B4F8-B541-0B3B-96CAAA3A3A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2A3B2C-E665-F03A-6CB5-ED2E8A7DE2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A1A53E-2EB8-4BFF-BAAA-AE2F62BC63DC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C14E456-F1AC-4E2D-9084-53BC95C48F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CD20A8-64B0-178B-A72D-5F1BFD4142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BBC6F8-C2E3-4492-9CEF-28A2B307B7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0702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84A0566-2810-DDF7-76B9-CB86EA03F7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34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7938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8ED8EC7-BB19-C960-3016-FEBAF47724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353" b="3393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3651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7D6CFCC-5FBC-00D0-33EC-E810A5E646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765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377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848473E-54CE-86FD-7175-CF520FD309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6C35ABC-B4E4-9D82-E3DB-46D6C70C02EF}"/>
              </a:ext>
            </a:extLst>
          </p:cNvPr>
          <p:cNvSpPr txBox="1"/>
          <p:nvPr/>
        </p:nvSpPr>
        <p:spPr>
          <a:xfrm>
            <a:off x="10658475" y="2047875"/>
            <a:ext cx="87716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>
                <a:solidFill>
                  <a:srgbClr val="323E58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Microsoft GothicNeo Light" panose="020B0300000101010101" pitchFamily="50" charset="-127"/>
              </a:rPr>
              <a:t>03</a:t>
            </a:r>
            <a:endParaRPr lang="ko-KR" altLang="en-US" sz="4400" b="1" dirty="0">
              <a:solidFill>
                <a:srgbClr val="323E58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Microsoft GothicNeo Light" panose="020B03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46280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4B2773D-E84D-569C-AB3B-4F6DA076EE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" r="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9374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</Words>
  <Application>Microsoft Office PowerPoint</Application>
  <PresentationFormat>와이드스크린</PresentationFormat>
  <Paragraphs>1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HY견고딕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준한 이</dc:creator>
  <cp:lastModifiedBy>준한 이</cp:lastModifiedBy>
  <cp:revision>6</cp:revision>
  <dcterms:created xsi:type="dcterms:W3CDTF">2026-02-24T05:56:42Z</dcterms:created>
  <dcterms:modified xsi:type="dcterms:W3CDTF">2026-02-24T07:05:27Z</dcterms:modified>
</cp:coreProperties>
</file>